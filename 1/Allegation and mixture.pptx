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notesMasterIdLst>
    <p:notesMasterId r:id="rId27"/>
  </p:notesMasterIdLst>
  <p:sldIdLst>
    <p:sldId id="256" r:id="rId2"/>
    <p:sldId id="299" r:id="rId3"/>
    <p:sldId id="300" r:id="rId4"/>
    <p:sldId id="257" r:id="rId5"/>
    <p:sldId id="301" r:id="rId6"/>
    <p:sldId id="303" r:id="rId7"/>
    <p:sldId id="315" r:id="rId8"/>
    <p:sldId id="307" r:id="rId9"/>
    <p:sldId id="302" r:id="rId10"/>
    <p:sldId id="305" r:id="rId11"/>
    <p:sldId id="306" r:id="rId12"/>
    <p:sldId id="308" r:id="rId13"/>
    <p:sldId id="316" r:id="rId14"/>
    <p:sldId id="309" r:id="rId15"/>
    <p:sldId id="313" r:id="rId16"/>
    <p:sldId id="312" r:id="rId17"/>
    <p:sldId id="304" r:id="rId18"/>
    <p:sldId id="311" r:id="rId19"/>
    <p:sldId id="314" r:id="rId20"/>
    <p:sldId id="310" r:id="rId21"/>
    <p:sldId id="319" r:id="rId22"/>
    <p:sldId id="320" r:id="rId23"/>
    <p:sldId id="317" r:id="rId24"/>
    <p:sldId id="318" r:id="rId25"/>
    <p:sldId id="28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40212-6B6A-4846-BD94-4FCC0F85ABB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73711-F11C-4D9B-A169-56E1924FA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7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718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2BE77-3350-C609-B934-54B0E95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4BB1F-EFFD-F3F3-300D-E10774DBE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3EC5E-CEC0-32B6-3EB3-427C7F6BF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08415-D9D5-A5D7-BDB1-701903E19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849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478B-8DFD-1E23-0F20-9EB99D4F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0C343-2F55-1CE0-68F3-DE2520B3C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C4C40-F592-013F-BBE4-2434D5C26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C6B94-507A-D07C-613E-6DBB6FEFE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015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E85EB-3B49-7E42-FA6B-68B7A9A6C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61109-20EE-7361-23EE-9A7D04168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FD488-9DD5-82FD-9D26-D13BA6A3E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3122-E90C-9485-9538-CA55AFF78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639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6A323-3A75-CB87-B123-100046EF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4D981-2147-F14D-4878-5C3816B98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34525-EAF6-8F55-5FDE-A4DD29EF8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A6ED0-76DC-0614-0C33-4433F828F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5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8677C-4EF3-9748-08E5-E3B43721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0B97B-9164-540B-1FE2-430605F8E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F6B7A-D913-EF78-39EF-BDAED1AC8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E96F9-4872-678A-271B-34202DE49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254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752EC-DC2F-B582-B537-5368E1B5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F1AEC-A058-BBB6-490F-EACAF1E24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A1CF3-8648-0CCA-28A6-9E33EEB31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FE24C-6F85-BC0F-560A-EED601AFE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16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A2D2-98DA-5869-9687-F9607D6D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44831-8AED-2EA9-12B2-E764FC4AE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5DF3B-FD03-E487-8A72-F32A7EF7C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AA8EA-97BF-ACB4-1F3A-679499439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119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9A4C-AC12-F1C6-6DD6-81552F2BA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F7AFB-128D-9991-905D-8BBF4AA16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6AA40-8122-AA27-CCBD-F9782024C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F8076-D0EF-B99B-47ED-3C393738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63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FF3F-DA39-6824-7A95-6B56EC7C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F1766-4513-E835-FA8B-7A2DCD50D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DC385-6282-D214-E071-75EF7B7BF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7866A-C8BF-2FBB-8173-10D6A8737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989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D599C-65A2-49BD-5ADE-C1C981A02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BF788-83CC-883C-EEF1-6CD23CFBD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4A25C-A67E-72E5-D698-34213CAE4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BA67C-9D0F-78C6-1A06-86817742F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31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E0024-C260-8CC6-FFDD-B0F3C464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1792C-C7DA-2D0C-E929-BB494C0DC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66EC1-7CDB-5CA4-0514-E0CEE3136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889FF-7021-7302-4735-1C9D81691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514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DF61-57D0-3221-6BA6-A65030CD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8022B-3A18-D5C3-26C3-AA2E92D50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15A3D-C07C-1C3D-E0AE-8EC4AE6E4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1C1FD-A385-FEC5-9CAF-5038DB2A2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158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F97E7-AAFF-7620-AF2D-AB0286ED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05574-9039-FC58-DEA4-C7D547988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6A212-8E89-F865-5411-4471ABEFA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9E5E4-FB76-FECB-5D05-49C9E9D85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982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2ECC-8DF5-4AC8-35BB-906331D4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5A60E-3ECE-264F-6BFD-2266D5BC6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CDA60-6A0E-3FB4-3E89-5E409BA30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49142-0172-BD05-1BB5-5A4FEF2FD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327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EA41-3F75-ECCA-1DA0-435E4BEE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15FE0-7352-B575-5694-E51FF3B6E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A7B05-E692-77DE-8B12-E70826F61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FBF3F-9109-EBD1-22BA-4E36930A8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45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39027-607F-2BEB-A85E-D340A86F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AF9F8-91A9-4EB4-30B9-82C463D84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6E196-8D22-585F-5A26-BC78D9618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99815-81CB-38B5-4AF6-04F140EA3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933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135E-CD55-94E3-FE27-DF19F8946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24E34-928F-F1A0-C095-ABFCF8D45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E680B-EEA2-EF84-39F8-971CCF03E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54A21-C817-04D8-84A1-D797DE45C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94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6F42-D785-96F1-9D01-5220CB4F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9B937-7949-E178-6779-E9454583B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301DF-3C25-8D32-A573-CA9B37B6D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2202D-412C-5710-32AA-18124BC33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881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172FE-FEC1-3E9A-7ECD-7EE838E1B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D9549-EA1D-2DC8-2FC0-2C00D0EFB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B09D4-7956-C241-C4CC-4B02D5F47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EF984-D6D4-674C-A701-0FE519CFF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39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661A-BA87-FB27-1E05-4ECAEC798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70613-922E-E3A3-C10D-604A9C062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96906-1930-B164-B496-A685EA783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10D2D-5C53-2790-C648-03C662909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280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5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17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19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0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44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00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5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625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4780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613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198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6676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987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03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14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06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76A0A9-866E-35A2-B545-C7DB27F4E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1AC1FED5-8C91-B88B-5048-E1C2B47A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527DE88-029D-7DEF-48A9-4A2AB0B5D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69" y="1563093"/>
            <a:ext cx="9001462" cy="930049"/>
          </a:xfrm>
        </p:spPr>
        <p:txBody>
          <a:bodyPr>
            <a:normAutofit/>
          </a:bodyPr>
          <a:lstStyle/>
          <a:p>
            <a:r>
              <a:rPr lang="en-US" sz="3000" dirty="0"/>
              <a:t>Allegation and mixture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830C1-3F2D-2462-87F4-47607EA5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597B1F-C001-A0C1-8565-FD41ACB9F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417BD1FC-8128-DD76-0D16-3F5BFA517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0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1042-B6E6-4FD4-20D7-5A23DED5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F370C2-89C9-8923-2690-1AB3316AC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36F48AF7-8665-1245-593B-8925BDEEE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50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1. </a:t>
            </a:r>
            <a:r>
              <a:rPr lang="en-US" sz="2300" b="1" dirty="0">
                <a:effectLst/>
                <a:latin typeface="+mj-lt"/>
              </a:rPr>
              <a:t>Rice is sold at Rs. 450 per kg &amp; Dal is sold at Rs. 510 per kg. In what ratio Rice &amp; Dal should be mixed so that the mixture costs Rs. 475 per kg?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a) 4 : 7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b) 5 : 7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c) 6 : 7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d) 7 : 5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3D65938-E035-8E01-3D69-D2F21629A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37898-D579-A4DA-7651-330164DB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B052A-46C9-22F9-984A-F32C30213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2. </a:t>
            </a:r>
            <a:r>
              <a:rPr lang="en-US" sz="2300" b="1" dirty="0">
                <a:effectLst/>
                <a:latin typeface="+mj-lt"/>
              </a:rPr>
              <a:t>A dishonest shopkeeper mixed cheaper quality of rice, priced at Rs. 10 / KG with good quality rice, priced at Rs. 25 / KG and sells the mixture at Rs. 15 / KG. Find the ratio in which he mixes the two qualities of rice.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A. 2:1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B. 3:1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C. 4:5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D. None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1E2C0DE-1AA4-D10D-9D65-E7F100D05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44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DA04-823B-78F6-43D3-27A64F87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51D02-6F7F-5098-0F48-1C737D611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3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25000 students appeared in an exam. 60% of the boys and 40% of the girls cleared the examination. If the total percent of students qualifying is 55%, how many girls appeared in the exam?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A. 6250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B. 6500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C. 6000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D. None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6CF872A-4226-41B2-F377-4753F68BD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5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265D2-3499-4F52-0E1A-2B7647D8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C3D6-2969-C66B-FC8A-2F974A14D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4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In what ratio must Coffee Powder worth Rs. 80 and Rs. 100 per kg be mixed so as to gain 20 percent  by selling the mixture at Rs. 98 per kg?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A. 11 : 1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B. 11 : 2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C. 8 : 11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D. 1 : 11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B7F4BAD-5054-9FDA-F85B-A89E8751C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1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6C5CB-0417-E09E-7945-91D8B1A7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85C82-2C7D-85DD-091A-B36F0DAD1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5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In a mixture of 55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, fruit juice and water are in the ratio of 4 : 1. How much water must be added to make the mixture ratio 2 : 1?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A. 9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B. 22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C. 11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D. 12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53DDDE1-1925-5990-B7D3-0EDFAF55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03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02DC-8057-25DE-C929-C56D910B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2F8E-FE79-D142-1C0F-119594789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6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30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of a mixture of milk and water contains 10% of water, the water to be added, to make the water content 25% in the new mixture. Find how many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water will be added?</a:t>
            </a:r>
          </a:p>
          <a:p>
            <a:pPr marL="0" indent="0">
              <a:buNone/>
            </a:pPr>
            <a:r>
              <a:rPr lang="en-IN" sz="2300" b="1" dirty="0">
                <a:effectLst/>
                <a:latin typeface="+mj-lt"/>
              </a:rPr>
              <a:t> A. 4 litres</a:t>
            </a:r>
          </a:p>
          <a:p>
            <a:pPr marL="0" indent="0">
              <a:buNone/>
            </a:pPr>
            <a:r>
              <a:rPr lang="en-IN" sz="2300" b="1" dirty="0">
                <a:effectLst/>
                <a:latin typeface="+mj-lt"/>
              </a:rPr>
              <a:t> B. 5 litres</a:t>
            </a:r>
          </a:p>
          <a:p>
            <a:pPr marL="0" indent="0">
              <a:buNone/>
            </a:pPr>
            <a:r>
              <a:rPr lang="en-IN" sz="2300" b="1" dirty="0">
                <a:effectLst/>
                <a:latin typeface="+mj-lt"/>
              </a:rPr>
              <a:t> C. 6 litres</a:t>
            </a:r>
          </a:p>
          <a:p>
            <a:pPr marL="0" indent="0">
              <a:buNone/>
            </a:pPr>
            <a:r>
              <a:rPr lang="en-IN" sz="2300" b="1" dirty="0">
                <a:effectLst/>
                <a:latin typeface="+mj-lt"/>
              </a:rPr>
              <a:t> D. None</a:t>
            </a:r>
          </a:p>
          <a:p>
            <a:pPr marL="0" indent="0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1DC77E6-EEA5-EB87-45B1-2EB5F60E4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2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E479-149A-9A37-3A35-2FB76E75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62885-4ECC-114C-9926-F5E082337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7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The cost of Type 1 rice is Rs. 15 per kg and Type 2 rice is Rs. 20 per kg. If both Type 1 and Type 2 are mixed in the ratio of 2 : 3, then the price per kg of the mixed variety of rice is:</a:t>
            </a:r>
          </a:p>
          <a:p>
            <a:pPr marL="0" indent="0">
              <a:buNone/>
            </a:pPr>
            <a:r>
              <a:rPr lang="en-IN" sz="2300" b="1" dirty="0">
                <a:effectLst/>
                <a:latin typeface="+mj-lt"/>
              </a:rPr>
              <a:t>A. Rs. 18</a:t>
            </a:r>
          </a:p>
          <a:p>
            <a:pPr marL="0" indent="0">
              <a:buNone/>
            </a:pPr>
            <a:r>
              <a:rPr lang="en-IN" sz="2300" b="1" dirty="0">
                <a:effectLst/>
                <a:latin typeface="+mj-lt"/>
              </a:rPr>
              <a:t>B. Rs. 18.50</a:t>
            </a:r>
          </a:p>
          <a:p>
            <a:pPr marL="0" indent="0">
              <a:buNone/>
            </a:pPr>
            <a:r>
              <a:rPr lang="en-IN" sz="2300" b="1" dirty="0">
                <a:effectLst/>
                <a:latin typeface="+mj-lt"/>
              </a:rPr>
              <a:t>C. Rs. 19</a:t>
            </a:r>
          </a:p>
          <a:p>
            <a:pPr marL="0" indent="0">
              <a:buNone/>
            </a:pPr>
            <a:r>
              <a:rPr lang="en-IN" sz="2300" b="1" dirty="0">
                <a:effectLst/>
                <a:latin typeface="+mj-lt"/>
              </a:rPr>
              <a:t>D. Rs. 19.50</a:t>
            </a:r>
          </a:p>
          <a:p>
            <a:pPr marL="0" indent="0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C55B0CA-964E-A074-BEAC-FFA9940FE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41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41761-EE82-538F-8063-3B1852B2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FFDD5-B583-28FC-4E51-5EB760B78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8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Rice worth Rs. 126 per kg and Rs. 135 per kg are mixed with a third variety in the ratio of 1 : 1 : 2. If the mixture is worth Rs. 153 per kg, then the price of the third variety per kg is?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A. Rs. 182.5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B. Rs. 195.5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C. Rs. 133.5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D. Rs. 175.5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4895A92-E6D6-F148-4832-120EB08C6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18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0A75-FCCD-63A5-87DC-DFB00920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8A2B5-ABC9-D673-244C-01CDD51C4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9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A and B have some toffees. If A gives one toffee to B, then they have equal number of toffees. If B gives one toffee to A, then the toffees with A are double with B. The total number of toffees with A and B are: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A. 12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B. 10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C. 14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D. 15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27B4E64-58F6-8C83-10FF-5AFC165BA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1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68568-9056-AE02-0306-08024DC1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48062-D918-735D-3B67-68E5001A8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10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In a zoo , there are few peacocks and few lions. If the total number of heads are 50 and total number of legs are 130. The number of peacocks in the zoo is: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A. 15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B. 25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C. 35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D. 45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F752064-D741-A5FB-88F4-701CB4615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75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DCDB-6E8F-D1BF-6AB4-82D5F93E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C0FC-DFA5-F3C3-F990-864EACA1E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11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P and Q are two alloys of aluminum and copper. The ratios of aluminum and copper in P and Q are 5 : 11 and 3 : 5, respectively. If a third alloy is formed by mixing alloys P and Q in the ratio of 1 : 3, then what is the new ratio of aluminum and copper.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2E9BEEA-002D-D11B-21F4-3E381D9E8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22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9C34-DAFF-EDF4-C710-15F6486F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3B62C-E95D-A3F1-C5EA-BDCAFA9C9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12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Three vessels each contain 20 liters of a milk-water mixture. The ratios of milk to water in the vessels are 3 : 1, 2 : 3, 3 : 5. All three mixtures are combined together. Find the ratio of milk to water in the final mixture.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FC16063-323C-C363-9EBC-9E024567F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80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6B4CC-E5D3-DF2E-6C6E-E2CF9E865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3E29-65BB-85D5-7B6F-D80586847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13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Alloy A contains metals x and y in the ratio 5 : 2 and alloy B contains these metals in the ratio 3 : 4. Alloy C is prepared by mixing A and B in the ratio 4 : 5. The percentage of y in alloy C is:</a:t>
            </a:r>
          </a:p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</a:rPr>
              <a:t> A. 44 4/9%</a:t>
            </a:r>
          </a:p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</a:rPr>
              <a:t> B. 33 4/9%</a:t>
            </a:r>
          </a:p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</a:rPr>
              <a:t> C. 66 4/9%</a:t>
            </a:r>
          </a:p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</a:rPr>
              <a:t> D. 55 5/9%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E952B87-511C-9957-83EC-84702A498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68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F6ED-971C-C154-AAD2-151B3AA1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9E7F-57F2-344B-F020-B0CCA2758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14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Two vessels A and B contain mixture of milk and water in ratios 3:4 and 4:1 respectively. In what ratio should quantities of mixture be taken from A and B to form a mixture in which milk to water is in the ratio 5:2?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A. 2:5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B. 3:10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C. 5:7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+mj-lt"/>
              </a:rPr>
              <a:t>D. None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33480B5-5176-E595-5450-C5539281D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12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5C41-C787-0C4E-4992-4CDD5ACF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9DE7-D3A5-8406-0B5D-DDA2BB02E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latin typeface="+mj-lt"/>
                <a:cs typeface="Times New Roman" panose="02020603050405020304" pitchFamily="18" charset="0"/>
              </a:rPr>
              <a:t>15</a:t>
            </a:r>
            <a:r>
              <a:rPr lang="en-IN" sz="2300" b="1" dirty="0"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latin typeface="+mj-lt"/>
              </a:rPr>
              <a:t>A vessel contains a solution of two liquids A and B in the ratio 5 : 3. When 10 liters of the solution is taken out and replaced by the same quantity of B, the ratio of A and B in the vessel becomes 10 : 11. the quantity of the solution , in the vessel was:</a:t>
            </a:r>
          </a:p>
          <a:p>
            <a:pPr marL="457200" indent="-457200" algn="just">
              <a:buAutoNum type="alphaUcPeriod"/>
            </a:pPr>
            <a:r>
              <a:rPr lang="en-US" sz="2300" b="1" dirty="0">
                <a:latin typeface="+mj-lt"/>
              </a:rPr>
              <a:t>48</a:t>
            </a:r>
          </a:p>
          <a:p>
            <a:pPr marL="0" indent="0" algn="just">
              <a:buNone/>
            </a:pPr>
            <a:r>
              <a:rPr lang="en-US" sz="2300" b="1" dirty="0">
                <a:latin typeface="+mj-lt"/>
              </a:rPr>
              <a:t>B. 52</a:t>
            </a:r>
          </a:p>
          <a:p>
            <a:pPr marL="0" indent="0" algn="just">
              <a:buNone/>
            </a:pPr>
            <a:r>
              <a:rPr lang="en-US" sz="2300" b="1" dirty="0">
                <a:latin typeface="+mj-lt"/>
              </a:rPr>
              <a:t>C. 42</a:t>
            </a:r>
          </a:p>
          <a:p>
            <a:pPr marL="0" indent="0" algn="just">
              <a:buNone/>
            </a:pPr>
            <a:r>
              <a:rPr lang="en-US" sz="2300" b="1" dirty="0">
                <a:latin typeface="+mj-lt"/>
              </a:rPr>
              <a:t>D. 44</a:t>
            </a:r>
          </a:p>
          <a:p>
            <a:pPr marL="0" indent="0" algn="just">
              <a:buNone/>
            </a:pPr>
            <a:endParaRPr lang="en-IN" sz="2300" b="1" dirty="0"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D792A44-79BF-5E45-776F-723C14A48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34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DB13-C021-A7B0-D1D8-8F33423C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220D0-23F0-37D6-BDCB-45EDB6304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latin typeface="+mj-lt"/>
                <a:cs typeface="Times New Roman" panose="02020603050405020304" pitchFamily="18" charset="0"/>
              </a:rPr>
              <a:t>16</a:t>
            </a:r>
            <a:r>
              <a:rPr lang="en-IN" sz="2300" b="1" dirty="0"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latin typeface="+mj-lt"/>
              </a:rPr>
              <a:t>A mixture contains milk and water in the ratio 3 : 1. If 10% of the mixture is removed and replaced with an equal amount of pure water, what will be the new ratio of milk to water?</a:t>
            </a:r>
          </a:p>
          <a:p>
            <a:pPr marL="0" indent="0" algn="just">
              <a:buNone/>
            </a:pPr>
            <a:endParaRPr lang="en-IN" sz="2300" b="1" dirty="0"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917A87B-CEB9-F9DF-68DF-0F4BCB093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87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D0C8-71C7-423C-EA30-A58F2EDDC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3EA2D-3E67-B8D0-C15B-F91F918C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17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 In a jar, 120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of milk was mixed with 24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of water . 12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of this mixture was taken out and 3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of water is added. If 27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of newly formed mixture is taken out, what will be the resultant quantity of water (in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) in the jar?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B884FD0-6D05-439C-6A15-F549A652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93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FB180-E009-ED51-90CA-9E97BC92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2410A-8081-1572-161A-2C5B18EE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18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A container contains 25 liter of milk. From this container ,5 liters of milk is taken out and replaced by water. This process is further repeated two times . How much milk is there in the container now?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B7B9A76-C6CD-6CE9-0D12-137B288E4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88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06B9-F38C-532D-E2E6-B5ED3F1D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16D6A-4BF6-34A2-688F-ACF640AD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19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A Vessel contains 10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of acid, out of which 2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are withdrawn and The vessel is then filled with water. Next 2 </a:t>
            </a:r>
            <a:r>
              <a:rPr lang="en-US" sz="2300" b="1" dirty="0" err="1">
                <a:effectLst/>
                <a:latin typeface="+mj-lt"/>
              </a:rPr>
              <a:t>litres</a:t>
            </a:r>
            <a:r>
              <a:rPr lang="en-US" sz="2300" b="1" dirty="0">
                <a:effectLst/>
                <a:latin typeface="+mj-lt"/>
              </a:rPr>
              <a:t> of the mixture are withdrawn and again the vessel is filled up with water. The ratio of the acid left in the vessel with that of the original quantities is: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7AF9C9F-8275-B4B7-6F80-86024B03A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A80BA-B04F-B77E-03DA-C8A02DD5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8889-3D88-1235-27EB-3B13FE54C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20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300" b="1" dirty="0">
                <a:effectLst/>
                <a:latin typeface="+mj-lt"/>
              </a:rPr>
              <a:t>8 liters are drawn from a barrel of petrol and is replaced with water . This operation is performed for a total of 4 times. The ratio of petrol to water now in the barrel is 16 : 65. How much petrol does the barrel hold initially</a:t>
            </a:r>
          </a:p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</a:rPr>
              <a:t> A. 20</a:t>
            </a:r>
          </a:p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</a:rPr>
              <a:t> B. 24</a:t>
            </a:r>
          </a:p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</a:rPr>
              <a:t> C. 28</a:t>
            </a:r>
          </a:p>
          <a:p>
            <a:pPr marL="0" indent="0" algn="just">
              <a:buNone/>
            </a:pPr>
            <a:r>
              <a:rPr lang="en-US" sz="2300" b="1" dirty="0">
                <a:effectLst/>
                <a:latin typeface="+mj-lt"/>
              </a:rPr>
              <a:t> D. 32 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7601170-ECF7-AC06-D8C5-EA240139F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96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9C35-4EAD-EDD2-27A5-9D17E957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8A71E-1C6D-5AB3-953F-F3272E8DE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45044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effectLst/>
                <a:latin typeface="+mj-lt"/>
                <a:cs typeface="Times New Roman" panose="02020603050405020304" pitchFamily="18" charset="0"/>
              </a:rPr>
              <a:t>21</a:t>
            </a: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. </a:t>
            </a: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Three containers A , B and C are filled with milk, ¼ part of A is put into B. now 1/3 part of B is put into C. Again 5/11 part of C is put into A. In the end ¼ part of A is put into B again. Now the final amount of milk in each container is 6 litres. The initial quantity (in litres) of milk in each container, respectively, is equal to: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a. 4 , 7, 7          b. 4 , 5 , 9          c. 3 , 6 , 9       d. 3, 7, 8</a:t>
            </a:r>
          </a:p>
          <a:p>
            <a:pPr marL="0" indent="0" algn="just">
              <a:buNone/>
            </a:pPr>
            <a:endParaRPr lang="en-IN" sz="2300" b="1" dirty="0">
              <a:effectLst/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C4769A4-FB93-B42A-890C-4A4AFB72B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63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CB20316-8E6F-4A0C-309F-DC56D61F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5D3678-82EE-54B8-6920-CFFC6D22B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081" y="2498836"/>
            <a:ext cx="3658205" cy="61447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400" b="1" dirty="0">
                <a:effectLst/>
              </a:rPr>
              <a:t>THE END</a:t>
            </a:r>
            <a:endParaRPr lang="en-IN" sz="3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2068</TotalTime>
  <Words>1368</Words>
  <Application>Microsoft Office PowerPoint</Application>
  <PresentationFormat>Widescreen</PresentationFormat>
  <Paragraphs>104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Bookman Old Style</vt:lpstr>
      <vt:lpstr>Calibri</vt:lpstr>
      <vt:lpstr>Rockwell</vt:lpstr>
      <vt:lpstr>Damask</vt:lpstr>
      <vt:lpstr>Allegation and mixture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144</cp:revision>
  <dcterms:created xsi:type="dcterms:W3CDTF">2022-11-22T09:07:37Z</dcterms:created>
  <dcterms:modified xsi:type="dcterms:W3CDTF">2026-05-24T02:15:25Z</dcterms:modified>
</cp:coreProperties>
</file>