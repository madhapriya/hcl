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05" r:id="rId2"/>
    <p:sldId id="306" r:id="rId3"/>
    <p:sldId id="309" r:id="rId4"/>
    <p:sldId id="310" r:id="rId5"/>
    <p:sldId id="311" r:id="rId6"/>
    <p:sldId id="332" r:id="rId7"/>
    <p:sldId id="333" r:id="rId8"/>
    <p:sldId id="334" r:id="rId9"/>
    <p:sldId id="318" r:id="rId10"/>
    <p:sldId id="323" r:id="rId11"/>
  </p:sldIdLst>
  <p:sldSz cx="12598400" cy="6858000"/>
  <p:notesSz cx="125984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B92B1F-84FF-467B-8D1F-0CEDBD207A65}" v="2" dt="2024-09-19T10:22:37.98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50" autoAdjust="0"/>
    <p:restoredTop sz="94660"/>
  </p:normalViewPr>
  <p:slideViewPr>
    <p:cSldViewPr>
      <p:cViewPr varScale="1">
        <p:scale>
          <a:sx n="78" d="100"/>
          <a:sy n="78" d="100"/>
        </p:scale>
        <p:origin x="84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97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5T06:34:55.669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11713 5599 697 0,'0'0'61'0,"0"0"-47"15,-356-14-14-15,285 7 59 16,40 2 23-16,31 2-41 0,0 3-33 15,19 0 1-15,59 0 0 16,38 0-9-16,42 6 38 16,26 0-34-16,24-3 1 15,16-3-5-15,31 0 0 16,19 0 5-16,2 0-5 16,-33 0 0-16,-54 0-3 15,-78 0-7-15,-64 0-38 16,-43 0-40-16,-4 0-48 15,-61 0 32-15,-45-7-141 16,-31 2-24-16</inkml:trace>
  <inkml:trace contextRef="#ctx0" brushRef="#br0" timeOffset="258.45">11402 5559 154 0,'0'0'209'16,"0"0"-203"-16,-319 17-1 15,227-11-1-15,14 1 40 16,24-5 17-16,19 2-29 16,23-4 1-16,12 2 7 15,12 0 0-15,73 9 16 16,51-5-16-16,65-6 27 0,37 0-52 16,36 0-12-16,7 0 14 15,14 0-17-15,9 0 1 16,8 0 5-16,-17 0-6 15,-35 0 0-15,-57 0-2 16,-67 0-17-16,-53 0-62 16,-48 0-115-16,-35 0-81 15</inkml:trace>
  <inkml:trace contextRef="#ctx0" brushRef="#br0" timeOffset="557.34">11119 5582 546 0,'0'0'3'16,"0"0"17"-16,0 0-16 15,0 0 82-15,0 0-58 16,0 0-20-16,146 0 33 0,52 0-30 16,48 0 0-16,27 0-4 15,22 0-5-15,10-9-2 16,11 6 0-16,-26 0-7 16,-30 3-60-16,-71 0-243 15</inkml:trace>
  <inkml:trace contextRef="#ctx0" brushRef="#br0" timeOffset="714.59">13228 5585 653 0,'0'0'35'0,"0"0"-35"0,0 0 0 16,0 0 59-16,0 0-54 16,0 0-5-16,-35 0-64 15,96-7-145-15,1-10-214 16</inkml:trace>
  <inkml:trace contextRef="#ctx0" brushRef="#br0" timeOffset="3314.63">11763 6394 974 0,'0'0'68'0,"0"0"-65"0,0 0 155 0,0 0-21 16,0 0-82-16,0 0 48 15,0 0-94-15,-40 0 1 16,61 0-10-16,40 0-3 16,36 0-2-16,23 0 5 15,8-3-21-15,-10-9-115 16,-17 0-169-16,-9-1-274 16</inkml:trace>
  <inkml:trace contextRef="#ctx0" brushRef="#br0" timeOffset="3707.17">13488 6134 107 0,'0'0'852'0,"0"0"-842"16,0 0 140-16,0 0-78 15,0 0 28-15,0 0-25 16,-49-119-70-16,49 119 24 16,0 0-29-1,-12 0 4-15,-12 30 10 0,-14 23-8 0,-11 16 83 16,-3 3-64-16,7-12-20 16,5-17 9-16,9-15-14 15,10-7 0-15,12-13-1 16,9-8 5-16,0 0-4 15,0 0 0 1,0 0-1-16,0 0-12 0,0 0 8 16,18 0-17-16,39 0 22 15,14 0 12-15,21 0-4 16,0 4-8-16,0 1-19 0,-7-2-8 16,7 3-66-1,-5-6-107-15,-6 0 12 16,-30-18-207-1</inkml:trace>
  <inkml:trace contextRef="#ctx0" brushRef="#br0" timeOffset="3927.27">13625 6108 748 0,'0'0'80'15,"0"0"99"-15,0 0-33 0,0 0-49 16,0 0-65-1,0 0-8-15,-24 8-10 0,24 46-11 16,0 12 58-16,0 8-50 16,0-2-7-16,0-4-5 15,0 4 1-15,0 0-12 16,0 2-62-16,5-8-165 16,5-19-185-16</inkml:trace>
  <inkml:trace contextRef="#ctx0" brushRef="#br0" timeOffset="4350.77">14548 6385 541 0,'0'0'147'0,"0"0"-44"16,0 0 65-16,0 0-30 0,0 0-59 15,0 0-46-15,-104-9 9 16,104 6-6-16,0 0-26 15,12 0 7-15,28-1-17 16,31 2 0-16,30 2 34 16,22-2-33-16,4-3 7 15,-4 3-8-15,-12-2 7 16,-10 2-1-16,-23-2-6 16,-33 2-1-16,-24 2-5 15,-16 0-20-15,-5 0-130 16,0-3-35-16,-5-3-78 15,-42-5-308-15</inkml:trace>
  <inkml:trace contextRef="#ctx0" brushRef="#br0" timeOffset="4602.2">15015 6199 92 0,'0'0'364'16,"0"0"-262"-16,0 0 36 16,0 0 37-16,0 0-77 15,0 0-14-15,-137-140 33 16,137 137-63-16,0 0 14 15,0 1-33-15,0 2-18 16,0 0 2-16,0 0-14 16,0 11-2-16,0 37 0 15,0 18 14-15,0 12 16 0,0 8-33 16,0-3 0-16,0-1-3 16,0 1 0-16,0-5-5 15,0-4-86-15,0-6-117 16,0-11-19-16,0-16-289 15</inkml:trace>
  <inkml:trace contextRef="#ctx0" brushRef="#br0" timeOffset="7993.23">16230 5924 864 0,'0'0'38'0,"0"0"41"0,0 0 92 0,0 0-70 16,0 0-19-16,0 0-82 15,-49-11 2-15,-3 68 50 16,-14 21 12-16,-5 4-27 15,10-4-37-15,9-12 0 16,16-12 14-16,18-15-9 16,6-15-5-16,12-12 0 15,0-7 1-15,0-2-1 0,16 0 0 16,46-3 10-16,13 0-22 16,22 0 13-16,0 0-1 15,-1 0 0-15,-4 0-28 16,-11 0-3-16,-15 0-115 15,-10 0 15-15,-15-11 0 16,-15-10-95-16,-26 0-176 16</inkml:trace>
  <inkml:trace contextRef="#ctx0" brushRef="#br0" timeOffset="8215.85">16313 6157 586 0,'0'0'85'0,"0"0"90"16,0 0-17-16,0 0-69 15,0 0 9-15,0 0-52 16,-52-83-12 0,52 83-17-16,0 42-11 0,0 24 23 15,0 20 9-15,0 13-35 16,-5-4 1-16,5-6-4 16,0-6-3-16,0-11-16 15,0-10-105-15,0-10-45 0,-4-13-89 16,-18-15-204-1</inkml:trace>
  <inkml:trace contextRef="#ctx0" brushRef="#br0" timeOffset="10365.48">28904 5716 261 0,'0'0'617'0,"0"0"-567"0,0 0 123 0,0 0-68 16,0 0-24-16,0 0 4 16,-21-72-70-16,21 72 10 15,0 0-18-15,-10 0 6 16,-4 25-14-16,-2 22 1 16,1 4 0-16,11 3-2 15,4-4 5-15,0-5-3 16,14-3 0-16,31-15-1 0,2-10-13 15,-2-4 28-15,2-13-9 16,-2 0-5-16,7-4 17 16,-7-33-17-16,6-13 0 15,-15-6-9-15,-22-7 9 16,-14 4-12-16,0 6 28 16,-9 8-25-16,-39 9 10 15,8 13-1-15,-5 7 0 16,-2 16-45-16,-19 0-10 15,-5 22-191-15,-9 19-94 16,-17 7-355-16</inkml:trace>
  <inkml:trace contextRef="#ctx0" brushRef="#br0" timeOffset="14495.47">15860 1758 894 0,'0'0'89'0,"0"0"-71"0,0 0 114 0,0 0-13 15,0 0-96-15,0 0-11 16,0 0-12-16,0 0 0 15,-189 134 67-15,57-23 2 16,-10 5-55-16,-2 6 43 16,3 9-37-16,4-5 20 15,9-9-22-15,20-20-10 16,23-16 20-16,19-16-28 16,19-20 0-16,16-13-14 15,17-11 8-15,4-8-15 16,6-7-43-16,4-6-126 0,-7 0 30 15,-8 0-109 1,-6-40-162-16</inkml:trace>
  <inkml:trace contextRef="#ctx0" brushRef="#br0" timeOffset="14856.73">14536 1806 138 0,'0'0'600'16,"0"0"-567"-16,0 0 117 16,0 0-5-16,0 0-49 15,0 0-59-15,-35-135 22 0,35 135-42 16,0 0-12 0,0 0 6-16,0 3-5 15,35 46-6-15,36 22 51 0,16 21-26 16,5 13 13-16,5 5-28 15,0 9 6-15,-1-2 18 16,-4-5-28-16,-7-6-6 16,-7-12 0-16,-12-10 7 15,-16-10-9-15,-3-16 2 16,-19-10 0-16,-11-20-5 16,-8-6 8-16,-9-12-3 15,5-10 0-15,-5 2-15 0,0-2 11 16,0 0-77-16,0 0-89 15,0-34-39-15,-9-10-648 16</inkml:trace>
  <inkml:trace contextRef="#ctx0" brushRef="#br0" timeOffset="15551.27">15107 3631 81 0,'0'0'347'0,"0"0"-189"0,0 0-59 16,0 0 136-16,0 0-125 15,0 0-13-15,14-66-27 16,-14 66-11-16,0 0 25 16,-14 0-45-16,-12 0-5 15,-5 0-1 1,-4 15-24-16,9 6-9 0,7 0 0 16,7 7 9-16,8 1-15 0,4 8 6 15,0 1 0 1,0 7-3-1,4-1-2-15,32 1 5 0,6-3 0 0,-2-1-8 16,5-4 0-16,-5-9-20 16,-14-9 3-16,5-6 19 15,-5-13-44-15,5 0 43 16,4 0 3-16,0-39 8 16,1-13-4-1,-10-11 0-15,-5-8 0 0,-21 5 14 0,0 7-6 16,0 8 1-16,-7 9 3 15,-33 7-6-15,-10 7-12 16,-6 11 6-16,-10 9-50 16,-5 8-31-16,-7 0-158 15,-7 16-96 1,-7 18-321-16</inkml:trace>
  <inkml:trace contextRef="#ctx0" brushRef="#br1" timeOffset="31028.92">11794 8336 985 0,'0'0'12'0,"0"0"12"0,-295-37 22 0,280 31 65 16,15 4-48-16,97 2-50 16,85 0-2-16,73 0 7 15,52 0-8-15,6-4-20 16,-6 2-6-16,-19-1-4 15,-12 3 15-15,-37 0-22 16,-46 0-5-16,-75 0-113 16,-87 0-99-16,-52 0-11 15,-142 0 23-15</inkml:trace>
  <inkml:trace contextRef="#ctx0" brushRef="#br1" timeOffset="31186.07">12563 8324 314 0,'-276'6'73'15,"-7"8"52"1,23 1 45-16,66 0-26 0,81-2-28 15,108-1-51-15,41 5-45 16,153 0 6-16,92-5-24 16,106-12-2-16,70 0-105 15,30 0-5-15,-13-14 2 16,-78-12-149-16</inkml:trace>
  <inkml:trace contextRef="#ctx0" brushRef="#br1" timeOffset="33735.8">13835 8619 236 0,'0'0'737'0,"0"0"-706"0,0 0 62 0,0 0 30 31,0 0-89-31,0 0 10 0,-92-14-44 0,71 34 6 16,2 22 11-16,-2 8-15 15,16 7-2-15,5 0 0 16,0-1 12-16,0-5-27 16,45-6 15-16,11-12 0 15,10-9-17-15,10-16 17 16,11-8-35-16,-4-2 24 15,-3-38 22-15,-14-9-4 0,-21-11-7 16,-14-9 0-16,-24-8 24 16,-7-1-22-16,-7 6 24 15,-48 12 5-15,-6 15 0 16,0 20 37-16,-5 6-68 16,0 15 4-16,-1 4-11 15,6 4-3-15,4 34-69 16,13 13-76-16,13 9-83 15,10-1-139-15</inkml:trace>
  <inkml:trace contextRef="#ctx0" brushRef="#br1" timeOffset="34206.87">15355 8488 865 0,'0'0'109'0,"0"0"-80"0,0 0 73 0,0 0 4 16,0 0-56-16,0 0-39 0,-36-15-6 15,-18 62 13-15,-28 21-8 16,-6 2-3-16,3-2-7 31,7-11 0-31,19-12 5 0,8-13 3 0,20-13-8 16,21-11 0-16,6-8 7 15,4 0-6-15,0 0-1 16,0 0 0-16,0 0 22 16,0 0-20-16,30 0 5 15,29 0-7 1,24 0 5-16,23 4 3 0,7 7-8 15,-6 4 0-15,4 6 7 0,-15 0 1 16,-18 3-5-16,-24-7 0 16,-28-1 5-16,-16-10 3 15,-10-3-11-15,0-3 0 16,0 0-3-16,0 3-5 16,0-3-15-16,0 0-88 15,0 0-127-15,0-25-370 16</inkml:trace>
  <inkml:trace contextRef="#ctx0" brushRef="#br1" timeOffset="35844.06">19712 8133 679 0,'0'0'266'0,"0"0"-238"0,0 0 115 15,0 0 7-15,0 0-104 16,0 0-4-16,-251 0-23 0,261 0-10 31,56 0 2-31,47 0 22 0,34 0-30 0,15 0 3 16,1 0-2-16,-9 0-4 15,-27 0 0-15,-11-3 9 16,-12-3-8-16,-24 1-1 16,-28 1 0-16,-24 4 6 15,-16-3 6-15,-12 3-5 16,0 0 4-16,0 0-9 16,0 0-4-16,-5 0-65 15,-26 0-94-15,-30-3-253 16</inkml:trace>
  <inkml:trace contextRef="#ctx0" brushRef="#br1" timeOffset="37638.94">16186 8545 777 0,'0'0'52'0,"0"0"30"0,0 0 67 16,0 0-29-16,0 0-30 16,0 0-11-16,-109-87-23 15,104 87-28-15,1 0 17 16,4 0-45-16,-5 0 1 16,-5 15-14-16,-11 30 18 15,0 14-5-15,12 7 0 0,9-1 6 16,0-2-20-16,4 0 14 15,32-12 0-15,11-11-10 16,2-8 6-16,3-18-9 16,-2-9-20-16,7-5 33 15,-6-2 4-15,4-40-4 16,-3-14 0-16,-12-10 4 16,-19-11 0-16,-21 2-4 15,0 9 3-15,-16 7 8 16,-39 14-6-1,-18 9-5-15,-2 6-23 0,4 13 5 0,0 11-70 16,19 6-71-16,-2 0-123 16</inkml:trace>
  <inkml:trace contextRef="#ctx0" brushRef="#br1" timeOffset="47404.67">5141 8382 673 0,'0'0'33'0,"0"0"112"0,0 0-60 0,0 0-2 16,-149-154 23-1,99 134-34-15,-6 1 1 16,-27 13-39-16,-18 6-12 0,-20 0 36 16,-13 38-45-16,-8 26 19 15,15 22 6-15,11 25-24 16,19 14 34-16,31 13-30 15,40-2 14-15,26-11-28 16,0 0-4-16,71-4-6 16,26-17-10-16,21-11 32 15,19-28-25-15,14-21 9 16,7-25-25-16,9-19 16 0,8-13-50 16,-12-49 48-1,-12-18 0-15,-28-22 22 0,-27-15-10 16,-44-14-1-16,-42-16 0 15,-10-1-5-15,-40 8 5 16,-62 27-8-16,-37 31-46 16,-29 41-78-16,-25 35-1 15,-24 6-164-15,-7 18-336 16</inkml:trace>
  <inkml:trace contextRef="#ctx0" brushRef="#br1" timeOffset="51953.45">1796 7697 6 0,'0'0'479'0,"0"0"-390"0,0 0-19 0,0 0 105 0,0 0-86 15,0 0 16-15,0 0-32 16,-290-116-31-16,245 107 50 16,5 3-47-16,9 3-4 15,10 3 75-15,2 0-101 16,-7 0 8-16,-14 12-6 16,-12 32-10-16,-14 13 52 15,5 15-43-15,11 2-8 16,15-6 56-16,14 11-55 15,16 1 2-15,0 4 18 16,5 14-16-16,0 13 22 16,0 18-35-16,0 17 3 0,0 14 31 15,0 7-23-15,5-2-7 16,0 8-3-16,-5 2 12 16,0 2 0-16,0-2-12 15,-5-11-1-15,-16-11 28 16,-5-4-19-16,7-9-4 15,-7-3 8-15,9-5-5 16,3 2 9-16,5 5-17 16,9-1 0-16,0 2 4 15,0-12 2-15,0-14-6 0,0-10 0 16,0-8 7 0,0-1-10-16,5-8 3 0,4-7 0 15,7-2-4-15,-6-13 9 16,11-6-5-16,-7-8 0 15,0 1 4-15,8-11-7 16,-6-3 3-16,-2-8 0 16,-4-11-7-16,-10-7 13 15,7-7-6-15,-2-1 0 16,-1-2 4-16,6 3-7 16,20 2 3-16,15 3 0 15,28-1-7-15,24-3 15 16,9-4-8-16,17 2 0 0,5-2 1 15,-13 2-4-15,-13 4 3 16,-24-2 0-16,-29-3-6 16,-23 0 8-16,-16-3-4 15,-6 0-4-15,-4 0-45 16,0 0 13-16,0 0-96 16,0-38-122-16,0-19-34 15,0-12 66-15,0 1 3 16,-9-1 25-16,-1 4 196 15,-16 4 5-15,-9 10 94 0,-12 7 74 16,-3 8 17-16,3 12-80 16,12 7 16-16,11 4 2 15,8 7-72-15,11 3 116 16,5 3-129-16,0 0-10 16,0 0-32-16,0 0 7 15,5 31-8-15,46 13 0 16,11 9 8-16,4 2 0 15,0-4-8-15,0 2 0 16,-5-2-7-16,-16 2 11 16,-23 4-4-16,-22 5 0 15,-12 14 8-15,-64 4-12 16,-37 10 4 0,-19 1-12-16,-10 3-33 0,5-5-173 15,19-4 9-15,17-13-75 0,9-15-424 16</inkml:trace>
  <inkml:trace contextRef="#ctx0" brushRef="#br1" timeOffset="58684.73">14902 11524 854 0,'0'0'247'0,"0"0"-212"0,0 0 63 0,0 0 78 16,0 0-82-16,0 0-58 15,0 0-30-15,-102-11 7 16,109 11-20-16,33 0 7 16,31 0 0-16,26 0 16 15,9 9-16-15,0-3-95 16,-2-6-19-16,-14 0-119 0,-3-15-32 16,-11-21-308-16</inkml:trace>
  <inkml:trace contextRef="#ctx0" brushRef="#br1" timeOffset="59281.57">15865 11128 1037 0,'0'0'61'16,"0"0"-7"-16,0 0 122 16,0 0-96-16,0 0-54 15,0 0-5-15,0-15-16 16,0 33-5-16,0 35 5 0,-10 13-2 15,-11 9 17-15,-5-6-20 16,0-10 0-16,-5-9-6 16,8-10 9-16,-3-11-3 15,16-14 0-15,-1-6 4 16,11-9-16-16,0 0 12 16,0 4-20-1,0 2 5-15,11-1-55 0,44 1 63 16,23-3 7-16,7-3-28 15,-8 0 18-15,-22 0-5 16,-13 0-19-16,-18 0 31 16,-3-6-20-16,-7-2 22 0,7-2-6 15,-11 1 14 1,-3 9-10-16,-7-6 3 0,0-3 0 16,0-6 37-16,0-6-36 15,-7 1 25-15,-7 1 27 16,-3 1-44-16,3 7 43 15,0-1-29-15,2 3 4 16,7 3 24-16,5 2-46 16,0 4 22-1,0 0-9-15,0 0-15 0,0 0 22 0,0 0-25 16,0 0 0 0,0 6-4-16,0 45 24 0,0 21 5 15,0 17 3-15,-4 2-18 16,-1-14-9-16,0-8-1 15,5-3-14 1,-7-7-35-16,2-2-92 0,-4-16-132 16,-17-19-159-16</inkml:trace>
  <inkml:trace contextRef="#ctx0" brushRef="#br1" timeOffset="59956.66">17146 10785 181 0,'0'0'491'0,"0"0"-432"0,0 0 57 15,0 0 62-15,0 0-85 16,0 0-37-16,5-123-10 16,-5 123-23-16,0 0 29 15,-24 51-37-15,-54 62-6 16,-37 60 104-16,-34 36-79 0,3 17 21 15,2-1 29-15,21-16-75 16,12-19 21-16,19-20-30 16,26-29 0-16,12-27-6 15,16-22 0-15,14-24-13 16,3-21-89-16,7-16-75 16,7-28-36-1,2-3-153-15</inkml:trace>
  <inkml:trace contextRef="#ctx0" brushRef="#br1" timeOffset="64887.46">17005 11643 927 0,'0'0'34'0,"0"0"-11"0,0 0 97 16,0 0-30-16,0 0-79 0,0 0 3 15,0 0-7-15,0 0-3 16,106-119-4-16,-61 114 0 15,-15-1 4-15,1 6-17 16,-5 0 13-16,-10 15-5 16,-1 25-4-16,-15 24 18 15,0 4-4-15,-5 6-2 16,-47-5 7-16,-14-9 10 16,0-15-18-16,4-9 8 15,13-12 22-15,13-9-11 16,11-3 6-1,15-4-15-15,10-5-9 0,0 0 11 0,0-3-14 16,0 0 0 0,5 0-3-16,70 0-2 0,43-12 5 15,33-8 0-15,3 2 4 16,-13 3-9-16,-27 2 5 16,-22 5 0-16,-31 3-2 15,-33 5 10-15,-16-4-11 16,-12 4 3-16,0 0-18 15,0 0-8-15,0 0-63 16,-52 0-51-16,-23 4-119 16,-8-2-454-16</inkml:trace>
  <inkml:trace contextRef="#ctx0" brushRef="#br1" timeOffset="71086.88">29449 10993 796 0,'0'0'260'0,"0"0"-223"0,0 0 73 0,0 0 10 16,0 0 12-16,0 0-69 0,0 0-56 15,-71 0-4-15,86 0 1 16,51 0-4-16,35 0 7 16,36 0-7-16,12 0-71 15,-8-20-90-15,-18-14-124 16,-36 2-148-16</inkml:trace>
  <inkml:trace contextRef="#ctx0" brushRef="#br1" timeOffset="71573.55">30471 10851 896 0,'0'0'109'0,"0"0"-97"0,0 0 58 15,0 0 58 1,0 0-98-16,0 0 20 0,-127-40-46 16,127 40-3-16,0-3 6 15,0-3-3-15,21-2-4 16,19 2 0-16,12-1 12 16,-7 7-24-16,-15 0 12 15,-4 0 0-15,-11 18-14 16,1 9 15-16,-11 3-1 0,-5 4 3 15,0 4 3 1,-36 4 13-16,-20-1-19 0,-10-2 3 16,4-9 17-16,1-6-15 15,16-3-2-15,19-13 2 16,12-4 1-16,14-4 6 16,0 0-12-16,0 0 0 15,0 0-4-15,45 0-12 16,42-4 16-16,24-10-2 15,12-4 11-15,-17 2-16 16,-14 1 7-16,-16 4 0 16,-10 2-3-16,-19 3 4 0,-24 6-2 15,-18 0-12-15,-5 0-51 16,0 0-36-16,0 0-90 16,-5 6-88-16,-49 20-64 15</inkml:trace>
  <inkml:trace contextRef="#ctx0" brushRef="#br1" timeOffset="71857.46">29407 11583 899 0,'0'0'53'0,"0"0"-51"0,0 0 35 0,0 0 47 0,0 0-39 15,0 0-35-15,78 19-1 16,94-15 27-16,61-4-36 16,32 0 11-1,16-23-11-15,-8-9 5 0,-8 3-2 16,-15 1-3-16,-26 5 0 16,-47 8-2-16,-54 6 2 15,-62 5-11-15,-61 2-96 16,0-7-7-16,-101 5-82 0,-48 2-390 15</inkml:trace>
  <inkml:trace contextRef="#ctx0" brushRef="#br1" timeOffset="72076.2">29617 11662 375 0,'0'0'437'0,"0"0"-384"15,0 0-46-15,0 0 32 16,0 0 41-1,0 0-62-15,9 95 20 0,220-95 19 16,57-9-55-16,35-27 12 16,14 1-2-16,0-2 6 15,-5 3 6-15,-28 0-24 0,-63 5-8 16,-72-1-56-16,-105 2-283 16,-62 2-290-1</inkml:trace>
  <inkml:trace contextRef="#ctx0" brushRef="#br1" timeOffset="74870.45">24946 4073 948 0,'0'0'74'0,"0"0"-48"0,0 0 118 0,0 0-2 15,0 0-114-15,0 0-7 0,0 0-19 16,-82 12 12-16,82-9-16 16,0 6 2-16,47 0 0 15,19-1 12-15,14-2-12 16,7-3-6-16,1-3-75 15,-3 0-102-15,-3-3-43 16,-16-23-302-16</inkml:trace>
  <inkml:trace contextRef="#ctx0" brushRef="#br1" timeOffset="75341.62">25959 3911 855 0,'0'0'33'0,"0"0"18"0,0 0 88 16,0 0-92-16,0 0 0 16,0 0-12-16,-97-98-18 15,97 71-9-15,0 3 5 16,0 4-7-16,9 2 6 15,31 3-12-15,3 9 0 16,6 2-11-16,8 4 4 16,0 0 7-16,-3 25 0 15,-7 7-6-15,-21 8 3 16,-26 9 3-16,0 8 0 16,-16 6 22-16,-50 1-19 15,-10-8 16-15,-2-5 6 16,7-7-18-16,10-8 32 15,11-9-26-15,15-10-6 0,9-4 8 16,17-4-6-16,2-6-9 16,7-3 0-16,0 0 7 15,0 0-7-15,56 0 8 16,76-3-8-16,62-28 0 16,35-4-3-16,9-1-43 15,-9 4-43 1,-19-10-100-16,-47 4-145 0,-62 1-415 0</inkml:trace>
  <inkml:trace contextRef="#ctx0" brushRef="#br1" timeOffset="75906.91">26147 2328 88 0,'0'0'307'0,"0"0"-228"16,0 0 53-16,107-188 31 0,-93 143 1 15,-2 9-71-15,-12 9-2 16,0 12-16-16,0 10 55 16,0 5-38-16,-22 0-32 15,-74 57-5-15,-46 40-25 16,-37 32 24-16,16 11 6 16,21-9-15-16,15-5 0 15,16-17-43-15,9-15 6 16,15-16-5-16,26-22 9 15,16-15-23-15,14-13 11 0,15-13-89 32,16-13-46-32,0-2-91 0,0-36 30 0,40-30-149 15,16-14-205-15</inkml:trace>
  <inkml:trace contextRef="#ctx0" brushRef="#br1" timeOffset="76299.92">25439 1919 141 0,'0'0'428'0,"0"0"-332"15,0 0 49-15,0 0 76 0,0 0-104 16,-75-161-31-16,68 154 28 16,2 7-65-16,5 0 1 15,0 0-14-15,0 3-32 16,0 45 13-16,5 30-5 15,42 27 68-15,19 13-30 16,5 8-12-16,0-3 1 16,11-1-13-16,-6-7-23 15,-5-6 27-15,-1-12-24 16,-8-12-1 0,-10-13 6-16,-12-19-8 0,-9-14-3 0,-15-16 0 15,-7-8 11-15,-4-9-14 16,-5-2 3-16,0-4 0 15,0 0-4-15,0 0 8 16,0 0-4-16,0 0 0 16,0 0-47-1,0 0 42-15,0 0-175 0,0-10-66 16,-5-16-181-16</inkml:trace>
  <inkml:trace contextRef="#ctx0" brushRef="#br1" timeOffset="83134.99">14475 13859 975 0,'0'0'85'0,"0"0"-13"0,0 0 108 0,0 0-4 16,0 0-71-16,0 0-55 0,0 0-19 16,0 0 36-1,-177-65-61-15,177 65-12 0,30 0-8 16,36 0 14-16,41 0 21 16,37 10-15-16,2-8-2 15,-5 0-4-15,-27-2 2 16,-43 0-18-16,-31 5 11 15,-29-3-113-15,-11 4 64 16,0 4-169-16,-66-4-23 16,-26-6-196-16</inkml:trace>
  <inkml:trace contextRef="#ctx0" brushRef="#br1" timeOffset="83679.03">15508 13774 327 0,'0'0'588'0,"0"0"-568"16,0 0 15-16,0 0 107 16,0 0-70-16,0 0-35 15,-56-15-17-15,51-13 28 16,5-1-46-16,0-11 17 15,0 9 0-15,5 0-15 0,42 10-3 16,14 7-1 0,5 14 7-16,5 0-11 0,-10 14 4 15,-11 32-1-15,-19 16-2 16,-27 7 1-16,-4 2 2 16,0 1 0-16,-44-9 5 15,-23-11 22-15,-3-1-21 16,-8-13 15-16,12-10 25 15,11-7 5-15,20-13-18 16,19-3-15-16,6-3-18 16,10-2 16-16,0 0-16 15,0 0-2-15,31 0-1 16,58 0 5-16,39 0-2 0,16-7 0 16,-12-1 7-16,-21-1-14 15,-14 3 7-15,-26 6 0 16,-20 0-2-16,-25 0 14 15,-21 0-12-15,-5 0 0 16,0 0 4-16,0 0-19 16,0 0 12-16,0 0-37 15,0 0-138-15,-9 0-81 16,-29 0-270-16</inkml:trace>
  <inkml:trace contextRef="#ctx0" brushRef="#br1" timeOffset="88091.02">16547 13956 868 0,'0'0'68'0,"0"0"46"0,0 0 55 0,0 0-70 16,0 0-42-16,0 0 31 15,0 0-31-15,-78 0-34 16,78 0 8-16,0 0-23 15,7 0-2-15,42 0 1 16,27 0-4 0,28 0 19-16,-3 0-22 0,1 0 0 15,-5 0-1-15,-5 0 13 16,-12 0-16-16,-5 0 4 0,-9 0-50 16,-14 0-70-1,-21 0-80-15,-17-6-76 0,-14-13-136 16</inkml:trace>
  <inkml:trace contextRef="#ctx0" brushRef="#br1" timeOffset="90717.55">16445 14051 1112 0,'0'0'54'0,"0"0"-17"15,0 0 127-15,0 0 1 16,0 0-143-16,0 0-16 0,-21-14 16 15,158 14 8-15,73 0-6 16,24-4-24-16,-17-4 12 16,-59 2-13-1,-76-1 1-15,-46 7 0 0,-31 0-1 16,-5-3 10-16,0 3 14 16,-57-6 39-16,-71 0-42 15,-49 0 21-15,-30 3-41 16,13 3 0-16,62 0 20 15,54 0-11-15,48 0 6 0,25 0-15 16,5 0 8-16,0 0-21 16,78 0 13-16,77 12 0 15,65 0-2-15,25-10 15 16,-16-2-15-16,-52 0 2 16,-70 0 0-16,-56-2-13 15,-41-1 13-15,-10-6 0 16,-57-3 24-16,-84-2-22 15,-62 2 12-15,-31 3-3 16,5 9-8-16,45 0 38 16,61 0-39-16,52 0-1 0,41 0-1 15,30 0 10-15,0 0-21 16,66 15 6-16,66 3 5 16,62-4-12-16,16-8 12 15,-29-6 0-15,-58 0-8 16,-62 0 14-16,-42 0-9 15,-19 0 3-15,0 0 0 16,-9 0 17-16,-71 0-13 16,-53 0 3-16,-20-3-7 15,26 3 17-15,46 0-18 16,55 0 1-16,26 0 0 0,0 0-20 16,102 0-10-16,65 0-81 15,53 0-95 1,14-26-268-16,-46-8-278 0</inkml:trace>
  <inkml:trace contextRef="#ctx0" brushRef="#br1" timeOffset="91129.14">18572 13789 413 0,'0'0'726'0,"0"0"-720"0,0 0 109 0,0 0 12 16,0 0-96-16,0 0 13 15,-48-158-38-15,110 127-4 16,9 8 13-16,-10 8-14 0,-9 15-1 16,-7 0 13-1,-5 23 13-15,-14 37 3 0,-26 23-28 16,0 8-1-1,-45 1 47-15,-38-9-44 16,-23-12 5-16,-9-8 13 16,1-8 32-16,17-18 12 0,31-12-48 15,26-13-6-15,31-6 23 32,9-6-30-32,0 3-4 15,0-3 0-15,111 0-16 0,108-12 15 16,76-24-4-1,50-3-50-15,-29 9-92 0,-52 1-127 16,-80 8-65-16,-77 5-420 16</inkml:trace>
  <inkml:trace contextRef="#ctx0" brushRef="#br1" timeOffset="102427.17">29178 13096 627 0,'0'0'61'0,"0"0"5"16,0 0 78-1,0 0-25-15,0 0-65 0,0 0 5 16,0 0-16-16,-243 0-27 31,243 0 26-31,0 0-42 16,30 0 1-16,58 0 19 0,32 0-19 0,29 3 13 16,-3 0-14-16,-2-3-12 15,-12 0 5 1,-16 0-28-16,-29 0-27 15,-30 0 9-15,-34 0-104 16,-23 0 50-16,0 0 15 16,0 0-2-16,-59 0-7 15,-19 6-57-15,-6 3 16 16,-4 4 81-16,-4-1 14 16,-14-1 3-16</inkml:trace>
  <inkml:trace contextRef="#ctx0" brushRef="#br1" timeOffset="102615.37">29178 13096 6 0,'-199'126'126'0,"159"-117"-44"0,19-4 25 16,7-5 5-16,14 0-43 16,0 0-20-16,0 0-21 15,0 6 11-15,52 0 10 16,33 1 1-16,28-7-23 16,15 0-27-16,13 0 3 15,-4 0-10-15,0-9 7 16,2-6-53-16,-7-6-38 15,-11 0-81-15,-29 2-117 16</inkml:trace>
  <inkml:trace contextRef="#ctx0" brushRef="#br1" timeOffset="104809.59">14857 13004 312 0,'0'0'256'0,"0"0"-256"0,0 0 0 16,0 0 5-16,0 0-5 15,0 0-14-15,-10 12-19 16,10-12-140-16</inkml:trace>
  <inkml:trace contextRef="#ctx0" brushRef="#br1" timeOffset="104950.02">14857 13004 237 0,'-40'-28'147'0,"40"28"-147"15,0 0-104-15,0 0 18 16</inkml:trace>
  <inkml:trace contextRef="#ctx0" brushRef="#br1" timeOffset="105091.08">14796 13016 138 0,'0'0'0'16</inkml:trace>
  <inkml:trace contextRef="#ctx0" brushRef="#br1" timeOffset="105357.61">14796 13016 371 0,'16'8'0'0,"-16"-8"-124"0,0-5-54 15</inkml:trace>
  <inkml:trace contextRef="#ctx0" brushRef="#br1" timeOffset="106350.58">15279 14654 273 0,'0'0'0'0,"0"0"-13"0,0 0-140 16</inkml:trace>
  <inkml:trace contextRef="#ctx0" brushRef="#br1" timeOffset="106507.55">15279 14654 36 0,'45'-22'165'16,"-50"22"-165"-16</inkml:trace>
  <inkml:trace contextRef="#ctx0" brushRef="#br1" timeOffset="107277.05">21411 12981 809 0,'0'0'0'0,"0"0"-23"0,0 0 10 0,0 0 12 16,0 0-69-16,0 0-44 0,-12-13-44 16,38 13-172-16</inkml:trace>
  <inkml:trace contextRef="#ctx0" brushRef="#br1" timeOffset="110426.01">27861 13774 579 0,'0'0'616'0,"0"0"-563"0,0 0 49 0,0 0 67 16,0 0-92-16,0 0-12 15,0 0-55-15,-62 11 36 31,171 19-29-31,23-5-14 0,5-11 21 0,-21-9-20 16,-29-5-8-16,-35 0 0 16,-24 0-56-16,3-2-171 0,0-34-126 15,-20-5-381-15</inkml:trace>
  <inkml:trace contextRef="#ctx0" brushRef="#br1" timeOffset="110771.85">29367 13463 910 0,'0'0'166'0,"0"0"-107"0,0 0 71 16,0 0 3-16,0 0-52 15,0 0-35-15,0-56 6 16,0 56-8-16,0 0 3 15,0 0-18-15,0 3-29 16,-45 41 0-16,-26 13 22 16,5 14 7-16,0-11-12 15,35-15-17-15,15-4 0 16,6-10-3-16,10-5 6 16,0-3-3-16,0 0 0 15,50 0 3-15,32-3-16 16,15-3 13-16,9-9-12 15,0-5 4-15,-14-3-73 0,-14 0-9 16,-19 0-33-16,3-11-91 16,-10-21-5-16,-22-6-179 15,-20 0-112-15</inkml:trace>
  <inkml:trace contextRef="#ctx0" brushRef="#br1" timeOffset="111032.67">29617 13588 199 0,'0'0'464'15,"0"0"-354"-15,0 0 15 16,0 0 43-16,0 0-45 0,0 0-6 16,-128-55-64-1,128 55-35-15,0 0 25 0,0 0-24 16,0 0 1-16,0 49 0 16,0 26 70-16,0 21 26 15,0 2-113-15,0 1 11 16,0-1 13-16,0-3-20 15,0-7-7-15,0-21 0 16,0-10 5-16,0-17-17 16,0-14-36-16,0-5-68 15,0-21-129-15,0 0-175 16</inkml:trace>
  <inkml:trace contextRef="#ctx0" brushRef="#br1" timeOffset="111509.87">30136 13437 101 0,'0'0'464'0,"0"0"-421"16,0 0 33-16,0 0 70 15,-31-158-55-15,-40 125 7 16,-16 3-34-16,-24 7 15 16,-33 4 2-16,-37 7-27 15,-65 12 7-15,-49 0-16 16,-71 39-13-16,-30 33 26 16,-8 28 15-16,38 23-37 15,81 17 53-15,87 0-84 16,87 1 36-16,71-1-41 15,40 3 11-15,75 6-6 16,109-6-5-16,76-6 0 0,75-17-4 16,52-22-16-16,45-25 0 15,21-32-18 1,-16-38-63-16,-24-3 94 0,-48-68-12 16,-53-34 19-16,-55-48 3 15,-47-39 2-15,-73-35-10 16,-85-25-5-16,-59 7-54 15,-170 22 32-15,-128 29-26 16,-117 32-78-16,-107 31-103 16,-68 28-382-16</inkml:trace>
  <inkml:trace contextRef="#ctx0" brushRef="#br1" timeOffset="113195.47">21394 3716 1012 0,'0'0'44'0,"0"0"-4"16,0 0 98-16,0 0-54 0,0 0-31 15,0 0-48-15,0 0 3 16,5 35-1-16,82-32 4 16,15-3 5-16,-1 0-16 15,1 0-2-15,-1-12-5 16,-4-14-141-16,7-8-47 16,-24 2-102-16,-14-2-231 15</inkml:trace>
  <inkml:trace contextRef="#ctx0" brushRef="#br1" timeOffset="113509.38">22525 3455 679 0,'0'0'200'0,"0"0"-162"0,0 0 178 16,0 0-94-16,0 0-12 15,0 0-48-15,4-77-35 16,-4 77 16-16,0 6-36 15,0 41 12-15,-25 13 10 16,-16 11-29-16,1-2 15 16,-2-10-15-16,11-4 0 15,3-14-7-15,11-14 4 16,3-12 0-16,7-6-17 0,7-9-31 16,0 0 33-1,26 2-47-15,52-2 50 0,23 0 7 16,1 0-54-16,-5 0-37 15,-22-8-32-15,-18-6-51 16,-27-7-13-16,-20-4-85 16,-10-1 33-16</inkml:trace>
  <inkml:trace contextRef="#ctx0" brushRef="#br1" timeOffset="113681.72">22737 3665 184 0,'0'0'188'0,"0"0"-29"0,0 0 20 15,0 0-18-15,0 0-8 16,0 0-39-16,-71-58-31 15,71 58-1-15,0 9-51 16,0 40 9-16,0 16 16 16,0 10-31-16,0 8-12 0,0-3-10 15,5 1-6-15,7-1-27 16,-7-18-149-16,-5-16-131 16,0-29-384-16</inkml:trace>
  <inkml:trace contextRef="#ctx0" brushRef="#br1" timeOffset="114121.63">23348 2032 559 0,'0'0'190'0,"0"0"-129"16,0 0 145-16,0 0-99 0,0 0 3 15,0 0-27-15,-82-103-36 16,-13 159-23-16,-27 39-21 16,-22 31 36-16,7 14-5 15,9 6-18-15,-4-3 28 16,12-11-38-16,7-17 1 16,16-22 7-16,26-21-12 15,14-18-4-15,22-22-5 16,21-13-67-16,2-11-41 15,7-8-113-15,5-2 20 0,0-53-30 16</inkml:trace>
  <inkml:trace contextRef="#ctx0" brushRef="#br1" timeOffset="114373.01">22159 1934 614 0,'0'0'134'0,"0"0"-43"15,-47-152 97-15,42 134-60 16,5 12-4-16,0 6-48 16,0 2-64-16,0 58-4 15,61 33 49-15,15 36 4 16,6 13-42-16,8 8-2 0,-7-3-9 16,4-7 1-16,-7-21-9 15,-14-15 3-15,-4-24-20 16,-10-17-19-1,-12-15-86-15,-9-21-97 0,-22-25-126 16</inkml:trace>
  <inkml:trace contextRef="#ctx0" brushRef="#br1" timeOffset="123860.92">15487 17446 553 0,'0'0'520'0,"0"0"-484"0,-274-6 10 16,244 3 151-16,15-1-42 16,15 2-102-16,0-5-7 15,0 7-35-15,0-3 40 16,24 0-51-16,63-3 6 0,46-8 1 16,39 2-7-1,7-13-12-15,-11 8-69 0,-15 6-137 16,-16 5-33-16,-14 0-136 15,-22 0-264-15</inkml:trace>
  <inkml:trace contextRef="#ctx0" brushRef="#br1" timeOffset="124406.81">16658 17040 398 0,'0'0'533'0,"0"0"-486"16,0 0 128-16,0 0-12 15,0 0-58-15,0 0-40 0,-76-83-63 16,71 92-1-16,1 45 13 16,-3 20-3-16,-12 6 93 15,-7-5-104-15,-5-3 4 16,-9-13-3-16,0-6-1 16,2-8 0-16,14-26-10 15,8-10-7-15,7-8 17 16,9-1 0-16,0 0-12 15,0 0-1-15,0 0-18 16,0 0 3-16,4 0 14 0,53 0-47 16,14-8 48-1,21 2 3-15,-7 6-35 0,-3 0 11 32,-20 0-24-32,-13 0 16 0,-18 0 9 0,-15-3 8 15,-11-6 25-15,-5-11 4 16,0-8 1-16,0-13 13 15,-16-1 3-15,-15 4 14 16,7-2 15-16,3 8 0 16,0 5-4-16,11 9 8 15,6 12-16-15,4 4 36 16,0 2-43-16,0 0 34 0,0 5-65 16,0 43 16-1,21 14 4 1,10 22 12-16,-3-12-32 0,-2 3 20 0,-14-10-20 15,-8-2 0-15,1 0-14 16,0-10-50-16,30-6-198 16,17-29-122-16,14-18-560 15</inkml:trace>
  <inkml:trace contextRef="#ctx0" brushRef="#br1" timeOffset="124689.5">17477 17183 1064 0,'0'0'16'0,"0"0"31"0,0 0 138 0,0 0-119 16,0 0-13-16,0 0-53 15,26-2 3-15,44 42 83 16,22 11-32-16,0 10-28 15,0-8-26-15,-7-2 16 16,3-1-24-16,-22-4 8 0,-10-14-126 16,-15-11-30-16,-1-9-112 15,-14-12-84-15,-5-3-150 32</inkml:trace>
  <inkml:trace contextRef="#ctx0" brushRef="#br1" timeOffset="124861.8">18062 17147 608 0,'0'0'116'0,"0"0"46"16,0 0 9-16,0 0-56 16,0 0-5-16,0 0-96 15,-116-92 0-15,100 140 4 0,-10 21 16 16,2 8 4 0,-2 7-38-16,-4-11 0 0,4-1-11 15,0-9-80-15,16-12-88 16,-4-19-122-16,-3-23-281 15</inkml:trace>
  <inkml:trace contextRef="#ctx0" brushRef="#br1" timeOffset="125018.9">17427 17484 480 0,'0'0'285'0,"0"0"-214"15,0 0 73-15,0 0-18 0,0 0-114 31,0 0-8-31,283-66 6 0,-59 43-10 0,22-5-75 16,13-4-22-16,-30-1-212 16,-61 3-88-16</inkml:trace>
  <inkml:trace contextRef="#ctx0" brushRef="#br1" timeOffset="125929.13">22310 15919 985 0,'0'0'35'0,"0"0"2"0,0 0 60 0,0 0 8 16,0 0-73-16,0 0-13 16,312-34 1-16,-8 11-20 15,31-9-44-15,12-5-71 16,-78-2-144-16,-75 4-450 16</inkml:trace>
  <inkml:trace contextRef="#ctx0" brushRef="#br1" timeOffset="128111.55">19013 17309 330 0,'0'0'547'0,"0"0"-504"0,0 0-35 0,0 0 77 0,0 0 1 16,0 0-20-16,0 0-20 15,-203-122-24-15,203 89-20 16,35 0 35-16,27 9-37 0,-1 6 9 15,0 11-3-15,1 7-6 16,-17 0 0 0,0 31 2-16,-8 26 5 0,-23 9 20 15,-14 8-23-15,0-2-4 16,-44-11 35-16,-18-7-32 16,-16-8 19-16,-2-14 16 15,9-5 0-15,10-15 8 16,9-6-35-16,21-3 12 15,22-3 8-15,4 0-24 16,5 0-2-16,0 0-5 16,0 0-11-16,62 0 5 0,34-6-22 15,25-6 28-15,13 3-6 16,-9 3 8-16,-11-1-4 16,-13 7-20-16,-21 0-99 15,3 0-71 1,-26 0-205-16</inkml:trace>
  <inkml:trace contextRef="#ctx0" brushRef="#br1" timeOffset="129916">27129 17484 663 0,'0'0'486'0,"0"0"-461"0,0 0-23 15,0 0 155-15,0 0-53 16,0 0-83-16,0 0-5 15,14-47-1-15,78 37 2 16,26-7 88-16,-2 2-104 16,-29 0 15-16,-21 7-16 0,-4 2-8 15,13-7-157-15,32 1-71 16,6-2-170-16</inkml:trace>
  <inkml:trace contextRef="#ctx0" brushRef="#br1" timeOffset="130450.32">29173 17126 1005 0,'0'0'79'0,"0"0"-64"16,0 0 127-16,0 0-48 15,71-163-33-15,-81 139-19 16,-51-3-40-16,-24 12 31 15,-16 9-33-15,-13 6 0 16,13 0-4-16,9 15 4 16,26 8 0-16,26 5-2 15,30 7 1-15,10 7-11 16,14 9 12-16,78 5-14 16,40-2-6-16,22 3 18 15,-8-7 0-15,-18-2-3 16,-36-3 6-16,-31-13-5 0,-30-4 4 15,-31-5 0-15,0 5 0 16,-78-8 6-16,-38 1-4 16,-11-10-1-16,9-11 15 15,21 0-13 1,26-17-3-16,22-18 0 0,18-16-15 16,19 0 14-16,12-3 1 15,0 4 0-15,52-1 11 16,-2 8-15-16,2 11 4 15,-12 12 0-15,0-8 20 0,-10 11-9 16,-4 5-11-16,-16 3 22 16,-10 9-17-16,0 0 20 15,0 0-25-15,0 0 0 16,0 0-13-16,0-9-63 16,26-4-113-16,-5-13-160 15,-7 0-493-15</inkml:trace>
  <inkml:trace contextRef="#ctx0" brushRef="#br1" timeOffset="130999.68">30018 16362 756 0,'0'0'97'0,"0"0"-25"0,-14-176 94 0,-48 121-94 0,-25 4-2 16,-29 8 33-16,-42 9-103 15,-56 12 46-15,-41 19 14 16,-45 3-18-16,-61 57 25 16,-62 41-33-16,-65 46-16 15,-41 41 46-15,41 38-35 16,86 27 62-16,122 19-71 16,143 5-3-16,123-5-27 15,68-12 10-15,165-43-39 16,116-32 6-16,100-48-23 15,82-62-19-15,54-57-11 16,40-22-68-16,3-79 99 0,-34-60 45 16,-35-39 10-16,-77-42 10 15,-86-30-5-15,-104-16 50 16,-124-13-16-16,-119-5-38 16,-65 30 46-16,-178 27-44 15,-104 52 3-15,-79 49-12 16,-51 50 4-16,-11 40-10 15,40 38-105 1,73 5-172-16,76 48-143 0</inkml:trace>
  <inkml:trace contextRef="#ctx0" brushRef="#br1" timeOffset="131659.23">31078 15408 454 0,'0'0'444'0,"0"0"-359"0,0 0 48 0,0 0 42 16,0 0-11-16,0 0-106 15,9-75-54-15,-35 147 26 16,-40 33-12-16,-21 17-8 16,-3 4-5-16,7-16 0 31,8-13-5-31,9-15 0 0,0-26-30 0,14-22-37 15,12-20-13 1,0-14 24-16,-3-20 54 0,8-37-74 16,4-9 76-16,17 0 3 15,14 18-3-15,0 22 77 16,0 11-47-16,0 15 9 0,0 0-20 16,0 35-7-16,14 28-12 15,33 11 3 1,15-8 14-16,18-24-26 0,21-21 9 15,36-21-19-15,26-9-10 16,16-51-94-16,10-28-25 16,-26-27-106-16,-36-7-332 15</inkml:trace>
  <inkml:trace contextRef="#ctx0" brushRef="#br1" timeOffset="133168.88">21522 2149 185 0,'0'0'83'0,"0"0"-37"0,0 0 53 0,0 0 19 16,0 0-46-16,163-152 17 15,-159 143 6-15,-4 3 43 16,0 6-32-16,0 0-46 16,0 0-13-16,0 0-15 15,-9 18-31-15,-62 41 41 16,-26 28-5-16,-25 25 1 16,-6 8 31-16,1 0-31 15,6-9-6-15,3-8 27 16,17-14-45-16,18-17 16 15,29-16-30-15,19-12 15 0,13-16-28 16,13-7 13-16,9-8-39 16,0-7-45-16,0-6-101 15,0 0 27-15,23-29-77 16,13-22-204-16</inkml:trace>
  <inkml:trace contextRef="#ctx0" brushRef="#br1" timeOffset="133530.4">20875 2161 93 0,'0'0'600'0,"0"0"-551"0,-85-198 48 16,64 146 86-16,11 7-86 16,6 18-9-16,4 8 19 15,0 14-50-15,0 5 26 16,0 0-31-16,0 0-48 15,0 0 14-15,49 36-3 16,22 24-14-16,21 17 54 16,5 15-50-1,-10 16 41-15,-2 5-10 0,-2 1-15 16,-8-5 4-16,-9-12-25 16,0-14 0-16,-14-12-3 0,-16-17 20 15,-6-16-18-15,-15-10 1 16,-4-16 0-16,-11-6-13 15,5-6 13-15,-5 0-46 16,0 0-30-16,5-12-69 16,-5-19-105-16,0 2-127 15,-10 11-285-15</inkml:trace>
  <inkml:trace contextRef="#ctx0" brushRef="#br1" timeOffset="134032.68">20056 3633 379 0,'0'0'541'0,"0"0"-518"0,0 0 114 0,0 0 0 0,0 0-51 16,0 0-58-16,-172 4-28 15,172-4 30-15,14 0-28 16,52 0 14-16,12 0 2 15,19 0-7-15,-5-4-2 16,-3-9-9-16,-11-2-1 16,-16 0-9-16,-8 3-113 15,-7-7-93-15,-23 8-137 16</inkml:trace>
  <inkml:trace contextRef="#ctx0" brushRef="#br1" timeOffset="134424.9">20932 3512 139 0,'0'0'551'0,"0"0"-535"15,0 0 186-15,0 0-105 16,101-179 11-16,-101 146-54 16,-26 6-29-1,-28 7 19-15,-7 8-3 0,-5 12-21 16,-1 0-20-16,1 0 7 15,10 29 3-15,20 5-10 16,15 4 0-16,21 1-7 16,0 5 7-16,43 2 0 0,32 1 0 15,22-6 12-15,-5 1-6 16,-17 1-6-16,-18-8 0 16,-38-5-7-16,-19-3 21 15,0-3-14-15,-71-4 33 16,-21 2-30-16,-5-17 12 15,22-5-15-15,23 0 0 16,42-42-12-16,10-18 8 16,52-20-50-1,90-18-42-15,30-19-199 0,8 0-428 16</inkml:trace>
  <inkml:trace contextRef="#ctx0" brushRef="#br1" timeOffset="148055.24">20870 3098 808 0,'0'0'37'0,"0"0"30"0,0 0 50 15,0 0 20-15,0 0-62 16,0 0 1-16,0 0-2 16,-158-48-40-16,97 48 15 15,-24 3-18-15,-12 23-22 0,0 14 39 16,1 7-6 0,-11 6-30-16,-1 9 35 0,6 4-34 15,10 0 7-15,22 0 3 16,8 3-11-16,22 3 10 15,9 7-22-15,17 6 0 16,14 7-3-16,0 0 9 16,0 3-6-16,36-7 0 15,30-8-3-15,9-14-13 16,22-15 4-16,9-19 12 16,17-20-15-16,14-12 18 0,16-12-5 15,10-45 2-15,0-23 0 16,0-27-1-16,-15-25 1 15,-32-16-14-15,-40-11 4 16,-55 4-16-16,-21 12-32 16,-50 20 35-16,-63 22-11 15,-40 27 15-15,-24 35-76 16,-31 27-120-16,-33 12-49 16,-14 0-256-16</inkml:trace>
  <inkml:trace contextRef="#ctx0" brushRef="#br1" timeOffset="159404.81">16332 3408 1018 0,'0'0'54'0,"0"0"29"0,0 0 91 0,0 0-64 15,0 0-45-15,0 0-23 16,0 0-42-16,-111-15-8 16,177 12 7-16,40-3 2 15,12 0 22-15,-11 0-23 16,-37-1 12-16,-44 7-20 16,-21 0 17-16,-5 0-9 15,0 0 16-15,-71 0 3 16,-52 10 17-16,-30 14-36 15,21-7 3-15,42-2 22 16,55-12-17-16,28-3-8 0,7 0 4 16,0 0 14-16,30 0-19 15,67 0 1-15,52 0 0 16,14 0 11-16,-31-6-11 16,-47 3 0-16,-47 3 9 15,-38 0 6-15,0 0 5 16,0 0-20-1,-57 0 4-15,-49 0 24 0,-3 13-28 16,24-4-24-16,55-6 11 0,30-3-158 16,85 0-284-1,54-19-96-15</inkml:trace>
  <inkml:trace contextRef="#ctx0" brushRef="#br1" timeOffset="160095.54">19426 3309 953 0,'0'0'116'0,"0"0"-110"0,0 0 165 16,0 0-41-16,0 0-106 16,0 0-3-16,-113 0-21 15,181 0 0-15,22 0 20 16,2 0-17-1,-21 0-3-15,-29 0 0 0,-37 0 17 16,-5 0-8-16,0 0-9 16,-26 0 6-16,-66 0 20 0,-31 16-20 15,8-3-6-15,27-4 6 16,43-5 8-16,34-4 0 16,11 0-14-1,0 0 0-15,0 0-17 0,21 0 9 16,35 0 8-16,-1 0 0 15,-8 0 21-15,-21 0-17 16,-21 0 3-16,-5 0-4 16,0 2 56-16,0-2-47 15,-22 0 39-15,-4 0-51 16,3 0 22 0,23 0-44-16,0 0 22 0,101 0-128 0,50 0 44 15,19-17-170-15,-64-15-242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5T06:32:01.544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8962 8221 226 0,'-338'121'725'0,"24"-21"-706"0,64-18-4 16,97-29 74-1,72-25-26-15,55-26-13 0,26-2-50 16,71-59 5-16,92-56 2 15,113-51-7-15,85-52-9 16,62-32 8-16,44-22-4 16,21 0 10-16,10 8-10 15,22 24 13 1,-27 37 12-16,-26 34-17 0,-49 44-2 0,-88 38 0 16,-89 36-1-16,-113 28-3 15,-114 23-22-15,-36 11-129 16,-133 58 85-16,-95 32-118 15,-71 36-114-15,-71 28-76 16</inkml:trace>
  <inkml:trace contextRef="#ctx0" brushRef="#br0" timeOffset="267.45">8910 8189 606 0,'-362'185'67'16,"37"-14"-51"-16,60-31 98 15,67-34 8-15,80-37-62 0,69-38-19 16,49-31-29-16,96-37-9 15,112-66 12-15,123-60 14 16,100-44-23-16,93-41-6 16,83-27 8-16,28-14 2 15,16 12-1-15,-18 16 9 16,-48 36 4-16,-92 33-22 16,-106 38 19-16,-118 36 11 15,-118 33-18-15,-68 30 5 16,-57 23-16-16,-26 15-1 15,-5 11 0 1,-87 6-15-16,-52 20-41 0,-38 36-62 0,-47 22-182 16</inkml:trace>
  <inkml:trace contextRef="#ctx0" brushRef="#br1" timeOffset="-90957.28">2231 12784 1089 0,'-307'140'50'0,"42"-17"0"0,77-43 74 0,86-39 44 16,97-41-5 0,41-35-163-16,148-82-8 15,120-64-14-15,109-55 44 16,85-37-29-16,48-7 7 0,1 2 0 15,-6 23-5 1,-32 30 5-16,-46 32-1 0,-67 37-27 16,-101 41-75-16,-101 40 32 15,-133 45-104-15,-77 30-76 16,-192 83 17-16,-127 51-275 16</inkml:trace>
  <inkml:trace contextRef="#ctx0" brushRef="#br1" timeOffset="-90784.72">2738 12434 333 0,'-545'275'676'0,"47"-26"-604"16,111-57-7-16,165-78 31 0,175-79-21 16,139-67-27-16,224-114-48 15,166-73 8-15,134-67-14 16,82-26 13-16,48-2-7 16,-22 13 0-16,-58 32-27 15,-81 46-67-15,-153 34-158 16</inkml:trace>
  <inkml:trace contextRef="#ctx0" brushRef="#br1" timeOffset="-81775.79">15433 13696 360 0,'0'0'694'0,"0"0"-666"0,0 0 38 0,0 0 50 16,0 0-18-16,0 0-36 16,0 0-42-1,0 0 11-15,-92-51 17 0,92 51-46 16,56 0 22-16,25 21-24 16,20 4 13-16,12-10-13 15,-2-4-10-15,0-3-42 0,3-8-113 16,-4 0-144-16,-13-19-247 15</inkml:trace>
  <inkml:trace contextRef="#ctx0" brushRef="#br1" timeOffset="-81321.32">16851 13428 951 0,'0'0'1'0,"0"0"7"16,0 0 104-16,0 0-34 0,0 0-24 16,0 0-22-1,-141-57-14-15,141 30-4 0,0-7-4 16,14 8-8-16,38 6-2 16,-3 13 0-16,8 7 5 15,4 7-5-15,-16 43 0 16,-10 18 12-16,-27 19-9 15,-8 6 8-15,-12-7 17 16,-43-12-20 0,-22-7 36-16,-8-14-27 0,-3-8 0 15,1-3 13-15,26-15 30 16,25-9-27-16,17-6-14 16,19-12-18-16,0 0 31 0,0 0-32 15,0 0 0-15,0 0-4 16,31 0 15-1,35 0-11-15,14 0 0 0,12 0 9 16,-4 0-12-16,-8 2 3 16,17 1 0-16,9 3-9 15,7 3-77-15,15-9-168 16,-13 0-92-16</inkml:trace>
  <inkml:trace contextRef="#ctx0" brushRef="#br1" timeOffset="-81023.24">17802 13776 964 0,'0'0'25'0,"0"0"50"0,0 0 58 16,0 0-40-16,0 0-53 15,0 0-34-15,-45-17 31 16,45 14-29-16,0 3-7 16,45 0 13-16,69-9-8 31,48-7 16-31,32-4-22 0,4-4 3 16,-35 5-8-16,-52 5 5 15,-40 8-19-15,-41 6-98 16,-30-6-107-16,0 0-17 15,-30-5-212-15</inkml:trace>
  <inkml:trace contextRef="#ctx0" brushRef="#br1" timeOffset="-80818.8">18303 13316 701 0,'0'0'124'15,"0"0"-7"-15,0 0 73 0,0 0-96 16,0 0-22-16,0 0-42 15,-31 5-30-15,31 56 61 16,5 20-11-16,21 6-9 16,-3-3-39-16,3-1-2 15,-5 6-25-15,-16 4 1 16,-5-1-141-16,0-6-87 16,-21-14-203-16</inkml:trace>
  <inkml:trace contextRef="#ctx0" brushRef="#br1" timeOffset="-77446.2">19867 13096 915 0,'0'0'4'0,"0"0"85"0,0 0 45 0,0 0-17 16,0 0-24-16,0 0-76 15,0 0 8-15,-9-20 5 16,-31 71 35-16,-17 15 14 16,0 8-76-16,13-8 1 15,8 0 3 1,1-9 6-16,14-6-10 0,6-11-3 16,11-14 2-16,4-8-5 31,0-2 3-31,14-1 0 0,52-6-1 0,21-4 12 15,19-5-20-15,17 0 9 0,0 0-7 16,-17-8-57 0,-21-13-61-16,-19-4-44 0,-19-4-42 15,-21-4-139-15,-26-5-23 16</inkml:trace>
  <inkml:trace contextRef="#ctx0" brushRef="#br1" timeOffset="-77194.64">20134 13252 629 0,'0'0'59'16,"0"0"65"-16,0 0-25 15,0 0-18-15,0 0 10 16,0 0-51-16,-87-65 2 0,87 65-19 16,0 0-4-16,0 0 13 15,0 38-32-15,0 16 70 16,0 17-13-16,0 4-45 15,0 5 33-15,0-3-18 16,0-2 3-16,0-7-4 16,0-2-25-16,0 0-1 15,0 0 0-15,0 5-60 16,-10-2-56-16,-20-12-206 16,-6-19-420-16</inkml:trace>
  <inkml:trace contextRef="#ctx0" brushRef="#br1" timeOffset="-76171.3">6691 16366 729 0,'0'0'74'0,"-467"11"-55"0,264 4 4 0,33-5 129 0,59-4-47 16,54 0-21-16,34-3-20 15,23-3-55-15,0 6 4 16,71-3 10-16,110 3-12 16,114-4 38-16,114-2-34 15,84 0-15-15,61-6 45 16,58 1-38-16,23-4 6 15,25 3-13-15,-27 3 15 16,-90 0-23-16,-116 3 8 16,-151 0 0-16,-134 0-11 15,-86 6-3-15,-42-3-22 0,-14-3 11 16,0 0-41-16,-44 0-35 16,-89-12-73-1,-86-27-200-15</inkml:trace>
  <inkml:trace contextRef="#ctx0" brushRef="#br1" timeOffset="-75905.23">6448 16399 363 0,'-368'38'575'16,"54"4"-566"-16,80 9 4 16,86-9-12-16,72-9 12 15,60-4 98-15,20 5-102 16,150-11 19-16,131-11 22 0,138-12-28 15,146-40 38-15,117-43-13 16,93-8-5-16,71-6 9 16,21 14-50-16,-43 20 4 15,-125 22-5-15,-186 22 7 16,-191 19-17-16,-163 0 8 16,-102 0-41-16,-61 7-30 15,0 11-22-15,-61-3 53 16,-55 0-157-16,-56-15-286 15</inkml:trace>
  <inkml:trace contextRef="#ctx0" brushRef="#br1" timeOffset="-73889.5">28146 16657 254 0,'0'0'684'0,"0"0"-670"0,0 0 102 0,0 0 46 16,0 0-60-16,-259 0-26 16,259 0-54-16,0 0 6 15,0 0-18-15,0 0-3 16,30 0 5-16,55 0-10 0,33-2 3 16,24-10 5-16,7-2 0 15,-17-4-4-15,-31 5 1 16,-25 4 15-16,-34 3 2 15,-23 6-24-15,-19 0 0 16,0 0 14-16,0 0-13 16,0 0 22-16,0 0-23 15,0 0 2-15,0 0 13 16,0 0-4-16,0 0-11 16,0 0 0-16,0 0 4 15,0 0-11-15,0 0 4 16,0 0 3-16,0 0-2 15,0 0 2-15,0 0-14 0,0 0 4 16,0 0-39-16,0 0-13 16,0 0 2-16,0 0-30 15,0 0 7-15,0 0-5 16,0 0 29-16,0 0 29 16,0 0 26-16,0 0 4 15,0 0 3-15,0 0-2 16,0 0 38-16,0 0-27 15,0 0 11-15,0 0 9 16,0 0-20-16,0 0 25 16,0 0-12-16,0 0-10 15,0 0 33-15,0 0-42 0,0 0 1 16,0 0-7-16,0 0 8 16,0 0-19-16,0 0-6 15,0 0-71-15,0 0 2 16,5 0-81-16,7-9-89 15,-3-5-160-15</inkml:trace>
  <inkml:trace contextRef="#ctx0" brushRef="#br1" timeOffset="-72850.38">29437 16322 624 0,'0'0'57'15,"0"0"24"-15,0 0 96 0,0 0-114 0,0 0-21 16,0 0 37 0,-137-63-70-16,137 26 4 15,0-1-9 1,22 2 9-16,27 10-14 0,3 7 1 0,5 10 0 15,-3 9-8-15,-2 0 10 16,-2 37-2-16,-8 22 12 16,-18 16-12-16,-13 5 36 15,-11 3-28-15,0 0-3 32,-47-8 41-32,-12-6-31 15,-2-18 11-15,4-9 10 16,5-15-23-16,17-7 28 0,16-12-29 15,7-3-8-15,12-5 18 16,0 0-17-16,0 0-5 16,43 0 2-1,58-19 10-15,41-10 6 0,11-11-18 16,-6 8-7-16,-20 1-1 16,-14 5 12-16,-23 6-4 15,-29 4 6-15,-25 10-6 16,-24 6 0-16,-12 0-7 15,0 0-20-15,0 0 3 16,0 0-58-16,-17 0-43 16,-14 0 2-16,5-21-148 15,12-19-174-15</inkml:trace>
  <inkml:trace contextRef="#ctx0" brushRef="#br1" timeOffset="-72395.56">30384 15626 427 0,'0'0'258'0,"0"0"-235"0,-269-199 114 16,137 154-2-16,-41 15-71 16,-37 24 35-16,-42 6-43 15,-43 41-1-15,-22 64 30 16,-18 54-40-16,3 40 13 16,48 19-16-16,65 11-34 15,101-9 21-15,108-11-27 16,41-15 0-16,127-29-4 15,66-35-4-15,67-33 3 0,70-42 0 16,66-36-11-16,40-19 7 16,38-84 5-16,-7-37 2 15,-66-40-3-15,-85-30 9 16,-144-27-6-16,-146-25 0 16,-105-19-73-16,-176-3-22 15,-111 31-38-15,-78 50-60 16,-38 66 2-16,-18 51-18 15,32 47-296-15</inkml:trace>
  <inkml:trace contextRef="#ctx0" brushRef="#br1" timeOffset="-71247.14">28359 16205 1064 0,'0'0'20'0,"0"0"118"0,0 0 15 15,0 0-48-15,0 0-5 16,0 0-96-16,-50 155 74 16,50-24-45-16,5 15-24 15,35 3-7-15,7 6-2 16,-7 7-28-1,-9-7-136-15,-12-12-131 0,-19-32-179 16</inkml:trace>
  <inkml:trace contextRef="#ctx0" brushRef="#br1" timeOffset="-70062.44">12155 16557 218 0,'0'0'173'0,"0"0"-8"0,0 0-21 0,0 0 20 0,0 0-19 16,0 0-26-16,-15 23-50 15,-117 160 64-15,-40 61-8 16,-21 24-84-16,-13 4 40 16,15-9-49-16,12-9-30 15,11-40 28-15,27-24-18 16,27-35-12-16,27-36 8 15,37-32-4-15,24-30-4 16,26-29 0-16,0-20-43 16,0-8-45-16,36-27-60 15,46-48 3-15,25-35 2 0,20-30-107 16,-11-12-10-16,-8-12-71 16</inkml:trace>
  <inkml:trace contextRef="#ctx0" brushRef="#br1" timeOffset="-69753.51">12766 16336 560 0,'0'0'86'0,"0"0"10"16,0 0-10-16,0 0 35 0,0 0-52 15,0 0-34-15,-172-8 7 16,65 88-23-16,-32 42 63 15,-12 39-21-15,-28 36-21 16,-15 36 38-16,-23 32-19 16,-19 16-6-16,14 14 48 15,12-15-89-15,38-32 19 16,30-30 0-16,34-37-27 16,28-28 12-16,13-35-16 15,25-24 0-15,14-44-11 16,11-14 9-16,8-19-40 15,9-17-88-15,0 0-96 0,0-71-61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5T06:39:08.83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8371 4051 824 0,'0'0'74'0,"0"0"-5"0,0 0 138 16,0 0-45-16,0 0-42 0,0 0-45 15,0 0-56-15,5-149 57 16,-5 177-36-16,0 22-38 16,0 19 21-16,-5 9-23 15,-16-14 0-15,5-9-2 16,6-16 7-16,10-13-15 15,0-14-29-15,0-9-43 0,0-3 66 16,0 0-30 0,0-15 16-16,0-48 19 0,0-20-11 15,31-9 20-15,9 15 2 16,3 23 0-16,-20 20 24 16,-6 20-11-16,-13 8 10 15,-4 3 19-15,0 3-40 16,10 0 26-16,16 29-28 15,14 28 2-15,7 8 8 16,-2 1-10-16,-5-5-7 16,-9-8-53-16,-10-6-102 15,-12-5-52-15,-9-21-90 0,-35-14-163 16</inkml:trace>
  <inkml:trace contextRef="#ctx0" brushRef="#br0" timeOffset="109.97">8371 4222 700 0,'0'0'229'15,"0"0"-186"-15,0 0 89 16,0 0-25-16,0 0-107 16,0 0-5-16,142-36-58 15,30 9-27-15,31-15-200 16</inkml:trace>
  <inkml:trace contextRef="#ctx0" brushRef="#br0" timeOffset="1035.65">8518 6737 1051 0,'0'0'25'0,"0"0"168"0,0 0-8 16,0 0-34-16,0 0-67 15,0 0-77-15,-10-24 30 16,10 36-26-16,0 31 2 16,0 15 1-16,0 5-14 15,0-9 0-15,0-11-15 16,5-6 15-16,0-8-44 0,0-13 2 15,-1-7-103 1,-4-6 68-16,0-3 14 16,0 0 36-16,0-28 24 0,-4-16-62 15,-15-16 64-15,19-2-7 16,0 2 13-16,4 6-16 16,51 7 11-16,6 14 0 15,10 9-15-15,-3 12 12 16,-13 12 3-16,1 0 0 15,-25 18-29-15,-22 30 17 16,-9 9 11-16,-4-2 1 16,-58-6 10-16,-9-7-6 15,1-10 2-15,4-11 5 0,18-6-4 16,29-9 17-16,15-6-24 16,4 0 0-16,0 0-7 15,0 0 7-15,19 0 0 16,28 0-3-16,33 0 11 15,-4 0-15-15,-3 19 7 16,-7 7 0-16,-26 1 6 16,-19-3 8-16,-21-4-10 15,0 2 19-15,-73-1-21 16,-38-10 8-16,-16-11-10 16,-1 0-76-16,27-11-50 0,30-35-204 15</inkml:trace>
  <inkml:trace contextRef="#ctx0" brushRef="#br0" timeOffset="2322.14">8482 11840 1150 0,'0'0'36'0,"0"0"48"0,0 0 101 16,0 0 4 0,0 0-141-16,0 0 10 0,-30-35-50 15,30 41-5-15,0 42-3 0,9 18 9 16,17 4-20-16,-9 6 11 16,-13-10-55-16,-4-8-61 15,0-6-143-15,0-22 23 16,0-28-62-16,-11-2-76 15,-20-30 34-15</inkml:trace>
  <inkml:trace contextRef="#ctx0" brushRef="#br0" timeOffset="2502.75">8407 12080 119 0,'0'0'207'0,"0"0"-39"0,-7-153 8 15,37 118-96 1,32 8-2-16,16 5 5 0,2 16-61 16,7 6 31-16,-6 0-31 31,-11 37 15-31,-18 9 27 15,-30 12-43-15,-22 1 29 16,-31 2-33-16,-87 4-4 16,-36 4-13-16,-23-1-25 15,-11-11-188-15,15-16-335 16</inkml:trace>
  <inkml:trace contextRef="#ctx0" brushRef="#br0" timeOffset="3055.52">8478 14838 1255 0,'0'0'16'0,"0"0"134"16,0 0 49-16,0 0-116 16,0 0-35-16,0 0-47 15,-40 3 19-15,40 43-20 16,0 8 0-16,0 5-8 0,0-6 4 16,0-8-33-16,0-7-95 15,0-10-154-15,0-20-21 16,-17-8-172-16</inkml:trace>
  <inkml:trace contextRef="#ctx0" brushRef="#br0" timeOffset="3219.65">8421 14797 753 0,'0'0'120'16,"0"0"-35"-16,0 0 75 16,0 0-33-16,0 0-61 0,83-165-61 15,-39 151 5 1,13 11-10-16,4 3-20 0,-11 0-26 15,-10 23-103-15,-19 14-56 16,-21 2-39-16,0-4-145 16</inkml:trace>
  <inkml:trace contextRef="#ctx0" brushRef="#br0" timeOffset="3376.65">8421 14797 59 0,'9'197'575'15,"-9"-197"-482"-15,0 0-2 16,0 0 54-16,0 0-40 15,0 0-83-15,22 0 11 0,34 0-9 16,25-15-17 0,6 0-14-16,-16 6-95 0,-31 9-50 15,-24 0-62-15,-16 0-29 16,-21 26 2-16</inkml:trace>
  <inkml:trace contextRef="#ctx0" brushRef="#br0" timeOffset="3504.96">8548 15110 122 0,'0'0'189'0,"0"0"8"16,0 0 18-16,0 0-60 15,0 0-60-15,0 0-28 16,-141 145-50-16,207-145 27 16,35 0-18-16,36-2-24 15,10-36-2-15,-3-22-211 16,-29-12-328-16</inkml:trace>
  <inkml:trace contextRef="#ctx0" brushRef="#br0" timeOffset="121931.08">4331 8660 10 0,'0'0'256'0,"0"0"-158"0,0 0-64 0,0 0 108 15,0 0 29-15,0 0-54 16,0 0 3-16,66-95-35 16,-66 95 33-1,0 0-11-15,0 0-19 0,-26 0 23 0,-30 0-86 16,-11 0 0-16,-3 6 25 15,4 15-40-15,9 4 33 16,3-3-19-16,2 12-20 16,-5 7 70-16,8 4-69 15,-3 9 25 1,7 3-6-16,-7 11-14 0,-2 4 13 16,-3 3-21-16,17-4 8 15,14-2 9-15,16-4-5 16,10 1-14-16,0 2 4 0,0 2 5 15,5 0 7 1,26 2-16-16,-1-7 1 0,6-2 2 16,-10-6-3-16,9-3 0 15,-4-9-5-15,0-1 24 16,-3-1-21-16,3-11 2 16,-1-2 0-16,1-3-7 15,4-3 7-15,13-1 0 16,6 1-1-16,12 1 17 15,7-8-12 1,-2 1-4-16,-5-4 0 0,0 2-6 16,5-4 6-16,4 0 0 15,8-6-2-15,-3-6 18 16,12 0-21-16,0 0 5 0,-4 0 0 16,1-18-12-16,-6-4 14 15,-8-1-2 1,-4-1 0-1,-5-3 18-15,0 1-26 0,-9-5 8 0,-5-4 0 16,-2-5-11-16,-8-9 16 16,8-11-5-16,2-6 0 15,-12 3 12-15,-10 4-14 16,-11 2 2-16,-7 4 0 0,-7-4-7 31,-5 3 11-31,0 3-4 0,0-3 0 0,-10 1 17 16,-25-7-14-16,-17-8-3 15,-14-4 0-15,-10-6 1 16,-11 1 6-16,-5 7-7 16,-5 9 0-16,-9 10 16 15,-17 8-17 1,-14 15 1-16,-16 5 0 0,-15 22-25 16,6 1 1-16,-1 8-69 15,21 36-150-15,5 13-259 16,-7 3-327-16</inkml:trace>
  <inkml:trace contextRef="#ctx0" brushRef="#br0" timeOffset="124459.02">4789 11426 487 0,'0'0'19'0,"-47"-155"3"0,11 92 99 0,-9 3 58 16,-11 13-51-16,-6 5-56 15,-4 6 43-15,-4 9-43 0,-1 4 27 16,-5 5-42-16,-2 8-6 16,3 7 34-16,-5 3-45 15,-12 3 0-15,-10 40 27 16,-6 17-59-1,6 25 32-15,1 17-8 0,13 11-30 16,17 16 43-16,17 2-37 16,23 1-3-16,15 2 5 15,16 9 3-15,0 12 7 16,35 3-20-16,43-5 1 16,24-24-7-16,9-20 7 15,16-29-1-15,15-17 0 0,28-16 4 16,21-16-17-16,24-23 13 15,23-8 0-15,-9-23-22 16,-10-40 8-16,-30-15 0 16,-31-9-13-16,-30-11 27 15,-22-10 6-15,-35-7-6 16,-41-23-2-16,-30-10-30 16,-21-17 9-16,-80-14-12 15,-36-12 12-15,-31 3-101 16,-25 24-5-16,-15 47-68 0,-11 59-91 15,-15 39-275 1</inkml:trace>
  <inkml:trace contextRef="#ctx0" brushRef="#br0" timeOffset="158021.66">4687 13908 48 0,'0'0'346'0,"0"0"-226"0,0 0-66 15,0 0 71-15,0 0 13 16,0 0-45-16,0 0-16 15,15-11 44-15,-15 7-34 16,-15 2-23-16,-15-2 25 16,-10 2-70-16,-12-3 42 15,7 5-9-15,-7 0-34 16,7 0 44-16,-12 0-51 0,1 7 38 16,2 5 16-16,-8 6-62 15,-4 2 29-15,0 8-18 16,5 7-7-16,-5 8 26 15,4 4-29 1,-4 6-2-16,0 4 24 0,9 3-15 16,13 3 4-16,1-1-15 15,8 4 8-15,4 0 14 16,7 2-12-16,3-2 4 0,7 1-4 16,-3-4 4-1,3 0-7-15,3 0-7 0,6-9 3 16,5 0 0-16,0 0-3 15,0-8 0-15,0 3 1 16,5-1 14-16,16-1-11 16,0 4-4-16,-2-6 3 15,2-1-6-15,-2-2 3 16,7-4 0-16,0-1-3 16,5-8 16-1,-1 5-16-15,6-6 3 0,4 3 0 16,0-1-7-16,2-4 7 15,3 5 0-15,0-5-4 0,2-2 18 16,3 3-19-16,11-6 5 16,5-10 0-16,12 2-10 15,12-7 10-15,2-3 0 16,-5-3 0-16,5 0 13 16,-11 0-17-16,6 0 4 15,-7-9 0-15,-2-13-6 16,2-7 6-16,-2-7 0 15,2 4-7-15,-9-2 24 16,-5-4-27-16,0 0 10 16,-9-1 0-16,-12-7-6 15,2-9 6-15,-7-5 0 0,5-16 0 16,2-1 12-16,-11 8-12 16,-6 0 0-16,-11 2 0 15,-12-3-6-15,-7-5 7 16,0-5-1-16,-21-14 0 15,-36-12 15 1,-18-17-17-16,-8-6 2 0,-14-5 0 16,-14 11-15-16,-25 17 15 15,-37 36-14-15,-37 28-62 16,-33 33-108-16,-16 9-130 16,-27 44-216-16</inkml:trace>
  <inkml:trace contextRef="#ctx0" brushRef="#br1" timeOffset="-28208.44">5261 14103 377 0,'0'0'303'0,"0"0"-227"0,0 0 10 16,0 0 30-16,0 0-17 15,-309-138-24-15,207 113 13 16,-30 8-6-16,-31 11-21 16,-16 6 60-16,2 17-49 15,-7 46 8-15,2 30-46 16,7 26-27-16,20 36 76 15,32 25-75 1,26 25-1-16,45 16 21 0,38 2-26 16,14-8 14-16,50-24-16 15,63-26 5-15,29-29-7 16,25-28 2 0,31-34 0-16,31-31-9 0,31-43 18 0,21-15-9 15,-7-70 0-15,-34-27 19 16,-42-22-27-16,-42-10 8 15,-47-18 0-15,-43-10-10 16,-57-16 19-16,-9-12-10 16,-101-3 1-1,-62 5-28-15,-40 29 23 0,-42 37-19 16,-20 47-12-16,6 45 21 16,20 37-115-16,46 6-119 15,35 60 16-15,11 14-148 0</inkml:trace>
  <inkml:trace contextRef="#ctx0" brushRef="#br1" timeOffset="-8397.6">18633 19045 1238 0,'0'0'0'0,"0"0"-36"15,0 0 36-15,0 0 9 16,0 0-9-16,0 0-151 16,-12-85-343-16</inkml:trace>
  <inkml:trace contextRef="#ctx0" brushRef="#br1" timeOffset="16111.65">11550 9714 681 0,'0'0'52'0,"0"0"88"15,0 0-9 1,0 0-66-16,0 0 11 0,0 0-40 16,0 0-15-16,0-13 30 15,0 13-27-15,-51-1 18 16,-41-6 6-16,-41 3-31 15,-18-2 12-15,-2 3-16 16,21 1 13-16,9 2 21 16,7-4-46-16,3 2 26 15,16-1-4-15,8 1-17 16,1-2 13-16,1 2-19 0,2 2 1 16,-7 0 8-16,-5 0-1 15,5 0-8-15,5 0 0 16,11 8 8-16,10 3 1 15,5-4-9-15,16 1 0 16,5-2 7-16,2 1 5 16,8-4-12-16,1 0 0 15,8 0 13-15,4-3 42 16,13 0-47-16,4 0 12 16,0 0-11-16,0 0-4 0,0 0-5 15,0 0 0 1,0 0 6-16,0 9-24 0,0 14 0 15,0 17 18-15,30 12 36 16,1 8-26-16,4 0-10 16,-4 0 0-16,0-3 12 15,-10-3-5-15,5-5-7 16,-17 2 0-16,-4-5-3 16,-5-3 10-16,0 3-7 15,0-4 0-15,0-4 4 16,0 2-7-16,0-8 3 15,0-5 0-15,0-6-6 16,10-4 10-16,16-2-4 0,14-5 0 16,33-7-1-16,21-3-5 15,41 0 6 1,16-9 0-16,2-10-12 0,5 5-2 16,-7 5 13-16,-11 3-9 15,-3-3-45-15,-10 7 49 16,-16-9 2-16,-10 5-1 15,-9 1-8-15,0-1 7 16,-11-3 6-16,-10 3 0 16,-3-2 0-16,-28 5 2 0,-14-3-2 31,-17 2 0-31,-4-2 9 0,5-12 20 0,1-2-55 16,-1-12 26-16,-5-7 0 15,-5-10-2-15,0-7 2 16,0-17 0-16,0-1-5 31,-22-7 15-31,-6 1-10 0,2 0 1 0,0 5 8 16,-5 13 1-16,10 16-1 15,2 14-9-15,3 11 0 16,11 12-9-16,5 5 7 16,0 4 2-16,0 0 0 15,0 0 0-15,-5 0-5 16,5 0 5-16,0 0-20 0,0 0 33 15,0 0-13-15,0 0 0 16,0 0-1-16,0 0-7 16,0 0 8-16,0 0 0 15,0 0-6-15,0 0 11 16,0 0-5-16,0 0 6 16,0 0-4-16,0 0-4 15,0 0-3-15,0 0 5 16,0 0-3-16,0 0 7 0,0 0-4 15,0 0 0-15,0 0 4 16,0 0-10-16,-4 0 6 16,4 0 0-16,0 0-5 31,0 0 9-31,0 0-4 0,0 0 0 0,0 0 4 16,0 0-7-16,0 0 3 15,0 0 0-15,0 0-4 16,0 0 8-1,0 0-4-15,0 0 0 0,0 0 3 16,0 0-7-16,0 0 4 31,0 0 0-31,0 0-6 16,-5 0 12-16,5 0-6 0,0 0 0 16,0 0 3-16,0 0-6 15,0 0 3-15,0 0 0 16,0 0-5-16,0 0 9 15,0 0-4-15,0 0 0 16,0 0 4-16,0 0-6 16,0 0 2-16,0 0 0 15,0 0-2-15,0 0 7 16,0 0-6-16,0 0 1 16,0 0 0-16,0 0 2 15,0 0-2-15,0 0 0 16,0 0-8-16,0 0 13 0,0 0-5 15,0 0 1-15,0 0 14 16,0 0-16-16,0 0 1 16,0 0 0-16,0 0 1 15,0 0 6-15,0 0-7 16,0 0 0-16,0 0-8 16,0 0 3-16,0 0-2 15,0 0 7-15,0 0-7 16,0 0 9-16,0 0-2 15,0 0 0-15,0 0-19 16,-5 0-24-16,-2 0-100 0,-2 0-2 16,-13 0-15-1,-13 11-238-15,-15 0-87 0</inkml:trace>
  <inkml:trace contextRef="#ctx0" brushRef="#br1" timeOffset="16611.85">11468 9543 176 0,'0'0'270'0,"0"0"-224"0,0 0 99 15,0 0-3-15,0 0-64 16,0 0-7-16,57-35-40 16,-57 35-12-16,0 0 12 15,-15 9-23-15,-67 29 28 16,-34 24-17-16,-28 16-5 0,-23 13 34 15,-10 7 6-15,-17 4-13 16,1-4 13-16,-1-3-17 16,26-14 5-16,24-9-15 15,17-13-17-15,21-6 23 16,9-2-33-16,5-7 1 16,21-4-2-16,17-7 6 15,11-9-6-15,25-13 1 16,6-2-7-16,12-9-4 15,0 0 4-15,0 0-44 16,0-3-34-16,30-26-52 0,18-13-79 16,-3-9-91-16</inkml:trace>
  <inkml:trace contextRef="#ctx0" brushRef="#br1" timeOffset="16957.45">9323 9526 212 0,'0'0'289'0,"0"0"-232"0,0 0 31 16,0 0 60-16,0 0-26 15,-92-152-32-15,92 152-2 16,35 0-76-16,57 38 4 15,35 25 46 1,24 14-34-16,17 16 1 0,21 14 15 16,14 10 12-16,7 2 10 15,-2 0-37-15,-10-2-12 16,-14-16 14-16,-31-11-26 16,-42-21 3-16,-31-22-8 15,-32-17 5-15,-22-9-13 0,-12-15 8 16,-14-1-23-16,0-5-68 15,0 0-150-15,0-38-252 16</inkml:trace>
  <inkml:trace contextRef="#ctx0" brushRef="#br1" timeOffset="17584.94">12629 9994 819 0,'0'0'52'0,"0"0"22"0,0 0 46 0,0 0-31 15,0 0-48-15,0 0-11 16,-132-148-30-16,189 120 6 16,13 1 5-16,11 10-11 15,1 4 0-15,-6 13-4 16,-10 0 4-16,-14 19 0 15,-22 19-2 1,-25 13 2-16,-5 0-1 0,-35 4 1 16,-38-4 0-16,-12-8 15 15,14-11-13-15,14-13 7 16,17-7-2-16,19-6-3 16,11-3 9-16,6-1-13 0,4-2 0 15,0 0 5 1,0 0 3-16,0 0-3 0,44 0-5 15,23-8 1-15,8-5 10 16,-4 13-11-16,2 0 0 16,-7 0-6-16,0 16 14 15,-4 10-8-15,-27-3 0 16,-21 2 4-16,-14-7 14 16,0-4-13-16,-40 4 17 15,-47 1 25-15,-10-5-42 16,-9-2-3-16,14-12-2 15,16 0-34-15,10 0-71 0,0-14-125 16,9-17-273-16</inkml:trace>
  <inkml:trace contextRef="#ctx0" brushRef="#br1" timeOffset="18135.67">13240 9651 155 0,'0'0'421'0,"0"0"-361"0,0 0 8 15,0 0 68-15,-21-155-18 16,-14 131-61-16,-17 3 21 15,-24 9-45 1,-11 12 53-16,-24 0-14 0,-7 10-34 16,-2 29 15-16,2 13 2 15,0 14-21-15,16 8 23 16,10 16-40-16,21 3 2 16,22 2 26-16,23 1 15 0,26-3-38 15,0-4-19 1,14-4 6-16,43 0-1 0,13-7-8 15,18-4 0-15,8-11-2 16,15-11 12-16,17-9-10 16,-1-16 0-1,10-14 3-15,7-13-7 0,19-11 4 16,19-44 0-16,6-26-4 16,-15-23 15-1,-25-14-11-15,-37-12 0 0,-49-14 5 16,-41 0-8-16,-21 4 3 15,-57 11 0-15,-49 14-8 16,-26 18 11-16,-5 21-8 0,-2 16 2 16,2 23-122-16,-5 14 42 15,-2 23-135 1,3 11-100-16,-6 38-166 0</inkml:trace>
  <inkml:trace contextRef="#ctx0" brushRef="#br1" timeOffset="22698.69">12908 10896 452 0,'0'0'500'0,"0"0"-480"0,0 0-12 15,0 0 115-15,0 0-31 16,0 0-73-16,0 0 26 16,-36 0-36-16,36 0 9 15,12 0 2-15,12 0 3 16,27 0-33-1,37 0 14-15,32 0-4 0,24 0 28 16,2-4-27-16,-23-17-1 16,-21 1 0-16,-20 1 4 15,-32 5-25-15,-20 4 19 16,-30 7-81-16,0 3-1 0,-49 0-53 16,-60 3 23-1,-37 28-13-15,-22 7-66 0,15 1 137 16,21-10 33-16,30-4 23 15,25-4 36-15,22-4 8 16,25-4 23-16,13-4 18 16,17-3-24-16,0-4 73 15,0 8-81-15,43-2-39 16,46-1 61 0,43-7-71-16,22 0 13 0,25-15-4 0,-2-22 3 15,7-4-20-15,-12-7 4 16,-30 3-35-16,-29 0-17 15,-68 7-319-15</inkml:trace>
  <inkml:trace contextRef="#ctx0" brushRef="#br1" timeOffset="26619.65">15565 4961 81 0,'0'0'311'0,"0"0"-143"0,0 0-80 0,-316-3 52 16,245-9-11-16,10 4-22 16,16-1-22-16,23 6 13 15,22-3-26-15,0 4-31 16,0-2 32-16,0 4-42 15,15 0-23-15,62 0-11 16,65 0 9-16,61 6 5 16,52 3-11-16,35-3 5 15,15 0 0-15,11-1-5 16,-5-1 0-16,-32-2 12 16,-55 1-6-16,-78-3 6 0,-72 0-12 31,-55 0 11-31,-19 0 47 0,0 0-55 0,0 0 2 15,-24 0-5-15,-45 0-55 16,-15 0-86-16,17 0-77 16,6 0-100-16,21 0-477 15</inkml:trace>
  <inkml:trace contextRef="#ctx0" brushRef="#br1" timeOffset="27658.97">17326 5221 601 0,'0'0'527'0,"0"0"-453"0,0 0 65 0,0 0 21 15,0 0 12-15,0 0-101 16,-67-44-19-16,56 59-30 15,1 38-21-15,1 21 65 16,2 13-66-16,2-6 3 16,0-9-7-16,5-7 17 15,0-11-27-15,0-16-7 16,0-10-156-16,10-14-101 16,27-14-138-16,-6-2-238 0</inkml:trace>
  <inkml:trace contextRef="#ctx0" brushRef="#br1" timeOffset="28161.8">17788 5444 859 0,'0'0'27'0,"0"0"81"15,0 0 2-15,0 0-54 16,0 0-35-16,0 0 17 15,-97-148-17-15,97 118-21 0,31 3 0 16,9 6-2 0,-4 12 8-16,4 7-11 0,2 2 5 15,-6 8 0-15,-6 37-15 16,-11 18 5-16,-14 7 10 16,-5 3 6-16,0-7 5 15,-40-7-3-15,-10-11 31 16,-11-9-34-16,-1-10 52 15,-4-7-37-15,10-7 0 16,16-7 16-16,9-4-34 0,21-4 37 16,3 0-28-16,7 0-8 15,0 0 15-15,0 0-18 16,0 0-5-16,0 0 0 16,38 0 10-16,21 0-3 15,7-10-2-15,-4 8 0 16,-1-1-1-16,0 3 1 15,-9 0 0-15,-7 0 2 16,-14 0 11-16,-17 0-13 16,-14 0 0-16,0 0 2 15,0 0-17-15,7 0 14 16,-2 0-71-16,14-12-103 16,7-4-147-16,0-4-264 0</inkml:trace>
  <inkml:trace contextRef="#ctx0" brushRef="#br1" timeOffset="29023.81">18576 5687 245 0,'0'0'690'0,"0"0"-672"0,0 0 100 0,0 0 54 16,0 0-73-16,0 0-70 15,-122-45 7-15,122 45 5 16,0 0-40-16,0 0 23 16,4 0-24-16,48 0 0 15,36 0 13-15,23 0-13 16,16 2 0-16,-4 4 3 15,-12-1 12 1,-19-5-15-16,-36 1 0 0,-20-1 3 16,-22 3 8-16,-14-3-2 0,0 0-7 15,0 0 40-15,0 4-29 16,0-4 65-16,0 2-70 16,0-2-7-16,0 0 20 15,0 0-21-15,0 0 0 16,0 0 0-16,0 0 12 15,0 0-12-15,0 4 0 16,0-4 1-16,0 0-8 16,0 0 7-16,0 0 0 15,0 0-3-15,0 0 18 16,0 0-16-16,0 0 1 16,0 0 0-16,0 0-3 15,0 0 3-15,0 0 0 0,0 3-5 16,0-3 19-1,0 0-18-15,0 0 4 0,0 0 0 16,0 0-4-16,0 0 4 16,0 0 0-16,0 0-4 15,0 0 15 1,0 0-14-16,0 0 3 0,0 0 0 16,0 0-4-16,0 0 4 15,0 0 0-15,0 0-3 16,0 0 13-16,0 0-11 15,0 0 1-15,0 0 0 16,0 0-6-16,0 0 6 0,0 0 0 16,0 0-3-16,0 0 13 15,0 0-11-15,0 0 1 16,0 0 0-16,0 0-5 16,0 0 5-16,0 0 0 15,0 0-3-15,0 0 17 16,0 0-18-16,0 0 4 15,0 0 0 1,0 0-8-16,0 0 8 0,0 0 0 16,0 0-6-16,0 0-20 15,0 0-39-15,0 0-36 16,0 0-119-16,0-7-90 0</inkml:trace>
  <inkml:trace contextRef="#ctx0" brushRef="#br1" timeOffset="29939.83">19232 5266 520 0,'0'0'517'0,"0"0"-459"0,0 0 55 16,0 0 105-16,0 0-106 16,0 0-67-16,0-78 14 15,0 78-1-15,5 30 17 16,26 22-33-16,9 16-23 16,-14 6 1-16,-10-5-20 15,-16 3-23-15,0-7-6 16,0-5-262-16,-11-16-56 15,-15-25-183-15</inkml:trace>
  <inkml:trace contextRef="#ctx0" brushRef="#br1" timeOffset="30423.21">19735 5416 679 0,'0'0'203'15,"0"0"-199"-15,0 0 127 16,0 0-16-16,0 0-60 16,0 0 0-16,-75-66-45 15,84 39-10-15,34 2 2 16,6 2 8-16,3 8-10 0,-2 9 0 16,6 6 1-1,-11 0 8-15,-7 6-9 0,-15 26 0 16,-6 11 7-16,-17 5-3 15,0 5 9-15,-35-2-12 16,-32-6-1-16,-6-4 16 16,-2-10-15-16,9-8-1 15,16-8 1-15,24-9 13 16,14-6-14-16,12 0 0 16,0 0 4-16,26-4-9 15,52-13 5-15,12 2 0 16,7 7-8-16,-15 8 18 0,-11 0-10 15,-14 8 0-15,-12 28 0 16,-15 3 28-16,-13-7-13 16,-17 5 19-16,-26-5 36 15,-62-5-41-15,-27-1 3 16,-20-11-32-16,10-12-23 16,7-3-2-16,21 0-145 15,27-20-107-15,8-23-280 16</inkml:trace>
  <inkml:trace contextRef="#ctx0" brushRef="#br1" timeOffset="31142.05">21390 5546 1022 0,'0'0'98'0,"0"0"-35"0,0 0 98 0,0 0-54 15,0 0-100-15,0 0 6 16,-67-6-21-16,119 6 8 15,33-2-3-15,22-4-1 16,6-3-63-16,-21 2-27 16,-26 1-32-16,-40 6-77 15,-26 0-52-15,0 25-105 0</inkml:trace>
  <inkml:trace contextRef="#ctx0" brushRef="#br1" timeOffset="31242.35">21390 5546 576 0,'-26'198'99'15,"21"-198"1"1,5 0 44-16,21 0-69 0,81-9-65 16,56-16-10-16,54-7-19 15,29-4-313-15</inkml:trace>
  <inkml:trace contextRef="#ctx0" brushRef="#br1" timeOffset="31642.33">23200 5510 724 0,'0'0'265'0,"0"0"-187"16,0 0 106-16,0 0-21 15,0 0-34-15,0 0-60 16,-147-34-35-16,147 34-27 16,0 0-6-16,0-4-1 15,62 1 8-15,23-3-8 16,28 2 3-16,3 2 12 15,-13 2-15-15,-27 0 0 16,-15 0 4-16,-25 0-14 16,-10 0 10-1,-7 0-72-15,-3 0-15 0,10 0-128 0,-2 0-83 16,2 0-226-16</inkml:trace>
  <inkml:trace contextRef="#ctx0" brushRef="#br1" timeOffset="31917.91">24177 5221 847 0,'0'0'156'15,"0"0"-112"-15,0 0 144 16,0 0-50-16,0 0-70 16,0 0 26-16,-40-89-61 0,40 89-2 15,0 0 24-15,0 0-18 16,-5 0 3-16,5 9-32 15,0 36-7-15,0 23 114 16,0 19-103-16,0 4-10 31,0-4 1-31,0-9 13 0,0-10-17 0,0-8 1 16,0-15-31-16,0-6-46 16,0-9-126-16,0-7-90 15,-10-23-133-15</inkml:trace>
  <inkml:trace contextRef="#ctx0" brushRef="#br1" timeOffset="35305.16">28446 2462 519 0,'0'0'75'0,"0"0"0"0,0 0 158 0,0 0-96 16,0 0-33-16,0 0-5 15,149-153-21-15,-149 153 8 16,0 0-3-16,-31 15-41 15,-92 58 3-15,-61 25-19 16,-45 30 0-16,5 10 39 16,26-10-53-16,26-10 27 0,14-10-39 15,25-19 15-15,41-25-17 16,22-19 2 0,29-25-13-16,20-11-70 0,2-9-134 15,-2 0-57-15,0-21-80 16</inkml:trace>
  <inkml:trace contextRef="#ctx0" brushRef="#br1" timeOffset="35540.36">26971 2474 459 0,'0'0'395'16,"0"0"-347"-16,0 0 137 16,0 0-9-16,0 0-33 15,0 0-75-15,0-122-64 16,35 142 20-16,36 40-14 15,31 21 37-15,-1 6-8 16,-4-1-39-16,-10-9 22 16,-11-2-22-16,-5-6 9 15,2-13-19-15,-19-6 10 16,3-5-50-16,-17 0-102 16,-19-9-197-16,-21-13-345 0</inkml:trace>
  <inkml:trace contextRef="#ctx0" brushRef="#br1" timeOffset="35871.03">27103 3775 398 0,'0'0'507'0,"0"0"-463"15,0 0 105 1,0 0 0-16,0 0-22 16,0 0-74-16,-40-39-39 0,111 27 25 0,40-1-35 15,38 1 24-15,13 1 8 32,-20 5-33-32,-15 3 28 0,-30 1 37 0,-26 2-67 15,-24 0 20-15,-28 0-21 16,-19 0 0-16,5 0-7 15,-5 0-56-15,0 0-1 16,0-4-135-16,12 4-111 16,-3-6-38-16,12 0-158 15</inkml:trace>
  <inkml:trace contextRef="#ctx0" brushRef="#br1" timeOffset="36059.56">28212 3510 112 0,'0'0'676'15,"0"0"-557"-15,0 0 118 16,0 0-10-16,-9-159-104 15,-3 146-26-15,12 11 78 32,0 2-152-32,0 0 43 0,0 2-66 0,0 41 0 15,0 14 9-15,0 15 4 16,31-4-10-16,9-1-3 16,-9 4-25-16,-19-7-32 0,-12-5-337 15,-67-13-277 1</inkml:trace>
  <inkml:trace contextRef="#ctx0" brushRef="#br1" timeOffset="39042.09">14099 7978 966 0,'0'0'75'0,"0"0"12"0,0 0 137 0,0 0-66 0,0 0-60 16,0 0-67-16,0 0-22 15,-141-28 18-15,141 28-24 16,4 0 17-16,51 0-20 15,32 0 2-15,31 3 1 16,2 4-3-16,-6-5 0 16,-29-2-3-16,-29 0 3 0,-30 0-28 15,-12 0-36-15,-6 0-120 16,1 0-6-16,0 0-132 16,-9 0-171-16</inkml:trace>
  <inkml:trace contextRef="#ctx0" brushRef="#br1" timeOffset="39905.01">15024 7829 407 0,'0'0'467'0,"0"0"-413"0,0 0 107 16,0 0-10-16,0 0-33 16,0 0-22-16,-25-62-47 15,20 62 20 1,5 0-38-16,0 0 19 0,0 14-16 16,0 34-28-16,0 11 46 15,0 9-37-15,0-5-3 16,0-6-8-16,0-9-4 15,0-16 0-15,0-13-6 0,0-11 9 16,0-4-3 0,0-4 0-16,0 0 6 0,0-15-5 15,0-33-1-15,-24-15 0 16,-2-11-10-16,5 5 10 16,12 13 0-16,4 10-8 15,5 22 18-15,0 10 4 16,0 11-14-16,0 0 0 15,0 3 6-15,0 0-2 16,0 0-4-16,0 44 0 16,0 16 5-16,0 14-2 0,0-5-3 15,0-7 0-15,0-10-6 16,0-13 10-16,0-15-4 16,0-16 0-16,0-4 5 15,0-4-10 1,0 0 5-1,0-9 0-15,0-37-9 16,-21-17 9-16,-1-5 0 16,8 6-3-16,9 15 12 15,1 16-11-15,-3 13 2 16,7 12 0-16,0 4 23 16,-5 2-20-16,5 0 25 15,-5 0-25-15,5 0 9 0,0 28-11 16,0 27 0-1,0 10-1-15,5 1 13 0,11-12-8 16,-6-3-5-16,-1-10 0 16,-9-10 6-16,7-11-17 15,-7-8 11-15,5-9-83 16,-5-3-74-16,5 0-90 16,0 0-65-16,9 0-60 15</inkml:trace>
  <inkml:trace contextRef="#ctx0" brushRef="#br1" timeOffset="40344.02">15763 7799 422 0,'0'0'392'0,"0"0"-335"0,0 0 76 16,0 0 18-16,0 0-20 15,0 0-82-15,0-58-7 16,0 77-12-16,-40 25-11 16,-33 19 60-16,-7 3-63 15,-3-3-9-15,8-10 28 16,4-6-29-16,9-7-1 16,22-17-5-16,10-10 12 0,20-9-10 15,10-4-2-15,0 0 0 16,0 0-8-16,0 0 9 15,0 0-1-15,0 0 0 16,5 0 4-16,35 0-5 16,10 0 1-16,11 0 0 15,0 0 4-15,5 23 4 16,-9-1-8-16,-7 10 0 16,-3-6 11-16,-12-3-8 15,-9-4-3-15,-7-7 0 16,-3-3-11-16,-6-3-31 0,-1-1-123 15,3-2-107 1,-2-3-167-16</inkml:trace>
  <inkml:trace contextRef="#ctx0" brushRef="#br1" timeOffset="40815.77">16221 7909 630 0,'0'0'21'16,"0"0"49"-16,0 0 45 0,0 0 7 0,0 0-99 15,0 0 22-15,-16-59 27 16,16 59-7-16,0 0 29 16,0 0-37-16,0 0-16 15,0 0 27-15,-5 0-56 16,0 3 4-16,-9 26-5 15,-7 16-8-15,-1-1 18 16,8 1-21-16,5-2 0 16,9-9-1-16,0 3 4 15,0-1-3-15,0-6 0 16,5-1 6-16,30 1-9 0,5 0 3 16,12-10 0-1,-2 2-5-15,11-10 5 0,-9-9 0 16,-3-3-1-16,-1 0 1 15,-8 0-5-15,5-21 5 16,-10-15 0-16,0-7 5 16,-4-12 0-16,-19-5-5 15,-7 1 2-15,-5 4 5 16,0 11 15-16,-5 10-22 16,-31 2 4-16,-6 2-12 15,-12 10-2-15,-12 8-40 0,-8 8-60 16,-1 4-93-16,-5 4-40 15,2 22-190-15</inkml:trace>
  <inkml:trace contextRef="#ctx0" brushRef="#br1" timeOffset="47522.89">15072 9833 463 0,'0'0'568'0,"0"0"-517"0,0 0-32 16,0 0 114-16,0 0-33 15,0 0-96-15,0 0 13 16,229-47-17-16,-57 31 10 0,0 4-9 15,-9 3-1-15,-26 4 0 16,-29 2-7-16,-41 3 7 16,-37 0-10-16,-30 0-19 15,0 0 7-15,-97 0 14 16,-42 0-13-16,-33 8 21 16,-5 7-1-16,14 1 13 15,26-5-9-15,33-1 16 16,45-2-8-16,29-5 29 15,30 3-40-15,0 3 3 0,45 4-11 16,73-5 10 0,44-8-5-16,25 0-3 0,18-2-61 15,-14-26-1 1,-16 7-29-16,-33-6-74 0,-41 3-312 16</inkml:trace>
  <inkml:trace contextRef="#ctx0" brushRef="#br1" timeOffset="49524.77">17031 10558 861 0,'0'0'91'0,"0"0"-47"0,0 0 120 16,0 0 26-16,0 0-118 16,0 0 5-16,-48-78-25 15,44 78-33-15,4 0 33 16,-5 0 1-16,-21 33-40 0,5 21-3 31,2 12-4-31,14 2-6 0,5-13 0 0,5-9-12 16,51-6-2-16,3-18-26 15,8-7 27-15,20-15 6 16,10 0-31-16,-1-23 20 16,1-25 13-16,-26-8 1 15,-19-4-2-15,-33-5 6 16,-19-4 0-16,0 6 26 0,-62 7-20 15,-8 10 12 1,-11 14 7-16,15 11-24 0,5 15 23 16,4 6-24-16,12 0-18 15,-7 12 15 1,12 29-127-16,10 19-97 0,8 9-38 16,4 3-199-16</inkml:trace>
  <inkml:trace contextRef="#ctx0" brushRef="#br1" timeOffset="49838.79">17916 10739 1099 0,'0'0'17'0,"0"0"49"0,0 0 134 16,0 0-106-16,0 0-49 15,0 0-42-15,23-32-3 16,86 29 12-16,32-3-3 16,13-2 4-16,-13-3-13 15,-9 5 0-15,-18-2-2 16,-34 2 2-16,-28 0-2 15,-21 3-62-15,-27 3-127 0,1 0-78 16,-5-5-133-16</inkml:trace>
  <inkml:trace contextRef="#ctx0" brushRef="#br1" timeOffset="50160.11">18536 10456 657 0,'0'0'137'0,"0"0"-30"16,0 0 114-16,0 0-61 0,0 0-47 15,0 0 48 1,-87-57-57-16,87 57-79 0,0 0 46 16,0 0-71-16,0 0 13 31,0 28-7-31,0 32 5 0,0 26 38 0,0 14-39 16,0 6-10-16,0-6 14 15,5 0-6-15,11-11-8 16,-6-15 0-16,4-13 9 15,-2-16-13-15,-8-19 4 16,1-12 0-16,-5-8-16 16,0-6 9-16,5 0-19 15,-5 0-12-15,0 0-75 16,0-8-90-16,0-22-88 16,-19-6-158-16</inkml:trace>
  <inkml:trace contextRef="#ctx0" brushRef="#br1" timeOffset="52663.52">19294 10421 937 0,'0'0'98'0,"0"0"28"0,0 0 83 16,0 0-91-16,0 0-45 16,0 0-13-16,0-49-43 0,0 49 110 15,0 0-81-15,0 0-34 16,0 12 40-16,5 25-47 15,16 14 13-15,-7 4-13 16,-9 6 12-16,-5 1-18 16,4-1 1-16,3-14 0 15,-2-9-19-15,0-4 10 16,4-13-50-16,8-4-146 16,-3-11-50-16,12-6-33 15,-17 0-137-15</inkml:trace>
  <inkml:trace contextRef="#ctx0" brushRef="#br1" timeOffset="53024.79">19629 10415 754 0,'0'0'73'0,"0"0"10"16,0 0 107-16,0 0-32 16,0 0-48-16,0 0-47 15,0-54-48-15,-5 60 11 16,5 33-17-1,-4 14-8-15,4 13 11 0,0-1-1 16,0-8-12-16,14-3 1 16,21-12-1-16,8-15-16 0,1-7-2 15,1-11-24-15,12-9 20 16,9 0-23-16,0-29 37 16,-5-17-5-1,-16-9 14-15,-19-11-4 0,-14-4 8 16,-12 2-4-16,-12 2 31 15,-49 16-23-15,-15 11 37 16,6 18-3-16,-6 16-33 16,15 5 5-16,4 0-14 15,12 9-22-15,19 19-45 16,10 12-122-16,16 5-81 16,-5-7-229-16</inkml:trace>
  <inkml:trace contextRef="#ctx0" brushRef="#br1" timeOffset="53291.82">20717 10618 1109 0,'0'0'103'0,"0"0"-87"0,0 0 38 0,0 0 51 0,0 0-97 16,0 0 9-16,281-42-17 15,-144 36-32-15,-10 0 1 16,-35 3-108-16,-26 3-102 16,-40 0-82-16,-26 0-237 15</inkml:trace>
  <inkml:trace contextRef="#ctx0" brushRef="#br1" timeOffset="53417.33">20597 10824 499 0,'0'0'318'15,"0"0"-283"-15,0 0 18 16,0 0 15-16,0 0-28 16,396-45-40-1,-214 11-76-15,-12 0-280 0</inkml:trace>
  <inkml:trace contextRef="#ctx0" brushRef="#br1" timeOffset="54077.03">17045 11182 813 0,'0'0'143'0,"0"0"-93"0,0 0 155 15,0 0-40-15,0 0-104 0,0 0-12 16,-118-28-49-16,118 28-6 16,56 0-3-16,41 0-15 15,21 0-21-15,10 0-84 16,-18 0-104-16,-27 0-96 15,-33-6-293-15</inkml:trace>
  <inkml:trace contextRef="#ctx0" brushRef="#br1" timeOffset="54203.36">16993 11211 707 0,'0'0'111'0,"0"0"-48"15,0 0 87-15,0 0-27 16,0 0-105-16,0 0-18 0,-55 24 0 15,214-24-26-15,48 0-96 16,13-12-350-16</inkml:trace>
  <inkml:trace contextRef="#ctx0" brushRef="#br1" timeOffset="54660.14">19440 11291 559 0,'0'0'357'15,"0"0"-309"-15,0 0 103 16,0 0-2-16,0 0-114 16,0 0-20-16,-45-29-10 0,137 17-5 15,24-7 3 1,7 4-10-16,-22 2-26 0,-23 1-45 16,-33 9-32-16,-36 3-26 15,-9 0-61-15,-26 0-1 16,-54 20 94-16,-21 3 84 15,-1 2 20-15,10-4 62 16,21-7 87-16,19-8-38 16,26 0 17-16,22-2-58 15,4-1-37-15,0 3-11 0,66-6-12 16,35 0 28 0,39 0-38-16,15-28-46 0,-6-6-253 15</inkml:trace>
  <inkml:trace contextRef="#ctx0" brushRef="#br1" timeOffset="57538.32">12695 9394 198 0,'0'0'721'0,"0"0"-673"0,0 0 55 15,0 0 22-15,0 0-21 0,0 0-74 16,0 0-3-16,-35 72 46 15,35-44-70-15,4-14 16 16,1-11-17-16,5-3 9 16,6 0 7-16,15-39-17 15,18-50 2-15,34-57-3 16,14-43-6 0,18-23-85-16,25-13-131 0,6 13-245 0</inkml:trace>
  <inkml:trace contextRef="#ctx0" brushRef="#br1" timeOffset="59375.98">18510 2724 70 0,'0'0'362'0,"0"0"-308"0,0 0 12 0,45-184 124 16,-28 148-7-16,-3 13-96 15,-2 4 24-15,-12 15-47 16,0 4 20-16,0 0 6 16,0 0-36-16,-26 40 24 15,-83 49-28-15,-37 25 103 16,-27 18-98-16,11-13-48 15,18-13 8-15,28-11 5 16,7-10-5-16,29-19-24 16,24-23 9-16,30-15-145 15,26-13-122-15,0-15-183 16,0-22-251-16</inkml:trace>
  <inkml:trace contextRef="#ctx0" brushRef="#br1" timeOffset="59579.88">17385 2435 269 0,'0'0'836'0,"0"0"-811"16,0 0 54-16,0 0 125 15,0 0-146-15,0 0-40 16,-15-123-8-16,96 171-6 16,22 18 63-16,-1 21-46 15,-10 11-20-15,2-3 10 0,-2-2-11 16,10-12-2-1,11-9-28-15,19-12-149 0,10-16-141 16,-29-21-265 0</inkml:trace>
  <inkml:trace contextRef="#ctx0" brushRef="#br1" timeOffset="59909.73">17691 3562 922 0,'0'0'102'0,"0"0"-25"16,0 0 148-16,0 0-22 15,0 0-130-15,0 0 50 16,-21-124-48-16,16 124-55 15,5 27 13-15,-4 29-27 16,-1 22 13-16,0 5-10 16,-2-3-9-16,7-8-7 15,0-6-9-15,0-15-188 16,57-17-41-16,4-34-174 16,-4 0-269-16</inkml:trace>
  <inkml:trace contextRef="#ctx0" brushRef="#br1" timeOffset="60176.47">18026 3521 987 0,'0'0'71'16,"0"0"34"-16,0 0 108 15,0 0-117-15,0 0-21 16,0 0-72-16,-87-22 8 16,78 76-3-16,9 15-4 15,0 3-4-15,0-4 0 16,40-11 7-16,21-12-25 0,1-18 14 15,4-16-37 1,-5-11 37-16,0-2-25 0,1-42 29 16,-22-19 3-16,-19-10 10 15,-21-3-3 1,-7 12-10-16,-59 21 0 0,-24 18-10 16,-32 25-48-16,-15 12-168 15,-31 38-246-15</inkml:trace>
  <inkml:trace contextRef="#ctx0" brushRef="#br1" timeOffset="64371.57">13656 12478 226 0,'0'0'375'0,"0"0"-328"15,0 0-11-15,0 0 92 16,0 0-70-16,0 0 12 0,0 0-39 15,4 0-30-15,58-2 28 16,46-16-27-16,43 0 5 16,33 1-10-16,5 4 4 15,-16 13-2-15,-37 0 0 16,-22 0-51-16,-29 0-31 16,-19 13-54-1,-19-7 6-15,-28-3 23 0,-19-3 19 16,0 0 9-16,-62 0 75 0,-27 2 5 15,-25 4 29 1,-18 4-13-16,-21 1 25 0,2 0 38 16,-7 6-2-16,9-6 20 15,12 1 10 1,17 3-19-16,28-7 18 0,26 1-29 16,40-5-32-16,21-2-15 15,5 5-17-15,31 2-13 16,58-3 28-16,55 0-20 15,33-6 2-15,29 0-10 16,1-15 0-16,-8-10 4 16,-27 2 8-16,-45 8-4 15,-44 6 10-15,-52 9-4 0,-27 0-7 16,-4 0-3 0,0 0-4-16,0 0 28 0,0 0-13 15,-21 0 8-15,2 0-16 16,3 0 10-16,2 0-24 15,6 0 7 1,8 0-17-16,0 0-4 0,0 0-116 16,0 0-42-16,0 0-234 15</inkml:trace>
  <inkml:trace contextRef="#ctx0" brushRef="#br1" timeOffset="65443.43">15168 13553 882 0,'0'0'70'0,"0"0"-13"0,0 0 50 0,0 0-54 16,0 0-24-16,5-171-8 0,61 136-13 15,10 10-8-15,-10 17 0 16,-19 8 9-16,-19 0-19 16,-2 19 10-16,-14 27 0 15,-7 14 29-15,-5 3-29 16,-5-6 18-16,-47-9 39 16,-9-10-22-16,16-15 34 15,14-6 7-15,10-11-33 16,21-6 10-16,0 0-47 15,0 0 34-15,0 0-34 16,0 0 9-16,0 0-12 0,0 0-3 16,0 0 0-16,0 0-18 15,0 0 15-15,47 0 3 16,29 0-11-16,35 0 11 16,21 0-2-16,7-12-120 15,-7-1-75-15,-21-5-64 16,-19-5-153-16</inkml:trace>
  <inkml:trace contextRef="#ctx0" brushRef="#br1" timeOffset="65789.01">16195 13388 610 0,'0'0'108'16,"0"0"-2"-1,0 0 10-15,0 0 27 0,0 0-90 16,0 0 7-16,-71-61 2 15,67 61-23-15,-1 0 33 16,-2 0-41-16,-12 0-26 16,-12 32 25-16,1 19-29 15,-1 2 5-15,26 0-6 16,5 2 7-16,0-7-11 16,10-5 4-16,30-6-1 0,7-8-19 15,7-10 11-15,3-13-6 16,4-6 12-16,1 0 3 15,-6-34 3-15,-6-19-3 16,-10-13 0-16,-19-8 24 16,-16-4-23-1,-5 6 13-15,-5 6-3 0,-35 20 2 16,-12 18-26-16,-2 23-18 16,-19 5-97-16,-12 39-147 15,-24 7-207-15</inkml:trace>
  <inkml:trace contextRef="#ctx0" brushRef="#br1" timeOffset="67175.03">19955 12553 542 0,'0'0'174'0,"0"0"-34"0,0 0-19 15,-340 13-12-15,274-10 19 0,23 0-53 16,34 0 0-16,9-3-22 16,0 0-45-16,0 0 60 15,0 5-68-15,56 5 0 16,41 1 33-16,40-2-10 15,21-7-19-15,-7-2 11 16,-7 0-7-16,-12 0 2 16,-4 0-5-16,-13-8 12 15,-13-1 11-15,-36 0-27 16,-19 3-1-16,-33 6 6 0,-2-2 8 16,-12 2-14-1,0 0 0-15,0 0 0 0,-12 0-17 16,-63 0-19-16,-43 0 5 15,-38 12 19-15,-23 10-23 16,-10-3 34-16,2 6 1 16,3-8 0-16,26-2 7 15,43-4-1-15,41-7-6 16,46-1 30-16,21 0-27 16,7-3 19-16,0 3-22 15,21 3 4-15,55 0-2 16,42 3 17-16,35-9-12 15,15 0 5-15,4 0-1 0,-4-3-7 16,-10-12-4-16,-21-1 1 16,-10 5-2-16,-35 1 1 15,-35 5 0 1,-27 1-6-16,-30 4 17 0,0 0-24 16,0 0-11-16,-30 0-60 15,-43 13-91-15,-34 11-131 16,-25 0-94-16</inkml:trace>
  <inkml:trace contextRef="#ctx0" brushRef="#br1" timeOffset="69303.9">16736 13282 542 0,'0'0'384'0,"0"0"-354"0,0 0 95 0,0 0 18 0,0 0-72 16,0 0-5-16,-43-27-47 15,43 27-7-15,0 0 26 0,31 12-37 16,35 14 33-16,26 3-6 15,9-4-25-15,13-7 16 16,-13-7-19-16,-25-5 0 16,-20-6-9-16,-30 0 12 15,-16 0-3-15,-6 0 0 16,-4 0 2 0,0 0 5-16,0 0-6 0,0 0-1 15,0 0 23-15,0 0-14 16,0 0 42-16,0 0 21 15,0 4-68-15,0-4 30 16,0 2-30-16,-21 11 1 16,-38 23 1-16,-23 15 11 15,-20 8-16-15,10-6-1 0,16-2 4 16,10 0-20-16,0 6 8 16,5 9-98-16,9-4-89 15,12-3-124-15,19-17-116 16</inkml:trace>
  <inkml:trace contextRef="#ctx0" brushRef="#br1" timeOffset="69900.77">18088 13255 549 0,'0'0'180'0,"0"0"-9"0,0 0 33 0,0 0-82 16,0-153 0-16,0 144 30 0,0 7-75 15,0 2 32 1,0 0-25-16,0 0-81 0,-10 0 5 16,10 0-8-16,-7 11 14 15,7 29-13-15,0 13-1 16,-4 7 0 0,4-7-1-16,0-7 1 0,-5-14 0 15,5-8 0-15,0-12 6 16,0-6-26-16,0-1 17 15,0-5-24-15,0 0 12 16,0 0-4-16,0 0 19 16,0 0 0-16,0 0-27 15,0-29 18-15,31-8-49 0,25-1 55 16,10 2-18-16,15 13 21 16,-4 10 0-16,-1 8-1 15,-10 5 11-15,-9 0-11 16,-3 21 2-16,-12 14 22 15,-11-2 39-15,-17-3-54 16,-14-2-1-16,0 1-7 16,-9 3 14-16,-57 8-8 15,-17-1-6-15,-14-7-21 0,12-3-91 16,-2-4-139-16,16-16-26 16,10-9-175-16</inkml:trace>
  <inkml:trace contextRef="#ctx0" brushRef="#br1" timeOffset="70246.22">18088 13073 855 0,'0'0'131'0,"0"0"-64"0,0 0 104 0,0 0-22 15,0 0-36-15,0 0-62 16,-21-60-35-16,21 60 68 0,0-3-59 15,0 1-8-15,61-11-17 16,71-7 9-16,43-8-5 16,6 2-4-16,-27 5 0 15,-43 5 37-15,-45 7-22 16,-35 4 14 0,-20 5 20-16,-11 0-47 0,0 0 51 15,0 0-44-15,0 0-3 16,0 0-2-16,0 0-4 15,0 0-16-15,-16 11-40 16,-24 19-137-16,0 9-103 16,-8 0-68-16,13-12-230 15</inkml:trace>
  <inkml:trace contextRef="#ctx0" brushRef="#br1" timeOffset="70607.12">20580 13628 975 0,'0'0'106'0,"0"0"-88"0,0 0 118 16,-387 32-13-16,57 16-37 16,-93 15-21-16,-101 8-29 15,-80 18-13-15,-78 17-18 16,-31 6-5-16,17 2 0 15,75-6-91-15,138-13-52 0,147-12-83 16,138-23-178-16</inkml:trace>
  <inkml:trace contextRef="#ctx0" brushRef="#br1" timeOffset="71424.15">19211 12407 803 0,'0'0'75'0,"0"0"-17"0,0 0 67 0,0 0 40 15,-335-167-121-15,106 147-7 16,-49 11 72-16,-55 9-59 16,-52 17 20-16,-54 49 0 0,-49 40-14 15,-31 35 22 1,25 21-40-16,67 8-33 0,106 4 22 16,128 6-27-16,117 6 0 15,76-1 0-15,153-7 3 16,142-31-12-16,128-33 9 15,120-46 0-15,99-50-15 16,49-24-31-16,22-72-17 16,-52-38 33-16,-102-39 26 15,-132-31 8-15,-151-31 22 16,-148-18-23-16,-128-11-3 0,-149 18-26 16,-226 24-13-1,-210 50-72-15,-194 51-166 0,-132 47-120 16</inkml:trace>
  <inkml:trace contextRef="#ctx0" brushRef="#br1" timeOffset="73896.88">5049 13789 600 0,'0'0'228'0,"0"0"-120"0,0 0 82 16,0 0-15-16,0 0-74 16,-265-135 26-16,147 135-76 15,-9 0 58-15,-24 52-29 0,-12 25-64 16,-12 27 29-1,-2 23-29-15,10 24-16 0,13 13 41 16,32 15-32-16,46-7-9 16,50-5 1-1,26-11 19-15,47-19-27 16,74-16 7-16,41-18 0 0,37-28-19 16,30-28 19-16,21-29 0 15,9-18 0-15,6-31 11 16,-20-40-13-16,-37-21 2 15,-45-18 0-15,-57-20-15 0,-66-16 15 16,-40-9 0 0,-45-8-1-16,-96 12 1 0,-65 19-9 15,-42 27-16-15,-28 33-92 16,7 31-66-16,36 26-159 16,39 8-62-16</inkml:trace>
  <inkml:trace contextRef="#ctx0" brushRef="#br1" timeOffset="74589.44">5358 16614 389 0,'0'0'671'0,"0"0"-592"0,0 0-32 16,0 0 107-16,0 0-4 15,0 0-88-15,0-25 29 16,0 25-63-16,0 9-26 15,21 42 31 1,14 14-6-16,5 4 29 0,3-11-56 16,-19-25 13-16,-13-19-4 0,-6-8-9 15,-5-6 0 1,5 0 17-16,4 0-8 0,62-65 1 16,82-70-10-16,86-57 3 15,77-48-18 1,31 0-29-16,-21 31-63 0,-53 43 34 15,-58 55-87-15,-78 42-158 16,-76 41-417-16</inkml:trace>
  <inkml:trace contextRef="#ctx0" brushRef="#br1" timeOffset="75236.22">5613 17478 460 0,'0'0'292'0,"0"0"-183"0,0 0 31 0,0 0-24 15,0 0 24-15,0 0-15 16,-36-20 5-16,31 20-9 16,1 0-79-16,-1 0-7 15,-7 3 17-15,-2 48-44 16,-7 23 3-16,7 4 7 0,-3-18-8 16,17-31-2-16,0-24-8 15,0-5 0-15,0 0 5 16,52-26 4-16,90-67-9 15,82-49 0-15,76-43-17 16,42-18-39-16,2-6-128 16,-18-11-256-16,-45 2-657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5T06:42:30.4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29836 15119 920 0,'0'0'8'0,"0"0"4"0,0 0-9 0,0 0 72 15,0 0 9-15,0 0-70 16,0 0 10-16,229-204-4 16,40 52-18-16,36-22 40 15,20-15-25 1,-13 9-11-1,-43 29 1-15,-61 41-7 16,-76 48-8-16,-66 31-38 16,-50 31-45-16,-16 0-26 0,-35 54-145 15,-78 32 96-15,-50 31-103 16</inkml:trace>
  <inkml:trace contextRef="#ctx0" brushRef="#br0" timeOffset="205.14">29612 15567 391 0,'0'0'284'16,"0"0"-207"-16,-286 97-43 0,286-97 55 16,45-19-7-16,130-72-62 15,99-51 38-15,87-49-51 16,56-30 11-16,20-16 16 16,2 3-17-16,-47 28 10 15,-78 35-27-15,-85 46-16 16,-97 41-46-16,-80 26-264 15,-52 10-141-15</inkml:trace>
  <inkml:trace contextRef="#ctx0" brushRef="#br0" timeOffset="13115.76">19797 17228 385 0,'0'0'223'0,"0"0"-117"0,0 0 72 0,4-196-14 16,-49 124 5-16,-42-8-79 0,-45-5 4 15,-45 13 14-15,-52 18 38 16,-52 28-78-16,-49 26 0 15,-31 26-62-15,-15 53 34 16,-1 27-30-16,51 32 7 16,62 17 19-16,70 19-30 15,88-2 1-15,59 2-7 16,47-5 11-16,31-14-8 16,112-11-3-16,75-17 0 15,67-24-1-15,50-26 1 16,48-45 0-16,8-29 0 15,-8-6 1-15,-27-55-12 16,-66-36 11-16,-51-18 0 16,-62-26-12-16,-50-8 14 0,-56-10-2 15,-45-13 0-15,-26-8 6 16,-76-4-11-16,-68 13 5 16,-42 28 0-16,-48 31-5 15,-42 37 12-15,-33 35-7 16,-33 37 0-16,-3 16 8 15,3 67 1-15,28 40-9 16,38 35 0-16,64 17 3 16,63 8 6-16,83-5-9 0,66-1 0 15,26-8 6 1,125-4-8-16,90-19 2 0,80-39 0 16,70-42-6-16,41-53 8 15,10-18-2-15,-20-68 0 16,-70-42 5-1,-88-33-3-15,-92-24-2 0,-94-39 0 16,-78-26-8-16,-56-22-73 16,-121 3-187-16,-74 34-144 15,-53 59-322-15</inkml:trace>
  <inkml:trace contextRef="#ctx0" brushRef="#br0" timeOffset="15209.85">19074 18854 1190 0,'0'0'24'0,"0"0"-3"16,0 0 26-16,0 0 87 16,0 0-31-16,0 0-103 15,0 0 37-15,203-60-61 0,17 28 40 16,25-10-30-16,-11 5 14 15,-52 13-97-15,-69 16 31 16,-68 8-60-16,-45 0-5 16,-66 29 83-16,-97 31 48 15,-71 20 9-15,-35-7 6 16,14-14 4-16,48-17 63 16,63-25-25-16,63-2 4 15,51-15 52-15,30 0-113 16,115-12-19-16,161-48-17 15,170-29-27-15,156-36-226 0,76-27-482 16</inkml:trace>
  <inkml:trace contextRef="#ctx0" brushRef="#br0" timeOffset="20928.25">31819 15373 12 0,'0'0'884'0,"0"0"-854"0,0 0 24 15,0 0 54-15,0 0-89 0,0 0 9 16,0 0-13-16,42-97-9 15,3 95 21-15,-10 2-16 16,1 0 11-16,9 19 31 16,7 19-30-16,-8 15 29 0,-6 8-38 15,-14-2-9-15,-12 1 8 16,-12 0-13-16,0-1-6 16,0-8-8-16,0-4-59 15,0-3-55-15,-31-13-74 16,-21-17-171-16</inkml:trace>
  <inkml:trace contextRef="#ctx0" brushRef="#br0" timeOffset="21086.31">31637 15773 731 0,'0'0'60'0,"0"0"-34"16,0 0 11-16,0 0 40 15,0 0-49-15,0 0-28 16,290-96-54-16,-134 70-72 15,-7 1-137 1,-34 0-40-16</inkml:trace>
  <inkml:trace contextRef="#ctx0" brushRef="#br0" timeOffset="21291.33">32730 15429 563 0,'0'0'200'0,"0"0"-128"15,0 0 54-15,0 0 15 16,0 0-70-16,0 0-23 15,0-2-6-15,0 46-28 16,0 9 70-16,-10 13-81 16,10-3 11-16,0 0-28 15,0 6-20-15,0-10-86 16,14-5-55-16,-2-19-158 16,-12-23-189-1</inkml:trace>
  <inkml:trace contextRef="#ctx0" brushRef="#br0" timeOffset="21652.51">32746 15542 231 0,'0'0'463'0,"0"0"-458"15,0 0 3-15,121-169 77 16,-44 142-63-16,8 12 0 16,-7 15-22-16,-28 0 0 15,-15 2 10-15,-18 35 6 16,-17 11-1-16,-12 7-11 15,-54 2 7-15,-10-6 2 16,15-13-13-16,7-10 0 16,23-13 27-16,14-7-22 15,8 1-5-15,9-3 0 16,0 3-38-16,35 4 36 0,27 2-34 16,4 2 5-16,-5 4 25 15,-11 0 2-15,-20 0 4 16,-13-10 15-16,-17-5-4 15,0 0 55 1,-7 7 7-16,-64 5-10 0,-26 0-29 16,-9-7-33-16,14-2-1 15,38-9 0-15,11 0-82 16,34 0-58-16,9-3-243 16</inkml:trace>
  <inkml:trace contextRef="#ctx0" brushRef="#br0" timeOffset="21968.07">33457 15567 445 0,'0'0'435'0,"0"0"-429"0,0 0 56 0,0 0 43 0,0 0-69 0,0 0-36 16,-137 38 7-1,111 13-20-15,21-3 13 0,5-5 0 16,0-5-11-16,5-12 11 0,21-12 0 16,-5-5-2-16,-2-5 6 15,-3-4 2 1,6 0-5-16,-8 0 9 0,-5-27 43 16,3-5-53-16,-12-11 30 15,0 1-15-15,0 4-2 16,0 6-26-16,-21 9-9 15,7 12-105-15,2 0-132 16,7 7-186-16</inkml:trace>
  <inkml:trace contextRef="#ctx0" brushRef="#br0" timeOffset="22168.46">33457 15567 615 0,'179'-48'374'0,"-179"45"-335"15,0 3 69 1,0 0-27-16,0 0-47 0,0 0-34 16,9 36 4-16,27 8-21 15,4 7 17-15,-2-4-61 16,-15-5-16-16,3-12-111 0,-9-11-10 16,-8-17-40-1,-4-2-104-15</inkml:trace>
  <inkml:trace contextRef="#ctx0" brushRef="#br0" timeOffset="22343.71">33855 15539 194 0,'0'0'280'15,"0"0"-169"-15,0 0 44 16,0 0-3-16,0 0-19 16,0 0-82-16,-16-26 7 15,-24 65-12-15,-12 14 4 16,2 6-10-16,3-1-40 15,16-1 0-15,8 2-7 0,2-6-69 16,16-5-56-16,-5-11-165 16,-1-23-269-16</inkml:trace>
  <inkml:trace contextRef="#ctx0" brushRef="#br0" timeOffset="22893.96">33936 15742 629 0,'0'0'0'0,"0"0"-16"15,0 0 16 1,0 0 23-16,0 0-17 0,0 0-6 16,214-95 0-16,-195 59 2 15,-7 6-1-15,-12 1 0 16,0 7-1-16,0 11 69 15,0 5-1-15,-16 3 11 16,-6 3-32-16,-1 0-27 16,-8 9 15-16,-4 26-26 15,9 10 4-15,9 3 15 16,12-3-23-16,5-3-5 16,0-12 0-16,0-13 7 0,0-5-16 15,31-9 9-15,30-3 0 16,27-5 27-16,9-39-27 15,4-5 0-15,-4-11-3 16,-17-3-5-16,-28 7 1 16,-17 8-23-16,-30 12 30 15,-5 19 17-15,0 7-9 16,0 10 33-16,-31 0 13 16,-13 0-50-16,1 4 5 15,12 23-9-15,17 7-8 16,14 12 8-16,5 2 8 15,47 4-7-15,2-3-1 16,3-4 4-16,-17-11-5 0,-14-11 1 16,-17-8 0-16,-9-9 0 15,0 2 0-15,0 12-33 16,-59 5-7-16,-33 1-157 16,-30 4-302-16</inkml:trace>
  <inkml:trace contextRef="#ctx0" brushRef="#br0" timeOffset="23129.75">31493 16617 1084 0,'0'0'7'0,"0"0"6"0,0 0-10 16,0 0 50-16,0 0-42 15,0 0-9-15,479 26-2 16,-108-76 0-16,56-9 0 16,42-17-8-16,29-5 10 15,36-13-4-15,-24-24-78 16,-83-25-276-16</inkml:trace>
  <inkml:trace contextRef="#ctx0" brushRef="#br0" timeOffset="23663.8">31956 12023 872 0,'0'0'58'0,"0"0"81"0,0 0-4 16,0 0-3-16,0 0-71 15,0 0 8-15,-19-15-27 16,19 42-40-16,0 20 15 16,0 12 5-16,0 7-10 15,0-1-24-15,0 6 2 16,0-7-132-16,9 1-55 0,26-25-114 16,6-31-228-16</inkml:trace>
  <inkml:trace contextRef="#ctx0" brushRef="#br0" timeOffset="23915.53">32267 12137 483 0,'0'0'368'16,"0"0"-298"-16,0 0 0 15,0 0 61-15,0 0-78 16,0 0-44-16,-21-13-9 16,11 66 0-16,10 14 4 15,0-1 6-15,0-13-20 0,40-16 5 16,-4-14-20-1,-5-14 16-15,-10-9 15 0,-16 0-6 16,4 0 32-16,3-39 28 16,-8-11-2-16,1-10-44 15,-5 9 45-15,0 8-19 16,0 14-40-16,-9 14-26 16,-8 9-28-16,13 6-107 15,-6 0-166-15</inkml:trace>
  <inkml:trace contextRef="#ctx0" brushRef="#br0" timeOffset="24135.11">32836 11906 846 0,'0'0'219'0,"0"0"-140"15,0 0-33-15,0 0 52 16,0 0-18-16,0 0-78 15,0 54 1-15,0 27 1 16,12 8 10-16,7-5-28 16,-3-10-12-16,-2-11-139 15,-2-21-17-15,-7-22-176 0</inkml:trace>
  <inkml:trace contextRef="#ctx0" brushRef="#br0" timeOffset="24433.32">32923 11990 645 0,'0'0'39'16,"0"0"69"-16,0 0-26 16,0 0-17-16,0 0-52 15,0 0-13-15,158-125-5 16,-122 125-14-16,-15 17 11 16,-21 21 7-16,0 8-5 15,-26-1 6-15,-21-10 13 0,11-7-4 16,27-8-4-16,9 1-5 15,0 5 7-15,52 5 20 16,28 1-15-16,7-4-7 16,-21-5-3-16,-25-8-2 15,-27-2-10-15,-14-11 4 16,0 4 6-16,-66 1 2 16,-24-5-2-16,-19-2-40 15,24 0-63-15,34-12-188 16</inkml:trace>
  <inkml:trace contextRef="#ctx0" brushRef="#br0" timeOffset="24731.67">33478 11946 811 0,'0'0'73'15,"0"0"0"-15,0 0 3 16,0 0-42-16,0 0-23 15,0 0-14-15,-21 121 14 16,21-76-13-16,7-9 2 16,33-12-43-16,5-13 12 15,2-11 2-15,-7 0 29 16,-9 0 31-16,-13-29-15 16,-10-13 38-16,-8-6 15 0,0-5-54 15,-26 2 25-15,-22 16-40 31,-6 13-13-31,7 16-31 0,2 6-70 0,5 6-110 16,9 18-223-16</inkml:trace>
  <inkml:trace contextRef="#ctx0" brushRef="#br0" timeOffset="24872.84">33478 11946 540 0,'203'-7'376'0,"-203"3"-262"16,0 4-44-16,0 0 43 0,0 0-100 15,26 4-6 1,19 28-14-16,11 14 1 0,6-2-40 16,-11-2-115-16,-10-15-178 15,-23-18-185-15</inkml:trace>
  <inkml:trace contextRef="#ctx0" brushRef="#br0" timeOffset="25029.3">34032 11855 750 0,'0'0'69'15,"0"0"101"-15,0 0-9 16,0 0-39-16,0 0-52 16,0 0-64-1,-14-15 7-15,-12 78-13 0,-4 18 0 16,-11 2-10-16,-1-2-82 0,2-12-124 16,-10-16-101-16</inkml:trace>
  <inkml:trace contextRef="#ctx0" brushRef="#br0" timeOffset="25515.48">34002 12071 458 0,'0'0'138'0,"0"0"-135"15,0 0-3-15,0 0 18 0,0 0-17 31,281-162-1-31,-241 121 16 0,-21 4-8 0,-12 11 58 16,-7 7 24-16,0 5-19 16,0 5 21-16,-22 6-34 15,-4 3-33-15,-4 0 2 16,-6 0-26-16,10 29 38 16,7 19-39-1,15 7 2 1,4-1 4-16,0-10-6 15,0-11-8-15,23-13 3 0,3-11-14 16,5-9 16-16,9 0 3 16,12-29 0-16,5-19 6 15,-12-13-6-15,-5-1 0 16,-10 5 5-16,-13 19 5 0,-8 10-3 0,-9 20 7 31,5 8-13-31,-5 0 24 16,5 0-25-16,11 8 0 15,10 31 2-15,10 16-1 16,13 2 19-16,-2-10-20 16,-16-5 0-16,-12-12-4 15,-14 0 4-15,-5 2-18 16,-24 5-111-16,-68-3-225 0</inkml:trace>
  <inkml:trace contextRef="#ctx0" brushRef="#br0" timeOffset="25703.56">32654 12690 339 0,'0'0'693'0,"0"0"-650"0,0 0 5 0,0 0 82 16,0 0-118-16,0 0-9 15,229-6-3-15,71-43 0 16,25-11-86-16,-20-6-55 15,-46 3-52-15,-74 12-104 16</inkml:trace>
  <inkml:trace contextRef="#ctx0" brushRef="#br0" timeOffset="25829.03">33223 12724 663 0,'0'0'85'0,"0"0"76"15,-264 57-1-15,264-57-71 16,82 0-87-16,161-46-2 15,144-39-8-15,132-38-294 16</inkml:trace>
  <inkml:trace contextRef="#ctx0" brushRef="#br0" timeOffset="27981.53">27419 13305 547 0,'0'0'515'0,"0"0"-512"16,0 0-3-16,0 0 125 16,0 0-90-16,0 0-7 0,0 0-14 15,50 5 3 1,165 1 31-16,2-6-48 0,-33 0-1 15,-73 0-19-15,-64-6 40 16,-42-11-4 0,-5-15-16-16,-10-13 27 0,-77-9-27 15,-36 9 6-15,-35 15-1 16,3 16 70-16,11 11-67 16,28 3 24-16,33 0 4 15,34 0-33-15,27 0 1 16,22 26-4-16,15 11 0 15,81 0-14-15,37-9 19 0,25-19-5 16,-5-9 0-16,-25 0 12 16,-36-9-12-16,-43-8 0 15,-32-5 0-15,-17 1 3 16,-22 0 1-16,-74 8-4 16,-58 13 0-16,-18 0 17 15,4 26 21 1,36 9-38-16,50 1 0 0,53 5-18 15,29 1 6-15,29 1 12 16,89-16-9-16,40-22 18 16,5-5-28-16,-17 0 19 15,-54-18 0-15,-57 6 8 16,-35-1 14-16,-18 5 14 16,-110 8-19-16,-56 0 17 0,-24 14-10 15,24 31-24-15,57 1 9 16,65 1-5-16,62 0-1 15,22 5-3-15,136-11 0 16,80-10-38-16,52-20-69 16,-16-5-157-16,-76-6-165 15</inkml:trace>
  <inkml:trace contextRef="#ctx0" brushRef="#br0" timeOffset="28583.1">27240 15056 974 0,'0'0'94'0,"0"0"-43"0,0 0 84 0,0 0-14 0,0 0-114 15,0 0-9-15,-40-20 2 16,146 20 0-16,36 0 16 16,6 0-14-16,-29-18-4 15,-39-16-4 1,-40-7 6-16,-28-10 9 0,-12-3-9 15,-52 6 17-15,-59 10-1 16,-28 15 13-16,-8 12-9 16,15 11 57-16,19 0-2 15,47 0-20-15,37 13-55 16,29 8 23-16,0 5-33 16,107-1 10-16,55-7-27 15,51-18-3-15,16 0 1 0,-24-31 29 16,-59-7 0-16,-70 4 10 15,-60 2 9-15,-20 12 25 16,-145 11-12-16,-75 9-11 16,-50 0 4-16,-11 41 6 15,60 8-22-15,74-2 2 16,64-6-5-16,52 1-6 16,35-4 0-16,75-10-12 15,119-22-10-15,82-6-9 0,38-42-142 16,-15-21-123-1,-58-14-31-15</inkml:trace>
  <inkml:trace contextRef="#ctx0" brushRef="#br0" timeOffset="29359.97">32288 13070 969 0,'0'0'59'0,"0"0"38"0,-321 38 20 0,281-29 10 31,28 1-113-31,12 7-6 0,17 4 9 0,58 7-7 16,32-11-4-16,15-14-6 15,-11-3 30-15,-28 0-25 0,-26-15-5 16,-34-9 0-16,-23 3 12 15,-5 1 8-15,-91 8 2 16,-41 8 3 0,-26 4-18-1,0 4 39-15,31 23-4 16,45 1-15-16,42 6-17 16,45 2-10-16,0-3-40 15,97-4 8-15,65-10 32 16,32-19 12-16,4 0-12 15,-26-25 0-15,-58-7-14 16,-48-2 36-16,-57 2-6 16,-9-2 15-16,-87 6-10 15,-81 9 7-15,-39 19-21 0,-18 0-5 16,41 19 41-16,59 20-27 16,69 7-16-16,56 6 0 15,4 2 8-15,119-11-31 16,59-15 23-16,28-25 0 15,-17-3-8-15,-51-25 13 16,-67-16-11-16,-63 5 2 16,-12 4-80-16,-113 26-124 15,-64 6-77-15,-38 32-254 16</inkml:trace>
  <inkml:trace contextRef="#ctx0" brushRef="#br0" timeOffset="30019.66">31748 14718 1188 0,'0'0'6'0,"0"0"70"0,0 0 20 0,0 0-76 16,0 0 0-16,0 0-14 15,153 60-5-15,10-57 6 16,5-3-4-16,-15-12-6 0,-37-34-2 16,-41-14 5-1,-32-12 9-15,-43-7 3 0,0 9-12 16,-83 11 20-16,-40 19-9 16,-23 23 101-16,-22 17-94 15,1 3-6-15,23 45 72 16,33 7-68-16,45 15-14 15,40 4-2-15,26-6 12 16,17-2-33-16,67-18 21 16,34-16-37-16,29-19 16 15,16-13-14-15,-15-3 34 16,-32-34 1-16,-43-8 0 16,-42-7 6-16,-31 4 7 0,0-3-6 15,-88 13 28-15,-30 17-14 16,-23 11-19-16,18 10 5 15,38 0 17-15,38 4-31 16,42 19 7-16,5 4-22 16,71 10 10-16,82-14-109 15,50-8-39-15,-4-15-237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05T06:44:52.19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15614 17172 886 0,'-304'-42'203'0,"9"9"-167"0,57 11 49 16,89 5 160-16,78 5-126 16,71 6-53-16,45 6-20 15,134 0-45-15,131 0-1 16,117 0 19-16,87 15-13 16,50 5-6-16,-14 11 0 15,-57 1 12-15,-61 2-25 16,-94-8 13-16,-90-9-27 15,-95-6-14-15,-87-5-123 16,-66-6 56-16,-40 0 63 0,-149 0-70 16,-111-17-93-16,-113-3-26 15,-89-3 145-15,-39-2 89 16,-18 10 52-16,35 9 49 16,92 1 61-16,121 5-4 15,148 0 22-15,144 0-78 16,80 26-97-16,163 10 87 15,116-6-82-15,92-15 7 16,73-11-17-16,38-4 14 16,-7 0-30-16,-24-26-81 0,-78-25-154 15,-115-19-303-15</inkml:trace>
  <inkml:trace contextRef="#ctx0" brushRef="#br0" timeOffset="989.24">7413 8299 925 0,'0'0'58'0,"0"0"-9"0,0 0 113 16,0 0-50-16,0 0-46 16,0 0 0-16,0 0-62 15,-290 19 46-15,236 31-23 16,11 4 5-16,24-5-7 16,19-2-25-16,0-3 0 15,10-7-8-15,42-5 2 16,14-12-4-16,14-7-66 15,12-13-49-15,14 0-18 16,-4-39-73-16,-20-9-162 0,-32-2-207 16</inkml:trace>
  <inkml:trace contextRef="#ctx0" brushRef="#br0" timeOffset="1396.57">7444 7835 494 0,'0'0'250'0,"0"0"-185"16,0 0 46-16,0 0 19 15,0 0-38-15,0 0-65 16,-326-22 23-16,246 65-21 16,-12 14 14-16,-5 11 13 0,10 10-37 15,2 7 18 1,12 5-13-16,19 0 21 0,13 11-11 15,15 9-34-15,22 0 0 16,4-2 17-16,14-4-16 16,52-17 15-16,21-12-16 15,19-9 3-15,22-22-20 16,25-11 17-16,-2-20 0 16,3-13-11-16,-17-13 17 15,-10-50-6-15,-9-33 7 0,-16-37 3 16,-27-26-3-16,-23-23-7 15,-43-3-3-15,-9 16 0 16,-40 24-75 0,-68 36 75-16,-34 41-71 0,-35 25-97 15,-21 25 29-15,-7 18-213 16,6 0-297-16</inkml:trace>
  <inkml:trace contextRef="#ctx0" brushRef="#br0" timeOffset="2323">6295 3900 804 0,'0'0'126'0,"0"0"-51"0,0 0 124 0,0 0-42 15,0 0-7-15,0 0-5 16,61-135-121-16,-61 135 7 15,0 34-31-15,-9 31 1 16,-22 16 26-16,5 5-27 16,5-15 0-16,11-19-4 15,10-15-25-15,0-18-31 16,0-13-41 0,0-6 26-16,0-2 67 0,0-47 16 0,0-22-3 15,0-10 2-15,0 7 5 16,0 17 19-16,14 25-7 15,-2 16-22-15,-12 10 128 16,5 6-129-16,0 0 7 16,16 0-8-16,19 23 6 15,17 20-3-15,2 11-3 16,-7 2-19-16,-12 3-28 16,-19 1-157-16,-16-3-16 15,-5-3-19-15,0-21-122 16,-26-15-85-16</inkml:trace>
  <inkml:trace contextRef="#ctx0" brushRef="#br0" timeOffset="2449.1">6207 4234 660 0,'0'0'32'15,"0"0"76"-15,0 0 1 16,0 0-50-16,0 0-59 16,114-161-11-16,13 101-53 15,5 6-183-15,-21-3-43 16</inkml:trace>
  <inkml:trace contextRef="#ctx0" brushRef="#br0" timeOffset="2763.37">6682 3476 680 0,'0'0'89'0,"0"0"33"0,0 0-4 0,-343-86 24 31,223 86-55-31,-19 35-64 16,-3 31 16-16,20 17-19 15,25 20 9-15,21 16 3 16,27 11-27-16,27 12-5 16,22-8 0-16,15-7 10 15,67-13-21-15,24-19 11 0,22-18-19 16,25-23 18 0,10-29-27-16,9-25 7 0,1-9 8 15,-10-51 13-15,-15-24 10 16,-20-26-9-16,-32-27 3 15,-41-19 1-15,-44-8 1 16,-11 15-6-16,-47 23 0 16,-54 28-16-16,-22 30-1 15,-19 26-25-15,-6 24-83 16,6 18 21-16,-4 3-256 16</inkml:trace>
  <inkml:trace contextRef="#ctx0" brushRef="#br0" timeOffset="3533.62">6712 6403 937 0,'0'0'236'0,"0"0"-220"0,0 0 188 16,0 0-47-16,0 0-57 16,0 0-69-16,-35-15-21 15,30 15 13-15,5 15-18 16,0 38-5-16,0 16 18 0,0 8-6 16,0-11-14-16,0-15 2 15,0-13-18-15,0-10 16 16,0-16-65-16,0-9-38 15,0-3 15-15,0-19 52 16,0-28 23-16,0-21-75 16,0-10 90-16,-7 6 0 15,2 4 3-15,5 8-3 16,0 18 0-16,12 6 5 16,38 13-15-16,16 7 10 0,5 13-7 15,-1 3 1-15,-3 6-15 16,-20 34-25-16,-26 7 19 15,-21 9 24-15,0-2 3 16,-17-9 2-16,-44-10-1 16,4-13 42-16,8-10-40 15,18-6 21-15,22-6-14 16,9 0 0-16,0 0-8 16,0 0-2-16,5 0 0 15,39 0-5-15,18 9 5 16,-1 17 0-16,-16 8 11 15,-14 4-11-15,-15-8 26 16,-16 2-22-16,0 2 13 0,-71-2 29 16,-16-1-38-16,-5-14-8 15,16-11-38-15,15-6-133 16,30-35-75-16,10-29-353 16</inkml:trace>
  <inkml:trace contextRef="#ctx0" brushRef="#br0" timeOffset="3895.27">7175 5839 903 0,'0'0'33'0,"0"0"9"0,0 0 129 0,-295-140-89 16,203 134 21-16,-14 6-65 15,-17 36 0-15,-14 44-9 16,-12 30-20-16,13 27 29 15,25 12 10 1,40 19-40-16,40-4 16 0,31-3-22 16,24-14-2-16,80-23 0 15,37-22 1-15,22-24-15 16,5-29 14-16,4-27-44 16,-5-22 43-16,-4-28 2 15,0-46 12-15,-9-32-13 0,-32-32 8 16,-30-30 0-16,-52-22-8 15,-40-6 0-15,0 10-8 16,-87 31-47 0,-40 38 5-16,-24 37-1 0,-17 36-62 15,-16 28-34-15,-14 16-131 16,-12 0-299-16</inkml:trace>
  <inkml:trace contextRef="#ctx0" brushRef="#br0" timeOffset="8502.51">9249 9152 63 0,'0'0'296'0,"0"0"-234"16,0 0 48-16,0 0 47 0,0 0-15 15,0 0-53 1,0 0-56-16,22-9 85 0,-22 8-57 15,0 1-5-15,0 0 28 16,0 0-33-16,0 0 20 16,0 0-4-16,0 0-33 15,0 0 69-15,0 0-85 16,0-7 25-16,-26 3 0 31,-14-4-29-31,-1-1-9 16,6 4-5-16,-7-5 11 15,6 2 3-15,-13 2-14 16,-8-3 0-16,7 2-5 16,-2 7 20-16,12-3-15 0,0 3 0 15,-2 0 6 1,-3 0-7-16,-2 0 1 0,2 0 0 16,-12 0-7-16,8 0 22 15,-13 0-15-15,1 0 0 16,0 6 4-16,4 4-10 15,3-1 6-15,-3-3 0 16,12 0-6-16,-7 2 20 16,7-5-14-16,3 3 0 15,14-1 4-15,2-1-8 16,4-2 4-16,-4-2 0 16,-4 4 0-16,-6-4 16 0,1 0-13 15,4 2-3-15,12-2 4 16,-7 5 2-16,1-5-6 15,-6 0 0-15,0 4-3 16,12-4 19-16,3 0-16 16,11 4 0-16,0-4 2 15,5 0 10-15,0 0-12 16,0 0 0-16,0 0 5 16,0 0 13-16,0 0-17 15,0 0-1-15,0 0 0 16,0 0 0-16,0 0 0 0,0 0 0 15,0 0-5-15,0 0 22 16,0 0-19-16,0 0 2 16,0 0 0-16,0 2-5 15,-4 23 5-15,-18 10 0 16,-4 13 8-16,-4 9 2 16,6-3 0-16,-2 3-10 15,10-4 0-15,1 4 1 16,11-6-1-16,-1-11 0 15,-2 3-3-15,7-4 22 16,0-4-21-16,0 8 2 16,0-9 0-16,0 6-5 15,0-11 5-15,0 2 0 0,0-7-2 16,7-4 15-16,-2-1-16 16,-1-8 3-16,1 1 0 15,0-3-9-15,0 3 9 16,-1-3 0-16,8 4-3 15,-7-5 18-15,0-2-25 16,-1 3 10-16,1-3 0 16,7 3-13-16,2-3 13 15,7 2 0-15,5 1-5 16,5 0 15-16,9-3-19 0,5 1 9 16,7-4 0-16,9 0-7 15,10-1 7-15,9 2 0 16,7-4 0-16,15 0 8 15,-1 0-12-15,13 0 4 16,-13 0 0-16,-11 0-8 16,-22 0 8-16,-18 0 0 15,2 0-1-15,-7 0 15 16,-1 0-20-16,13 0 6 16,-5 0 0-16,9 0-9 15,-11 0 9-15,2 0 0 0,-21 0 0 16,-13 0 11-16,4-4-19 15,-8 2 8 1,2 2 0-16,-11-3-7 0,0 3 7 16,-5 0 0-16,0-3 0 15,0 3 16-15,5 0-23 16,-1-3 7-16,-4 3 0 16,7-12-6-16,3-12 8 15,4-16-2-15,2-9 0 16,3-17 14-16,-2-6-17 15,-8-2 3-15,3-7 0 16,-2 7-8-16,-6 5 13 0,-4 9-5 16,0 6 0-16,0 0 12 15,0 3-14-15,0 4 2 16,0 0 0-16,0 7-7 16,0 8 9-16,0 8-2 15,0 12 0-15,0 5 13 16,0 6-8-16,0 1-5 15,0 0 2-15,0 0-20 16,0 0 21-16,0 0-3 16,0 0 0-16,0 0 14 15,0 0-21-15,0 0 7 0,0 0 0 16,0 0-10 0,-4 0 10-16,4 0 0 0,0 0 0 15,0 0 9-15,0 0-22 16,0 0 13-16,0 0-11 15,0 0-3-15,0 0-50 16,0 0-35-16,0 0-135 16,-10 0-186-16,-11 0-285 15</inkml:trace>
  <inkml:trace contextRef="#ctx0" brushRef="#br0" timeOffset="11361.09">26074 15978 872 0,'0'0'56'0,"0"0"53"0,0 0 14 0,0 0 36 16,0 0-76 0,0 0-19-16,0 0-30 15,0 0-15-15,0 227 199 0,-4-93-194 16,-1 4-18-16,5-7 16 16,-5-6-14-16,0-9-1 15,5-15-7-15,0-17 5 16,0-15-24-16,0-17 9 15,5-15-100-15,21-23-106 16,14-14-71-16,12-38-24 16,-12-58-126-16</inkml:trace>
  <inkml:trace contextRef="#ctx0" brushRef="#br0" timeOffset="11878.22">26086 16077 613 0,'0'0'222'0,"0"0"-119"16,0 0-1-16,0 0 13 15,0 0 36-15,0 0-84 16,-184-150-38-16,193 150-29 16,114 0 3-16,80 0-8 15,78 0 5-15,54-2 0 16,17-16-6-16,-1-4 17 16,-11 2-11-16,-24 2 0 15,-61 5 3-15,-82 4-4 16,-86 3 1-16,-63 0 0 15,-17 4-3-15,-7-1 14 0,0 3-10 16,0 0 7 0,0 0 5-16,0-3 70 0,0 3-31 15,0 0 15-15,0 0 3 16,0 0-67-16,0 0 30 16,0 0-33-16,0 0 9 15,0 0 0-15,0 14-9 16,0 67 0-16,-22 38 30 15,6 31-8-15,6-3 6 16,10 1-26-16,0 2 2 16,-4-1 32-16,4-15-36 15,0-22 0-15,0-27-5 0,0-35 23 16,0-13-19 0,0-23 1-16,0-9 0 0,0-5-8 15,0 0 8-15,0 0 0 16,0 4-2-16,-31-2 18 15,-66 7-22-15,-106 10 6 16,-162 8-16-16,-181 12 15 16,-157-1-105-16,-130 19-175 15,-73-6-74-15,-1-7-702 16</inkml:trace>
  <inkml:trace contextRef="#ctx0" brushRef="#br0" timeOffset="165310.81">27632 13872 182 0,'0'0'746'0,"-290"128"-713"0,143-59 23 15,39-18 69-15,42-22 8 16,42-13-54-16,17-10-36 15,7-6 14-15,0 0-44 16,61-34-2-16,83-52 54 31,73-42-54-31,60-42-11 16,18-12 6-16,-5 10 6 16,-16 9 41-16,-5 23 7 0,-14 14-35 15,-31 26 49-15,-52 16-57 16,-49 28 11-16,-57 25-28 15,-31 16 21-15,-25 13-17 16,-10 2-4-16,0 0 0 16,0 0-15-16,0 0 15 15,0 0 0-15,0 0 0 16,0 0 14-16,0 0-14 16,0 0 0-16,0 0 0 15,0 0-4-15,0 0 7 16,0 0-3-16,0 0 0 0,0 0 15 15,0 0-20-15,0 0 5 16,0 0 0-16,0 0-7 16,0 0 15-16,0 0-8 15,0 0 0-15,0 0 10 16,-36 0-41-16,-30 36 4 16,-31 15-97-16,-4 15-111 15,9-8-162-15,-3 2-180 16</inkml:trace>
  <inkml:trace contextRef="#ctx0" brushRef="#br0" timeOffset="165609.22">27509 14237 1006 0,'0'0'35'0,"0"0"-15"0,0 0 145 16,0 0-70-16,0 0-13 15,0 0-48-15,-54-17-9 16,174-75 67-16,74-42-77 16,47-33-15-16,32-18 14 15,18-6-9-15,8 1 48 16,1 8-7-16,-19 33-40 0,-47 26 56 16,-57 28-42-1,-43 29 9-15,-49 24-29 0,-38 22 17 16,-23 11-10-16,-12 9-7 15,-12 0 0-15,0 0-16 16,0 0-68-16,0 0-116 16,0 0-195-16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459413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7135813" y="0"/>
            <a:ext cx="5459412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30E56-BCEE-4F29-B453-1C88FA6628CB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37000" y="514350"/>
            <a:ext cx="47244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60475" y="3257550"/>
            <a:ext cx="1007745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459413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7135813" y="6513513"/>
            <a:ext cx="5459412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21A90-DAAB-4DBE-927C-63B106500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33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5356" y="2125980"/>
            <a:ext cx="1071403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90712" y="3840480"/>
            <a:ext cx="882332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hlink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hlink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30237" y="1577340"/>
            <a:ext cx="5483066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91446" y="1577340"/>
            <a:ext cx="5483066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890516" y="2767584"/>
            <a:ext cx="2819400" cy="1323340"/>
          </a:xfrm>
          <a:custGeom>
            <a:avLst/>
            <a:gdLst/>
            <a:ahLst/>
            <a:cxnLst/>
            <a:rect l="l" t="t" r="r" b="b"/>
            <a:pathLst>
              <a:path w="2819400" h="1323339">
                <a:moveTo>
                  <a:pt x="0" y="1322832"/>
                </a:moveTo>
                <a:lnTo>
                  <a:pt x="2819399" y="1322832"/>
                </a:lnTo>
                <a:lnTo>
                  <a:pt x="2819399" y="0"/>
                </a:lnTo>
                <a:lnTo>
                  <a:pt x="0" y="0"/>
                </a:lnTo>
                <a:lnTo>
                  <a:pt x="0" y="1322832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3544" y="2651760"/>
            <a:ext cx="3166109" cy="11163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71160" y="3261360"/>
            <a:ext cx="1689354" cy="11163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hlink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9765" y="156159"/>
            <a:ext cx="11532870" cy="1671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hlink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52676" y="2233422"/>
            <a:ext cx="5925820" cy="3561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1F386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85615" y="6377940"/>
            <a:ext cx="40335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30237" y="6377940"/>
            <a:ext cx="289909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075420" y="6377940"/>
            <a:ext cx="289909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9346" y="488821"/>
            <a:ext cx="11590655" cy="6303010"/>
            <a:chOff x="109346" y="488821"/>
            <a:chExt cx="11590655" cy="63030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258" y="569749"/>
              <a:ext cx="1798524" cy="62120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4109" y="493584"/>
              <a:ext cx="1924050" cy="6293485"/>
            </a:xfrm>
            <a:custGeom>
              <a:avLst/>
              <a:gdLst/>
              <a:ahLst/>
              <a:cxnLst/>
              <a:rect l="l" t="t" r="r" b="b"/>
              <a:pathLst>
                <a:path w="1924050" h="6293484">
                  <a:moveTo>
                    <a:pt x="0" y="6292977"/>
                  </a:moveTo>
                  <a:lnTo>
                    <a:pt x="1923668" y="6292977"/>
                  </a:lnTo>
                  <a:lnTo>
                    <a:pt x="1923668" y="0"/>
                  </a:lnTo>
                  <a:lnTo>
                    <a:pt x="0" y="0"/>
                  </a:lnTo>
                  <a:lnTo>
                    <a:pt x="0" y="629297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17776" y="1566672"/>
              <a:ext cx="9677400" cy="4338955"/>
            </a:xfrm>
            <a:custGeom>
              <a:avLst/>
              <a:gdLst/>
              <a:ahLst/>
              <a:cxnLst/>
              <a:rect l="l" t="t" r="r" b="b"/>
              <a:pathLst>
                <a:path w="9677400" h="4338955">
                  <a:moveTo>
                    <a:pt x="0" y="4338828"/>
                  </a:moveTo>
                  <a:lnTo>
                    <a:pt x="9677400" y="4338828"/>
                  </a:lnTo>
                  <a:lnTo>
                    <a:pt x="9677400" y="0"/>
                  </a:lnTo>
                  <a:lnTo>
                    <a:pt x="0" y="0"/>
                  </a:lnTo>
                  <a:lnTo>
                    <a:pt x="0" y="4338828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9632" y="1513331"/>
              <a:ext cx="899921" cy="67741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096261" y="1579879"/>
            <a:ext cx="8649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P-&gt;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Add: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(number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20" dirty="0">
                <a:latin typeface="Calibri"/>
                <a:cs typeface="Calibri"/>
              </a:rPr>
              <a:t>Box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9)+(number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Box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6).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result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20" dirty="0">
                <a:latin typeface="Calibri"/>
                <a:cs typeface="Calibri"/>
              </a:rPr>
              <a:t>Box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72867" y="2488692"/>
            <a:ext cx="1443990" cy="3420745"/>
            <a:chOff x="2372867" y="2488692"/>
            <a:chExt cx="1443990" cy="342074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8399" y="2488692"/>
              <a:ext cx="598169" cy="67741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8775" y="3372612"/>
              <a:ext cx="1180338" cy="67741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2867" y="4256532"/>
              <a:ext cx="899921" cy="6774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82011" y="5231892"/>
              <a:ext cx="1434846" cy="67741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096261" y="2555494"/>
            <a:ext cx="9312910" cy="313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Q-&gt;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(number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Box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2)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&lt;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(number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Box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3)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R-&gt; Divide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 :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(number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Box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1) /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(number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Box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4).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Put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result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 in 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Box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10.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3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S-&gt; Add: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(number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in 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Box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10)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 (number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in 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Box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5).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Put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result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 in 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Box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8.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T-&gt;</a:t>
            </a:r>
            <a:r>
              <a:rPr sz="24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Multiply: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(number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Box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8)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*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 (number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in 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Box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4).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Put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 the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result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Box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7.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3050" y="26097"/>
            <a:ext cx="12557760" cy="6810375"/>
            <a:chOff x="23050" y="26097"/>
            <a:chExt cx="12557760" cy="6810375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42615" y="167663"/>
              <a:ext cx="6918926" cy="98448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637917" y="147573"/>
              <a:ext cx="6943725" cy="1009650"/>
            </a:xfrm>
            <a:custGeom>
              <a:avLst/>
              <a:gdLst/>
              <a:ahLst/>
              <a:cxnLst/>
              <a:rect l="l" t="t" r="r" b="b"/>
              <a:pathLst>
                <a:path w="6943725" h="1009650">
                  <a:moveTo>
                    <a:pt x="0" y="1009268"/>
                  </a:moveTo>
                  <a:lnTo>
                    <a:pt x="6943725" y="1009268"/>
                  </a:lnTo>
                  <a:lnTo>
                    <a:pt x="6943725" y="0"/>
                  </a:lnTo>
                  <a:lnTo>
                    <a:pt x="0" y="0"/>
                  </a:lnTo>
                  <a:lnTo>
                    <a:pt x="0" y="100926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338" y="40384"/>
              <a:ext cx="12529185" cy="6781800"/>
            </a:xfrm>
            <a:custGeom>
              <a:avLst/>
              <a:gdLst/>
              <a:ahLst/>
              <a:cxnLst/>
              <a:rect l="l" t="t" r="r" b="b"/>
              <a:pathLst>
                <a:path w="12529185" h="6781800">
                  <a:moveTo>
                    <a:pt x="0" y="6781800"/>
                  </a:moveTo>
                  <a:lnTo>
                    <a:pt x="12528804" y="6781800"/>
                  </a:lnTo>
                  <a:lnTo>
                    <a:pt x="12528804" y="0"/>
                  </a:lnTo>
                  <a:lnTo>
                    <a:pt x="0" y="0"/>
                  </a:lnTo>
                  <a:lnTo>
                    <a:pt x="0" y="6781800"/>
                  </a:lnTo>
                  <a:close/>
                </a:path>
              </a:pathLst>
            </a:custGeom>
            <a:ln w="2857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7D52304-5B59-12FD-D87B-71BFE8055BB2}"/>
                  </a:ext>
                </a:extLst>
              </p14:cNvPr>
              <p14:cNvContentPartPr/>
              <p14:nvPr/>
            </p14:nvContentPartPr>
            <p14:xfrm>
              <a:off x="310320" y="601560"/>
              <a:ext cx="11293560" cy="6102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7D52304-5B59-12FD-D87B-71BFE8055BB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0960" y="592200"/>
                <a:ext cx="11312280" cy="612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2816" y="3363467"/>
            <a:ext cx="10788650" cy="52324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z="2800" spc="-10" dirty="0">
                <a:solidFill>
                  <a:srgbClr val="0033CC"/>
                </a:solidFill>
                <a:latin typeface="Calibri"/>
                <a:cs typeface="Calibri"/>
              </a:rPr>
              <a:t>ii)</a:t>
            </a:r>
            <a:r>
              <a:rPr sz="2800" spc="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C0099"/>
                </a:solidFill>
                <a:latin typeface="Calibri"/>
                <a:cs typeface="Calibri"/>
              </a:rPr>
              <a:t>How</a:t>
            </a:r>
            <a:r>
              <a:rPr sz="2800" spc="2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CC0099"/>
                </a:solidFill>
                <a:latin typeface="Calibri"/>
                <a:cs typeface="Calibri"/>
              </a:rPr>
              <a:t>many</a:t>
            </a:r>
            <a:r>
              <a:rPr sz="2800" spc="1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CC0099"/>
                </a:solidFill>
                <a:latin typeface="Calibri"/>
                <a:cs typeface="Calibri"/>
              </a:rPr>
              <a:t>boxes</a:t>
            </a:r>
            <a:r>
              <a:rPr sz="2800" spc="1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CC0099"/>
                </a:solidFill>
                <a:latin typeface="Calibri"/>
                <a:cs typeface="Calibri"/>
              </a:rPr>
              <a:t>have</a:t>
            </a: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CC0099"/>
                </a:solidFill>
                <a:latin typeface="Calibri"/>
                <a:cs typeface="Calibri"/>
              </a:rPr>
              <a:t>positive</a:t>
            </a:r>
            <a:r>
              <a:rPr sz="2800" spc="3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CC0099"/>
                </a:solidFill>
                <a:latin typeface="Calibri"/>
                <a:cs typeface="Calibri"/>
              </a:rPr>
              <a:t>integral</a:t>
            </a:r>
            <a:r>
              <a:rPr sz="280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C0099"/>
                </a:solidFill>
                <a:latin typeface="Calibri"/>
                <a:cs typeface="Calibri"/>
              </a:rPr>
              <a:t>values</a:t>
            </a:r>
            <a:r>
              <a:rPr sz="280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CC0099"/>
                </a:solidFill>
                <a:latin typeface="Calibri"/>
                <a:cs typeface="Calibri"/>
              </a:rPr>
              <a:t>at</a:t>
            </a:r>
            <a:r>
              <a:rPr sz="280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the</a:t>
            </a:r>
            <a:r>
              <a:rPr sz="2800" spc="1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end</a:t>
            </a: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C0099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CC0099"/>
                </a:solidFill>
                <a:latin typeface="Calibri"/>
                <a:cs typeface="Calibri"/>
              </a:rPr>
              <a:t>flowchart?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2816" y="1331975"/>
            <a:ext cx="6795770" cy="954405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334010" marR="267335" indent="-242570">
              <a:lnSpc>
                <a:spcPct val="100000"/>
              </a:lnSpc>
              <a:spcBef>
                <a:spcPts val="175"/>
              </a:spcBef>
            </a:pPr>
            <a:r>
              <a:rPr sz="2800" spc="-10" dirty="0">
                <a:solidFill>
                  <a:srgbClr val="0033CC"/>
                </a:solidFill>
                <a:latin typeface="Calibri"/>
                <a:cs typeface="Calibri"/>
              </a:rPr>
              <a:t>i)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40" dirty="0">
                <a:solidFill>
                  <a:srgbClr val="CC0099"/>
                </a:solidFill>
                <a:latin typeface="Calibri"/>
                <a:cs typeface="Calibri"/>
              </a:rPr>
              <a:t>At</a:t>
            </a:r>
            <a:r>
              <a:rPr sz="2800" spc="1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end </a:t>
            </a:r>
            <a:r>
              <a:rPr sz="2800" dirty="0">
                <a:solidFill>
                  <a:srgbClr val="CC0099"/>
                </a:solidFill>
                <a:latin typeface="Calibri"/>
                <a:cs typeface="Calibri"/>
              </a:rPr>
              <a:t>of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 the</a:t>
            </a:r>
            <a:r>
              <a:rPr sz="2800" spc="1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C0099"/>
                </a:solidFill>
                <a:latin typeface="Calibri"/>
                <a:cs typeface="Calibri"/>
              </a:rPr>
              <a:t>flowchart 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which</a:t>
            </a:r>
            <a:r>
              <a:rPr sz="2800" spc="2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of the </a:t>
            </a:r>
            <a:r>
              <a:rPr sz="280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CC0099"/>
                </a:solidFill>
                <a:latin typeface="Calibri"/>
                <a:cs typeface="Calibri"/>
              </a:rPr>
              <a:t>following</a:t>
            </a: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CC0099"/>
                </a:solidFill>
                <a:latin typeface="Calibri"/>
                <a:cs typeface="Calibri"/>
              </a:rPr>
              <a:t>boxes</a:t>
            </a: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will </a:t>
            </a:r>
            <a:r>
              <a:rPr sz="2800" spc="-25" dirty="0">
                <a:solidFill>
                  <a:srgbClr val="CC0099"/>
                </a:solidFill>
                <a:latin typeface="Calibri"/>
                <a:cs typeface="Calibri"/>
              </a:rPr>
              <a:t>have</a:t>
            </a: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the</a:t>
            </a:r>
            <a:r>
              <a:rPr sz="2800" spc="-1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CC0099"/>
                </a:solidFill>
                <a:latin typeface="Calibri"/>
                <a:cs typeface="Calibri"/>
              </a:rPr>
              <a:t>lowest</a:t>
            </a:r>
            <a:r>
              <a:rPr sz="280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C0099"/>
                </a:solidFill>
                <a:latin typeface="Calibri"/>
                <a:cs typeface="Calibri"/>
              </a:rPr>
              <a:t>value?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7525" y="2382723"/>
            <a:ext cx="8211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98700" algn="l"/>
                <a:tab pos="4584700" algn="l"/>
                <a:tab pos="6870700" algn="l"/>
              </a:tabLst>
            </a:pPr>
            <a:r>
              <a:rPr sz="2800" spc="-5" dirty="0">
                <a:latin typeface="Calibri"/>
                <a:cs typeface="Calibri"/>
              </a:rPr>
              <a:t>a.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Box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8	b.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Box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7	c.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Box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2	d.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Box </a:t>
            </a:r>
            <a:r>
              <a:rPr sz="2800" spc="-5" dirty="0">
                <a:latin typeface="Calibri"/>
                <a:cs typeface="Calibri"/>
              </a:rPr>
              <a:t>10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7525" y="4060063"/>
            <a:ext cx="46786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83665" algn="l"/>
                <a:tab pos="2755900" algn="l"/>
                <a:tab pos="4127500" algn="l"/>
              </a:tabLst>
            </a:pPr>
            <a:r>
              <a:rPr sz="2800" spc="-5" dirty="0">
                <a:latin typeface="Calibri"/>
                <a:cs typeface="Calibri"/>
              </a:rPr>
              <a:t>a.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2	b.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4	c.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6	d.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2816" y="5029200"/>
            <a:ext cx="9234170" cy="954405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497205" marR="309245" indent="-405765">
              <a:lnSpc>
                <a:spcPct val="100000"/>
              </a:lnSpc>
              <a:spcBef>
                <a:spcPts val="185"/>
              </a:spcBef>
            </a:pPr>
            <a:r>
              <a:rPr sz="2800" spc="-10" dirty="0">
                <a:solidFill>
                  <a:srgbClr val="0033CC"/>
                </a:solidFill>
                <a:latin typeface="Calibri"/>
                <a:cs typeface="Calibri"/>
              </a:rPr>
              <a:t>iii)</a:t>
            </a:r>
            <a:r>
              <a:rPr sz="2800" spc="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C0099"/>
                </a:solidFill>
                <a:latin typeface="Calibri"/>
                <a:cs typeface="Calibri"/>
              </a:rPr>
              <a:t>Find</a:t>
            </a:r>
            <a:r>
              <a:rPr sz="2800" spc="3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C0099"/>
                </a:solidFill>
                <a:latin typeface="Calibri"/>
                <a:cs typeface="Calibri"/>
              </a:rPr>
              <a:t>value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 of</a:t>
            </a:r>
            <a:r>
              <a:rPr sz="2800" spc="-10" dirty="0">
                <a:solidFill>
                  <a:srgbClr val="CC0099"/>
                </a:solidFill>
                <a:latin typeface="Calibri"/>
                <a:cs typeface="Calibri"/>
              </a:rPr>
              <a:t> {(number</a:t>
            </a:r>
            <a:r>
              <a:rPr sz="2800" spc="3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in</a:t>
            </a:r>
            <a:r>
              <a:rPr sz="2800" spc="1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CC0099"/>
                </a:solidFill>
                <a:latin typeface="Calibri"/>
                <a:cs typeface="Calibri"/>
              </a:rPr>
              <a:t>Box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 10)</a:t>
            </a:r>
            <a:r>
              <a:rPr sz="2800" spc="3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+ </a:t>
            </a:r>
            <a:r>
              <a:rPr sz="2800" spc="-10" dirty="0">
                <a:solidFill>
                  <a:srgbClr val="CC0099"/>
                </a:solidFill>
                <a:latin typeface="Calibri"/>
                <a:cs typeface="Calibri"/>
              </a:rPr>
              <a:t>(number</a:t>
            </a:r>
            <a:r>
              <a:rPr sz="2800" spc="2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in</a:t>
            </a:r>
            <a:r>
              <a:rPr sz="2800" spc="1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CC0099"/>
                </a:solidFill>
                <a:latin typeface="Calibri"/>
                <a:cs typeface="Calibri"/>
              </a:rPr>
              <a:t>Box</a:t>
            </a:r>
            <a:r>
              <a:rPr sz="2800" dirty="0">
                <a:solidFill>
                  <a:srgbClr val="CC0099"/>
                </a:solidFill>
                <a:latin typeface="Calibri"/>
                <a:cs typeface="Calibri"/>
              </a:rPr>
              <a:t> 6)} </a:t>
            </a:r>
            <a:r>
              <a:rPr sz="2800" spc="-62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CC0099"/>
                </a:solidFill>
                <a:latin typeface="Calibri"/>
                <a:cs typeface="Calibri"/>
              </a:rPr>
              <a:t>at 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end</a:t>
            </a:r>
            <a:r>
              <a:rPr sz="2800" spc="1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99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CC0099"/>
                </a:solidFill>
                <a:latin typeface="Calibri"/>
                <a:cs typeface="Calibri"/>
              </a:rPr>
              <a:t>the</a:t>
            </a:r>
            <a:r>
              <a:rPr sz="2800" spc="1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C0099"/>
                </a:solidFill>
                <a:latin typeface="Calibri"/>
                <a:cs typeface="Calibri"/>
              </a:rPr>
              <a:t>flowchart.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7525" y="6082385"/>
            <a:ext cx="50222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83665" algn="l"/>
                <a:tab pos="2755900" algn="l"/>
                <a:tab pos="4127500" algn="l"/>
              </a:tabLst>
            </a:pPr>
            <a:r>
              <a:rPr sz="2800" spc="-5" dirty="0">
                <a:latin typeface="Calibri"/>
                <a:cs typeface="Calibri"/>
              </a:rPr>
              <a:t>a.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4	b.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−</a:t>
            </a:r>
            <a:r>
              <a:rPr sz="2800" spc="-5" dirty="0">
                <a:latin typeface="Calibri"/>
                <a:cs typeface="Calibri"/>
              </a:rPr>
              <a:t>2	c.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2	d.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−</a:t>
            </a:r>
            <a:r>
              <a:rPr sz="2800" spc="-5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338" y="40384"/>
            <a:ext cx="12529185" cy="6781800"/>
          </a:xfrm>
          <a:custGeom>
            <a:avLst/>
            <a:gdLst/>
            <a:ahLst/>
            <a:cxnLst/>
            <a:rect l="l" t="t" r="r" b="b"/>
            <a:pathLst>
              <a:path w="12529185" h="6781800">
                <a:moveTo>
                  <a:pt x="0" y="6781800"/>
                </a:moveTo>
                <a:lnTo>
                  <a:pt x="12528804" y="6781800"/>
                </a:lnTo>
                <a:lnTo>
                  <a:pt x="12528804" y="0"/>
                </a:lnTo>
                <a:lnTo>
                  <a:pt x="0" y="0"/>
                </a:lnTo>
                <a:lnTo>
                  <a:pt x="0" y="6781800"/>
                </a:lnTo>
                <a:close/>
              </a:path>
            </a:pathLst>
          </a:custGeom>
          <a:ln w="2857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076CF25-A23D-1F38-CC1B-9DF6D686D5EB}"/>
                  </a:ext>
                </a:extLst>
              </p14:cNvPr>
              <p14:cNvContentPartPr/>
              <p14:nvPr/>
            </p14:nvContentPartPr>
            <p14:xfrm>
              <a:off x="374040" y="2193480"/>
              <a:ext cx="10944360" cy="4775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076CF25-A23D-1F38-CC1B-9DF6D686D5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4680" y="2184120"/>
                <a:ext cx="10963080" cy="4794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640" y="200025"/>
            <a:ext cx="10267950" cy="6457950"/>
            <a:chOff x="175640" y="200025"/>
            <a:chExt cx="10267950" cy="6457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215" y="228600"/>
              <a:ext cx="10140380" cy="64008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928" y="214312"/>
              <a:ext cx="10239375" cy="6429375"/>
            </a:xfrm>
            <a:custGeom>
              <a:avLst/>
              <a:gdLst/>
              <a:ahLst/>
              <a:cxnLst/>
              <a:rect l="l" t="t" r="r" b="b"/>
              <a:pathLst>
                <a:path w="10239375" h="6429375">
                  <a:moveTo>
                    <a:pt x="0" y="6429375"/>
                  </a:moveTo>
                  <a:lnTo>
                    <a:pt x="10239375" y="6429375"/>
                  </a:lnTo>
                  <a:lnTo>
                    <a:pt x="10239375" y="0"/>
                  </a:lnTo>
                  <a:lnTo>
                    <a:pt x="0" y="0"/>
                  </a:lnTo>
                  <a:lnTo>
                    <a:pt x="0" y="642937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3050" y="26097"/>
            <a:ext cx="12557760" cy="6810375"/>
            <a:chOff x="23050" y="26097"/>
            <a:chExt cx="12557760" cy="6810375"/>
          </a:xfrm>
        </p:grpSpPr>
        <p:sp>
          <p:nvSpPr>
            <p:cNvPr id="10" name="object 10"/>
            <p:cNvSpPr/>
            <p:nvPr/>
          </p:nvSpPr>
          <p:spPr>
            <a:xfrm>
              <a:off x="37338" y="40384"/>
              <a:ext cx="12529185" cy="6781800"/>
            </a:xfrm>
            <a:custGeom>
              <a:avLst/>
              <a:gdLst/>
              <a:ahLst/>
              <a:cxnLst/>
              <a:rect l="l" t="t" r="r" b="b"/>
              <a:pathLst>
                <a:path w="12529185" h="6781800">
                  <a:moveTo>
                    <a:pt x="0" y="6781800"/>
                  </a:moveTo>
                  <a:lnTo>
                    <a:pt x="12528804" y="6781800"/>
                  </a:lnTo>
                  <a:lnTo>
                    <a:pt x="12528804" y="0"/>
                  </a:lnTo>
                  <a:lnTo>
                    <a:pt x="0" y="0"/>
                  </a:lnTo>
                  <a:lnTo>
                    <a:pt x="0" y="6781800"/>
                  </a:lnTo>
                  <a:close/>
                </a:path>
              </a:pathLst>
            </a:custGeom>
            <a:ln w="2857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63696" y="384048"/>
              <a:ext cx="6650735" cy="835151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B771994-005C-DB93-B247-15D352328BA2}"/>
                  </a:ext>
                </a:extLst>
              </p14:cNvPr>
              <p14:cNvContentPartPr/>
              <p14:nvPr/>
            </p14:nvContentPartPr>
            <p14:xfrm>
              <a:off x="1158120" y="831240"/>
              <a:ext cx="9136440" cy="6025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B771994-005C-DB93-B247-15D352328B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8760" y="821880"/>
                <a:ext cx="9155160" cy="604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640" y="200025"/>
            <a:ext cx="12068175" cy="6457950"/>
            <a:chOff x="175640" y="200025"/>
            <a:chExt cx="12068175" cy="6457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215" y="228600"/>
              <a:ext cx="8990128" cy="64008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928" y="214312"/>
              <a:ext cx="9081135" cy="6429375"/>
            </a:xfrm>
            <a:custGeom>
              <a:avLst/>
              <a:gdLst/>
              <a:ahLst/>
              <a:cxnLst/>
              <a:rect l="l" t="t" r="r" b="b"/>
              <a:pathLst>
                <a:path w="9081135" h="6429375">
                  <a:moveTo>
                    <a:pt x="0" y="6429375"/>
                  </a:moveTo>
                  <a:lnTo>
                    <a:pt x="9081135" y="6429375"/>
                  </a:lnTo>
                  <a:lnTo>
                    <a:pt x="9081135" y="0"/>
                  </a:lnTo>
                  <a:lnTo>
                    <a:pt x="0" y="0"/>
                  </a:lnTo>
                  <a:lnTo>
                    <a:pt x="0" y="642937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7235" y="4462271"/>
              <a:ext cx="1614677" cy="78714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27235" y="4888991"/>
              <a:ext cx="1596390" cy="78714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87714" y="4662470"/>
              <a:ext cx="1255641" cy="33669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337040" y="4543171"/>
            <a:ext cx="117284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a)</a:t>
            </a:r>
            <a:r>
              <a:rPr sz="28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FF"/>
                </a:solidFill>
                <a:latin typeface="Calibri"/>
                <a:cs typeface="Calibri"/>
              </a:rPr>
              <a:t>Box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c)</a:t>
            </a:r>
            <a:r>
              <a:rPr sz="2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FF"/>
                </a:solidFill>
                <a:latin typeface="Calibri"/>
                <a:cs typeface="Calibri"/>
              </a:rPr>
              <a:t>Box</a:t>
            </a:r>
            <a:r>
              <a:rPr sz="28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41152" y="4888991"/>
            <a:ext cx="1715261" cy="78714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951209" y="4543171"/>
            <a:ext cx="12890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b)</a:t>
            </a:r>
            <a:r>
              <a:rPr sz="2800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Box10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d)</a:t>
            </a:r>
            <a:r>
              <a:rPr sz="28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FF"/>
                </a:solidFill>
                <a:latin typeface="Calibri"/>
                <a:cs typeface="Calibri"/>
              </a:rPr>
              <a:t>Box</a:t>
            </a:r>
            <a:r>
              <a:rPr sz="28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7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66416" y="181355"/>
            <a:ext cx="8750935" cy="6524625"/>
            <a:chOff x="2566416" y="181355"/>
            <a:chExt cx="8750935" cy="652462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42616" y="181355"/>
              <a:ext cx="7924800" cy="10378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66416" y="5638800"/>
              <a:ext cx="7924800" cy="10668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11958" y="5676138"/>
              <a:ext cx="8595360" cy="954405"/>
            </a:xfrm>
            <a:custGeom>
              <a:avLst/>
              <a:gdLst/>
              <a:ahLst/>
              <a:cxnLst/>
              <a:rect l="l" t="t" r="r" b="b"/>
              <a:pathLst>
                <a:path w="8595360" h="954404">
                  <a:moveTo>
                    <a:pt x="0" y="954024"/>
                  </a:moveTo>
                  <a:lnTo>
                    <a:pt x="8595360" y="954024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954024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90825" y="5700471"/>
            <a:ext cx="8299450" cy="868044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3279"/>
              </a:lnSpc>
              <a:spcBef>
                <a:spcPts val="270"/>
              </a:spcBef>
            </a:pP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At</a:t>
            </a:r>
            <a:r>
              <a:rPr sz="28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8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end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 flow</a:t>
            </a:r>
            <a:r>
              <a:rPr sz="2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chart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 number</a:t>
            </a:r>
            <a:r>
              <a:rPr sz="2800" spc="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placed</a:t>
            </a:r>
            <a:r>
              <a:rPr sz="2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in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which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 of</a:t>
            </a:r>
            <a:r>
              <a:rPr sz="2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following</a:t>
            </a:r>
            <a:r>
              <a:rPr sz="28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boxes</a:t>
            </a:r>
            <a:r>
              <a:rPr sz="2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will</a:t>
            </a:r>
            <a:r>
              <a:rPr sz="28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remain</a:t>
            </a:r>
            <a:r>
              <a:rPr sz="28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unchanged?</a:t>
            </a:r>
            <a:endParaRPr sz="2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6A11FBF-5B49-F08A-1784-0E87B5BC2717}"/>
                  </a:ext>
                </a:extLst>
              </p14:cNvPr>
              <p14:cNvContentPartPr/>
              <p14:nvPr/>
            </p14:nvContentPartPr>
            <p14:xfrm>
              <a:off x="5928840" y="4219560"/>
              <a:ext cx="6746400" cy="26301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6A11FBF-5B49-F08A-1784-0E87B5BC271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19480" y="4210200"/>
                <a:ext cx="6765120" cy="2648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840" y="276225"/>
            <a:ext cx="8159115" cy="6000750"/>
            <a:chOff x="251840" y="276225"/>
            <a:chExt cx="8159115" cy="600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415" y="304800"/>
              <a:ext cx="8031862" cy="5943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66128" y="290512"/>
              <a:ext cx="8130540" cy="5972175"/>
            </a:xfrm>
            <a:custGeom>
              <a:avLst/>
              <a:gdLst/>
              <a:ahLst/>
              <a:cxnLst/>
              <a:rect l="l" t="t" r="r" b="b"/>
              <a:pathLst>
                <a:path w="8130540" h="5972175">
                  <a:moveTo>
                    <a:pt x="0" y="5972175"/>
                  </a:moveTo>
                  <a:lnTo>
                    <a:pt x="8130158" y="5972175"/>
                  </a:lnTo>
                  <a:lnTo>
                    <a:pt x="8130158" y="0"/>
                  </a:lnTo>
                  <a:lnTo>
                    <a:pt x="0" y="0"/>
                  </a:lnTo>
                  <a:lnTo>
                    <a:pt x="0" y="597217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2671" y="4284516"/>
            <a:ext cx="829535" cy="29097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791193" y="4180078"/>
            <a:ext cx="8521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a)</a:t>
            </a:r>
            <a:r>
              <a:rPr sz="2400" spc="-1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true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612123" y="4111752"/>
            <a:ext cx="2544445" cy="1043305"/>
            <a:chOff x="8612123" y="4111752"/>
            <a:chExt cx="2544445" cy="104330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12123" y="4477512"/>
              <a:ext cx="1245870" cy="67741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2933" y="4284516"/>
              <a:ext cx="241046" cy="2909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03763" y="4111752"/>
              <a:ext cx="852677" cy="67741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791193" y="4545838"/>
            <a:ext cx="869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c)</a:t>
            </a:r>
            <a:r>
              <a:rPr sz="2400" spc="-8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33CC"/>
                </a:solidFill>
                <a:latin typeface="Calibri"/>
                <a:cs typeface="Calibri"/>
              </a:rPr>
              <a:t>Zero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83723" y="4477511"/>
            <a:ext cx="1367790" cy="67741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163047" y="4180078"/>
            <a:ext cx="91884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33CC"/>
                </a:solidFill>
                <a:latin typeface="Calibri"/>
                <a:cs typeface="Calibri"/>
              </a:rPr>
              <a:t>b)</a:t>
            </a:r>
            <a:r>
              <a:rPr sz="2400" spc="-5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cnd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33CC"/>
                </a:solidFill>
                <a:latin typeface="Calibri"/>
                <a:cs typeface="Calibri"/>
              </a:rPr>
              <a:t>d)</a:t>
            </a:r>
            <a:r>
              <a:rPr sz="2400" spc="-9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33CC"/>
                </a:solidFill>
                <a:latin typeface="Calibri"/>
                <a:cs typeface="Calibri"/>
              </a:rPr>
              <a:t>false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761488" y="5305234"/>
            <a:ext cx="8799830" cy="1414145"/>
            <a:chOff x="2761488" y="5305234"/>
            <a:chExt cx="8799830" cy="1414145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61488" y="5323331"/>
              <a:ext cx="7086600" cy="122986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83586" y="5319521"/>
              <a:ext cx="8763000" cy="1385570"/>
            </a:xfrm>
            <a:custGeom>
              <a:avLst/>
              <a:gdLst/>
              <a:ahLst/>
              <a:cxnLst/>
              <a:rect l="l" t="t" r="r" b="b"/>
              <a:pathLst>
                <a:path w="8763000" h="1385570">
                  <a:moveTo>
                    <a:pt x="0" y="1385315"/>
                  </a:moveTo>
                  <a:lnTo>
                    <a:pt x="8763000" y="1385315"/>
                  </a:lnTo>
                  <a:lnTo>
                    <a:pt x="8763000" y="0"/>
                  </a:lnTo>
                  <a:lnTo>
                    <a:pt x="0" y="0"/>
                  </a:lnTo>
                  <a:lnTo>
                    <a:pt x="0" y="1385315"/>
                  </a:lnTo>
                  <a:close/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861310" y="5330444"/>
            <a:ext cx="858012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Is the</a:t>
            </a:r>
            <a:r>
              <a:rPr sz="28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following</a:t>
            </a:r>
            <a:r>
              <a:rPr sz="28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statement</a:t>
            </a:r>
            <a:r>
              <a:rPr sz="28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45" dirty="0">
                <a:solidFill>
                  <a:srgbClr val="FF0000"/>
                </a:solidFill>
                <a:latin typeface="Calibri"/>
                <a:cs typeface="Calibri"/>
              </a:rPr>
              <a:t>True</a:t>
            </a:r>
            <a:r>
              <a:rPr sz="28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False?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If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condition</a:t>
            </a:r>
            <a:r>
              <a:rPr sz="28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Step</a:t>
            </a:r>
            <a:r>
              <a:rPr sz="2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updates</a:t>
            </a:r>
            <a:r>
              <a:rPr sz="28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value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Box</a:t>
            </a:r>
            <a:r>
              <a:rPr sz="28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sz="2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instead </a:t>
            </a:r>
            <a:r>
              <a:rPr sz="2800" spc="-6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Box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 2,</a:t>
            </a:r>
            <a:r>
              <a:rPr sz="28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then</a:t>
            </a:r>
            <a:r>
              <a:rPr sz="2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flow</a:t>
            </a:r>
            <a:r>
              <a:rPr sz="2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chart</a:t>
            </a:r>
            <a:r>
              <a:rPr sz="2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will</a:t>
            </a:r>
            <a:r>
              <a:rPr sz="2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enter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into</a:t>
            </a:r>
            <a:r>
              <a:rPr sz="2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infinite</a:t>
            </a:r>
            <a:r>
              <a:rPr sz="28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loop</a:t>
            </a:r>
            <a:endParaRPr sz="28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CE49653-31E7-7AEA-D598-62A0598268D0}"/>
                  </a:ext>
                </a:extLst>
              </p14:cNvPr>
              <p14:cNvContentPartPr/>
              <p14:nvPr/>
            </p14:nvContentPartPr>
            <p14:xfrm>
              <a:off x="2005920" y="1220400"/>
              <a:ext cx="8854560" cy="5076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CE49653-31E7-7AEA-D598-62A0598268D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96560" y="1211040"/>
                <a:ext cx="8873280" cy="509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00529" y="94500"/>
            <a:ext cx="1536700" cy="511809"/>
            <a:chOff x="1700529" y="94500"/>
            <a:chExt cx="1536700" cy="511809"/>
          </a:xfrm>
        </p:grpSpPr>
        <p:sp>
          <p:nvSpPr>
            <p:cNvPr id="3" name="object 3"/>
            <p:cNvSpPr/>
            <p:nvPr/>
          </p:nvSpPr>
          <p:spPr>
            <a:xfrm>
              <a:off x="1706879" y="143255"/>
              <a:ext cx="1524000" cy="330835"/>
            </a:xfrm>
            <a:custGeom>
              <a:avLst/>
              <a:gdLst/>
              <a:ahLst/>
              <a:cxnLst/>
              <a:rect l="l" t="t" r="r" b="b"/>
              <a:pathLst>
                <a:path w="1524000" h="330834">
                  <a:moveTo>
                    <a:pt x="0" y="165353"/>
                  </a:moveTo>
                  <a:lnTo>
                    <a:pt x="30433" y="118937"/>
                  </a:lnTo>
                  <a:lnTo>
                    <a:pt x="81876" y="90710"/>
                  </a:lnTo>
                  <a:lnTo>
                    <a:pt x="155264" y="65304"/>
                  </a:lnTo>
                  <a:lnTo>
                    <a:pt x="199389" y="53832"/>
                  </a:lnTo>
                  <a:lnTo>
                    <a:pt x="248043" y="43273"/>
                  </a:lnTo>
                  <a:lnTo>
                    <a:pt x="300907" y="33697"/>
                  </a:lnTo>
                  <a:lnTo>
                    <a:pt x="357660" y="25173"/>
                  </a:lnTo>
                  <a:lnTo>
                    <a:pt x="417984" y="17770"/>
                  </a:lnTo>
                  <a:lnTo>
                    <a:pt x="481561" y="11557"/>
                  </a:lnTo>
                  <a:lnTo>
                    <a:pt x="548069" y="6605"/>
                  </a:lnTo>
                  <a:lnTo>
                    <a:pt x="617192" y="2981"/>
                  </a:lnTo>
                  <a:lnTo>
                    <a:pt x="688608" y="757"/>
                  </a:lnTo>
                  <a:lnTo>
                    <a:pt x="762000" y="0"/>
                  </a:lnTo>
                  <a:lnTo>
                    <a:pt x="835391" y="757"/>
                  </a:lnTo>
                  <a:lnTo>
                    <a:pt x="906807" y="2981"/>
                  </a:lnTo>
                  <a:lnTo>
                    <a:pt x="975930" y="6605"/>
                  </a:lnTo>
                  <a:lnTo>
                    <a:pt x="1042438" y="11557"/>
                  </a:lnTo>
                  <a:lnTo>
                    <a:pt x="1106015" y="17770"/>
                  </a:lnTo>
                  <a:lnTo>
                    <a:pt x="1166339" y="25173"/>
                  </a:lnTo>
                  <a:lnTo>
                    <a:pt x="1223092" y="33697"/>
                  </a:lnTo>
                  <a:lnTo>
                    <a:pt x="1275956" y="43273"/>
                  </a:lnTo>
                  <a:lnTo>
                    <a:pt x="1324610" y="53832"/>
                  </a:lnTo>
                  <a:lnTo>
                    <a:pt x="1368735" y="65304"/>
                  </a:lnTo>
                  <a:lnTo>
                    <a:pt x="1408012" y="77620"/>
                  </a:lnTo>
                  <a:lnTo>
                    <a:pt x="1470747" y="104505"/>
                  </a:lnTo>
                  <a:lnTo>
                    <a:pt x="1510261" y="133935"/>
                  </a:lnTo>
                  <a:lnTo>
                    <a:pt x="1524000" y="165353"/>
                  </a:lnTo>
                  <a:lnTo>
                    <a:pt x="1520512" y="181277"/>
                  </a:lnTo>
                  <a:lnTo>
                    <a:pt x="1493566" y="211770"/>
                  </a:lnTo>
                  <a:lnTo>
                    <a:pt x="1442123" y="239997"/>
                  </a:lnTo>
                  <a:lnTo>
                    <a:pt x="1368735" y="265403"/>
                  </a:lnTo>
                  <a:lnTo>
                    <a:pt x="1324610" y="276875"/>
                  </a:lnTo>
                  <a:lnTo>
                    <a:pt x="1275956" y="287434"/>
                  </a:lnTo>
                  <a:lnTo>
                    <a:pt x="1223092" y="297010"/>
                  </a:lnTo>
                  <a:lnTo>
                    <a:pt x="1166339" y="305534"/>
                  </a:lnTo>
                  <a:lnTo>
                    <a:pt x="1106015" y="312937"/>
                  </a:lnTo>
                  <a:lnTo>
                    <a:pt x="1042438" y="319150"/>
                  </a:lnTo>
                  <a:lnTo>
                    <a:pt x="975930" y="324102"/>
                  </a:lnTo>
                  <a:lnTo>
                    <a:pt x="906807" y="327726"/>
                  </a:lnTo>
                  <a:lnTo>
                    <a:pt x="835391" y="329950"/>
                  </a:lnTo>
                  <a:lnTo>
                    <a:pt x="762000" y="330708"/>
                  </a:lnTo>
                  <a:lnTo>
                    <a:pt x="688608" y="329950"/>
                  </a:lnTo>
                  <a:lnTo>
                    <a:pt x="617192" y="327726"/>
                  </a:lnTo>
                  <a:lnTo>
                    <a:pt x="548069" y="324102"/>
                  </a:lnTo>
                  <a:lnTo>
                    <a:pt x="481561" y="319150"/>
                  </a:lnTo>
                  <a:lnTo>
                    <a:pt x="417984" y="312937"/>
                  </a:lnTo>
                  <a:lnTo>
                    <a:pt x="357660" y="305534"/>
                  </a:lnTo>
                  <a:lnTo>
                    <a:pt x="300907" y="297010"/>
                  </a:lnTo>
                  <a:lnTo>
                    <a:pt x="248043" y="287434"/>
                  </a:lnTo>
                  <a:lnTo>
                    <a:pt x="199389" y="276875"/>
                  </a:lnTo>
                  <a:lnTo>
                    <a:pt x="155264" y="265403"/>
                  </a:lnTo>
                  <a:lnTo>
                    <a:pt x="115987" y="253087"/>
                  </a:lnTo>
                  <a:lnTo>
                    <a:pt x="53252" y="226202"/>
                  </a:lnTo>
                  <a:lnTo>
                    <a:pt x="13738" y="196772"/>
                  </a:lnTo>
                  <a:lnTo>
                    <a:pt x="0" y="16535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2263" y="94500"/>
              <a:ext cx="730757" cy="51128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243454" y="143078"/>
            <a:ext cx="4521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spc="-3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art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624330" y="629424"/>
            <a:ext cx="1691639" cy="786130"/>
            <a:chOff x="1624330" y="629424"/>
            <a:chExt cx="1691639" cy="786130"/>
          </a:xfrm>
        </p:grpSpPr>
        <p:sp>
          <p:nvSpPr>
            <p:cNvPr id="7" name="object 7"/>
            <p:cNvSpPr/>
            <p:nvPr/>
          </p:nvSpPr>
          <p:spPr>
            <a:xfrm>
              <a:off x="1630680" y="711708"/>
              <a:ext cx="1676400" cy="538480"/>
            </a:xfrm>
            <a:custGeom>
              <a:avLst/>
              <a:gdLst/>
              <a:ahLst/>
              <a:cxnLst/>
              <a:rect l="l" t="t" r="r" b="b"/>
              <a:pathLst>
                <a:path w="1676400" h="538480">
                  <a:moveTo>
                    <a:pt x="0" y="537972"/>
                  </a:moveTo>
                  <a:lnTo>
                    <a:pt x="1676399" y="537972"/>
                  </a:lnTo>
                  <a:lnTo>
                    <a:pt x="1676399" y="0"/>
                  </a:lnTo>
                  <a:lnTo>
                    <a:pt x="0" y="0"/>
                  </a:lnTo>
                  <a:lnTo>
                    <a:pt x="0" y="53797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2120" y="629424"/>
              <a:ext cx="1511045" cy="51128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8300" y="903744"/>
              <a:ext cx="1677162" cy="51128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770379" y="678560"/>
            <a:ext cx="1397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382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set </a:t>
            </a:r>
            <a:r>
              <a:rPr sz="1800" spc="-10" dirty="0">
                <a:latin typeface="Calibri"/>
                <a:cs typeface="Calibri"/>
              </a:rPr>
              <a:t>customer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discount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0%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43330" y="1470405"/>
            <a:ext cx="2451100" cy="1617980"/>
            <a:chOff x="1243330" y="1470405"/>
            <a:chExt cx="2451100" cy="1617980"/>
          </a:xfrm>
        </p:grpSpPr>
        <p:sp>
          <p:nvSpPr>
            <p:cNvPr id="12" name="object 12"/>
            <p:cNvSpPr/>
            <p:nvPr/>
          </p:nvSpPr>
          <p:spPr>
            <a:xfrm>
              <a:off x="1292352" y="1476755"/>
              <a:ext cx="2354580" cy="728980"/>
            </a:xfrm>
            <a:custGeom>
              <a:avLst/>
              <a:gdLst/>
              <a:ahLst/>
              <a:cxnLst/>
              <a:rect l="l" t="t" r="r" b="b"/>
              <a:pathLst>
                <a:path w="2354579" h="728980">
                  <a:moveTo>
                    <a:pt x="0" y="364236"/>
                  </a:moveTo>
                  <a:lnTo>
                    <a:pt x="1177290" y="0"/>
                  </a:lnTo>
                  <a:lnTo>
                    <a:pt x="2354580" y="364236"/>
                  </a:lnTo>
                  <a:lnTo>
                    <a:pt x="1177290" y="728472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189" y="1621348"/>
              <a:ext cx="939068" cy="1826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34896" y="1763280"/>
              <a:ext cx="1287018" cy="51128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49680" y="2356103"/>
              <a:ext cx="2438400" cy="596265"/>
            </a:xfrm>
            <a:custGeom>
              <a:avLst/>
              <a:gdLst/>
              <a:ahLst/>
              <a:cxnLst/>
              <a:rect l="l" t="t" r="r" b="b"/>
              <a:pathLst>
                <a:path w="2438400" h="596264">
                  <a:moveTo>
                    <a:pt x="0" y="595884"/>
                  </a:moveTo>
                  <a:lnTo>
                    <a:pt x="2438399" y="595884"/>
                  </a:lnTo>
                  <a:lnTo>
                    <a:pt x="2438399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95984" y="2302776"/>
              <a:ext cx="2215133" cy="51128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27860" y="2577096"/>
              <a:ext cx="1098041" cy="51128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527810" y="2352294"/>
            <a:ext cx="188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4195" marR="5080" indent="-5321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add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2%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customer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discount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43330" y="3031248"/>
            <a:ext cx="2451100" cy="1243330"/>
            <a:chOff x="1243330" y="3031248"/>
            <a:chExt cx="2451100" cy="1243330"/>
          </a:xfrm>
        </p:grpSpPr>
        <p:sp>
          <p:nvSpPr>
            <p:cNvPr id="20" name="object 20"/>
            <p:cNvSpPr/>
            <p:nvPr/>
          </p:nvSpPr>
          <p:spPr>
            <a:xfrm>
              <a:off x="1554480" y="3086099"/>
              <a:ext cx="1828800" cy="317500"/>
            </a:xfrm>
            <a:custGeom>
              <a:avLst/>
              <a:gdLst/>
              <a:ahLst/>
              <a:cxnLst/>
              <a:rect l="l" t="t" r="r" b="b"/>
              <a:pathLst>
                <a:path w="1828800" h="317500">
                  <a:moveTo>
                    <a:pt x="0" y="158496"/>
                  </a:moveTo>
                  <a:lnTo>
                    <a:pt x="914400" y="0"/>
                  </a:lnTo>
                  <a:lnTo>
                    <a:pt x="1828799" y="158496"/>
                  </a:lnTo>
                  <a:lnTo>
                    <a:pt x="914400" y="316991"/>
                  </a:lnTo>
                  <a:lnTo>
                    <a:pt x="0" y="158496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49780" y="3031248"/>
              <a:ext cx="854202" cy="51128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49680" y="3540251"/>
              <a:ext cx="2438400" cy="597535"/>
            </a:xfrm>
            <a:custGeom>
              <a:avLst/>
              <a:gdLst/>
              <a:ahLst/>
              <a:cxnLst/>
              <a:rect l="l" t="t" r="r" b="b"/>
              <a:pathLst>
                <a:path w="2438400" h="597535">
                  <a:moveTo>
                    <a:pt x="0" y="597408"/>
                  </a:moveTo>
                  <a:lnTo>
                    <a:pt x="2438399" y="597408"/>
                  </a:lnTo>
                  <a:lnTo>
                    <a:pt x="2438399" y="0"/>
                  </a:lnTo>
                  <a:lnTo>
                    <a:pt x="0" y="0"/>
                  </a:lnTo>
                  <a:lnTo>
                    <a:pt x="0" y="59740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95984" y="3488448"/>
              <a:ext cx="2215133" cy="51128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7860" y="3762768"/>
              <a:ext cx="1098041" cy="51128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527810" y="3537966"/>
            <a:ext cx="188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4195" marR="5080" indent="-5321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add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2%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customer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discount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156461" y="4296168"/>
            <a:ext cx="2625090" cy="2538730"/>
            <a:chOff x="1156461" y="4296168"/>
            <a:chExt cx="2625090" cy="2538730"/>
          </a:xfrm>
        </p:grpSpPr>
        <p:sp>
          <p:nvSpPr>
            <p:cNvPr id="27" name="object 27"/>
            <p:cNvSpPr/>
            <p:nvPr/>
          </p:nvSpPr>
          <p:spPr>
            <a:xfrm>
              <a:off x="1162811" y="4320540"/>
              <a:ext cx="2612390" cy="379730"/>
            </a:xfrm>
            <a:custGeom>
              <a:avLst/>
              <a:gdLst/>
              <a:ahLst/>
              <a:cxnLst/>
              <a:rect l="l" t="t" r="r" b="b"/>
              <a:pathLst>
                <a:path w="2612390" h="379729">
                  <a:moveTo>
                    <a:pt x="0" y="189737"/>
                  </a:moveTo>
                  <a:lnTo>
                    <a:pt x="1306068" y="0"/>
                  </a:lnTo>
                  <a:lnTo>
                    <a:pt x="2612136" y="189737"/>
                  </a:lnTo>
                  <a:lnTo>
                    <a:pt x="1306068" y="379476"/>
                  </a:lnTo>
                  <a:lnTo>
                    <a:pt x="0" y="1897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90699" y="4296168"/>
              <a:ext cx="1373886" cy="51128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249679" y="4884420"/>
              <a:ext cx="2438400" cy="596265"/>
            </a:xfrm>
            <a:custGeom>
              <a:avLst/>
              <a:gdLst/>
              <a:ahLst/>
              <a:cxnLst/>
              <a:rect l="l" t="t" r="r" b="b"/>
              <a:pathLst>
                <a:path w="2438400" h="596264">
                  <a:moveTo>
                    <a:pt x="0" y="595883"/>
                  </a:moveTo>
                  <a:lnTo>
                    <a:pt x="2438399" y="595883"/>
                  </a:lnTo>
                  <a:lnTo>
                    <a:pt x="2438399" y="0"/>
                  </a:lnTo>
                  <a:lnTo>
                    <a:pt x="0" y="0"/>
                  </a:lnTo>
                  <a:lnTo>
                    <a:pt x="0" y="5958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95983" y="4831092"/>
              <a:ext cx="2215133" cy="51128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27859" y="5105400"/>
              <a:ext cx="1098041" cy="51128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249679" y="5628132"/>
              <a:ext cx="2438400" cy="596265"/>
            </a:xfrm>
            <a:custGeom>
              <a:avLst/>
              <a:gdLst/>
              <a:ahLst/>
              <a:cxnLst/>
              <a:rect l="l" t="t" r="r" b="b"/>
              <a:pathLst>
                <a:path w="2438400" h="596264">
                  <a:moveTo>
                    <a:pt x="0" y="595884"/>
                  </a:moveTo>
                  <a:lnTo>
                    <a:pt x="2438399" y="595884"/>
                  </a:lnTo>
                  <a:lnTo>
                    <a:pt x="2438399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97151" y="5574792"/>
              <a:ext cx="1811274" cy="51128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64563" y="5849112"/>
              <a:ext cx="2024634" cy="51128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706879" y="6370320"/>
              <a:ext cx="1524000" cy="332740"/>
            </a:xfrm>
            <a:custGeom>
              <a:avLst/>
              <a:gdLst/>
              <a:ahLst/>
              <a:cxnLst/>
              <a:rect l="l" t="t" r="r" b="b"/>
              <a:pathLst>
                <a:path w="1524000" h="332740">
                  <a:moveTo>
                    <a:pt x="0" y="166115"/>
                  </a:moveTo>
                  <a:lnTo>
                    <a:pt x="30433" y="119481"/>
                  </a:lnTo>
                  <a:lnTo>
                    <a:pt x="81876" y="91123"/>
                  </a:lnTo>
                  <a:lnTo>
                    <a:pt x="155264" y="65600"/>
                  </a:lnTo>
                  <a:lnTo>
                    <a:pt x="199389" y="54076"/>
                  </a:lnTo>
                  <a:lnTo>
                    <a:pt x="248043" y="43469"/>
                  </a:lnTo>
                  <a:lnTo>
                    <a:pt x="300907" y="33849"/>
                  </a:lnTo>
                  <a:lnTo>
                    <a:pt x="357660" y="25286"/>
                  </a:lnTo>
                  <a:lnTo>
                    <a:pt x="417984" y="17850"/>
                  </a:lnTo>
                  <a:lnTo>
                    <a:pt x="481561" y="11609"/>
                  </a:lnTo>
                  <a:lnTo>
                    <a:pt x="548069" y="6634"/>
                  </a:lnTo>
                  <a:lnTo>
                    <a:pt x="617192" y="2995"/>
                  </a:lnTo>
                  <a:lnTo>
                    <a:pt x="688608" y="760"/>
                  </a:lnTo>
                  <a:lnTo>
                    <a:pt x="762000" y="0"/>
                  </a:lnTo>
                  <a:lnTo>
                    <a:pt x="835391" y="760"/>
                  </a:lnTo>
                  <a:lnTo>
                    <a:pt x="906807" y="2995"/>
                  </a:lnTo>
                  <a:lnTo>
                    <a:pt x="975930" y="6634"/>
                  </a:lnTo>
                  <a:lnTo>
                    <a:pt x="1042438" y="11609"/>
                  </a:lnTo>
                  <a:lnTo>
                    <a:pt x="1106015" y="17850"/>
                  </a:lnTo>
                  <a:lnTo>
                    <a:pt x="1166339" y="25286"/>
                  </a:lnTo>
                  <a:lnTo>
                    <a:pt x="1223092" y="33849"/>
                  </a:lnTo>
                  <a:lnTo>
                    <a:pt x="1275956" y="43469"/>
                  </a:lnTo>
                  <a:lnTo>
                    <a:pt x="1324610" y="54076"/>
                  </a:lnTo>
                  <a:lnTo>
                    <a:pt x="1368735" y="65600"/>
                  </a:lnTo>
                  <a:lnTo>
                    <a:pt x="1408012" y="77972"/>
                  </a:lnTo>
                  <a:lnTo>
                    <a:pt x="1470747" y="104983"/>
                  </a:lnTo>
                  <a:lnTo>
                    <a:pt x="1510261" y="134549"/>
                  </a:lnTo>
                  <a:lnTo>
                    <a:pt x="1524000" y="166115"/>
                  </a:lnTo>
                  <a:lnTo>
                    <a:pt x="1520512" y="182114"/>
                  </a:lnTo>
                  <a:lnTo>
                    <a:pt x="1493566" y="212750"/>
                  </a:lnTo>
                  <a:lnTo>
                    <a:pt x="1442123" y="241108"/>
                  </a:lnTo>
                  <a:lnTo>
                    <a:pt x="1368735" y="266631"/>
                  </a:lnTo>
                  <a:lnTo>
                    <a:pt x="1324610" y="278155"/>
                  </a:lnTo>
                  <a:lnTo>
                    <a:pt x="1275956" y="288762"/>
                  </a:lnTo>
                  <a:lnTo>
                    <a:pt x="1223092" y="298382"/>
                  </a:lnTo>
                  <a:lnTo>
                    <a:pt x="1166339" y="306945"/>
                  </a:lnTo>
                  <a:lnTo>
                    <a:pt x="1106015" y="314381"/>
                  </a:lnTo>
                  <a:lnTo>
                    <a:pt x="1042438" y="320622"/>
                  </a:lnTo>
                  <a:lnTo>
                    <a:pt x="975930" y="325597"/>
                  </a:lnTo>
                  <a:lnTo>
                    <a:pt x="906807" y="329236"/>
                  </a:lnTo>
                  <a:lnTo>
                    <a:pt x="835391" y="331471"/>
                  </a:lnTo>
                  <a:lnTo>
                    <a:pt x="762000" y="332231"/>
                  </a:lnTo>
                  <a:lnTo>
                    <a:pt x="688608" y="331471"/>
                  </a:lnTo>
                  <a:lnTo>
                    <a:pt x="617192" y="329236"/>
                  </a:lnTo>
                  <a:lnTo>
                    <a:pt x="548069" y="325597"/>
                  </a:lnTo>
                  <a:lnTo>
                    <a:pt x="481561" y="320622"/>
                  </a:lnTo>
                  <a:lnTo>
                    <a:pt x="417984" y="314381"/>
                  </a:lnTo>
                  <a:lnTo>
                    <a:pt x="357660" y="306945"/>
                  </a:lnTo>
                  <a:lnTo>
                    <a:pt x="300907" y="298382"/>
                  </a:lnTo>
                  <a:lnTo>
                    <a:pt x="248043" y="288762"/>
                  </a:lnTo>
                  <a:lnTo>
                    <a:pt x="199389" y="278155"/>
                  </a:lnTo>
                  <a:lnTo>
                    <a:pt x="155264" y="266631"/>
                  </a:lnTo>
                  <a:lnTo>
                    <a:pt x="115987" y="254259"/>
                  </a:lnTo>
                  <a:lnTo>
                    <a:pt x="53252" y="227248"/>
                  </a:lnTo>
                  <a:lnTo>
                    <a:pt x="13738" y="197682"/>
                  </a:lnTo>
                  <a:lnTo>
                    <a:pt x="0" y="16611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24455" y="6323081"/>
              <a:ext cx="707898" cy="51128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527810" y="4880864"/>
            <a:ext cx="1884680" cy="179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add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2%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customer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discount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40"/>
              </a:spcBef>
            </a:pPr>
            <a:r>
              <a:rPr sz="1800" spc="-5" dirty="0">
                <a:latin typeface="Calibri"/>
                <a:cs typeface="Calibri"/>
              </a:rPr>
              <a:t>determine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total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customer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discount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65"/>
              </a:spcBef>
            </a:pPr>
            <a:r>
              <a:rPr sz="1800" spc="-15" dirty="0">
                <a:latin typeface="Calibri"/>
                <a:cs typeface="Calibri"/>
              </a:rPr>
              <a:t>stop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412492" y="474726"/>
            <a:ext cx="864869" cy="5930265"/>
            <a:chOff x="2412492" y="474726"/>
            <a:chExt cx="864869" cy="5930265"/>
          </a:xfrm>
        </p:grpSpPr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12492" y="474726"/>
              <a:ext cx="114300" cy="25196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12492" y="1232154"/>
              <a:ext cx="114300" cy="25196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12492" y="2213609"/>
              <a:ext cx="114300" cy="21602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12492" y="2952749"/>
              <a:ext cx="114300" cy="21602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412492" y="3420618"/>
              <a:ext cx="114300" cy="17995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12492" y="4138422"/>
              <a:ext cx="114300" cy="25196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12492" y="4700778"/>
              <a:ext cx="114300" cy="25196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412492" y="5481066"/>
              <a:ext cx="114300" cy="17999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412492" y="6224778"/>
              <a:ext cx="114300" cy="17999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67000" y="1961400"/>
              <a:ext cx="610362" cy="511289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1966086" y="1538732"/>
            <a:ext cx="11620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0655" indent="2286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wholesale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u</a:t>
            </a:r>
            <a:r>
              <a:rPr sz="1800" spc="-20" dirty="0">
                <a:latin typeface="Calibri"/>
                <a:cs typeface="Calibri"/>
              </a:rPr>
              <a:t>s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omer?</a:t>
            </a:r>
            <a:endParaRPr sz="1800" dirty="0">
              <a:latin typeface="Calibri"/>
              <a:cs typeface="Calibri"/>
            </a:endParaRPr>
          </a:p>
          <a:p>
            <a:pPr marL="844550">
              <a:lnSpc>
                <a:spcPts val="1560"/>
              </a:lnSpc>
            </a:pPr>
            <a:r>
              <a:rPr sz="1800" spc="-2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es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50" name="object 5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607564" y="4503432"/>
            <a:ext cx="610362" cy="511289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1921891" y="4346575"/>
            <a:ext cx="1147445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9690" algn="r">
              <a:lnSpc>
                <a:spcPts val="1895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order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50?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ts val="1895"/>
              </a:lnSpc>
            </a:pP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yes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2" name="object 5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682239" y="3169932"/>
            <a:ext cx="610362" cy="511289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2156460" y="3080080"/>
            <a:ext cx="10115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Cash?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2700" spc="-15" baseline="-33950" dirty="0">
                <a:solidFill>
                  <a:srgbClr val="0000FF"/>
                </a:solidFill>
                <a:latin typeface="Calibri"/>
                <a:cs typeface="Calibri"/>
              </a:rPr>
              <a:t>yes</a:t>
            </a:r>
            <a:endParaRPr sz="2700" baseline="-3395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66927" y="1556003"/>
            <a:ext cx="977265" cy="1746885"/>
            <a:chOff x="566927" y="1556003"/>
            <a:chExt cx="977265" cy="1746885"/>
          </a:xfrm>
        </p:grpSpPr>
        <p:sp>
          <p:nvSpPr>
            <p:cNvPr id="55" name="object 55"/>
            <p:cNvSpPr/>
            <p:nvPr/>
          </p:nvSpPr>
          <p:spPr>
            <a:xfrm>
              <a:off x="608837" y="1841753"/>
              <a:ext cx="684530" cy="18415"/>
            </a:xfrm>
            <a:custGeom>
              <a:avLst/>
              <a:gdLst/>
              <a:ahLst/>
              <a:cxnLst/>
              <a:rect l="l" t="t" r="r" b="b"/>
              <a:pathLst>
                <a:path w="684530" h="18414">
                  <a:moveTo>
                    <a:pt x="0" y="18034"/>
                  </a:moveTo>
                  <a:lnTo>
                    <a:pt x="684022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33221" y="1841753"/>
              <a:ext cx="0" cy="1403985"/>
            </a:xfrm>
            <a:custGeom>
              <a:avLst/>
              <a:gdLst/>
              <a:ahLst/>
              <a:cxnLst/>
              <a:rect l="l" t="t" r="r" b="b"/>
              <a:pathLst>
                <a:path h="1403985">
                  <a:moveTo>
                    <a:pt x="0" y="0"/>
                  </a:moveTo>
                  <a:lnTo>
                    <a:pt x="0" y="140398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43889" y="3188208"/>
              <a:ext cx="900430" cy="114300"/>
            </a:xfrm>
            <a:custGeom>
              <a:avLst/>
              <a:gdLst/>
              <a:ahLst/>
              <a:cxnLst/>
              <a:rect l="l" t="t" r="r" b="b"/>
              <a:pathLst>
                <a:path w="900430" h="114300">
                  <a:moveTo>
                    <a:pt x="785748" y="0"/>
                  </a:moveTo>
                  <a:lnTo>
                    <a:pt x="785748" y="114300"/>
                  </a:lnTo>
                  <a:lnTo>
                    <a:pt x="861948" y="76200"/>
                  </a:lnTo>
                  <a:lnTo>
                    <a:pt x="804798" y="76200"/>
                  </a:lnTo>
                  <a:lnTo>
                    <a:pt x="804798" y="38100"/>
                  </a:lnTo>
                  <a:lnTo>
                    <a:pt x="861948" y="38100"/>
                  </a:lnTo>
                  <a:lnTo>
                    <a:pt x="785748" y="0"/>
                  </a:lnTo>
                  <a:close/>
                </a:path>
                <a:path w="900430" h="114300">
                  <a:moveTo>
                    <a:pt x="785748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785748" y="76200"/>
                  </a:lnTo>
                  <a:lnTo>
                    <a:pt x="785748" y="38100"/>
                  </a:lnTo>
                  <a:close/>
                </a:path>
                <a:path w="900430" h="114300">
                  <a:moveTo>
                    <a:pt x="861948" y="38100"/>
                  </a:moveTo>
                  <a:lnTo>
                    <a:pt x="804798" y="38100"/>
                  </a:lnTo>
                  <a:lnTo>
                    <a:pt x="804798" y="76200"/>
                  </a:lnTo>
                  <a:lnTo>
                    <a:pt x="861948" y="76200"/>
                  </a:lnTo>
                  <a:lnTo>
                    <a:pt x="900048" y="57150"/>
                  </a:lnTo>
                  <a:lnTo>
                    <a:pt x="861948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66927" y="1556003"/>
              <a:ext cx="723138" cy="677418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745337" y="1622882"/>
            <a:ext cx="34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3354514" y="3084576"/>
            <a:ext cx="1021715" cy="1484630"/>
            <a:chOff x="3354514" y="3084576"/>
            <a:chExt cx="1021715" cy="1484630"/>
          </a:xfrm>
        </p:grpSpPr>
        <p:sp>
          <p:nvSpPr>
            <p:cNvPr id="61" name="object 61"/>
            <p:cNvSpPr/>
            <p:nvPr/>
          </p:nvSpPr>
          <p:spPr>
            <a:xfrm>
              <a:off x="3368802" y="3251454"/>
              <a:ext cx="684530" cy="18415"/>
            </a:xfrm>
            <a:custGeom>
              <a:avLst/>
              <a:gdLst/>
              <a:ahLst/>
              <a:cxnLst/>
              <a:rect l="l" t="t" r="r" b="b"/>
              <a:pathLst>
                <a:path w="684529" h="18414">
                  <a:moveTo>
                    <a:pt x="684022" y="18034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040886" y="3251454"/>
              <a:ext cx="0" cy="1260475"/>
            </a:xfrm>
            <a:custGeom>
              <a:avLst/>
              <a:gdLst/>
              <a:ahLst/>
              <a:cxnLst/>
              <a:rect l="l" t="t" r="r" b="b"/>
              <a:pathLst>
                <a:path h="1260475">
                  <a:moveTo>
                    <a:pt x="0" y="0"/>
                  </a:moveTo>
                  <a:lnTo>
                    <a:pt x="0" y="125996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670554" y="4454652"/>
              <a:ext cx="396240" cy="114300"/>
            </a:xfrm>
            <a:custGeom>
              <a:avLst/>
              <a:gdLst/>
              <a:ahLst/>
              <a:cxnLst/>
              <a:rect l="l" t="t" r="r" b="b"/>
              <a:pathLst>
                <a:path w="396239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396239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396239" h="114300">
                  <a:moveTo>
                    <a:pt x="395986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395986" y="76200"/>
                  </a:lnTo>
                  <a:lnTo>
                    <a:pt x="395986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653028" y="3084576"/>
              <a:ext cx="723138" cy="677418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3831716" y="3151378"/>
            <a:ext cx="346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79475" y="4223003"/>
            <a:ext cx="833755" cy="1722120"/>
            <a:chOff x="379475" y="4223003"/>
            <a:chExt cx="833755" cy="1722120"/>
          </a:xfrm>
        </p:grpSpPr>
        <p:sp>
          <p:nvSpPr>
            <p:cNvPr id="67" name="object 67"/>
            <p:cNvSpPr/>
            <p:nvPr/>
          </p:nvSpPr>
          <p:spPr>
            <a:xfrm>
              <a:off x="479297" y="4508753"/>
              <a:ext cx="684530" cy="18415"/>
            </a:xfrm>
            <a:custGeom>
              <a:avLst/>
              <a:gdLst/>
              <a:ahLst/>
              <a:cxnLst/>
              <a:rect l="l" t="t" r="r" b="b"/>
              <a:pathLst>
                <a:path w="684530" h="18414">
                  <a:moveTo>
                    <a:pt x="0" y="18034"/>
                  </a:moveTo>
                  <a:lnTo>
                    <a:pt x="683996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93013" y="4505705"/>
              <a:ext cx="0" cy="1404620"/>
            </a:xfrm>
            <a:custGeom>
              <a:avLst/>
              <a:gdLst/>
              <a:ahLst/>
              <a:cxnLst/>
              <a:rect l="l" t="t" r="r" b="b"/>
              <a:pathLst>
                <a:path h="1404620">
                  <a:moveTo>
                    <a:pt x="0" y="0"/>
                  </a:moveTo>
                  <a:lnTo>
                    <a:pt x="0" y="140399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93013" y="5830823"/>
              <a:ext cx="720090" cy="114300"/>
            </a:xfrm>
            <a:custGeom>
              <a:avLst/>
              <a:gdLst/>
              <a:ahLst/>
              <a:cxnLst/>
              <a:rect l="l" t="t" r="r" b="b"/>
              <a:pathLst>
                <a:path w="720090" h="114300">
                  <a:moveTo>
                    <a:pt x="605701" y="0"/>
                  </a:moveTo>
                  <a:lnTo>
                    <a:pt x="605701" y="114300"/>
                  </a:lnTo>
                  <a:lnTo>
                    <a:pt x="681901" y="76200"/>
                  </a:lnTo>
                  <a:lnTo>
                    <a:pt x="624751" y="76200"/>
                  </a:lnTo>
                  <a:lnTo>
                    <a:pt x="624751" y="38100"/>
                  </a:lnTo>
                  <a:lnTo>
                    <a:pt x="681901" y="38100"/>
                  </a:lnTo>
                  <a:lnTo>
                    <a:pt x="605701" y="0"/>
                  </a:lnTo>
                  <a:close/>
                </a:path>
                <a:path w="720090" h="114300">
                  <a:moveTo>
                    <a:pt x="605701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05701" y="76200"/>
                  </a:lnTo>
                  <a:lnTo>
                    <a:pt x="605701" y="38100"/>
                  </a:lnTo>
                  <a:close/>
                </a:path>
                <a:path w="720090" h="114300">
                  <a:moveTo>
                    <a:pt x="681901" y="38100"/>
                  </a:moveTo>
                  <a:lnTo>
                    <a:pt x="624751" y="38100"/>
                  </a:lnTo>
                  <a:lnTo>
                    <a:pt x="624751" y="76200"/>
                  </a:lnTo>
                  <a:lnTo>
                    <a:pt x="681901" y="76200"/>
                  </a:lnTo>
                  <a:lnTo>
                    <a:pt x="720001" y="57150"/>
                  </a:lnTo>
                  <a:lnTo>
                    <a:pt x="68190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79475" y="4223003"/>
              <a:ext cx="723138" cy="677418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57885" y="4291329"/>
            <a:ext cx="346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title"/>
          </p:nvPr>
        </p:nvSpPr>
        <p:spPr>
          <a:xfrm>
            <a:off x="4079747" y="106679"/>
            <a:ext cx="8430895" cy="95440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2075" marR="161290">
              <a:lnSpc>
                <a:spcPct val="100000"/>
              </a:lnSpc>
              <a:spcBef>
                <a:spcPts val="175"/>
              </a:spcBef>
            </a:pPr>
            <a:r>
              <a:rPr sz="2800" spc="-10" dirty="0">
                <a:solidFill>
                  <a:srgbClr val="A40020"/>
                </a:solidFill>
                <a:latin typeface="Calibri"/>
                <a:cs typeface="Calibri"/>
              </a:rPr>
              <a:t>What</a:t>
            </a:r>
            <a:r>
              <a:rPr sz="2800" spc="10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40020"/>
                </a:solidFill>
                <a:latin typeface="Calibri"/>
                <a:cs typeface="Calibri"/>
              </a:rPr>
              <a:t>will</a:t>
            </a:r>
            <a:r>
              <a:rPr sz="2800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40020"/>
                </a:solidFill>
                <a:latin typeface="Calibri"/>
                <a:cs typeface="Calibri"/>
              </a:rPr>
              <a:t>be</a:t>
            </a:r>
            <a:r>
              <a:rPr sz="2800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40020"/>
                </a:solidFill>
                <a:latin typeface="Calibri"/>
                <a:cs typeface="Calibri"/>
              </a:rPr>
              <a:t>the </a:t>
            </a:r>
            <a:r>
              <a:rPr sz="2800" spc="-20" dirty="0">
                <a:solidFill>
                  <a:srgbClr val="A40020"/>
                </a:solidFill>
                <a:latin typeface="Calibri"/>
                <a:cs typeface="Calibri"/>
              </a:rPr>
              <a:t>total</a:t>
            </a:r>
            <a:r>
              <a:rPr sz="2800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40020"/>
                </a:solidFill>
                <a:latin typeface="Calibri"/>
                <a:cs typeface="Calibri"/>
              </a:rPr>
              <a:t>discount</a:t>
            </a:r>
            <a:r>
              <a:rPr sz="2800" spc="45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A40020"/>
                </a:solidFill>
                <a:latin typeface="Calibri"/>
                <a:cs typeface="Calibri"/>
              </a:rPr>
              <a:t>for</a:t>
            </a:r>
            <a:r>
              <a:rPr sz="2800" spc="-5" dirty="0">
                <a:solidFill>
                  <a:srgbClr val="A40020"/>
                </a:solidFill>
                <a:latin typeface="Calibri"/>
                <a:cs typeface="Calibri"/>
              </a:rPr>
              <a:t> a</a:t>
            </a:r>
            <a:r>
              <a:rPr sz="2800" spc="5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40020"/>
                </a:solidFill>
                <a:latin typeface="Calibri"/>
                <a:cs typeface="Calibri"/>
              </a:rPr>
              <a:t>wholesale</a:t>
            </a:r>
            <a:r>
              <a:rPr sz="2800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40020"/>
                </a:solidFill>
                <a:latin typeface="Calibri"/>
                <a:cs typeface="Calibri"/>
              </a:rPr>
              <a:t>customer </a:t>
            </a:r>
            <a:r>
              <a:rPr sz="2800" spc="-620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40020"/>
                </a:solidFill>
                <a:latin typeface="Calibri"/>
                <a:cs typeface="Calibri"/>
              </a:rPr>
              <a:t>who</a:t>
            </a:r>
            <a:r>
              <a:rPr sz="2800" spc="20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A40020"/>
                </a:solidFill>
                <a:latin typeface="Calibri"/>
                <a:cs typeface="Calibri"/>
              </a:rPr>
              <a:t>buys</a:t>
            </a:r>
            <a:r>
              <a:rPr sz="2800" spc="25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A40020"/>
                </a:solidFill>
                <a:latin typeface="Calibri"/>
                <a:cs typeface="Calibri"/>
              </a:rPr>
              <a:t>more</a:t>
            </a:r>
            <a:r>
              <a:rPr sz="2800" spc="20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40020"/>
                </a:solidFill>
                <a:latin typeface="Calibri"/>
                <a:cs typeface="Calibri"/>
              </a:rPr>
              <a:t>than</a:t>
            </a:r>
            <a:r>
              <a:rPr sz="2800" spc="10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A40020"/>
                </a:solidFill>
                <a:latin typeface="Calibri"/>
                <a:cs typeface="Calibri"/>
              </a:rPr>
              <a:t>50</a:t>
            </a:r>
            <a:r>
              <a:rPr sz="2800" spc="30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A40020"/>
                </a:solidFill>
                <a:latin typeface="Calibri"/>
                <a:cs typeface="Calibri"/>
              </a:rPr>
              <a:t>orders</a:t>
            </a:r>
            <a:r>
              <a:rPr sz="2800" spc="10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40020"/>
                </a:solidFill>
                <a:latin typeface="Calibri"/>
                <a:cs typeface="Calibri"/>
              </a:rPr>
              <a:t>but</a:t>
            </a:r>
            <a:r>
              <a:rPr sz="2800" spc="15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40020"/>
                </a:solidFill>
                <a:latin typeface="Calibri"/>
                <a:cs typeface="Calibri"/>
              </a:rPr>
              <a:t>does</a:t>
            </a:r>
            <a:r>
              <a:rPr sz="2800" spc="20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40020"/>
                </a:solidFill>
                <a:latin typeface="Calibri"/>
                <a:cs typeface="Calibri"/>
              </a:rPr>
              <a:t>not</a:t>
            </a:r>
            <a:r>
              <a:rPr sz="2800" spc="10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A40020"/>
                </a:solidFill>
                <a:latin typeface="Calibri"/>
                <a:cs typeface="Calibri"/>
              </a:rPr>
              <a:t>pay</a:t>
            </a:r>
            <a:r>
              <a:rPr sz="2800" spc="10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40020"/>
                </a:solidFill>
                <a:latin typeface="Calibri"/>
                <a:cs typeface="Calibri"/>
              </a:rPr>
              <a:t>in</a:t>
            </a:r>
            <a:r>
              <a:rPr sz="2800" spc="10" dirty="0">
                <a:solidFill>
                  <a:srgbClr val="A4002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40020"/>
                </a:solidFill>
                <a:latin typeface="Calibri"/>
                <a:cs typeface="Calibri"/>
              </a:rPr>
              <a:t>cash?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1333733" y="1139190"/>
            <a:ext cx="83566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0840" indent="-358775">
              <a:lnSpc>
                <a:spcPct val="100000"/>
              </a:lnSpc>
              <a:spcBef>
                <a:spcPts val="95"/>
              </a:spcBef>
              <a:buAutoNum type="alphaLcParenR"/>
              <a:tabLst>
                <a:tab pos="371475" algn="l"/>
              </a:tabLst>
            </a:pPr>
            <a:r>
              <a:rPr sz="2800" spc="-10" dirty="0">
                <a:latin typeface="Calibri"/>
                <a:cs typeface="Calibri"/>
              </a:rPr>
              <a:t>4%</a:t>
            </a:r>
            <a:endParaRPr sz="2800">
              <a:latin typeface="Calibri"/>
              <a:cs typeface="Calibri"/>
            </a:endParaRPr>
          </a:p>
          <a:p>
            <a:pPr marL="387985" indent="-375920">
              <a:lnSpc>
                <a:spcPct val="100000"/>
              </a:lnSpc>
              <a:buAutoNum type="alphaLcParenR"/>
              <a:tabLst>
                <a:tab pos="388620" algn="l"/>
              </a:tabLst>
            </a:pPr>
            <a:r>
              <a:rPr sz="2800" spc="-5" dirty="0">
                <a:latin typeface="Calibri"/>
                <a:cs typeface="Calibri"/>
              </a:rPr>
              <a:t>6%</a:t>
            </a:r>
            <a:endParaRPr sz="2800">
              <a:latin typeface="Calibri"/>
              <a:cs typeface="Calibri"/>
            </a:endParaRPr>
          </a:p>
          <a:p>
            <a:pPr marL="351790" indent="-339725">
              <a:lnSpc>
                <a:spcPct val="100000"/>
              </a:lnSpc>
              <a:buAutoNum type="alphaLcParenR"/>
              <a:tabLst>
                <a:tab pos="352425" algn="l"/>
              </a:tabLst>
            </a:pPr>
            <a:r>
              <a:rPr sz="2800" spc="-5" dirty="0">
                <a:latin typeface="Calibri"/>
                <a:cs typeface="Calibri"/>
              </a:rPr>
              <a:t>2%</a:t>
            </a:r>
            <a:endParaRPr sz="2800">
              <a:latin typeface="Calibri"/>
              <a:cs typeface="Calibri"/>
            </a:endParaRPr>
          </a:p>
          <a:p>
            <a:pPr marL="387985" indent="-375920">
              <a:lnSpc>
                <a:spcPct val="100000"/>
              </a:lnSpc>
              <a:buAutoNum type="alphaLcParenR"/>
              <a:tabLst>
                <a:tab pos="388620" algn="l"/>
              </a:tabLst>
            </a:pPr>
            <a:r>
              <a:rPr sz="2800" spc="-5" dirty="0">
                <a:latin typeface="Calibri"/>
                <a:cs typeface="Calibri"/>
              </a:rPr>
              <a:t>0%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0" y="74676"/>
            <a:ext cx="826769" cy="787400"/>
            <a:chOff x="0" y="74676"/>
            <a:chExt cx="826769" cy="787400"/>
          </a:xfrm>
        </p:grpSpPr>
        <p:sp>
          <p:nvSpPr>
            <p:cNvPr id="75" name="object 75"/>
            <p:cNvSpPr/>
            <p:nvPr/>
          </p:nvSpPr>
          <p:spPr>
            <a:xfrm>
              <a:off x="129539" y="144780"/>
              <a:ext cx="550545" cy="523240"/>
            </a:xfrm>
            <a:custGeom>
              <a:avLst/>
              <a:gdLst/>
              <a:ahLst/>
              <a:cxnLst/>
              <a:rect l="l" t="t" r="r" b="b"/>
              <a:pathLst>
                <a:path w="550545" h="523240">
                  <a:moveTo>
                    <a:pt x="550163" y="0"/>
                  </a:moveTo>
                  <a:lnTo>
                    <a:pt x="0" y="0"/>
                  </a:lnTo>
                  <a:lnTo>
                    <a:pt x="0" y="522732"/>
                  </a:lnTo>
                  <a:lnTo>
                    <a:pt x="550163" y="522732"/>
                  </a:lnTo>
                  <a:lnTo>
                    <a:pt x="55016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0" y="74676"/>
              <a:ext cx="826769" cy="787146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129539" y="144779"/>
            <a:ext cx="550545" cy="5232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75"/>
              </a:spcBef>
            </a:pPr>
            <a:r>
              <a:rPr sz="2800" spc="-10" dirty="0">
                <a:latin typeface="Calibri"/>
                <a:cs typeface="Calibri"/>
              </a:rPr>
              <a:t>45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37338" y="40384"/>
            <a:ext cx="12529185" cy="6781800"/>
          </a:xfrm>
          <a:custGeom>
            <a:avLst/>
            <a:gdLst/>
            <a:ahLst/>
            <a:cxnLst/>
            <a:rect l="l" t="t" r="r" b="b"/>
            <a:pathLst>
              <a:path w="12529185" h="6781800">
                <a:moveTo>
                  <a:pt x="0" y="6781800"/>
                </a:moveTo>
                <a:lnTo>
                  <a:pt x="12528804" y="6781800"/>
                </a:lnTo>
                <a:lnTo>
                  <a:pt x="12528804" y="0"/>
                </a:lnTo>
                <a:lnTo>
                  <a:pt x="0" y="0"/>
                </a:lnTo>
                <a:lnTo>
                  <a:pt x="0" y="6781800"/>
                </a:lnTo>
                <a:close/>
              </a:path>
            </a:pathLst>
          </a:custGeom>
          <a:ln w="2857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00529" y="94500"/>
            <a:ext cx="1536700" cy="511809"/>
            <a:chOff x="1700529" y="94500"/>
            <a:chExt cx="1536700" cy="511809"/>
          </a:xfrm>
        </p:grpSpPr>
        <p:sp>
          <p:nvSpPr>
            <p:cNvPr id="3" name="object 3"/>
            <p:cNvSpPr/>
            <p:nvPr/>
          </p:nvSpPr>
          <p:spPr>
            <a:xfrm>
              <a:off x="1706879" y="143255"/>
              <a:ext cx="1524000" cy="330835"/>
            </a:xfrm>
            <a:custGeom>
              <a:avLst/>
              <a:gdLst/>
              <a:ahLst/>
              <a:cxnLst/>
              <a:rect l="l" t="t" r="r" b="b"/>
              <a:pathLst>
                <a:path w="1524000" h="330834">
                  <a:moveTo>
                    <a:pt x="0" y="165353"/>
                  </a:moveTo>
                  <a:lnTo>
                    <a:pt x="30433" y="118937"/>
                  </a:lnTo>
                  <a:lnTo>
                    <a:pt x="81876" y="90710"/>
                  </a:lnTo>
                  <a:lnTo>
                    <a:pt x="155264" y="65304"/>
                  </a:lnTo>
                  <a:lnTo>
                    <a:pt x="199389" y="53832"/>
                  </a:lnTo>
                  <a:lnTo>
                    <a:pt x="248043" y="43273"/>
                  </a:lnTo>
                  <a:lnTo>
                    <a:pt x="300907" y="33697"/>
                  </a:lnTo>
                  <a:lnTo>
                    <a:pt x="357660" y="25173"/>
                  </a:lnTo>
                  <a:lnTo>
                    <a:pt x="417984" y="17770"/>
                  </a:lnTo>
                  <a:lnTo>
                    <a:pt x="481561" y="11557"/>
                  </a:lnTo>
                  <a:lnTo>
                    <a:pt x="548069" y="6605"/>
                  </a:lnTo>
                  <a:lnTo>
                    <a:pt x="617192" y="2981"/>
                  </a:lnTo>
                  <a:lnTo>
                    <a:pt x="688608" y="757"/>
                  </a:lnTo>
                  <a:lnTo>
                    <a:pt x="762000" y="0"/>
                  </a:lnTo>
                  <a:lnTo>
                    <a:pt x="835391" y="757"/>
                  </a:lnTo>
                  <a:lnTo>
                    <a:pt x="906807" y="2981"/>
                  </a:lnTo>
                  <a:lnTo>
                    <a:pt x="975930" y="6605"/>
                  </a:lnTo>
                  <a:lnTo>
                    <a:pt x="1042438" y="11557"/>
                  </a:lnTo>
                  <a:lnTo>
                    <a:pt x="1106015" y="17770"/>
                  </a:lnTo>
                  <a:lnTo>
                    <a:pt x="1166339" y="25173"/>
                  </a:lnTo>
                  <a:lnTo>
                    <a:pt x="1223092" y="33697"/>
                  </a:lnTo>
                  <a:lnTo>
                    <a:pt x="1275956" y="43273"/>
                  </a:lnTo>
                  <a:lnTo>
                    <a:pt x="1324610" y="53832"/>
                  </a:lnTo>
                  <a:lnTo>
                    <a:pt x="1368735" y="65304"/>
                  </a:lnTo>
                  <a:lnTo>
                    <a:pt x="1408012" y="77620"/>
                  </a:lnTo>
                  <a:lnTo>
                    <a:pt x="1470747" y="104505"/>
                  </a:lnTo>
                  <a:lnTo>
                    <a:pt x="1510261" y="133935"/>
                  </a:lnTo>
                  <a:lnTo>
                    <a:pt x="1524000" y="165353"/>
                  </a:lnTo>
                  <a:lnTo>
                    <a:pt x="1520512" y="181277"/>
                  </a:lnTo>
                  <a:lnTo>
                    <a:pt x="1493566" y="211770"/>
                  </a:lnTo>
                  <a:lnTo>
                    <a:pt x="1442123" y="239997"/>
                  </a:lnTo>
                  <a:lnTo>
                    <a:pt x="1368735" y="265403"/>
                  </a:lnTo>
                  <a:lnTo>
                    <a:pt x="1324610" y="276875"/>
                  </a:lnTo>
                  <a:lnTo>
                    <a:pt x="1275956" y="287434"/>
                  </a:lnTo>
                  <a:lnTo>
                    <a:pt x="1223092" y="297010"/>
                  </a:lnTo>
                  <a:lnTo>
                    <a:pt x="1166339" y="305534"/>
                  </a:lnTo>
                  <a:lnTo>
                    <a:pt x="1106015" y="312937"/>
                  </a:lnTo>
                  <a:lnTo>
                    <a:pt x="1042438" y="319150"/>
                  </a:lnTo>
                  <a:lnTo>
                    <a:pt x="975930" y="324102"/>
                  </a:lnTo>
                  <a:lnTo>
                    <a:pt x="906807" y="327726"/>
                  </a:lnTo>
                  <a:lnTo>
                    <a:pt x="835391" y="329950"/>
                  </a:lnTo>
                  <a:lnTo>
                    <a:pt x="762000" y="330708"/>
                  </a:lnTo>
                  <a:lnTo>
                    <a:pt x="688608" y="329950"/>
                  </a:lnTo>
                  <a:lnTo>
                    <a:pt x="617192" y="327726"/>
                  </a:lnTo>
                  <a:lnTo>
                    <a:pt x="548069" y="324102"/>
                  </a:lnTo>
                  <a:lnTo>
                    <a:pt x="481561" y="319150"/>
                  </a:lnTo>
                  <a:lnTo>
                    <a:pt x="417984" y="312937"/>
                  </a:lnTo>
                  <a:lnTo>
                    <a:pt x="357660" y="305534"/>
                  </a:lnTo>
                  <a:lnTo>
                    <a:pt x="300907" y="297010"/>
                  </a:lnTo>
                  <a:lnTo>
                    <a:pt x="248043" y="287434"/>
                  </a:lnTo>
                  <a:lnTo>
                    <a:pt x="199389" y="276875"/>
                  </a:lnTo>
                  <a:lnTo>
                    <a:pt x="155264" y="265403"/>
                  </a:lnTo>
                  <a:lnTo>
                    <a:pt x="115987" y="253087"/>
                  </a:lnTo>
                  <a:lnTo>
                    <a:pt x="53252" y="226202"/>
                  </a:lnTo>
                  <a:lnTo>
                    <a:pt x="13738" y="196772"/>
                  </a:lnTo>
                  <a:lnTo>
                    <a:pt x="0" y="16535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2263" y="94500"/>
              <a:ext cx="730757" cy="51128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243454" y="143078"/>
            <a:ext cx="4521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spc="-3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art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24330" y="629424"/>
            <a:ext cx="1691639" cy="786130"/>
            <a:chOff x="1624330" y="629424"/>
            <a:chExt cx="1691639" cy="786130"/>
          </a:xfrm>
        </p:grpSpPr>
        <p:sp>
          <p:nvSpPr>
            <p:cNvPr id="7" name="object 7"/>
            <p:cNvSpPr/>
            <p:nvPr/>
          </p:nvSpPr>
          <p:spPr>
            <a:xfrm>
              <a:off x="1630680" y="711708"/>
              <a:ext cx="1676400" cy="538480"/>
            </a:xfrm>
            <a:custGeom>
              <a:avLst/>
              <a:gdLst/>
              <a:ahLst/>
              <a:cxnLst/>
              <a:rect l="l" t="t" r="r" b="b"/>
              <a:pathLst>
                <a:path w="1676400" h="538480">
                  <a:moveTo>
                    <a:pt x="0" y="537972"/>
                  </a:moveTo>
                  <a:lnTo>
                    <a:pt x="1676399" y="537972"/>
                  </a:lnTo>
                  <a:lnTo>
                    <a:pt x="1676399" y="0"/>
                  </a:lnTo>
                  <a:lnTo>
                    <a:pt x="0" y="0"/>
                  </a:lnTo>
                  <a:lnTo>
                    <a:pt x="0" y="53797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2120" y="629424"/>
              <a:ext cx="1511045" cy="51128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8300" y="903744"/>
              <a:ext cx="1677162" cy="51128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770379" y="678560"/>
            <a:ext cx="1397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382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set </a:t>
            </a:r>
            <a:r>
              <a:rPr sz="1800" spc="-10" dirty="0">
                <a:latin typeface="Calibri"/>
                <a:cs typeface="Calibri"/>
              </a:rPr>
              <a:t>customer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discount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0%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43330" y="1470405"/>
            <a:ext cx="2451100" cy="1617980"/>
            <a:chOff x="1243330" y="1470405"/>
            <a:chExt cx="2451100" cy="1617980"/>
          </a:xfrm>
        </p:grpSpPr>
        <p:sp>
          <p:nvSpPr>
            <p:cNvPr id="12" name="object 12"/>
            <p:cNvSpPr/>
            <p:nvPr/>
          </p:nvSpPr>
          <p:spPr>
            <a:xfrm>
              <a:off x="1292352" y="1476755"/>
              <a:ext cx="2354580" cy="728980"/>
            </a:xfrm>
            <a:custGeom>
              <a:avLst/>
              <a:gdLst/>
              <a:ahLst/>
              <a:cxnLst/>
              <a:rect l="l" t="t" r="r" b="b"/>
              <a:pathLst>
                <a:path w="2354579" h="728980">
                  <a:moveTo>
                    <a:pt x="0" y="364236"/>
                  </a:moveTo>
                  <a:lnTo>
                    <a:pt x="1177290" y="0"/>
                  </a:lnTo>
                  <a:lnTo>
                    <a:pt x="2354580" y="364236"/>
                  </a:lnTo>
                  <a:lnTo>
                    <a:pt x="1177290" y="728472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189" y="1621348"/>
              <a:ext cx="939068" cy="1826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34896" y="1763280"/>
              <a:ext cx="1287018" cy="51128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49680" y="2356103"/>
              <a:ext cx="2438400" cy="596265"/>
            </a:xfrm>
            <a:custGeom>
              <a:avLst/>
              <a:gdLst/>
              <a:ahLst/>
              <a:cxnLst/>
              <a:rect l="l" t="t" r="r" b="b"/>
              <a:pathLst>
                <a:path w="2438400" h="596264">
                  <a:moveTo>
                    <a:pt x="0" y="595884"/>
                  </a:moveTo>
                  <a:lnTo>
                    <a:pt x="2438399" y="595884"/>
                  </a:lnTo>
                  <a:lnTo>
                    <a:pt x="2438399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95984" y="2302776"/>
              <a:ext cx="2215133" cy="51128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27860" y="2577096"/>
              <a:ext cx="1098041" cy="51128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527810" y="2352294"/>
            <a:ext cx="188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4195" marR="5080" indent="-5321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add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2%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customer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discount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43330" y="3031248"/>
            <a:ext cx="2451100" cy="1243330"/>
            <a:chOff x="1243330" y="3031248"/>
            <a:chExt cx="2451100" cy="1243330"/>
          </a:xfrm>
        </p:grpSpPr>
        <p:sp>
          <p:nvSpPr>
            <p:cNvPr id="20" name="object 20"/>
            <p:cNvSpPr/>
            <p:nvPr/>
          </p:nvSpPr>
          <p:spPr>
            <a:xfrm>
              <a:off x="1554480" y="3086099"/>
              <a:ext cx="1828800" cy="317500"/>
            </a:xfrm>
            <a:custGeom>
              <a:avLst/>
              <a:gdLst/>
              <a:ahLst/>
              <a:cxnLst/>
              <a:rect l="l" t="t" r="r" b="b"/>
              <a:pathLst>
                <a:path w="1828800" h="317500">
                  <a:moveTo>
                    <a:pt x="0" y="158496"/>
                  </a:moveTo>
                  <a:lnTo>
                    <a:pt x="914400" y="0"/>
                  </a:lnTo>
                  <a:lnTo>
                    <a:pt x="1828799" y="158496"/>
                  </a:lnTo>
                  <a:lnTo>
                    <a:pt x="914400" y="316991"/>
                  </a:lnTo>
                  <a:lnTo>
                    <a:pt x="0" y="158496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49780" y="3031248"/>
              <a:ext cx="854202" cy="51128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49680" y="3540251"/>
              <a:ext cx="2438400" cy="597535"/>
            </a:xfrm>
            <a:custGeom>
              <a:avLst/>
              <a:gdLst/>
              <a:ahLst/>
              <a:cxnLst/>
              <a:rect l="l" t="t" r="r" b="b"/>
              <a:pathLst>
                <a:path w="2438400" h="597535">
                  <a:moveTo>
                    <a:pt x="0" y="597408"/>
                  </a:moveTo>
                  <a:lnTo>
                    <a:pt x="2438399" y="597408"/>
                  </a:lnTo>
                  <a:lnTo>
                    <a:pt x="2438399" y="0"/>
                  </a:lnTo>
                  <a:lnTo>
                    <a:pt x="0" y="0"/>
                  </a:lnTo>
                  <a:lnTo>
                    <a:pt x="0" y="59740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95984" y="3488448"/>
              <a:ext cx="2215133" cy="51128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7860" y="3762768"/>
              <a:ext cx="1098041" cy="51128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527810" y="3537966"/>
            <a:ext cx="188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4195" marR="5080" indent="-5321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add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2%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customer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discount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156461" y="4296168"/>
            <a:ext cx="2625090" cy="2538730"/>
            <a:chOff x="1156461" y="4296168"/>
            <a:chExt cx="2625090" cy="2538730"/>
          </a:xfrm>
        </p:grpSpPr>
        <p:sp>
          <p:nvSpPr>
            <p:cNvPr id="27" name="object 27"/>
            <p:cNvSpPr/>
            <p:nvPr/>
          </p:nvSpPr>
          <p:spPr>
            <a:xfrm>
              <a:off x="1162811" y="4320540"/>
              <a:ext cx="2612390" cy="379730"/>
            </a:xfrm>
            <a:custGeom>
              <a:avLst/>
              <a:gdLst/>
              <a:ahLst/>
              <a:cxnLst/>
              <a:rect l="l" t="t" r="r" b="b"/>
              <a:pathLst>
                <a:path w="2612390" h="379729">
                  <a:moveTo>
                    <a:pt x="0" y="189737"/>
                  </a:moveTo>
                  <a:lnTo>
                    <a:pt x="1306068" y="0"/>
                  </a:lnTo>
                  <a:lnTo>
                    <a:pt x="2612136" y="189737"/>
                  </a:lnTo>
                  <a:lnTo>
                    <a:pt x="1306068" y="379476"/>
                  </a:lnTo>
                  <a:lnTo>
                    <a:pt x="0" y="1897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90699" y="4296168"/>
              <a:ext cx="1373886" cy="51128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249679" y="4884420"/>
              <a:ext cx="2438400" cy="596265"/>
            </a:xfrm>
            <a:custGeom>
              <a:avLst/>
              <a:gdLst/>
              <a:ahLst/>
              <a:cxnLst/>
              <a:rect l="l" t="t" r="r" b="b"/>
              <a:pathLst>
                <a:path w="2438400" h="596264">
                  <a:moveTo>
                    <a:pt x="0" y="595883"/>
                  </a:moveTo>
                  <a:lnTo>
                    <a:pt x="2438399" y="595883"/>
                  </a:lnTo>
                  <a:lnTo>
                    <a:pt x="2438399" y="0"/>
                  </a:lnTo>
                  <a:lnTo>
                    <a:pt x="0" y="0"/>
                  </a:lnTo>
                  <a:lnTo>
                    <a:pt x="0" y="5958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95983" y="4831092"/>
              <a:ext cx="2215133" cy="51128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27859" y="5105400"/>
              <a:ext cx="1098041" cy="51128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249679" y="5628132"/>
              <a:ext cx="2438400" cy="596265"/>
            </a:xfrm>
            <a:custGeom>
              <a:avLst/>
              <a:gdLst/>
              <a:ahLst/>
              <a:cxnLst/>
              <a:rect l="l" t="t" r="r" b="b"/>
              <a:pathLst>
                <a:path w="2438400" h="596264">
                  <a:moveTo>
                    <a:pt x="0" y="595884"/>
                  </a:moveTo>
                  <a:lnTo>
                    <a:pt x="2438399" y="595884"/>
                  </a:lnTo>
                  <a:lnTo>
                    <a:pt x="2438399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97151" y="5574792"/>
              <a:ext cx="1811274" cy="51128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64563" y="5849112"/>
              <a:ext cx="2024634" cy="51128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706879" y="6370320"/>
              <a:ext cx="1524000" cy="332740"/>
            </a:xfrm>
            <a:custGeom>
              <a:avLst/>
              <a:gdLst/>
              <a:ahLst/>
              <a:cxnLst/>
              <a:rect l="l" t="t" r="r" b="b"/>
              <a:pathLst>
                <a:path w="1524000" h="332740">
                  <a:moveTo>
                    <a:pt x="0" y="166115"/>
                  </a:moveTo>
                  <a:lnTo>
                    <a:pt x="30433" y="119481"/>
                  </a:lnTo>
                  <a:lnTo>
                    <a:pt x="81876" y="91123"/>
                  </a:lnTo>
                  <a:lnTo>
                    <a:pt x="155264" y="65600"/>
                  </a:lnTo>
                  <a:lnTo>
                    <a:pt x="199389" y="54076"/>
                  </a:lnTo>
                  <a:lnTo>
                    <a:pt x="248043" y="43469"/>
                  </a:lnTo>
                  <a:lnTo>
                    <a:pt x="300907" y="33849"/>
                  </a:lnTo>
                  <a:lnTo>
                    <a:pt x="357660" y="25286"/>
                  </a:lnTo>
                  <a:lnTo>
                    <a:pt x="417984" y="17850"/>
                  </a:lnTo>
                  <a:lnTo>
                    <a:pt x="481561" y="11609"/>
                  </a:lnTo>
                  <a:lnTo>
                    <a:pt x="548069" y="6634"/>
                  </a:lnTo>
                  <a:lnTo>
                    <a:pt x="617192" y="2995"/>
                  </a:lnTo>
                  <a:lnTo>
                    <a:pt x="688608" y="760"/>
                  </a:lnTo>
                  <a:lnTo>
                    <a:pt x="762000" y="0"/>
                  </a:lnTo>
                  <a:lnTo>
                    <a:pt x="835391" y="760"/>
                  </a:lnTo>
                  <a:lnTo>
                    <a:pt x="906807" y="2995"/>
                  </a:lnTo>
                  <a:lnTo>
                    <a:pt x="975930" y="6634"/>
                  </a:lnTo>
                  <a:lnTo>
                    <a:pt x="1042438" y="11609"/>
                  </a:lnTo>
                  <a:lnTo>
                    <a:pt x="1106015" y="17850"/>
                  </a:lnTo>
                  <a:lnTo>
                    <a:pt x="1166339" y="25286"/>
                  </a:lnTo>
                  <a:lnTo>
                    <a:pt x="1223092" y="33849"/>
                  </a:lnTo>
                  <a:lnTo>
                    <a:pt x="1275956" y="43469"/>
                  </a:lnTo>
                  <a:lnTo>
                    <a:pt x="1324610" y="54076"/>
                  </a:lnTo>
                  <a:lnTo>
                    <a:pt x="1368735" y="65600"/>
                  </a:lnTo>
                  <a:lnTo>
                    <a:pt x="1408012" y="77972"/>
                  </a:lnTo>
                  <a:lnTo>
                    <a:pt x="1470747" y="104983"/>
                  </a:lnTo>
                  <a:lnTo>
                    <a:pt x="1510261" y="134549"/>
                  </a:lnTo>
                  <a:lnTo>
                    <a:pt x="1524000" y="166115"/>
                  </a:lnTo>
                  <a:lnTo>
                    <a:pt x="1520512" y="182114"/>
                  </a:lnTo>
                  <a:lnTo>
                    <a:pt x="1493566" y="212750"/>
                  </a:lnTo>
                  <a:lnTo>
                    <a:pt x="1442123" y="241108"/>
                  </a:lnTo>
                  <a:lnTo>
                    <a:pt x="1368735" y="266631"/>
                  </a:lnTo>
                  <a:lnTo>
                    <a:pt x="1324610" y="278155"/>
                  </a:lnTo>
                  <a:lnTo>
                    <a:pt x="1275956" y="288762"/>
                  </a:lnTo>
                  <a:lnTo>
                    <a:pt x="1223092" y="298382"/>
                  </a:lnTo>
                  <a:lnTo>
                    <a:pt x="1166339" y="306945"/>
                  </a:lnTo>
                  <a:lnTo>
                    <a:pt x="1106015" y="314381"/>
                  </a:lnTo>
                  <a:lnTo>
                    <a:pt x="1042438" y="320622"/>
                  </a:lnTo>
                  <a:lnTo>
                    <a:pt x="975930" y="325597"/>
                  </a:lnTo>
                  <a:lnTo>
                    <a:pt x="906807" y="329236"/>
                  </a:lnTo>
                  <a:lnTo>
                    <a:pt x="835391" y="331471"/>
                  </a:lnTo>
                  <a:lnTo>
                    <a:pt x="762000" y="332231"/>
                  </a:lnTo>
                  <a:lnTo>
                    <a:pt x="688608" y="331471"/>
                  </a:lnTo>
                  <a:lnTo>
                    <a:pt x="617192" y="329236"/>
                  </a:lnTo>
                  <a:lnTo>
                    <a:pt x="548069" y="325597"/>
                  </a:lnTo>
                  <a:lnTo>
                    <a:pt x="481561" y="320622"/>
                  </a:lnTo>
                  <a:lnTo>
                    <a:pt x="417984" y="314381"/>
                  </a:lnTo>
                  <a:lnTo>
                    <a:pt x="357660" y="306945"/>
                  </a:lnTo>
                  <a:lnTo>
                    <a:pt x="300907" y="298382"/>
                  </a:lnTo>
                  <a:lnTo>
                    <a:pt x="248043" y="288762"/>
                  </a:lnTo>
                  <a:lnTo>
                    <a:pt x="199389" y="278155"/>
                  </a:lnTo>
                  <a:lnTo>
                    <a:pt x="155264" y="266631"/>
                  </a:lnTo>
                  <a:lnTo>
                    <a:pt x="115987" y="254259"/>
                  </a:lnTo>
                  <a:lnTo>
                    <a:pt x="53252" y="227248"/>
                  </a:lnTo>
                  <a:lnTo>
                    <a:pt x="13738" y="197682"/>
                  </a:lnTo>
                  <a:lnTo>
                    <a:pt x="0" y="16611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24455" y="6323081"/>
              <a:ext cx="707898" cy="51128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527810" y="4880864"/>
            <a:ext cx="1884680" cy="179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add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2%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customer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discount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40"/>
              </a:spcBef>
            </a:pPr>
            <a:r>
              <a:rPr sz="1800" spc="-5" dirty="0">
                <a:latin typeface="Calibri"/>
                <a:cs typeface="Calibri"/>
              </a:rPr>
              <a:t>determine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total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customer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discount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65"/>
              </a:spcBef>
            </a:pPr>
            <a:r>
              <a:rPr sz="1800" spc="-15" dirty="0">
                <a:latin typeface="Calibri"/>
                <a:cs typeface="Calibri"/>
              </a:rPr>
              <a:t>stop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412492" y="474726"/>
            <a:ext cx="864869" cy="5930265"/>
            <a:chOff x="2412492" y="474726"/>
            <a:chExt cx="864869" cy="5930265"/>
          </a:xfrm>
        </p:grpSpPr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12492" y="474726"/>
              <a:ext cx="114300" cy="25196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12492" y="1232154"/>
              <a:ext cx="114300" cy="25196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12492" y="2213609"/>
              <a:ext cx="114300" cy="21602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12492" y="2952749"/>
              <a:ext cx="114300" cy="21602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412492" y="3420618"/>
              <a:ext cx="114300" cy="17995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12492" y="4138422"/>
              <a:ext cx="114300" cy="25196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12492" y="4700778"/>
              <a:ext cx="114300" cy="25196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412492" y="5481066"/>
              <a:ext cx="114300" cy="17999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412492" y="6224778"/>
              <a:ext cx="114300" cy="17999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67000" y="1961400"/>
              <a:ext cx="610362" cy="511289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1966086" y="1538732"/>
            <a:ext cx="11620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0655" indent="2286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wholesale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u</a:t>
            </a:r>
            <a:r>
              <a:rPr sz="1800" spc="-20" dirty="0">
                <a:latin typeface="Calibri"/>
                <a:cs typeface="Calibri"/>
              </a:rPr>
              <a:t>s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omer?</a:t>
            </a:r>
            <a:endParaRPr sz="1800">
              <a:latin typeface="Calibri"/>
              <a:cs typeface="Calibri"/>
            </a:endParaRPr>
          </a:p>
          <a:p>
            <a:pPr marL="844550">
              <a:lnSpc>
                <a:spcPts val="1560"/>
              </a:lnSpc>
            </a:pPr>
            <a:r>
              <a:rPr sz="1800" spc="-2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0" name="object 5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607564" y="4503432"/>
            <a:ext cx="610362" cy="511289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1921891" y="4346575"/>
            <a:ext cx="1147445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9690" algn="r">
              <a:lnSpc>
                <a:spcPts val="1895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order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50?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ts val="1895"/>
              </a:lnSpc>
            </a:pP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yes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2" name="object 5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682239" y="3169932"/>
            <a:ext cx="610362" cy="511289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2156460" y="3080080"/>
            <a:ext cx="10115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Cash?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2700" spc="-15" baseline="-33950" dirty="0">
                <a:solidFill>
                  <a:srgbClr val="0000FF"/>
                </a:solidFill>
                <a:latin typeface="Calibri"/>
                <a:cs typeface="Calibri"/>
              </a:rPr>
              <a:t>yes</a:t>
            </a:r>
            <a:endParaRPr sz="2700" baseline="-3395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66927" y="1556003"/>
            <a:ext cx="977265" cy="1746885"/>
            <a:chOff x="566927" y="1556003"/>
            <a:chExt cx="977265" cy="1746885"/>
          </a:xfrm>
        </p:grpSpPr>
        <p:sp>
          <p:nvSpPr>
            <p:cNvPr id="55" name="object 55"/>
            <p:cNvSpPr/>
            <p:nvPr/>
          </p:nvSpPr>
          <p:spPr>
            <a:xfrm>
              <a:off x="608837" y="1841753"/>
              <a:ext cx="684530" cy="18415"/>
            </a:xfrm>
            <a:custGeom>
              <a:avLst/>
              <a:gdLst/>
              <a:ahLst/>
              <a:cxnLst/>
              <a:rect l="l" t="t" r="r" b="b"/>
              <a:pathLst>
                <a:path w="684530" h="18414">
                  <a:moveTo>
                    <a:pt x="0" y="18034"/>
                  </a:moveTo>
                  <a:lnTo>
                    <a:pt x="684022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33221" y="1841753"/>
              <a:ext cx="0" cy="1403985"/>
            </a:xfrm>
            <a:custGeom>
              <a:avLst/>
              <a:gdLst/>
              <a:ahLst/>
              <a:cxnLst/>
              <a:rect l="l" t="t" r="r" b="b"/>
              <a:pathLst>
                <a:path h="1403985">
                  <a:moveTo>
                    <a:pt x="0" y="0"/>
                  </a:moveTo>
                  <a:lnTo>
                    <a:pt x="0" y="140398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43889" y="3188208"/>
              <a:ext cx="900430" cy="114300"/>
            </a:xfrm>
            <a:custGeom>
              <a:avLst/>
              <a:gdLst/>
              <a:ahLst/>
              <a:cxnLst/>
              <a:rect l="l" t="t" r="r" b="b"/>
              <a:pathLst>
                <a:path w="900430" h="114300">
                  <a:moveTo>
                    <a:pt x="785748" y="0"/>
                  </a:moveTo>
                  <a:lnTo>
                    <a:pt x="785748" y="114300"/>
                  </a:lnTo>
                  <a:lnTo>
                    <a:pt x="861948" y="76200"/>
                  </a:lnTo>
                  <a:lnTo>
                    <a:pt x="804798" y="76200"/>
                  </a:lnTo>
                  <a:lnTo>
                    <a:pt x="804798" y="38100"/>
                  </a:lnTo>
                  <a:lnTo>
                    <a:pt x="861948" y="38100"/>
                  </a:lnTo>
                  <a:lnTo>
                    <a:pt x="785748" y="0"/>
                  </a:lnTo>
                  <a:close/>
                </a:path>
                <a:path w="900430" h="114300">
                  <a:moveTo>
                    <a:pt x="785748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785748" y="76200"/>
                  </a:lnTo>
                  <a:lnTo>
                    <a:pt x="785748" y="38100"/>
                  </a:lnTo>
                  <a:close/>
                </a:path>
                <a:path w="900430" h="114300">
                  <a:moveTo>
                    <a:pt x="861948" y="38100"/>
                  </a:moveTo>
                  <a:lnTo>
                    <a:pt x="804798" y="38100"/>
                  </a:lnTo>
                  <a:lnTo>
                    <a:pt x="804798" y="76200"/>
                  </a:lnTo>
                  <a:lnTo>
                    <a:pt x="861948" y="76200"/>
                  </a:lnTo>
                  <a:lnTo>
                    <a:pt x="900048" y="57150"/>
                  </a:lnTo>
                  <a:lnTo>
                    <a:pt x="861948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66927" y="1556003"/>
              <a:ext cx="723138" cy="677418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745337" y="1622882"/>
            <a:ext cx="34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3354514" y="3084576"/>
            <a:ext cx="1021715" cy="1484630"/>
            <a:chOff x="3354514" y="3084576"/>
            <a:chExt cx="1021715" cy="1484630"/>
          </a:xfrm>
        </p:grpSpPr>
        <p:sp>
          <p:nvSpPr>
            <p:cNvPr id="61" name="object 61"/>
            <p:cNvSpPr/>
            <p:nvPr/>
          </p:nvSpPr>
          <p:spPr>
            <a:xfrm>
              <a:off x="3368802" y="3251454"/>
              <a:ext cx="684530" cy="18415"/>
            </a:xfrm>
            <a:custGeom>
              <a:avLst/>
              <a:gdLst/>
              <a:ahLst/>
              <a:cxnLst/>
              <a:rect l="l" t="t" r="r" b="b"/>
              <a:pathLst>
                <a:path w="684529" h="18414">
                  <a:moveTo>
                    <a:pt x="684022" y="18034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040886" y="3251454"/>
              <a:ext cx="0" cy="1260475"/>
            </a:xfrm>
            <a:custGeom>
              <a:avLst/>
              <a:gdLst/>
              <a:ahLst/>
              <a:cxnLst/>
              <a:rect l="l" t="t" r="r" b="b"/>
              <a:pathLst>
                <a:path h="1260475">
                  <a:moveTo>
                    <a:pt x="0" y="0"/>
                  </a:moveTo>
                  <a:lnTo>
                    <a:pt x="0" y="125996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670554" y="4454652"/>
              <a:ext cx="396240" cy="114300"/>
            </a:xfrm>
            <a:custGeom>
              <a:avLst/>
              <a:gdLst/>
              <a:ahLst/>
              <a:cxnLst/>
              <a:rect l="l" t="t" r="r" b="b"/>
              <a:pathLst>
                <a:path w="396239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396239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396239" h="114300">
                  <a:moveTo>
                    <a:pt x="395986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395986" y="76200"/>
                  </a:lnTo>
                  <a:lnTo>
                    <a:pt x="395986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653028" y="3084576"/>
              <a:ext cx="723138" cy="677418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3831716" y="3151378"/>
            <a:ext cx="346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79475" y="4223003"/>
            <a:ext cx="833755" cy="1722120"/>
            <a:chOff x="379475" y="4223003"/>
            <a:chExt cx="833755" cy="1722120"/>
          </a:xfrm>
        </p:grpSpPr>
        <p:sp>
          <p:nvSpPr>
            <p:cNvPr id="67" name="object 67"/>
            <p:cNvSpPr/>
            <p:nvPr/>
          </p:nvSpPr>
          <p:spPr>
            <a:xfrm>
              <a:off x="479297" y="4508753"/>
              <a:ext cx="684530" cy="18415"/>
            </a:xfrm>
            <a:custGeom>
              <a:avLst/>
              <a:gdLst/>
              <a:ahLst/>
              <a:cxnLst/>
              <a:rect l="l" t="t" r="r" b="b"/>
              <a:pathLst>
                <a:path w="684530" h="18414">
                  <a:moveTo>
                    <a:pt x="0" y="18034"/>
                  </a:moveTo>
                  <a:lnTo>
                    <a:pt x="683996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93013" y="4505705"/>
              <a:ext cx="0" cy="1404620"/>
            </a:xfrm>
            <a:custGeom>
              <a:avLst/>
              <a:gdLst/>
              <a:ahLst/>
              <a:cxnLst/>
              <a:rect l="l" t="t" r="r" b="b"/>
              <a:pathLst>
                <a:path h="1404620">
                  <a:moveTo>
                    <a:pt x="0" y="0"/>
                  </a:moveTo>
                  <a:lnTo>
                    <a:pt x="0" y="140399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93013" y="5830823"/>
              <a:ext cx="720090" cy="114300"/>
            </a:xfrm>
            <a:custGeom>
              <a:avLst/>
              <a:gdLst/>
              <a:ahLst/>
              <a:cxnLst/>
              <a:rect l="l" t="t" r="r" b="b"/>
              <a:pathLst>
                <a:path w="720090" h="114300">
                  <a:moveTo>
                    <a:pt x="605701" y="0"/>
                  </a:moveTo>
                  <a:lnTo>
                    <a:pt x="605701" y="114300"/>
                  </a:lnTo>
                  <a:lnTo>
                    <a:pt x="681901" y="76200"/>
                  </a:lnTo>
                  <a:lnTo>
                    <a:pt x="624751" y="76200"/>
                  </a:lnTo>
                  <a:lnTo>
                    <a:pt x="624751" y="38100"/>
                  </a:lnTo>
                  <a:lnTo>
                    <a:pt x="681901" y="38100"/>
                  </a:lnTo>
                  <a:lnTo>
                    <a:pt x="605701" y="0"/>
                  </a:lnTo>
                  <a:close/>
                </a:path>
                <a:path w="720090" h="114300">
                  <a:moveTo>
                    <a:pt x="605701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05701" y="76200"/>
                  </a:lnTo>
                  <a:lnTo>
                    <a:pt x="605701" y="38100"/>
                  </a:lnTo>
                  <a:close/>
                </a:path>
                <a:path w="720090" h="114300">
                  <a:moveTo>
                    <a:pt x="681901" y="38100"/>
                  </a:moveTo>
                  <a:lnTo>
                    <a:pt x="624751" y="38100"/>
                  </a:lnTo>
                  <a:lnTo>
                    <a:pt x="624751" y="76200"/>
                  </a:lnTo>
                  <a:lnTo>
                    <a:pt x="681901" y="76200"/>
                  </a:lnTo>
                  <a:lnTo>
                    <a:pt x="720001" y="57150"/>
                  </a:lnTo>
                  <a:lnTo>
                    <a:pt x="68190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79475" y="4223003"/>
              <a:ext cx="723138" cy="677418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57885" y="4291329"/>
            <a:ext cx="346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title"/>
          </p:nvPr>
        </p:nvSpPr>
        <p:spPr>
          <a:xfrm>
            <a:off x="4006596" y="117347"/>
            <a:ext cx="8430895" cy="95440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2075" marR="177165">
              <a:lnSpc>
                <a:spcPct val="100000"/>
              </a:lnSpc>
              <a:spcBef>
                <a:spcPts val="175"/>
              </a:spcBef>
            </a:pPr>
            <a:r>
              <a:rPr sz="2800" spc="-10" dirty="0">
                <a:solidFill>
                  <a:srgbClr val="FF3300"/>
                </a:solidFill>
                <a:latin typeface="Calibri"/>
                <a:cs typeface="Calibri"/>
              </a:rPr>
              <a:t>What</a:t>
            </a:r>
            <a:r>
              <a:rPr sz="2800" spc="1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3300"/>
                </a:solidFill>
                <a:latin typeface="Calibri"/>
                <a:cs typeface="Calibri"/>
              </a:rPr>
              <a:t>will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3300"/>
                </a:solidFill>
                <a:latin typeface="Calibri"/>
                <a:cs typeface="Calibri"/>
              </a:rPr>
              <a:t>be</a:t>
            </a:r>
            <a:r>
              <a:rPr sz="2800" spc="1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3300"/>
                </a:solidFill>
                <a:latin typeface="Calibri"/>
                <a:cs typeface="Calibri"/>
              </a:rPr>
              <a:t>the </a:t>
            </a:r>
            <a:r>
              <a:rPr sz="2800" spc="-20" dirty="0">
                <a:solidFill>
                  <a:srgbClr val="FF3300"/>
                </a:solidFill>
                <a:latin typeface="Calibri"/>
                <a:cs typeface="Calibri"/>
              </a:rPr>
              <a:t>total</a:t>
            </a:r>
            <a:r>
              <a:rPr sz="2800" spc="-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3300"/>
                </a:solidFill>
                <a:latin typeface="Calibri"/>
                <a:cs typeface="Calibri"/>
              </a:rPr>
              <a:t>discount</a:t>
            </a:r>
            <a:r>
              <a:rPr sz="2800" spc="4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3300"/>
                </a:solidFill>
                <a:latin typeface="Calibri"/>
                <a:cs typeface="Calibri"/>
              </a:rPr>
              <a:t>for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3300"/>
                </a:solidFill>
                <a:latin typeface="Calibri"/>
                <a:cs typeface="Calibri"/>
              </a:rPr>
              <a:t>a wholesale</a:t>
            </a:r>
            <a:r>
              <a:rPr sz="2800" spc="-1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3300"/>
                </a:solidFill>
                <a:latin typeface="Calibri"/>
                <a:cs typeface="Calibri"/>
              </a:rPr>
              <a:t>customer </a:t>
            </a:r>
            <a:r>
              <a:rPr sz="2800" spc="-62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3300"/>
                </a:solidFill>
                <a:latin typeface="Calibri"/>
                <a:cs typeface="Calibri"/>
              </a:rPr>
              <a:t>who</a:t>
            </a:r>
            <a:r>
              <a:rPr sz="2800" spc="1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3300"/>
                </a:solidFill>
                <a:latin typeface="Calibri"/>
                <a:cs typeface="Calibri"/>
              </a:rPr>
              <a:t>buys</a:t>
            </a:r>
            <a:r>
              <a:rPr sz="2800" spc="2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3300"/>
                </a:solidFill>
                <a:latin typeface="Calibri"/>
                <a:cs typeface="Calibri"/>
              </a:rPr>
              <a:t>more</a:t>
            </a:r>
            <a:r>
              <a:rPr sz="2800" spc="1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3300"/>
                </a:solidFill>
                <a:latin typeface="Calibri"/>
                <a:cs typeface="Calibri"/>
              </a:rPr>
              <a:t>than</a:t>
            </a:r>
            <a:r>
              <a:rPr sz="2800" spc="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3300"/>
                </a:solidFill>
                <a:latin typeface="Calibri"/>
                <a:cs typeface="Calibri"/>
              </a:rPr>
              <a:t>50</a:t>
            </a:r>
            <a:r>
              <a:rPr sz="2800" spc="2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3300"/>
                </a:solidFill>
                <a:latin typeface="Calibri"/>
                <a:cs typeface="Calibri"/>
              </a:rPr>
              <a:t>orders</a:t>
            </a:r>
            <a:r>
              <a:rPr sz="2800" spc="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3300"/>
                </a:solidFill>
                <a:latin typeface="Calibri"/>
                <a:cs typeface="Calibri"/>
              </a:rPr>
              <a:t>and</a:t>
            </a:r>
            <a:r>
              <a:rPr sz="2800" spc="2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3300"/>
                </a:solidFill>
                <a:latin typeface="Calibri"/>
                <a:cs typeface="Calibri"/>
              </a:rPr>
              <a:t>pays</a:t>
            </a:r>
            <a:r>
              <a:rPr sz="2800" spc="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3300"/>
                </a:solidFill>
                <a:latin typeface="Calibri"/>
                <a:cs typeface="Calibri"/>
              </a:rPr>
              <a:t>in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3300"/>
                </a:solidFill>
                <a:latin typeface="Calibri"/>
                <a:cs typeface="Calibri"/>
              </a:rPr>
              <a:t>cash?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1333733" y="1139190"/>
            <a:ext cx="83566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0840" indent="-358775">
              <a:lnSpc>
                <a:spcPct val="100000"/>
              </a:lnSpc>
              <a:spcBef>
                <a:spcPts val="95"/>
              </a:spcBef>
              <a:buAutoNum type="alphaLcParenR"/>
              <a:tabLst>
                <a:tab pos="371475" algn="l"/>
              </a:tabLst>
            </a:pPr>
            <a:r>
              <a:rPr sz="2800" spc="-10" dirty="0">
                <a:latin typeface="Calibri"/>
                <a:cs typeface="Calibri"/>
              </a:rPr>
              <a:t>4%</a:t>
            </a:r>
            <a:endParaRPr sz="2800">
              <a:latin typeface="Calibri"/>
              <a:cs typeface="Calibri"/>
            </a:endParaRPr>
          </a:p>
          <a:p>
            <a:pPr marL="387985" indent="-375920">
              <a:lnSpc>
                <a:spcPct val="100000"/>
              </a:lnSpc>
              <a:buAutoNum type="alphaLcParenR"/>
              <a:tabLst>
                <a:tab pos="388620" algn="l"/>
              </a:tabLst>
            </a:pPr>
            <a:r>
              <a:rPr sz="2800" spc="-5" dirty="0">
                <a:latin typeface="Calibri"/>
                <a:cs typeface="Calibri"/>
              </a:rPr>
              <a:t>6%</a:t>
            </a:r>
            <a:endParaRPr sz="2800">
              <a:latin typeface="Calibri"/>
              <a:cs typeface="Calibri"/>
            </a:endParaRPr>
          </a:p>
          <a:p>
            <a:pPr marL="351790" indent="-339725">
              <a:lnSpc>
                <a:spcPct val="100000"/>
              </a:lnSpc>
              <a:buAutoNum type="alphaLcParenR"/>
              <a:tabLst>
                <a:tab pos="352425" algn="l"/>
              </a:tabLst>
            </a:pPr>
            <a:r>
              <a:rPr sz="2800" spc="-5" dirty="0">
                <a:latin typeface="Calibri"/>
                <a:cs typeface="Calibri"/>
              </a:rPr>
              <a:t>2%</a:t>
            </a:r>
            <a:endParaRPr sz="2800">
              <a:latin typeface="Calibri"/>
              <a:cs typeface="Calibri"/>
            </a:endParaRPr>
          </a:p>
          <a:p>
            <a:pPr marL="387985" indent="-375920">
              <a:lnSpc>
                <a:spcPct val="100000"/>
              </a:lnSpc>
              <a:buAutoNum type="alphaLcParenR"/>
              <a:tabLst>
                <a:tab pos="388620" algn="l"/>
              </a:tabLst>
            </a:pPr>
            <a:r>
              <a:rPr sz="2800" spc="-5" dirty="0">
                <a:latin typeface="Calibri"/>
                <a:cs typeface="Calibri"/>
              </a:rPr>
              <a:t>0%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37338" y="40384"/>
            <a:ext cx="12529185" cy="6781800"/>
          </a:xfrm>
          <a:custGeom>
            <a:avLst/>
            <a:gdLst/>
            <a:ahLst/>
            <a:cxnLst/>
            <a:rect l="l" t="t" r="r" b="b"/>
            <a:pathLst>
              <a:path w="12529185" h="6781800">
                <a:moveTo>
                  <a:pt x="0" y="6781800"/>
                </a:moveTo>
                <a:lnTo>
                  <a:pt x="12528804" y="6781800"/>
                </a:lnTo>
                <a:lnTo>
                  <a:pt x="12528804" y="0"/>
                </a:lnTo>
                <a:lnTo>
                  <a:pt x="0" y="0"/>
                </a:lnTo>
                <a:lnTo>
                  <a:pt x="0" y="6781800"/>
                </a:lnTo>
                <a:close/>
              </a:path>
            </a:pathLst>
          </a:custGeom>
          <a:ln w="2857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00529" y="94500"/>
            <a:ext cx="1536700" cy="511809"/>
            <a:chOff x="1700529" y="94500"/>
            <a:chExt cx="1536700" cy="511809"/>
          </a:xfrm>
        </p:grpSpPr>
        <p:sp>
          <p:nvSpPr>
            <p:cNvPr id="3" name="object 3"/>
            <p:cNvSpPr/>
            <p:nvPr/>
          </p:nvSpPr>
          <p:spPr>
            <a:xfrm>
              <a:off x="1706879" y="143255"/>
              <a:ext cx="1524000" cy="330835"/>
            </a:xfrm>
            <a:custGeom>
              <a:avLst/>
              <a:gdLst/>
              <a:ahLst/>
              <a:cxnLst/>
              <a:rect l="l" t="t" r="r" b="b"/>
              <a:pathLst>
                <a:path w="1524000" h="330834">
                  <a:moveTo>
                    <a:pt x="0" y="165353"/>
                  </a:moveTo>
                  <a:lnTo>
                    <a:pt x="30433" y="118937"/>
                  </a:lnTo>
                  <a:lnTo>
                    <a:pt x="81876" y="90710"/>
                  </a:lnTo>
                  <a:lnTo>
                    <a:pt x="155264" y="65304"/>
                  </a:lnTo>
                  <a:lnTo>
                    <a:pt x="199389" y="53832"/>
                  </a:lnTo>
                  <a:lnTo>
                    <a:pt x="248043" y="43273"/>
                  </a:lnTo>
                  <a:lnTo>
                    <a:pt x="300907" y="33697"/>
                  </a:lnTo>
                  <a:lnTo>
                    <a:pt x="357660" y="25173"/>
                  </a:lnTo>
                  <a:lnTo>
                    <a:pt x="417984" y="17770"/>
                  </a:lnTo>
                  <a:lnTo>
                    <a:pt x="481561" y="11557"/>
                  </a:lnTo>
                  <a:lnTo>
                    <a:pt x="548069" y="6605"/>
                  </a:lnTo>
                  <a:lnTo>
                    <a:pt x="617192" y="2981"/>
                  </a:lnTo>
                  <a:lnTo>
                    <a:pt x="688608" y="757"/>
                  </a:lnTo>
                  <a:lnTo>
                    <a:pt x="762000" y="0"/>
                  </a:lnTo>
                  <a:lnTo>
                    <a:pt x="835391" y="757"/>
                  </a:lnTo>
                  <a:lnTo>
                    <a:pt x="906807" y="2981"/>
                  </a:lnTo>
                  <a:lnTo>
                    <a:pt x="975930" y="6605"/>
                  </a:lnTo>
                  <a:lnTo>
                    <a:pt x="1042438" y="11557"/>
                  </a:lnTo>
                  <a:lnTo>
                    <a:pt x="1106015" y="17770"/>
                  </a:lnTo>
                  <a:lnTo>
                    <a:pt x="1166339" y="25173"/>
                  </a:lnTo>
                  <a:lnTo>
                    <a:pt x="1223092" y="33697"/>
                  </a:lnTo>
                  <a:lnTo>
                    <a:pt x="1275956" y="43273"/>
                  </a:lnTo>
                  <a:lnTo>
                    <a:pt x="1324610" y="53832"/>
                  </a:lnTo>
                  <a:lnTo>
                    <a:pt x="1368735" y="65304"/>
                  </a:lnTo>
                  <a:lnTo>
                    <a:pt x="1408012" y="77620"/>
                  </a:lnTo>
                  <a:lnTo>
                    <a:pt x="1470747" y="104505"/>
                  </a:lnTo>
                  <a:lnTo>
                    <a:pt x="1510261" y="133935"/>
                  </a:lnTo>
                  <a:lnTo>
                    <a:pt x="1524000" y="165353"/>
                  </a:lnTo>
                  <a:lnTo>
                    <a:pt x="1520512" y="181277"/>
                  </a:lnTo>
                  <a:lnTo>
                    <a:pt x="1493566" y="211770"/>
                  </a:lnTo>
                  <a:lnTo>
                    <a:pt x="1442123" y="239997"/>
                  </a:lnTo>
                  <a:lnTo>
                    <a:pt x="1368735" y="265403"/>
                  </a:lnTo>
                  <a:lnTo>
                    <a:pt x="1324610" y="276875"/>
                  </a:lnTo>
                  <a:lnTo>
                    <a:pt x="1275956" y="287434"/>
                  </a:lnTo>
                  <a:lnTo>
                    <a:pt x="1223092" y="297010"/>
                  </a:lnTo>
                  <a:lnTo>
                    <a:pt x="1166339" y="305534"/>
                  </a:lnTo>
                  <a:lnTo>
                    <a:pt x="1106015" y="312937"/>
                  </a:lnTo>
                  <a:lnTo>
                    <a:pt x="1042438" y="319150"/>
                  </a:lnTo>
                  <a:lnTo>
                    <a:pt x="975930" y="324102"/>
                  </a:lnTo>
                  <a:lnTo>
                    <a:pt x="906807" y="327726"/>
                  </a:lnTo>
                  <a:lnTo>
                    <a:pt x="835391" y="329950"/>
                  </a:lnTo>
                  <a:lnTo>
                    <a:pt x="762000" y="330708"/>
                  </a:lnTo>
                  <a:lnTo>
                    <a:pt x="688608" y="329950"/>
                  </a:lnTo>
                  <a:lnTo>
                    <a:pt x="617192" y="327726"/>
                  </a:lnTo>
                  <a:lnTo>
                    <a:pt x="548069" y="324102"/>
                  </a:lnTo>
                  <a:lnTo>
                    <a:pt x="481561" y="319150"/>
                  </a:lnTo>
                  <a:lnTo>
                    <a:pt x="417984" y="312937"/>
                  </a:lnTo>
                  <a:lnTo>
                    <a:pt x="357660" y="305534"/>
                  </a:lnTo>
                  <a:lnTo>
                    <a:pt x="300907" y="297010"/>
                  </a:lnTo>
                  <a:lnTo>
                    <a:pt x="248043" y="287434"/>
                  </a:lnTo>
                  <a:lnTo>
                    <a:pt x="199389" y="276875"/>
                  </a:lnTo>
                  <a:lnTo>
                    <a:pt x="155264" y="265403"/>
                  </a:lnTo>
                  <a:lnTo>
                    <a:pt x="115987" y="253087"/>
                  </a:lnTo>
                  <a:lnTo>
                    <a:pt x="53252" y="226202"/>
                  </a:lnTo>
                  <a:lnTo>
                    <a:pt x="13738" y="196772"/>
                  </a:lnTo>
                  <a:lnTo>
                    <a:pt x="0" y="16535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2263" y="94500"/>
              <a:ext cx="730757" cy="51128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243454" y="143078"/>
            <a:ext cx="4521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spc="-3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art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24330" y="629424"/>
            <a:ext cx="1691639" cy="786130"/>
            <a:chOff x="1624330" y="629424"/>
            <a:chExt cx="1691639" cy="786130"/>
          </a:xfrm>
        </p:grpSpPr>
        <p:sp>
          <p:nvSpPr>
            <p:cNvPr id="7" name="object 7"/>
            <p:cNvSpPr/>
            <p:nvPr/>
          </p:nvSpPr>
          <p:spPr>
            <a:xfrm>
              <a:off x="1630680" y="711708"/>
              <a:ext cx="1676400" cy="538480"/>
            </a:xfrm>
            <a:custGeom>
              <a:avLst/>
              <a:gdLst/>
              <a:ahLst/>
              <a:cxnLst/>
              <a:rect l="l" t="t" r="r" b="b"/>
              <a:pathLst>
                <a:path w="1676400" h="538480">
                  <a:moveTo>
                    <a:pt x="0" y="537972"/>
                  </a:moveTo>
                  <a:lnTo>
                    <a:pt x="1676399" y="537972"/>
                  </a:lnTo>
                  <a:lnTo>
                    <a:pt x="1676399" y="0"/>
                  </a:lnTo>
                  <a:lnTo>
                    <a:pt x="0" y="0"/>
                  </a:lnTo>
                  <a:lnTo>
                    <a:pt x="0" y="53797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2120" y="629424"/>
              <a:ext cx="1511045" cy="51128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8300" y="903744"/>
              <a:ext cx="1677162" cy="51128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770379" y="678560"/>
            <a:ext cx="1397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382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set </a:t>
            </a:r>
            <a:r>
              <a:rPr sz="1800" spc="-10" dirty="0">
                <a:latin typeface="Calibri"/>
                <a:cs typeface="Calibri"/>
              </a:rPr>
              <a:t>customer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discount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0%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43330" y="1470405"/>
            <a:ext cx="2451100" cy="1617980"/>
            <a:chOff x="1243330" y="1470405"/>
            <a:chExt cx="2451100" cy="1617980"/>
          </a:xfrm>
        </p:grpSpPr>
        <p:sp>
          <p:nvSpPr>
            <p:cNvPr id="12" name="object 12"/>
            <p:cNvSpPr/>
            <p:nvPr/>
          </p:nvSpPr>
          <p:spPr>
            <a:xfrm>
              <a:off x="1292352" y="1476755"/>
              <a:ext cx="2354580" cy="728980"/>
            </a:xfrm>
            <a:custGeom>
              <a:avLst/>
              <a:gdLst/>
              <a:ahLst/>
              <a:cxnLst/>
              <a:rect l="l" t="t" r="r" b="b"/>
              <a:pathLst>
                <a:path w="2354579" h="728980">
                  <a:moveTo>
                    <a:pt x="0" y="364236"/>
                  </a:moveTo>
                  <a:lnTo>
                    <a:pt x="1177290" y="0"/>
                  </a:lnTo>
                  <a:lnTo>
                    <a:pt x="2354580" y="364236"/>
                  </a:lnTo>
                  <a:lnTo>
                    <a:pt x="1177290" y="728472"/>
                  </a:lnTo>
                  <a:lnTo>
                    <a:pt x="0" y="3642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189" y="1621348"/>
              <a:ext cx="939068" cy="1826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34896" y="1763280"/>
              <a:ext cx="1287018" cy="51128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49680" y="2356103"/>
              <a:ext cx="2438400" cy="596265"/>
            </a:xfrm>
            <a:custGeom>
              <a:avLst/>
              <a:gdLst/>
              <a:ahLst/>
              <a:cxnLst/>
              <a:rect l="l" t="t" r="r" b="b"/>
              <a:pathLst>
                <a:path w="2438400" h="596264">
                  <a:moveTo>
                    <a:pt x="0" y="595884"/>
                  </a:moveTo>
                  <a:lnTo>
                    <a:pt x="2438399" y="595884"/>
                  </a:lnTo>
                  <a:lnTo>
                    <a:pt x="2438399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95984" y="2302776"/>
              <a:ext cx="2215133" cy="51128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27860" y="2577096"/>
              <a:ext cx="1098041" cy="51128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527810" y="2352294"/>
            <a:ext cx="188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4195" marR="5080" indent="-5321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add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2%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customer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discount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43330" y="3031248"/>
            <a:ext cx="2451100" cy="1243330"/>
            <a:chOff x="1243330" y="3031248"/>
            <a:chExt cx="2451100" cy="1243330"/>
          </a:xfrm>
        </p:grpSpPr>
        <p:sp>
          <p:nvSpPr>
            <p:cNvPr id="20" name="object 20"/>
            <p:cNvSpPr/>
            <p:nvPr/>
          </p:nvSpPr>
          <p:spPr>
            <a:xfrm>
              <a:off x="1554480" y="3086099"/>
              <a:ext cx="1828800" cy="317500"/>
            </a:xfrm>
            <a:custGeom>
              <a:avLst/>
              <a:gdLst/>
              <a:ahLst/>
              <a:cxnLst/>
              <a:rect l="l" t="t" r="r" b="b"/>
              <a:pathLst>
                <a:path w="1828800" h="317500">
                  <a:moveTo>
                    <a:pt x="0" y="158496"/>
                  </a:moveTo>
                  <a:lnTo>
                    <a:pt x="914400" y="0"/>
                  </a:lnTo>
                  <a:lnTo>
                    <a:pt x="1828799" y="158496"/>
                  </a:lnTo>
                  <a:lnTo>
                    <a:pt x="914400" y="316991"/>
                  </a:lnTo>
                  <a:lnTo>
                    <a:pt x="0" y="158496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49780" y="3031248"/>
              <a:ext cx="854202" cy="51128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49680" y="3540251"/>
              <a:ext cx="2438400" cy="597535"/>
            </a:xfrm>
            <a:custGeom>
              <a:avLst/>
              <a:gdLst/>
              <a:ahLst/>
              <a:cxnLst/>
              <a:rect l="l" t="t" r="r" b="b"/>
              <a:pathLst>
                <a:path w="2438400" h="597535">
                  <a:moveTo>
                    <a:pt x="0" y="597408"/>
                  </a:moveTo>
                  <a:lnTo>
                    <a:pt x="2438399" y="597408"/>
                  </a:lnTo>
                  <a:lnTo>
                    <a:pt x="2438399" y="0"/>
                  </a:lnTo>
                  <a:lnTo>
                    <a:pt x="0" y="0"/>
                  </a:lnTo>
                  <a:lnTo>
                    <a:pt x="0" y="59740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95984" y="3488448"/>
              <a:ext cx="2215133" cy="51128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7860" y="3762768"/>
              <a:ext cx="1098041" cy="51128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527810" y="3537966"/>
            <a:ext cx="188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4195" marR="5080" indent="-5321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add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2%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customer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discount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156461" y="4296168"/>
            <a:ext cx="2625090" cy="2538730"/>
            <a:chOff x="1156461" y="4296168"/>
            <a:chExt cx="2625090" cy="2538730"/>
          </a:xfrm>
        </p:grpSpPr>
        <p:sp>
          <p:nvSpPr>
            <p:cNvPr id="27" name="object 27"/>
            <p:cNvSpPr/>
            <p:nvPr/>
          </p:nvSpPr>
          <p:spPr>
            <a:xfrm>
              <a:off x="1162811" y="4320540"/>
              <a:ext cx="2612390" cy="379730"/>
            </a:xfrm>
            <a:custGeom>
              <a:avLst/>
              <a:gdLst/>
              <a:ahLst/>
              <a:cxnLst/>
              <a:rect l="l" t="t" r="r" b="b"/>
              <a:pathLst>
                <a:path w="2612390" h="379729">
                  <a:moveTo>
                    <a:pt x="0" y="189737"/>
                  </a:moveTo>
                  <a:lnTo>
                    <a:pt x="1306068" y="0"/>
                  </a:lnTo>
                  <a:lnTo>
                    <a:pt x="2612136" y="189737"/>
                  </a:lnTo>
                  <a:lnTo>
                    <a:pt x="1306068" y="379476"/>
                  </a:lnTo>
                  <a:lnTo>
                    <a:pt x="0" y="1897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90699" y="4296168"/>
              <a:ext cx="1373886" cy="51128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249679" y="4884420"/>
              <a:ext cx="2438400" cy="596265"/>
            </a:xfrm>
            <a:custGeom>
              <a:avLst/>
              <a:gdLst/>
              <a:ahLst/>
              <a:cxnLst/>
              <a:rect l="l" t="t" r="r" b="b"/>
              <a:pathLst>
                <a:path w="2438400" h="596264">
                  <a:moveTo>
                    <a:pt x="0" y="595883"/>
                  </a:moveTo>
                  <a:lnTo>
                    <a:pt x="2438399" y="595883"/>
                  </a:lnTo>
                  <a:lnTo>
                    <a:pt x="2438399" y="0"/>
                  </a:lnTo>
                  <a:lnTo>
                    <a:pt x="0" y="0"/>
                  </a:lnTo>
                  <a:lnTo>
                    <a:pt x="0" y="5958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95983" y="4831092"/>
              <a:ext cx="2215133" cy="51128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27859" y="5105400"/>
              <a:ext cx="1098041" cy="51128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249679" y="5628132"/>
              <a:ext cx="2438400" cy="596265"/>
            </a:xfrm>
            <a:custGeom>
              <a:avLst/>
              <a:gdLst/>
              <a:ahLst/>
              <a:cxnLst/>
              <a:rect l="l" t="t" r="r" b="b"/>
              <a:pathLst>
                <a:path w="2438400" h="596264">
                  <a:moveTo>
                    <a:pt x="0" y="595884"/>
                  </a:moveTo>
                  <a:lnTo>
                    <a:pt x="2438399" y="595884"/>
                  </a:lnTo>
                  <a:lnTo>
                    <a:pt x="2438399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97151" y="5574792"/>
              <a:ext cx="1811274" cy="51128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64563" y="5849112"/>
              <a:ext cx="2024634" cy="51128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706879" y="6370320"/>
              <a:ext cx="1524000" cy="332740"/>
            </a:xfrm>
            <a:custGeom>
              <a:avLst/>
              <a:gdLst/>
              <a:ahLst/>
              <a:cxnLst/>
              <a:rect l="l" t="t" r="r" b="b"/>
              <a:pathLst>
                <a:path w="1524000" h="332740">
                  <a:moveTo>
                    <a:pt x="0" y="166115"/>
                  </a:moveTo>
                  <a:lnTo>
                    <a:pt x="30433" y="119481"/>
                  </a:lnTo>
                  <a:lnTo>
                    <a:pt x="81876" y="91123"/>
                  </a:lnTo>
                  <a:lnTo>
                    <a:pt x="155264" y="65600"/>
                  </a:lnTo>
                  <a:lnTo>
                    <a:pt x="199389" y="54076"/>
                  </a:lnTo>
                  <a:lnTo>
                    <a:pt x="248043" y="43469"/>
                  </a:lnTo>
                  <a:lnTo>
                    <a:pt x="300907" y="33849"/>
                  </a:lnTo>
                  <a:lnTo>
                    <a:pt x="357660" y="25286"/>
                  </a:lnTo>
                  <a:lnTo>
                    <a:pt x="417984" y="17850"/>
                  </a:lnTo>
                  <a:lnTo>
                    <a:pt x="481561" y="11609"/>
                  </a:lnTo>
                  <a:lnTo>
                    <a:pt x="548069" y="6634"/>
                  </a:lnTo>
                  <a:lnTo>
                    <a:pt x="617192" y="2995"/>
                  </a:lnTo>
                  <a:lnTo>
                    <a:pt x="688608" y="760"/>
                  </a:lnTo>
                  <a:lnTo>
                    <a:pt x="762000" y="0"/>
                  </a:lnTo>
                  <a:lnTo>
                    <a:pt x="835391" y="760"/>
                  </a:lnTo>
                  <a:lnTo>
                    <a:pt x="906807" y="2995"/>
                  </a:lnTo>
                  <a:lnTo>
                    <a:pt x="975930" y="6634"/>
                  </a:lnTo>
                  <a:lnTo>
                    <a:pt x="1042438" y="11609"/>
                  </a:lnTo>
                  <a:lnTo>
                    <a:pt x="1106015" y="17850"/>
                  </a:lnTo>
                  <a:lnTo>
                    <a:pt x="1166339" y="25286"/>
                  </a:lnTo>
                  <a:lnTo>
                    <a:pt x="1223092" y="33849"/>
                  </a:lnTo>
                  <a:lnTo>
                    <a:pt x="1275956" y="43469"/>
                  </a:lnTo>
                  <a:lnTo>
                    <a:pt x="1324610" y="54076"/>
                  </a:lnTo>
                  <a:lnTo>
                    <a:pt x="1368735" y="65600"/>
                  </a:lnTo>
                  <a:lnTo>
                    <a:pt x="1408012" y="77972"/>
                  </a:lnTo>
                  <a:lnTo>
                    <a:pt x="1470747" y="104983"/>
                  </a:lnTo>
                  <a:lnTo>
                    <a:pt x="1510261" y="134549"/>
                  </a:lnTo>
                  <a:lnTo>
                    <a:pt x="1524000" y="166115"/>
                  </a:lnTo>
                  <a:lnTo>
                    <a:pt x="1520512" y="182114"/>
                  </a:lnTo>
                  <a:lnTo>
                    <a:pt x="1493566" y="212750"/>
                  </a:lnTo>
                  <a:lnTo>
                    <a:pt x="1442123" y="241108"/>
                  </a:lnTo>
                  <a:lnTo>
                    <a:pt x="1368735" y="266631"/>
                  </a:lnTo>
                  <a:lnTo>
                    <a:pt x="1324610" y="278155"/>
                  </a:lnTo>
                  <a:lnTo>
                    <a:pt x="1275956" y="288762"/>
                  </a:lnTo>
                  <a:lnTo>
                    <a:pt x="1223092" y="298382"/>
                  </a:lnTo>
                  <a:lnTo>
                    <a:pt x="1166339" y="306945"/>
                  </a:lnTo>
                  <a:lnTo>
                    <a:pt x="1106015" y="314381"/>
                  </a:lnTo>
                  <a:lnTo>
                    <a:pt x="1042438" y="320622"/>
                  </a:lnTo>
                  <a:lnTo>
                    <a:pt x="975930" y="325597"/>
                  </a:lnTo>
                  <a:lnTo>
                    <a:pt x="906807" y="329236"/>
                  </a:lnTo>
                  <a:lnTo>
                    <a:pt x="835391" y="331471"/>
                  </a:lnTo>
                  <a:lnTo>
                    <a:pt x="762000" y="332231"/>
                  </a:lnTo>
                  <a:lnTo>
                    <a:pt x="688608" y="331471"/>
                  </a:lnTo>
                  <a:lnTo>
                    <a:pt x="617192" y="329236"/>
                  </a:lnTo>
                  <a:lnTo>
                    <a:pt x="548069" y="325597"/>
                  </a:lnTo>
                  <a:lnTo>
                    <a:pt x="481561" y="320622"/>
                  </a:lnTo>
                  <a:lnTo>
                    <a:pt x="417984" y="314381"/>
                  </a:lnTo>
                  <a:lnTo>
                    <a:pt x="357660" y="306945"/>
                  </a:lnTo>
                  <a:lnTo>
                    <a:pt x="300907" y="298382"/>
                  </a:lnTo>
                  <a:lnTo>
                    <a:pt x="248043" y="288762"/>
                  </a:lnTo>
                  <a:lnTo>
                    <a:pt x="199389" y="278155"/>
                  </a:lnTo>
                  <a:lnTo>
                    <a:pt x="155264" y="266631"/>
                  </a:lnTo>
                  <a:lnTo>
                    <a:pt x="115987" y="254259"/>
                  </a:lnTo>
                  <a:lnTo>
                    <a:pt x="53252" y="227248"/>
                  </a:lnTo>
                  <a:lnTo>
                    <a:pt x="13738" y="197682"/>
                  </a:lnTo>
                  <a:lnTo>
                    <a:pt x="0" y="16611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24455" y="6323081"/>
              <a:ext cx="707898" cy="51128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527810" y="4880864"/>
            <a:ext cx="1884680" cy="179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add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2%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customer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discount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40"/>
              </a:spcBef>
            </a:pPr>
            <a:r>
              <a:rPr sz="1800" spc="-5" dirty="0">
                <a:latin typeface="Calibri"/>
                <a:cs typeface="Calibri"/>
              </a:rPr>
              <a:t>determine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total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customer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discount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65"/>
              </a:spcBef>
            </a:pPr>
            <a:r>
              <a:rPr sz="1800" spc="-15" dirty="0">
                <a:latin typeface="Calibri"/>
                <a:cs typeface="Calibri"/>
              </a:rPr>
              <a:t>stop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412492" y="474726"/>
            <a:ext cx="864869" cy="5930265"/>
            <a:chOff x="2412492" y="474726"/>
            <a:chExt cx="864869" cy="5930265"/>
          </a:xfrm>
        </p:grpSpPr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12492" y="474726"/>
              <a:ext cx="114300" cy="25196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12492" y="1232154"/>
              <a:ext cx="114300" cy="25196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12492" y="2213609"/>
              <a:ext cx="114300" cy="21602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12492" y="2952749"/>
              <a:ext cx="114300" cy="21602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412492" y="3420618"/>
              <a:ext cx="114300" cy="17995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12492" y="4138422"/>
              <a:ext cx="114300" cy="25196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12492" y="4700778"/>
              <a:ext cx="114300" cy="25196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412492" y="5481066"/>
              <a:ext cx="114300" cy="17999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412492" y="6224778"/>
              <a:ext cx="114300" cy="17999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67000" y="1961400"/>
              <a:ext cx="610362" cy="511289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1966086" y="1538732"/>
            <a:ext cx="11620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0655" indent="2286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wholesale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u</a:t>
            </a:r>
            <a:r>
              <a:rPr sz="1800" spc="-20" dirty="0">
                <a:latin typeface="Calibri"/>
                <a:cs typeface="Calibri"/>
              </a:rPr>
              <a:t>s</a:t>
            </a: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omer?</a:t>
            </a:r>
            <a:endParaRPr sz="1800">
              <a:latin typeface="Calibri"/>
              <a:cs typeface="Calibri"/>
            </a:endParaRPr>
          </a:p>
          <a:p>
            <a:pPr marL="844550">
              <a:lnSpc>
                <a:spcPts val="1560"/>
              </a:lnSpc>
            </a:pPr>
            <a:r>
              <a:rPr sz="1800" spc="-2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0" name="object 5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607564" y="4503432"/>
            <a:ext cx="610362" cy="511289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1921891" y="4346575"/>
            <a:ext cx="1147445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9690" algn="r">
              <a:lnSpc>
                <a:spcPts val="1895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order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50?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ts val="1895"/>
              </a:lnSpc>
            </a:pP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yes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2" name="object 5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682239" y="3169932"/>
            <a:ext cx="610362" cy="511289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2156460" y="3080080"/>
            <a:ext cx="10115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Cash?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2700" spc="-15" baseline="-33950" dirty="0">
                <a:solidFill>
                  <a:srgbClr val="0000FF"/>
                </a:solidFill>
                <a:latin typeface="Calibri"/>
                <a:cs typeface="Calibri"/>
              </a:rPr>
              <a:t>yes</a:t>
            </a:r>
            <a:endParaRPr sz="2700" baseline="-3395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66927" y="1556003"/>
            <a:ext cx="977265" cy="1746885"/>
            <a:chOff x="566927" y="1556003"/>
            <a:chExt cx="977265" cy="1746885"/>
          </a:xfrm>
        </p:grpSpPr>
        <p:sp>
          <p:nvSpPr>
            <p:cNvPr id="55" name="object 55"/>
            <p:cNvSpPr/>
            <p:nvPr/>
          </p:nvSpPr>
          <p:spPr>
            <a:xfrm>
              <a:off x="608837" y="1841753"/>
              <a:ext cx="684530" cy="18415"/>
            </a:xfrm>
            <a:custGeom>
              <a:avLst/>
              <a:gdLst/>
              <a:ahLst/>
              <a:cxnLst/>
              <a:rect l="l" t="t" r="r" b="b"/>
              <a:pathLst>
                <a:path w="684530" h="18414">
                  <a:moveTo>
                    <a:pt x="0" y="18034"/>
                  </a:moveTo>
                  <a:lnTo>
                    <a:pt x="684022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33221" y="1841753"/>
              <a:ext cx="0" cy="1403985"/>
            </a:xfrm>
            <a:custGeom>
              <a:avLst/>
              <a:gdLst/>
              <a:ahLst/>
              <a:cxnLst/>
              <a:rect l="l" t="t" r="r" b="b"/>
              <a:pathLst>
                <a:path h="1403985">
                  <a:moveTo>
                    <a:pt x="0" y="0"/>
                  </a:moveTo>
                  <a:lnTo>
                    <a:pt x="0" y="140398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43889" y="3188208"/>
              <a:ext cx="900430" cy="114300"/>
            </a:xfrm>
            <a:custGeom>
              <a:avLst/>
              <a:gdLst/>
              <a:ahLst/>
              <a:cxnLst/>
              <a:rect l="l" t="t" r="r" b="b"/>
              <a:pathLst>
                <a:path w="900430" h="114300">
                  <a:moveTo>
                    <a:pt x="785748" y="0"/>
                  </a:moveTo>
                  <a:lnTo>
                    <a:pt x="785748" y="114300"/>
                  </a:lnTo>
                  <a:lnTo>
                    <a:pt x="861948" y="76200"/>
                  </a:lnTo>
                  <a:lnTo>
                    <a:pt x="804798" y="76200"/>
                  </a:lnTo>
                  <a:lnTo>
                    <a:pt x="804798" y="38100"/>
                  </a:lnTo>
                  <a:lnTo>
                    <a:pt x="861948" y="38100"/>
                  </a:lnTo>
                  <a:lnTo>
                    <a:pt x="785748" y="0"/>
                  </a:lnTo>
                  <a:close/>
                </a:path>
                <a:path w="900430" h="114300">
                  <a:moveTo>
                    <a:pt x="785748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785748" y="76200"/>
                  </a:lnTo>
                  <a:lnTo>
                    <a:pt x="785748" y="38100"/>
                  </a:lnTo>
                  <a:close/>
                </a:path>
                <a:path w="900430" h="114300">
                  <a:moveTo>
                    <a:pt x="861948" y="38100"/>
                  </a:moveTo>
                  <a:lnTo>
                    <a:pt x="804798" y="38100"/>
                  </a:lnTo>
                  <a:lnTo>
                    <a:pt x="804798" y="76200"/>
                  </a:lnTo>
                  <a:lnTo>
                    <a:pt x="861948" y="76200"/>
                  </a:lnTo>
                  <a:lnTo>
                    <a:pt x="900048" y="57150"/>
                  </a:lnTo>
                  <a:lnTo>
                    <a:pt x="861948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66927" y="1556003"/>
              <a:ext cx="723138" cy="677418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745337" y="1622882"/>
            <a:ext cx="34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3354514" y="3084576"/>
            <a:ext cx="1021715" cy="1484630"/>
            <a:chOff x="3354514" y="3084576"/>
            <a:chExt cx="1021715" cy="1484630"/>
          </a:xfrm>
        </p:grpSpPr>
        <p:sp>
          <p:nvSpPr>
            <p:cNvPr id="61" name="object 61"/>
            <p:cNvSpPr/>
            <p:nvPr/>
          </p:nvSpPr>
          <p:spPr>
            <a:xfrm>
              <a:off x="3368802" y="3251454"/>
              <a:ext cx="684530" cy="18415"/>
            </a:xfrm>
            <a:custGeom>
              <a:avLst/>
              <a:gdLst/>
              <a:ahLst/>
              <a:cxnLst/>
              <a:rect l="l" t="t" r="r" b="b"/>
              <a:pathLst>
                <a:path w="684529" h="18414">
                  <a:moveTo>
                    <a:pt x="684022" y="18034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040886" y="3251454"/>
              <a:ext cx="0" cy="1260475"/>
            </a:xfrm>
            <a:custGeom>
              <a:avLst/>
              <a:gdLst/>
              <a:ahLst/>
              <a:cxnLst/>
              <a:rect l="l" t="t" r="r" b="b"/>
              <a:pathLst>
                <a:path h="1260475">
                  <a:moveTo>
                    <a:pt x="0" y="0"/>
                  </a:moveTo>
                  <a:lnTo>
                    <a:pt x="0" y="125996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670554" y="4454652"/>
              <a:ext cx="396240" cy="114300"/>
            </a:xfrm>
            <a:custGeom>
              <a:avLst/>
              <a:gdLst/>
              <a:ahLst/>
              <a:cxnLst/>
              <a:rect l="l" t="t" r="r" b="b"/>
              <a:pathLst>
                <a:path w="396239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396239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396239" h="114300">
                  <a:moveTo>
                    <a:pt x="395986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395986" y="76200"/>
                  </a:lnTo>
                  <a:lnTo>
                    <a:pt x="395986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653028" y="3084576"/>
              <a:ext cx="723138" cy="677418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3831716" y="3151378"/>
            <a:ext cx="346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79475" y="4223003"/>
            <a:ext cx="833755" cy="1722120"/>
            <a:chOff x="379475" y="4223003"/>
            <a:chExt cx="833755" cy="1722120"/>
          </a:xfrm>
        </p:grpSpPr>
        <p:sp>
          <p:nvSpPr>
            <p:cNvPr id="67" name="object 67"/>
            <p:cNvSpPr/>
            <p:nvPr/>
          </p:nvSpPr>
          <p:spPr>
            <a:xfrm>
              <a:off x="479297" y="4508753"/>
              <a:ext cx="684530" cy="18415"/>
            </a:xfrm>
            <a:custGeom>
              <a:avLst/>
              <a:gdLst/>
              <a:ahLst/>
              <a:cxnLst/>
              <a:rect l="l" t="t" r="r" b="b"/>
              <a:pathLst>
                <a:path w="684530" h="18414">
                  <a:moveTo>
                    <a:pt x="0" y="18034"/>
                  </a:moveTo>
                  <a:lnTo>
                    <a:pt x="683996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93013" y="4505705"/>
              <a:ext cx="0" cy="1404620"/>
            </a:xfrm>
            <a:custGeom>
              <a:avLst/>
              <a:gdLst/>
              <a:ahLst/>
              <a:cxnLst/>
              <a:rect l="l" t="t" r="r" b="b"/>
              <a:pathLst>
                <a:path h="1404620">
                  <a:moveTo>
                    <a:pt x="0" y="0"/>
                  </a:moveTo>
                  <a:lnTo>
                    <a:pt x="0" y="140399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93013" y="5830823"/>
              <a:ext cx="720090" cy="114300"/>
            </a:xfrm>
            <a:custGeom>
              <a:avLst/>
              <a:gdLst/>
              <a:ahLst/>
              <a:cxnLst/>
              <a:rect l="l" t="t" r="r" b="b"/>
              <a:pathLst>
                <a:path w="720090" h="114300">
                  <a:moveTo>
                    <a:pt x="605701" y="0"/>
                  </a:moveTo>
                  <a:lnTo>
                    <a:pt x="605701" y="114300"/>
                  </a:lnTo>
                  <a:lnTo>
                    <a:pt x="681901" y="76200"/>
                  </a:lnTo>
                  <a:lnTo>
                    <a:pt x="624751" y="76200"/>
                  </a:lnTo>
                  <a:lnTo>
                    <a:pt x="624751" y="38100"/>
                  </a:lnTo>
                  <a:lnTo>
                    <a:pt x="681901" y="38100"/>
                  </a:lnTo>
                  <a:lnTo>
                    <a:pt x="605701" y="0"/>
                  </a:lnTo>
                  <a:close/>
                </a:path>
                <a:path w="720090" h="114300">
                  <a:moveTo>
                    <a:pt x="605701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05701" y="76200"/>
                  </a:lnTo>
                  <a:lnTo>
                    <a:pt x="605701" y="38100"/>
                  </a:lnTo>
                  <a:close/>
                </a:path>
                <a:path w="720090" h="114300">
                  <a:moveTo>
                    <a:pt x="681901" y="38100"/>
                  </a:moveTo>
                  <a:lnTo>
                    <a:pt x="624751" y="38100"/>
                  </a:lnTo>
                  <a:lnTo>
                    <a:pt x="624751" y="76200"/>
                  </a:lnTo>
                  <a:lnTo>
                    <a:pt x="681901" y="76200"/>
                  </a:lnTo>
                  <a:lnTo>
                    <a:pt x="720001" y="57150"/>
                  </a:lnTo>
                  <a:lnTo>
                    <a:pt x="681901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79475" y="4223003"/>
              <a:ext cx="723138" cy="677418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57885" y="4291329"/>
            <a:ext cx="346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145279" y="224027"/>
            <a:ext cx="6410325" cy="1385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80"/>
              </a:spcBef>
            </a:pPr>
            <a:r>
              <a:rPr sz="2800" spc="-10" dirty="0">
                <a:solidFill>
                  <a:srgbClr val="FF33CC"/>
                </a:solidFill>
                <a:latin typeface="Calibri"/>
                <a:cs typeface="Calibri"/>
              </a:rPr>
              <a:t>What</a:t>
            </a:r>
            <a:r>
              <a:rPr sz="2800" spc="5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33CC"/>
                </a:solidFill>
                <a:latin typeface="Calibri"/>
                <a:cs typeface="Calibri"/>
              </a:rPr>
              <a:t>will</a:t>
            </a:r>
            <a:r>
              <a:rPr sz="2800" spc="-15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33CC"/>
                </a:solidFill>
                <a:latin typeface="Calibri"/>
                <a:cs typeface="Calibri"/>
              </a:rPr>
              <a:t>be</a:t>
            </a:r>
            <a:r>
              <a:rPr sz="2800" spc="10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33CC"/>
                </a:solidFill>
                <a:latin typeface="Calibri"/>
                <a:cs typeface="Calibri"/>
              </a:rPr>
              <a:t>the</a:t>
            </a:r>
            <a:r>
              <a:rPr sz="2800" spc="-10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33CC"/>
                </a:solidFill>
                <a:latin typeface="Calibri"/>
                <a:cs typeface="Calibri"/>
              </a:rPr>
              <a:t>total</a:t>
            </a:r>
            <a:r>
              <a:rPr sz="2800" spc="-5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33CC"/>
                </a:solidFill>
                <a:latin typeface="Calibri"/>
                <a:cs typeface="Calibri"/>
              </a:rPr>
              <a:t>discount</a:t>
            </a:r>
            <a:r>
              <a:rPr sz="2800" spc="45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FF33CC"/>
                </a:solidFill>
                <a:latin typeface="Calibri"/>
                <a:cs typeface="Calibri"/>
              </a:rPr>
              <a:t>for</a:t>
            </a:r>
            <a:endParaRPr sz="2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2800" spc="-5" dirty="0">
                <a:solidFill>
                  <a:srgbClr val="FF33CC"/>
                </a:solidFill>
                <a:latin typeface="Calibri"/>
                <a:cs typeface="Calibri"/>
              </a:rPr>
              <a:t>a</a:t>
            </a:r>
            <a:r>
              <a:rPr sz="2800" spc="-10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33CC"/>
                </a:solidFill>
                <a:latin typeface="Calibri"/>
                <a:cs typeface="Calibri"/>
              </a:rPr>
              <a:t>non-wholesale</a:t>
            </a:r>
            <a:r>
              <a:rPr sz="2800" spc="10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33CC"/>
                </a:solidFill>
                <a:latin typeface="Calibri"/>
                <a:cs typeface="Calibri"/>
              </a:rPr>
              <a:t>customer</a:t>
            </a:r>
            <a:r>
              <a:rPr sz="2800" spc="25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33CC"/>
                </a:solidFill>
                <a:latin typeface="Calibri"/>
                <a:cs typeface="Calibri"/>
              </a:rPr>
              <a:t>who</a:t>
            </a:r>
            <a:r>
              <a:rPr sz="2800" spc="-15" dirty="0">
                <a:solidFill>
                  <a:srgbClr val="FF33CC"/>
                </a:solidFill>
                <a:latin typeface="Calibri"/>
                <a:cs typeface="Calibri"/>
              </a:rPr>
              <a:t> buys</a:t>
            </a:r>
            <a:endParaRPr sz="2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2800" spc="-5" dirty="0">
                <a:solidFill>
                  <a:srgbClr val="FF33CC"/>
                </a:solidFill>
                <a:latin typeface="Calibri"/>
                <a:cs typeface="Calibri"/>
              </a:rPr>
              <a:t>less</a:t>
            </a:r>
            <a:r>
              <a:rPr sz="2800" spc="5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33CC"/>
                </a:solidFill>
                <a:latin typeface="Calibri"/>
                <a:cs typeface="Calibri"/>
              </a:rPr>
              <a:t>than</a:t>
            </a:r>
            <a:r>
              <a:rPr sz="2800" spc="20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33CC"/>
                </a:solidFill>
                <a:latin typeface="Calibri"/>
                <a:cs typeface="Calibri"/>
              </a:rPr>
              <a:t>50</a:t>
            </a:r>
            <a:r>
              <a:rPr sz="2800" spc="15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33CC"/>
                </a:solidFill>
                <a:latin typeface="Calibri"/>
                <a:cs typeface="Calibri"/>
              </a:rPr>
              <a:t>orders</a:t>
            </a:r>
            <a:r>
              <a:rPr sz="2800" spc="20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33CC"/>
                </a:solidFill>
                <a:latin typeface="Calibri"/>
                <a:cs typeface="Calibri"/>
              </a:rPr>
              <a:t>and</a:t>
            </a:r>
            <a:r>
              <a:rPr sz="2800" spc="10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33CC"/>
                </a:solidFill>
                <a:latin typeface="Calibri"/>
                <a:cs typeface="Calibri"/>
              </a:rPr>
              <a:t>does</a:t>
            </a:r>
            <a:r>
              <a:rPr sz="2800" spc="20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33CC"/>
                </a:solidFill>
                <a:latin typeface="Calibri"/>
                <a:cs typeface="Calibri"/>
              </a:rPr>
              <a:t>not</a:t>
            </a:r>
            <a:r>
              <a:rPr sz="2800" spc="5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33CC"/>
                </a:solidFill>
                <a:latin typeface="Calibri"/>
                <a:cs typeface="Calibri"/>
              </a:rPr>
              <a:t>pay</a:t>
            </a:r>
            <a:r>
              <a:rPr sz="2800" dirty="0">
                <a:solidFill>
                  <a:srgbClr val="FF33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33CC"/>
                </a:solidFill>
                <a:latin typeface="Calibri"/>
                <a:cs typeface="Calibri"/>
              </a:rPr>
              <a:t>cash?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0847323" y="235077"/>
            <a:ext cx="83566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0840" indent="-358775">
              <a:lnSpc>
                <a:spcPct val="100000"/>
              </a:lnSpc>
              <a:spcBef>
                <a:spcPts val="95"/>
              </a:spcBef>
              <a:buAutoNum type="alphaLcParenR"/>
              <a:tabLst>
                <a:tab pos="371475" algn="l"/>
              </a:tabLst>
            </a:pPr>
            <a:r>
              <a:rPr sz="2800" spc="-10" dirty="0">
                <a:latin typeface="Calibri"/>
                <a:cs typeface="Calibri"/>
              </a:rPr>
              <a:t>4%</a:t>
            </a:r>
            <a:endParaRPr sz="2800">
              <a:latin typeface="Calibri"/>
              <a:cs typeface="Calibri"/>
            </a:endParaRPr>
          </a:p>
          <a:p>
            <a:pPr marL="387985" indent="-375920">
              <a:lnSpc>
                <a:spcPct val="100000"/>
              </a:lnSpc>
              <a:buAutoNum type="alphaLcParenR"/>
              <a:tabLst>
                <a:tab pos="388620" algn="l"/>
              </a:tabLst>
            </a:pPr>
            <a:r>
              <a:rPr sz="2800" spc="-5" dirty="0">
                <a:latin typeface="Calibri"/>
                <a:cs typeface="Calibri"/>
              </a:rPr>
              <a:t>6%</a:t>
            </a:r>
            <a:endParaRPr sz="2800">
              <a:latin typeface="Calibri"/>
              <a:cs typeface="Calibri"/>
            </a:endParaRPr>
          </a:p>
          <a:p>
            <a:pPr marL="351790" indent="-339725">
              <a:lnSpc>
                <a:spcPct val="100000"/>
              </a:lnSpc>
              <a:buAutoNum type="alphaLcParenR"/>
              <a:tabLst>
                <a:tab pos="352425" algn="l"/>
              </a:tabLst>
            </a:pPr>
            <a:r>
              <a:rPr sz="2800" spc="-5" dirty="0">
                <a:latin typeface="Calibri"/>
                <a:cs typeface="Calibri"/>
              </a:rPr>
              <a:t>2%</a:t>
            </a:r>
            <a:endParaRPr sz="2800">
              <a:latin typeface="Calibri"/>
              <a:cs typeface="Calibri"/>
            </a:endParaRPr>
          </a:p>
          <a:p>
            <a:pPr marL="387985" indent="-375920">
              <a:lnSpc>
                <a:spcPct val="100000"/>
              </a:lnSpc>
              <a:buAutoNum type="alphaLcParenR"/>
              <a:tabLst>
                <a:tab pos="388620" algn="l"/>
              </a:tabLst>
            </a:pPr>
            <a:r>
              <a:rPr sz="2800" spc="-5" dirty="0">
                <a:latin typeface="Calibri"/>
                <a:cs typeface="Calibri"/>
              </a:rPr>
              <a:t>0%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37338" y="40384"/>
            <a:ext cx="12529185" cy="6781800"/>
          </a:xfrm>
          <a:custGeom>
            <a:avLst/>
            <a:gdLst/>
            <a:ahLst/>
            <a:cxnLst/>
            <a:rect l="l" t="t" r="r" b="b"/>
            <a:pathLst>
              <a:path w="12529185" h="6781800">
                <a:moveTo>
                  <a:pt x="0" y="6781800"/>
                </a:moveTo>
                <a:lnTo>
                  <a:pt x="12528804" y="6781800"/>
                </a:lnTo>
                <a:lnTo>
                  <a:pt x="12528804" y="0"/>
                </a:lnTo>
                <a:lnTo>
                  <a:pt x="0" y="0"/>
                </a:lnTo>
                <a:lnTo>
                  <a:pt x="0" y="6781800"/>
                </a:lnTo>
                <a:close/>
              </a:path>
            </a:pathLst>
          </a:custGeom>
          <a:ln w="2857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14700" y="5446776"/>
            <a:ext cx="576580" cy="576580"/>
          </a:xfrm>
          <a:custGeom>
            <a:avLst/>
            <a:gdLst/>
            <a:ahLst/>
            <a:cxnLst/>
            <a:rect l="l" t="t" r="r" b="b"/>
            <a:pathLst>
              <a:path w="576579" h="576579">
                <a:moveTo>
                  <a:pt x="0" y="576072"/>
                </a:moveTo>
                <a:lnTo>
                  <a:pt x="288036" y="0"/>
                </a:lnTo>
                <a:lnTo>
                  <a:pt x="576072" y="576072"/>
                </a:lnTo>
                <a:lnTo>
                  <a:pt x="0" y="576072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97023" y="5446776"/>
            <a:ext cx="576580" cy="576580"/>
          </a:xfrm>
          <a:custGeom>
            <a:avLst/>
            <a:gdLst/>
            <a:ahLst/>
            <a:cxnLst/>
            <a:rect l="l" t="t" r="r" b="b"/>
            <a:pathLst>
              <a:path w="576580" h="576579">
                <a:moveTo>
                  <a:pt x="0" y="220040"/>
                </a:moveTo>
                <a:lnTo>
                  <a:pt x="288036" y="0"/>
                </a:lnTo>
                <a:lnTo>
                  <a:pt x="576071" y="220040"/>
                </a:lnTo>
                <a:lnTo>
                  <a:pt x="466089" y="576072"/>
                </a:lnTo>
                <a:lnTo>
                  <a:pt x="109981" y="576072"/>
                </a:lnTo>
                <a:lnTo>
                  <a:pt x="0" y="220040"/>
                </a:lnTo>
                <a:close/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33044" y="5463540"/>
            <a:ext cx="539750" cy="541020"/>
          </a:xfrm>
          <a:custGeom>
            <a:avLst/>
            <a:gdLst/>
            <a:ahLst/>
            <a:cxnLst/>
            <a:rect l="l" t="t" r="r" b="b"/>
            <a:pathLst>
              <a:path w="539750" h="541020">
                <a:moveTo>
                  <a:pt x="0" y="0"/>
                </a:moveTo>
                <a:lnTo>
                  <a:pt x="539496" y="0"/>
                </a:lnTo>
                <a:lnTo>
                  <a:pt x="269747" y="270510"/>
                </a:lnTo>
                <a:lnTo>
                  <a:pt x="539496" y="541020"/>
                </a:lnTo>
                <a:lnTo>
                  <a:pt x="0" y="541020"/>
                </a:lnTo>
                <a:lnTo>
                  <a:pt x="269747" y="270510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39030" y="5410961"/>
            <a:ext cx="285750" cy="648335"/>
          </a:xfrm>
          <a:custGeom>
            <a:avLst/>
            <a:gdLst/>
            <a:ahLst/>
            <a:cxnLst/>
            <a:rect l="l" t="t" r="r" b="b"/>
            <a:pathLst>
              <a:path w="285750" h="648335">
                <a:moveTo>
                  <a:pt x="190500" y="238125"/>
                </a:moveTo>
                <a:lnTo>
                  <a:pt x="95250" y="238125"/>
                </a:lnTo>
                <a:lnTo>
                  <a:pt x="95250" y="648004"/>
                </a:lnTo>
                <a:lnTo>
                  <a:pt x="190500" y="648004"/>
                </a:lnTo>
                <a:lnTo>
                  <a:pt x="190500" y="238125"/>
                </a:lnTo>
                <a:close/>
              </a:path>
              <a:path w="285750" h="648335">
                <a:moveTo>
                  <a:pt x="142875" y="0"/>
                </a:moveTo>
                <a:lnTo>
                  <a:pt x="0" y="285750"/>
                </a:lnTo>
                <a:lnTo>
                  <a:pt x="95250" y="285750"/>
                </a:lnTo>
                <a:lnTo>
                  <a:pt x="95250" y="238125"/>
                </a:lnTo>
                <a:lnTo>
                  <a:pt x="261937" y="238125"/>
                </a:lnTo>
                <a:lnTo>
                  <a:pt x="142875" y="0"/>
                </a:lnTo>
                <a:close/>
              </a:path>
              <a:path w="285750" h="648335">
                <a:moveTo>
                  <a:pt x="261937" y="238125"/>
                </a:moveTo>
                <a:lnTo>
                  <a:pt x="190500" y="238125"/>
                </a:lnTo>
                <a:lnTo>
                  <a:pt x="190500" y="285750"/>
                </a:lnTo>
                <a:lnTo>
                  <a:pt x="285750" y="285750"/>
                </a:lnTo>
                <a:lnTo>
                  <a:pt x="261937" y="2381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631294" y="607957"/>
            <a:ext cx="4432935" cy="4055745"/>
            <a:chOff x="631294" y="607957"/>
            <a:chExt cx="4432935" cy="40557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294" y="607957"/>
              <a:ext cx="4432598" cy="405560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65632" y="1828800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80" h="576580">
                  <a:moveTo>
                    <a:pt x="0" y="576072"/>
                  </a:moveTo>
                  <a:lnTo>
                    <a:pt x="288036" y="0"/>
                  </a:lnTo>
                  <a:lnTo>
                    <a:pt x="576072" y="576072"/>
                  </a:lnTo>
                  <a:lnTo>
                    <a:pt x="0" y="576072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29302" y="726185"/>
              <a:ext cx="285750" cy="648335"/>
            </a:xfrm>
            <a:custGeom>
              <a:avLst/>
              <a:gdLst/>
              <a:ahLst/>
              <a:cxnLst/>
              <a:rect l="l" t="t" r="r" b="b"/>
              <a:pathLst>
                <a:path w="285750" h="648335">
                  <a:moveTo>
                    <a:pt x="190500" y="238125"/>
                  </a:moveTo>
                  <a:lnTo>
                    <a:pt x="95250" y="238125"/>
                  </a:lnTo>
                  <a:lnTo>
                    <a:pt x="95250" y="647953"/>
                  </a:lnTo>
                  <a:lnTo>
                    <a:pt x="190500" y="647953"/>
                  </a:lnTo>
                  <a:lnTo>
                    <a:pt x="190500" y="238125"/>
                  </a:lnTo>
                  <a:close/>
                </a:path>
                <a:path w="285750" h="648335">
                  <a:moveTo>
                    <a:pt x="142875" y="0"/>
                  </a:moveTo>
                  <a:lnTo>
                    <a:pt x="0" y="285750"/>
                  </a:lnTo>
                  <a:lnTo>
                    <a:pt x="95250" y="285750"/>
                  </a:lnTo>
                  <a:lnTo>
                    <a:pt x="95250" y="238125"/>
                  </a:lnTo>
                  <a:lnTo>
                    <a:pt x="261937" y="238125"/>
                  </a:lnTo>
                  <a:lnTo>
                    <a:pt x="142875" y="0"/>
                  </a:lnTo>
                  <a:close/>
                </a:path>
                <a:path w="285750" h="648335">
                  <a:moveTo>
                    <a:pt x="261937" y="238125"/>
                  </a:moveTo>
                  <a:lnTo>
                    <a:pt x="190500" y="238125"/>
                  </a:lnTo>
                  <a:lnTo>
                    <a:pt x="190500" y="285750"/>
                  </a:lnTo>
                  <a:lnTo>
                    <a:pt x="285750" y="285750"/>
                  </a:lnTo>
                  <a:lnTo>
                    <a:pt x="261937" y="238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99816" y="761999"/>
              <a:ext cx="1659889" cy="3729354"/>
            </a:xfrm>
            <a:custGeom>
              <a:avLst/>
              <a:gdLst/>
              <a:ahLst/>
              <a:cxnLst/>
              <a:rect l="l" t="t" r="r" b="b"/>
              <a:pathLst>
                <a:path w="1659889" h="3729354">
                  <a:moveTo>
                    <a:pt x="1083563" y="3373247"/>
                  </a:moveTo>
                  <a:lnTo>
                    <a:pt x="1371599" y="3153156"/>
                  </a:lnTo>
                  <a:lnTo>
                    <a:pt x="1659635" y="3373247"/>
                  </a:lnTo>
                  <a:lnTo>
                    <a:pt x="1549654" y="3729228"/>
                  </a:lnTo>
                  <a:lnTo>
                    <a:pt x="1193545" y="3729228"/>
                  </a:lnTo>
                  <a:lnTo>
                    <a:pt x="1083563" y="3373247"/>
                  </a:lnTo>
                  <a:close/>
                </a:path>
                <a:path w="1659889" h="3729354">
                  <a:moveTo>
                    <a:pt x="0" y="0"/>
                  </a:moveTo>
                  <a:lnTo>
                    <a:pt x="576071" y="0"/>
                  </a:lnTo>
                  <a:lnTo>
                    <a:pt x="288035" y="288036"/>
                  </a:lnTo>
                  <a:lnTo>
                    <a:pt x="576071" y="576072"/>
                  </a:lnTo>
                  <a:lnTo>
                    <a:pt x="0" y="576072"/>
                  </a:lnTo>
                  <a:lnTo>
                    <a:pt x="288035" y="288036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89966" y="456437"/>
            <a:ext cx="4715510" cy="435864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7050">
              <a:latin typeface="Times New Roman"/>
              <a:cs typeface="Times New Roman"/>
            </a:endParaRPr>
          </a:p>
          <a:p>
            <a:pPr marR="1137920" algn="ctr">
              <a:lnSpc>
                <a:spcPct val="100000"/>
              </a:lnSpc>
            </a:pPr>
            <a:r>
              <a:rPr sz="7200" dirty="0">
                <a:solidFill>
                  <a:srgbClr val="000000"/>
                </a:solidFill>
                <a:latin typeface="Calibri"/>
                <a:cs typeface="Calibri"/>
              </a:rPr>
              <a:t>?</a:t>
            </a:r>
            <a:endParaRPr sz="7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19502" y="2782061"/>
            <a:ext cx="285750" cy="648335"/>
          </a:xfrm>
          <a:custGeom>
            <a:avLst/>
            <a:gdLst/>
            <a:ahLst/>
            <a:cxnLst/>
            <a:rect l="l" t="t" r="r" b="b"/>
            <a:pathLst>
              <a:path w="285750" h="648335">
                <a:moveTo>
                  <a:pt x="190500" y="238125"/>
                </a:moveTo>
                <a:lnTo>
                  <a:pt x="95250" y="238125"/>
                </a:lnTo>
                <a:lnTo>
                  <a:pt x="95250" y="647953"/>
                </a:lnTo>
                <a:lnTo>
                  <a:pt x="190500" y="647953"/>
                </a:lnTo>
                <a:lnTo>
                  <a:pt x="190500" y="238125"/>
                </a:lnTo>
                <a:close/>
              </a:path>
              <a:path w="285750" h="648335">
                <a:moveTo>
                  <a:pt x="142875" y="0"/>
                </a:moveTo>
                <a:lnTo>
                  <a:pt x="0" y="285750"/>
                </a:lnTo>
                <a:lnTo>
                  <a:pt x="95250" y="285750"/>
                </a:lnTo>
                <a:lnTo>
                  <a:pt x="95250" y="238125"/>
                </a:lnTo>
                <a:lnTo>
                  <a:pt x="261937" y="238125"/>
                </a:lnTo>
                <a:lnTo>
                  <a:pt x="142875" y="0"/>
                </a:lnTo>
                <a:close/>
              </a:path>
              <a:path w="285750" h="648335">
                <a:moveTo>
                  <a:pt x="261937" y="238125"/>
                </a:moveTo>
                <a:lnTo>
                  <a:pt x="190500" y="238125"/>
                </a:lnTo>
                <a:lnTo>
                  <a:pt x="190500" y="285750"/>
                </a:lnTo>
                <a:lnTo>
                  <a:pt x="285750" y="285750"/>
                </a:lnTo>
                <a:lnTo>
                  <a:pt x="261937" y="2381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88365" y="73533"/>
            <a:ext cx="16637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Problem</a:t>
            </a:r>
            <a:r>
              <a:rPr sz="20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Figure: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2729" y="5005197"/>
            <a:ext cx="17818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0000FF"/>
                </a:solidFill>
                <a:latin typeface="Calibri"/>
                <a:cs typeface="Calibri"/>
              </a:rPr>
              <a:t>Response</a:t>
            </a:r>
            <a:r>
              <a:rPr sz="2000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Calibri"/>
                <a:cs typeface="Calibri"/>
              </a:rPr>
              <a:t>Figure: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8230" y="6134811"/>
            <a:ext cx="2203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55901" y="6134811"/>
            <a:ext cx="2393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b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3478" y="6134811"/>
            <a:ext cx="1974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c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50841" y="6134811"/>
            <a:ext cx="2393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338" y="40384"/>
            <a:ext cx="12529185" cy="6781800"/>
          </a:xfrm>
          <a:custGeom>
            <a:avLst/>
            <a:gdLst/>
            <a:ahLst/>
            <a:cxnLst/>
            <a:rect l="l" t="t" r="r" b="b"/>
            <a:pathLst>
              <a:path w="12529185" h="6781800">
                <a:moveTo>
                  <a:pt x="0" y="6781800"/>
                </a:moveTo>
                <a:lnTo>
                  <a:pt x="12528804" y="6781800"/>
                </a:lnTo>
                <a:lnTo>
                  <a:pt x="12528804" y="0"/>
                </a:lnTo>
                <a:lnTo>
                  <a:pt x="0" y="0"/>
                </a:lnTo>
                <a:lnTo>
                  <a:pt x="0" y="6781800"/>
                </a:lnTo>
                <a:close/>
              </a:path>
            </a:pathLst>
          </a:custGeom>
          <a:ln w="2857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14700" y="5568696"/>
            <a:ext cx="576580" cy="576580"/>
          </a:xfrm>
          <a:custGeom>
            <a:avLst/>
            <a:gdLst/>
            <a:ahLst/>
            <a:cxnLst/>
            <a:rect l="l" t="t" r="r" b="b"/>
            <a:pathLst>
              <a:path w="576579" h="576579">
                <a:moveTo>
                  <a:pt x="0" y="576071"/>
                </a:moveTo>
                <a:lnTo>
                  <a:pt x="288036" y="0"/>
                </a:lnTo>
                <a:lnTo>
                  <a:pt x="576072" y="576071"/>
                </a:lnTo>
                <a:lnTo>
                  <a:pt x="0" y="576071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97023" y="5568696"/>
            <a:ext cx="576580" cy="576580"/>
          </a:xfrm>
          <a:custGeom>
            <a:avLst/>
            <a:gdLst/>
            <a:ahLst/>
            <a:cxnLst/>
            <a:rect l="l" t="t" r="r" b="b"/>
            <a:pathLst>
              <a:path w="576580" h="576579">
                <a:moveTo>
                  <a:pt x="0" y="220040"/>
                </a:moveTo>
                <a:lnTo>
                  <a:pt x="288036" y="0"/>
                </a:lnTo>
                <a:lnTo>
                  <a:pt x="576071" y="220040"/>
                </a:lnTo>
                <a:lnTo>
                  <a:pt x="466089" y="576071"/>
                </a:lnTo>
                <a:lnTo>
                  <a:pt x="109981" y="576071"/>
                </a:lnTo>
                <a:lnTo>
                  <a:pt x="0" y="220040"/>
                </a:lnTo>
                <a:close/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33044" y="5586984"/>
            <a:ext cx="539750" cy="539750"/>
          </a:xfrm>
          <a:custGeom>
            <a:avLst/>
            <a:gdLst/>
            <a:ahLst/>
            <a:cxnLst/>
            <a:rect l="l" t="t" r="r" b="b"/>
            <a:pathLst>
              <a:path w="539750" h="539750">
                <a:moveTo>
                  <a:pt x="0" y="0"/>
                </a:moveTo>
                <a:lnTo>
                  <a:pt x="539496" y="0"/>
                </a:lnTo>
                <a:lnTo>
                  <a:pt x="269747" y="269747"/>
                </a:lnTo>
                <a:lnTo>
                  <a:pt x="539496" y="539495"/>
                </a:lnTo>
                <a:lnTo>
                  <a:pt x="0" y="539495"/>
                </a:lnTo>
                <a:lnTo>
                  <a:pt x="269747" y="269747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57294" y="5714619"/>
            <a:ext cx="648335" cy="285750"/>
          </a:xfrm>
          <a:custGeom>
            <a:avLst/>
            <a:gdLst/>
            <a:ahLst/>
            <a:cxnLst/>
            <a:rect l="l" t="t" r="r" b="b"/>
            <a:pathLst>
              <a:path w="648335" h="285750">
                <a:moveTo>
                  <a:pt x="362203" y="0"/>
                </a:moveTo>
                <a:lnTo>
                  <a:pt x="362203" y="285749"/>
                </a:lnTo>
                <a:lnTo>
                  <a:pt x="552703" y="190499"/>
                </a:lnTo>
                <a:lnTo>
                  <a:pt x="409828" y="190499"/>
                </a:lnTo>
                <a:lnTo>
                  <a:pt x="409828" y="95249"/>
                </a:lnTo>
                <a:lnTo>
                  <a:pt x="552703" y="95249"/>
                </a:lnTo>
                <a:lnTo>
                  <a:pt x="362203" y="0"/>
                </a:lnTo>
                <a:close/>
              </a:path>
              <a:path w="648335" h="285750">
                <a:moveTo>
                  <a:pt x="362203" y="95249"/>
                </a:moveTo>
                <a:lnTo>
                  <a:pt x="0" y="95249"/>
                </a:lnTo>
                <a:lnTo>
                  <a:pt x="0" y="190499"/>
                </a:lnTo>
                <a:lnTo>
                  <a:pt x="362203" y="190499"/>
                </a:lnTo>
                <a:lnTo>
                  <a:pt x="362203" y="95249"/>
                </a:lnTo>
                <a:close/>
              </a:path>
              <a:path w="648335" h="285750">
                <a:moveTo>
                  <a:pt x="552703" y="95249"/>
                </a:moveTo>
                <a:lnTo>
                  <a:pt x="409828" y="95249"/>
                </a:lnTo>
                <a:lnTo>
                  <a:pt x="409828" y="190499"/>
                </a:lnTo>
                <a:lnTo>
                  <a:pt x="552703" y="190499"/>
                </a:lnTo>
                <a:lnTo>
                  <a:pt x="647953" y="142874"/>
                </a:lnTo>
                <a:lnTo>
                  <a:pt x="552703" y="952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631294" y="607957"/>
            <a:ext cx="4432935" cy="4055745"/>
            <a:chOff x="631294" y="607957"/>
            <a:chExt cx="4432935" cy="40557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294" y="607957"/>
              <a:ext cx="4432598" cy="405560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01012" y="2831591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80" h="576579">
                  <a:moveTo>
                    <a:pt x="0" y="576072"/>
                  </a:moveTo>
                  <a:lnTo>
                    <a:pt x="288036" y="0"/>
                  </a:lnTo>
                  <a:lnTo>
                    <a:pt x="576071" y="576072"/>
                  </a:lnTo>
                  <a:lnTo>
                    <a:pt x="0" y="576072"/>
                  </a:lnTo>
                  <a:close/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49089" y="907922"/>
              <a:ext cx="648335" cy="285750"/>
            </a:xfrm>
            <a:custGeom>
              <a:avLst/>
              <a:gdLst/>
              <a:ahLst/>
              <a:cxnLst/>
              <a:rect l="l" t="t" r="r" b="b"/>
              <a:pathLst>
                <a:path w="648335" h="285750">
                  <a:moveTo>
                    <a:pt x="362204" y="0"/>
                  </a:moveTo>
                  <a:lnTo>
                    <a:pt x="362204" y="285750"/>
                  </a:lnTo>
                  <a:lnTo>
                    <a:pt x="552704" y="190500"/>
                  </a:lnTo>
                  <a:lnTo>
                    <a:pt x="409829" y="190500"/>
                  </a:lnTo>
                  <a:lnTo>
                    <a:pt x="409829" y="95250"/>
                  </a:lnTo>
                  <a:lnTo>
                    <a:pt x="552704" y="95250"/>
                  </a:lnTo>
                  <a:lnTo>
                    <a:pt x="362204" y="0"/>
                  </a:lnTo>
                  <a:close/>
                </a:path>
                <a:path w="648335" h="285750">
                  <a:moveTo>
                    <a:pt x="362204" y="95250"/>
                  </a:moveTo>
                  <a:lnTo>
                    <a:pt x="0" y="95250"/>
                  </a:lnTo>
                  <a:lnTo>
                    <a:pt x="0" y="190500"/>
                  </a:lnTo>
                  <a:lnTo>
                    <a:pt x="362204" y="190500"/>
                  </a:lnTo>
                  <a:lnTo>
                    <a:pt x="362204" y="95250"/>
                  </a:lnTo>
                  <a:close/>
                </a:path>
                <a:path w="648335" h="285750">
                  <a:moveTo>
                    <a:pt x="552704" y="95250"/>
                  </a:moveTo>
                  <a:lnTo>
                    <a:pt x="409829" y="95250"/>
                  </a:lnTo>
                  <a:lnTo>
                    <a:pt x="409829" y="190500"/>
                  </a:lnTo>
                  <a:lnTo>
                    <a:pt x="552704" y="190500"/>
                  </a:lnTo>
                  <a:lnTo>
                    <a:pt x="647954" y="142875"/>
                  </a:lnTo>
                  <a:lnTo>
                    <a:pt x="552704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25396" y="765047"/>
              <a:ext cx="2734310" cy="1632585"/>
            </a:xfrm>
            <a:custGeom>
              <a:avLst/>
              <a:gdLst/>
              <a:ahLst/>
              <a:cxnLst/>
              <a:rect l="l" t="t" r="r" b="b"/>
              <a:pathLst>
                <a:path w="2734310" h="1632585">
                  <a:moveTo>
                    <a:pt x="0" y="220090"/>
                  </a:moveTo>
                  <a:lnTo>
                    <a:pt x="288036" y="0"/>
                  </a:lnTo>
                  <a:lnTo>
                    <a:pt x="576072" y="220090"/>
                  </a:lnTo>
                  <a:lnTo>
                    <a:pt x="466090" y="576072"/>
                  </a:lnTo>
                  <a:lnTo>
                    <a:pt x="109981" y="576072"/>
                  </a:lnTo>
                  <a:lnTo>
                    <a:pt x="0" y="220090"/>
                  </a:lnTo>
                  <a:close/>
                </a:path>
                <a:path w="2734310" h="1632585">
                  <a:moveTo>
                    <a:pt x="2157984" y="1057655"/>
                  </a:moveTo>
                  <a:lnTo>
                    <a:pt x="2734056" y="1057655"/>
                  </a:lnTo>
                  <a:lnTo>
                    <a:pt x="2446020" y="1344929"/>
                  </a:lnTo>
                  <a:lnTo>
                    <a:pt x="2734056" y="1632203"/>
                  </a:lnTo>
                  <a:lnTo>
                    <a:pt x="2157984" y="1632203"/>
                  </a:lnTo>
                  <a:lnTo>
                    <a:pt x="2446020" y="1344929"/>
                  </a:lnTo>
                  <a:lnTo>
                    <a:pt x="2157984" y="1057655"/>
                  </a:lnTo>
                  <a:close/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89966" y="456437"/>
            <a:ext cx="4715510" cy="435864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7200">
              <a:latin typeface="Times New Roman"/>
              <a:cs typeface="Times New Roman"/>
            </a:endParaRPr>
          </a:p>
          <a:p>
            <a:pPr marL="414655">
              <a:lnSpc>
                <a:spcPct val="100000"/>
              </a:lnSpc>
            </a:pPr>
            <a:r>
              <a:rPr sz="7200" dirty="0">
                <a:solidFill>
                  <a:srgbClr val="000000"/>
                </a:solidFill>
                <a:latin typeface="Calibri"/>
                <a:cs typeface="Calibri"/>
              </a:rPr>
              <a:t>?</a:t>
            </a:r>
            <a:endParaRPr sz="7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6290" y="4061078"/>
            <a:ext cx="648335" cy="285750"/>
          </a:xfrm>
          <a:custGeom>
            <a:avLst/>
            <a:gdLst/>
            <a:ahLst/>
            <a:cxnLst/>
            <a:rect l="l" t="t" r="r" b="b"/>
            <a:pathLst>
              <a:path w="648335" h="285750">
                <a:moveTo>
                  <a:pt x="362254" y="0"/>
                </a:moveTo>
                <a:lnTo>
                  <a:pt x="362254" y="285750"/>
                </a:lnTo>
                <a:lnTo>
                  <a:pt x="552720" y="190500"/>
                </a:lnTo>
                <a:lnTo>
                  <a:pt x="409879" y="190500"/>
                </a:lnTo>
                <a:lnTo>
                  <a:pt x="409879" y="95250"/>
                </a:lnTo>
                <a:lnTo>
                  <a:pt x="552720" y="95250"/>
                </a:lnTo>
                <a:lnTo>
                  <a:pt x="362254" y="0"/>
                </a:lnTo>
                <a:close/>
              </a:path>
              <a:path w="648335" h="285750">
                <a:moveTo>
                  <a:pt x="362254" y="95250"/>
                </a:moveTo>
                <a:lnTo>
                  <a:pt x="0" y="95250"/>
                </a:lnTo>
                <a:lnTo>
                  <a:pt x="0" y="190500"/>
                </a:lnTo>
                <a:lnTo>
                  <a:pt x="362254" y="190500"/>
                </a:lnTo>
                <a:lnTo>
                  <a:pt x="362254" y="95250"/>
                </a:lnTo>
                <a:close/>
              </a:path>
              <a:path w="648335" h="285750">
                <a:moveTo>
                  <a:pt x="552720" y="95250"/>
                </a:moveTo>
                <a:lnTo>
                  <a:pt x="409879" y="95250"/>
                </a:lnTo>
                <a:lnTo>
                  <a:pt x="409879" y="190500"/>
                </a:lnTo>
                <a:lnTo>
                  <a:pt x="552720" y="190500"/>
                </a:lnTo>
                <a:lnTo>
                  <a:pt x="647954" y="142875"/>
                </a:lnTo>
                <a:lnTo>
                  <a:pt x="552720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88365" y="73533"/>
            <a:ext cx="16637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Problem</a:t>
            </a:r>
            <a:r>
              <a:rPr sz="20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Figure: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2729" y="5005197"/>
            <a:ext cx="17818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0000FF"/>
                </a:solidFill>
                <a:latin typeface="Calibri"/>
                <a:cs typeface="Calibri"/>
              </a:rPr>
              <a:t>Response</a:t>
            </a:r>
            <a:r>
              <a:rPr sz="2000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Calibri"/>
                <a:cs typeface="Calibri"/>
              </a:rPr>
              <a:t>Figure: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8230" y="6134811"/>
            <a:ext cx="2203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55901" y="6134811"/>
            <a:ext cx="2393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b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3478" y="6134811"/>
            <a:ext cx="1974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c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50841" y="6134811"/>
            <a:ext cx="2393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338" y="40384"/>
            <a:ext cx="12529185" cy="6781800"/>
          </a:xfrm>
          <a:custGeom>
            <a:avLst/>
            <a:gdLst/>
            <a:ahLst/>
            <a:cxnLst/>
            <a:rect l="l" t="t" r="r" b="b"/>
            <a:pathLst>
              <a:path w="12529185" h="6781800">
                <a:moveTo>
                  <a:pt x="0" y="6781800"/>
                </a:moveTo>
                <a:lnTo>
                  <a:pt x="12528804" y="6781800"/>
                </a:lnTo>
                <a:lnTo>
                  <a:pt x="12528804" y="0"/>
                </a:lnTo>
                <a:lnTo>
                  <a:pt x="0" y="0"/>
                </a:lnTo>
                <a:lnTo>
                  <a:pt x="0" y="6781800"/>
                </a:lnTo>
                <a:close/>
              </a:path>
            </a:pathLst>
          </a:custGeom>
          <a:ln w="2857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1761</TotalTime>
  <Words>550</Words>
  <Application>Microsoft Office PowerPoint</Application>
  <PresentationFormat>Custom</PresentationFormat>
  <Paragraphs>112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 MT</vt:lpstr>
      <vt:lpstr>Calibri</vt:lpstr>
      <vt:lpstr>Calibri Light</vt:lpstr>
      <vt:lpstr>Cambria Math</vt:lpstr>
      <vt:lpstr>Times New Roman</vt:lpstr>
      <vt:lpstr>Office Theme</vt:lpstr>
      <vt:lpstr>P-&gt; Add: (number in Box 9)+(number in Box 6). Put the result in Box 3.</vt:lpstr>
      <vt:lpstr>PowerPoint Presentation</vt:lpstr>
      <vt:lpstr>PowerPoint Presentation</vt:lpstr>
      <vt:lpstr>PowerPoint Presentation</vt:lpstr>
      <vt:lpstr>PowerPoint Presentation</vt:lpstr>
      <vt:lpstr>What will be the total discount for a wholesale customer  who buys more than 50 orders but does not pay in cash?</vt:lpstr>
      <vt:lpstr>What will be the total discount for a wholesale customer  who buys more than 50 orders and pays in cash?</vt:lpstr>
      <vt:lpstr>PowerPoint Presentation</vt:lpstr>
      <vt:lpstr>   ?</vt:lpstr>
      <vt:lpstr>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Pavithra Kura</cp:lastModifiedBy>
  <cp:revision>253</cp:revision>
  <dcterms:created xsi:type="dcterms:W3CDTF">2023-10-08T13:17:37Z</dcterms:created>
  <dcterms:modified xsi:type="dcterms:W3CDTF">2025-02-05T06:53:23Z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2023-10-08T00:00:00Z</vt:filetime>
  </property>
</Properties>
</file>