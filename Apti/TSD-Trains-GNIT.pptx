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ink/ink9.xml" ContentType="application/inkml+xml"/>
  <Override PartName="/ppt/notesSlides/notesSlide9.xml" ContentType="application/vnd.openxmlformats-officedocument.presentationml.notesSlide+xml"/>
  <Override PartName="/ppt/ink/ink10.xml" ContentType="application/inkml+xml"/>
  <Override PartName="/ppt/notesSlides/notesSlide10.xml" ContentType="application/vnd.openxmlformats-officedocument.presentationml.notesSlide+xml"/>
  <Override PartName="/ppt/ink/ink11.xml" ContentType="application/inkml+xml"/>
  <Override PartName="/ppt/notesSlides/notesSlide11.xml" ContentType="application/vnd.openxmlformats-officedocument.presentationml.notesSlide+xml"/>
  <Override PartName="/ppt/ink/ink1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4" r:id="rId2"/>
    <p:sldId id="303" r:id="rId3"/>
    <p:sldId id="312" r:id="rId4"/>
    <p:sldId id="309" r:id="rId5"/>
    <p:sldId id="310" r:id="rId6"/>
    <p:sldId id="311" r:id="rId7"/>
    <p:sldId id="316" r:id="rId8"/>
    <p:sldId id="317" r:id="rId9"/>
    <p:sldId id="313" r:id="rId10"/>
    <p:sldId id="320" r:id="rId11"/>
    <p:sldId id="318" r:id="rId12"/>
    <p:sldId id="323" r:id="rId13"/>
    <p:sldId id="325" r:id="rId14"/>
    <p:sldId id="326" r:id="rId15"/>
    <p:sldId id="319" r:id="rId16"/>
    <p:sldId id="29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111" autoAdjust="0"/>
  </p:normalViewPr>
  <p:slideViewPr>
    <p:cSldViewPr>
      <p:cViewPr varScale="1">
        <p:scale>
          <a:sx n="58" d="100"/>
          <a:sy n="58" d="100"/>
        </p:scale>
        <p:origin x="217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14:19.436"/>
    </inkml:context>
    <inkml:brush xml:id="br0">
      <inkml:brushProperty name="width" value="0.05292" units="cm"/>
      <inkml:brushProperty name="height" value="0.05292" units="cm"/>
      <inkml:brushProperty name="color" value="#FF0000"/>
    </inkml:brush>
  </inkml:definitions>
  <inkml:trace contextRef="#ctx0" brushRef="#br0">6297 1994 0,'0'-79'0,"0"27"16,0-1-16,-26 1 16,26 26-16,0 78 46,0 1-30,0 52-16,0-27 16,0 27-16,0 0 15,-26 0-15,26-26 16,-27 0-16,27-27 16,0 1-16,0-1 15,0-26-15,0 0 0,27-26 16</inkml:trace>
  <inkml:trace contextRef="#ctx0" brushRef="#br0" timeOffset="314.98">6691 2046 0,'0'-26'0,"-27"26"15,-51 53-15,-1-1 16,-26 1-1,0 25-15,0-25 0,26-1 16,27-25 0,26-1-16,-1-26 15,27 26-15,53-26 32,-1 0-32,27 26 15,26 1-15,-26 25 16,0 1-16,-1-1 15,1 0-15,-27-25 16,27 25-16,-26-26 16,-1-26-1,-26 0-15,1 0 0</inkml:trace>
  <inkml:trace contextRef="#ctx0" brushRef="#br0" timeOffset="881.18">6953 2414 0,'0'-79'0,"0"27"16,0 25-1,0 1-15,0 0 0,-26 26 32,26 52-1,0 1-31,0 26 0,0-27 0,0 27 0,26-27 16,-26-25-1,0-1 1,0-52 15,0-27-15,0 1-16,-26-27 15,26 26-15,0 1 16,26 26-16,27-27 16,-27 53-16,53 0 15,-53 0-15,52 0 16,-25 53-16,-1-27 15,-25 26-15,-1 1 0,0-1 16,-26-25-16,0-1 16,0 0-16,0-52 47,0-27-47,0 1 15,0-1-15,0 1 16,0-1-16,0 27 15,26 26 17,27 0-32,-1 53 0,1-1 15,-27 1-15,27 25 16,-27-25-16,26-1 16,-25 1-16,-27-27 15,26-26-15,0 0 16</inkml:trace>
  <inkml:trace contextRef="#ctx0" brushRef="#br0" timeOffset="1070.52">7871 2440 0,'0'-52'16,"0"-27"-16,0 26 15,0 27-15,0-26 0,0 25 32,0 80-17,0 26 1,0 26-16,0 0 15,27 0-15,-1-1 16,0 1-16,0-26 16,1 0-16,-27-27 15,0 1-15,0-27 16</inkml:trace>
  <inkml:trace contextRef="#ctx0" brushRef="#br0" timeOffset="1257.91">7871 2466 0,'0'-78'16,"0"-1"-16,27 26 16,-1 27-16,0 26 15,0 0-15,1 0 16,25 53 0,-52 25-16,0-25 15,0 26-15,0-1 16,-52 1-16,-1-27 15,-26-25-15</inkml:trace>
  <inkml:trace contextRef="#ctx0" brushRef="#br0" timeOffset="1682.38">8475 1784 0,'-26'-52'15,"26"-1"-15,-26 27 16,26 0 0,0 52-1,0 26-15,0 27 0,0 0 16,0 52-16,0-26 16,0 0-16,0-26 15,0-1-15,0 1 16,0-26-16,0-27 15,0-52 17,0-27-32,0-26 15,26 1-15,0 25 16,0 1-16,27 25 16,-27 27-16,26 0 0,1 27 15,26-1 1,-27 26-16,1 1 0,-27-1 15,0 27-15,-26-26 16,0-1-16,0 1 16,-26-1-16,0-26 15</inkml:trace>
  <inkml:trace contextRef="#ctx0" brushRef="#br0" timeOffset="2011.94">10417 2466 0,'-79'-26'0,"27"26"16,-1 0-16,27 0 15,52 0 1,105 0-16,79 26 15,79-26-15,78 0 16,27 27-16,-1-27 16,1 0-16,0 0 15,-27 0-15,-52 0 16,-53 0-16,-52 0 0,-52-27 16,-80 27-16,-25 0 15,-27-26 1,-26 0-16,0 0 0,-79-27 15</inkml:trace>
  <inkml:trace contextRef="#ctx0" brushRef="#br0" timeOffset="2262.94">13749 2151 0,'-26'-26'16,"26"52"0,0 1-1,52 25-15,27-26 16,0 27-16,0-27 15,-1 0-15,-25-26 16,-1 0-16,-26 27 16,-26-1-1,-26 26 1,-26 1-16,-27-1 16,27 1-16,-1-1 15,27 1-15,26-1 16,0 1-16,0-27 15</inkml:trace>
  <inkml:trace contextRef="#ctx0" brushRef="#br0" timeOffset="2828.25">14851 2099 0,'0'-26'16,"0"78"31,0 27-47,0-27 15,0 1-15,0-27 16,0 0-16,0 1 0,0-54 47,0-25-47,0-1 0,0-25 15,0-1-15,26 53 16,1-27-16,-1 27 16,0 26-1,0 0-15,1 26 16,25 0-16,27 53 16,-27-26-16,-25 25 15,-1-25-15,0-27 0,0 0 16,-26 1-16,0-80 31,0 1-15,0-27-16,0 0 15,27 0-15,-1 27 16,26 0-16,-25 25 16,-1 27-1,-26 27 1,26 25-16,0 0 15,0 27-15,1 0 16,-1-27 0,0 1-16,0-1 0,1 1 0,-27-27 15,52-26-15,-26 0 16</inkml:trace>
  <inkml:trace contextRef="#ctx0" brushRef="#br0" timeOffset="3111.3">16216 1705 0,'26'-78'16,"-26"-1"-16,0 0 16,0 53-16,0 0 15,0-1-15,0 80 32,-26 52-32,-1 26 31,-25 0-31,26 27 0,0-1 0,-1 1 15,-25-1-15,26 1 16,-27-1-16,1-26 16,25 0-16,-25-26 15,26-26-15,26-26 16,-27-1 0,27 0-16,27-52 0,25 0 15,1-52-15</inkml:trace>
  <inkml:trace contextRef="#ctx0" brushRef="#br0" timeOffset="3394.07">16688 2388 0,'0'-53'0,"0"1"16,0 25-16,-52 54 31,-1 25-15,1 1-16,25 25 15,27-25-15,0-1 0,79 1 32,-26-1-32,-1-26 0,0 1 0,1-27 15,-27 26-15,-78-26 32,-27 0-17,0 0-15,1 0 16,25-26-1,1-1 1</inkml:trace>
  <inkml:trace contextRef="#ctx0" brushRef="#br0" timeOffset="3834.6">17055 2702 0,'0'-26'16,"53"0"-16,26 0 16,-1-27-16,1 27 15,-27-26-15,1-1 16,-1 27-16,-25-27 16,-27 27-16,0 0 15,0 0-15,-27-1 0,-25 27 16,-27 27-16,1 25 15,25 1-15,27 52 16,26-53-16,0 27 16,26-27-16,53 1 15,-1-27-15,27-26 16,-26 0-16,0-26 16,0-1-16,-27-25 15,-26 26-15,1 0 16,-27 52 15,0 26-31,0-26 0,26 27 16,26-27-16,27-26 15,0 0-15,26-26 16,0 0-16,-27-27 16,-51-25-16</inkml:trace>
  <inkml:trace contextRef="#ctx0" brushRef="#br0" timeOffset="4352.68">10364 1679 0,'-26'0'16,"52"26"-1,27 1-15,25 51 16,1-25 0,0-1-16,0 27 0,-1-27 15,-25 1-15,-1-27 16,-25 0-16,-27-78 31</inkml:trace>
  <inkml:trace contextRef="#ctx0" brushRef="#br0" timeOffset="4510.04">10837 1653 0,'-27'-26'0,"1"-1"0,0 27 31,0 27-31,-27 51 16,27 27-16,-27 0 16,1-26-16,26 26 15,-27 0 1,27 0-16,-27-26 0,27-1 15,0-51-15,0-1 16</inkml:trace>
  <inkml:trace contextRef="#ctx0" brushRef="#br0" timeOffset="5578.04">11624 971 0,'26'-53'16,"-26"27"-16,0 0 15,0-1 1,-26 27-16,0 0 0,-1 0 16,1 0-1,0 0-15,26 27 16,0-1 624,-26-26-640,26 26 16,0 27 0,0-27-16,26 0 0,26 0 15,1-26-15,-1 27 16,1-1-16,-27-26 16,0 26-16,0-26 15,-26 26 1,0 1-16,-52-1 0,-1 0 15,-25 0-15,-27-26 16,26 0-16,27 0 16,25 0-16,1-26 15,0-26-15</inkml:trace>
  <inkml:trace contextRef="#ctx0" brushRef="#br0" timeOffset="5704.03">11466 813 0,'27'0'31,"25"0"-15,27 0-16,26 0 15,0 0 1</inkml:trace>
  <inkml:trace contextRef="#ctx0" brushRef="#br0" timeOffset="5939.57">12332 393 0,'0'-26'0,"-26"-26"16,0 25 0,26 54-1,-26 25 1,-1 53-16,1 53 16,-26-1-16,25 27 15,-25-1-15,26 1 16,-27 0-16,27-1 15,-27-25-15,53-27 16,-26-26-16,26 0 0,0-53 16,0 27-1,26-53-15,1-26 0</inkml:trace>
  <inkml:trace contextRef="#ctx0" brushRef="#br0" timeOffset="6159.96">12332 1574 0,'26'-79'0,"-26"1"16,0 25-16,0 27 15,0 0-15,0 52 32,27 26-32,-27 27 0,0 26 15,0 0-15,0-26 16,0 26-16,0-26 15,0-27-15,0 27 16,0-27-16,26-26 16,0-26-16</inkml:trace>
  <inkml:trace contextRef="#ctx0" brushRef="#br0" timeOffset="6459.14">13014 1574 0,'27'-79'0,"-27"27"0,0-1 15,0 27-15,0 0 16,-27 26-16,-51 0 16,25 26-16,1 27 15,26 25-15,26 1 16,0 0-16,78-27 16,1 27-16,-27-26 15,27-1-15,-53-26 16,-26 1-16,0-1 15,-26-26-15,-53 0 0,27 0 16,0-26-16,52-27 16,0-26-16,52-26 15,79 0-15,27 0 16,-1 27-16,-26-1 16</inkml:trace>
  <inkml:trace contextRef="#ctx0" brushRef="#br0" timeOffset="7498.4">7058 5431 0,'-26'-52'16,"0"26"-16,-1-1 15,27 1-15,-26 26 16,26 26 0,0 27-1,0 26-15,0-1 16,0 1-16,0-26 15,0-27-15,0 0 16,0-78 15,0-1-31,0-26 16,26 27-16,-26-1 0,27 1 16,-27 26-16,26-1 15,0 27 1,27 27-1,-1 25-15,0-26 16,1 27-16,-1-1 16,-25-25-16,-1-1 15,0 0 1,-26-52 0,26-27-16,-26-25 15,27 25-15,-1 1 16,0 25-16,0 1 15,1 52 17,-1 27-17,0-1-15,0 27 16,1 0-16,25 0 16,-26-27-16,27 1 15,-1-1-15,1-26 16,-1-26-16</inkml:trace>
  <inkml:trace contextRef="#ctx0" brushRef="#br0" timeOffset="7782.14">8265 5143 0,'0'-105'16,"0"26"-16,-26 0 16,0 27-16,-1-1 15,27 27 1,0 79-1,0 25 1,0 80-16,0 25 0,-26 54 16,-26-1-16,-1 26 15,1 1 1,-1-1-16,-26-26 0,27-26 16,-27-52-16,27-1 15,26-52-15,-1-26 16,27-27-16,0-26 15,53-26-15,52 0 16</inkml:trace>
  <inkml:trace contextRef="#ctx0" brushRef="#br0" timeOffset="8064.72">8816 5982 0,'-26'-52'16,"0"26"-16,-1 26 31,1 0-31,0 0 0,0 26 16,-1 0-16,27 27 15,0-1-15,27 1 16,51-1-16,1 1 16,26-1-16,-26 1 0,-27-27 15,-25 0 1,-27 0-16,-53 1 15,-26-1-15,-26-26 16,27 0-16,-1 0 16,53-26-16,26-1 15</inkml:trace>
  <inkml:trace contextRef="#ctx0" brushRef="#br0" timeOffset="8411.04">9288 6324 0,'-26'0'16,"52"0"15,27-27-15,26 1-16,-1 0 15,-25 0-15,-1-27 16,-25 27-16,-1-27 15,0 27-15,-26-26 16,0-1-16,0 27 16,0 0-16,-26 26 31,-27 26-31,1 53 16,-1-27-16,27 27 15,26-27-15,0 1 16,0-1-16,53 1 15,25-27-15,27 0 16,26-26-16,-26-26 16,27-26-16</inkml:trace>
  <inkml:trace contextRef="#ctx0" brushRef="#br0" timeOffset="8584.59">10312 6061 0,'-26'-26'0,"-27"26"15,-26 0-15,1 52 16,25 1-16,1-1 15,25 1-15,27 26 16,0-27-16,0 1 16,79-27-16,26 0 15,53-26-15,-1 0 16,53-52-16,0-1 16</inkml:trace>
  <inkml:trace contextRef="#ctx0" brushRef="#br0" timeOffset="8835.61">11335 5458 0,'-157'0'0,"78"0"16,26 0-16,53 26 15,53 0-15,104 0 16,80-26-16,77 27 15,28-27-15,-1 0 16,0 0-16,26 0 16,-78 0-16,-27 0 0,-26 0 15,-78-27-15,-27 27 16,-26 0-16,-53-26 16,1 0-16</inkml:trace>
  <inkml:trace contextRef="#ctx0" brushRef="#br0" timeOffset="9118.78">14221 5195 0,'-104'0'16,"25"0"-16,26 0 15,1 26-15,52 27 0,0-1 16,26-25 0,53 25-16,26-26 0,0 1 15,-27-1-15,27-26 16,-52 0-16,-27 0 15,0 0-15,-104 0 47,-1 52-47,-26 1 16,26 26-16,1-27 16,51 27-16,1-1 15,26-25-15,0-1 16</inkml:trace>
  <inkml:trace contextRef="#ctx0" brushRef="#br0" timeOffset="9354.23">15297 5090 0,'0'-26'0,"0"52"31,0 27-15,0 25-16,0 1 0,0 0 15,0 0-15,53-1 16,-27 1-16,0-26 16,-26-27-16</inkml:trace>
  <inkml:trace contextRef="#ctx0" brushRef="#br0" timeOffset="10045.81">15665 5221 0,'-53'-26'0,"53"0"16,-26 26-16,0 0 0,-27 0 15,1 52-15,-27 1 16,27-1-16,25 27 15,27-26-15,0-1 16,0-26-16,79 27 16,0-27-16,26-26 15,0 0-15,-27 0 16,1-26-16,-26-27 16,-1 1-1,-52-1-15,0 27 0,0-26 16,0-1-16,-26 27 0,0 26 15,-1 0-15,27-26 16,0 52 0,0 0-16,0 27 15,0-1-15,0 1 16,0-1-16,27 1 16,-27-27-16,26-26 15,-26 26-15,0-52 31,0-27-31,0 1 16,26-1-16,0 1 0,1 26 16,-1-1-16,0 27 15,-26 27 17,26 25-32,-26 1 15,27-1-15,-1-26 16,26 1-16,-26-1 15,27-26 1,-1 0-16,-25 0 0,25-26 16,-26-1-16,1-25 0,-1-1 15,-26 1 1,0 26-16,0-1 0,0 80 47,0-1-47,0 1 15,0 26-15,52-27 16,1-26-16,26 1 16,-27-1-16,0-26 15</inkml:trace>
  <inkml:trace contextRef="#ctx0" brushRef="#br0" timeOffset="10266.01">16819 5589 0,'0'-53'16,"0"1"-1,0-1-15,0 1 0,0-1 0,0 27 16,-26 26-1,26-26-15,0 78 16,-26 27 0,-1 52-16,27 1 15,0-1 1,0 0-16,-26 0 0,26-26 16,-26 0-16,0-26 15,0-27-15,26-25 16,-27-27-16,1 0 0,26-79 15</inkml:trace>
  <inkml:trace contextRef="#ctx0" brushRef="#br0" timeOffset="10424.02">17003 5405 0,'26'0'0,"0"0"15,-26 53-15,0-1 31,0 27-31,0 0 0,-78-27 16,-1 1-16,-26-1 16,0-26-16,26 27 15</inkml:trace>
  <inkml:trace contextRef="#ctx0" brushRef="#br0" timeOffset="10878.87">17633 4880 0,'0'-26'0,"-27"26"15,27 26-15,0 27 0,0 26 16,0-1-16,0 1 15,0 0-15,0-27 16,0 27-16,0-53 16,0 0-16,27 1 15,-1-27 17,26-53-32,-25 27 15,25-27-15,-26 27 16,1 26-16,-27-26 15,26 52 1,26 0-16,1 27 0,-1-1 16,1-25-16,25-1 15,1-26-15,-26 0 16,25-26-16,1-27 16,-53 1-16,1-1 15,-27-26-15,0 27 16,-53 26-16,-78 0 15</inkml:trace>
  <inkml:trace contextRef="#ctx0" brushRef="#br0" timeOffset="11350.71">10784 4775 0,'53'0'16,"25"53"-1,1-1-15,52 1 0,0-1 16,1 1-16,-1-27 16,-26 27-16,-27-27 15,1-26-15,-26 0 16</inkml:trace>
  <inkml:trace contextRef="#ctx0" brushRef="#br0" timeOffset="11540.3">11598 4539 0,'-53'0'0,"27"0"16,-53 53-16,27 25 15,-1 1-15,1 26 16,-1-26-16,27 26 15,-27-26-15,1 25 16,-1-25-16,1 0 16,-27-53-16</inkml:trace>
  <inkml:trace contextRef="#ctx0" brushRef="#br0" timeOffset="11776.58">11807 4146 0,'0'-27'15,"0"54"17,27 51-17,-27-25-15,0 26 0,0-1 16,26-25-16,-26 25 15,26 1-15,0-26 16,-26-1-16</inkml:trace>
  <inkml:trace contextRef="#ctx0" brushRef="#br0" timeOffset="12153.28">12490 4146 0,'0'-53'15,"0"1"-15,0 25 16,-27 27-16,-25 0 16,26 0-16,-53 27 15,27 25-15,52-26 16,0 27-16,0-1 16,52 1-16,53-1 15,-26-25-15,26 25 16,-53-26-16,1 1 15,-53-1-15,0 0 16,-79-26 0,0 0-16,0 0 15,27 0-15,26 0 0,26-52 16,0-27-16,78 0 16,27 27-1,-26-27-15,-26 26 0,-1 27 16,-52 0-16,0 0 15,-52 26-15,-27 0 16,0 26-16,0 0 16</inkml:trace>
  <inkml:trace contextRef="#ctx0" brushRef="#br0" timeOffset="12467.16">13277 3647 0,'0'-52'16,"0"25"-1,0 1-15,-26 26 32,26 79-17,-27 52-15,-25 0 16,26 27-16,-27 25 15,1-25-15,-1 25 16,1-25-16,-27-1 0,27-25 16,25-27-16,1-27 15,0-25-15,26-1 16</inkml:trace>
  <inkml:trace contextRef="#ctx0" brushRef="#br0" timeOffset="12687.52">13382 4513 0,'26'0'32,"0"-26"-17,53 26-15,0 0 0,-1-26 16,-25 26-16,-1 0 15,1 0-15</inkml:trace>
  <inkml:trace contextRef="#ctx0" brushRef="#br0" timeOffset="13001.87">13329 4513 0,'-26'26'16,"26"27"-1,0-1-15,-26-26 16,26 27-16,0-1 16,0-25-1,0-1-15,0 0 0,0 0 16,0-52 15,0 0-31,0 0 16,26-1-1,27 1-15,25 0 16,1 26-16,0 0 0,-1 0 16,-25 26-16,-1 27 15,-52-1-15,0 1 16,0-1-16,-105 27 16,-78-27-16,-27 1 15,-53-1-15</inkml:trace>
  <inkml:trace contextRef="#ctx0" brushRef="#br0" timeOffset="24713.67">4985 12595 0,'-52'-26'0,"25"26"0,1 0 15,26 52 48,26 27-63,1 26 16,-1-27-16,0 27 15,0 0-15,-26 0 16,27-26-16,-27 26 15,0-26-15,0-1 16,0-25-16,0-1 0,0-25 16,0-1-16,0-79 47</inkml:trace>
  <inkml:trace contextRef="#ctx0" brushRef="#br0" timeOffset="25682.3">4959 12595 0,'-53'-26'0,"1"26"0,26 0 15,-1 0 1,54 0 31,25 0-32,27 0-15,26 26 16,26-26-16,26 0 16,53 0-16,27 0 15,25 0-15,53 0 16,26-26-16,53-1 15,25 27-15,27-26 0,27 26 16,25-26-16,1 26 16,-1-26-16,1 26 15,0-27-15,-1 1 16,27 0-16,-27 0 16,27-1-16,26 1 15,0 0-15,-26 0 16,0-1-16,-53 1 15,-26 0-15,0 0 16,-78 26-16,-1-26 16,-52 26-16,0 0 0,-53-27 15,1 27-15,-1 0 16,-26 0-16,0 0 16,-26 0-16,0 0 15,-26-26-15,-27 26 16,-26 0-16,-52 0 15,-26 0-15,-27 0 16,-26-26 78,0 0-63,0-1-31,0 1 16,-26 26-1,26-26 1,0 52 78,0 27-94,0-1 15,0 1-15,0-1 16,0 27-16,0-1 16,26 1-16,-26 0 15,26-27-15,-26 27 16,26-26-16,1-1 15,-27 1-15,26-27 0,0 0 16,-26 0-16,0 0 16,-79 1-1,-52-27-15</inkml:trace>
  <inkml:trace contextRef="#ctx0" brushRef="#br0" timeOffset="26771.87">10417 11493 0,'-27'0'0,"27"-26"16,0-1-16,0 1 15,27 0-15,25 0 16,-26-1-16,27 27 15,-1-26-15,-25 26 16,-1 0-16,0 26 16,0 27-16,1-27 0,-27 53 15,0-27-15,0 27 16,-53 0-16,-26-27 16,1 27-16,-27-27 15,26-25-15,0-1 16,27 0-16,-1 0 15,27-26-15,26 27 32,26-27-17,27 0-15,52 0 16,-27 0-16,27 0 0,27-27 16,-27 27-1,0-26-15,-27 26 0,-51-26 16,25 26-16,-26 0 15,0 0-15,-26-26 16</inkml:trace>
  <inkml:trace contextRef="#ctx0" brushRef="#br0" timeOffset="27433.96">11361 11571 0,'-26'0'15,"0"-26"-15,26 79 47,-26-1-31,-1 1-16,1-1 16,26 1-16,0-1 15,0 1-15,0-27 16,53 26-16,25-52 15,1 27-15,0-27 16,-27 0-16,1 0 16,-1-27-16,-26 1 0,-26-26 15,0 25-15,0-25 16,-52-1-16,-27 1 16,1 26-16,25-1 15,1 1-15,-1 26 16,53-26-16,26 26 15,53-26 1,0 26 0,26-27-16,0 27 0,-27-26 15,-25 26-15,-27 0 16,0 0-16,-26 26 31,0 27-31,-26-1 16,0 27-16,0-26 15,26-1-15,0 1 16,0-27-16,26 26 16,0-25-16,27-1 15,25-26-15,-25 0 16,26 0-16,-27 0 16,27-26-16,-27-1 0,-26-25 15,-26-1-15,0 1 16,0-27-16,0 27 15,-52-1-15,0 1 16,-1 25-16,1 1 16,25 26-16,-25 0 15,-1 0-15,1 0 16</inkml:trace>
  <inkml:trace contextRef="#ctx0" brushRef="#br0" timeOffset="28203.16">12595 11571 0,'-27'-26'0,"27"52"63,0 27-48,0-1-15,0 1 16,27-1-16,-27 1 16,26-27-16,-26 0 15,26 1 1,-26-54 31,0-25-47,0-1 0,0 1 15,0 26-15,0-27 16,0 27 0,0 0-16,0-1 0,0 1 15,26 26-15,1 0 16,-1-26-1,0 26-15,27 0 0,-1 0 16,-26 26-16,27 27 16,-1-27-16,-26 26 15,1 1-15,-1-1 16,-26-25-16,0-1 0,26 0 16,-26 0-1,0-52 48,0 0-63,-26-27 0,0 1 15,26-1-15,0 1 16,0 26-16,26-27 16,0 27-16,0 26 15,1 0 1,-1 0-16,0 0 15,27 26-15,-27 27 0,26-1 16,-25 27-16,-27 0 16,26-27-16,-26 1 15,0 25-15,-53-25 16,-25-1-16</inkml:trace>
  <inkml:trace contextRef="#ctx0" brushRef="#br0" timeOffset="36960.94">20020 9997 0,'-26'-52'0,"26"-1"16,-26 27-16,26 0 15,0 78 32,0 27-31,0 26-16,26 26 15,-26 0-15,26 0 16,1 1-16,-1-1 16,0-26-16,27 0 15,-27 0-15,0-27 16,0-25-16,1-27 15,-1 0-15,-26 1 16,26-27 0,-52-53 15,-27-26-15</inkml:trace>
  <inkml:trace contextRef="#ctx0" brushRef="#br0" timeOffset="37417.51">20283 10522 0,'-53'0'15,"-25"0"-15,25 0 16,1 0-16,25 0 16,1 26-16,0-26 0,78 0 62,53 0-46,0 0-16,53 0 0,25 0 15,54 0-15,51-26 16,1 0-16,52-1 16,-26 1-16,0 0 15,26-27-15,-26 27 16,0-26-16,26 26 15,0-27-15,-26 27 16,-53 0-16,-26 26 0,-104-27 16,-54 27-16,-52 0 15,-26-26 48,-26 26-48,0 0-15,-53 0 16,27 0 0,-1 0-16</inkml:trace>
  <inkml:trace contextRef="#ctx0" brushRef="#br0" timeOffset="37889.24">24717 9499 0,'0'-27'0,"0"1"16,0 0-16,27 26 46,-27 52-46,26 27 16,0 26-16,0 26 16,-26 0-16,27 1 15,-1-1-15,0 0 16,0-26-16,-26-26 16,27-1-16,-27 1 15,0-26-15,0-1 16,0 1-16,-53-27 15,-52-26-15</inkml:trace>
  <inkml:trace contextRef="#ctx0" brushRef="#br0" timeOffset="38502.07">20624 9000 0,'-26'-26'0,"26"0"15,0-1 1,0 80 15,0 25-15,0 1-16,0 0 15,26 0-15,0-1 16,0-25 0,-26 26-16,27-27 0,-1-26 15,0 27-15,0-53 16,1 0-16</inkml:trace>
  <inkml:trace contextRef="#ctx0" brushRef="#br0" timeOffset="39113.93">21227 9000 0,'-52'0'15,"26"0"-15,26-26 16,-26 26-16,26 26 15,-27 26 1,1 1 0,26-1-16,0 27 0,0-26 15,0-1-15,0 1 16,53-27-16,-1 0 16,-26-26-1,27 0-15,-27 0 16,0 0-16,0-26 15,-26 0-15,0-27 16,0 1-16,0-1 16,-26 1-16,0-1 15,-27 27-15,53 0 16,0-1-16,0 1 16,0 0-16,53 0 15,-1 26-15,27-26 16,0 26-16,0 0 15,-27 0-15,-26 26 16,1 26-16,-27-26 0,0 27 16,0-1-1,0 1-15,0-1 0,0 1 16,0-27-16,26 27 16,0-27-16,0-26 15,27 0-15,-1 0 16,1 0-16,-1-53 15,1 27-15,-27-53 16,-26 27-16,0-27 16,0 27-16,-26-1 15,-27 1-15,-26 26 16,53-1-16,-26 1 0,-1 26 16,27 26-16,0 1 15,26 25-15</inkml:trace>
  <inkml:trace contextRef="#ctx0" brushRef="#br0" timeOffset="39694.99">22303 9000 0,'-26'-52'15,"0"52"-15,52 26 31,0 26-15,1-26-16,-1 27 16,-26-1-16,0 1 15,0-27-15,0 0 16,0-52 31,0 0-47,-26-27 15,26-25-15,0 51 16,0-25-16,0 26 0,0 0 16,26 26-16,26 0 15,1 0-15,-1 0 16,1 26-16,-27 0 16,26 0-16,-25 27 15,-1-27-15,-26 0 16,0 0-16,0 1 15,0-54 32,0 1-47,0-26 16,0-1-16,0 27 16,26-26-16,27-1 0,-27 27 15,26 26-15,1 0 16,-1 0-16,27 0 15,-27 52-15,27 1 16,-26-1-16,-1 1 16,-52-1-16,0 1 15,0 25-15,-105-25 16,-26 26-16</inkml:trace>
  <inkml:trace contextRef="#ctx0" brushRef="#br0" timeOffset="70107.98">4801 11257 0,'-26'-27'16,"0"1"-16,26 0 15,0 78 32,0 53-47,0 0 16,0 0-16,0-26 15,0 26-15,0-26 0,0-1 16,0 1-16,0-26 16,0-1-16,0 1 15,0-1-15</inkml:trace>
  <inkml:trace contextRef="#ctx0" brushRef="#br0" timeOffset="70767.43">4539 11309 0,'0'-26'32,"53"0"-32,51 26 0,80-27 15,52 1-15,0 0 16,1 26-16,25 0 16,-26 0-16,0 26 15,-26 0-15,0 1 16,-26-1-16,26-26 15,-27 0-15,-25 0 0,-1 0 16,1-26-16,-27-1 16,-26 1-16,-53 0 15,1 26 1,-27 0-16,-26 52 47,26 1-47,-26-1 15,27 1-15,-1-1 16,0 27-16,-26-27 16,26 27-16,1-26 0,-27-1 15,26 1 1,-26-27-16,0 26 0,0-25 16,-26-1-1,-27-26-15,-26 26 16,-26-26-16,-26 0 15,-52 0 1,-1 0-16,-26-26 0,-52 26 16,-1 0-16,-52 0 15,0 26-15,1 0 16,-1 1-16,52-1 16,27 26-16,52-25 0,27 25 15,52-26 1,26 0-16,53 1 0</inkml:trace>
  <inkml:trace contextRef="#ctx0" brushRef="#br0" timeOffset="71169.63">5248 12254 0,'-79'0'16,"26"0"-16,27 0 15,0 0-15,0 26 16,26 0-16,0 27 15,26-27-15,0 26 16,27-52-16,-1 27 16,1-27-16,-1 0 15,-26 0-15,0-27 0,1 1 16,-27-26-16,0-1 16,0 1-16,-27-1 15,1 1-15,-26 26 16,26 26-16,26-27 15,-27 27-15,27 27 16,0-1-16,0 26 16</inkml:trace>
  <inkml:trace contextRef="#ctx0" brushRef="#br0" timeOffset="71434">5667 12201 0,'0'-26'0,"0"52"47,53 0-32,-27-26-15,27 0 16,-1 0-16,-26 0 16,1-26-16,-1 0 15,-26 0-15,0 0 16,0-27-16,-26 27 15,-27 26-15,27 0 0,-27 0 16,27 0-16,26 52 16,0 1-16,0-27 15</inkml:trace>
  <inkml:trace contextRef="#ctx0" brushRef="#br0" timeOffset="71679.45">6218 12175 0,'27'0'47,"-1"0"-16,0 0-31,0 0 0,1 0 16,-1 0-16,-26-26 15,0 0-15,0-1 16,0 1-1,-26 26-15,-1 0 16,1 0-16,0 26 16,26 1-16,0-1 15</inkml:trace>
  <inkml:trace contextRef="#ctx0" brushRef="#br0" timeOffset="71867.8">6664 12201 0,'27'0'31,"-1"0"-15,53 0-16,-27 0 16,27-26-16,-27 26 15,1-26-15,-27 26 16,-26-26 0</inkml:trace>
  <inkml:trace contextRef="#ctx0" brushRef="#br0" timeOffset="72636.25">20099 9866 0,'-26'-26'0</inkml:trace>
  <inkml:trace contextRef="#ctx0" brushRef="#br0" timeOffset="73270.35">19784 10706 0,'-52'0'15,"-1"0"-15,53 26 16,105-26 0,79 0-16,52 0 15,79 0-15,79 0 0,25-53 16,28 27-1,-28-26-15,27 25 0,-52 1 16,-27 0-16,1 26 16,-53-26-16,-1 26 15,-51-27-15,-27 27 16,-52 0-16,-27-26 16,-78 26-16,-27 0 15,-25-26-15,-80 26 47,-26 0-47</inkml:trace>
  <inkml:trace contextRef="#ctx0" brushRef="#br0" timeOffset="74228.45">20913 10889 0,'-27'0'0,"1"0"16,-26 0 0,-1 53-16,1-1 15,25 1-15,1-1 16,26-26-16,0 27 16,0-27-16,26-26 15,53 0-15,-26 0 16,25 0-16,-25-26 0,-1-27 15,-25 27-15,-1-53 16,-26 27-16,-26-1 16,-27 1-16,1 26 15,-27 26-15,26 0 16,27 0-16,0 52 16,0 1-16</inkml:trace>
  <inkml:trace contextRef="#ctx0" brushRef="#br0" timeOffset="74527.07">21936 10811 0,'0'-27'16,"-53"27"-16,27 0 15,0 27-15,0 25 16,26 0-16,0 1 15,52-1-15,27-25 16,-27-1-16,1-26 16,-1 0-16,1 0 15,-27-26-15,-26-27 16,0 1-16,0-1 16,0 1-16,-79-1 0,27 27 15,-27 0-15,27 26 16,25 0-16,1 0 15,26 26-15</inkml:trace>
  <inkml:trace contextRef="#ctx0" brushRef="#br0" timeOffset="74809.93">23379 10653 0,'-26'0'15,"-27"0"-15,1 26 16,-1 27-16,27-1 16,26 1-16,0-27 15,0 0-15,26 0 16,27-26-16,-1 0 16,1 0-16,-1-52 15,1 26-15,-27-27 16,0 1-16,1-1 15,-27 27-15,0-26 16,0 25-16,-27 27 0,-25 0 16,-1 0-16,27 0 15</inkml:trace>
  <inkml:trace contextRef="#ctx0" brushRef="#br0" timeOffset="75045.67">24429 10653 0,'52'0'32,"27"0"-32,0 0 0,-1-26 15,-25 26-15,-1-26 16,-52-1-16,0-25 15,0 26-15,-52-1 16,-1 1-16,-25 0 16</inkml:trace>
  <inkml:trace contextRef="#ctx0" brushRef="#br0" timeOffset="75422.25">24849 9577 0,'-27'0'16,"80"0"15,26 0-15,-1 0-1,1 27-15,-27-1 0,27 0 16,-26 0-16,-1-26 0,1 26 16,-1 1-16,1-1 15,-1 0-15,1 27 16,-53 25-16,26-25 16,-26 52-16,0 0 15,0-26-15,0-1 16,0 1-16,0-53 15,-26 27-15,-27-27 16,-52 0-16,-52 27 16,-27-27-16,-26 0 15</inkml:trace>
  <inkml:trace contextRef="#ctx0" brushRef="#br0" timeOffset="99822.7">19889 10548 0,'-26'-52'0,"26"25"15,0 1-15,0 0 16,26 0-16,1 26 16,-1 0-1,0 52-15,26 27 16,1 0-16,-27 52 15,0 0-15,-26-26 16,0 0-16,0 0 16,0-53-16,27 1 0,-1-53 15</inkml:trace>
  <inkml:trace contextRef="#ctx0" brushRef="#br0" timeOffset="136655.47">13434 10811 0,'0'-53'0,"0"1"16,0-1-16,-78 27 16,-1-27-16,-52 1 15,-1-1-15,-77 27 16,-28 0-16,-51 26 16,-27 0-16,-52 0 15,-53 52-15,-26 27 16,0 26-16,52 26 15,0 27-15,53 25 16,53 1-16,104 26 16,53 26-16,104-26 0,27 26 15,105-26-15,132-26 16,51-27-16,80 1 16,78-53-16,26-53 15,53 1-15,26-53 16,0 0-16,-26-53 15,-27-52-15,-78 0 16,-53-26-16,-78-26 16,-105-1-16,-79-52 15,-53-26-15,-52 0 16,-52-26-16,-132 25 16,-78 27-16,-53 53 0,-79 78 15,-26 27-15,0 52 16,1 0-16,25 79 15,27 25-15,26 28 16</inkml:trace>
  <inkml:trace contextRef="#ctx0" brushRef="#br0" timeOffset="137583.23">23195 7950 0,'-131'-26'16,"-79"0"-16,-52 0 15,-53 26-15,-26 26 16,-53 53-16,27 26 15,0 52-15,52 53 0,52 26 16,80 0-16,52 27 16,104-53-16,27 0 15,131-53-15,106 0 16,77-78-16,80 0 16,78-53-16,27-26 15,0-26-15,-53-79 16,-27 0-16,-77-53 15,-80-25-15,-52-27 16,-105-53-16,-105-25 16,-53-1-16,-104 1 0,-106 78 15,-78 26-15,-52 105 16,-106 53-16,-26 52 16,-52 27-16</inkml:trace>
  <inkml:trace contextRef="#ctx0" brushRef="#br0" timeOffset="138573.09">15901 14169 0,'-53'0'16,"27"-26"-16,0 26 16,26-26-16,0-1 15,52-25-15,27 26 16,26 0-16,-26-1 15,-27 27-15,1 0 16,-27 0-16,0 27 16,-26 25-16,0 27 15,0-1-15,-52-25 16,-1 26-16,-25-27 16,51 1-16,1-27 0,0-26 15,0 26 1,52-26-1,26 26-15,27 1 16,26-27-16,0 26 16,0 0-16,-26 0 15,-27 27-15,1-27 16,-53 0-16,0 0 16,0 27-16,-105-27 15,26 0-15,-52 1 16,26-1-16,0-26 15,0 0-15,26 0 16,27 0-16,-1-26 16,53-1-16,0-25 15,0-1-15,53 1 0,25 0 16</inkml:trace>
  <inkml:trace contextRef="#ctx0" brushRef="#br0" timeOffset="139138.44">17029 14222 0,'0'-27'16,"-26"27"0,26 27-1,-53 25-15,53 1 16,-52 25-16,52-25 15,0-1-15,26-25 16,27 25-16,25-26 16,1-26-16,0 0 15,0 0-15,-27 0 16,-26-26-16,-26 0 16,0-27-16,0 1 15,0-1-15,-26 1 0,0-1 16,26 1-16,0 26 15,0-1-15,0 1 16,52 0 0,1 26-1,-1 0-15,27 52 0,-27 1 16,27-1-16,-26 1 16,-1-1-16,-26 1 15,27-27-15,-27 0 16,0 1-16,1-1 15,-1-26-15,0 0 16,0-26-16,0-1 16,-26-25-16,0-1 15,0 27-15,-26-26 16,-26-1-16,-1 1 16,1 52-16,-1-27 15,27 27-15,0 0 16,0 0-1</inkml:trace>
  <inkml:trace contextRef="#ctx0" brushRef="#br0" timeOffset="139671.97">18236 14169 0,'0'-26'15,"0"52"1,26 0-1,27 27-15,-27-1 16,-26-25-16,26-1 16,-26 0-1,-26-52 17,-26-27-32,25 1 15,27-1-15,0 1 0,0-1 16,0 27-1,27 0-15,51 0 0,-25 26 16,26 0-16,-1 26 16,-25 26-1,-1 1-15,-26 26 0,1-1 16,-27-25-16,0-1 16,0-25-16,0-1 15,0-52 16,0-27-31,0-26 16,0 1-16,0-1 16,26 0-16,0 53 0,0-26 15,1 52-15,25-27 16,-26 27-16,53 27 16,-26-1-16,25 26 15,-25 27-15,-1-27 16,-25 27-1,-27 0-15,0 26 0,0-26 16,0-1-16,-79 1 16,-26-27-16</inkml:trace>
  <inkml:trace contextRef="#ctx0" brushRef="#br0" timeOffset="139939.66">16399 15612 0,'-210'27'16,"79"-1"-16,53-26 15,183 0 1,131-53 0,131 1-16,132-27 0,52 0 15,0-25-15,26 25 16,-52 0-16,-53 27 0,-131-1 15,-131 53-15,-131-26 16,-105 26-16,-184 26 16,-158 27-1</inkml:trace>
  <inkml:trace contextRef="#ctx0" brushRef="#br0" timeOffset="140159.6">15691 16085 0,'-210'52'0,"158"1"0,156-27 15,264-26-15,183-53 16,157-52-16,80-26 0,25 0 16,-52-26-16,-53 52 15,-157 0-15,-157 52 16,-184 27-16,-131 0 16,-132 26-1,-104 0-15,-27 0 16,-52 0-1,52 52 1,-26-26-16,0-26 16,-26 0-16</inkml:trace>
  <inkml:trace contextRef="#ctx0" brushRef="#br0" timeOffset="147173.34">4119 15639 0,'-26'-53'0,"0"27"16,26-27-16,0 27 15,0 52 32,-27 27-47,27 26 16,-26 52-16,0-26 16,0-26-16,26-27 15,0 27-15,0-53 16,0 26-16,0-25 15,0 25 1,52-52-16,-26 0 16</inkml:trace>
  <inkml:trace contextRef="#ctx0" brushRef="#br0" timeOffset="147691.21">4565 15612 0,'-52'-26'15,"-1"26"-15,1 0 16,26 0-16,-27 0 16,1 53-16,25 25 15,1 1-15,0 26 16,26-26-16,0-27 16,0 1-1,52-27 1,1 0-16,-1-26 0,1 0 0,-1 0 15,1-26-15,-27 0 0,-26-27 16,0 1-16,0-27 16,-26 27-16,0-27 15,-1 26 1,27 1-16,0 26 0,0-27 16,27 53-16,25-26 15,27 26-15,-27 0 16,1 0-16,25 26 15,-51 0-15,25 27 16,-26 26-16,1-27 16,25 27-1,-26-53-15,27 27 0,-1-53 16,-25 26-16,-1-26 0,26 0 16,-25 0-16,-27-26 15,26-27-15,-26-26 16,0 1-16,0 25 15,-26 1 1,-27-1 0,1 27-16,25 0 15,1 26-15,0 0 16,-27 26-16</inkml:trace>
  <inkml:trace contextRef="#ctx0" brushRef="#br0" timeOffset="148273.15">5562 15612 0,'0'27'47,"27"25"-47,-1 1 16,0-1-16,-26 1 15,0-1-15,0-26 0,-26 1 32,0-27-32,26-53 15,-27 1-15,27-27 16,0 0-16,27 0 16,-1 53-16,26 0 15,-25 0-15,25 26 16,-26 0-16,1 26 15,-1 26-15,0 27 16,-26-26-16,0 25 16,0-25-16,0-27 15,0 27-15,0-106 47,0-26-31,26 27-16,27-27 15,-1 27-15,27-1 16,-27 1-16,1 52 16,-1-27-16,-25 27 15,-1 0-15,0 27 16,0-1-16,1 26 16,-1 1-16,0-1 0,-26 1 15,0-1-15,0-25 16,0-1-1,0 26-15,0 1 0,-26-27 16</inkml:trace>
  <inkml:trace contextRef="#ctx0" brushRef="#br0" timeOffset="149075.4">8475 14510 0,'-26'-26'0,"0"0"16,26 0-16,0-1 0,26 27 15,52-26-15,1 26 16,-26 0 0,-1 0-16,1 0 0,-27 53 15,-26-1-15,0 27 16,-26-27-16,-53 27 16,0-27-16,0 1 15,27-27-15,0 0 16,25-26-16,27 27 15,27-27 1,51 0-16,53 0 16,1 0-1,25 0-15,1-27 0,-54 1 16</inkml:trace>
  <inkml:trace contextRef="#ctx0" brushRef="#br0" timeOffset="149578.47">9341 14379 0,'-53'0'16,"27"26"-16,-26 1 0,25-1 16,27 26-16,0 1 15,0-27-15,0 0 16,0 1-1,27-1-15,25 0 0,-26-26 16,27 0-16,-27 0 16,0 0-16,1-26 15,-1 0-15,0-27 16,-26 1-16,26-1 16,1 27-16,-27-27 15,52 27-15,-26 26 0,27-26 16,-1 26-16,-25 0 15,-1 0-15,0 0 16,0 26-16,0 27 16,-26-1-16,0 27 15,0-27-15,27-25 16,-27 25 0,26-26-16,26 0 0,-25-26 15,25 0-15,1 0 16,-1-26-16,-26-26 15,27-1-15,-27 1 16,-26-1-16,0 1 0,0-1 16,-26 1-1,-27 52-15,1-26 0,-1 26 16,27 0-16</inkml:trace>
  <inkml:trace contextRef="#ctx0" brushRef="#br0" timeOffset="150127.6">10784 14379 0,'-26'0'16,"26"26"-1,0 27 1,0-1-1,26 1-15,-26-1 0,0-25 16,0-1-16,0 0 16,0-78 15,0 25-31,0-51 16,0 25-16,0 1 15,26 25-15,27 1 0,-1 0 16,1 26-16,-1 0 15,-26 0-15,27 52 16,-53 1-16,26-1 16,-26 1-16,0-1 15,-26-25-15,0-1 32,-1 0-32,27-52 15,0 0 1,53-53-16,-1 26 15,53-25-15,-26 51 16,-26-25-16,25 52 16,-25 0-16,-1 0 15,-25 0-15,25 26 0,-26 0 16,0 1-16,1 25 16,-1-26-16,-26 1 15,0 25-15,-26-26 16,-27 1-16</inkml:trace>
  <inkml:trace contextRef="#ctx0" brushRef="#br0" timeOffset="150568.31">11571 13959 0,'-26'-52'0,"-26"26"0,-1-1 15,-52-25 1,-52 26-16,-1-27 16,-25 27-16,-27 0 15,0-1-15,-26 27 16,-53 0-16,0 0 16,-52 27-16,-26 25 0,-1 27 15,-25 26-15,52 26 16,78 26-16,53 1 15,105-1-15,105 27 16,53-27-16,209 1 16,132-27-16,78-26 15,106-26-15,-1-27 16,53-52-16,-27 0 16,1-52-16,-80-53 15,-25 0-15,-105-53 16,-106-25-16,-104-1 0,-132 0 15,-52 1 1,-183 25-16,-132 27 0,-105 52 16,-105 27-16,-105 52 15,-26 0-15</inkml:trace>
  <inkml:trace contextRef="#ctx0" brushRef="#br0" timeOffset="151370.88">5956 15350 0,'52'-52'16,"27"-1"-16,-53 1 15,-26-1-15,0 1 16,-52 25-16,-105-25 15,-53 26-15,-79-1 16,-78 27-16,-53 0 16,-79 79-16,-26 26 0,-26 26 15,53 79-15,26 0 16,130 26-16,80-26 16,183 0-16,79 0 15,79-26-15,236-53 16,131 0-16,105-52 15,131-53-15,27-26 16,25-79-16,1-52 16,-53-26-16,-104-27 15,-132-26-15,-158-26 0,-183-26 16,-183 25-16,-237 1 16,-236 79-16,-158 52 15,-183 52-15</inkml:trace>
  <inkml:trace contextRef="#ctx0" brushRef="#br0" timeOffset="154411.81">7845 16898 0,'-52'0'0,"26"0"15,-1 0-15,27-26 16,53-27-16,25 27 15,27-26-15,0 52 16,-52-27-16,-27 27 16,0 0-16,-26 27 15,0-1 1,0 26-16,-26 1 16,-26-1-16,25 1 15,27-27-15,0 0 16,0 1-16,0 25 15,79-26-15,-26 1 16,25-1-16,-25 0 0,-1 0 16,-25-26-1,-27 26 1,-79-26 0,-26 27-16,-53-27 15,27 26-15,0-26 16,52 0-16,27 0 15,26 0-15,52-53 32</inkml:trace>
  <inkml:trace contextRef="#ctx0" brushRef="#br0" timeOffset="154976.7">8790 16819 0,'0'-26'0,"0"0"31,-26 52 0,-1 0-31,1 27 16,26-1-16,0 1 16,0-1-16,0-25 15,26-1-15,1 0 0,-1-26 16,0 0 15,-26-52-15,26-1-1,1-26-15,-1 27 16,26-1-16,-25 27 16,25 0-16,-26 0 15,1 26-15,-1 0 16,0 26-1,0 26-15,0 1 16,27-27-16,-27 27 16,0-27-16,1 0 0,-1 0 15,26-26-15,-25 27 16,25-27-16,1 0 16,-27 0-16,26-27 15,-52-25-15,27 26 16,-27-27-16,0 27 15,-27-27-15,-25 27 16,-1-26-16,1 52 16,-1-27-16,27 27 15,0-26-15,0 26 16,-1 0-16,27 26 16,0 1-16,0-1 0</inkml:trace>
  <inkml:trace contextRef="#ctx0" brushRef="#br0" timeOffset="155574.34">9735 16662 0,'26'26'47,"0"0"-47,0 27 0,-26-1 16,26-25-16,-26-1 15,0 0 1,0-52 31,0-27-47,0 1 16,0-1-16,0 1 15,27 26-15,-1 0 16,26 26-16,-25 0 15,-1 0-15,26 26 16,-25 0-16,-1 26 16,0-25-16,0-1 0,-26 0 15,27 0-15,-27-78 63,0-1-48,0 1-15,26 0 16,0 25-16,-26 1 16,26 26-16,1 0 15,25 26 1,-26 27-16,27-27 16,-27 26-1,26-25-15,-25-1 0,-27 0 16,26 0-16,0-26 15,0 0 17,1-26-17,-1-26-15,26-27 16,1 0-16</inkml:trace>
  <inkml:trace contextRef="#ctx0" brushRef="#br0" timeOffset="155982.91">10889 16190 0,'-26'-53'0,"-53"27"15,0-27-15,-26 1 16,0 0-16,-26 25 16,-26-25-16,-27 26 15,-52 26-15,0 0 16,-79 0-16,-26 26 16,-27 26-16,1 53 15,-26 0-15,51 26 16,28 53-16,51 0 15,27 26-15,105-27 16,78 27-16,53-26 0,105-27 16,131 1-16,106-27 15,77-52-15,80-1 16,52-51-16,26-27 16,1 0-16,-27-79 15,-79-26-15,-79 0 16,-51-52-16,-133-1 15,-104-52-15,-52 0 16,-53 0-16,-158 27 16,-51 25-16,-54 27 15,-52 52-15,27 27 16,-1 26-16,27 26 0,25 26 16,28 26-1,25 27-15</inkml:trace>
  <inkml:trace contextRef="#ctx0" brushRef="#br0" timeOffset="156187.29">10705 18210 0,'-52'26'62,"-1"-26"-62,1 0 16,-1 0-16</inkml:trace>
  <inkml:trace contextRef="#ctx0" brushRef="#br0" timeOffset="156517.91">8790 18630 0,'-289'26'0,"27"-26"15,78 26-15,79-26 16,158-52-16,209-1 16,105 1-16,158-27 15,26 1-15,27-1 16,-1 0-16,-26 27 31,-79-1-31,-104 1 0,-132 25 0,-131 27 16,-289 27-1,-131 51-15</inkml:trace>
  <inkml:trace contextRef="#ctx0" brushRef="#br0" timeOffset="156658.84">8344 18840 0,'-263'26'0,"132"0"0,131 1 16,210-27-16,157 0 15,185-79-15,51 0 16,79 0-16,-26 1 15,-105-27-15,-78 26 16,-159 27-16,-104-1 16</inkml:trace>
  <inkml:trace contextRef="#ctx0" brushRef="#br0" timeOffset="156800.29">12017 18814 0,'-26'0'16,"0"26"-16,26-52 47,0-1-32,-26-25-15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18:56.962"/>
    </inkml:context>
    <inkml:brush xml:id="br0">
      <inkml:brushProperty name="width" value="0.05292" units="cm"/>
      <inkml:brushProperty name="height" value="0.05292" units="cm"/>
      <inkml:brushProperty name="color" value="#FF0000"/>
    </inkml:brush>
  </inkml:definitions>
  <inkml:trace contextRef="#ctx0" brushRef="#br0">13933 1469 0,'0'-26'16,"0"0"-16,0-1 0,0 1 15,0 0-15,0 0 16,-26 0-1,-1 26-15,1 0 16,-26 0-16,-1 0 16,-26 0-16,27 0 15,-27 52-15,27-26 16,-1 0-16,27 27 16,0-1-16,26 1 15,0-1-15,0 1 16,0-1-16,52 1 15,27-27-15,26 27 0,0-27 16,0 0-16,-26 0 16,26-26-16,-27 27 15,-25-1-15,-27-26 16,-26 26-16,0 0 16,0 0-1,-52-26-15,-53 27 16,0-27-16,0 0 15,0 0-15,26 0 0,0 0 16,1-53 0,25 27-16</inkml:trace>
  <inkml:trace contextRef="#ctx0" brushRef="#br0" timeOffset="2288.6">21437 3201 0,'-52'0'0,"-1"0"16,27 0-16,0 0 16,52 0-1,79 0 1,0 0-16,53 0 15,-27 0-15,26 0 16,-26 0 0,27-26-16,-27 26 0,-26-26 0,-26 26 15,-1-27-15,-78 1 16</inkml:trace>
  <inkml:trace contextRef="#ctx0" brushRef="#br0" timeOffset="2809.04">22251 1679 0,'0'-26'0,"-26"26"47,26 26-15,0 27-32,0-1 15,0 1-15,0-27 16,0 26-16,0-25 0,0 25 15,26-26-15,-26 0 16,0 1 0,0-1-16,0 0 15,0 0 1,-53-26-16,1 0 16</inkml:trace>
  <inkml:trace contextRef="#ctx0" brushRef="#br0" timeOffset="3172.48">21700 1863 0,'0'-26'16,"0"-1"0,0 1-1,0 0 1,52 0-16,1 26 15,-1-27-15,1 27 16,25 0-16,-25 0 16,26 0-16,-1 0 15,1 0-15,-26-26 16,25 26-16,-51 0 0,25 0 16,-26 0-1,0 0-15</inkml:trace>
  <inkml:trace contextRef="#ctx0" brushRef="#br0" timeOffset="4502.59">7871 4539 0,'-157'0'0,"0"0"15,52 26-15,52-26 16,27 0-16,183 0 16,53 0-1,158 0-15,104-26 16,53 0-16,26-26 15,52 25-15,27 1 16,-26 0-16,-27-27 16,-26 27-16,-26 0 15,-53-27-15,-26 27 16,-105 0-16,-52 0 16,-79-1-16,-79 1 15,-52 26-15,-53 0 16,-26-26-16,-26 26 15,-79 0-15,-27 26 16</inkml:trace>
  <inkml:trace contextRef="#ctx0" brushRef="#br0" timeOffset="6841.27">9393 6455 0,'-26'-26'0,"26"52"78,0 52-78,0 1 16,0 52-16,0-26 16,-26-26-16,26 26 15,0-26-15,0-1 16,0-25-16,0-1 0,0-25 16,26-54 15,-26-25-31</inkml:trace>
  <inkml:trace contextRef="#ctx0" brushRef="#br0" timeOffset="7265.59">9367 6638 0,'-26'-26'15,"0"26"-15,-1 0 16,27-26-1,27 26 17,51 0-17,1 26-15,52 0 16,-26 1-16,-26-1 16,26 26-16,-26-25 15,-27 25-15,1 1 16,-1-1-16,-26-26 15,1 27-15,-27-27 16,0 0-16,0 27 0,-27-27 16,-51 0-1,-1 27-15,-52-27 0,26 26 16,-26-25-16,26-1 16,0 0-16,26 0 15,26-26-15,106 0 31,52 0-15,26-26-16</inkml:trace>
  <inkml:trace contextRef="#ctx0" brushRef="#br0" timeOffset="7564.25">11151 6927 0,'-26'0'0,"52"0"46,79 26-46,0-26 16,0 0-16,-26 0 16,0 0-16,-53 0 15,26-26-15,-25 26 16,-1 0-16,0 0 16</inkml:trace>
  <inkml:trace contextRef="#ctx0" brushRef="#br0" timeOffset="7769.08">11099 7216 0,'-26'0'0,"78"0"31,53 0-15,0 0-16,26-27 15,1 1-15,-28 0 16,1 0-16</inkml:trace>
  <inkml:trace contextRef="#ctx0" brushRef="#br0" timeOffset="8209.03">12936 6770 0,'0'-27'16,"-26"1"-16,26 0 16,-27 26-1,1-26-15,0 26 16,-27 0-16,1 0 15,26 26-15,-27 0 16,1 27-16,52-1 16,0 1-16,0-27 15,26 26-15,26 1 16,27-27-16,26 0 16,-26 1-1,26-1-15,-53 0 0,27 0 16,-53 0-16,0 1 15,-26-1-15,0 0 0,0 0 16,-26 1-16,-26-27 16,-27 26-16,0-26 15,1 0 1,-27 0-16,26 0 0,26 0 16,1 0-16,26-26 15,26-1-15</inkml:trace>
  <inkml:trace contextRef="#ctx0" brushRef="#br0" timeOffset="8508.59">14038 6770 0,'0'-27'16,"-26"80"46,-1-1-62,-25 27 16,26 0-16,-1 0 16,1-27-16,0 0 0,-27 1 15,27-1 1,0-25-16,0-1 0,-27-26 31,27 0-31,-27 0 0</inkml:trace>
  <inkml:trace contextRef="#ctx0" brushRef="#br0" timeOffset="8697.44">13513 6901 0,'0'-26'16,"26"26"-1,27 26 1,52 0-16,0 0 16,0 27-16,0-1 15,0 1-15,-27-27 16,1 26-16,0-25 16,-27-1-16,1 0 15,-27-26-15</inkml:trace>
  <inkml:trace contextRef="#ctx0" brushRef="#br0" timeOffset="8980.89">15140 6743 0,'0'-52'0,"0"26"16,0-1-16,0 1 15,0 52 16,26 27-15,0 26-16,27 26 16,-27-27-16,0 1 0,1 0 15,-1-1 1,0-25-16,0-1 0,-26-25 16,0-1-16,-52-52 46</inkml:trace>
  <inkml:trace contextRef="#ctx0" brushRef="#br0" timeOffset="9224.01">14773 6665 0,'0'-27'15,"26"1"-15,52 26 0,27-26 16,0 26-16,27 0 15,-1 0-15,-26 0 16,0 0-16,0 0 16,-27 0-16,1 0 15,-26 0-15,-27 0 16,0 0-16,-78 26 47</inkml:trace>
  <inkml:trace contextRef="#ctx0" brushRef="#br0" timeOffset="9940.27">10023 8974 0,'-52'-53'0,"25"1"16,1 26-16,26-1 16,0 80 46,0 52-62,53 0 16,-27 0-16,0 0 15,0-27-15,27 1 16,-53 0-16,26-27 0,0 1 16,-26-27-16,27-26 15,-27-52 17</inkml:trace>
  <inkml:trace contextRef="#ctx0" brushRef="#br0" timeOffset="10238.78">9944 9184 0,'-52'-53'0,"26"27"16,26 0-16,0-1 15,0 1-15,0 0 0,78 26 16,1 0 0,26 0-1,0 26-15,26 0 0,0 53 16,-26-26-16,-26-1 15,-26 1-15,-1-1 16,-26-26-16,1 27 16,-27-27-16,-27 27 15,-51-1-15,-27 1 16,-27-1-16,1-26 16,0 27-16,52-27 15,1 0-15,51-26 0,80 0 31,26-26-31</inkml:trace>
  <inkml:trace contextRef="#ctx0" brushRef="#br0" timeOffset="10538.22">11466 9551 0,'79'0'31,"0"0"-31,26 0 16,0 0-16,0 0 15,-27 0-15,-25 0 16,-1 0-16,-25 0 15,-80 0 32</inkml:trace>
  <inkml:trace contextRef="#ctx0" brushRef="#br0" timeOffset="11263.35">11702 9708 0,'0'27'16,"53"-27"46,26 0-62,-27 0 16,27 0-16,-27 0 16,27 0-16,-26 0 0,-1-27 31,1 27-31,-1-26 0,-26 26 0,0 0 31,-26-26 469,27 26-500,-27-26 16</inkml:trace>
  <inkml:trace contextRef="#ctx0" brushRef="#br0" timeOffset="11828.14">13828 9052 0,'-26'-26'15,"-1"26"1,27-26-16,-26 26 15,0 0-15,0 0 0,-27 0 16,1 26-16,-27 0 16,27 27-16,-27 26 15,26-27-15,27 27 16,26-27-16,0 27 16,0-26-16,0-1 15,79 1-15,0-27 16,-1 0-16,27 0 15,-26-26-15,-27 0 16,1 0-16,-27 0 16,0 0-16,1-26 15,-27 0-15,0 0 0,0-27 16,0 27-16,0-27 16,0 27-16,-27 0 15,1 0-15,-26 26 16,-1 0-16,27 0 15,-27 0-15,1 26 16,-1 0-16,1 27 16,26-27-16,26 0 15,0 27-15,0-27 16,0 0-16,52-26 0,1 26 16,25-26-16,-25 0 15</inkml:trace>
  <inkml:trace contextRef="#ctx0" brushRef="#br0" timeOffset="12284.47">14221 9184 0,'0'-27'0,"0"1"15,0 79 32,-26-1-31,26 1-16,0-1 15,0-26-15,0 27 16,26-27-16,1 27 16,25-27-16,-26-26 15,1 26-15,25-26 16,-26 0-16,27 0 15,-27 0-15,0 0 16,1 0-16,-1-26 0,-26 0 16,26-27-16,-26 27 15,0 0-15,0-27 16,0 1-16,-26 25 16,0-25-16,-1-1 15,-25 27-15,26 0 16,-1 26-16,-25 0 15,-1 0-15,27 0 16,-53 0-16,53 26 16,-26 0-16,52 1 15</inkml:trace>
  <inkml:trace contextRef="#ctx0" brushRef="#br0" timeOffset="12665.12">15087 9052 0,'-26'0'0,"0"0"16,52 0 31,53 53-47,0-1 15,-1 1-15,27-1 16,0 1-16,-26-1 16,0 1-16,-27-27 15,1 27-15,-1-27 16,-26-26-16,-26 26 15,0-52 32</inkml:trace>
  <inkml:trace contextRef="#ctx0" brushRef="#br0" timeOffset="13213.76">15586 9105 0,'-26'-26'0,"26"-1"16,-27 27-16,27-26 0,-26 79 47,0 25-47,-26 1 16,25 0-16,1 26 15,-26-26-15,25 26 16,-25-27-1,26-25-15,-1-1 0,1 1 16,0-27-16,26 0 16,0 0-1,0-52 298</inkml:trace>
  <inkml:trace contextRef="#ctx0" brushRef="#br0" timeOffset="15222.65">6717 4356 0,'0'-27'0,"52"27"32,1 0-32,26 0 15,-1 27-15,1 25 16,-26 27-16,-1 26 16,-26 0-16,0 26 15,-26 0-15,27-26 16,-27 26-16,0-26 15,0 26-15,0 1 16,0-1-16,0 0 16,0 0-16,0 0 15,26 1-15,0-1 16,27-26-16,-1 0 0,-26-27 16,27-25-16,-53-1 15,26-25-15,0-27 16,-26 26 15,-26 0-15,-26 0-16,-53 27 15,-27 26-15,28 26 16,-28-1-16,27 28 16,53-27-16,-1 26 15,53 0-15,0 26 16,0-25-16,105 25 0,-26 1 15,26-1-15,0 0 16,-26 1-16,-1-27 16,-51 0-16,-1 0 15,-26-26-15,0-26 16,-79 26 0,-52 0-16,-26-26 0,-27 26 15,-26-53-15,26 1 16</inkml:trace>
  <inkml:trace contextRef="#ctx0" brushRef="#br0" timeOffset="18837.55">17029 8554 0,'-52'-26'16,"25"-1"-16,-25 27 0,26-26 15,-1 26-15,1 0 16,0 0-16,-27 26 16,27 1-16,0-1 15,0 26-15,26-25 16,0-1-16,26 26 16,53 1-16,-1-27 15,-25 27-15,26-27 16,-1 26-16,-25-25 15,-1-1-15,-25 0 0,-27 0 32,0 0-32,0 27 0,-53-27 0,-26 0 31,-26 1-31,0-1 16,27-26-16,-1 0 15,0 0-15,27-26 16,26-53-16</inkml:trace>
  <inkml:trace contextRef="#ctx0" brushRef="#br0" timeOffset="19042.39">16504 8475 0,'-26'0'15,"26"-26"1,53 26-1,78 0-15,0-26 16,26 26-16,-25 0 16,-27-27-16,-27 27 15,1 0-15,-27 0 0,-25 0 16,-27 27-16</inkml:trace>
  <inkml:trace contextRef="#ctx0" brushRef="#br0" timeOffset="19309.82">15980 9656 0,'78'0'31,"106"-26"-31,26 0 0,52-1 15,-26-25-15,27 52 16,-1-26-16,-78-1 16,-27 27-16,-52 0 15,-52 0-15,-79 0 32,-79 0-32,0 27 15</inkml:trace>
  <inkml:trace contextRef="#ctx0" brushRef="#br0" timeOffset="19593.95">16977 9735 0,'-27'0'0,"27"-27"15,0 54 17,0 25-32,53 27 0,-27 26 15,0-26 1,27-1-16,-53 1 0,26-26 16,-26 25-16,26-25 15,-26-27-15,0 0 16,27 0-16</inkml:trace>
  <inkml:trace contextRef="#ctx0" brushRef="#br0" timeOffset="20034.66">17554 9866 0,'-53'-26'0,"27"26"15,-26 0-15,25 0 16,1 0-16,26 26 16,0 0-16,0 27 15,0-1-15,79 1 16,0-1-16,26 1 16,0-1-16,-53-26 0,1 1 15,-27-1 1,-26 0-16,0 0 0,0 0 15,-79-26-15,0 27 16,1-27-16,25 0 16,1 0-16,52-53 31,78 1-15,-25-27-16,26 27 15,-27-27-15,1 0 16,-53 0-16,0 27 15,0-1-15,0 27 16,-53 0-16,1 0 16,-1-1-16,1 27 0,25 0 15,-25 0-15</inkml:trace>
  <inkml:trace contextRef="#ctx0" brushRef="#br0" timeOffset="20333.38">18551 9052 0,'26'0'31,"53"0"-15,0 0-16,-1 53 16,27-27-16,-26 27 15,0-1-15,-27 1 16,27-27-16,-53 26 0,27-25 16,-27-27-16</inkml:trace>
  <inkml:trace contextRef="#ctx0" brushRef="#br0" timeOffset="20553.32">19155 8895 0,'-27'0'16,"27"-26"0,-26 52 15,-26 27-31,-1 25 0,27 1 31,-27-27-31,1 27 0,-1 0 0,27-27 16,-26 1-16,-1-1 15,27 1-15,-26-1 16,-1-25-16</inkml:trace>
  <inkml:trace contextRef="#ctx0" brushRef="#br0" timeOffset="23264.81">20519 8816 0,'0'-26'0,"0"0"0,0 0 16,-26-1-16,0 1 16,-1 0-16,-25 0 15,26 26-15,-53 0 16,0 0-16,-26 0 15,0 26-15,0 0 16,27 27-16,51-27 16,27 26-16,0-25 15,0-1-15,79 0 0,0 0 16,26-26 0,0 0-16,-27 0 0,1-26 15,0 0-15,-53 0 16,27-1-16,-53 1 15,26 0-15,-26 0 16,0-1-16,0 1 16,-26 0 15,26 52 141,0 27-157,26 25-15,0-25 0,0 26 16,0-27 0,-26 27-16,27-27 0,-27-26 15,26 27-15,-26-27 16,0 0-16,26-26 16,-26 27 30,0-54 1345,0 1-1375,0 0-16</inkml:trace>
  <inkml:trace contextRef="#ctx0" brushRef="#br0" timeOffset="24688">21227 7924 0,'27'-52'16,"-27"25"-16,-27 80 31,-77 52-15,-54 52-16,-26 1 0,-26 52 15,1-27-15,-28 54 16,-25-28-16,-27 1 16</inkml:trace>
  <inkml:trace contextRef="#ctx0" brushRef="#br0" timeOffset="25045.71">18210 9945 0,'105'-79'15,"-26"26"-15,-27 27 16,1 0-16,-53 0 16,-132 78 15,-25 53-31,-79 0 0,-27 53 15,27-27-15,-26 26 16,52-26-16,0-26 16,53 0-16,52-26 15,52 0-15,53-53 16</inkml:trace>
  <inkml:trace contextRef="#ctx0" brushRef="#br0" timeOffset="25532.66">18813 10522 0,'-52'0'0,"26"0"16,26-26 0,0-1-1,0 1-15,26 0 16,26 0-16,1-1 16,-1 27-16,1 0 0,-1 0 15,1 27-15,-27 51 16,0-25-16,1 26 15,-27-1-15,0 1 16,-27-26-16,1-1 16,-26 0-16,-1-25 15,27-1-15,-27-26 16,27 0-16,0 26 16,78-52 30,53 0-46,0-1 16,27 1-16,-28 0 16,28 0-16,-27 0 15,0-1-15,-27 1 16</inkml:trace>
  <inkml:trace contextRef="#ctx0" brushRef="#br0" timeOffset="25792.06">19837 10050 0,'-26'0'0,"-1"0"16,-25 0 0,-27 52-16,-26 53 15,-26 0-15,0 52 16,0-25-16,-1-1 15,-25 26-15,26-26 16,-27 1-16,27-27 16,-26 26-16,25-52 15,-25-1-15</inkml:trace>
  <inkml:trace contextRef="#ctx0" brushRef="#br0" timeOffset="26364.6">14117 8764 0,'-27'105'16,"-78"0"-16,0 52 15,-26-26-15,0 27 0,-26-27 32,25 26-32,-25-25 0,26-27 0,26 0 15,0 0-15,0-53 16,26 27-16,27-53 15,-1 0-15,1-26 16</inkml:trace>
  <inkml:trace contextRef="#ctx0" brushRef="#br0" timeOffset="26894.55">12857 8554 0,'0'-26'16,"0"-1"-16,0 1 15,26-26-15,53-1 16,26 27-1,-26 0-15,-27 0 0,1 26 0,-27 0 16,0 0 0,-26 26-16,0 26 0,0-26 15,0 27-15,-26-1 16,-27-25-16,1-1 16,26 0-16,26 0 15,0 1 1,26-1-1,26-26-15,27 26 16,26 0-16,-52 27 16,25-27-16,-52 0 15,1 1-15,-27-1 16,-27 0 0,-51 0-16,-1 1 15,0-27-15,1 0 0,-1 0 16,26 0-16,27 0 15,-26 0-15,52-27 16,0 1-16</inkml:trace>
  <inkml:trace contextRef="#ctx0" brushRef="#br0" timeOffset="27275.15">13775 8370 0,'0'-26'15,"-26"26"17,26 26-17,-26 27 1,26 25-16,0-25 16,0-1-16,0 1 15,0-27-15,26 0 16,27 1-1,-27-1-15,26-26 0,1 0 32,-27 0-32,27-26 0,-27-1 0,26-25 15,-25 26-15,-1-27 0,-26 1 16,0-1-16,0 1 16,-53-1-16,1 1 31,-27 26-31,53 26 15,-27-27-15,27 27 16,0 0-16,-27 0 16,27 53-16,-53-27 15</inkml:trace>
  <inkml:trace contextRef="#ctx0" brushRef="#br0" timeOffset="28013.89">11073 12437 0,'-27'-52'0,"1"-1"16,0 27-16,26 0 15,0 52 32,0 27-47,52 25 16,-25 1-16,-1 0 0,0 0 15,0-27 1,27 27-16,-53-27 0,26 1 16,0-53-16</inkml:trace>
  <inkml:trace contextRef="#ctx0" brushRef="#br0" timeOffset="28313.58">10942 12385 0,'-53'-53'0,"27"53"16,0-26-16,26 0 16,78 26-1,53 0-15,27 0 0,26 26 16,-27 0-16,0 53 16,-25-26-16,-27 25 15,-27-25 1,-51-1-16,-27 1 0,0-1 15,-79 1-15,-52-1 16,-1 1-16,1-1 16,0-26-16,0 27 15,52-53-15,0 26 16,53-26-16</inkml:trace>
  <inkml:trace contextRef="#ctx0" brushRef="#br0" timeOffset="28518.08">13093 12831 0,'0'-26'16,"0"0"15,79 26-31,26 0 15,26-27-15,-26 27 16,0-26 0,-53 26-16</inkml:trace>
  <inkml:trace contextRef="#ctx0" brushRef="#br0" timeOffset="28675.32">13251 12988 0,'-27'27'0,"1"-27"15,52 0 1,53 0 0,52-27-16,53 1 15,-27-26-15,1 25 16</inkml:trace>
  <inkml:trace contextRef="#ctx0" brushRef="#br0" timeOffset="29146.27">14720 12490 0,'-26'0'0,"0"-26"15,26-1-15,0 80 78,0-1-78,26 27 16,0-26-16,0-1 0,1 27 16,-27-27-16,26-26 15,0 27-15,-26-27 16,26 0-1,-26-52 126,0 0-141,0 0 16</inkml:trace>
  <inkml:trace contextRef="#ctx0" brushRef="#br0" timeOffset="29366.31">15166 12621 0,'53'0'15,"-1"0"-15,27-26 0,26 26 16,0-26 0,26-1-16,-52 27 0,-1-26 15,-25 26-15,-27 0 16,0 0-16</inkml:trace>
  <inkml:trace contextRef="#ctx0" brushRef="#br0" timeOffset="29823.1">15455 12516 0,'-26'0'0,"-1"0"0,27 26 15,-26-26-15,0 27 16,26-1-16,-26 0 15,26 27-15,0-27 16,0 26 0,0 1-16,0-1 0,0 1 15,0-1-15,0-26 16,0 1-16,-27-27 16,27 26-1,0-52 32,0-1-47,0 1 16,0-26-16,53 25 15,-1 1-15,1 0 16,25 0-16,1 26 16,-26-26-16,-1 26 15,1 0-15,-1 26 16,1 0-16,-27 0 15,-26 27-15,0-27 16,0 26-16,0-25 0,-26 25 16,-1-26-16,-25 1 15,26-27-15,-27 26 16,1-26 0</inkml:trace>
  <inkml:trace contextRef="#ctx0" brushRef="#br0" timeOffset="30216.2">16399 12490 0,'-26'0'16,"0"26"15,0 0-16,-1 53-15,1-26 16,26-1-16,0 27 16,0-27-16,0 1 15,0-1-15,26-26 16,1 1-16,25-1 16,1-26-16,-1 0 15,27 0-15,0 0 16,-1-26-16,-25-27 15,25 27-15,-25-27 0,-27-25 16,-26 25-16,0 1 16,0-27-16,0 27 15,-52-1-15,25 27 16,-25 0-16,-1-1 16,1 27-16,0 0 15,-53 0-15,0 0 16,0 27-16</inkml:trace>
  <inkml:trace contextRef="#ctx0" brushRef="#br0" timeOffset="31127.26">2492 7583 0,'0'-26'0,"-26"26"15,-53 26 1,-52 53-16,0 26 16,-53 78-16,27 1 15,-1 0-15,1 52 16,0-26-16,-1 0 16,53-27-16,0-25 0,53-27 15,-1-26 1,53-52-16,0-1 0,0-26 15,26-26 1</inkml:trace>
  <inkml:trace contextRef="#ctx0" brushRef="#br0" timeOffset="31350.48">2545 7609 0,'52'-52'15,"-52"-1"-15,27 53 16,-54 53 0,-78 78-16,-52 53 15,-53 26-15,-26 26 16,0 0-16,0 0 16,52 0-16,0 0 15,53-52-15,26-26 16,53-27-16,25-26 15,27-53-15</inkml:trace>
  <inkml:trace contextRef="#ctx0" brushRef="#br0" timeOffset="31678.71">1364 9131 0,'-79'26'0,"27"-26"15,26 0-15,157 0 16,131 0 0,106-52-16,78-1 15,78 1-15,27-27 16,27 27-16,-27-1 15,-53 1 1,-25-1-16,-80 27 0,-104 0 16,-79 0-1,-158 26-15</inkml:trace>
  <inkml:trace contextRef="#ctx0" brushRef="#br0" timeOffset="31851.84">2702 9367 0,'-498'79'31,"104"0"-31,132-27 0,157 1 0,105-27 16,183-26-16,159 0 15,209-26-15,157-27 16,79-52-16,27 27 16,-1-27-16,-78 26 15,-79 0-15,-79 0 0,-157-25 16</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20:29.467"/>
    </inkml:context>
    <inkml:brush xml:id="br0">
      <inkml:brushProperty name="width" value="0.05292" units="cm"/>
      <inkml:brushProperty name="height" value="0.05292" units="cm"/>
      <inkml:brushProperty name="color" value="#FF0000"/>
    </inkml:brush>
  </inkml:definitions>
  <inkml:trace contextRef="#ctx0" brushRef="#br0">17344 3490 0,'-52'0'0,"25"-27"0,1 27 16,79 0 46,25 0-62,53 0 16,27 0-16,26 0 16,25 0-16,1 0 15,-26-26-15,26 26 0,-26-26 16,-27 0-1,1 26-15,-27-27 0,-26 27 16,-27 0-16,1-26 16,-26 26-16,-27 0 15,0 0-15,-105 0 32,1 0-17,-27 0-15,-26 26 16,-27 1-1</inkml:trace>
  <inkml:trace contextRef="#ctx0" brushRef="#br0" timeOffset="300.2">17449 3542 0,'-79'0'15,"53"0"-15,105 0 31,26 0-31,78 26 16,-25-26-16,25 0 16,27 0-16,-26 0 15,26 0-15,-53-26 16,1 26-16,-27-26 0,-26 26 16,-26-26-16,-27 26 15,1 0-15,-27 0 16,-26-27-16,-26 27 78,-53 0-78,0-26 0</inkml:trace>
  <inkml:trace contextRef="#ctx0" brushRef="#br0" timeOffset="36245.81">3568 1863 0,'-26'-26'16,"0"-1"-16,-1 1 16,1 0-16,0 26 15,26 26 32,0 27-47,26 25 16,-26-25-16,26-1 15,1 27-15,-1-27 16,0-25-16,-26 25 16,26-26-16,1 1 15,-1-1-15,0-26 16,0 0-1,1 0 1,-27-26-16</inkml:trace>
  <inkml:trace contextRef="#ctx0" brushRef="#br0" timeOffset="36529.25">3647 1837 0,'-26'-27'15,"-27"1"-15,27 26 16,0-26-16,104 26 62,27 0-62,0 52 16,27-25-16,-28-1 0,1 0 16,-26 27-1,0-27-15,-53 0 0,0 26 16,-26-25-1,-52 51-15,-27-25 0,-52-1 16,26 27-16,0-26 16,26-27-16,27 26 15</inkml:trace>
  <inkml:trace contextRef="#ctx0" brushRef="#br0" timeOffset="39034.91">9708 6796 0,'-26'-26'15,"0"-1"17,26 54-17,0 51 1,26 1-16,-26 26 16,26 0-16,1-26 15,-27 26-15,0-53 16,0 27-1,0-27-15,0-25 0,0-1 16,0 0-16,-27-26 31</inkml:trace>
  <inkml:trace contextRef="#ctx0" brushRef="#br0" timeOffset="39255.08">9236 6848 0,'-53'0'16,"1"-26"-16,26 26 15,0 0-15,78 0 32,53-26-17,52 0-15,27-1 16,0 27-16,-53-26 15,-26 26-15,0 0 16,-53 0-16,-25 26 0</inkml:trace>
  <inkml:trace contextRef="#ctx0" brushRef="#br0" timeOffset="39506.87">10968 7268 0,'-53'0'0,"27"0"16,52 0 0,53 0-1,26 0-15,26 0 16,-26 0-16,-26 0 15,0 0-15,-27 0 16,1 0-16,-53 53 16</inkml:trace>
  <inkml:trace contextRef="#ctx0" brushRef="#br0" timeOffset="39649.43">11020 7583 0,'-26'0'0,"0"0"0,0 26 16,130-26-1,54-26 1,52 0-16,0-27 16,-27 27-16,-51 0 15</inkml:trace>
  <inkml:trace contextRef="#ctx0" brushRef="#br0" timeOffset="39965.97">12437 6638 0,'-26'-26'0,"0"26"16,26-26 0,0 52 30,0 0-46,0 53 16,26 0-16,-26-27 16,26 27-16,-26-26 15,0-1-15,26-26 0,-26 1 16,0-1-16,27 0 16,-27 0-1</inkml:trace>
  <inkml:trace contextRef="#ctx0" brushRef="#br0" timeOffset="40276.18">12358 6717 0,'-26'-52'16,"26"25"-16,0 1 15,0 0-15,26 0 16,27-1-16,26 27 15,-1 0-15,27 0 16,27 0-16,-27 27 16,-1 25-16,1 1 15,-52-1-15,-1 1 16,-52-1-16,27 1 16,-27-1-16,0 1 15,-27-27-15,-51 26 16,-27 1-16,0-1 15,-53 1-15,27-1 0,26-26 16,0 1 0,53-1-16,-1 0 0</inkml:trace>
  <inkml:trace contextRef="#ctx0" brushRef="#br0" timeOffset="40590.64">12201 7557 0,'-26'0'0,"0"0"0,26 26 16,26-26-16,105 0 15,53 0-15,26 0 16,78 0-16,1 0 15,-1 0-15,1 0 16,-26-26-16,-80 26 16,-52 0-16,-78-26 15,-79 26 1,-79 0 0,-27 0-16,28 0 15,-28 26-15,27 0 16</inkml:trace>
  <inkml:trace contextRef="#ctx0" brushRef="#br0" timeOffset="41219.58">13356 8055 0,'-27'-26'0</inkml:trace>
  <inkml:trace contextRef="#ctx0" brushRef="#br0" timeOffset="41677.32">13618 7950 0,'0'-26'0,"0"0"16,-26 26 31,-1 0-47,-25 0 0,0 0 0,-1 26 15,1 0-15,-1 1 16,27-1-16,26 0 16,0 0-16,0 1 15,26-1-15,27 0 16,25 0-16,1 1 15,0-1-15,-1 0 16,-25 0-16,-1 1 16,27-1-16,-53 26 0,-26-26 31,0 1-31,0 25 0,-26-26 31,-26 1-31,-27-1 16,-26-26-16,26 0 15,-26 0-15,27 0 16,-1-26-16,0-1 16,27 1-16,25-26 15,1 25-15,26-25 16,53 26-16,25-27 0</inkml:trace>
  <inkml:trace contextRef="#ctx0" brushRef="#br0" timeOffset="41959.77">15638 7557 0,'-26'0'15,"52"0"17,27 0-32,26 0 15,-1 0-15,27 0 16,-52 0-16,26 0 16,-27 0-16,0 0 15</inkml:trace>
  <inkml:trace contextRef="#ctx0" brushRef="#br0" timeOffset="42101.21">15875 7767 0,'-27'0'0,"54"0"47,51 0-47,54-27 16,25 1-16,0 0 15,1-26-15</inkml:trace>
  <inkml:trace contextRef="#ctx0" brushRef="#br0" timeOffset="43107.82">17344 6533 0,'-52'-26'16,"25"0"-16,27 0 15,0 0-15,0-1 16,79 1-16,0 0 16,-1 26-16,1 0 0,-26 0 15,-1 26-15,-26 0 16,-26 1-16,0 25 16,0 0-16,-26-25 15,-26-1-15,25 0 16,-25 0-16,26-26 15,26-26 32,0 0-47,0-27 0,0 27 16,-27-26 0,27 26-16,0-1 0,0 1 15,0 0 1,0 0-16,0 52 62,0 53-46,53-1-16,-27 27 0,0-26 16,1 0-16,-1-1 0,0-25 15,0-1 1,-26-25-16,0-1 0,0-52 47,0-53-32,-52 0-15,26-26 16,-27 0-16,27 0 16,26 27-16,0-1 15,-26 53-15,26-1 16,0 54 15,0 25-31,26 53 16,26 0-16,-25-26 15,-1-1-15,-26 1 16,26 0-16,-26-27 16,0 27-16,26-53 15,-26 27-15,27-27 16,-1 0-16,0-26 15,27-26-15</inkml:trace>
  <inkml:trace contextRef="#ctx0" brushRef="#br0" timeOffset="43533.15">18236 6560 0,'-26'-27'0,"26"1"16,0 0-1,26 0-15,27 0 16,25-1-16,-25 27 16,-1 0-16,1 0 15,-27 27 1,-26 25-16,0 0 0,-26 27 16,-53-26-16,0-27 0,1 26 15,25-52-15,-26 27 16,53-27-16,105 0 47,26 0-47,0 0 15,-26 26-15,-1 0 16,-25 0-16,-1 1 16,1-1-16,-53 26 0,0-25 31,-27-1-31,-25 0 0,-53-26 15,26 26-15,1-26 16,25 0-16,1 0 16,-1 0-16,27-52 15,26 26-15</inkml:trace>
  <inkml:trace contextRef="#ctx0" brushRef="#br0" timeOffset="43894.95">19076 6455 0,'0'-26'0,"0"-1"16,0 1-16,-26 26 31,-1 0-31,1 0 16,0 26-16,-27 27 15,53-27-15,0 26 16,0 1-16,0-27 15,53 0-15,-1 27 16,1-27-16,26 0 16,-27-26-16,27 27 15,-27-1 1,1 0-16,-27 0 0,0 1 0,-26-1 16,0 0-16,0 0 15,-52 1-15,-27-27 16,27 26-16,-27-26 15,26 0-15,1 0 32,-1 0-32,27-53 15,0 1-15</inkml:trace>
  <inkml:trace contextRef="#ctx0" brushRef="#br0" timeOffset="44099.82">18997 6402 0,'0'-26'16,"0"0"0,79 26-1,0-26-15,52-1 16,26 1-16,-26 0 16,-26 0-16,0 26 15,-78 0-15,-1 0 16,-52 0-1,-79 52-15</inkml:trace>
  <inkml:trace contextRef="#ctx0" brushRef="#br0" timeOffset="44472.1">16872 7793 0,'-79'0'16,"-26"0"-16,53 0 16,-1 0-16,27 0 15,157 0 1,53 0-16,104 0 15,53-26-15,53-1 16,0 27-16,25-26 16,-51 0-16,-1 0 15,-52 26-15,-53-26 16,-52 26-16,-78 0 16,-54 0-16,-51 0 0,-80 0 15,-104 0 1,-106 26-16</inkml:trace>
  <inkml:trace contextRef="#ctx0" brushRef="#br0" timeOffset="44697.93">17265 8292 0,'53'0'31,"25"0"-15,27 0-16,0 0 15,0 0-15,-26 0 16,0 0-16,-27 0 16,1 0-16,-27-27 15</inkml:trace>
  <inkml:trace contextRef="#ctx0" brushRef="#br0" timeOffset="45174.31">17239 8318 0,'0'26'31,"0"26"-31,0 1 16,0-1-16,0 1 15,26-1-15,-26-25 16,27 25-16,-27-26 16,0 1-1,-27-54 32,1 1-47,0 0 16,26 0-16,0-1 15,0 1 1,0 0-16,52 26 0,1-26 16,25 26-16,1 0 15,0 0-15,0 0 16,-1 0-16,1 52 16,-26-26-16,-1 27 15,-26-1-15,-26-25 16,0 25-16,0-26 0,-52 27 15,-27-27-15,0 0 16,-26 1-16,53-27 16,-27 26-16,27-26 15,-1 0-15,27-26 16</inkml:trace>
  <inkml:trace contextRef="#ctx0" brushRef="#br0" timeOffset="45512.7">18131 8239 0,'0'-26'0,"0"78"62,0 1-46,0 25-16,0-25 16,0-1-16,-26 1 15,26-1-15,0 1 16,0-27-16,0 0 16,0 1-16,52-27 15,1 0-15,-1 0 0,27 0 16,0 0-16,0 0 15,-1 0 1,-25 0-16,-27 0 0,0 0 16,-26-27-16</inkml:trace>
  <inkml:trace contextRef="#ctx0" brushRef="#br0" timeOffset="45811.37">18420 8475 0,'-26'0'0,"26"26"63,0 27-47,52-1-16,-26 27 0,1 0 15,-1-27-15,0 1 16,-26 26-16,0-27 15,26-26-15,-26 0 16,0 1-16,0-1 16,0 0-16,27-26 15</inkml:trace>
  <inkml:trace contextRef="#ctx0" brushRef="#br0" timeOffset="46141.4">18997 8423 0,'0'-27'0,"26"80"62,27-27-46,-1 27-16,1-1 15,-1 1-15,1-1 16,25 1-16,-25-1 16,-27-26-16,27 1 15,-27-27-15,0 26 16,0-26-16,-26 26 15,27-26-15,-54 26 32,-25-26-32</inkml:trace>
  <inkml:trace contextRef="#ctx0" brushRef="#br0" timeOffset="46392.55">19312 8606 0,'0'-52'0,"0"26"15,0-1-15,0 1 16,0 52 31,-26 1-31,-27 51-16,1-25 15,-1 26-15,1-27 16,-1 27-16,27-53 15,-53 27-15,53-1 16,-26-26-16,-1 0 16,27-26-16</inkml:trace>
  <inkml:trace contextRef="#ctx0" brushRef="#br0" timeOffset="51016.2">20178 8029 0,'-26'0'0,"-1"0"0,-25 0 0,26 0 15,-1 26 1,1-26-16,26 27 0,0-1 15,0 0-15,53 27 16,25-27-16,-25 0 16,26 0-1,-1 1-15,1 25 0,-26-26 16,-1 0-16,0 1 16,-25-27-1,-27 26-15,-53 0 31,-25-26-31,25 26 0,-26-26 16,27-26-16,-1 0 16</inkml:trace>
  <inkml:trace contextRef="#ctx0" brushRef="#br0" timeOffset="51188.71">20020 8082 0,'0'-27'31,"105"1"-15,0 0 0,0 0-16,0-1 15,-26 1-15,0 26 16,-27 0-16,-26 0 0,1 0 16,-27 26-1</inkml:trace>
  <inkml:trace contextRef="#ctx0" brushRef="#br0" timeOffset="51455.86">19679 8921 0,'27'0'15,"51"0"-15,54 0 16,25 0-16,0 0 15,27-26-15,-27 26 16,1-26-16,-1 0 16,-25-1-1,-27 27-15,-53-26 0,-26 26 16,0 0-16,-52 53 31</inkml:trace>
  <inkml:trace contextRef="#ctx0" brushRef="#br0" timeOffset="51692.2">20493 9210 0,'-26'0'0,"-1"0"31,27 26 16,0 53-47,0 0 16,0-1-16,27 27 15,-1-26-15,0 0 16,0-27-16,0 1 0,1-27 16,-1 0-16,0 0 15</inkml:trace>
  <inkml:trace contextRef="#ctx0" brushRef="#br0" timeOffset="52116.12">21018 9394 0,'0'-27'0,"0"1"16,0 0-16,-27 26 0,1-26 15,0 26-15,0 0 16,-1 0-16,1 26 15,0 0-15,26 27 16,0-1-16,79 1 16,26-27-16,0 26 15,-27 1-15,1-27 16,0 0-16,-53 0 16,0 1-16,-26-1 15,0 0-15,-26-26 16,-27 26-16,1-26 15,-1 0-15,1 0 16,26-26-16,-27-26 0,53-1 16,0 1-16,0-27 15,0 27-15,27-1 16,-27 1-16,26-1 16,-26 27-1,0 0-15,-26 26 31,-1 0-31,1 0 16</inkml:trace>
  <inkml:trace contextRef="#ctx0" brushRef="#br0" timeOffset="52387.21">21437 8895 0,'27'-52'0,"-27"25"16,0 54 15,0 78-15,-79-1-16,0 54 0,-26-1 15,27 1-15,-27-1 16,26-26-16,26 1 15,-25-27-15,25-27 16,27-25-16,-27-1 16,-25 1-16</inkml:trace>
  <inkml:trace contextRef="#ctx0" brushRef="#br0" timeOffset="53027.46">19050 8213 0,'-53'26'16,"-52"27"0,0 51-16,-52 28 0,26-1 15,-27 26 1,1-25-16,-1-1 15,53-26-15,27 0 0,25-53 16,27-26 0,0 1-16,26-1 0,0 0 15,-27-26-15</inkml:trace>
  <inkml:trace contextRef="#ctx0" brushRef="#br0" timeOffset="53766.28">18262 7740 0,'-26'0'0,"26"-26"32,0 0-32,0 0 15,26 0-15,1-1 0,25 1 16,-26 26-16,1 0 15,-1 0-15,-26 26 32,0 1-32,0 25 15,0 0-15,0-25 16,-26 25-16,-1-26 16,1 1-16,0-1 15,0-26 1,26 26-16,26-26 31,26 0-15,53 0-16,-26 0 15,0 0-15,-1 0 16,-25 0-16,-27 26 16,-26 1-1,0-1-15,-79 0 16,-25 0-16,-28 1 15,27-1-15,-26-26 16,52 0-16,-26 0 16,27 0-16</inkml:trace>
  <inkml:trace contextRef="#ctx0" brushRef="#br0" timeOffset="56265.86">17764 7950 0,'-79'0'15,"27"0"-15,78 0 16,131 27 0,106-1-16,104 0 15,53 0-15,26 1 16,0-1-16,-52 26 16,-27-25-16,-78-1 15,-27-26 1,-78 0-16,-53 0 0,-26 0 0,-79 0 15,0 0 1,1-26-16,-27-1 16,0-25-16,-79 26 15</inkml:trace>
  <inkml:trace contextRef="#ctx0" brushRef="#br0" timeOffset="56910.02">16242 6980 0,'-184'26'0,"79"0"16,27-26-16,235-26 31,132-53-31,78 0 0,53-26 15,26 0-15,-26 27 16,-27-27-16,-25 26 16,-53 27-16,-1-27 15,-77 53-15,-1-27 16,-79 27 0,-52 26-16,-26-26 0,-53 26 15,0 0 1,-78 0 62</inkml:trace>
  <inkml:trace contextRef="#ctx0" brushRef="#br0" timeOffset="58628.34">18367 5484 0,'0'-26'0,"0"-1"16,0 1-16,0 0 31,0 0-31,-52 26 0,-1-27 0,1 27 15,-1 0-15,-25 0 16,-1 0-16,0 27 16,27-1-16,26 26 15,-1-25 1,27 25-16,27-26 0,25 1 16,27-1-16,-1-26 0,1 0 15,0 0-15,-27 0 16,1-26-16,-27-27 15,0 27-15,1-27 16,-27 27-16,0 0 16,0 52 31,0 53-47,0 0 15,0 26-15,26 26 16,0-26-16,-26 26 15,0 0 1,0 0-16</inkml:trace>
  <inkml:trace contextRef="#ctx0" brushRef="#br0" timeOffset="59634.53">944 6297 0,'-210'53'0,"27"-1"16,51 1-16,54-27 15,51-26-15,54 0 16,104-52 0,79-53-16,52 0 15,27-27-15,26 1 16,26 0-16,0 0 16,0 26-16,-79 0 15,-52 26-15,-78 53 0,-54 0 16,-51 26-16,-54 0 15,-104 78 1,-79 27-16,-52 53 16,-53-1-16</inkml:trace>
  <inkml:trace contextRef="#ctx0" brushRef="#br0" timeOffset="59871.51">157 7032 0,'-105'53'16,"79"-27"-16,131-79 15,105-78 1,105-53-16,131-78 16,52 0-16,27-27 0,26 27 15,-52 25-15,-80 27 16,-77 53-16,-106 26 16,-105 52-1,-79 53-15,-183 78 16,-53 27-1,-25 26-15,-28 0 16</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22:43.009"/>
    </inkml:context>
    <inkml:brush xml:id="br0">
      <inkml:brushProperty name="width" value="0.05292" units="cm"/>
      <inkml:brushProperty name="height" value="0.05292" units="cm"/>
      <inkml:brushProperty name="color" value="#FF0000"/>
    </inkml:brush>
  </inkml:definitions>
  <inkml:trace contextRef="#ctx0" brushRef="#br0">5169 2046 0,'0'-26'0,"0"0"15,-26 0 1,-1 0-16,-51-1 15,-27 1-15,0 0 16,-53 0-16,-25 26 16,-54 0-16,1 26 15,-26 26-15,-53 27 16,26 0-16,1 26 16,52 0-16,26 0 15,52-27-15,79 27 16,53 0-16,26 0 15,53 0-15,78 0 16,79-26-16,105 0 0,0-27 16,52 1-16,27-53 15,-27 0 1,26-27-16,-51-25 0,25-53 16,-52 26-16,-27-26 15,-51-26-15,-54 0 16,-51 0-16,-106-53 15,-26 26-15,-53 1 16,-157 0-16,-105 52 16,-104 26-16,-106 53 0,-52 26 15,-53 78-15,26 54 16,53-1-16</inkml:trace>
  <inkml:trace contextRef="#ctx0" brushRef="#br0" timeOffset="1488.31">19811 1968 0,'-53'0'16,"-26"-26"-16,-52-1 0,0 27 16,-79 0-16,0 0 15,-52 53-15,-27-1 16,0 1-16,1 25 16,25 1-16,27 26 15,53 0-15,78 26 16,52-26-16,53 26 15,26-26-15,106 0 16,77-26-16,80 0 16,26-27-16,52-52 15,27 0 1,-27 0-16,27-26 0,-53-53 0,0 1 16,-78-1-16,-54-26 15,-51 0-15,-79-26 16,-53 0-16,-26-1 15,-105 1-15,-105 26 16,-79 53-16,-78-1 16,-27 53-16,1 0 15,-27 26-15</inkml:trace>
  <inkml:trace contextRef="#ctx0" brushRef="#br0" timeOffset="4143.46">11834 4041 0,'-79'0'0,"0"0"16,1 0-16,25 0 16,27 0-16,0 0 15,52 26 1,53-26 0,78 26-16,53-26 15,26 0-15,26 0 16,27 0-16,0 0 15,-27 0-15,-26 0 16,-52-26-16,-53 0 16,-52 26-16,-53 0 0,0 0 15,-52-27 1,-79 27-16,-26 0 16,-79 0-16,0 0 15,-26 0-15,-26 0 16,-1 0-16,-25 27 15,51 25-15,27-26 16,53 27-16,78-27 16,27-26-16,52 26 15,79 1 1,78-1-16,53 0 16,52-26-16,27 0 0,52-26 15,0 0-15,-26-1 16,0-25-16,-53 26 15,-26-27 1,-78 53-16,-79-26 0,-53 26 16</inkml:trace>
  <inkml:trace contextRef="#ctx0" brushRef="#br0" timeOffset="4933.72">17108 3910 0,'-263'26'0,"-25"0"16,52 0-16,26 27 15,79-27-15,26 0 16,78-26-16,27 26 16,132 1-16,77-1 0,159 0 15,52-26 1,78 0-16,1-52 0,-27 25 15,-26-25-15,0-1 16,-78 1-16,-54 0 16,-104-1-16,-78 27 15,-106 26-15,-52-26 16,-158 26 15,-78 0-31,-106 0 0,-52 26 0,-52 0 16,-27 27-16,-25 25 0,25 1 15,79 0 1,79-1-16,131 1 0,132-26 16,78-27-16,131 26 15,131-52 1,132 0 0,104 0-16,53-52 15,27-27-15,-27 0 16,-27-26-16,-78 27 15,-78-1-15</inkml:trace>
  <inkml:trace contextRef="#ctx0" brushRef="#br0" timeOffset="20534.16">16872 6743 0,'26'0'0,"-26"-26"0,26 0 16,-26 0 15,-26 52 16,0 0-47,-27 0 16,27 27-16,0-27 15,26 27-15,0-27 16,0 0-16,52 0 16,27-26-16,0 0 15,-1 0-15,1 0 16,-26 0-16,-27-26 0,26 0 15,-52-27-15,0 27 16,0-26-16,0-1 16,0 1-16,-26 25 15,-26 1-15,-1 0 16,-26 26-16,27 0 16,-53 52-16,0 1 15</inkml:trace>
  <inkml:trace contextRef="#ctx0" brushRef="#br0" timeOffset="20738.68">16662 7006 0,'0'26'47,"-26"27"-32,-1 25-15,1 1 16,-26-27 0,-1 27-16,27-26 0,-27-1 0,1 1 15</inkml:trace>
  <inkml:trace contextRef="#ctx0" brushRef="#br0" timeOffset="20959.64">16662 7242 0,'26'0'15,"26"26"1,27 27 0,26-27-16,26 26 0,-26-25 31,27 25-31,-28-26 0,-25 1 0,-26-27 15</inkml:trace>
  <inkml:trace contextRef="#ctx0" brushRef="#br0" timeOffset="21148.39">16898 7189 0,'0'-26'16,"-26"26"-16,26 79 31,0 0-15,0 26-16,0 0 15,0 26-15,26-26 16,0 0-16,0 26 16,-26-26-16,0-26 15</inkml:trace>
  <inkml:trace contextRef="#ctx0" brushRef="#br0" timeOffset="22157.16">17711 5825 0,'-78'0'0,"51"0"16,27 26-1,79-26 1,26 0-16,79 26 15,26-26-15,26 0 16,26 0-16,-26-26 16,-26 0-16,-78 26 15,-28 0 1,-51 0-16,-27 0 0,-26-26 16</inkml:trace>
  <inkml:trace contextRef="#ctx0" brushRef="#br0" timeOffset="22424.67">19233 5668 0,'53'0'62,"-1"26"-62,1 0 16,25-26-1,-25 0-15,-1 0 0,-25 0 16,-27 26 0,-27 1 15,-25 25-15,-27 0-16,0 1 15,-25-1 1,25 1-16</inkml:trace>
  <inkml:trace contextRef="#ctx0" brushRef="#br0" timeOffset="22834.09">17659 5117 0,'-26'-27'16,"26"54"15,0 25-16,26-26-15,26 0 16,1 1-16,26-1 16,-1-26-16,1 26 15,0 0-15,-27 1 16,1-1-16,-53 0 31,-79 0-15,26-26-16,-51 27 15,25-27-15</inkml:trace>
  <inkml:trace contextRef="#ctx0" brushRef="#br0" timeOffset="22975.29">17843 5117 0,'0'-27'0,"26"1"15,0 26-15,53-26 16,-27 26-16,27 0 16,-27 0-16</inkml:trace>
  <inkml:trace contextRef="#ctx0" brushRef="#br0" timeOffset="23164.58">18446 4985 0,'26'27'31,"1"25"-15,-27 1-16,26-1 31,0-26-31,0 27 0,-26-1 0,0-26 16,27 1-16</inkml:trace>
  <inkml:trace contextRef="#ctx0" brushRef="#br0" timeOffset="24186.96">18787 4985 0,'-52'-26'0,"-1"26"16,27 0-16,-26 26 0,25 1 15,27 25-15,-26-26 16,26 27-16,0-1 31,26-26-31,27 1 16,-1-1-16,1-26 15,25 0-15,-25 0 16,-1 0-16,-25 0 16,-1-26-16,0-27 15,-26 1-15,0 26 16,0-27-16,0 27 0,0 78 62,0-25-46,0-1-16,0 0 16,0 0-16,0-52 62,0 0-62,0-27 0,0 27 16,26 0-1,1 26 17,-1 26-32,0 0 15,0 1-15,27-1 16,-27 0-16,0-26 15,1 0 17,-27-26-32,0 0 15,0-1 1,26 27 15,0 0-15,0 27-16,0-27 15,27 26-15,-27-26 16,0 0-16,1 0 16,-27-26-1,0-1-15,0 1 16,0 0-16,0 52 62,0 27-62,26-1 16,-26 0-16,52-25 16,-52 25-16,27-26 15,-1-26 1,-79 0 15,27-26-31,-26-26 16,25 25-16,1-25 0,0-27 15,26 53-15,0-26 16,52 52-16,-25-27 16,25 27-16,-26 0 15,27 0-15,-27 27 16,0-1-16,-26 0 16,0 0-16,0 1 15,0-1-15,-26 0 16,0 0-16,-27-26 15</inkml:trace>
  <inkml:trace contextRef="#ctx0" brushRef="#br0" timeOffset="24549.09">19784 4802 0,'0'-27'15,"0"54"16,0 25-15,0 1-16,27-1 0,25 1 16,-26-1-16,1-26 15,-1-26-15,-26 27 16,26-27-16,0 0 16,-26-27-1,26 1-15,1 0 16,-1 0-16,0 26 31,27 0-31,-27 26 16,53-26-16,-27 26 15,1-26-15,-27 0 16,26 0-16,-25 0 16,-1 0-16,26 0 15,-26-26-15,27 0 0</inkml:trace>
  <inkml:trace contextRef="#ctx0" brushRef="#br0" timeOffset="25256.6">21962 5458 0,'-52'0'15,"25"0"-15,80 0 32,52 0-32,52 0 15,27 0 1,78 0-16,27 0 0,0 0 16,26 0-16,-27 0 15,-25-27-15,-27 27 16,-53-26-16,-51 26 15,-54 0-15,-51-26 0</inkml:trace>
  <inkml:trace contextRef="#ctx0" brushRef="#br0" timeOffset="25509.49">24717 5195 0,'-26'0'0,"26"26"31,26 1-15,27-1-16,-1 0 16,1 0-16,-1-26 15,1 27 1,-27-27-16,0 0 0,-26 26 31,-52-26-31,-27 52 16,-52-25-16,-27 25 15,1 1-15,0-1 16</inkml:trace>
  <inkml:trace contextRef="#ctx0" brushRef="#br0" timeOffset="26073.73">22067 5221 0,'-26'0'31,"-27"0"-16,1 27-15,-1-1 16,1 0-16,-27-26 16,53 26-16,0-26 15,0 0-15,26 27 16,0-1 0,26 0-16,26 27 15,53-27-15,-26 26 0,26 1 16,-26-27-16,-1 0 15,-51 1-15,-1-1 16</inkml:trace>
  <inkml:trace contextRef="#ctx0" brushRef="#br0" timeOffset="26467.12">21805 4513 0,'-26'0'16,"26"26"31,0 53-47,26-27 15,-26 1-15,26-1 16,-26 1-16,0-1 15,0-25-15,0 25 16,0-26-16,-79 1 16,1-27-16</inkml:trace>
  <inkml:trace contextRef="#ctx0" brushRef="#br0" timeOffset="26624.44">21201 4670 0,'26'-52'0,"27"26"16,52-27-16,0 27 16,0 0-16,0 0 15,-53 26-15,1 0 16</inkml:trace>
  <inkml:trace contextRef="#ctx0" brushRef="#br0" timeOffset="26913.22">21831 4854 0,'0'-26'0,"26"26"0,0-26 16,1 26-16,25 0 16,-26 0-16,1 26 15,-1 0-15,0 27 16,-26-27-16,0 0 31,26-26 0,-26-26-15,27 0-16,25-27 16,-26 27-16,27 0 15,-27-1-15</inkml:trace>
  <inkml:trace contextRef="#ctx0" brushRef="#br0" timeOffset="27441.51">22566 4723 0,'0'-26'0,"-27"-1"16,-25 1 0,0 26-1,25 26-15,-25 1 16,-1-1-16,27 26 15,26-25-15,0-1 16,0 0-16,26 0 16,27-26-1,-27 0-15,0 0 16,27-26-16,-27 26 16,-26-26-16,0 0 15,0-1-15,0 1 16,26 26 15,0 26-15,1 1-1,-1-1-15,53-26 0,-53 26 16,26-26-16,1 0 16,-27 0-16,0 0 15,-26-26-15,0 0 16,0-1-16,0 1 15,0 0-15,0 0 16,0 52 31,0 0-31,0 0-16,0 1 15,0-1-15,27 0 16</inkml:trace>
  <inkml:trace contextRef="#ctx0" brushRef="#br0" timeOffset="27582.81">22828 4565 0,'-26'-26'16,"26"0"-1</inkml:trace>
  <inkml:trace contextRef="#ctx0" brushRef="#br0" timeOffset="27881.31">22959 4670 0,'0'27'32,"0"-1"-17,0 0-15,0 0 16,0 1-1,0-54 32,0 1-31,0-26-16,27 25 16,25 1-16,0 26 15,1-26-15,-1 26 16,27 0-16,-26 0 15,-1 52-15,1-25 16,-53 25-16,26-26 0,-26 27 16,-26-1-16,-53 1 15,-26-1-15</inkml:trace>
  <inkml:trace contextRef="#ctx0" brushRef="#br0" timeOffset="28635.3">23143 3883 0,'-26'-52'0,"26"26"16,0 78 46,0 1-62,0 25 16,26-25-16,0-1 16,0 1-16,1-1 15,-27-26-15,26 27 16,-26-27-16,0 0 16</inkml:trace>
  <inkml:trace contextRef="#ctx0" brushRef="#br0" timeOffset="29075.17">23379 3962 0,'26'-26'15,"1"0"-15,25-1 16,-26 27-16,27 0 16,-1 0-16,-25 0 15,-1 27-15,-26-1 16,0 26-16,0 1 15,-26-1-15,-1 1 16,-25-27-16,26 0 0,-1-26 16,1 26-1,79-26 32,-1-52-47,1 26 16,-1-1-16,0 1 15,-25-26-15,-1 52 16,0-27-16,0 27 16,-26-26-16,27 26 15,-1 0-15,0 0 16,27 26-16,-1-26 0,1 27 16,-1 25-16,-26-52 15,1 26-15,-27 1 16,0-1-1,-27-26-15,-25 26 16,-27 0-16,-26-26 16</inkml:trace>
  <inkml:trace contextRef="#ctx0" brushRef="#br0" timeOffset="29247.75">23825 3936 0,'53'-53'0,"-1"27"0,27 0 15,0-27-15,26 27 16,-27 0-16,-25 0 16,-27 26-16,0 0 15,-26 26-15,-52 0 16</inkml:trace>
  <inkml:trace contextRef="#ctx0" brushRef="#br0" timeOffset="29546.07">23248 4592 0,'79'0'31,"26"0"-31,52 0 16,0 0-16,1-27 16,-27 1-16,0 0 15,-52 0-15,-26 0 16,-53-1-16</inkml:trace>
  <inkml:trace contextRef="#ctx0" brushRef="#br0" timeOffset="30122.2">24350 3936 0,'0'26'47,"0"26"-47,26-25 16,0 25-16,-26-26 16,0 1-16,0-1 15,0 0 1,0-52-1,0-27 1,0 1-16,0 26 16,0-27-16,27 27 15,-1 26-15,0-26 16,0 26-16,1 0 16,-1 0-16,26 26 15,-25 0-15,-1 0 16,0 1-16,-26-1 31,0-52-15,0-1-1,0 1-15,0 0 16,0 0-16,0 0 16,26 26-1,1 26 1,25 0-1,-26 0-15,1 0 16,-1 1-16,0-27 16,0 26-16</inkml:trace>
  <inkml:trace contextRef="#ctx0" brushRef="#br0" timeOffset="30459.03">24822 3673 0,'-26'-78'0,"-26"-1"15,-1 26-15,-26 1 16,-26-1-16,-26 27 16,-26 0-16,-1 26 15,-25-26-15,-1 26 16,0 26-16,1 26 16,-1 53-16,0 27 15,27 25-15,52-26 0,26 27 16,53-27-16,26-26 15,26 26-15,79-52 32,53-1-32,51-25 0,28-27 0,51-26 15,27-26-15,0-53 16,0 1-16,-79-54 16,-105 1-16,-52-26 15,-79-27-15,-52 27 16,-132 25-16,-105 27 15,-26 79-15,-26 26 16</inkml:trace>
  <inkml:trace contextRef="#ctx0" brushRef="#br0" timeOffset="82789.39">22356 5353 0,'-79'0'0,"0"0"15,1 0-15,-1 0 16,26 0-16,1 0 15,26 0-15,-1 0 16,1 0-16,0 0 16,52 0 46,79 0-62,26 26 16,53-26-16,26 0 15,0 0-15,26 0 0,-26 0 16,0 0 0,-26 0-16,-1-26 0,-25 26 15,-1 0-15,-26 0 16,27 0 0,-53-27-16,0 27 0,-27 0 15,-25 0-15,-1-26 16</inkml:trace>
  <inkml:trace contextRef="#ctx0" brushRef="#br0" timeOffset="83281.27">24612 5090 0,'0'-26'16,"0"0"-1,0 0 1,27 52 93,-1 0-109,26 0 0,1 27 16,-1-27-16,1 26 15,-1-25-15,27-1 16,-27-26-16,1 26 16,-27-26-16,-52 0 109,0 26-78,-27 1-31,-25 25 16,25 1-16,-26-1 16,27 1-16,-1-1 15,-25 1-15,-27-1 16</inkml:trace>
  <inkml:trace contextRef="#ctx0" brushRef="#br0" timeOffset="84018.33">22251 5064 0,'0'-26'16,"0"52"15,-53 0-31,-25 27 0,-1 25 15,-26-25-15,26-1 16,1-25-16,-1 25 16,26-52-16,27 26 15,52-26 48,27 0-48,-1 27-15,53-1 16,0 26-16,-26-25 0,26 25 16,-26-26-16,-27 1 15,1-1 1,-27 0-16,0 0 0,-26 1 16</inkml:trace>
  <inkml:trace contextRef="#ctx0" brushRef="#br0" timeOffset="87021.61">17449 6271 0,'0'-26'16,"-26"0"-16,-1-1 15,-25 1-15,0 0 0,-27 0 16,26-1 0,-52 27-16,0 0 15,0 0-15,-26 0 0,-26 53 16,26 26-16,-1 26 16,27-27-16,27 53 15,-1-26-15,0 0 16,27 27-16,-1-27 15,27 26-15,26 0 16,0 0-16,0 0 0,0 1 16,53-28-1,-1 1-15,27 0 0,0-26 16,25 0-16,1 0 16,53-27-16,-27 1 15,0-27-15,27 26 16,-1-52-16,-26 0 15,27 0-15,-27 0 16,26-26-16,-52-26 16,27-1-16,-27 1 15,-1-27-15,-25 0 16,0 0-16,0 1 16,-53-27-16,26 0 15,-52 0-15,0-26 0,0-1 16,0 1-16,-78 0 15,-1 0-15,0 0 16,-52 26-16,0 0 16,0 0-16,-53 26 15,-26 0-15,-26 53 16,0 26-16,26 0 16,0 53-16</inkml:trace>
  <inkml:trace contextRef="#ctx0" brushRef="#br0" timeOffset="88612.19">17606 5956 0,'-52'0'15,"26"-26"-15,-27 26 16,27-26-1,0 26-15,52 0 47,53 0-47,26 0 16,26-27-16,53 27 16,-1 0-16,27 0 15,0 0-15,26 0 16,-52 0-16,-27 0 15,-25 0-15,-1 0 16,-53 0-16,-25 0 16,-1 0-16,-25-26 15,-1 26-15,-26-26 110</inkml:trace>
  <inkml:trace contextRef="#ctx0" brushRef="#br0" timeOffset="89178.42">19391 5641 0,'0'-26'0,"-27"0"16,27 0-16,0-1 15,-26 27 1,52 27 47,27-1-48,-1 0-15,1 0 0,-1 1 31,1-27-31,-27 26 0,0-26 0,1 0 16,-1 0-16,-26 26 234,-53 0-218,1 27-16,-1 25 16,-25-25-1,25-1-15,27 1 0,0-27 0,26 27 16,-27-27-16,27 0 16,0 0-16,0 1 15,0-1-15,0 0 16</inkml:trace>
  <inkml:trace contextRef="#ctx0" brushRef="#br0" timeOffset="95968.74">20991 5956 0,'-78'-26'16,"-1"26"-16,0 0 15,27 0-15,-1 0 16,79 0 15,53 0-31,52 0 16,53 0-16,26 0 16,26 0-16,0 26 15,0-26-15,-52 0 16,26 0-16,-53 0 15,1 0-15,-27 0 16,0 0-16,-26 0 16,-26 0-16,-27 0 15,1 0-15,-1 0 16,-25 0-16,-27-26 78,-53 26-78,27-26 16,-27-1-16,27 1 15,-26 0-15,-1 0 16,1 26-16,26-26 16,-1 26-16,1 0 15,52 26 32,27 0-31,-1 0-16,1 0 0,25 27 15,1-27-15,-26 0 16,-1-26-16,1 27 16,-27-27-16,0 0 15,0 0-15,-26-27 63,-26 27-48,0 0-15,0 0 16,26-26-16,-27 26 16,1 0-16,-26 26 15,25 1-15,-25 25 16,-1 1-16,27 25 15,-26 1-15,-1 0 16,-25 0-16,25-1 16,-26-25-16</inkml:trace>
  <inkml:trace contextRef="#ctx0" brushRef="#br0" timeOffset="98930.84">14405 4513 0,'-26'0'0</inkml:trace>
  <inkml:trace contextRef="#ctx0" brushRef="#br0" timeOffset="99339.48">16294 4067 0,'-52'0'0</inkml:trace>
  <inkml:trace contextRef="#ctx0" brushRef="#br0" timeOffset="109383.74">14982 9945 0,'-26'-27'0,"0"1"0,26 0 16,-26 26-16,26-26 0,0 52 78,0 26-78,0 27 0,0 0 16,0 26-16,0-26 15,26-27-15,-26 27 16,26-53-16,0 26 15,1-25 1,-27-1 15,0-52 1</inkml:trace>
  <inkml:trace contextRef="#ctx0" brushRef="#br0" timeOffset="109855.71">15481 10023 0,'-52'0'16,"-1"0"-16,27 0 0,26-52 31,0 26-31,0-1 15,26-25-15,27 52 16,-27-26-16,26 26 16,1 0-16,-1 0 15,1 0-15,-1 0 16,1 52-16,-27 1 16,-26-1-16,0 1 15,0 25-15,0-25 0,-53-1 16,-25 1-16,25-27 15,-26 0-15,53 0 16,-26-26-16,26 27 16,52-27 31,26 0-32,53-27-15,0 27 16,0-26-16,-26 26 15,-27-26-15,27 26 16,-53 0-16,1 0 16,-1 0-16</inkml:trace>
  <inkml:trace contextRef="#ctx0" brushRef="#br0" timeOffset="110220.11">16163 10023 0,'0'-26'16,"0"0"-16,0 52 63,0 0-63,0 1 15,26-1-15,27 0 16,-1 0-1,1-26-15,-1 27 0,27-27 16,-26 26-16,25-26 16,-25 26-16,-27-26 15,26 26-15,-25 1 16,-1-27-16,0 0 16,-26 26-16,0 0 15,-26-26 1,-53 26-16,27 0 0,-27-26 15,27 0-15,-1 0 16,1 0-16,-1-26 16</inkml:trace>
  <inkml:trace contextRef="#ctx0" brushRef="#br0" timeOffset="110358.99">16347 9971 0,'0'-26'0,"0"-1"15,52 1-15,1 26 16,26-26 0,26 0-16,-1 26 15,-51 0-15</inkml:trace>
  <inkml:trace contextRef="#ctx0" brushRef="#br0" timeOffset="110988.74">17029 9840 0,'0'-27'0,"26"54"47,-26-1-47,53 26 0,-53 1 16,26-1-16,0 1 15,-26-27-15,0 0 16,27 1-1,-27-54 17,-27 1-17,27-53-15,-26 27 16,26-1-16,0 1 16,0-1-16,26 27 15,27 0-15,-27 0 0,0 26 16,27 0-16,-27 0 15,0 26-15,0 26 16,1 1-16,-1-1 16,0 1-16,-26-1 15,0 1-15,26-27 16,-26-52 31,0-27-47,0 1 15,0-1 1,27-25-16,-1 25 0,0 27 16,0 0-1,1-1-15,-1 27 16,0 0-16,0 0 16,27 0-16,-1 53 15,1-1-15,-27-25 16,0 25-16,1 1 15,-27-27-15,26 0 16,0 27-16,-26-27 16,26 0-16,-26 27 15,0-27-15</inkml:trace>
  <inkml:trace contextRef="#ctx0" brushRef="#br0" timeOffset="111460.26">14536 10889 0,'-78'0'0,"-1"26"15,26-26-15,27 27 16,105-27 0,26 0-1,105 0-15,26 0 16,53 0-16,52-27 15,26 1-15,0-26 16,1 26-16,52 26 16,-27-27-1,1 1-15,-27 0 0,-52 26 16,-105-26-16,-79 26 16,-78 0-16,-27 0 15,-52-27 1,-27 27-1,-52 0-15,-26 0 16,0 0-16</inkml:trace>
  <inkml:trace contextRef="#ctx0" brushRef="#br0" timeOffset="111916.54">16189 11283 0,'0'-26'0,"0"-1"32,0 54 14,0-1-46,0 26 16,0 1-16,0 26 16,27-27-16,-1-26 15,-26 27-15,26-1 16,0 1-16,-26-27 16,0 26-16,0-25 15</inkml:trace>
  <inkml:trace contextRef="#ctx0" brushRef="#br0" timeOffset="112324.66">16636 11283 0,'0'-26'0,"0"-1"16,-27 54 46,27 25-62,-26 1 16,26-1-16,0 1 0,0-1 15,0-26-15,0 27 16,53-27-16,-27 0 16,26 0-16,-26 1 15,27-27-15,-27 0 16,0 0-16,27 0 15,-27-27-15,0-25 16,-26 26-16,0-27 16,0 1-16,0-27 15,0 27-15,-52-1 16,-1 1-16,27-1 16,0 53-16,0-26 0,-1 26 15,1 0 1,-26 26-1,-1 0-15,1 27 16</inkml:trace>
  <inkml:trace contextRef="#ctx0" brushRef="#br0" timeOffset="112717.57">17659 11335 0,'0'-26'0,"0"-26"16,-26 52-16,-1-27 15,1 27-15,-26-26 16,-1 26-16,-26 0 16,27 26-16,-27 1 15,27 25-15,-1-26 16,27 1-16,26-1 15,0 0-15,26 0 16,27 1-16,-1-1 16,1 0-16,25 0 0,-25 0 15,-1-26-15,-25 27 16,-1-1-16,-26 0 31,-26-26-15,-27 0-16,1 0 15,-1 0-15,27 0 16,0 0-16,0-26 16,26-27-16</inkml:trace>
  <inkml:trace contextRef="#ctx0" brushRef="#br0" timeOffset="113065.6">17606 11493 0,'27'0'15,"25"0"-15,1 0 16,25 0-16,1 0 16,0-26-1,-1-1-15,-25 1 0,-27-26 16,0 25-16,-26 1 16,0 0-16,0-27 0,0 27 15,-26 26 1,0-26-16,0 26 0,-27 0 15,1 0-15,-1 0 16,27 26-16,-26 27 16,52-1-16,0 1 15,0-1-15,0 1 16,26-27-16,26 26 16,1-26-16,25 1 15,1-27-15,0 0 16,26 0-16,0-27 15</inkml:trace>
  <inkml:trace contextRef="#ctx0" brushRef="#br0" timeOffset="113285.68">18761 11152 0,'-53'0'16,"27"0"-16,-26 0 15,-1 52-15,27 1 16,0-1-16,26 1 15,0-1-15,0-26 0,26 27 16,27-27 0,25-26-16,27 26 0,-26-26 15,26 0-15,-53-26 16,27 0 0,-53 0-16,-26-27 0</inkml:trace>
  <inkml:trace contextRef="#ctx0" brushRef="#br0" timeOffset="114700.5">11204 10679 0,'0'-52'0,"0"26"15,-26-27-15,-27 27 16,1 0-16,-1 26 16,1 0-16,-27 0 15,0 0-15,27 0 16,-1 52-16,1-26 16,52 1-16,0 25 0,0 1 15,26-27-15,53 26 16,26-25-16,0-1 15,0 0-15,-27 26 16,1-25-16,0 25 16,-53-26-16,0 27 15,-26-27-15,0 0 16,-52 1-16,-27-1 16,-52 0-16,26-26 15,0 0-15,0 0 0,53-26 16,-1 0-1,53-27-15,0 1 0,0-1 16,79 1-16,26 25 16,26 1-16,-26 0 15,0 26-15,0-26 16,-26 26-16,-27-26 16,1-1-16,-27 1 15,0 0-15,0 0 16,1-27-16,-27 1 15,0 25-15,0 1 16,0 0-16,0 0 16,0-1-16,0 80 31,0 26-15,0-1-16,0 27 15,0 0-15,26-26 16,0 26-16,26-26 15,-52-1-15,53 1 16,-53-26-16,26-27 16,-26 0-16,0 0 15,-26-78 17,-27-1-32,1-52 15,26 0-15,0-26 16,26 26-16,0 0 15,0 27-15,0 25 16,26 27-16,0 26 16,0-26-16,27 26 15,-1 0-15,1 0 16,25 26-16,-25 26 16,-53 1-16,0-1 15,0 1-15,0-1 16,-53 1-16,27-27 0,-26 26 15,25-25 1</inkml:trace>
  <inkml:trace contextRef="#ctx0" brushRef="#br0" timeOffset="115052.07">12096 10863 0,'26'0'16,"27"-26"-1,-1 0-15,1-1 16,-27 1-16,0 26 16,-26-26-16,0 0 15,0-1-15,-52 27 16,26 0-1,-27 0-15,1 0 16,-1 27-16,27-1 16,0 0-16,26 0 15,0 27-15,0-27 16,0 0-16,0 0 0,52-26 16,27 27-16,0-27 15,-1 0-15,-25 0 16</inkml:trace>
  <inkml:trace contextRef="#ctx0" brushRef="#br0" timeOffset="115724.79">12437 10889 0,'26'0'15,"1"-26"1,-1 0 0,26 26-16,-25-26 15,-27-1 1,0 1-16,0 0 15,-27 0 1,1 26-16,-26 0 16,-1 0-16,27 26 15,0 0-15,26 0 16,0 1-16,0-1 16,78 26-16,-25-26 15,26-26-15,-1 27 16,1-27-16,0 0 15,0 0-15,-27-27 16,0 1-16,-25 0 0,-27 0 16,0 0-16,0-1 31,-53 27-31,27 0 16,-26 0-16,25 27 15,1-1-15,0-26 16,26 26-1,0 0-15,52-26 16,1 0-16,-1 0 16,1 0-16,-1-26 0,1 0 15,-27-27-15,0 1 16,-26-1-16,0-25 16,0-1-16,-26 0 15,-27 0-15,1 27 16,-1 0-16,1-1 15,26 27-15,26 52 47,0 53-31,0-1-16,26 1 0,0 0 16,0 0-16,-26-1 15,0-25 1,27-1-16,-27 27 0,26-53 15,-26 27-15,26-1 16,-26-26-16,26-26 16</inkml:trace>
  <inkml:trace contextRef="#ctx0" brushRef="#br0" timeOffset="116039.3">13382 10784 0,'-26'0'15,"78"0"1,1-26 0,25 26-16,27 0 31,-52-26-31,-1 26 0,-26-26 0,1 26 16,-27-27-16,0-25 15,0 26-15,0-1 16,0 1-1,-27 0-15,27 0 0,27 52 32,25 26-17,-26 1 1,27 26-16,-53-27 0,0 27 16,0 26-16,-79-27 15,0 1-15</inkml:trace>
  <inkml:trace contextRef="#ctx0" brushRef="#br0" timeOffset="116463.38">18341 10443 0,'-52'53'0,"25"-1"16</inkml:trace>
  <inkml:trace contextRef="#ctx0" brushRef="#br0" timeOffset="119253.62">19522 10338 0,'0'-26'0,"0"0"15,26 26 32,53 26-47,0 26 16,26 1-16,0-1 15,-1 1-15,1-1 16,-26 1-16,0-27 16,-27 0-16,-25 27 0,-27-27 15,0 0-15</inkml:trace>
  <inkml:trace contextRef="#ctx0" brushRef="#br0" timeOffset="119520.96">20073 10207 0,'-26'-26'15,"-1"26"17,27 52-32,-52 1 15,26 25-15,0 1 16,-1-26-16,-25 25 15,26-25-15,-1-1 16,1 1-16,0-1 16,0-25-16,-1-1 15,27 0 1</inkml:trace>
  <inkml:trace contextRef="#ctx0" brushRef="#br0" timeOffset="124090.5">21437 9630 0,'0'-26'0,"0"-1"15,0 1-15,0 0 16,0 78 62,0 1-78,53 25 16,-27-25-16,0-1 15,27 1-15,-53-27 16,26 0-16,0 1 16,-26-1-16,0 0 15,0 0 1,0 1-1,0-1 1,0 0 0,-26-26-16</inkml:trace>
  <inkml:trace contextRef="#ctx0" brushRef="#br0" timeOffset="124657.11">21883 9656 0,'0'-26'16,"0"-27"-16,0 27 15,0 0-15,-26 26 16,26 52 46,26-25-46,53 25-16,0 0 16,0 1-16,-1-27 15,1 27-15,-26-27 16,-1 0-16,-26 0 16,-26 1-16,0-1 0,0 0 15,-52 0 1,-1 1-16,-25-27 15,25 0-15,27 0 16,26-27 0,0 1-1,0-26-15,52-1 16,27 1-16,-53-27 16,27 0-16,-27 27 15,0-27-15,-26 0 0,0 27 16,0-1-1,-52 27-15,-1 0 0,1 26 16,-27 0-16,27 0 16,-1 0-16,1 26 15,25 27-15,27-1 16,0 1-16,0 25 16,0 1-16</inkml:trace>
  <inkml:trace contextRef="#ctx0" brushRef="#br0" timeOffset="124971.86">21070 10601 0,'-26'0'0,"52"0"31,105 0-31,27 0 16,25 0-16,27-27 15,-26 1-15,0 26 0,-1-26 16,-25 0 0,-1 26-16,-52-27 0,0 27 15,-26-26-15,-27 26 16,-25 0-16,-54 26 31</inkml:trace>
  <inkml:trace contextRef="#ctx0" brushRef="#br0" timeOffset="125191.57">21752 10889 0,'53'0'32,"25"0"-17,1 0-15,26 0 16,0-26-16,0 26 16,-26-26-16,-27 26 15,-25 0-15,-54 0 31,-25 0-31</inkml:trace>
  <inkml:trace contextRef="#ctx0" brushRef="#br0" timeOffset="125631.64">21647 10942 0,'-26'0'0,"26"26"31,0 26-16,0-25-15,0 25 16,0-26-16,0 27 16,0-27-16,0 0 15,0 1-15,0-54 78,0 1-78,0 0 16,26-27-16,27 53 16,-1-26-16,27 0 15,-27 26-15,27-26 16,0 26-16,0 0 16,-1 26-16,1 0 0,0 27 15,0-1-15,-53 1 16,26-1-16,-52 1 15,0-27-15,-26 26 32,-79 1-32,26-27 0,-52 26 0,0-25 15,0-27-15,-27 0 16</inkml:trace>
  <inkml:trace contextRef="#ctx0" brushRef="#br0" timeOffset="129078.61">15402 12332 0,'-78'27'0,"25"-1"0,27 0 15,0-26-15,52 0 47,53-52-31,52-1-16,0-26 16,26-25-16,27-28 15,-26 1-15,25 0 16,-25-27-16,-1 27 15,-26 26-15,-26 0 16,0 27-16,-52 25 0,-1 1 16,-26 25-16,1 1 15,-54 52 813,1-26-812</inkml:trace>
  <inkml:trace contextRef="#ctx0" brushRef="#br0" timeOffset="129739.66">17029 12752 0,'-26'0'0,"0"-26"15,26 0-15,0 0 16,0-27-16,26 27 15,26 0-15,1-1 16,-1 27-16,-25 0 16,-1 0-16,0 0 15,27 0 1,-27 53-16,0-1 0,-26 1 16,0 26-16,0-27 0,-26 0 15,-27 1 1,-25-1-16,-1-25 0,26-1 15,1 0-15,26-26 16,52 0 31,53 0-47,26-26 16,0 0-16,26-27 15,0 27-15,0 0 0,0-27 16,-26 27-16,-26 26 15,-27-26-15,-25 26 16,-1-26-16,-26-1 16,-79 1-1</inkml:trace>
  <inkml:trace contextRef="#ctx0" brushRef="#br0" timeOffset="130351.88">14563 10627 0,'-27'26'0,"27"0"16,79-26 15,26 0-31,52-52 15,53-27 1,27 0-16,-1 1 0,0-1 0,0-26 16,-26 26-16,0 1 15,-26-1-15,-53 0 16,0 27-16,-52 25 16,-27 1-16,-26 0 15,1 26 1,-80 26 31,1 0-47</inkml:trace>
  <inkml:trace contextRef="#ctx0" brushRef="#br0" timeOffset="131142.9">15192 9052 0,'-26'-26'16,"0"0"-16,0 26 15,26-26-15,0 0 16,0-1-16,0 1 16,0 0-16,0 0 15,0-1-15,26 27 0,26-26 16,-25 26-16,-1 0 15,26 0-15,-25 0 16,25 26-16,-26 1 16,1 25-16,-1-26 15,-26 27-15,0-1 16,0 1-16,-53-1 16,1 1-16,-27-1 15,0 1-15,27-27 16,-1 26-16,1-25 0,26-27 15,26 26-15,52-26 47,1 0-31,52-26-16,0 26 16,0-27-16,-1 1 15,1 0-15,0 0 16,-26 26-16,0-27 15,-27 27-15,-25-26 16,-27 52 15,-27 1-15</inkml:trace>
  <inkml:trace contextRef="#ctx0" brushRef="#br0" timeOffset="131488.51">16189 8869 0,'0'-26'0,"0"-1"0,0 1 31,0 52 0,0 27-15,0-27-16,53 0 15,-27-26-15,27 27 16,-1-1-16,27-26 16,0 26-16,-27-26 15,27 26-15,-27-26 16,1 26-16,-27 1 16,0-27-16,-26 26 15,0 0-15,0 0 0,-26 1 16,-27-1-16,-25 0 15,-1 0-15,27 1 16,-1-1-16,1 0 16,-1-26-16,1 0 15,25 0 1</inkml:trace>
  <inkml:trace contextRef="#ctx0" brushRef="#br0" timeOffset="131787">16242 8843 0,'0'-27'0,"26"1"31,27 26-31,25-26 16,1 0-16,0-1 16,26 1-16,0-26 15,-27 25-15,27 1 16,-52 0-16,-1 0 15,-52-1 1,0 54 47,0-1-48</inkml:trace>
  <inkml:trace contextRef="#ctx0" brushRef="#br0" timeOffset="132541.43">22881 10627 0,'0'-26'0,"-79"52"32,-26 53-17,-53 52-15,1 0 16,-27 26-16,27 1 16,-27 26-16,-26-27 15,0 27-15,-26-27 16,0-26-16</inkml:trace>
  <inkml:trace contextRef="#ctx0" brushRef="#br0" timeOffset="133092.26">14405 9472 0,'105'0'32,"26"0"-32,53-52 15,26-1-15,52-25 16,1-27-16,-1 0 16,1 26-16,-27-26 15,-53 26-15,1 1 16,-79 25-16,-26 27 15,-53 0-15,-79 26 16,-78 0-16,-52 26 16</inkml:trace>
  <inkml:trace contextRef="#ctx0" brushRef="#br0" timeOffset="133421.44">14405 7950 0,'-52'-26'0,"-1"26"16,27 0-16,26 26 31,52 1-31,53 25 15,0-26-15,0 27 16,-26-27-16,26 27 16,-26-27-16,-53 26 15,26-25-15,-52-1 16,-52 0 0,-27 0-1,1 27-15,-1-27 0,0 0 16,0-26-16</inkml:trace>
  <inkml:trace contextRef="#ctx0" brushRef="#br0" timeOffset="133625.84">14510 7950 0,'26'-52'0,"27"-1"15,26-25-15,26 25 0,-1-25 16,1 51-16,0-25 15,-26 26-15,-26 26 16,-27 0 0,0 0-1,-26 78-15,0-25 0,0 52 16</inkml:trace>
  <inkml:trace contextRef="#ctx0" brushRef="#br0" timeOffset="134097.12">18131 12044 0,'-26'0'0,"0"0"16,-53 79-16,-52 52 16,-27 26-16,-52 53 15,1-26-15,-28 26 16,27-27-16,1-25 0,51-1 15,27-26-15,26-26 16,26-52-16,53-27 16</inkml:trace>
  <inkml:trace contextRef="#ctx0" brushRef="#br0" timeOffset="134488.65">22330 8790 0,'26'-52'16,"-26"25"0,-79 106 15,-52 0-31,-53 52 0,1-26 16,25 26-1,-26-26-15,27 0 0,0 26 16,-1-26-16,53-26 15,0 0-15,26-27 16</inkml:trace>
  <inkml:trace contextRef="#ctx0" brushRef="#br0" timeOffset="134993.31">21490 7977 0,'0'-53'0,"0"27"16,0 0-16,-26-1 0,-27 1 15,-52 26 1,26 0-16,-25 0 0,25 53 16,26-1-16,27-26 15,26 27-15,0-27 16,0 0-16,26-26 16,53 0-16,0 0 15,-1 0-15,1-26 16,-26 0-16,25-27 15,-25 27-15,-27 0 16,0 0-16,-26-1 16,27 54 15,-1 25-15,0 27-1,0 0-15,27-27 0,-27 27 16,0-27-16,1 1 15,-1-1-15,-26 1 16,0-27-16,0 26 16,-26 1-16,-27-1 15,-52-25-15</inkml:trace>
  <inkml:trace contextRef="#ctx0" brushRef="#br0" timeOffset="135495.21">14038 8108 0,'0'-79'16,"0"-26"-16,0 0 16,105-26-16,52 0 15,53-53-15,79 27 16,78-27-16,79 0 0,53 27 16,78 26-16,0 26 15,1 26-15,-27 53 16,-27 52-16,-78 27 15,-26 51-15,-79 28 16,-78-27-16,-53 26 16,-105-26-16,-27-26 15,-78 25-15,0 1 16,-78 0-16</inkml:trace>
  <inkml:trace contextRef="#ctx0" brushRef="#br0" timeOffset="136201.51">15560 15324 0,'-27'0'0,"54"0"31,51-26-31,27-1 16,27 1-16,-27 0 15,-27 0-15,1 26 16,-53 0-16,-52 26 31,-26 0-31</inkml:trace>
  <inkml:trace contextRef="#ctx0" brushRef="#br0" timeOffset="136394.62">15612 15507 0,'-26'0'15,"52"0"16,0 0-15,53 0-16,26-26 16,0 0-16,0 0 15,0 26-15,0-27 16,-53 1-16,27 0 16</inkml:trace>
  <inkml:trace contextRef="#ctx0" brushRef="#br0" timeOffset="136829.53">16137 14983 0,'-26'-27'0,"26"54"78,26-1-62,0 0-16,27 0 16,-1-26-16,-26 0 15,27 27-15,-27-27 16,0 0-16,1 26 15,-1-26-15,0 0 16,0 26 0,-26 0-16,0 27 15,0-1-15,0 27 16,0 26-16,-26-26 16,0 26-16,-27-27 15,27 1-15,26-26 16,0-1-1,0 1-15,0-27 0,53 0 16</inkml:trace>
  <inkml:trace contextRef="#ctx0" brushRef="#br0" timeOffset="137349.97">17082 14825 0,'0'-26'0,"-27"0"16,27 52 31,0 26-32,0 1-15,27 26 16,25-53-16,-26 26 0,27-25 15,-1-1-15,1 0 16,-27-26-16,26 0 16,-25 0-16,25 0 15,-26-52-15,1 25 16,-1-25-16,0-27 16,-26 27-16,0 25 15,0 1-15,0 0 16,0 52 46,0 27-46,0 25-16,0-25 16,26-1-16,-26 1 0,27-1 15,-27 1-15,26-27 16,-26 27-1,0-27-15,26-26 0,-26 26 0,26 0 16</inkml:trace>
  <inkml:trace contextRef="#ctx0" brushRef="#br0" timeOffset="137554.18">18052 14825 0,'-26'-26'16,"79"26"15,25-26 1,1 26-32,-26 0 0,-1 0 0,-26 0 15</inkml:trace>
  <inkml:trace contextRef="#ctx0" brushRef="#br0" timeOffset="137978.93">18052 14825 0,'0'26'31,"0"27"-31,0-1 0,0 1 15,0-1-15,0 1 32,0-27-32,0 27 0,0-27 0,0 0 15,0-52 32,0 0-31,27-1-1,-1-25 1,26 26-16,1-1 0,-1 1 16,1 0-16,-1 26 15,1 0-15,-1 0 16,-25 0-16,25 52 16,1-25-16,-53 25 15,26 1-15,-26-1 16,0-26-16,-26 27 15,-53-27-15,26 0 16,-25 0-16,-1 1 16,0-1-16,27-26 15,-27 0-15</inkml:trace>
  <inkml:trace contextRef="#ctx0" brushRef="#br0" timeOffset="138278.47">18918 14589 0,'0'26'47,"0"53"-32,27-27-15,-1 27 16,0 0-16,0 0 16,1-27-16,-1 1 15,-26-27-15,0 26 16,0-25 0</inkml:trace>
  <inkml:trace contextRef="#ctx0" brushRef="#br0" timeOffset="138529.59">19364 14668 0,'-52'0'16,"0"0"-16,-27 0 16,26 26-16,1 26 15,26-25-15,-1 25 16,27-26-16,0 27 15,0-27-15,53 27 16,-1-27-16,1 0 0,26 0 16,-1-26-1,1 0-15,0 0 0,-1 0 16,-25-26-16,-1 0 16,-25-27-16,-1 1 15</inkml:trace>
  <inkml:trace contextRef="#ctx0" brushRef="#br0" timeOffset="139299.38">19706 14694 0,'-27'0'16,"27"26"15,0 27-15,0-27-16,0 26 0,27-25 15,-1 25-15,-26-26 16,0 1-1,0-80 32,0 1-47,-26-1 16,26 1-16,0 25 16,0-25-16,52 26 15,-26 26 1,27 0-16,-27 0 15,27 0-15,-1 52 0,27 1 16,-53-27-16,26 26 16,-25-25-16,-1-1 15,-26-79 48,0 1-63,0-1 15,0 27-15,0 0 16,26 0-16,0 26 31,27 26-15,-27 26-16,27 1 16,-1-27-16,1 0 15,-27 1-15,26-1 16,-26-26-16,1 0 15,-1 0-15,-26-26 16,26-27-16,-26 1 16,0-1-16,0 1 15,0-1-15,0 1 16,0 26-16,0-1 16,-26 27-16,26 27 31,0 25-16,0 27-15,52-1 16,-25 27 0,25-26-16,-26 0 0,1 0 15,-1-27-15,0 1 16,0-1-16,-26 1 16,0-27-16,-26-52 31</inkml:trace>
  <inkml:trace contextRef="#ctx0" brushRef="#br0" timeOffset="139457.17">20703 14510 0,'26'-52'16,"26"26"-16,27 26 16,-26-27-16,-1 27 15,27 0 1,-53 27-16,0-1 0,-26 0 15,0 27-15,-78 25 0,-54-25 16,1 25-16</inkml:trace>
  <inkml:trace contextRef="#ctx0" brushRef="#br0" timeOffset="140000.56">21254 13749 0,'-27'-26'16,"27"79"31,0 25-47,0 1 0,0 26 15,27-26-15,-1 26 16,0-27-16,-26-25 16,26-1-16,1-25 0,-1-27 31,0 0-16,0-53-15,27 1 16,-27 25-16,0 1 16,1 26-16,-1 0 15,26 0 1,1 26-16,26 1 16,-27-1-16,27 0 15,-1-26 1,-25 0-16,26 0 0,-27-26 15,1 0-15,-1-1 16,-26-25-16,-26-1 0,0 1 16,-26-1-16,-53 27 15,-26 26-15</inkml:trace>
  <inkml:trace contextRef="#ctx0" brushRef="#br0" timeOffset="140367.14">15114 16452 0,'-315'53'0,"26"-1"16,105-26 0,79 1-16,158-27 15,209-27-15,237-51 16,183-27-16,158-53 16,157 1-16,105-27 15,0 27-15,0-27 16,-105 26-16,-131 27 15,-184 26-15,-183 27 0,-210 25 16,-184 27-16,-132 0 16,-183 26-16,-131 0 15</inkml:trace>
  <inkml:trace contextRef="#ctx0" brushRef="#br0" timeOffset="142834.57">13119 9446 0,'-183'-26'0,"-53"26"16,-79 0-16,-79 0 15,-78 52 1,-53 80-16,-52 51 0,-1 27 16,27 79-16,53-1 15,131-25-15,130-1 16,159-26-16,130-26 15,211-52-15,156-1 16,132-78-16,105-27 16,79-25-16,0-54 15,0-51-15,-53-54 16,-105-25-16,-131-27 0,-131-52 16,-184-26-16,-131-27 15,-131 0-15,-210 1 16,-158 52-16,-130 78 31,-80 27-31,-52 79 0</inkml:trace>
  <inkml:trace contextRef="#ctx0" brushRef="#br0" timeOffset="145851.38">1207 6822 0,'-79'26'15,"53"1"-15,-1-27 16,54-53-1,78-26-15,52-26 16,79-52-16,0 0 16,53-1-1,26 1-15,-26 25 0,-53-25 0,-26 52 16,-53 26-16,-52 1 16,-53 51-16,-25 27 15,-80 0 16,-78 79-15,0 0-16,-27 52 0,-25 0 16,-27 0-16</inkml:trace>
  <inkml:trace contextRef="#ctx0" brushRef="#br0" timeOffset="146039.81">1102 6796 0,'-79'52'15,"0"-25"-15,132-54 31,78-25-31,105-53 16,53-26-16,78-27 16,0-25-16,27 25 15,-53-26-15,-26 27 16,-53 0-16,-78 25 16,-79 1-1,-53-26-15,-52 26 0</inkml:trace>
  <inkml:trace contextRef="#ctx0" brushRef="#br0" timeOffset="197544.62">17528 8948 0,'-184'0'0,"-26"0"0,-79 0 0,1 26 31,-27 26-31,-52 27 0,-1 26 0,1 0 31,26 52-31,26 1 16,52-1-16,106 1 15,52-1-15,105 1 16,53-27-16,104-26 16,105-27-16,106-25 0,104-27 15,27-26 1,104-26-16,-26-79 0,1 0 15,-1-26-15,-105 0 16,-52-27-16,-131 1 16,-106-27-16,-104 0 15,-79 1-15,-157-1 16,-106 27-16,-104 25 16,-105 80-16,-79 52 15,-53 52-15,-26 53 16,1 53-16,51-1 15</inkml:trace>
  <inkml:trace contextRef="#ctx0" brushRef="#br0" timeOffset="198695.69">18761 10679 0,'-53'-26'0,"-51"0"0,-1 0 15,-27-1-15,-51 27 16,-27 0-16,0 27 16,-53 51-16,-25 1 15,-27 52-15,0 53 16,26 0-16,80-1 16,51 1-16,106-27 15,52 1-15,52-1 16,158-26-1,52-26-15,106-26 0,52-53 16,78-26-16,1-26 0,-1-53 16,-25-52-1,-54 0-15,-77-53 0,-80 1 16,-131-27-16,-131 0 16,-105 0-16,-183 0 15,-80 53-15,-78 52 16,-26 26-16,-1 79 15,-51 26-15,51 27 16</inkml:trace>
  <inkml:trace contextRef="#ctx0" brushRef="#br0" timeOffset="201349.28">22015 13776 0,'-53'-105'0,"-26"0"15,1 26-15,-27 0 16,-79 27-16,-52-1 15,-53 53-15,-104 0 0,-80 79 16,-51 26 0,-80 52-16,-52 53 0,-52 26 15,25 27-15,-25 26 16,78 52-16,105 0 16,132-26-16,183 0 31,157-79-31,80-26 0,209-79 0,184-52 15,131-53 1,183-52-16,132-53 0,79-79 16,52-52-16,0-26 15,-78 0-15,-80-26 0,-157-1 16,-157-25 0,-184 25-16,-209-25 0,-159 25 15,-288 27-15,-236 52 16,-262 132-16,-210 52 15,-132 157-15,-78 53 16,-53 79-16</inkml:trace>
  <inkml:trace contextRef="#ctx0" brushRef="#br0" timeOffset="-198527.69">7557 3988 0,'-79'26'0,"26"-26"0,27 0 16,79 0 15,52 0-15,26 0-16,52 0 15,1 0-15,0 0 16,0-26-16,-27 0 15,-26 0-15,0 26 16,-52 0-16,-26-26 0,-27 26 16</inkml:trace>
  <inkml:trace contextRef="#ctx0" brushRef="#br0" timeOffset="-198354.04">8134 4041 0,'-131'26'0,"78"-26"15,1 26-15,25-26 16,54 0 0,104 0-16,26 0 15,53-26-15,0 0 16,26-1-16,1 1 0</inkml:trace>
  <inkml:trace contextRef="#ctx0" brushRef="#br0" timeOffset="-197143.64">19758 3280 0,'26'-26'0,"-26"-1"0,0 1 16,0 0-16,-78-27 15,-1 27-15,-26 0 16,-26-27-16,-27 27 0,-52 26 16,-26 0-16,-79 0 15,-78 0 1,-1 53-16,-52-1 0,0 53 16,52 26-16,80 0 15,51 1-15,79 25 16,53 27-16,131-27 15,0 1-15,184-27 16,78-26 0,132-27-16,52-51 15,105-27-15,26-27 0,1-25 0,-1-53 16,-26-52 0,-79-1-16,-26-25 0,-157-1 15,-79 0-15,-131 27 31,-79-1-31,-158 27 0,-131 52 16,-104 53 0,-106 26-16,-78 0 15,-105 79-15</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27:25.975"/>
    </inkml:context>
    <inkml:brush xml:id="br0">
      <inkml:brushProperty name="width" value="0.05292" units="cm"/>
      <inkml:brushProperty name="height" value="0.05292" units="cm"/>
      <inkml:brushProperty name="color" value="#FF0000"/>
    </inkml:brush>
  </inkml:definitions>
  <inkml:trace contextRef="#ctx0" brushRef="#br0">5379 5012 0,'-105'0'0,"0"26"15,52-26-15,27 0 16,0 0-16,26 26 15,79-26-15,26 0 16,78 26-16,27-26 16,26 0-16,27 0 15,-1-26-15,-26 0 16,-52 26-16,0-26 16,-53 26-16,-53-27 0,-51 27 15,-1 0-15,-52 27 63</inkml:trace>
  <inkml:trace contextRef="#ctx0" brushRef="#br0" timeOffset="1146.99">12936 6297 0,'-26'-26'15,"26"0"1,0 52 46,0 53-46,0-27-16,0 27 16,0 0-16,0-1 15,0 1-15,0 0 16,0-27-16,0 1 16,26-1-16,-26-25 15,0-1-15,0 0 16,26-26 15,0-26-15,-26 0-1,26-1-15</inkml:trace>
  <inkml:trace contextRef="#ctx0" brushRef="#br0" timeOffset="1590.53">13014 6350 0,'-26'-26'16,"-26"26"-16,26-27 15,-1 27 1,54 0 31,25 27-32,27-1-15,-1-26 16,1 52-16,26-25 16,0-1-16,0 0 15,26 0-15,-26 27 16,-26-27-16,0 0 16,-27 27-16,1-27 0,-27 26 15,-26 1-15,0-1 16,-26-25-16,-27 25 15,-26 1 1,-26-27-16,0 26 0,0-25 16,1-1-1,-1-26-15,0 26 0,0-26 16,26 0 0,26 0-16,1 0 0,26 0 0,52 0 31,53-26-16</inkml:trace>
  <inkml:trace contextRef="#ctx0" brushRef="#br0" timeOffset="1890.91">14563 6875 0,'-27'-27'0,"1"27"16,79-26 15,25 26-15,1 0-16,26-26 15,-26 26-15,-1-26 0,-25 26 16,-1 0-16,-25 0 16,-27 26-1</inkml:trace>
  <inkml:trace contextRef="#ctx0" brushRef="#br0" timeOffset="2060.71">14563 7058 0,'-27'0'0,"80"0"32,26-26-32,26 0 15,-1 26 1,1-26-16,0-1 0,0 1 16,-26 26-16</inkml:trace>
  <inkml:trace contextRef="#ctx0" brushRef="#br0" timeOffset="2531.92">16399 6507 0,'0'-26'15,"-26"0"-15,0 0 16,26-1-16,-53 27 16,27 0-16,-26 0 15,-1 0-15,1 0 16,-1 27-16,1-1 16,26 0-16,-1 0 15,27 27-15,0-27 16,27 0-16,51 0 15,1 27-15,0-53 16,-1 26-16,27 0 16,-26 1-16,-26-1 15,-1 0-15,-26 27 0,-26-27 16,0 0-16,0 0 16,-52 1-16,-1-1 15,-25 0-15,-1-26 16,0 26-16,0-26 15,1 0-15,-1 0 16,27-26-16,25 0 16,1 0-16,26-1 15,0-25-15,53 26 16</inkml:trace>
  <inkml:trace contextRef="#ctx0" brushRef="#br0" timeOffset="2829.8">17213 6586 0,'0'-26'16,"26"-1"-16,-26-25 16,26 52-16,-26-26 15,0 78 16,-52 1-31,-1 25 16,1 1-16,-1-26 16,1 25-16,26-25 15,-1-1-15,1-25 16,0-1-16,0 0 16</inkml:trace>
  <inkml:trace contextRef="#ctx0" brushRef="#br0" timeOffset="3049.87">16872 6638 0,'0'-26'0,"0"0"16,52 52 31,27 27-47,0-1 15,-1 27-15,1-27 16,0 1-16,-27-1 16,1 1-16,-1-1 15,1-25-15,-27 25 0,-26-26 16,0 0 0</inkml:trace>
  <inkml:trace contextRef="#ctx0" brushRef="#br0" timeOffset="3348.18">18367 6560 0,'-52'-53'16,"26"27"-16,-1 0 16,1 0-16,26 52 46,0 26-46,0 27 16,0 0-16,0-1 16,0 1-16,0 0 15,0 0-15,0-27 16,0 1-16,0-27 16,0 0-1,0 0-15,0-52 31</inkml:trace>
  <inkml:trace contextRef="#ctx0" brushRef="#br0" timeOffset="3583.3">17685 6507 0,'-52'-26'15,"25"26"-15,27-26 16,27 26-1,51 0 1,54 26-16,25-26 16,-26 0-16,27 0 15,-27 0-15,-26 0 0,0 0 16,-53 0 0,1 0-16,-80 26 15</inkml:trace>
  <inkml:trace contextRef="#ctx0" brushRef="#br0" timeOffset="15764.43">10915 8633 0,'-26'-27'16,"26"1"-1,0 0-15,53 0 0,-1-1 16,0 1-16,1 26 16,-1 0-16,1 0 15,-1 0-15,27 26 16,-26 1-16,-27 51 16,0-25-16,0-1 15,-26 27-15,0-26 16,-26-1-16,-26 1 15,-27-27-15,0 0 16,27 0-16,-27-26 0,26 0 16,1 0-16,26-26 15</inkml:trace>
  <inkml:trace contextRef="#ctx0" brushRef="#br0" timeOffset="17065.03">11519 8423 0,'0'-27'16,"0"1"-1,-26 79 32,-1-1-47,1 1 16,26 25-16,0-25 15,0 26-15,0-27 16,79 1-16,0-27 16,25 0-16,1 0 15,0-26-15,-26 0 16,0 0-16,-27-26 16,1 26-16,-27-26 15,-52 52 985,0-26-984</inkml:trace>
  <inkml:trace contextRef="#ctx0" brushRef="#br0" timeOffset="18642.3">5011 5195 0,'-26'0'16,"52"0"15,79 0-31,79 0 16,52 0-16,53 0 15,-1 0-15,1 0 16,26 0-16,-53 0 16,-26-26-16,-52 26 0,-26 0 15,-53 0-15,-27-26 16,-51 26-16,-1 0 16,-79 0 46,-25 0-46,-27 0-16,-27 0 15,1 0-15</inkml:trace>
  <inkml:trace contextRef="#ctx0" brushRef="#br0" timeOffset="19334.77">4854 5169 0,'-53'0'15,"27"0"-15,105 0 47,52 0-47,27 0 0,51 0 16,1-26-16,27 26 15,-1 0-15,26-26 16,27-1-16,-27 27 16,-26 0-16,-52-26 15,-27 26 1,-25-26-16,-27 26 0,-27-26 15,-25 26-15,-1 0 16,-26 0-16,1 0 328</inkml:trace>
  <inkml:trace contextRef="#ctx0" brushRef="#br0" timeOffset="20148.72">10915 4985 0,'-183'27'0,"25"-27"16,53 26-16,26-26 16,53 26-16,79 0 31,130 1-31,80-1 15,52-26-15,78 0 16,27 0-16,26-26 16,27-1-16,25 1 15,-26 26-15,-26-26 0,1 0 16,-54 26 0,-26-27-16,-52 1 0,-78 0 15,-106 0-15,-79 26 16,-26 0-16,-52 0 15,-79 0 1,-78 0-16,-80 0 16,-25 0-16,-54 26 15,1 0-15</inkml:trace>
  <inkml:trace contextRef="#ctx0" brushRef="#br0" timeOffset="20462.98">10653 5195 0,'-184'0'0,"53"26"16,79-26-16,25 0 0,158 0 15,79 0 1,105 0-16,79 0 16,52-26-16,26-26 15,27 26-15,-1-1 16,1-25-16,-27 52 15,-26-26-15,-52-1 0,-53 1 16,-52 26-16,-79-26 16,-53 26-16,-78 0 15,-53 0-15,-52 0 32,-79 26-17,0 0 1,-53-26-16</inkml:trace>
  <inkml:trace contextRef="#ctx0" brushRef="#br0" timeOffset="27368.09">12332 8843 0,'-26'0'0,"26"-27"47,52 27-31,1 0-1,26 0-15,52 0 0,0-26 16,27 0-16,-27 0 16,0-1-16,-26 27 15,-26-26-15,-1 26 0,-130 0 47,-27 26-47</inkml:trace>
  <inkml:trace contextRef="#ctx0" brushRef="#br0" timeOffset="27666.73">12621 8449 0,'0'-53'0,"0"27"16,0 0-16,0 0 15,0 52 17,0 26-17,26 27-15,0 26 16,1 0-16,-1 0 16,0-26-1,0 26-15,1-27 0,-1-25 16,-26-1-16,26 1 15,0-27-15,-26 0 16,27-26 15,-27-26-15</inkml:trace>
  <inkml:trace contextRef="#ctx0" brushRef="#br0" timeOffset="28169.64">13592 8659 0,'-53'0'0,"27"0"0,26-26 31,0-1-15,0 1 0,0-26-16,26 52 15,27-27-15,-27 27 16,26 0-16,1 0 16,-1 0-16,1 0 15,-27 53-15,27-1 16,-53 1-16,26 26 15,-26-27-15,-26 27 16,-27 0-16,1-27 0,-1 0 16,1-25-16,-1-1 15,27 0-15,0-26 16,-1 0-16,80 0 62,-1 0-46,27 0-16,0 0 16,26 0-16,0-26 15,0 26-15,0-26 16,-27 26-16,-25-27 0,-1 1 16</inkml:trace>
  <inkml:trace contextRef="#ctx0" brushRef="#br0" timeOffset="28421.15">14484 8659 0,'-26'0'16,"26"-26"-16,0-1 16,26 1-1,0 26-15,27-26 0,-1 26 16,1 26-16,-1 0 15,1 27-15,-27-27 16,0 27-16,-26-1 16,0 1-16,0-1 15,-52 1-15,-27-1 16,26 0-16,-25 1 16,25-27-16,1 0 15</inkml:trace>
  <inkml:trace contextRef="#ctx0" brushRef="#br0" timeOffset="28704.23">14956 8580 0,'0'-26'16,"0"0"-16,0-1 31,-26 27-31,0 53 31,-1-1-31,1 27 16,0 0-16,26-27 16,0 27-16,0-26 15,0-1-15,26-26 0,27 0 16,-1 1-16,1-1 16,25-26-16,-25 0 15,-1 0-15,1 0 16,-1 0-16,-25-26 15</inkml:trace>
  <inkml:trace contextRef="#ctx0" brushRef="#br0" timeOffset="29017.93">16032 8869 0,'-52'0'16,"-1"0"-16,27 0 16,78 0 15,1 0-31,26 26 16,-1-26-16,27 0 15,-26 0-15,26 0 16,-53 0-16,27 0 15,-53-26-15,1 26 0,-1 0 16,-79 0 15,1 26-15</inkml:trace>
  <inkml:trace contextRef="#ctx0" brushRef="#br0" timeOffset="29268.81">15953 9079 0,'53'0'47,"26"0"-47,-1 0 0,27 0 16,0 0-16,0 0 16,-26-27-16,-27 27 15,1-26-15,-27 26 16,-78 0 31,-1 0-47</inkml:trace>
  <inkml:trace contextRef="#ctx0" brushRef="#br0" timeOffset="31115.95">15009 1968 0,'-27'-26'0,"-25"-1"15,-1 1-15,-25 26 16,-27-26-16,-26 26 0,-1 0 16,-25 26-16,0 27 15,-27 25-15,0-25 16,53 25-16,26 1 15,0 26-15,26 0 16,27 26-16,26-26 16,26 26-16,0-26 15,52 0-15,27 0 16,52-26-16,0 0 16,79-27-16,0-26 15,26-26-15,27 0 0,-1-26 16,53-26-1,-26-1-15,-27-25 0,-26-1 16,-52-26-16,-27-26 16,-52-1-16,-26 1 15,-79 0-15,0 0 16,-79 0-16,-52 26 16,-53 26-16,-26 0 15,-52 53-15,-27 0 16,1 26-16,-1 0 15,27 52-15,25 1 0,-25 25 16</inkml:trace>
  <inkml:trace contextRef="#ctx0" brushRef="#br0" timeOffset="32135.92">17292 8659 0,'52'0'16,"53"0"-1,26 0-15,0 0 16,1 0-16,-27 0 15,-53 0-15,0-26 32,-25 26-32,-27-27 0,-27 27 15,1-26 1,0 26-16,0-26 16,0 26-16,26 52 62,0 27-62,-27 26 16,27 0-16,0-26 15,0 26-15,-26-27 16,26 1-16,-26-26 16,26-1-16,0 1 15,0-27-15,0 0 16,26-78 31,-26-1-32</inkml:trace>
  <inkml:trace contextRef="#ctx0" brushRef="#br0" timeOffset="32703.78">18577 8895 0,'-26'0'0,"0"0"0,0 0 16,-1 0 0,1 0-16,26-26 0,0 0 15,0-1-15,0 1 16,0-26-16,0-1 15,0 27-15,26 0 16,27-1-16,-1 27 16,1-26-16,-27 26 15,26 0-15,-25 26 16,-1 1-16,0 25 16,0 1-16,-26 25 15,0 1-15,0-26 16,-52 25-16,-27-25 0,1 25 15,-27-25-15,26-1 16,0-25-16,27-1 16,25 0-16,80-26 62,26 0-62,-1 0 16,1 0-16,0-26 15,-1 26-15,27 0 0,-26 0 16,-26 0 0,-1 0-16,-26 0 0,1 0 15</inkml:trace>
  <inkml:trace contextRef="#ctx0" brushRef="#br0" timeOffset="33018.01">19207 8764 0,'-26'-26'0,"26"-1"16,26 27 15,27 27-15,25 25-16,27 1 16,-26-1-16,26 1 0,0 25 15,-53-52-15,27 27 16,-26-27-16,-27 0 15,0 1-15,0-27 16,0 26-16,1-26 16</inkml:trace>
  <inkml:trace contextRef="#ctx0" brushRef="#br0" timeOffset="33318.18">19916 8685 0,'-27'0'16,"1"-26"-16,0 26 31,0 52 1,-1 1-32,-25 26 15,-1 26-15,27-27 16,0 1-16,-27 0 15,27-1-15,-26-25 0,25-27 16,27 27-16,0-27 16,0 0-1,-26-52 32,0 0-31</inkml:trace>
  <inkml:trace contextRef="#ctx0" brushRef="#br0" timeOffset="36152.55">6087 5825 0,'-52'0'0,"-1"-52"15,53 25-15,0 1 16,0-26-16,53 25 16,52 1-16,-27 0 0,27 26 15,-26 0 1,0 0-16,-27 52 0,-25 27 16,-1 0-16,-26 26 15,0 26-15,-53 0 16,1 0-16,-1 1 15,1-1-15,26-26 16,26 0-16,0 0 16,26-53-16,26 1 15,1-1-15,26-26 0,-27 1 16,0-27-16,-25 0 16,-1 0-16,0 0 15,-26-27 1,-26 27 15,0 0-31,-53 0 16,27 27-16,-27-1 15,26 52-15,1-25 16,-1 52-16,1-26 16,26 26-16,26 0 15,0-1-15,0 28 16,0-27-16,0 0 0,0 0 15,26 26-15,0-26 16,-26 0-16,26 0 16,-26 0-16,27 0 15,-27-27-15,0 27 16,0-26-16,0 0 16,0-1-16,-27 1 15,1-26-15,0-1 16,0-26-16,-1 1 15,1-1-15,0 0 0,26 0 16,-26-26 0,26 27 15,-27-27 235,1 0-220,0 0 48,0 0 312,26-27 141,-27 1-547,-25 0 16,0-27-16</inkml:trace>
  <inkml:trace contextRef="#ctx0" brushRef="#br0" timeOffset="37506.96">20703 8239 0,'-27'-26'16,"1"26"-16,-26 0 16,25 0-1,1 26 1,26 0 0,0 1-16,0-1 0,0 0 15,26 26 1,27-25-16,26-1 0,26 26 15,0-25-15,0-1 16,0-26-16,-27 26 16,-25 0-16,-27 1 15,0-27-15,-26 26 16,-79 0 0,1 0-16,-27 1 15,0-1-15,26 0 16,0-26-16,27 26 15,-1-26 1,27 0-16,26-26 0,-26-26 0</inkml:trace>
  <inkml:trace contextRef="#ctx0" brushRef="#br0" timeOffset="37742.47">20703 8239 0,'-27'-26'15,"1"26"-15,52 0 32,27 0-17,26 0 1,26 0-16,-27 0 0,27 0 16,-26 0-16,0-26 15,-27 26-15,1 0 16,-1 0-16,-26 0 15,-26 26 1</inkml:trace>
  <inkml:trace contextRef="#ctx0" brushRef="#br0" timeOffset="38707.15">20125 9289 0,'-26'0'16,"0"0"-16,0 0 16,52 0 15,0 0-31,53 0 16,26 0-16,52 0 15,-26 0-15,27 0 16,-1 0-16,-25 0 15,25 0 1,-52 0-16,26 0 16,-52 0-16,-27 0 0,1 0 0,-27 0 15,0 0 642</inkml:trace>
  <inkml:trace contextRef="#ctx0" brushRef="#br0" timeOffset="39101.08">20493 9840 0,'-26'0'15,"26"-27"-15,0 54 47,0-1-47,0 53 0,26-1 16,-26-25-16,26 26 15,0-27-15,-26 1 16,26-1-16,-26-26 16,0 0-16,0 1 15,0-1-15,0 0 16</inkml:trace>
  <inkml:trace contextRef="#ctx0" brushRef="#br0" timeOffset="39618.8">21018 9945 0,'0'-53'16,"26"27"-16,-26 0 15,-26 26 17,-1 26-17,-25 0-15,-1 0 16,1 27-16,52-27 16,0 27-16,0-27 15,26 26-15,27 1 0,25-27 16,1 27-16,0-27 15,-27 0-15,1 0 16,-27-26-16,-26 26 31,-53 1-15,-25-27-16,25 26 16,-25-26-16,25 0 15,27 0-15,0 0 16,26-53-1,0 27-15,26-26 16,26-1-16,27 1 0,-26-1 16,-1 1-16,0-27 15,1 27-15,-53-27 16,26 53-16,-26-27 16,0 27-16,-26 26 15,0-26-15,-1 26 16,1 0-1,0 26-15,0 0 16,0 0-16,26 1 16</inkml:trace>
  <inkml:trace contextRef="#ctx0" brushRef="#br0" timeOffset="40011.39">22435 8764 0,'-27'0'15,"27"-26"-15,27 26 47,25 0-47,0 52 31,1-26-31,26 27 0,-27-1 0,27 27 32,0-27-32,-27-25 15,1 25-15,-1-26 0,-26 1 0,0-1 16,-26 0-16,27-26 15,-27 26 1</inkml:trace>
  <inkml:trace contextRef="#ctx0" brushRef="#br0" timeOffset="40262.42">22959 8711 0,'-26'0'0,"26"-26"16,-26 26 15,0 26-15,-1 53-16,1 0 0,-26 0 16,-1-1-1,27-25-15,-27 25 0,27-25 16,0-1-16,0 1 15,26-27-15,0 0 16,-27 1-16,27-1 16</inkml:trace>
  <inkml:trace contextRef="#ctx0" brushRef="#br0" timeOffset="40561.18">23353 8580 0,'0'-26'0,"0"0"15,0 52 32,26 53-31,-26-1-16,0 1 15,26-26-15,-26 25 16,0-25-16,27-1 0,-27-26 16,0 1-16,0-1 15,0 0-15,26-26 16,0 0 15</inkml:trace>
  <inkml:trace contextRef="#ctx0" brushRef="#br0" timeOffset="40970.5">23668 8711 0,'0'-26'0,"0"0"0,0 0 15,0 52 32,0 0-31,0 27-16,0-27 15,0 0-15,0 0 16,0 1 0,26-27-1,0 0 1,27 0 0,-1 0-16,1 0 15,-1 0-15,1 0 0,-1 0 16,1 0-16,-27 52 15,26-26-15,-52 27 16,0-1-16,0-26 16,0 1-16,0-1 15,-52 0-15,-1 0 16,1 1-16,-1-27 16,1 0-16,-1 26 15,27-26-15,-26-26 16,25-1-16,1 1 0</inkml:trace>
  <inkml:trace contextRef="#ctx0" brushRef="#br0" timeOffset="41253.41">23773 8554 0,'-27'0'15,"27"-26"32,53 26-31,26 0-16,-1 0 15,27 0-15,-26-27 0,0 27 16,-27 0-16,1-26 16,-1 26-16,-78 0 62,-53 0-62</inkml:trace>
  <inkml:trace contextRef="#ctx0" brushRef="#br0" timeOffset="43292.61">21936 9499 0,'0'-27'0,"0"1"16,0 0-16,0 0 16,-26 26 15,-53 26-31,-52 53 15,-79 52-15,-26 52 16,0-25-16,-1 26 16,1-27-16,-26 27 15,26-27-15,0 1 16,26-27-16,0 0 16</inkml:trace>
  <inkml:trace contextRef="#ctx0" brushRef="#br0" timeOffset="43878.57">19364 8370 0,'-52'0'31,"-27"53"-15,-52 78-16,-26 26 15,-53 53-15,-26-26 16,-27 26-16,1 26 15,-27-26-15,53-26 16,26-27-16,26-26 16,27-52-16</inkml:trace>
  <inkml:trace contextRef="#ctx0" brushRef="#br0" timeOffset="44942.37">18341 7662 0,'0'-53'16,"0"27"-16,26 0 16,-52 52 93,0 27-93,-27 25-16,27-25 15,-26-1-15,25 1 16,1-1-16,0-26 16,0 1-16,26-1 15,52-26 16,1 26-15,25-26-16,1 0 16,26 0-16,-26 0 15,26 0-15,-27 0 16,1-26-16,-26 26 16,-27 0-16,0-26 15</inkml:trace>
  <inkml:trace contextRef="#ctx0" brushRef="#br0" timeOffset="45303.9">18499 7688 0,'-27'0'0,"27"-26"16,0 52 93,0 26-93,0 27-16,0 0 15,0 26-15,0-26 16,0-1-16,0 1 16,0 0-16,0-27 15,27 27-15,-27-27 16,0 1 0,0-1-16</inkml:trace>
  <inkml:trace contextRef="#ctx0" brushRef="#br0" timeOffset="47495.63">12385 12070 0,'-53'0'15,"27"-26"1,26-27-16,0 27 16,52-26-16,1 25 0,26 1 15,-1 26 1,-25-26-16,-1 26 0,1 0 16,-1 26-16,1 27 31,-27-27-31,-26 26 0,0 27 0,0-26 15,-52-1-15,-1-26 16,-26 27-16,1-27 16,51 0-16,-25-26 15,104 0 32,1 0-31,26 0-16,26 0 31,-27 26-31,1 1 16,0 25-16,-27-26 15,1 27-15,-53-27 16,0 0-16,-53 27 16,-52-27-1,-26 0-15,0 1 16,0-27-16,26 0 15,0 0-15,26 0 0,53 0 16,26-27 0,0-25-16,52-27 0,79 27 15</inkml:trace>
  <inkml:trace contextRef="#ctx0" brushRef="#br0" timeOffset="47763.32">13356 12227 0,'-27'-26'0,"27"0"16,0 0-1,79 26-15,0-26 16,26 26-16,-27 0 0,1 0 16,-26 26-16,-27 0 15,-26 26-15,0 1 16,0-1-16,-79 1 15,0-1-15,1 1 16,-1-1-16,27-25 16,25-1-16,1 0 15,0-26-15</inkml:trace>
  <inkml:trace contextRef="#ctx0" brushRef="#br0" timeOffset="47999.61">14117 11991 0,'0'-26'16,"-27"26"0,-25 26-1,-1 27-15,1 26 16,-1-1-16,1 1 16,26 26-16,-1-53 15,27 27-15,0-26 16,27-1-16,25-26 15,27 1-15,26-1 16,0-26-16,0 0 0,26 0 16,-26 0-1</inkml:trace>
  <inkml:trace contextRef="#ctx0" brushRef="#br0" timeOffset="48251.73">14904 12464 0,'-27'0'0,"1"0"16,52 0-1,1 0 1,51 0-16,1 0 16,0 0-16,26 0 15,-53-27-15,1 27 16,-1 0-16,-25 0 15,-54 0 17</inkml:trace>
  <inkml:trace contextRef="#ctx0" brushRef="#br0" timeOffset="48487.89">14904 12700 0,'26'0'31,"26"0"-15,27 0-16,26-26 16,-26 26-16,26-27 15,-26 27 1,25-26-16,-51 26 0,-1 0 16,-25-26-16,-80 26 62</inkml:trace>
  <inkml:trace contextRef="#ctx0" brushRef="#br0" timeOffset="50237.78">16793 12070 0,'-26'0'0,"26"-26"16,-27 26-16,1 52 31,0 1-31,-26 52 16,-1-27 0,27-25-16,0 26 0,-1-27 15,1 1-15,26-27 16,0 0-1,26 0 1,53 1-16,26-27 0,0 0 16,0 0-16,-26 0 15,-1 0-15,-25 0 16,-27 0-16,0-27 16,-26 1-16,0 0 15,0-27-15,0 27 16,0-26-16,-26-1 15,0 27-15,0 0 16,-1-1 0,27 80 15,0-1-31,0 1 16,0-1-16,0 1 15,0-1-15,0 1 16,27-1-16,-1 1 15,0-1-15,-26-26 16,26 1-16,27-1 16</inkml:trace>
  <inkml:trace contextRef="#ctx0" brushRef="#br0" timeOffset="50457.63">17685 12359 0,'26'52'47,"53"-26"-47,26 27 15,-26-1-15,26-25 16,-53-1-16,1 0 16,-1 0-16,-26 1 15,1-27-15</inkml:trace>
  <inkml:trace contextRef="#ctx0" brushRef="#br0" timeOffset="50631.45">18315 12175 0,'-53'0'16,"1"52"0,-27 1-16,-26 52 15,27-26-15,-1-1 16,53 1-16,-27 0 15,27-27 1,26 1-16,0 25 0,0-51 0,0-1 16</inkml:trace>
  <inkml:trace contextRef="#ctx0" brushRef="#br0" timeOffset="50961.85">18761 12227 0,'-53'0'16,"27"0"-16,0 0 15,26 53 1,0-27 0,52 27-16,1-27 15,26 26-15,-27-25 16,1-1-16,-1 26 15,1-25-15,-27-1 16,-26 0 0,0 0 15,-26-26-31,-27 27 0,-26-1 0,-26-26 16,53 0-16,-53 0 15,53 0-15</inkml:trace>
  <inkml:trace contextRef="#ctx0" brushRef="#br0" timeOffset="51092.57">18682 12254 0,'26'-27'16,"27"1"-16,52 26 15,0-26-15,0 0 16,0 26-16,-26 0 15</inkml:trace>
  <inkml:trace contextRef="#ctx0" brushRef="#br0" timeOffset="51292.82">19496 12123 0,'0'26'31,"52"26"-16,1 27-15,25-27 16,1 1-16,0-1 0,0-25 16,-27-1-16,0 0 15,1 0-15,-27-26 16</inkml:trace>
  <inkml:trace contextRef="#ctx0" brushRef="#br0" timeOffset="51480.34">20099 12201 0,'-52'0'0,"25"0"15,-25 0 1,0 26-16,-27 27 16,-26 26-16,26-1 15,27 1-15,25-26 0,-25 25 16,-1 1-16,53-26 15,-26-1-15,26-26 16</inkml:trace>
  <inkml:trace contextRef="#ctx0" brushRef="#br0" timeOffset="51700.59">20571 12123 0,'-26'0'0,"26"-27"16,-26 27-16,26 27 16,0-1-16,0 52 15,0-25-15,26 26 16,-26-27-16,26 1 16,-26-1-16,0-26 15,27 1-15,-27-1 16</inkml:trace>
  <inkml:trace contextRef="#ctx0" brushRef="#br0" timeOffset="51982.17">21227 12149 0,'-26'-26'0,"0"26"0,0 0 15,0 0-15,-1 0 16,27 26-16,0 26 15,0-26-15,27 27 16,25-27-16,27 0 16,-1 1-16,1-1 15,-26 0-15,-27 0 16,0 1-16,0-1 16,-26 0-16,0 0 15,-26 1-15,-53-1 16,27 0-16,-27-26 15,0 26-15,1-26 16,25-26-16</inkml:trace>
  <inkml:trace contextRef="#ctx0" brushRef="#br0" timeOffset="52171.36">21201 12044 0,'26'-26'15,"27"26"-15,26-53 0,26 27 16,0 0-16,0-1 16,0-25-16,-53 52 15,-26-26-15,-131 26 16</inkml:trace>
  <inkml:trace contextRef="#ctx0" brushRef="#br0" timeOffset="52720.97">13802 11309 0,'-27'0'16,"-25"0"-16,-1 26 16,-52 79-16,-26 26 15,-52 79-15,-54 27 16,-25 51-16,-27 1 16,1-1-16,-1 1 15,27 0-15,26-27 16,52-26-16,79-78 15</inkml:trace>
  <inkml:trace contextRef="#ctx0" brushRef="#br0" timeOffset="53318.28">22408 11545 0,'0'-26'0,"-52"26"16,-53 52-1,-53 27-15,1 52 16,-53 1-16,26 25 16,27-26-16,-27 0 0,53 1 15,0-27-15,0 0 16,26-27-16,26 1 16,-26-27-1,26-25-15,-26-1 0</inkml:trace>
  <inkml:trace contextRef="#ctx0" brushRef="#br0" timeOffset="53773.97">21227 11047 0,'0'-27'15,"0"1"-15,-26 26 32,0 26-32,26 1 15,-26-1-15,0 26 16,26-25-16,0 25 0,0-26 15,52 1 1,0-1-16,27 0 0,0 0 16,0-26-16,-1 27 15,1-1-15,0-26 16,-53 26-16,0 0 16,1 1-16,-27-1 15,-79 0 1,-26 0-1,0-26-15,0 26 16,0 1-16,26-27 0,1 0 16,25 0-1,1-27-15</inkml:trace>
  <inkml:trace contextRef="#ctx0" brushRef="#br0" timeOffset="54025.52">21227 11020 0,'0'-26'32,"27"26"-32,25 0 15,53-26-15,0 0 16,26-1-16,-26 1 0,0 26 16,-52 0-16,-1 0 15,-52-26-15,-52 52 47,-27 0-47,-26 1 31</inkml:trace>
  <inkml:trace contextRef="#ctx0" brushRef="#br0" timeOffset="54467.68">19155 11886 0,'0'-78'15,"0"-1"-15,0-26 16,78-26-16,53-27 16,27 1-16,52-1 15,52 1-15,-26 26 16,1 52-16,-28 0 0,1 53 16,-26 0-16,-27 26 15,-25 0-15,-27 52 16,-53 53-16,-52 0 15,0 26-15,-79 1 16</inkml:trace>
  <inkml:trace contextRef="#ctx0" brushRef="#br0" timeOffset="55198.44">16740 13986 0,'27'0'31,"25"-27"-15,27 1-16,26 0 16,26 0-16,-26-27 15,-26 27-15,-1 0 16,-51 26-16,-1 0 16,-52 0-1</inkml:trace>
  <inkml:trace contextRef="#ctx0" brushRef="#br0" timeOffset="55363.43">16872 14169 0,'-27'0'0,"27"26"15,0 1-15,53-27 32,52-27-32,26 1 15,0-26-15,0-1 16,1 1-16,-54-1 15,-51 1-15,-27-1 16</inkml:trace>
  <inkml:trace contextRef="#ctx0" brushRef="#br0" timeOffset="57717.25">892 7767 0,'-53'26'0,"106"-26"31,52-53-31,52-25 15,79-53-15,0-1 16,27 1-16,-1 26 16,-52-26-16,0 26 15,-26 26-15,-27 1 16,-52-1-16,-52 53 16,-27 26-16,-105 52 31,-52 1-16</inkml:trace>
  <inkml:trace contextRef="#ctx0" brushRef="#br0" timeOffset="57984.21">1154 7767 0,'-79'26'0,"53"0"15,79-52 1,52-53-1,52 1-15,27-27 16,52 26-16,-26-52 16,0 52-16,0-26 15,-27 26-15,-25 1 16,-27 51-16,-52-25 0,-53 52 16,0 0-16,-78 0 46,25 52-46,-25-25 16,-1 25-16</inkml:trace>
  <inkml:trace contextRef="#ctx0" brushRef="#br0" timeOffset="58345.84">2755 7872 0,'-210'26'0,"0"0"16,79 0-16,26 1 15,52-27-15,132 0 16,131 0-16,105-53 16,78 1-16,80-27 15,-1 0-15,27 1 16,-27 25-16,-52-26 16,0 1-16,-79 25 15,-79 27-15,-104 0 16,-132 26-16,-52 0 15,-184 0-15</inkml:trace>
  <inkml:trace contextRef="#ctx0" brushRef="#br0" timeOffset="58517.97">1810 8108 0,'-420'79'0,"105"-27"15,132 1-15,130-27 16,263-26-1,184-79-15,157 0 16,157-52-16,132-26 16,52-27-16,26 0 15,-52 1-15,-52-1 16</inkml:trace>
  <inkml:trace contextRef="#ctx0" brushRef="#br0" timeOffset="64769.16">10338 4067 0,'-26'0'0,"0"-26"16,-1-1-16,1 27 16,0-26-16,0 26 15,-27-26-15,27 26 16,-27-26-16,27 26 15,0 0-15,0 0 16,104 0 15,1 26-31,52 0 16,0 0-16,27-26 16,-1 0-16,-25 0 15,25 0-15,-52 0 16,-53 0-16,-25 0 15,-1 0-15,-79 0 32,-25 27-17,-27-27-15,0 0 16</inkml:trace>
  <inkml:trace contextRef="#ctx0" brushRef="#br0" timeOffset="65052.28">9971 4119 0,'-79'0'15,"26"0"-15,106 0 32,52-26-17,26 26-15,27-26 16,25 0-16,-25 26 16,25 0-16,1-27 15,-53 27-15,-26-26 16,-52 26-16,-27 0 0,0 0 94</inkml:trace>
  <inkml:trace contextRef="#ctx0" brushRef="#br0" timeOffset="66127.53">10863 9656 0,'-26'26'0,"-1"-26"16,106 0 15,26 0 1,0 0-32,26-26 15,0 0-15,-26-27 16,0 27-16,-52 26 15,-27-26-15,0 26 16,-78 52 0,-53 1-16,0-1 15</inkml:trace>
  <inkml:trace contextRef="#ctx0" brushRef="#br0" timeOffset="66277.8">10889 9918 0,'-79'27'15,"53"-27"-15,105 0 47,26-27-47,26 1 16,26 0-16,1-27 0,-53 27 15,-26 26-15</inkml:trace>
  <inkml:trace contextRef="#ctx0" brushRef="#br0" timeOffset="94128.21">14326 7688 0,'0'-26'15,"-105"0"-15,-52 26 16,-53-27-16,-26 27 15,-53 0-15,-52 0 0,-52 27 16,-27 51-16,-53 53 16,-51 1-16,25 78 15,1 26-15,52 26 16,104 27 0,80-27-16,131-26 0,105 0 15,78-52-15,210-53 16,106 1-16,130-27 15,106-79-15,78 0 16,53-26-16,52-79 16,-26-26-16,-26-26 15,-53-26-15,-131-53 0,-105-26 16,-157-27-16,-158-25 16,-131 25-1,-131-25-15,-184 78 0,-158 52 16,-156 53-16,-80 53 15,-78 52-15,-26 78 16,25 27-16,54 53 16,130-1-16</inkml:trace>
  <inkml:trace contextRef="#ctx0" brushRef="#br0" timeOffset="94945.76">12962 13776 0,'-79'0'0,"27"26"15,26-26-15,26 26 0,78-26 16,106 26-16,52-26 16,26 0-16,53-26 15,-52-26-15,-27 25 16,-26-25 0,-79 26-16,-52-1 0,-53 27 15,-157 0 1</inkml:trace>
  <inkml:trace contextRef="#ctx0" brushRef="#br0" timeOffset="95087.07">13802 13907 0,'-263'79'16,"1"-1"-16,52-25 16,53 25-1,52-25-15,52-27 0,53 0 16,105-26-16,131 0 16,105-52-16,105-79 15,27-27-15,25-25 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30:36.117"/>
    </inkml:context>
    <inkml:brush xml:id="br0">
      <inkml:brushProperty name="width" value="0.05292" units="cm"/>
      <inkml:brushProperty name="height" value="0.05292" units="cm"/>
      <inkml:brushProperty name="color" value="#FF0000"/>
    </inkml:brush>
  </inkml:definitions>
  <inkml:trace contextRef="#ctx0" brushRef="#br0">6822 3463 0,'-26'0'0,"-27"-26"16,1 0-16,-27 0 15,0 26-15,1-27 16,-27 27-16,0 0 16,-27 0-16,27 0 15,1 0-15,25 0 16,0 0-16,53 0 0,131 27 47,78-1-47,80 0 15,26-26-15,52 0 16,-27 0-16,1 0 16,26 0-16,-52-26 15,0 0-15,-79-1 16,-53 27-16,-78-26 15,-53 26-15,-52 0 32,-79 0-32,-79 0 0,-26 0 15,-26 0-15,-26 0 16,26 26-16,-1-26 16,1 27-16,-26-27 15,26 26-15,0-26 16,-1 0-16,80 26 15,0-26-15,78 0 16,53 0-16,-1 26 16,80-26-1,104 27-15,53-1 16,53 0-16,-1-26 16,27 0-16,-27 0 15,27 0-15,-1 0 0,-52-26 16,-26 26-16,-26-26 15,-105 26-15,-27 0 16,-26 0-16,-52-27 16,-79 27-1,-78 0-15,-27-26 16,-53 26-16,1 0 16,26 0-16,-27 0 15,1 0-15,26 26 16,52-26-16,79 27 0,53-27 15,25 0-15,80 0 16,78 0 0,105 0-16,27 0 15</inkml:trace>
  <inkml:trace contextRef="#ctx0" brushRef="#br0" timeOffset="848.59">9918 3568 0,'-157'27'16,"26"-27"-16,52 0 15,53 0-15,104 26 16,80-26 0,104 0-16,105 0 15,53 0-15,0 0 16,26 0-16,0-26 15,0-1-15,-26 27 16,-79-26-16,-52 26 0,-105-26 16,-53 26-1,-52 0-15,-106 0 16,-130 0 0,-27 0-16,-104 0 15,-27 0-15,-26 0 16,-27 0-16,-25 0 15,-53 0-15,26 26 16,26 0 0,53-26-16,79 27 0,78-27 15,79 26-15,79-26 0,104 0 32,132 0-32,105 26 0,79-26 15,52 0-15,26-26 16,-26 0-16,0 26 15,-52-27-15,-27 1 16,-52 0-16</inkml:trace>
  <inkml:trace contextRef="#ctx0" brushRef="#br0" timeOffset="1817.7">15192 3490 0,'-183'26'0,"-27"-26"0,0 26 0,26 0 15,27-26 1,26 27-16,52-27 0,53 26 16,52-26-1,105 0-15,79 0 16,105 0 0,26 0-16,26 0 0,1 0 15,-1-26-15,-26 26 16,-52-27-16,-53 1 15,-26 26-15,-79-26 0,-52 26 16,-27 0-16,-26 0 16,-104-26-1,-53 26-15,-79 0 16,-53 0-16,-52 0 16,0 0-16,-52 0 15,-26 0-15,-1 0 16,0 26-16,53 0 15,79 0-15,78 1 16,79-1 0,105 0-1,53 27-15,183-1 0,105-26 16,105 1-16,79-27 16,-27-53-16,27 1 15,-26-53-15,-79 26 16,-79-26-16</inkml:trace>
  <inkml:trace contextRef="#ctx0" brushRef="#br0" timeOffset="23393.99">9525 7321 0,'-27'-27'0,"27"1"16,0 0-16,-26 26 16,26-26-16,0-1 15,-26 1-15,26 0 16,-26 26 78,26 26-94,0 27 15,0 25-15,0 1 16,0 0-16,0 0 16,0-1-16,26-25 15,-26-1-15,26 1 16,-26-27-16,0 0 15,26-26 32,-26-26-31,0-27-16</inkml:trace>
  <inkml:trace contextRef="#ctx0" brushRef="#br0" timeOffset="23900.18">9866 7452 0,'-27'0'47,"1"0"-47,0-26 16,26-1-1,0 1-15,0 0 16,0 0 0,26-1-16,27 27 15,-1-26-15,1 26 16,-27 0-16,26 53 16,-25-27-16,-1 53 0,-26-27 15,0 1 1,0-1-16,0 1 0,-53-1 15,1 0-15,-1-25 16,-25-1-16,51-26 16,-25 0-16,26 0 15,78 0 32,1 0-47,25 0 16,-25 0-1,26-26-15,-1 26 16,-25 0-16,-27 0 0,0 0 16,1 0 15</inkml:trace>
  <inkml:trace contextRef="#ctx0" brushRef="#br0" timeOffset="24276.3">10653 7373 0,'-26'0'0,"-1"0"15,1-26-15,0 26 47,0 26-47,-1 27 16,1-1-16,0 1 15,26-1-15,0-26 16,0 27-16,26-1 0,27-26 16,25 1-16,1-27 15,26 0-15,0 0 16,-52 0-16,25-27 16,-25 1-16,-27 0 15,-26-26 1,0-1-16,-26 1 0,-53-27 15,0 26-15,1 27 32,-1-26-32,26 52 15,27 0-15,0 0 16,0 26-16,-27 53 16</inkml:trace>
  <inkml:trace contextRef="#ctx0" brushRef="#br0" timeOffset="24544.24">11493 7557 0,'78'0'31,"1"0"-31,52 0 16,0 0-16,1 0 16,-27 0-16,0 0 15,-27 0-15,-25 0 16,-27 0-16,-52-26 31</inkml:trace>
  <inkml:trace contextRef="#ctx0" brushRef="#br0" timeOffset="24795.52">11834 7294 0,'-27'0'0,"27"-26"32,0 52-1,0 27-31,0 26 15,27-1-15,-1 1 16,-26-26-16,0 25 16,0-25-16,26-1 0,-26 1 15,0-27-15,26 0 16,-26 0-16,27 1 16,-1-27-16</inkml:trace>
  <inkml:trace contextRef="#ctx0" brushRef="#br0" timeOffset="25109.93">12568 7321 0,'-26'-27'15,"0"1"-15,26 52 63,0 27-48,0 26-15,0-27 16,0 27-16,0-27 16,0 1-16,0-1 15,26-26-15,-26 1 16,26-1-16,1 0 15,-1-26 1,26 0-16,-25 0 0</inkml:trace>
  <inkml:trace contextRef="#ctx0" brushRef="#br0" timeOffset="25612.09">13041 7399 0,'-27'-26'0,"1"26"16,26-26-1,0 0-15,0-1 16,26 1 0,1 0-16,-1 26 15,26-26-15,27 26 16,-26 0-16,-1 26 15,1 0-15,-27 27 16,0-1-16,-26 1 16,0 25-16,0-25 15,-52-1-15,25-25 16,-51-1-16,25 0 16,1 0-16,-1 0 15,1-26-15,25 0 0,1 0 16,52 0 46,27 0-62,-1 0 16,27 0-16,-26 0 16,25 0-16,1 0 15,-53 0-15,27 0 16,-27 0-16,0 0 15,27 0-15,-27 27 16,0-27-16,0 0 16</inkml:trace>
  <inkml:trace contextRef="#ctx0" brushRef="#br0" timeOffset="26022.69">13959 7373 0,'-26'0'16,"0"0"-16,-1-26 16,1 26-1,0 26 17,26 0-17,-53 27-15,53-1 16,0 1-16,0-1 15,0-25-15,0 25 16,27-26-16,25 27 16,1-27-16,25-26 15,1 0-15,0 26 16,-1-26-16,-25 0 16,-27 0-16,0-26 15,-26 0-15,0-1 16,0-25-16,0-27 0,-52 27 15,-27-27 1,27 27-16,-27-1 0,27 27 16,-1 26-16,-26 0 15,27 0-15,-53 0 16,0 52-16</inkml:trace>
  <inkml:trace contextRef="#ctx0" brushRef="#br0" timeOffset="31029.54">12726 5641 0,'-26'-78'0,"26"51"16,0-25-16,0 26 15,0 104 32,0 1-47,0 0 16,0 26-16,0-27 15,0 1-15,0-26 16,0 25-16,0-25 16,0-27-16,0 27 15,26-53-15,-26 26 16,0-79 0</inkml:trace>
  <inkml:trace contextRef="#ctx0" brushRef="#br0" timeOffset="31312.78">12673 5641 0,'0'-52'16,"0"-1"-16,0 27 15,0 0-15,27 0 16,25-1-16,27 27 16,26 0-16,0 0 15,0 53-15,0-1 0,-27 1 16,-25-1-16,-1 27 15,1-26-15,-53-1 16,0 0-16,-26 1 16,-79-27-16,-27 27 15,1-27-15,-26 26 16,-1-52-16,53 27 16,53-27-16,26 0 15,104 0 1,54-27-16</inkml:trace>
  <inkml:trace contextRef="#ctx0" brushRef="#br0" timeOffset="31579.1">14090 5877 0,'-26'0'16,"79"0"0,25 0-1,27 0-15,26 0 16,-26 0-16,-26 0 16,-26 0-16,-27-26 0,0 26 15,-78 26 16</inkml:trace>
  <inkml:trace contextRef="#ctx0" brushRef="#br0" timeOffset="31736.66">14038 6087 0,'-26'0'0,"-1"0"15,106 0 1,26 0-1,26-26 1,27 26-16,25-26 0,-25 0 16,-27-1-16</inkml:trace>
  <inkml:trace contextRef="#ctx0" brushRef="#br0" timeOffset="32223.69">16085 5668 0,'0'-27'15,"0"1"-15,0 0 16,0 0-16,0-1 15,-27 27-15,-25 0 16,26 0-16,-53 0 16,26 0-16,-25 0 15,25 27-15,1-1 16,52 26-16,0-25 0,0-1 16,52 26-1,27-25-15,0-1 0,26 26 16,-27-26-16,27 1 15,-26-1-15,-27 0 16,-25 27-16,-1-27 16,-26 0-16,0 0 15,-79 1-15,0-27 16,1 26-16,-27-26 16,0 0-16,0 0 15,0-26-15,52-1 16,1 1-16,26 0 0,26 0 15,26-1 1,53 27-16</inkml:trace>
  <inkml:trace contextRef="#ctx0" brushRef="#br0" timeOffset="32474.76">17318 5510 0,'0'-26'0,"0"0"15,-26 52 1,-53 53 0,0-27-1,0 27-15,1-27 0,25 27 16,1-27-16,25 1 15,1-27-15,0 0 16,0-26-16,-1 0 16</inkml:trace>
  <inkml:trace contextRef="#ctx0" brushRef="#br0" timeOffset="32679.08">16793 5641 0,'0'-26'16,"26"26"15,0 0-15,53 53-16,0-1 15,-27 1-15,53-27 16,-52 26-16,26 1 16,-27-1-16,0-26 15</inkml:trace>
  <inkml:trace contextRef="#ctx0" brushRef="#br0" timeOffset="33001.97">18210 5536 0,'0'-52'15,"-26"26"-15,26-1 16,0 80 15,0-1-15,0 1-16,0 26 15,0-27-15,0 27 16,0-27-16,0 1 31,0-27-31,0 26 0,0-25 0,26-1 16,-26 0-16,0 0 15,0-52 17,0-26-32</inkml:trace>
  <inkml:trace contextRef="#ctx0" brushRef="#br0" timeOffset="33245.01">17895 5510 0,'-26'-26'0,"26"0"15,79 26 17,25 0-32,28 0 15,-27 0-15,26 0 16,0 0-16,-26 0 0,-26 0 16,-27 0-1,-26 0-15,-52 26 63,-26-26-63,-27 26 15</inkml:trace>
  <inkml:trace contextRef="#ctx0" brushRef="#br0" timeOffset="33842.21">15192 7688 0,'-26'0'16,"79"0"31,-1 0-47,27 0 15,0 0-15,25 0 16,-25 0-16,-26 0 16,-1 0-16,-26 0 15,1 0-15,-1 0 16,-52 26 15,-27-26-31</inkml:trace>
  <inkml:trace contextRef="#ctx0" brushRef="#br0" timeOffset="34219.96">15324 7819 0,'0'26'47,"26"-26"-47,26 0 15,1 0-15,25 0 16,-25 0-16,-1 0 16,1 0-16,-1 0 15,-25 0-15,-54 0 219</inkml:trace>
  <inkml:trace contextRef="#ctx0" brushRef="#br0" timeOffset="45084.35">16845 7531 0,'-52'0'0,"-1"-27"0,1 27 16,0 0-16,-1 0 15,27 0-15,-27 27 16,27-1-16,0 0 15,0 27 1,26-27-16,0 26 0,0 1 16,0-27-16,0 0 15,52 27-15,1-27 16,-1 0-16,1 0 16,-1-26-16,0 27 0,1-1 15,-1 0 1,-25 0-16,-27 1 15,-53-1 17,-26-26-32,27 0 15,-27 0-15,27 0 16,-1 0-16,1 0 16,26 0-1,-1-26-15,1 26 0,26-27 16,0 1-16</inkml:trace>
  <inkml:trace contextRef="#ctx0" brushRef="#br0" timeOffset="45383.11">17921 7662 0,'0'-26'16,"-52"26"31,-1 52-47,-25 0 16,-1 1-16,0-1 15,27 1-15,-1-1 16,27-25-16,0 25 15,-1-26 1,1 1-16,0-1 0,0 0 16,0-26-1,-1 0-15</inkml:trace>
  <inkml:trace contextRef="#ctx0" brushRef="#br0" timeOffset="45650.93">17344 7740 0,'26'0'0,"0"0"47,27 0-47,26 27 16,-27 25-16,27 1 16,0-27-1,-1 26-15,-25 1 0,26-1 16,-27-25-16,-26 25 0,27-26 15,-27-26-15,-26 27 16,26-27-16,0 26 31</inkml:trace>
  <inkml:trace contextRef="#ctx0" brushRef="#br0" timeOffset="47249.73">18735 7740 0,'0'-52'0,"0"0"16,0 25-16,0-25 15,-27 52-15,27-26 16,0 78 62,0 27-78,0-1 16,0 27-16,27-52 15,-1 26-15,-26-1 16,26-25-16,0-27 0,-26 0 16,27 1-16,-27-54 78,0-25-78,0-27 15</inkml:trace>
  <inkml:trace contextRef="#ctx0" brushRef="#br0" timeOffset="47973">19338 7688 0,'-26'0'15,"26"-26"32,0 0-47,0-1 16,0-25-16,0 26 0,0-1 15,26 1 1,27 26-16,-1-26 16,1 26-16,-1 0 15,1 0-15,-1 52 16,-26-25-16,27 25 16,-53 27-16,0-27 15,0 1-15,0-1 16,-53 1-16,27-27 15,-26 0-15,-1 0 16,1 1-16,25-27 16,-25 26-16,26-26 15,-1 0-15,54 0 141,51 0-141,1 0 0,52 0 16,-26 0-16,27-26 15,-1 26-15,-26 0 16,0 0-16,-27-27 15,-25 27-15,-1 0 16,-25 0-16,-106 0 109</inkml:trace>
  <inkml:trace contextRef="#ctx0" brushRef="#br0" timeOffset="49354.81">9079 8816 0,'-158'0'0,"53"0"16,26 0-16,27 0 16,78 0 15,79 0-31,79 0 0,131 53 16,78-27-16,80-26 15,78 26-15,-27-26 16,27 27-16,0-27 15,-78 0-15,-27-27 16,-79 27-16,-104-26 16,-80 0-1,-78 0-15,-79-1 0,1 27 16,-54 0 31,-25 0-16,26 27-31,-53-27 16</inkml:trace>
  <inkml:trace contextRef="#ctx0" brushRef="#br0" timeOffset="50095.37">12149 10181 0,'-79'-26'16,"53"26"-16,26-27 16,0 1-16,0 0 15,0 0-15,26-1 0,26 1 16,27 26-16,0 0 16,-1 0-16,27 0 15,-52 0-15,26 26 16,-27 27-16,-26-1 15,1 1-15,-27 26 16,0-1-16,-53-25 16,-26-1-16,1 1 15,-27-1-15,26-26 16,-26 1-16,53-1 16,-1-26-16,27 26 15,0-26-15,52 0 47,26 0-47,27 0 16,52-26-16,-26 26 15,26-26-15,-26 26 16,0 0-16,-26-27 16,0 27-16,-27 0 15,-26 0-15,1 0 31,-1 0-31</inkml:trace>
  <inkml:trace contextRef="#ctx0" brushRef="#br0" timeOffset="50472.49">13434 9997 0,'-52'-26'0,"26"0"16,26 52 31,-27 26-47,27 1 16,-26 26-16,0-27 15,26 27-15,0-27 16,0 1-16,0-1 15,0 1-15,0-27 16,26 0-16,27 0 16,25 1-16,1-27 15,26 0-15,0 0 16,0 0-16,-26 0 16,-1 0-16,-25-27 0,-27 27 15,0 0-15,-78 0 31</inkml:trace>
  <inkml:trace contextRef="#ctx0" brushRef="#br0" timeOffset="50818.12">13670 10286 0,'-26'-26'0,"26"-1"0,0 1 15,0 52 48,0 27-47,26 25-16,1-25 0,-1 26 15,0-27-15,0 27 16,-26-27-16,27 1 15,-27-1-15,0 1 16,0-1-16,0-26 16,0 1-16,0-54 78</inkml:trace>
  <inkml:trace contextRef="#ctx0" brushRef="#br0" timeOffset="51368.53">14353 10312 0,'-27'-26'15,"1"26"-15,0 0 31,0 26 16,-1 0-31,27 27-16,0-1 16,0-26-16,0 27 15,0-1-15,0 1 16,0-27-16,0 27 0,0-27 15,53 26-15,-27-52 16,27 27-16,-27-27 16,26 26-16,1-26 15,-27 0-15,0 0 16,27 0 0,-27-26-16,0-1 0,1 1 15,-1 0-15,0 0 16,-26-1-16,0-25 15,0 26-15,0-27 0,-52 27 16,25-27 0,-25 27-16,26-26 15,-27 25-15,27 1 0,0 0 16,-1 26-16,27-26 16,-26 26-16,0 0 15,26 26 48,0 0-63</inkml:trace>
  <inkml:trace contextRef="#ctx0" brushRef="#br0" timeOffset="52389.68">15192 10312 0,'0'-26'0,"-26"26"16,26-26-16,-26-1 15,26 1 1,0 52 31,0 27-32,0 25-15,0-25 0,0-1 16,0 27-16,0-53 16,0 27-16,0-27 15,0 0-15,0 1 16,0-54 31,0 1-47,0-26 15,0-1-15,0-26 16,0 27-16,0-1 16,0 27-16,26 0 15,27 0-15,-27 26 16,0 0-16,27 0 0,-1 0 15,1 26-15,25 0 16,-25 53-16,-1-27 16,-26 27-16,1-26 15,-27-1-15,0 1 16,0-27-16,0 0 16,0-52 30,0-27-46,0 1 0,0-27 16,0 27-16,0-27 16,52 26-16,1 27 15,-1-26-15,-26 52 16,1-26-16,-1 26 16,26 0-16,-25 52 15,25 0-15,1 1 16,-27-1-16,0 27 15,-26-26-15,26-1 16,-26-26-16,0 27 16,0-27-16,0 0 15,0 1-15,0-1 16,26-26-16,53 0 0</inkml:trace>
  <inkml:trace contextRef="#ctx0" brushRef="#br0" timeOffset="52642.5">16924 10574 0,'-52'0'0,"25"0"16,54 0 15,25 0-15,1 0-16,25 0 0,1 0 15,0 0-15,0-26 16,-27 26-16,-26 0 16,0 0-16,1 0 15</inkml:trace>
  <inkml:trace contextRef="#ctx0" brushRef="#br0" timeOffset="52816.24">17055 10758 0,'-26'0'0,"26"26"16,26-26 31,53 0-47,0 0 16,0 0-16,-1 0 15,1-26-15,-27 0 16,1 0-16</inkml:trace>
  <inkml:trace contextRef="#ctx0" brushRef="#br0" timeOffset="53712.23">18813 10286 0,'0'-26'0,"0"-1"16,27 1-16,-27 0 15,0 0-15,0-1 16,-27 1-16,-51 26 15,25 0-15,-25 0 16,-27 0-16,26 26 16,0 27-16,27-1 0,52 1 15,0-1-15,0 1 16,52 25-16,27-25 16,0-1-16,26-25 15,-27-1 1,1 26-16,-27-25 0,1-1 15,-27-26-15,-26 26 16,0 0-16,0 1 31,-52-27-31,-27 26 16,-26 0-16,26-26 16,1 0-16,25 0 15,-26 0-15,53 0 0,0 0 16,26-26-16,0 0 15</inkml:trace>
  <inkml:trace contextRef="#ctx0" brushRef="#br0" timeOffset="54026.67">19312 10260 0,'0'-27'0,"52"80"47,1 25-31,-1-25-16,1 26 15,26-1-15,-27-25 16,-26-1-16,27 1 16,-1-27-16,-25 0 0,-1 1 15,0-27 1</inkml:trace>
  <inkml:trace contextRef="#ctx0" brushRef="#br0" timeOffset="54231.14">19889 10207 0,'-26'-26'16,"0"26"-1,-27 26-15,1 53 16,-1-27-16,1 53 16,-1-26-16,1-27 15,-1 27-15,27-26 16,0 25-16,0-51 15,-1 25-15,27-26 16,0 0-16,0 1 16</inkml:trace>
  <inkml:trace contextRef="#ctx0" brushRef="#br0" timeOffset="54482.16">20414 10128 0,'0'-26'0,"0"79"47,0-1-47,0 53 15,0-26-15,0-27 16,0 27-16,0-27 15,0 1-15,26-1 16,1 1-16,-1-27 16,0 0-16</inkml:trace>
  <inkml:trace contextRef="#ctx0" brushRef="#br0" timeOffset="54859.05">20913 10338 0,'-27'-52'16,"27"26"-16,0-1 16,27 1-1,25 0-15,27 26 16,-27 0-16,1 0 0,-1 0 16,-26 52-16,1 1 15,-1-1-15,-26 1 16,0-1-16,0 1 15,-53-1-15,1-26 16,0 27-16,-1-27 16,-26-26-16,53 26 15,-26-26-15,25 27 16,54-27 31,25 0-47,53 0 15,-26 0-15,26 0 16,0 0-16,0-27 16,0 1-16,0 0 15</inkml:trace>
  <inkml:trace contextRef="#ctx0" brushRef="#br0" timeOffset="55252.89">22644 10207 0,'-26'-26'16,"-26"0"-16,25-1 15,1 27 1,0 0 0,-26 0-16,-1 0 15,1 27-15,25 25 16,1-26-16,26 27 15,0-27-15,0 26 16,53-25-16,-1 25 16,1-26-16,-1 27 0,0-27 15,1 0-15,-27 1 16,0 25-16,-26-26 16,-52-26 30,-1 0-46,-25 0 16,-1 0-16,0-26 16,53-26-16,0 25 15,26-25-15</inkml:trace>
  <inkml:trace contextRef="#ctx0" brushRef="#br0" timeOffset="55614.87">22854 10469 0,'27'0'0,"51"0"15,1 0-15,0 0 16,-1 0-16,1 0 16,-26 0-16,-27-26 15,0-26-15,-26 25 16,26 1-16,-26-26 0,0 26 15,0-1 1,-26 1-16,0 26 16,0 0-1,-27 0-15,1 53 16,-27-1-16,0 27 16,27-27-16,52 1 15,-26-1-15,26-26 16,0 1-16,26-1 15,52 0-15,1-26 16,26 0-16,0 0 16,0-26-16</inkml:trace>
  <inkml:trace contextRef="#ctx0" brushRef="#br0" timeOffset="55834.27">24088 10155 0,'-27'0'0,"1"0"15,0 0-15,-27 0 16,1 26-16,-1 26 16,27 1-16,0 25 15,26-25-15,0-1 16,0 1-16,52-1 0,27-52 16,26 27-16,0-27 15,26 0 1,-26 0-16,-26-53 0,-27 1 15</inkml:trace>
  <inkml:trace contextRef="#ctx0" brushRef="#br0" timeOffset="56242.45">22330 9394 0,'-53'52'31,"-78"27"-31,-53 78 0,-52 27 0,0 26 16,-27 0-16,1 26 15,0 0 1,-27-26-16,0 26 0,1-52 16</inkml:trace>
  <inkml:trace contextRef="#ctx0" brushRef="#br0" timeOffset="57091.31">11204 10915 0,'-79'0'0,"53"0"16,157-26 0,53 0-1,104-26-15,54-27 16,25 0-16,0 0 15,1 27-15,-1-1 0,-78 1 16,-1-1-16,-78 27 16,-79 0-16,-26 0 15,-78 26-15,-1 0 16,-79 0 46,1 0-46,-27 0-16,-26 0 0</inkml:trace>
  <inkml:trace contextRef="#ctx0" brushRef="#br0" timeOffset="57909.16">13802 9394 0,'-53'0'16,"27"0"-16,-27 0 15,27 0-15,0 0 16,26-27 0,0-25-16,0 26 15,0-27-15,0 27 16,0 0-16,52-1 15,1 27-15,-1-26 16,1 26-16,-1 0 16,1 53-16,-1-1 0,-25 27 15,-1 0-15,-26-1 16,0 1-16,-26-26 16,-27 25-16,-26-52 15,1 27-15,-1-27 16,26-26-16,1 26 15,-1-26-15,27 0 16,52 0 31,27 0-47,52 0 16,-26 0-16,26-26 15,0 26-15,-27-26 16,27 26-16,-52 0 15,-1 0-15,-26 0 16</inkml:trace>
  <inkml:trace contextRef="#ctx0" brushRef="#br0" timeOffset="58301.93">14405 9525 0,'0'-26'0,"0"-1"16,0 1-16,0 0 31,0 78 32,0-25-48,0 51-15,0-25 0,0-1 0,53-26 16,-1 27-16,1-27 16,-1 0-16,1-26 15,-27 0-15,26 0 16,1 0-16,-27-26 16,26 0-16,-25-27 15,-1 27-15,-26-52 16,0 25-16,0 1 15,-26-1-15,-1 1 16,-51 25-16,25 1 16,1 26-16,-1 0 0,1 0 15,-1 0-15,27 0 16,0 26-16,-27 27 16,1-1-1,-1 1-15</inkml:trace>
  <inkml:trace contextRef="#ctx0" brushRef="#br0" timeOffset="59086.23">14484 13093 0,'-53'-26'0,"27"0"0,26 0 16,0-1-16,0 1 15,79 0-15,-27 26 16,53 0-16,-26 0 15,-26 0-15,-1 0 16,-26 52-16,0 1 16,-26 26-1,0-1-15,-26 1 0,-52 0 16,-1-27-16,-26 27 0,0-27 16,26-25-1,0-1-15,1 0 0,51-26 16,1 0-16,52 0 62,27 0-62,26 0 16,26 0-16,0 0 16,0 0-16,0 0 15,-1 0-15,-25 0 16,-26 0-1,-1 0-15,1 0 0</inkml:trace>
  <inkml:trace contextRef="#ctx0" brushRef="#br0" timeOffset="59431.46">15324 13120 0,'-27'-27'0,"1"27"16,0 0-16,0 0 15,26 27 17,0 51-32,-27 1 15,27-26-15,0-1 0,0 27 32,27-53-32,25 26 0,1-25 0,-1-27 15,1 0-15,25 0 16,-25 0-16,-1 0 15,1-27-15,-1-25 16,-52 0-16,0-1 16,0 1-1,-26-27-15,-53 26 0,27 27 16,-27 0-16,27 26 16,25 0-16,-25 0 15</inkml:trace>
  <inkml:trace contextRef="#ctx0" brushRef="#br0" timeOffset="60043.41">15875 13172 0,'0'-26'16,"0"52"30,52 27-46,-26 25 0,27-25 16,-53-1-16,0 1 16,0-27-16,0 0 0,0-52 62,0-53-46,0 27-16,0-27 15,0 0-15,0 27 16,0-1-16,26 27 16,27 0-16,-27 26 15,26 0-15,1 0 16,-1 26-16,1 27 0,-27 25 16,26-25-16,-52 26 15,27-27-15,-27-26 16,0 1-16,0-80 62,0 1-62,0-27 16,26 0-16,0 27 16,0-1-16,27 1 15,-27 52-15,0-27 16,1 27-16,-1 0 15,0 0-15,26 27 0,1 25 16,-27 1 0,0-1-16,-26 1 0,27-1 15,-27 1-15,0-1 16,0-26-16,0 1 16,0-1-16,26 0 15,0 0-15,27-26 16</inkml:trace>
  <inkml:trace contextRef="#ctx0" brushRef="#br0" timeOffset="60405.06">17580 12857 0,'-26'-26'15,"0"-26"-15,26 25 16,0 1-16,-27 26 47,1 53-32,0 25-15,-27 27 16,1 26-16,26 1 16,-27 25-16,1 0 0,-1 1 15,-25-1-15,-1 1 16,0-1-16,27-26 15,-1-26-15,27-52 16,0 26-16,-1-53 16,27 0-16,0 0 15,0 1 1,0-54 0,0 1-16</inkml:trace>
  <inkml:trace contextRef="#ctx0" brushRef="#br0" timeOffset="60859.7">17423 14090 0,'26'-52'16,"-26"26"-16,0 0 15,0-1 1,-53 27 15,27 0-15,-52 0-16,51 0 15,-25 27-15,-1-1 16,53 0-16,0 26 0,0 1 16,0-1-16,27-25 15,51 25-15,1-26 16,-27 1-16,27 25 15,-26-26-15,-1 1 16,1-1-16,-27 0 16,-26 0-1,0 1-15,-53-1 16,-25-26 0,-1 26-16,0-26 0,1 0 15,-1 0-15,0 0 16,27-26-16,25 0 15,27-27-15,0 1 16,53-1-16</inkml:trace>
  <inkml:trace contextRef="#ctx0" brushRef="#br0" timeOffset="61205.67">17948 14274 0,'26'0'16,"0"0"0,26 0-16,-25 0 0,25 0 15,-26 0-15,27-26 16,-27-27-16,0 27 16,-26-26-16,0 25 15,0 1-15,0 0 16,0 0-16,-26 26 31,0 0-15,0 52-16,-27 1 0,1 25 15,25-25 1,27 26-16,-26-27 0,26-26 16,0 27-16,26-27 15,27-26 1,26 0-16,26 0 0,0-26 15,0-27-15</inkml:trace>
  <inkml:trace contextRef="#ctx0" brushRef="#br0" timeOffset="61457.36">18866 14012 0,'-26'0'16,"-27"0"-16,1 0 0,-1 0 15,1 52-15,-1 1 16,27 25-16,26 1 15,0-26-15,0 25 16,26-25-16,27-1 16,25-25-16,1-27 15,0 0-15,0 0 16,-1 0-16,27-27 16,-26-25-16,0-1 15,-27 1-15,-26-1 16,1 27-16,-27 0 0</inkml:trace>
  <inkml:trace contextRef="#ctx0" brushRef="#br0" timeOffset="63520.9">13565 4775 0,'-393'0'0,"26"0"15,52 0-15,105 0 0,105 0 16,315-26 0,183 26-16,211-26 15,183 0 1,105-1-16,105 1 0,0 0 16,0 0-16,1 26 15,-106 0-15,-131 0 16,-105 0-16,-184 0 15,-183 0-15,-132 0 16,-131 0-16,-78 0 16,-158 0-16,-79 0 0,-78 0 15,-27 0-15,-26 0 16,1 26-16,-1-26 16</inkml:trace>
  <inkml:trace contextRef="#ctx0" brushRef="#br0" timeOffset="63851.3">12254 4618 0,'-368'26'0,"80"0"0,130 1 15,79-1 1,106 0-16,183 0 0,157 1 15,184-27-15,157 0 16,106 0-16,52 0 16,52 0-16,0-27 15,-25 27-15,-80 0 16,-78-26-16,-132 26 0,-104-26 16,-106 26-16,-156-26 15,-80-1 1,-78 27-16,-158-26 15,-78 26-15,-80 0 16</inkml:trace>
  <inkml:trace contextRef="#ctx0" brushRef="#br0" timeOffset="64733.36">1417 5326 0,'-105'27'0,"26"-27"16,26 0-16,27 0 15,26 26 1,79-26-16,78 26 16,27-26-16,105 0 15,-1 0-15,27 0 16,0 0-16,-26-26 15,-53 0-15,-26 26 16,-105-27-16,-79 27 16,-52 0-16</inkml:trace>
  <inkml:trace contextRef="#ctx0" brushRef="#br0" timeOffset="64922.42">603 5668 0,'-79'26'15,"79"0"-15,79-26 16,131 0-16,79 0 16,78-26-16,79 0 15,26-27-15,-26 1 16,-26-1-16,-131 27 0,-79 0 16</inkml:trace>
  <inkml:trace contextRef="#ctx0" brushRef="#br0" timeOffset="67329.42">18971 13198 0,'-26'-26'16,"-1"26"-16,27-26 15,27 26 32,25 26-31,27 27-16,0-1 15,-1-26-15,1 27 16,0-27-16,-1 0 16,-25 27-16,-1-53 15,1 26-15,-27 0 16,0-26-16,1 26 16,-1-26-16,0 27 15,0-1-15,1 0 16</inkml:trace>
  <inkml:trace contextRef="#ctx0" brushRef="#br0" timeOffset="67880.72">19653 13015 0,'-26'-53'15,"0"53"-15,-1-26 16,1 26 15,-26 52-15,-1 1-1,1-1-15,-1 27 0,1 0 16,-1 0-16,1 26 16,-1-27-16,1 27 15,-1-52-15,1 25 16,26-25-16,-1-27 15,1 0 1,52-26 250,27 0-266</inkml:trace>
  <inkml:trace contextRef="#ctx0" brushRef="#br0" timeOffset="69706.56">20362 12542 0,'-27'-26'0,"1"0"0,0 26 16,26-26-16,0 52 63,0 53-48,0-1-15,0 1 16,0 26-16,0-26 15,0-27-15,0 27 0,0-27 16,0-25-16,26-1 16,0-26 77</inkml:trace>
  <inkml:trace contextRef="#ctx0" brushRef="#br0" timeOffset="70320.95">20965 12569 0,'-26'-27'0,"26"1"15,-26 26-15,-1 0 47,1 0-31,0 26 0,0 1-1,26 25-15,0 1 16,0-27-16,26 26 15,26 1-15,27-1 16,-26 1-16,-1-27 16,1 0-16,-1 0 15,0 1-15,1-1 16,-27-26-16,-26 26 31,-26-26-31,-27 26 16,1-26-16,-27 0 15,53 0-15,-26 0 16,25 0-16,1-26 16,26-26-16,0 25 15,0-25-15,0-1 16,26 1-16,27 0 16,26-27-16,-27 26 0,0 27 15,-25-26-15,-1 25 31,-26 1-31,0 0 0,-26 0 16,-27 26-16,27 0 16,-26 0-16,-1 0 15,1 0-15,25 0 16,1 26-16,0 0 16,26 0-16,0 27 15,0-27-15,0 27 16</inkml:trace>
  <inkml:trace contextRef="#ctx0" brushRef="#br0" timeOffset="70724.37">20020 13566 0,'-52'0'0,"0"26"15,25-26-15,80 0 31,25 26-15,54 0-16,25 1 0,1-1 16,25-26-16,-25 0 15,-1 0-15,1 0 16,-1 0-16,-52-26 0,0-1 16,-53 27-1,1-26-15,-106 26 47,-25 0-47</inkml:trace>
  <inkml:trace contextRef="#ctx0" brushRef="#br0" timeOffset="70934.87">20335 14169 0,'53'26'16,"52"-26"-1,0 0-15,0 0 16,-27 0-16,-25 0 16,-27 0-16,0 0 15</inkml:trace>
  <inkml:trace contextRef="#ctx0" brushRef="#br0" timeOffset="71327.89">20388 14195 0,'-26'0'0,"-1"0"16,1 27-1,26 25-15,-26 1 16,26 25-16,0-25 15,0-1-15,0 1 16,0-27-16,0 0 16,0 1-16,0-54 62,0 1-62,26-26 16,53 25-16,0-25 15,-1 52-15,-25-26 16,25 26-16,1 0 16,-26 0-16,25 26 15,-25 26-15,-27 1 16,-26-1-16,0 1 16,0-1-16,-52-26 0,-27 27 15,0-27-15,-26 0 16,26-26-16,1 0 15,-1 0-15,27-26 16</inkml:trace>
  <inkml:trace contextRef="#ctx0" brushRef="#br0" timeOffset="71548.53">21227 13986 0,'0'-27'15,"0"54"1,-78 25 0,-1 53-16,-26 0 15,-26 26-15,0 0 16,-27-26-16,-25 0 16,25-26-16,-26 26 15,-25-53-15,-1 1 16</inkml:trace>
  <inkml:trace contextRef="#ctx0" brushRef="#br0" timeOffset="72114.61">16085 12674 0,'0'-27'0,"0"54"16,-53 51 0,1 27-16,-53 0 15,-27 0-15,1 26 16,-52-26-16,-27 27 16,0-28-16,26 1 15,27-26-15,25 0 16,27-27-16,0-25 15,53-1-15</inkml:trace>
  <inkml:trace contextRef="#ctx0" brushRef="#br0" timeOffset="72590.64">15533 11729 0,'0'-53'0,"-26"1"15,0 52-15,0-26 16,26 78 15,0 1-31,0 25 16,52-25-16,-26-27 15,1 0-15,25 1 16,-26-1-16,1-26 16,-1 0-16,0 0 15,0 0-15,1-26 16,25-1 0,-26-25-16,1-27 0,-27 53 15,26-27-15,-26 27 0,0 52 47,0 53-31,0 0-1,0 0-15,0-1 0,0-25 16,0-1-16,0-25 16,26-1-16,-26 0 15,26 0 1,-26 0-1,-26-26 1</inkml:trace>
  <inkml:trace contextRef="#ctx0" brushRef="#br0" timeOffset="73010.07">15691 11676 0,'-26'0'16,"26"-26"0,0 0-16,52-53 15,1 27-15,25-27 16,27 0-16,53 1 16,25-1-16,54 0 0,77 0 15,28 27-15,25-1 16,27 53-16,-1 0 15,-26 53-15,-25 26 16,-28 52-16,1-26 16,-52 26-16,-27-26 15,-52-26-15,-79-1 16,-1-25 0,-51-1-16,-1-25 0,-25-1 15,-1 0-15,0 0 0,0 1 31,-26-1-31,27 0 16,-27 0-16,0 1 16</inkml:trace>
  <inkml:trace contextRef="#ctx0" brushRef="#br0" timeOffset="77070.1">18551 16872 0,'-52'0'16,"104"0"15,1 0-31,-1 0 16,0 0-16,-25-26 15,-1 26-15,-52 0 2360</inkml:trace>
  <inkml:trace contextRef="#ctx0" brushRef="#br0" timeOffset="77401.73">18551 16793 0</inkml:trace>
  <inkml:trace contextRef="#ctx0" brushRef="#br0" timeOffset="87103.89">16399 16137 0,'-52'-26'16,"26"26"0,-1 0-16,80 0 31,-1 0-31,53-26 16,-26 26-16,0 0 15,-27 0-15,1 0 16,25 0-16,-51-27 15,25 1-15,-26 0 0,1 0 16,-27 0-16,26-1 16,-26 1-16,0 79 78,0 25-78,-26 27 15,26-26-15,0 26 16,0-26-16,0 26 16,0-27-16,0-25 0,0-1 15,0-26-15,0 1 16,0-1-16,0-52 62,0-53-62,0 27 16</inkml:trace>
  <inkml:trace contextRef="#ctx0" brushRef="#br0" timeOffset="87575.11">17423 16295 0,'-53'0'16,"27"0"-16,26-27 31,0 1-15,0 0-16,52-27 16,1 27-16,-1 0 15,1 26-15,26-26 16,-27 26-16,1 26 15,-1 0-15,-26 27 0,1 25 16,-27-25-16,0 26 16,-27-1-16,-25 1 15,-1-26-15,-25-1 16,25 0-16,1-25 16,-1-1-16,27-26 15,0 0-15,78 0 47,27 0-47,26 0 16,0-26-16,52-1 0,-26-25 15,1 26-15,-27 0 16,-53 26-16,-26 0 16,-78 0 15</inkml:trace>
  <inkml:trace contextRef="#ctx0" brushRef="#br0" timeOffset="87858.05">18604 16032 0,'-27'0'0,"1"-26"15,26 52 17,0 0-17,26 27-15,1 26 16,-1-27-16,-26 1 16,0-1-16,26 1 15,-26-1-15,0 1 16,0-27-16,0 0 15,0 0-15,26 1 16,0-27 0,1 0-16</inkml:trace>
  <inkml:trace contextRef="#ctx0" brushRef="#br0" timeOffset="88155.7">19023 16111 0,'-26'0'16,"0"0"-16,-27 0 16,1 0-16,-1 26 0,-25 27 15,25-27-15,27 0 16,0 27-16,26-27 16,0 0-1,0 0-15,52 1 0,1-1 16,25 26-16,1-52 15,0 27-15,0-27 16,-1 0-16,1 0 16,0 0-16,-1 0 15,-25 0-15,-1-27 16,-25 1-16,-27 0 16</inkml:trace>
  <inkml:trace contextRef="#ctx0" brushRef="#br0" timeOffset="88749.72">19469 16190 0,'-26'0'0,"26"26"47,0 26-31,0 1-16,0-1 15,0 1-15,0-27 16,0 0-16,0 1 15,0-80 32,-26 1-47,0-1 16,26 1-16,0-1 16,0 27-16,0-27 15,26 27-15,26 26 16,1 0-16,-1 0 15,1 0-15,-1 0 16,1 26-16,-1 27 16,-25-1-16,-1 1 15,-26-1-15,26 1 16,-26-27-16,0 0 16,0-52 15,0 0-16,0-53-15,0 27 16,0-1-16,0 1 16,0-1-16,26 27 15,1 0-15,-27-1 16,26 27-16,26 0 16,1 53-1,-1-27-15,1 27 16,-1-1-16,-26 1 15,-26-27-15,27 26 0,-27-25 16,0-1-16,0 0 16,0 0-16,0 1 15,0-1-15,26-26 16</inkml:trace>
  <inkml:trace contextRef="#ctx0" brushRef="#br0" timeOffset="89095.37">20545 16137 0,'-26'-52'0,"0"52"15,26-27-15,0 1 16,0 52 31,0 27-32,0-1-15,26 27 16,0 0-16,-26 0 16,26 26-16,-26-27 15,0 1-15,27 0 16,-27-1-16,0 1 16,26-53-16,-26 27 15,26-27-15,-26-52 47</inkml:trace>
  <inkml:trace contextRef="#ctx0" brushRef="#br0" timeOffset="89331.96">20545 16190 0,'-26'-27'0,"26"-25"15,26 26-15,27-1 16,25 1-16,-25 26 16,-1 0-16,1 26 15,-27 1-15,0 25 0,-26 27 16,0-27-16,-26 1 16,-26-1-16,-27 1 15,26-1-15,-25 1 16,25-27-16,27 0 15</inkml:trace>
  <inkml:trace contextRef="#ctx0" brushRef="#br0" timeOffset="89932.57">21254 15481 0,'-27'-26'0,"27"0"31,-26 26-31,26 26 31,0 79-15,26-26-16,-26 52 16,27-26-16,-1 0 15,0-27-15,-26-25 16,0-1-16,0-25 16,0-1-16,26-26 31,-26-26-16,0-27-15,0 1 16,27-27-16,-1 27 16,0-1-1,0 27-15,1 0 0,-1 26 16,0 0 0,0 26-16,27 26 15,-1 1-15,27-1 16,-26 1-16,-1-1 15,0 1-15,-25-27 16,-1 0-16,0-26 16,0 26-16,-26-78 62</inkml:trace>
  <inkml:trace contextRef="#ctx0" brushRef="#br0" timeOffset="90463.07">22697 15324 0,'0'-53'15,"0"1"-15,-79-1 16,-52 27-16,-79-26 16,-79-1-16,-78 27 15,-53 0-15,-105 26 16,-78 0-16,-53 0 15,-79 52-15,-78 27 0,-1 0 16,-25 52-16,-1 52 16,79 80-1,79-1-15,131 27 0,157-27 16,158 1-16,184-27 16,157-26-16,236-27 15,183-25-15,211-53 16,184-26-16,130-53 15,106-26-15,52-79 16,52-26-16,-52-26 0,-105-79 16,-183-26-16,-185-53 15,-288-26-15,-262-26 16,-236 0-16,-368 26 16,-315 53-16,-288 131 15,-210 78-15,-132 53 31,-26 105-31</inkml:trace>
  <inkml:trace contextRef="#ctx0" brushRef="#br0" timeOffset="103113.96">1207 8843 0,'0'-27'16,"26"-51"-16,105-1 15,26-26-15,27 0 16,52-26-16,27 0 15,-27 26-15,0 0 16,-52 0-16,-27 26 16,-26 26-16,-52 1 15,-26 26-15,-27 26 16,0 0-16,0 26 78,1 0-78</inkml:trace>
  <inkml:trace contextRef="#ctx0" brushRef="#br0" timeOffset="108815.96">4801 7189 0,'27'27'0,"-1"-27"32,0 0-17,27-27-15,-1 1 16,27 0-16</inkml:trace>
</inkml:ink>
</file>

<file path=ppt/ink/ink7.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00:33.105"/>
    </inkml:context>
    <inkml:brush xml:id="br0">
      <inkml:brushProperty name="width" value="0.05292" units="cm"/>
      <inkml:brushProperty name="height" value="0.05292" units="cm"/>
      <inkml:brushProperty name="color" value="#FF0000"/>
    </inkml:brush>
  </inkml:definitions>
  <inkml:trace contextRef="#ctx0" brushRef="#br0">6455 2781 0,'-79'0'0,"0"0"15,53 0-15,0 0 16,78 0 15,27 0-31,26 0 16,52 0-16,1 0 0,52 0 16,-27-26-16,53 0 15,-26-1-15,0 1 16,-52 26-16,-27-26 15,-52 26-15,-27-26 16,-78 26 0,-53 26-1</inkml:trace>
  <inkml:trace contextRef="#ctx0" brushRef="#br0" timeOffset="267.69">6481 2807 0,'-26'0'16,"-1"0"-16,106 0 31,78 0-31,1 0 16,52-26-16,26 0 16,0 0-16,0-1 15,0 1-15,-52 0 16,-53 0-16,-26 26 0,-52-26 15,-27 26-15,-52 26 47,0-26-47,-27 0 16</inkml:trace>
  <inkml:trace contextRef="#ctx0" brushRef="#br0" timeOffset="1354.46">14484 2676 0,'-105'26'0,"52"-26"16,1 0-16,26 0 15,78 0 17,79 0-32,27 0 15,78 0-15,0 0 16,27-26-16,-27 0 16,-26 0-16,-27 0 15,-51 26-15,-28-27 16,-25 27-16,-53 0 0,1 0 15,-54 0 1,-51 0-16,-27 27 16</inkml:trace>
  <inkml:trace contextRef="#ctx0" brushRef="#br0" timeOffset="1527.46">14799 2807 0,'-105'27'15,"26"-27"-15,53 26 16,52-26-1,105 0-15,79 0 0,53-26 16,25-27-16,-25 1 16,25-1-16,1-25 15,-79 25-15,-27 1 16,-104-27-16</inkml:trace>
  <inkml:trace contextRef="#ctx0" brushRef="#br0" timeOffset="11740.28">5431 4749 0,'-79'0'0,"27"0"16,0 26-16,25-26 16,106 0 15,52 0-31,27-26 16,25 0-16,1 0 15,0-1 1,-27 1-16,-26 26 0,-26-26 15,-52 26-15,-53 26 16,-79 0-16</inkml:trace>
  <inkml:trace contextRef="#ctx0" brushRef="#br0" timeOffset="11897.41">5615 4854 0,'-26'0'16,"-1"0"-16,54 0 15,51 0 1,80-26-16,25-27 16,1 27-16,52-26 15,0-1-15,-52-26 16,-53 27-16</inkml:trace>
  <inkml:trace contextRef="#ctx0" brushRef="#br0" timeOffset="94133.99">10154 6350 0,'-26'-53'0,"26"27"16,-26 0-16,26 78 47,0 27-31,0 0-16,0 26 15,0-27-15,0 1 16,0 0-16,52-27 15,-25 27-15,-1-26 16,0-27-16,-26 26 16,0-25-16,0-1 15,-52-26 1</inkml:trace>
  <inkml:trace contextRef="#ctx0" brushRef="#br0" timeOffset="94448.75">10049 6533 0,'-26'-26'16,"0"0"-16,26 0 16,-26 26-1,26-26-15,0-1 16,52 27 0,1 0-16,25 0 15,1 0-15,26 27 16,0-1-16,0 26 0,0 1 15,0-1-15,-26-26 16,-27 27-16,-52-27 16,0 0-16,0 27 15,-26-1-15,-79-25 16,0 25-16,0 1 16,0-27-16,26 0 15,27-26-15,26 0 16</inkml:trace>
  <inkml:trace contextRef="#ctx0" brushRef="#br0" timeOffset="94779.18">11781 6822 0,'53'0'31,"25"0"-15,-25 0-16,-1 0 15,1 26-15,-1-26 16,-25 0-16,-1 0 16,0 0-16,0 0 15,1 0-15</inkml:trace>
  <inkml:trace contextRef="#ctx0" brushRef="#br0" timeOffset="94951.73">11860 7032 0,'-26'0'16,"78"0"15,1 0-31,-1 0 16,27 0-16,26 0 15,-26-26-15,25 26 16,-25-26-16</inkml:trace>
  <inkml:trace contextRef="#ctx0" brushRef="#br0" timeOffset="95487.39">13539 6691 0,'0'-26'0,"0"-27"15,-26 27-15,26 0 0,-26-1 16,0 1 0,26 0-16,-27 26 15,1 0-15,0 0 0,0 0 16,-1 0-16,1 0 15,-26 0-15,52 52 16,0-25-16,0-1 16,0 26-16,52-25 15,1 25-15,25-26 16,1 1-16,-27 25 0,27-26 16,-26 1-16,-27-1 15,0 0-15,0 0 16,1 1-16,-1-1 15,-26 0 1,0 0-16,0 1 16,-26-27-1,-1 26-15,-25-26 16,-27 0-16,27 0 16,-27 0-16,27 0 15,-1-26-15,27 26 16,0-27-16,26 1 15,0 0 1</inkml:trace>
  <inkml:trace contextRef="#ctx0" brushRef="#br0" timeOffset="95816.36">14825 6560 0,'0'-27'0,"0"1"15,0 52 63,-26 27-78,0-1 16,-1 1-16,1-27 16,0 27-16,0-1 15,-1-26-15,1 27 16,-26-1-16,25-25 16,-25 25-16,26-26 0,-1 1 15</inkml:trace>
  <inkml:trace contextRef="#ctx0" brushRef="#br0" timeOffset="96067.53">14431 6665 0,'0'-53'0,"27"53"16,-1-26-16,-26 0 15,26 26-15,0 0 16,1 0-1,-1 0 1,26 52-16,-25-26 0,25 27 16,27-1-16,-1 1 15,-25-1-15,26-25 16,-1 25-16,-25-26 16,26 1-16,-27-1 15</inkml:trace>
  <inkml:trace contextRef="#ctx0" brushRef="#br0" timeOffset="96413.17">16137 6481 0,'-26'-26'0,"0"0"16,-1 26-1,27 26 48,0 26-47,27 27-16,-27-27 15,26 27-15,-26 0 16,26-27-16,-26 27 15,0-26-15,0-1 16,26 1-16,-26-27 16,0 0-16,26-26 15</inkml:trace>
  <inkml:trace contextRef="#ctx0" brushRef="#br0" timeOffset="96617.23">15770 6481 0,'-27'0'15,"54"0"17,51 0-17,1 0-15,26-26 16,0 26-16,0 0 15,-26 0-15,26 0 16,-27-26-16,-25 26 16</inkml:trace>
  <inkml:trace contextRef="#ctx0" brushRef="#br0" timeOffset="100520.21">9157 8554 0,'-26'0'15,"0"-26"-15,26-1 16,0 1-16,0 0 16,0 0-16,0-1 15,52 27-15,-26-26 16,27 26-16,-1 0 16,1 0-16,-1 0 15,1 53-15,-27-27 16,27 26-16,-53 1 15,26 26-15,-26-27 16,0 27-16,-53-27 16,1 27-16,-27-53 15,0 27-15,27-27 16,-1 0 0,1-26-16,0 26 0,25-26 0,1 0 15,79 0 48,-1 0-48,27-26-15,-1 0 0,27 26 16,0 0-16,0 0 16,-52 0-16,26 0 15,-53 0-15,0 0 16,0 0-16,-26 26 47,0 0-47</inkml:trace>
  <inkml:trace contextRef="#ctx0" brushRef="#br0" timeOffset="101007.04">10338 8659 0,'0'-53'0,"0"27"0,0 0 15,0-27 1,-26 27-16,0 0 0,-1 0 16,1-1-16,0 1 15,0 26-15,-1 0 16,1 0-1,0 0-15,-27 0 0,1 26 16,26 1-16,-1-1 16,27 0-16,0 0 31,0 27-31,53-1 0,52-25 16,0 25-16,0 1 0,26-27 0,-26 26 15,-26-25-15,-27 25 16,-26-26-16,1 1 15,-27-1-15,0 0 16,-53 0-16,1 0 16,-1-26-1,-26 0 1,27 27-16,-1-27 16,1 0-16,0-27 15,-1 1-15,1-26 16,25-27-16,1 27 15,26-27-15,0 26 16,53 1-16,25 26 16,1-27-16,26 27 0,0 0 15,-26 26-15</inkml:trace>
  <inkml:trace contextRef="#ctx0" brushRef="#br0" timeOffset="101494.81">11204 8501 0,'0'-26'0,"-26"52"62,-1 1-62,27-1 16,-26 26-16,26-25 15,0 25-15,0 1 16,0-1-16,0-26 16,53 27-16,-1-27 0,1 0 15,25 1-15,-25-1 16,26-26-16,-53 0 15,26 0-15,-25 0 16,-1 0-16,0-26 16,0-27-16,-26 27 15,0-27-15,0 1 16,0-27-16,0 27 16,-52-1-16,26 1 15,-27 25-15,1 1 16,25 0-16,1 26 15,0 0-15,0 0 0,-1 0 16,27 26 0,-26 0-16</inkml:trace>
  <inkml:trace contextRef="#ctx0" brushRef="#br0" timeOffset="101840.17">12280 8895 0,'-26'0'0,"52"0"47,26 0-47,1 0 16,25 0-16,1 0 15,0 0-15,0 0 16,-27 0-16,1 0 16,-1 0-16,-26 0 0,1 0 15</inkml:trace>
  <inkml:trace contextRef="#ctx0" brushRef="#br0" timeOffset="102044.07">12306 9131 0,'26'0'31,"53"0"-31,26 0 16,0 0-16,-26 0 16,26 0-16,-27-26 0,-51 26 15,-1 0-15,-52 0 32</inkml:trace>
  <inkml:trace contextRef="#ctx0" brushRef="#br0" timeOffset="114513.1">14090 8606 0,'0'-26'16,"0"0"-16,0 0 15,-26 26-15,0-27 16,-27 27-16,1 0 16,-1 0-16,1 0 15,-1 0-15,1 27 16,-1-1-16,27 26 0,26-25 16,0 25-16,0 1 15,26-27-15,27 26 16,26 1-16,-1-27 15,27 0-15,-26 1 16,0-1-16,-1 0 16,-25 26-16,-1-25 15,-25-1-15,-1 0 16,-52 0 15,-53 1-31,0-27 0,-26 26 16,0-26-16,0 0 15,27 0-15,51 0 16,1 0-16,26-26 16,26-1-1</inkml:trace>
  <inkml:trace contextRef="#ctx0" brushRef="#br0" timeOffset="114829.08">14615 8659 0,'-26'0'16,"26"-26"-16,52 52 62,27 0-46,26 27-16,0-1 0,-26 1 16,26-1-16,0-26 15,-27 27-15,1-27 16,-26 0-16,-27 0 16,0 1-16,0-27 15</inkml:trace>
  <inkml:trace contextRef="#ctx0" brushRef="#br0" timeOffset="115081.46">15324 8606 0,'0'-26'0,"0"0"15,-27 26 16,1 26-15,-26 27-16,25-1 16,-51 27-16,25 0 15,1-1 1,25-25-16,-25-1 0,26 1 0,26-1 16,0-26-16,0 27 15,52-27 1</inkml:trace>
  <inkml:trace contextRef="#ctx0" brushRef="#br0" timeOffset="115461.64">15822 8554 0,'0'-26'32,"26"26"-17,27-27-15,26 27 16,-1-26-16,1 26 16,-27 0-16,1 0 15,-27 0-15,27 26 16,-27 27-16,0-1 0,-26 27 15,0 0-15,0 0 32,0-1-32,0 1 15,0 0-15,0-27 16,0 1-16,0-27 16,0 0-16,0 0 15</inkml:trace>
  <inkml:trace contextRef="#ctx0" brushRef="#br0" timeOffset="115620.26">16085 9026 0,'-27'0'0,"27"-26"16,27 26-1,51 0 1,27-26-16,26 26 16,-26-26-16,0-1 0</inkml:trace>
  <inkml:trace contextRef="#ctx0" brushRef="#br0" timeOffset="115984.72">17055 9000 0,'27'0'47,"-27"26"0,0 0-31,0-52 62,26 26-47</inkml:trace>
  <inkml:trace contextRef="#ctx0" brushRef="#br0" timeOffset="116631.22">17554 8869 0,'-26'0'16,"-1"0"0,27-26-1,-26-1-15,0 1 0,26 0 16,-26-27-16,26 27 15,0 0-15,0 0 16,26 26-16,0-27 0,27 27 16,25 0-16,-25 0 15,-1 0-15,27 0 16,-26 27-16,-27 25 16,0 1-16,-26-1 15,0 27-15,0 0 16,-52-1-16,-1-25 15,1 25-15,-27-25 0,53-27 16,-27 27-16,27-53 16,26 26-16,-26-26 15,78-26 63,1 26-78,25-27 16,27 27 0,0-26-16,0 0 15,0 26-15,0-26 0,-26 26 16,-27-27-16,1 27 16,-27 0-16,-52 0 93,-27 0-93</inkml:trace>
  <inkml:trace contextRef="#ctx0" brushRef="#br0" timeOffset="119219.61">11729 8213 0,'0'-26'0,"26"26"125,-26 26-125,0 26 16,26-25-16,-26-1 15,0 0-15,0 0 16,0 0 0,26-26-16,-26 27 31,0-54 16,0 1-47,0-26 15,0-1-15,0 27 16,0 0-16,0-27 16,0 27-1,0 0-15,0 0 16,27 26 0,-1 0-16,0-27 15,0 27-15,1 0 16,-1 0-16,0 0 15,0 0-15,1 27 16,25 25-16,-26-26 16,1 27-16,-27-27 15,26 27-15,-26-27 16,0 0-16,0 0 16,0 0-1,0-52 48,-26 0-63,-1 0 15,27 0-15,0-1 16,0 1 0,0-26-16,0 25 0,0 1 15,27 0 1,25 0-16,-26-1 0,1 1 15,-1 26-15,-26-26 16,26 26 0,0 0 15,0 0-31,1 0 16,-1 0-1,-26 26-15,26-26 16,0 0-16,-26 26 47,27-26-32,-27 27-15,26-1 16,-26 0-16,26 27 16,-26-27-16,0 26 15,0-25-15,0-1 0,0 0 16,0 0-16,0 0 15,0 1 1,26-27 0,-26 26-16,0 0 15,27-26 32</inkml:trace>
  <inkml:trace contextRef="#ctx0" brushRef="#br0" timeOffset="121378.96">18840 8633 0,'0'-27'16,"-27"27"15,-25 0-16,-1 0-15,1 0 0,0 0 16,-1 0 0,27 27-16,0-1 0,-1 26 15,27-25 1,0 25-16,0 1 16,0-27-16,53 26 0,26 1 15,-1-27-15,1 0 16,0 0-16,-27 1 0,27-27 15,-53 0 1,0 26-16,1-26 16,-1 0-16,0 26 15,0 0-15,-26 1 16,0-1 0,-26 0-1,-53-26 1,27 26-16,-27-26 0,-26 0 15,26 0-15,-25 0 16,51-26-16,1 0 0,25 26 31</inkml:trace>
  <inkml:trace contextRef="#ctx0" brushRef="#br0" timeOffset="124802.65">17843 4749 0,'-105'0'0,"0"0"0,26 0 16,26 0-16,27 0 15,52 0 17,79 0-32,53 0 15,104 0-15,79 0 16,53 0-16,52-26 16,26 0-16,1-1 15,-27 1-15,-79 0 16,-52 0-16,-105-1 15,-53 27 1,-104-26-16,-27 26 0,-78 0 16,-80 0-1,-51 0-15,-27 26 16,-26-26-16,-1 27 16,-51-1-16</inkml:trace>
  <inkml:trace contextRef="#ctx0" brushRef="#br0" timeOffset="125085.39">17711 4828 0,'-183'0'16,"51"26"-16,54-26 0,25 0 16,27 0-16,79 0 15,78 26 1,79-26-16,52 0 15,79 0-15,0 0 16,53 0-16,-27 0 16,27 0-16,-53 0 15,-26-26-15,-53 0 16,-104 26-16,-27-26 16,-79 26-16,1-27 15,-79 27 16,-53-26-31,0 26 0</inkml:trace>
  <inkml:trace contextRef="#ctx0" brushRef="#br0" timeOffset="127985.1">12778 11152 0,'53'0'31,"26"0"-31,25-27 16,1 27-1,-26-26-15,0 26 0,0-26 16,-27 26-16,-26 0 15,-26 26 1</inkml:trace>
  <inkml:trace contextRef="#ctx0" brushRef="#br0" timeOffset="128141.98">12805 11467 0,'-27'0'0,"1"0"0,52 0 31,53 0-31,26 0 15,26 0-15,0-27 16,1 1-16,-1 0 16</inkml:trace>
  <inkml:trace contextRef="#ctx0" brushRef="#br0" timeOffset="128535.89">15087 11047 0,'-26'-27'16,"-26"1"-16,-1 0 16,1 26-16,25-26 15,-25 26-15,0 0 16,-1 0-1,1 26-15,25 26 0,27-25 0,0-1 16,0 26-16,27 1 16,51-1-16,27-25 15,26 25-15,27-26 16,-1 27-16,-25-27 16,-28 0-1,-25 1-15,-26-1 0,-1 0 16,-52 0-16,0 0 15,-52 1 1,-53-1-16,0 0 16,-26-26-16,-1 0 0,-25 0 15,-1 0 1,1-26-16</inkml:trace>
  <inkml:trace contextRef="#ctx0" brushRef="#br0" timeOffset="129259.01">7898 11283 0,'-53'-26'0,"53"-1"0,0-25 15,0 26-15,0-1 16,53 1-16,-1 26 16,27 0-16,-27 0 15,27 26-15,-26 53 16,-1 26-16,-52-26 15,0 26-15,0-27 16,-52-25-16,-27 26 16,0-53-16,0 0 15,53 0-15,-26-26 16,78 0 31,26 0-47,27-26 15,0 0-15,0 26 16,26-26-16,-27 26 16,27 0-16,-26 0 15,-27 0-15,1 0 16</inkml:trace>
  <inkml:trace contextRef="#ctx0" brushRef="#br0" timeOffset="129761.51">9341 11178 0,'0'-53'16,"-53"53"-16,27-26 16,-26 0-16,25 0 15,-51 26-15,25 0 16,1 0-16,-1 0 15,1 0-15,26 26 16,-1 0-16,1 0 16,26 27-16,0-27 0,0 27 15,79-1-15,0 1 16,-1-1-16,1 1 16,26-1-16,-26-26 15,-1 27-15,-25-1 16,-27-26-16,0 27 15,-26-27-15,0 0 16,-26 1-16,0-1 16,-27-26-16,27 0 15,-53 0-15,27 0 16,-1-26-16,1-1 16,0 1-16,25-26 0,1-1 15,0 1-15,26-1 16,0 1-16,26-27 15,27 53-15,-1-27 16,0 1-16,1 26 16,-1-1-16,-25 27 15,-1 0-15</inkml:trace>
  <inkml:trace contextRef="#ctx0" brushRef="#br0" timeOffset="130484.57">9944 11178 0,'-26'0'0,"0"0"16,0 0 0,-1 0-16,1 52 15,0 1-15,0-1 16,26 1 0,0 26-16,0-27 0,0 0 15,26 1-15,26-27 16,1 0-16,26-26 15,-53 0-15,26 0 16,-25 0-16,-1 0 16,-26-26-16,0-26 15,0 25-15,0-25 16,-53 0-16,27-1 16,0 27-16,0-27 15,26 27-15,0-26 0,0 25 16,52 1-16,-26 0 15,27 0-15,-1 26 16,1 0-16,-1 0 16,1 0-16,-27 26 15,26 26-15,-25 1 16,-27 26-16,26-1 16,0-25-16,0-1 15,27 27-15,-1-53 16,-25 27-16,51-27 15,-51 0-15,25-26 0,1 0 16,-27 0-16,26 0 16,-25 0-16,-1-52 15,0 25-15,0-51 16,-26 25-16,0-25 16,-26-1-16,-26 0 15,-27 0-15,-26 27 16,0-1-16,0 27 15,0 26-15,26 0 16,-26 0-16,27 26 0</inkml:trace>
  <inkml:trace contextRef="#ctx0" brushRef="#br0" timeOffset="130893.45">8160 12516 0,'-52'26'16,"157"-26"15,52 0-31,53 0 16,52-26-16,27 0 15,26 0-15,0-1 16,26 27-16,-26-26 16,0 0-16,-27 0 15,-52-1-15,-78 1 0,-53 26 16,-53 0-1,-52-26-15,-26 26 16,-79 0-16,-26 0 16,-53 26-16</inkml:trace>
  <inkml:trace contextRef="#ctx0" brushRef="#br0" timeOffset="131349.38">9183 12805 0,'79'0'15,"26"0"-15,0 0 16,0 0-16,0 0 15,0 0-15,-53 0 16,1 0-16,-27-26 0,0 26 16,-26-27-1,0 1-15,0 0 16,-26 26-16,0-26 16,0 26-16,-1 0 31,27 26-16,0 53 1,0-27-16,0 27 16,0-1-16,27 1 15,-27-26-15,0 25 16,26-25-16,-26-1 0,26-25 16,-26-1-16,26 0 15,-26 0 16,0-52-15</inkml:trace>
  <inkml:trace contextRef="#ctx0" brushRef="#br0" timeOffset="131945.79">10390 12962 0,'-26'0'16,"0"0"-16,0-26 62,26 0-46,-26-1-16,26 1 15,0 0-15,0 0 16,26 26-16,0 0 16,26 0-16,-25 0 0,25 0 15,1 0-15,25 26 16,-51 0-16,25 27 16,-26-27-16,-26 26 15,0 1-15,0-1 16,0-25-16,0 25 15,-52 1-15,-1-1 16,1-26-16,-1 27 16,1-27-16,26-26 15,-27 26-15,27 1 16,0-27 0,52 0 30,26-27-46,53 1 0,27 0 16,-1 0-16,26-27 16,-26 27-16,-26 0 15,0-1-15,-52 27 16,-1 0-16,-25 0 16,-27 27 15</inkml:trace>
  <inkml:trace contextRef="#ctx0" brushRef="#br0" timeOffset="140465.5">11388 11073 0,'0'26'62,"26"27"-62,0 25 16,-26-25-16,26-27 15,-26 0-15,0 27 16,0-27 0,27-26-1,-27-52 17,0-1-32,0-26 15,0 27-15,-27-1 16,27 1-16,0 26 15,0-1-15,27 27 32,-1 0-17,26 27-15,1 25 16,-1 1-16,1-1 16,-27 1-16,26 25 0,-52-51 15,0-1-15,0 0 16,0 0-16,0-78 62,0-1-62,0-25 16,0 25-16,27 1 16,25-1-16,-26 1 15,1 25-15,-1 27 16,0 0 15,0 27-31,1 25 16,-27 1-16,26-1 15,-26 1-15,0 25 16,26-51-16,-26 25 16,0-26-16,0 1 15,0-1-15,0 0 16,0 0-1,0 0-15</inkml:trace>
  <inkml:trace contextRef="#ctx0" brushRef="#br0" timeOffset="141109.72">12017 12674 0,'0'-27'15,"0"1"1,0 0-1,-26 26 1,-26 0-16,-1 0 16,1 26-16,-1 27 15,27-27-15,0 26 16,-1-25-16,27-1 16,0 26-16,27-26 15,25 1-15,27-1 16,-27-26-16,27 26 15,-26 27-15,-1-27 16,-26 26-16,1-25 16,-27-1-16,0 0 15,0 0-15,-27 1 0,-25-27 16,-1 0-16,1 0 16,-1 0-1,1 0-15,-1-27 0,27 1 16,0-26-16,26-1 15,0 1-15,26-1 16</inkml:trace>
  <inkml:trace contextRef="#ctx0" brushRef="#br0" timeOffset="141585.97">12280 13041 0,'26'0'16,"26"0"-1,-25 0-15,25 0 16,1-26-16,-1-1 16,-26 1-16,1 26 15,-27-26-15,0 0 0,0-1 16,0 1-16,0 0 31,-27 0-31,1 26 0,0-26 16,0 26-16,-1 0 15,1 0 1,0 0 0,0 0-16,-1 26 15,1 0 1,26 26-16,-26-25 0,26-1 15,0 0 1,0 27-16,26-27 0,27 0 16,-27 0-16,0 1 15,27-27-15,-27 26 16,26-26-16,-25 0 16,25 0-1,1-26-15,25-1 0,-51 1 31,25 0-31</inkml:trace>
  <inkml:trace contextRef="#ctx0" brushRef="#br0" timeOffset="141911.7">13146 12674 0,'-53'0'47,"27"0"-31,-27 0-1,27 26-15,-26 0 0,26 27 16,-1-27-16,27 52 0,0-25 16,0-1-16,27 1 15,25-27-15,0 0 16,1 1-16,26-27 15,-27 0 1,1 0-16,25 0 0,-25-53 16,-27 27-16,27-53 15,-53 27-15</inkml:trace>
  <inkml:trace contextRef="#ctx0" brushRef="#br0" timeOffset="159872.72">14536 15061 0,'-26'0'16,"0"0"-16,26-26 16,0 0-1,0 0-15,26-1 0,27 1 16,-1 0-16,1 26 16,-1 0-16,1 0 15,-1 26-15,0 27 16,1-1-16,-27 1 15,-26-1-15,0 1 16,0-1-16,-26 1 16,-27-1-16,-25 0 15,-1 1-15,0-27 16,27 0-16,26-26 16,-1 27-16,106-54 46,0-25-46,26 26 16,0-1-16,0 1 16,26 26-16,-26 0 15,0-26-15,-26 26 16,-53 0-16</inkml:trace>
  <inkml:trace contextRef="#ctx0" brushRef="#br0" timeOffset="160281.1">15901 15061 0,'0'-78'0,"0"25"16,-26 1-16,-1-1 16,-25 1-16,26 52 0,-27-27 15,-26 27-15,1 27 16,25 25-16,1 27 16,26-27-16,26 27 15,0-26-15,26-1 16,52-26-16,27 27 15,-26-27-15,26 0 16,-26-26 0,0 27-16,-27-1 0,-52 0 15,0 26-15,0-25 0,-52 25 16,-1-26-16,-26 1 16,1-1-16,25-26 15,1 0-15,25-26 16,1-27-16,26-26 15,0 27-15,26-27 16,53 1-16,-26 25 16,25 1-16,-25 25 15,-1 27-15,1 0 16,-27 0-16</inkml:trace>
  <inkml:trace contextRef="#ctx0" brushRef="#br0" timeOffset="160878.16">16504 14956 0,'0'-26'16,"-26"26"-1,0 26 1,0 1-16,-27 25 15,53 27-15,-26-27 0,26 1 16,0-1 0,0 1-16,52-27 0,1 0 15,-1 0-15,1-26 16,26 0-16,-53 0 16,26-26-16,-26-26 15,-26 26 1,0-27-16,0-26 0,0 53 15,-52-26-15,52-1 16,-26 27 0,26 0-16,0-1 0,0 1 15,26 0-15,26 26 16,1 0-16,-1 0 0,1 26 16,-1 0-16,-25 27 15,-1-1-15,0 1 16,0-27-16,1 27 15,25-1-15,-26-26 16,27 1-16,-1-1 16,1-26-16,-1 0 15,1 0-15,-1 0 16,-26-26-16,27-27 16,-53 1-16,0-27 15,0 0 1,0 0-16,-53 27 0,-25-27 0,-1 53 15,0-27-15,27 53 16,-27 0 0,0 27-16,1 25 0,-27 1 15</inkml:trace>
  <inkml:trace contextRef="#ctx0" brushRef="#br0" timeOffset="161205.71">14720 15980 0,'-79'26'0,"1"0"16,51-26-16,27 26 15,132 1 1,77-27-16,54 0 15,26-27-15,52-25 16,-53 26 0,27 0-16,-52-1 0,-27 1 0,-53 26 15,-51-26-15,-27 26 16,-53 0-16,-26 0 16,0 26-16,-26 27 15,-26-27-15,-52 26 16</inkml:trace>
  <inkml:trace contextRef="#ctx0" brushRef="#br0" timeOffset="161570.29">15717 16557 0,'-26'0'0,"78"0"15,27 0-15,26 0 16,26 0-16,-26 0 16,0 0-16,-26-26 15,-27 0-15,-25 26 16,-27-27-16,0 1 16,0 0-16,0 0 15,-27 26-15,1-27 16,0 27-16,26 53 31,0 26-15,0-1-16,0 1 15,0 0-15,0-27 16,0 27-16,0-27 16,0 27-16,26-53 15,27 1-15,-27-27 16</inkml:trace>
  <inkml:trace contextRef="#ctx0" brushRef="#br0" timeOffset="161916.46">16740 16636 0,'0'-26'0,"0"-1"15,27-25-15,-1 52 16,26-26-16,1 26 15,-1 0-15,27 0 16,-53 52-16,27 1 16,-27-1-16,0 0 15,-26 1-15,0-1 16,0 1-16,-26-1 16,-26-25-16,-1 25 0,1-26 15,-1 1-15,27-27 16,0 0-16,78 0 47,1 0-47,52 0 15,26-27-15,0 1 16,53-26-16,-27-1 16,1 1-16</inkml:trace>
  <inkml:trace contextRef="#ctx0" brushRef="#br0" timeOffset="162216.04">18289 15744 0,'-53'-27'0,"27"1"15,0 0-15,26 0 16,52 26 15,27 26-31,26 26 16,-26 1-16,26-1 16,-1 1-16,1-27 15,-26 0-15,0 1 16,-27-1-16,-25 0 15,-1 0-15</inkml:trace>
  <inkml:trace contextRef="#ctx0" brushRef="#br0" timeOffset="162436.94">18866 15481 0,'-26'0'16,"-1"-26"-16,1 26 15,0 52 1,0 1 0,-27 26-16,27-1 15,0 27-15,0-26 16,-1 26-16,-25-26 16,26-1-16,-1 1 0,-25 0 15</inkml:trace>
  <inkml:trace contextRef="#ctx0" brushRef="#br0" timeOffset="162808.91">19758 14851 0,'-26'-26'0,"0"26"16,-1-26-16,27 78 47,53 27-32,-27-26-15,0-1 0,1 1 16,-1 25 0,0-25-16,0-1 0,1 1 15,-1-27-15,-26 26 16,26-25-16,0-27 16,0 26-16</inkml:trace>
  <inkml:trace contextRef="#ctx0" brushRef="#br0" timeOffset="163239.44">20467 14878 0,'0'-53'0,"-27"27"16,1 0 0,-26 26-16,25-27 15,-25 27-15,-1 0 16,27 27-16,0-1 0,0 26 15,26-25-15,0 25 0,0-26 16,52 27-16,27-1 16,-27-25-16,53 25 15,-52-26 1,25 27-16,-25-1 0,-27-25 16,0-1-16,-26 0 0,0 0 15,0 0-15,-26-26 16,-26 27-16,-27-27 15,27 0-15,-1 0 16,27-27 0,26-25-16,0 0 0,0-27 15,52 26-15,1 1 16,-1-27-16,1 27 16,-27 25-16,0-25 15,-26 26-15,0-1 16,-52 27-16,-1 0 15,1 0 1,-27 0-16,27 53 0</inkml:trace>
  <inkml:trace contextRef="#ctx0" brushRef="#br0" timeOffset="163570.26">19942 16032 0,'-79'0'16,"27"0"-16,78 0 31,79 0-15,0 0-16,26 0 15,0 0-15,0 0 16,0 0-16,-26-26 16,0 26-16,-26-26 0,0 26 15,-53 0-15</inkml:trace>
  <inkml:trace contextRef="#ctx0" brushRef="#br0" timeOffset="163773.57">20204 16373 0,'79'0'16,"0"0"-16,26 0 15,26-26-15,-26 0 16,0 26-16,-27-26 16,-25 26-16,-27 0 15,-52 0 1</inkml:trace>
  <inkml:trace contextRef="#ctx0" brushRef="#br0" timeOffset="164230.62">20283 16478 0,'-26'27'16,"26"-1"-1,0 0-15,0 27 16,0-27 0,26 0-16,0 0 15,0 27-15,-26-27 16,0 0-16,27 0 15,-27-52 32,26 0-31,0-27-16,0 27 16,1 0-16,25 0 15,0 0-15,-25 26 16,51-27-16,-25 27 15,-1 0 1,27 0-16,-26 0 0,25 27 16,1-1-16,-26 0 15,-1 26-15,-26-25 16,-26 25-16,0 1 0,0-27 16,-78 26-16,-1-25 15,0 25 1,-52-26-16,26 1 0,0-27 15,0 0 1</inkml:trace>
  <inkml:trace contextRef="#ctx0" brushRef="#br0" timeOffset="168637.24">20755 14379 0,'-26'0'15,"26"26"110,-53 27-125,1 26 16,-53 26-16,0 26 15,-26 0-15,-27 0 16,27 0-16,26-26 16,0 0-16,0 0 15,53-52-15,-1-1 16</inkml:trace>
  <inkml:trace contextRef="#ctx0" brushRef="#br0" timeOffset="169124.22">19916 13697 0,'-27'-26'0,"1"-1"16,0 1-16,26 0 15,0 78 48,26 1-63,0-1 15,27 27-15,-27-26 16,0-1-16,0 27 16,-26-27-16</inkml:trace>
  <inkml:trace contextRef="#ctx0" brushRef="#br0" timeOffset="169768.93">18052 16085 0,'-52'0'0,"-27"26"15,1 26-15,-1 1 16,-26 26-16,-26-1 0,-1 27 16,-51 0-16,-27 26 15,-26 1-15,26-27 16,-26 26-16,52-52 15,27-1-15,52-25 16,26-27-16,26 0 16,53 0-16,-26-26 15,26 27-15</inkml:trace>
  <inkml:trace contextRef="#ctx0" brushRef="#br0" timeOffset="170334.89">17423 17528 0,'-27'-26'0,"1"-1"0,0 27 31,26 53-16,-26-1-15,-27 27 16,27 0-16,-26 0 16,25-27-16,-25 0 15,-1 1-15,53-27 0,-52 0 16,52 1-16,52-27 47,1 0-32,26 0-15,26 0 32,26-27-32,0 1 15,-26 0-15,0 0 16,-26 26-16,-27-27 0,-26 27 16,1 0-16,-27 27 31</inkml:trace>
  <inkml:trace contextRef="#ctx0" brushRef="#br0" timeOffset="170554.77">17475 17738 0,'-52'-26'0,"52"-1"16,0 1-16,0 52 31,0 53-15,52 26-16,1 0 15,-1 0-15,-26 0 16,1 0-16,-1 0 16,-26 0-16,0-27 15,0-25-15</inkml:trace>
  <inkml:trace contextRef="#ctx0" brushRef="#br0" timeOffset="174157.84">21516 15796 0,'26'-26'0,"-26"0"16,27-1-16,-27 1 0,0 52 46,-79 106-46,-79 25 16,-25 53-16,-27 26 16,0 0-16,-26 0 15,26-26-15,0 0 16,26-26-16,1 0 16</inkml:trace>
  <inkml:trace contextRef="#ctx0" brushRef="#br0" timeOffset="174931.52">14300 15665 0,'-105'0'16,"53"26"-16,26-26 0,130-26 31,106-27-31,53 1 16,52-27-16,78 0 0,27 1 15,-26-27 1,-1 0-16,-25 0 15,-27 26-15,-105 27 0,-26-1 16,-79 27-16,-26 0 16,-53-1-16,-25 27 15,-80 0 17</inkml:trace>
  <inkml:trace contextRef="#ctx0" brushRef="#br0" timeOffset="175886.09">15429 13854 0,'-27'-52'16,"1"26"-16,26-1 16,0 1-16,0 0 15,0 0-15,-26 26 16,26 52 0,0 1-1,0-1-15,0 27 16,0-27-16,0 1 15,0-27-15,0 0 16,0 0-16,0 1 16,0-54 31,26-25-47,27 26 15,-27 0-15,26-1 16,27 1-16,-27 0 15,27 0-15,-26 26 16,-1 0-16,-26 0 16,27 0-16,-27 0 15,0 26-15,-26 26 16,27-25-16,-27 25 16,0-26-16,0 0 15,-27 27-15,-25-27 16,-1 27-16,27-27 15,-26-26-15,25 26 0,1-26 16,0 0-16,0 0 16,26-26-16</inkml:trace>
  <inkml:trace contextRef="#ctx0" brushRef="#br0" timeOffset="176184.72">15481 13671 0,'-26'0'16,"0"0"-16,26-27 15,78 27 17,-25-26-17,52 0-15,-27 26 16,1-26-16,-26-1 15,-1 27-15,-26 0 16,1-26-16,-54 52 63,1-26-48</inkml:trace>
  <inkml:trace contextRef="#ctx0" brushRef="#br0" timeOffset="178223.11">16557 13618 0,'0'-26'0,"0"0"16,0-1 0,-53 27 30,27 27-46,0 25 16,-27 1-16,1 25 16,52-25-16,-26 26 15,26-27-15,0 1 16,26-1-16,26-26 16,27 0-1,0 1-15,0-1 0,-1-26 0,1 0 16,0 0-16,-27-26 15,1-27-15,-27 27 16,0 0-16,-26-27 16,0 27-16,0 0 15,-26 0-15,-27 26 16,-25 0-16,25 0 16,-26 26-16,1 0 15,-1 27-15,0-1 0,27 0 16,-1-25-1,53 25-15</inkml:trace>
  <inkml:trace contextRef="#ctx0" brushRef="#br0" timeOffset="179025.12">17160 13592 0,'0'-26'31,"0"-1"-31,0 1 16,0 52 265,0 27-281,0-27 16,27 27-16,-1-1 16,-26 1-16,26-27 15,0 26-15,1-25 16,-1-1-16,0 0 15,26-26-15,-25 0 16,25 26-16,1-26 0,-1 0 16,-26 0-1,27 0-15,-1-26 0,-25 0 16,-1 0-16,0-27 16,-26 1-16,0-1 15,0 1-15,0-1 16,-26 1-16,-27-1 15,-25 53-15,-1-26 16,0 26-16,0 0 16,1 26-16,-1 0 15,27 27-15,-1-1 16</inkml:trace>
  <inkml:trace contextRef="#ctx0" brushRef="#br0" timeOffset="181553.08">16688 18709 0,'-52'0'16,"25"0"-16,54-27 15,77-51 16,28-53-31,51-1 16,27-25-16,-26-1 16,26 27-16,-26 26 15,-53 27-15,-26 25 16,-53 1-16,-26-1 0,-26 27 16,0-27-1</inkml:trace>
  <inkml:trace contextRef="#ctx0" brushRef="#br0" timeOffset="182387.05">14615 14432 0,'-105'26'0,"26"-26"0,27 26 15,78-26 1,79 0 0,53 0-16,78-52 15,79-1-15,26-26 16,26 1-16,0-27 16,1 26-16,-27 0 15,-52 27-15,-27-27 16,-78 53-16,-53-27 15,-52 27-15,-27 26 16,-78 0 0,-53 26-16</inkml:trace>
  <inkml:trace contextRef="#ctx0" brushRef="#br0" timeOffset="183297.35">15219 12752 0,'-27'0'0,"27"-26"16,0 52 31,27 27-47,-1-1 15,0 1-15,0-1 16,-26-26-16,0 1 15,0-1-15,0-52 47,-26-53-47,0 26 16,0-25-16,-27 25 16,27-25-16,26 51 15,-26-25-15,26 26 31,0 78 1,0-26-32,52 27 15,-26-1-15,1 1 16,25-1-16,-26 1 0,-26-27 16,27 0-16,-27-52 46,0-27-30,0 1-16,-27-27 16,1 27-16,0-1 15,0 1-15,26 26 16,-27-1-16,27 54 47,0 25-47,27 1 15,-27-1-15,26 1 16,0 25-16,-26-25 16,26-27-16,-26 26 15,0-25-15,0 25 16,27-26-16,-27 1 16,26-1-16,0-26 15</inkml:trace>
  <inkml:trace contextRef="#ctx0" brushRef="#br0" timeOffset="183800.42">15848 12595 0,'-26'-53'16,"0"53"-16,26-26 15,-26 26-15,-1 26 47,1 27-47,0-1 16,0 27-16,-1-26 0,1-1 15,26-26-15,0 0 16,0 1-16,0-1 16,53-26-16,25 0 31,27 0-31,-26 0 0,26 0 0,-26-26 15,-1 26-15,-51-27 16,-1 1-16,-26 0 16,-26 0-1,-27 0-15,27-1 16,-26 27-16,25-26 16,27 0-1,-26 26-15,26 52 47,0 27-47,0-27 16,0 27-16,0 0 15,26-27-15,-26 27 16,0-26-16,0-1 16,0 1-16</inkml:trace>
  <inkml:trace contextRef="#ctx0" brushRef="#br0" timeOffset="184256.2">16347 12621 0,'0'-26'16,"-26"26"46,26 52-30,0-25-32,0 25 31,26 1-31,0-1 0,27-26 0,-27 27 15,26-27-15,1-26 16,-1 26-16,1-26 16,-27 0-16,26 0 15,-25-26-15,-1-27 16,26 1 0,-52 0-16,0-27 15,0 0-15,0 27 0,-52-27 0,-1 53 16,-25-1-16,-1 1 15,27 26-15,-27 26 16,0 1-16,0 25 16</inkml:trace>
  <inkml:trace contextRef="#ctx0" brushRef="#br0" timeOffset="190233.8">918 7111 0,'-131'52'0,"52"1"0,53-53 15,26 26-15,26-52 16,105-53 0,53-78-16,105-27 15,52-52-15,26 0 16,53-27-16,-27 53 16,-25 27-16,-106 51 15,-104 54-15,-53 51 0,-79 27 16,-52 27-1,-79 78-15,-53 26 16,-52 0-16,0 26 16</inkml:trace>
  <inkml:trace contextRef="#ctx0" brushRef="#br0" timeOffset="190407.08">1207 7373 0,'-210'131'15,"52"-26"-15,80-26 16,51-79-16,185-79 15,104-78 1,132-79-16,78-27 16,79-78-16,26 26 0,-52 0 15,-26 1-15,-132-1 16</inkml:trace>
  <inkml:trace contextRef="#ctx0" brushRef="#br0" timeOffset="-154369.91">944 10863 0,'-26'-26'0,"52"78"63,27 1-48,-27 25-15,0 1 16,0-26-1,1 25-15,-27 1 0,26 0 16,-26 0-16,0-53 16,0 26-16</inkml:trace>
  <inkml:trace contextRef="#ctx0" brushRef="#br0" timeOffset="-154087.53">1390 10889 0,'0'-26'0,"-52"78"32,26-25-17,-27 25-15,1 1 16,-1-27-16,27 0 16,0 0-16,78 1 46,1-27-30,52 26-16,-27-26 16,1 0-1,26 0-15,-26 0 0,-1 0 16,-25 0-16</inkml:trace>
  <inkml:trace contextRef="#ctx0" brushRef="#br0" timeOffset="-153552.95">1784 10915 0,'-26'-26'16,"26"0"-16,0 52 47,0 27-47,26-1 15,26 1 1,-25-27-1,-1 0-15,-26 0 0,0-78 32,-53-1-17,27 1-15,26-1 0,0 1 16,0 26-16,26-27 16,1 27-1,-1 26-15,26 0 16,-25 26-1,25 1-15,1 25 16,-27-26-16,26 27 16,-26-27-16,-26-52 62,0-1-62,0-25 0,0 0 16,0-1-16,0 1 15,0 25-15,0 1 16,0 0 15,27 78-15,-1-25 0,26 51-16,-25-51 15,25 25-15,-26 0 16,1-25-16,-1-27 15</inkml:trace>
  <inkml:trace contextRef="#ctx0" brushRef="#br0" timeOffset="-153317.24">2624 10548 0,'-27'-26'0,"1"26"15,26-26-15,0 78 31,26 1-15,1 52-16,-1-27 16,0 27-16,0-26 15,1 0-15,-1 26 16,0-27-16,0-25 16,-26-1-16,0 1 15,0-27-15</inkml:trace>
  <inkml:trace contextRef="#ctx0" brushRef="#br0" timeOffset="-153113.18">2597 10863 0,'0'-79'15,"0"27"-15,0-1 16,27 1-16,25 26 16,-26-1-16,1 27 15,-1 0-15,0 0 16,-26 27-16,26 25 15,-26 27-15,0-27 0,-26 1 16,-26-1-16,-27 1 16,53-27-16</inkml:trace>
  <inkml:trace contextRef="#ctx0" brushRef="#br0" timeOffset="-152688.35">2833 10207 0,'0'-52'16,"0"25"-16,0 1 0,27 52 47,25 27-32,1 26-15,-27 25 16,26-25-16,-25 0 15,-1 0-15,-26-27 16,26 1-16,-26-1 16,0-26-16,0-52 47,0-26-47,0-1 0,0 1 15,0-1-15,0 1 16,0 25-16,53 1 15,-27 0-15,26 26 16,1 0-16,-1 0 16,-25 26-16,25 27 15,-26-1-15,27 1 16,-53-1-16,26-26 16,-26 27-16,0-27 15,0 0-15</inkml:trace>
  <inkml:trace contextRef="#ctx0" brushRef="#br0" timeOffset="-152374.36">4224 10443 0,'-26'0'15,"105"-26"32,-1 26-47,54-26 16,25-1-16,0-25 16,-25 26-16,-1 0 15,-52 26-15,-27-27 16,-26 27-1,-26-26 17,-52 0-32</inkml:trace>
  <inkml:trace contextRef="#ctx0" brushRef="#br0" timeOffset="-152075.31">4933 10076 0,'-27'0'15,"54"0"32,-1 0-31,26 0-16,1 0 15,-1 0-15,-25 26 16,-1-26 0,0 0-16,-26 26 31,0 1-16,0-1-15,0 0 16,0 0-16,0 27 16,0-1-16,-26-26 15,0 1-15,26-1 16,0 0-16</inkml:trace>
  <inkml:trace contextRef="#ctx0" brushRef="#br0" timeOffset="-151195.23">5667 9682 0,'0'-26'15,"0"78"32,0 1-47,0-27 16,27 27-16,-1-27 15,-52-52 32,26-27-31,-27 1-16,27-1 15,0 1-15,0-1 16,0 27 0,27 26-16,-1 0 15,0 0-15,27 26 16,-27 27 0,26-1-16,1 1 0,-27-1 15,0-26-15,0-26 0,-26 27 16,0-54 15,0 1-31,0-26 16,0-1-1,-26 1-15,26-1 0,0 1 16,0 26-16,0-1 16,0 54 15,26-1-16,27 26-15,-1 1 0,1-1 16,-27-26-16,27 27 0,-53-27 16,0 0-16,0 1 15,26-80 17,-26 1-32,26-27 15,0 0-15,1 1 16,-27-27-1,26 26-15,0 26 0,-26-25 16,0 51-16,0-25 16,0 26-16,0-1 15,0 54 32,0 25-47,0 27 0,0 26 0,0-26 16,0 26-16,0 0 15,0-27-15,0 27 16,0-52-16,0 25 16,0-25-16,26-1 15,1-25-15,-1 25 16,0-52 0</inkml:trace>
  <inkml:trace contextRef="#ctx0" brushRef="#br0" timeOffset="-150921.83">6901 9682 0,'26'-52'16,"-26"26"-1,0-1-15,-26 27 32,-1 0-32,1 27 15,0-1-15,26 26 16,0-26-16,0 27 15,26-27-15,27 0 16,-27 27-16,26-27 16,-25 0-16,-1 1 0,-26-1 31,-53 0-15,1-26-1,26 0-15</inkml:trace>
  <inkml:trace contextRef="#ctx0" brushRef="#br0" timeOffset="-150378.27">7189 9735 0,'26'0'31,"1"0"-31,-1 0 16,0 0-16,0 0 15,-26-27-15,0 1 16,0 0-16,0 0 16,0 0-16,0-27 15,0 27-15,0 0 31,-26 26-31,0 0 16,0 26-16,-1 0 16,1 53-16,0-27 15,26 1-15,0-27 16,0 26-16,0-25 16,26-1-16,27 0 15,25-26-15,1 0 16,0-26-16,0 0 15,-1-27-15,-25 1 16,-27-1-16,0 1 0,-26-1 16,27 27-16,-27 0 15,0 52 17,0 0-17,26 1-15,0-1 16,26 0-16,1-26 15,-1 0-15,1 0 16,-1 0-16,1-26 16,-27 0-16,-26-27 0</inkml:trace>
  <inkml:trace contextRef="#ctx0" brushRef="#br0" timeOffset="-148663.87">1994 12437 0,'-26'-26'0,"26"-26"0,-27 25 15,27 1-15,0 0 16,0 0 0,-26 26 15,26 52-16,0 1 1,26-1-16,27 27 0,-27-27 16,27 1-16,-1-1 15,-26-25 1,27-1-16,-27 0 16,26-26-16,-25 26 0,-1-26 15,-26-26-15</inkml:trace>
  <inkml:trace contextRef="#ctx0" brushRef="#br0" timeOffset="-148334.89">2440 12254 0,'-26'0'0,"-1"-27"16,27 54 15,-26 25-31,0 1 16,26 25-16,0-25 15,0-1-15,0 1 32,52-27-32,1 0 0,-1 1 0,1-27 15,26 0-15,-53 0 16,0 0-16,0-27 31,-26-25-31,0 26 0,0-27 0,-26-26 16,-26 27-16,-27 26 15,53-1-15,-27 1 0,27 0 16,0 26-16,-1 0 16,1 52-1,26-25-15,0 25 16</inkml:trace>
  <inkml:trace contextRef="#ctx0" brushRef="#br0" timeOffset="-147926.96">2886 12280 0,'-53'0'0,"27"0"0,26-26 0,-26 26 16,26 52 46,0-26-62,0 27 16,0-1-16,26-25 16,0-1-16,27 0 15,-1 0-15,-25-26 16,-1 0-16,0 0 16,0 0-16,1 0 15,-1 0-15,0-26 16,-26-26-16,0 25 0,0-25 15,0 26-15,0-1 16,-52 1-16,-1 0 16,1 0-16,-1-1 15,1 27-15,25 0 16,1 0 0,26 27-1,0-1 1,26 0-16</inkml:trace>
  <inkml:trace contextRef="#ctx0" brushRef="#br0" timeOffset="-147566.47">3201 12149 0,'0'-26'15,"0"52"48,0 0-63,0 26 15,0 1-15,26-27 0,0 27 16,1-27-16,25 0 16,-26 0-1,27-26-15,-1 0 0,1 0 16,-27 0-16,26 0 15,-25-26-15,-1 0 16,0-27-16,-26 1 16,0-1-16,0 1 15,-26 0-15,0-1 16,-53 27-16,53 0 16,-53 26-16,27 0 15,-1 26-15,1 26 16</inkml:trace>
  <inkml:trace contextRef="#ctx0" brushRef="#br0" timeOffset="-144443.64">2046 13382 0,'-105'26'0,"27"-26"0,51 0 15,132 0 17,79-26-17,78-26-15,106-53 16,25-27-16,27 1 15,0 0-15,-53 26 16,-52 0-16,-79 53 16,-78-1-16,-79 27 15,-53 26-15,-52 0 32,-1 26-32,-25-26 15</inkml:trace>
  <inkml:trace contextRef="#ctx0" brushRef="#br0" timeOffset="-131100.1">2282 13828 0,'0'-26'63,"0"0"-32,53-27-31,26 1 15,-1 25-15,-25 1 16,26 0-16,-53 0 16,26 26-16,-52 52 31,0 1-15,-26 25-16,-26-25 15,25-1-15,1 1 16,0-27-16,26 0 15,0 27 1,0-27-16,26 0 0,53 0 16,0-26-16,-1 0 15,27 0-15,-26 27 16,-27-27-16,-25 0 16,-1 0-16,-26 26 31,-53 0-31,1-26 0,-27 26 0,-26 1 15,27-1-15,25 0 32,1 0-32,25-26 15,27-26 1</inkml:trace>
  <inkml:trace contextRef="#ctx0" brushRef="#br0" timeOffset="-130659.6">3332 13513 0,'0'-26'16,"-26"26"15,0 52-15,26 1-16,-27 26 15,1-27-15,26 27 16,0 0-16,0-27 16,26 1-16,27-27 15,-1 0-15,1-26 16,-1 0-16,27 0 0,-27 0 16,1-26-16,-1 0 15,-25-1-15,-1-25 16,-26 26-16,0-1 15,0 1-15,-26 0 16,-27 26 0,27 0-16,-27 0 15,1 0-15,-1 0 16,1 26-16,0 0 16,-1 1-16,53 25 15,0-26-15,0 1 16,0-1-16,53 0 15,-1-26-15,-26 0 0</inkml:trace>
  <inkml:trace contextRef="#ctx0" brushRef="#br0" timeOffset="-129980.16">4145 13330 0,'-26'0'15,"0"0"17,0 52-32,-1 1 15,1-1-15,26-26 16,0 27-16,0-1 15,26-26-15,27 1 16,-1-27-16,1 26 16,-27-26-16,27 0 15,-27 0-15,-26-26 16,0-1 0,0 1-16,0-26 15,-53 25-15,27-25 16,-26 0-16,25 25 15,27 1-15,-26 0 16,26 0 0,0-1-16,26 27 15,27-26-15,-27 26 16,0 0-16,1 0 0,-1 0 16,0 0-1,0 26-15,1 1 0,-1-1 16,0 26-16,0-25 15,1-1-15,-1 0 16,26 0-16,1-26 16,-1 0-16,1 0 15,25 0-15,-25 0 16,-1-26-16,-25 0 16,-1 0-16,0-1 15,-26 1-15,0 0 16,0-27-16,-26 27 15,-27 0-15,-25-27 0,-1 27 16,-26 26-16,0 0 16,0 0-16,-26 53 15,0-1-15</inkml:trace>
  <inkml:trace contextRef="#ctx0" brushRef="#br0" timeOffset="-128093.92">2833 12542 0,'27'-26'47,"-1"0"-47,53-27 16,-27 1-16,27-1 15,0-25-15,26-1 16,0 27-16,-27-27 15,1 26-15,-27 1 16,-25 26-16,-1-1 0,-26 80 47</inkml:trace>
  <inkml:trace contextRef="#ctx0" brushRef="#br0" timeOffset="-127543.96">4119 13749 0,'0'-26'16,"79"-26"-1,0-27-15,26 0 16,26 1-16,0-1 16,-26-26-16,0 26 15,-26 0-15,-27 1 16,-26 25-16,-26 27 15</inkml:trace>
  <inkml:trace contextRef="#ctx0" brushRef="#br0" timeOffset="-126961.58">2702 12018 0,'0'78'46,"-78"27"-46,-1 53 16,-26-1-16,-26 1 0,-27-1 16,27 27-1,26-53-15,0 0 0,26-26 32</inkml:trace>
  <inkml:trace contextRef="#ctx0" brushRef="#br0" timeOffset="-126001.66">2361 11335 0,'0'27'78,"0"-1"-78,0 0 0,0 0 16,53 1-1,-27-27 1,26 26-16,1-26 16,26 0-16,-27 0 15,-26 0-15,27 26 16,-27-26 0,-26 26-1,-26 0 1,0 27-16,-27-27 15,1 0-15,25 1 16,-25-27-16,26 0 16,-1 0-16</inkml:trace>
  <inkml:trace contextRef="#ctx0" brushRef="#br0" timeOffset="-125765.55">2387 11414 0,'0'-26'15,"53"-27"1,52 27-16,-26-26 16,26-1-16,-53 1 15,0 25-15,-25 27 16,-1-26-16,-26 52 31,-53 1-15</inkml:trace>
  <inkml:trace contextRef="#ctx0" brushRef="#br0" timeOffset="-125074.06">3831 13435 0,'0'-27'0,"-79"106"46,-26 26-30,-26 52-16,-27 27 16,1 0-16,-1-1 15,27 1-15,0 0 16,26-53-16,53 0 16</inkml:trace>
  <inkml:trace contextRef="#ctx0" brushRef="#br0" timeOffset="-124369.02">3883 14458 0,'0'-26'15,"26"52"48,27 26-48,-27 1-15,26-27 16,1 27 0,-27-27-16,27 26 0,-27 1 15,0-27-15,0 0 16,-26 0-16,0 1 15,27-27-15,-27 26 0</inkml:trace>
  <inkml:trace contextRef="#ctx0" brushRef="#br0" timeOffset="-123925.8">4408 14537 0,'0'-27'0,"0"1"15,0 0-15,-26 0 32,-27 26-32,27 0 15,-27 0-15,27 26 16,0-26-16,0 26 0,26 0 16,0 27-16,26-27 15,53-26-15,26 26 16,0 1-1,0-27-15,-1 26 0,1-26 32,-26 0-32,0 26 0,-27 0 0,-25-26 15,-27 26-15,0 1 16,0-1-16,-53 0 16,-26 0-1,27-26-15,-27 0 16,0 0-16,27 0 15,0-26-15,25-26 16,1-1-16,26 1 16,0-27-16,26 0 15,27 27-15,-27-1 16,-26 1-16,0 26 16,-52 26-1,-53 0-15,26 0 16,-26 0-16</inkml:trace>
  <inkml:trace contextRef="#ctx0" brushRef="#br0" timeOffset="-121423.73">3201 9840 0,'52'0'47,"27"26"-47,0 26 0,26-25 16,0-1-16,0 26 15,-27-52-15,1 27 16,-26-1-16,-27-26 16,0 26-16,-26 0 15,-26-26 1</inkml:trace>
  <inkml:trace contextRef="#ctx0" brushRef="#br0" timeOffset="-121187.74">3647 9813 0,'0'-26'16,"-26"26"-16,26 26 46,0 27-30,0-1-16,0 1 16,0-1-16,0 1 15,0 26-15,-27-27 16,27-26-16,0 27 0,0-27 16,27-26-1</inkml:trace>
  <inkml:trace contextRef="#ctx0" brushRef="#br0" timeOffset="-120796.21">4093 9630 0,'0'-26'15,"-26"52"48,26 0-63,0 0 0,0 0 15,0 1-15,26-1 16,0-26-16,27 26 16,25 0-16,-25-26 15,26 0-15,-1 0 16,1 0-16,-53 27 15,27-27-15,-27 26 16,-26 0 0,0 0-16,0 1 15,-52-1-15,-27 0 16,0 0-16,0 1 0,1-1 16,-1-26-16,26 0 15,27 0-15,0-26 16</inkml:trace>
  <inkml:trace contextRef="#ctx0" brushRef="#br0" timeOffset="-120623.79">4067 9604 0,'-27'0'0,"1"0"16,79 0-1,25-27 1,27 1-16,-26 0 0,0 26 16</inkml:trace>
  <inkml:trace contextRef="#ctx0" brushRef="#br0" timeOffset="-120278.1">4933 8921 0,'0'-26'0,"0"79"62,0 25-62,0 53 16,0 1-16,0-1 15,0 26-15,0 1 16,-27 25-16,1-25 16,26-27-16,-26 0 15,26-26-15,0 0 16,0-26-16,0 0 0,0-53 16,0 26-1,0-25-15,26-27 16,0 0-16,-26-27 15</inkml:trace>
  <inkml:trace contextRef="#ctx0" brushRef="#br0" timeOffset="-119994.36">5116 9945 0,'0'-27'16,"0"80"31,0-1-47,27 1 16,-1 26-16,0-1 15,0 1-15,1-27 16,-27 1-16,26-1 15,-26-25-15,0-1 16,26-26-16,-26 26 16</inkml:trace>
  <inkml:trace contextRef="#ctx0" brushRef="#br0" timeOffset="-119632.17">5484 10181 0,'0'-26'0,"26"-27"16,-26 1-16,0 25 16,0 1-1,-26 26 1,-27 0-16,1 26 0,-1 27 16,53-27-16,0 0 15,0 27-15,26-27 16,53 0-16,26 1 15,-26-1-15,0 0 16,-1 26-16,1-25 16,-53-1-16,1-26 15,-27 26-15,0 0 16,-27 1-16,-51-27 16,25 26-16,-26-26 15,1 0-15,25-26 0,1-1 16,-1-25-16,53-27 15,0 27 1,0-27-16,0 27 0,0-1 16</inkml:trace>
  <inkml:trace contextRef="#ctx0" brushRef="#br0" timeOffset="-116850.41">5510 17554 0,'0'-52'0,"0"-1"16,0 27-16,0-27 16,-26 53-1,-1 0 1,1 0-1,-26 27-15,25-1 0,1 0 0,26 0 16,0 1-16,0-1 16,53 0-16,25 0 15,1 1-15,-26-1 16,25 0-16,-25 0 16,-1-26-1,-25 27-15,-1-1 0,-26 0 16,0 0-1,-26-26-15,-27 0 16,1 0-16,-1 0 16,27 0-16,0-52 15,-1-1-15</inkml:trace>
  <inkml:trace contextRef="#ctx0" brushRef="#br0" timeOffset="-116362.37">6087 17580 0,'26'0'16,"27"-26"0,-1 0-16,1-27 15,-27 1-15,0-1 16,1 1-16,-27 26 15,0-27-15,-27 53 16,1-26-16,-26 26 16,-1 0-16,-26 52 15,27 1-15,26-1 16,26 27-16,0-26 0,0-1 16,52-26-16,1 1 15,25-27-15,1 0 16,-26 0-16,25 0 15,-25-53-15,-1 1 16,-25-1-16,25 1 16,-52-1-16,0 27 15,0 78 17,0 1-32,52-1 15,1 1-15,26-27 0,26-26 16,-27 0-16,27 0 15,-26-52-15,0-1 16,-27-26-16,-26 27 16,-26-27-16</inkml:trace>
  <inkml:trace contextRef="#ctx0" brushRef="#br0" timeOffset="-115498.33">5746 16163 0,'0'27'15,"-52"51"1,-1 54-16,-26 25 16,-26 0-16,27 27 15,25-26-15,-25-1 16,25-26-1,27-26-15,26 0 0,0-52 16,0-1-16,0-26 16</inkml:trace>
  <inkml:trace contextRef="#ctx0" brushRef="#br0" timeOffset="-114633.9">7084 16478 0,'-52'0'0,"26"0"0,26 27 31,52-27-31,79 0 0,27 0 16,25-27-16,27-25 16,0-1-16,0 1 15,-26-1-15,-27 1 16,-52-1-16,-26 27 15,-53-26-15,0 25 16,-26 1-16</inkml:trace>
  <inkml:trace contextRef="#ctx0" brushRef="#br0" timeOffset="-114460.95">8554 15901 0,'78'53'31,"1"-1"-31,0 27 0,0-27 16,-1 27-16,-51 0 16,-27-1-16,0 1 15,-27-26-15,-25 25 16,-27-51-16</inkml:trace>
  <inkml:trace contextRef="#ctx0" brushRef="#br0" timeOffset="-114021.33">9603 15586 0,'0'-26'0,"53"52"63,-1 27-63,1-1 0,-1 27 16,1-27-16,-27 1 15,0 26-15,0-27 16,-26 0-16,0-25 15,0-1-15</inkml:trace>
  <inkml:trace contextRef="#ctx0" brushRef="#br0" timeOffset="-112936.43">10076 15586 0,'-79'0'0,"26"0"0,-25 53 15,25-27-15,27 26 16,26-25-16,0-1 16,0 0-16,52 0 15,27 1-15,26-1 16,-26-26-16,52 0 16,-26 0-16,-26 0 15,26-26-15,0-1 16,-53 1-16,27 0 15,-27-27-15,-25 1 16,-27 26-16,0-27 0,0 27 16,0 0-16,-27-1 15,1 1 1,26 52 15,0 1-31,26 25 16,1 1-16,-1-27 15,0 0-15,0 0 16,-26 1-16,27-27 16,-27-53 15,-27 1-31,27-27 16,0 26-16,0 1 15,0-1-15,0 27 16,27 26-1,-1 0-15,26 26 16,1 1-16,-1 25 16,1-26-16,-1 27 15,1-53-15,-27 26 16,0-26-16,-26-26 31,0-27-15,0 1-16,0 26 15,0-1-15,0 1 16,79 52 31,-27 27-47,1-27 16,26 0-16,-27-26 15,0 0-15,-25 0 16,-1 0-16,-26-52 15,0 26-15,0-27 16,0 27-16,0 0 16,0 0-16,0 78 47,52 27-47,1 26 15,-1-27-15,1 1 16,-27-26-16,0 25 15,1-25-15,-27-27 16,0 0-16,0 1 16,-27-27-16,-25 0 0,-1-27 15,1-51-15,-27-1 16,27-26-16,25 0 16,27-26-16,0 26 15,0 26-15,79 27 16,-26 25-16,-1 27 15,27 0-15,-27 0 16,1 53-16,-1-27 16,1 27-16,-53-1 15,0 0-15,0 27 16,-79-26-16,-26-1 0,0 1 16,0-27-16</inkml:trace>
  <inkml:trace contextRef="#ctx0" brushRef="#br0" timeOffset="-112590.84">12122 14668 0,'27'0'31,"-27"52"-31,0 27 15,26 0-15,-26-1 16,0-25-16,26-1 16,-26-25-16,0-1 15,26-26 1,1 0 0,-1 0-16,0-26 15,26 26-15,-25 0 16,25 0-16,27 0 15,26 0-15,0 0 16,0 0-16,0 0 16,-53-27-16,1 1 0,-1 0 15,-52-27-15,-26 27 16,-79-26-16</inkml:trace>
  <inkml:trace contextRef="#ctx0" brushRef="#br0" timeOffset="-112135.75">6035 15534 0,'26'0'31,"53"26"-31,26 0 16,26 0-16,-26 27 15,-26-53-15,25 26 16,-51 0-16,-27-26 15,0 0-15</inkml:trace>
  <inkml:trace contextRef="#ctx0" brushRef="#br0" timeOffset="-111992.87">6560 15429 0,'0'-27'16,"-27"27"-16,1 27 31,0-1-31,0 53 15,-1-27-15,1 27 16,26-27-16,-26 27 16,26-26-16,0-1 15</inkml:trace>
  <inkml:trace contextRef="#ctx0" brushRef="#br0" timeOffset="-111789.95">6848 15114 0,'-26'0'0,"26"26"31,26 27-15,27-1-16,-1 1 15,-26-1-15,1 0 16,-1 1-16,0-27 0</inkml:trace>
  <inkml:trace contextRef="#ctx0" brushRef="#br0" timeOffset="-111444.92">7242 15061 0,'-53'0'16,"27"0"-16,0 0 15,-27 0-15,27 27 16,26-1 0,0 0-16,26 27 0,27-27 15,25 0-15,-25 0 16,26 1-16,-53-1 16,-26 0-16,0 0 31,-26-26-31,-27 0 15,27 0-15,0 0 16,26-52-16,0-1 16,0 1-16,0-27 15,78 27-15,1-27 16,0 26 0</inkml:trace>
  <inkml:trace contextRef="#ctx0" brushRef="#br0" timeOffset="-111238.61">7819 14484 0,'-26'0'0,"0"0"15,26 53 1,0 25 15,0 27-31,0 26 0,0-26 16,0 27-16,-27 25 15,1-26-15,0 0 16,0-26-16,-1 0 16,1 0-16,26-52 15,0-1-15,0-25 16</inkml:trace>
  <inkml:trace contextRef="#ctx0" brushRef="#br0" timeOffset="-111051.83">8213 15560 0,'0'-26'16,"78"-1"-16,1-25 16,26 26-16,0-1 15,-53 1-15,-25 26 16,-27-26-16</inkml:trace>
  <inkml:trace contextRef="#ctx0" brushRef="#br0" timeOffset="-110704.95">8213 15481 0,'-27'26'0,"27"1"15,0-1-15,0 26 16,0-25-16,0-1 15,0 0-15,0 0 16,0 1 0,27-54 31,-1 1-47,0 0 0,27 0 15,-1-1 1,27 1-16,-1 26 0,1 0 15,0 0-15,-27 0 16,1 26-16,-27 1 16,-26 25-16,0 27 15,-79-27-15,-52 27 16,0-26-16,-26 25 16,-1-25-16,1-1 15</inkml:trace>
</inkml:ink>
</file>

<file path=ppt/ink/ink8.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07:08.582"/>
    </inkml:context>
    <inkml:brush xml:id="br0">
      <inkml:brushProperty name="width" value="0.05292" units="cm"/>
      <inkml:brushProperty name="height" value="0.05292" units="cm"/>
      <inkml:brushProperty name="color" value="#FF0000"/>
    </inkml:brush>
  </inkml:definitions>
  <inkml:trace contextRef="#ctx0" brushRef="#br0">12227 2781 0,'-131'0'15,"52"-26"-15,27 26 16,26 0-16,78 0 31,106-26-31,51 26 16,54-27-16,26 1 16,-27 0-16,-26 0 15,-52 26-15,-79 0 0,-53 0 16,-104 26-1</inkml:trace>
  <inkml:trace contextRef="#ctx0" brushRef="#br0" timeOffset="134.74">12122 2834 0,'-78'0'0,"209"0"31,79 0-31,78-27 16,80 1-16,-1-26 15,-26 25-15,-26-25 0,-105 26 16</inkml:trace>
  <inkml:trace contextRef="#ctx0" brushRef="#br0" timeOffset="74003.92">10259 3621 0,'-52'0'16,"26"0"-16,52 0 47,53 0-47,-1 0 15,27 0-15,-26 0 16,0-26-16,-1 26 16,-25 0-16,-27 0 0,0 0 15,-52 0 16,-26 0-31</inkml:trace>
  <inkml:trace contextRef="#ctx0" brushRef="#br0" timeOffset="74130.24">10548 3595 0,'-79'0'0,"27"26"15,-1-26-15,27 26 16,0-26-16,104 0 31,27 0-15,27 0-16,51 0 0,-51 0 15,25-26-15,-52 0 16</inkml:trace>
  <inkml:trace contextRef="#ctx0" brushRef="#br0" timeOffset="82151.8">11781 6061 0,'0'-52'15,"-26"25"-15,26 54 63,0 25-48,0 53-15,0-26 0,0 26 16,0-26-16,0-1 16,0 1-16,0-27 15,0 1-15,0-1 16,0-25-1,0 25-15,26-26 0,-26 1 16</inkml:trace>
  <inkml:trace contextRef="#ctx0" brushRef="#br0" timeOffset="82591.53">11834 6166 0,'-27'0'0,"1"-26"16,26 0-1,53 52 48,25 0-63,27 0 15,-26 1-15,26-1 0,-26 0 16,26 27-16,-27-27 16,-25 0-1,-1 0-15,1 1 0,-27 25 16,-26-26-16,0 0 16,0 27-16,0-27 15,-52 27-15,-27-27 16,-26 26-16,-26-25 15,0-1-15,-1 0 32,27 0-32,0 1 0,27-27 0,-1 26 0,53-26 15,26 26 1,26-26 0,26 0-1,27 0-15</inkml:trace>
  <inkml:trace contextRef="#ctx0" brushRef="#br0" timeOffset="82937.7">13303 6743 0,'26'27'31,"27"-27"-31,-1 0 0,27 0 15,0 0 1,-1 0-16,-25 0 0,26 0 16,-27 0-16,27 0 15,-27 0-15,-25 0 16,-1 0-16</inkml:trace>
  <inkml:trace contextRef="#ctx0" brushRef="#br0" timeOffset="83141.81">13461 7006 0,'-27'0'0,"27"26"0,27 0 16,25-26 0,27 27-16,-1-27 15,1 0-15,0 0 16,0 26-16,-27-26 15,1 0-15,-1 0 16,-26 0-16,1-26 16,-1 26-16</inkml:trace>
  <inkml:trace contextRef="#ctx0" brushRef="#br0" timeOffset="83802.21">15429 6665 0,'0'-53'15,"0"1"-15,0 25 16,-27-25-16,27 26 16,0 0-16,-26 26 15,0 0-15,-27 0 16,1 0-16,-1 26 16,1 26-16,26-26 15,26 27-15,0-1 16,0-25-16,52 25 15,27-26-15,-27 27 16,27-27-16,-26 27 16,25-27-16,-52 0 15,27 0-15,-27 1 16,0-1-16,-26 26 16,27-25-16,-27 25 0,0-26 15,-27-26-15,1 26 16,-53 1-16,1-27 15,-27 0-15,26 0 16,-26 0-16,53-27 16,-27 1-16,53 0 15,26 0 1</inkml:trace>
  <inkml:trace contextRef="#ctx0" brushRef="#br0" timeOffset="84132.96">16636 6691 0,'0'-53'0,"0"27"16,0 0-16,0 0 15,0 52 17,-27 0-17,-25 53-15,-1-27 16,27 27-16,-26 0 16,-1-27-16,27 27 15,0-26-15,-1-1 16,1-26-16,0 0 15,0 1-15,-27-1 16,27-26-16</inkml:trace>
  <inkml:trace contextRef="#ctx0" brushRef="#br0" timeOffset="84353.04">16058 6770 0,'27'-27'0,"25"27"15,-26 0-15,27 0 16,-1 0-16,1 27 16,-1 25-16,1 1 15,-1 25-15,27-25 16,-27-1-16,1 1 16,-27-1-16,26-26 0,27 1 15,-26-1-15</inkml:trace>
  <inkml:trace contextRef="#ctx0" brushRef="#br0" timeOffset="84731.32">17659 6612 0,'0'-52'0,"0"25"15,-26 1 1,26 0 0,0 52 15,0 0-15,0 27-16,0-1 15,0 27-15,0-26 16,26 25-16,-26 1 15,0-26-15,0 25 0,0-25 16,0-27-16,0 26 16,26-25-16,0-27 15,-26 26 1,0-79 31,0 1-47,0 0 0</inkml:trace>
  <inkml:trace contextRef="#ctx0" brushRef="#br0" timeOffset="84951.7">17318 6533 0,'-53'0'16,"132"-26"31,26 26-47,0 0 15,26-26-15,27 26 16,-27-26-16,-26 26 16,-27-26-16,-25 26 15,-27 0 1,-52 0 0,-53 0-1</inkml:trace>
  <inkml:trace contextRef="#ctx0" brushRef="#br0" timeOffset="87014.07">10364 4802 0,'-183'0'16,"51"0"-16,54 0 15,25 0-15,132 26 16,131-26-1,105 0-15,105 0 16,52 0-16,26 0 16,27 0-16,0-26 31,-53 26-31,-52 0 0,-53-27 0,-104 27 31,-79 0-31,-53 0 16,-79 0-16,-78 0 15,-53 0 1,-52 0 0,-26 0-16,-27 0 15</inkml:trace>
  <inkml:trace contextRef="#ctx0" brushRef="#br0" timeOffset="87344.73">10679 4854 0,'-184'0'16,"53"26"-16,53-26 15,51 27-15,80-27 16,78 26-16,105-26 16,53 26-16,52-26 15,26 26-15,27-26 16,26 0-16,-27 0 15,-25-26-15,-27 26 16,-53-26-16,-78 0 16,-79 26-16,-52 0 15,-53 0-15,-52-27 47,-53 27-31,27-26-16</inkml:trace>
  <inkml:trace contextRef="#ctx0" brushRef="#br0" timeOffset="89059.68">9288 9052 0,'-52'0'0,"26"-26"15,26 0-15,0 0 16,0 0-16,0-27 16,52 27-16,1 0 15,-1-1 1,1 27-16,25 0 0,-25 0 15,26 27-15,-27 25 16,-26 1-16,27 25 16,-53 1-16,0 0 0,0-27 15,0 27-15,-79-27 16,27 1-16,-27-1 16,-26-25-16,52-1 15,-25 0-15,51-26 16,-25 0-16,104 0 78,27 0-78,0 0 16,26 0-16,26 0 15,-26 0-15,-26 26 16,26-26-16,-27 0 15,-51 0-15,25 0 16,-26 0 15,1 0-15,-1-26-16</inkml:trace>
  <inkml:trace contextRef="#ctx0" brushRef="#br0" timeOffset="89532.05">10312 9105 0,'-26'0'0,"104"0"47,1 0-31,26-26-1,-26 26-15,-1 0 0,1 0 16,-26 0 0,-27 0-16,0 0 0,-26-27 15,-26 27 1,0-26 0,-1 26-1,27 26 48,-26 1-63,26 25 15,-26 27-15,0-27 16,26 27-16,-27-26 0,27 25 16,0-25-16,0-1 15,0 1-15,0-27 16,0 0-1,0 0 1,27-26 0,-1 0-16,0 0 15</inkml:trace>
  <inkml:trace contextRef="#ctx0" brushRef="#br0" timeOffset="89956.22">11335 9157 0,'-26'0'15,"26"-26"1,0 52 31,0 1-47,-26-1 0,26 26 15,0 1-15,0-27 16,0 27-16,0-1 16,0-26-16,0 27 15,52-27-15,-26 0 16,27-26-16,-1 27 16,1-27-16,-1 0 15,1 0-15,-27 0 16,0-27-16,0 1 15,1-26-15,-27-1 16,0 1-16,0-1 16,0 1-16,-27-1 0,1 1 15,-26 25-15,-1 27 16,1-26-16,-27 26 16,0 0-16,1 26 15,25 1-15</inkml:trace>
  <inkml:trace contextRef="#ctx0" brushRef="#br0" timeOffset="90727.64">12017 9184 0,'0'-27'0,"0"54"63,0-1-63,27 0 16,-1 27-16,0-1 15,0-26-15,-26 1 16,0-1-16,27 0 0,-27 0 31,0-52 16,0-26-47,0-1 16,0 1-16,0-1 15,0 27-15,0 0 16,0-1-16,26 1 15,0 26-15,0 0 16,1 0-16,-1 0 16,26 0-16,1 26 0,-27 1 15,26 25-15,-25 1 16,-1-27-16,0 26 16,-26-25-16,26-1 15,-26 0-15,0 0 16,0-52 31,-26 0-32,26-27-15,0-25 0,0 25 0,0 1 16,0 25-16,53 1 16,-27 0-16,0 0 15,27 26-15,-27 0 16,0 0-16,0 0 15,27 26-15,-1 0 16,-25 27-16,-27-27 16,26 26-16,-26 1 15,0-1-15,0-25 0,0-1 16,0 0 0,0 0-16,0 1 0,0-1 15</inkml:trace>
  <inkml:trace contextRef="#ctx0" brushRef="#br0" timeOffset="91057.58">13356 9289 0,'-53'0'0,"1"0"15,25 0 1,80 0 15,-1 0-31,53 0 16,-26 0-16,26 0 16,26 0-16,-26 0 15,0 0-15,0 0 16,-52 0-16,-27 0 15,0 0-15,-52 0 47</inkml:trace>
  <inkml:trace contextRef="#ctx0" brushRef="#br0" timeOffset="91420.13">13697 9052 0,'-27'0'15,"27"-26"-15,27 52 78,-27 27-78,26-1 16,0-25-16,-26 25 16,26 1-16,-26-1 15,27 27-15,-27-27 16,0 1-16,0-1 16,0 1-1,0-1-15,0-26 0,0 1 31,0-1 1,-27-26-17,1 0-15</inkml:trace>
  <inkml:trace contextRef="#ctx0" brushRef="#br0" timeOffset="92347.78">18499 4907 0,'-184'0'0,"26"0"16,53 0-16,53-27 0,209 27 31,80-26-31,104 26 16,52 0-16,80-26 15,-1 0-15,0 26 16,1-27-1,-1 27-15,-26-26 0,-79 26 16,-52-26-16,-105 26 16,-105 0-16,-52-26 15,-80 26 17,-25 0-17,-27 0-15,0 26 0,-26-26 16,-26 26-16</inkml:trace>
  <inkml:trace contextRef="#ctx0" brushRef="#br0" timeOffset="95199.21">14641 8974 0,'-26'-26'0,"0"26"16,26-27-1,0 1 1,52 26-16,-25 0 16,-1 0-16,0 0 15,0 0-15,27 26 16,-1 1-16,-26 25 15,1 0-15,-27 27 16,0-26 0,0-1-16,-27 1 0,-51-27 0,25 26 15,1-25-15,-1-27 16,27 0-16,0 0 16,0 0-16</inkml:trace>
  <inkml:trace contextRef="#ctx0" brushRef="#br0" timeOffset="95467">15061 8895 0,'0'-26'32,"-26"26"-32,0 52 15,-1 1 1,27-1-16,0 27 15,-26-27-15,26 27 16,0 0-16,0-27 16,0 27-16,53-53 15,-27 27-15,53-27 16,-1-26 0,1 26-16,0-26 15,26 0-15,-53-26 16</inkml:trace>
  <inkml:trace contextRef="#ctx0" brushRef="#br0" timeOffset="95765.44">16006 9289 0,'-53'0'0,"27"0"16,79 0 0,25 0-1,27 0-15,0 0 16,0 0-16,0 0 16,-52 0-16,-1 0 15,-26 0-15,1 0 16</inkml:trace>
  <inkml:trace contextRef="#ctx0" brushRef="#br0" timeOffset="96016.48">16006 9525 0,'0'26'15,"52"0"1,27-26 0,26 0-16,-26 0 15,-1 0-15,1 0 16,0 0-16,-27 0 16,1 0-16,-53-26 15,26 26-15,-26-26 47,-26 26-31</inkml:trace>
  <inkml:trace contextRef="#ctx0" brushRef="#br0" timeOffset="112227.66">17475 9131 0,'0'-26'0,"-26"-27"0,26 27 16,-26 0-16,-1-26 16,1 52-16,0-27 15,0 27-15,-27 0 16,27 0-16,-53 27 16,27-1-16,26 26 15,-1-26-15,1 1 16,26 25-16,0-26 15,26 1 1,27-27-16,26 0 0,-27 0 16,27 0-16,-27 0 15,1-27-15,-27 1 16,26 0-16,-25 0 16,-27-1-16,26 1 15,-26 0-15,0 0 31,0 52 32,0 26-63,0-25 16,0 51-16,26-25 0,-26-1 15,26 1-15,1 26 16,-27-27-16,26-26 15,-26 27-15,26-27 16,0-26 47,-26-26-48,0 0 1,0-1-16</inkml:trace>
  <inkml:trace contextRef="#ctx0" brushRef="#br0" timeOffset="112824.83">18210 9289 0,'0'-27'16,"0"1"-16,0 0 15,0-27-15,0 27 16,0-26-16,0 25 16,0 1-16,-53 0 0,1 26 31,-1 0-31,1 0 0,0 0 0,-1 0 16,1 52-16,25-25 15,27-1-15,0 26 16,0-25-16,53 25 15,-1-26-15,27 1 16,0-1 0,-27-26-16,1 0 0,-1 0 15,-26 0-15,1 0 16,-27-26-16,26-1 16,0 1-16,-26 0 0,0-27 15,0 27-15,0 0 16,0 78 62,0 1-62,26-1-16,-26 1 15,27-1 1,-1 27-16,0-26 0,0-1 0,1-26 15,-27 27 1,26-27-16,-26 0 0,26-26 16,0 0 15,1 0-15,-27-26-16</inkml:trace>
  <inkml:trace contextRef="#ctx0" brushRef="#br0" timeOffset="113138.99">18813 9131 0,'0'-26'0,"0"0"47,27 26-32,-1 26-15,26 26 16,-25 1 0,25-27-16,-26 53 0,27-27 15,-27 1-15,0-1 16,27-25-16,-53-1 16,26 0-16,0 0 15,1-26-15,-1 0 16</inkml:trace>
  <inkml:trace contextRef="#ctx0" brushRef="#br0" timeOffset="113436.89">19364 9079 0,'0'-27'15,"-26"27"-15,0 0 47,-26 27-47,-1 25 16,1 1-16,-1 25 16,1-25-16,-1 26 15,27-27-15,-27 1 16,27-1-16,26 1 15,-26-27-15,26 0 16,0 0-16,0 0 16,-26-26-16,26 27 15,-27-27-15,1 0 16,0 0-16,-27 0 0</inkml:trace>
  <inkml:trace contextRef="#ctx0" brushRef="#br0" timeOffset="114831.37">5851 5720 0,'0'-26'16,"0"0"-16,53 26 0,25-27 15,1 27 1,0 0-16,-1 53 0,-25-1 15,26 1-15,-53 25 16,0 1-16,-26 26 16,0-26-16,-26 0 15,-27-1-15,-25 1 16,-1 26-16,0-26 16,0-1-16,1 1 15,25 26-15,27 0 16,0 0-16,26 0 15,0 0-15,26 0 16,27 0-16,25-26 0,1-1 16,-27-25-16,27-27 15,-53 0-15,1 0 16,-1-26-16,-52 27 62,-27-27-62,1 26 16,-27 0-16,0 0 16,-26 27-16,27 26 0,25-1 15,1-25 1,-1 26-16,53-1 0,0 27 16,0 0-16,26 26 15,27 1-15,26 25 16,26 0-16,-27 1 15,1-1-15,-27-25 16,1-27-16,-53-1 16,0 1-16,0-26 15,-26-26-15,-53-1 16,-26 1-16,0-27 16,-52 0-16,25 0 15</inkml:trace>
  <inkml:trace contextRef="#ctx0" brushRef="#br0" timeOffset="128211.9">19889 8685 0,'-26'0'16,"0"0"-16,26-26 16,-26 26-1,-1 0-15,1 0 16,0 0-16,-27 26 15,1 0-15,-1 27 16,1-1-16,-1-25 16,53 25-16,0-26 15,0 27 1,0-27-16,79 0 0,0 0 16,26 1-16,0-27 15,0 26-15,0 0 16,-53-26-16,1 26 15,-27-26-15,-26 27 16,0-1-16,0 0 0,-26 0 16,-53 1-16,0-1 15,1 0-15,25 0 16,-26-26-16,53 27 16,0-27-16,26-27 31</inkml:trace>
  <inkml:trace contextRef="#ctx0" brushRef="#br0" timeOffset="128463.71">19732 8869 0,'-53'0'16,"53"-26"-16,27 26 31,51 0-31,27 0 16,0 0-16,0 0 15,0 0-15,-52 0 16,-1 0-16,-26 0 31,-26 26-31,0 0 0</inkml:trace>
  <inkml:trace contextRef="#ctx0" brushRef="#br0" timeOffset="128762.81">19260 9813 0,'26'0'31,"52"0"-31,27 0 16,27 0-16,-1 0 16,0 0-16,26 0 0,1 0 15,-53 0-15,0 0 16,-26 0-16,-27 0 16,-26 0-16,0 0 15,-78 27 32</inkml:trace>
  <inkml:trace contextRef="#ctx0" brushRef="#br0" timeOffset="129014.55">19732 10181 0,'-26'0'15,"26"-26"1,0 52 31,-27 26-31,27 1-16,0 25 15,0-25-15,0-1 0,0 27 16,0-53-16,0 27 15,0-27-15,0 0 16,0 1-16,27-1 16</inkml:trace>
  <inkml:trace contextRef="#ctx0" brushRef="#br0" timeOffset="129501.82">20362 10260 0,'-27'-27'0,"-25"27"16,26-26-1,-1 26-15,-25 0 16,-1 0-16,1 26 16,-1 1-16,1-1 15,26 0-15,0 26 16,26-25-16,0 25 15,26-26-15,26 27 16,27-27-16,0 27 0,-27-27 16,1 0-16,-1 0 15,-26 1-15,1-1 16,-27 0 0,0 0-16,-53-26 15,1 27-15,-1-27 16,1 0-16,-1 0 15,27 0-15,0-27 16,26-25-16,0 26 16,26-53-16,53 26 15,-27 1-15,27-1 16,-27 1-16,-25 26 0,-1-27 16,-26 27-1,0 0-15,0 0 16,-26 26-1,-27 0-15,27 0 16,0 0-16</inkml:trace>
  <inkml:trace contextRef="#ctx0" brushRef="#br0" timeOffset="130147.41">21359 9289 0,'0'-27'16,"52"27"15,27 27-31,0 25 16,-1-26-16,1 27 15,26-27-15,-26 27 16,-1-1-16,-25-26 16,-1 1-16,-25-1 0,-1 0 15,0 0-15,0-26 16,-26 26-16</inkml:trace>
  <inkml:trace contextRef="#ctx0" brushRef="#br0" timeOffset="130382.84">21988 9262 0,'-26'0'0,"26"-26"15,-26 26-15,0 0 32,-1 53-17,-25 25-15,0 1 16,-1 0-16,1 0 16,-1-1-16,27-25 15,-27 25-15,27-51 16,0 25-16,0-26 15,26 1-15,-27-27 16,27 26-16</inkml:trace>
  <inkml:trace contextRef="#ctx0" brushRef="#br0" timeOffset="132369.51">22644 9131 0,'0'-26'0,"0"0"16,-26 26-16,26-27 15,0 1 1,0 52 62,0 27-78,0-1 16,0 1-16,0-1 15,0 1-15,0 26 16,0-27-16,0 27 15,0-27-15,0 1 0,0-27 16,0 0-16,0 0 16,0 1-16,26-27 93</inkml:trace>
  <inkml:trace contextRef="#ctx0" brushRef="#br0" timeOffset="132950.13">23195 9184 0,'27'-27'0,"-27"-25"15,26 26-15,0-1 16,-26 1-16,26 0 16,-26 0-1,-26 26 17,-26 0-32,-1 26 0,-26 0 15,53 0-15,-26 27 16,26-27-16,26 27 0,0-1 15,0 1-15,26-1 16,26 1-16,27-27 16,0 26-1,-1-25-15,1-1 0,0 0 16,-53 0-16,27-26 16,-53 27-16,0-1 15,0 0 1,-27 0-16,-51-26 15,25 26-15,-26-26 16,27 0-16,-1 0 0,1 0 16,26-26-16,-1 0 15,27 0-15,0-27 16,0 1-16,0-1 16,53 27-16,-1-26 15,1-1-15,-1 27 16,1-27-1,-27 27-15,0 0 0,-26 0 16,0-1-16,0 1 16,-26 0-1,0 26 1,0 0-16,-27 0 0,1 26 16,-1 0-1</inkml:trace>
  <inkml:trace contextRef="#ctx0" brushRef="#br0" timeOffset="134388.79">23799 8370 0,'26'-52'0,"-26"26"0,26-1 32,-26 1-32,-26 79 31,-53 51-31,-25 28 16,-54 51-16,-26 27 15,-26 0-15,1 26 16,-28-26-1,1 0-15,26-26 0,0 0 0,1-27 16,51-26 15</inkml:trace>
  <inkml:trace contextRef="#ctx0" brushRef="#br0" timeOffset="135051.43">20808 10050 0,'52'-53'0,"1"1"16,-1 25-16,-52 1 15,-52 52 16,-53 53-31,-105 52 16,-53 27-16,-25 25 16,-53 27-16,-1-26 15,54 26-15,-1-26 0,53-27 16,52-26-16</inkml:trace>
  <inkml:trace contextRef="#ctx0" brushRef="#br0" timeOffset="138133.21">9892 11886 0,'-26'0'0,"-1"0"15,1 0-15,26-26 16,0 0-16,0 0 15,0-1-15,0 1 16,53 0-16,25 26 16,-25-26-16,26 26 15,-1 0-15,1 0 0,-26 0 16,-1 52-16,-26 27 16,-26-27-16,0 1 15,0 26 1,-52-27-16,-53 1 0,0-1 15,0 0-15,0-25 16,0-1-16,26 0 16,27 0-16,26-26 15,52 0 17,26 0-32,27 0 15,26 0 1,26-26-16,0 0 0,1 0 15,-1-1-15</inkml:trace>
  <inkml:trace contextRef="#ctx0" brushRef="#br0" timeOffset="138479.99">10863 11834 0,'-53'0'0,"53"-26"0,53-1 32,26 27-32,-1-26 15,27 26-15,-26-26 16,0 26-16,-53 0 16,26 0-16,-25 26 15,-1 0-15,-26 53 16,0-26-16,0 25 15,0 1-15,0 0 16,-26-27-16,26 1 16,-27-1-16,27-26 0,0 1 15,0-1-15,0 0 16,0 0-16,27-26 16,-1 0-16,0 0 15</inkml:trace>
  <inkml:trace contextRef="#ctx0" brushRef="#br0" timeOffset="138888.01">11912 11913 0,'0'-27'16,"-26"27"-16,0 0 15,26 27 16,-26 25-15,-1 1-16,27 25 16,0-25-16,0-1 15,0 1 1,0-1-16,0 1 0,27-27 16,25-26-16,1 26 15,-1-26-15,27 0 16,-27 0-16,1-26 0,-1 0 15,-25-27-15,-1 27 16,-26-27 0,0 1-16,0-27 0,-26 1 15,-27 25-15,1 1 16,-27-1-16,26 27 16,27 26-16,0 0 15,0 26 1,26 27-16,0-1 31</inkml:trace>
  <inkml:trace contextRef="#ctx0" brushRef="#br0" timeOffset="139563.25">12673 12018 0,'-52'-27'0,"26"27"16,26 27 15,26 25-15,-26 1-16,26-1 16,-26 0-16,26-25 0,-26-1 15,0 0-15,0 0 16,0 1-1,0-54 17,0-25-32,0-1 15,0 1-15,0 0 16,0-1-16,27 27 16,-1-27-16,0 53 15,27-26-15,-1 0 16,-26 26-16,27 0 15,-1 0-15,1 0 0,-27 26 16,26 27-16,-25-27 16,-1 26-16,-26-25 15,26-1-15,-26 26 16,26-26-16,-26 1 16,0-1 15,0-52 0,0-1-31,0-25 16,0-27-16,0 27 0,0-1 15,27 27 1,25 0-16,-26 0 0,1 26 16,25 0-16,-26 0 15,1 26-15,25 0 16,0 27-16,1 25 15,-27-25-15,0-1 16,1 1-16,-1-1 16,-26 1-16,0-27 15,0 26-15,0-25 16,26-1-16</inkml:trace>
  <inkml:trace contextRef="#ctx0" brushRef="#br0" timeOffset="139799.4">14405 12201 0,'-26'0'0,"0"0"16,52 0 15,26 0-31,27 0 0,26 0 15,-26 0 1,0 0-16,-1 0 0,-25 0 16,-1 0-16,-26 0 15,1 0-15,-27-26 16</inkml:trace>
  <inkml:trace contextRef="#ctx0" brushRef="#br0" timeOffset="140035.57">14694 11913 0,'0'-27'0,"0"54"31,0 25-15,0 27-16,0-27 15,0 27-15,26 0 16,-26-27-16,26 1 15,-26-1-15,27-26 16,-1 27-16,0-27 16,26-26-1,1 0-15</inkml:trace>
  <inkml:trace contextRef="#ctx0" brushRef="#br0" timeOffset="140287.65">15481 12018 0,'-26'0'0,"26"-27"15,52 27 1,27 0-16,0 0 16,26 0-16,-27 27 0,-25-1 15,-27 26 1,-26 1-16,0-1 0,-26 1 15,-27-1-15,-25 1 16,-1-27-16,0 0 16,27 0-16,25-26 15</inkml:trace>
  <inkml:trace contextRef="#ctx0" brushRef="#br0" timeOffset="140586.04">16189 11860 0,'-26'0'16,"0"-26"-16,0 26 15,0 0 1,-1 26 0,1 27-16,-26 25 15,-1 1-15,27 0 16,0-1-16,26 1 15,0-26-15,0-1 16,52-26-16,1 27 16,-1-27-16,1-26 0,25 0 15,-52 0 1,27 0-16,-27 0 0,0 0 16,1-26-1</inkml:trace>
  <inkml:trace contextRef="#ctx0" brushRef="#br0" timeOffset="140821.68">16714 12280 0,'-26'0'0,"78"0"31,27 0-31,0 0 16,0 0-16,-1 0 16,27 0-16,-52 0 15,-1 0-15,-25 0 16,-27-26-16</inkml:trace>
  <inkml:trace contextRef="#ctx0" brushRef="#br0" timeOffset="141041.57">16845 12385 0,'-26'26'0,"26"0"16,53-26 0,25 0-1,1 0-15,26 0 16,-26 0-16,26 0 15,-53 0-15,1 0 16,-27-26-16,0 26 16,-26-26-16,0 0 15</inkml:trace>
  <inkml:trace contextRef="#ctx0" brushRef="#br0" timeOffset="143471.87">2361 11125 0,'-26'-26'0,"-27"-26"15,27 25 1,0 54 15,26 25-31,0 27 16,0 0-16,52-27 16,1 1-16,26-1 15,-27 1-15,1-27 16,25-26-16,-51 0 15,-1 0-15,0 0 16,0-26-16,1-27 16,-27-26-16,0 1 15,0 25-15,0-26 0,0 27 16,0-1-16,0 27 16,0 105 30,0-27-30,0 27-16,0 0 16,0 0-16,26-1 15,26-25-15,-26-27 16,1 26-16,-1-25 16,0-1-16,27-26 15,-1 0-15,1 0 0</inkml:trace>
  <inkml:trace contextRef="#ctx0" brushRef="#br0" timeOffset="143667.44">3227 10942 0,'-26'0'0,"52"0"31,79 0-31,0 0 0,0-27 16,0 27-16,-26-26 16,-53 26-16</inkml:trace>
  <inkml:trace contextRef="#ctx0" brushRef="#br0" timeOffset="144084.39">3148 10968 0,'0'26'32,"0"0"-17,0 27-15,0-1 0,0 1 16,0-27-16,27 27 16,-27-1-16,0-26 15,26-26-15,-26 27 16,26-54 31,-26 1-32,26 0-15,1 0 0,-1-1 16,26 1 0,27 0-16,-27 26 0,27 0 15,26 0-15,-52 0 16,25 52-1,-25-25-15,-27 51 0,-26-25 16,0-1-16,0 1 16,-52-1-16,-1-26 15,-26 1-15,27-1 16,-27 0-16,27-26 16,-1 0-16,27 0 15,26-26-15</inkml:trace>
  <inkml:trace contextRef="#ctx0" brushRef="#br0" timeOffset="144429.88">4145 10968 0,'-26'0'0,"26"52"46,0 1-30,26 26-16,1-1 16,-1 1-16,26-26 15,1-1-15,-1-26 0,27 1 16,-26-27-16,-1 0 16,27-27-16,-27-25 15,1-1-15,-27-25 16,-26-1-16,0 0 15,0 0-15,-79-26 16,1 53-16,-27 0 16,26 25-16,0 27 15,-26 0-15,26 53 16,-26 52-16</inkml:trace>
  <inkml:trace contextRef="#ctx0" brushRef="#br0" timeOffset="144854.54">3699 11886 0,'-52'0'16,"52"-26"-16,0 52 31,26 1-31,53 25 0,-27 1 15,1 25 1,26-25-16,-53-27 0,26 0 16,-26 0-16,27-26 15,-27 0 1,0 0 0,-26-52-16,27 0 0,-27-1 15,0-26-15,0 27 16,26 26-16,-26-1 15,0 80 32,0-1-47,0 1 0,26-1 16,0 1-16,1-27 16,25 26-16,-26-25 15,27-1-15,-1-26 16</inkml:trace>
  <inkml:trace contextRef="#ctx0" brushRef="#br0" timeOffset="145058.38">4880 11834 0,'-26'-26'15,"26"-1"-15,26 1 31,53 26-31,0 0 0,-27-26 16,27 26-16,-53 0 16,27 0-16</inkml:trace>
  <inkml:trace contextRef="#ctx0" brushRef="#br0" timeOffset="145421.88">4723 11781 0,'0'27'47,"0"25"-47,26 1 0,-26-27 0,0 53 32,26-27-32,-26-26 15,0 27-15,0-27 16,26 0-16,-26-52 31,0 0-15,0-27-16,27 1 15,-1 26-15,26-1 16,-25-25-16,51 52 16,-25 0-16,26-26 15,26 26-15,-1 0 16,-25 26-16,-26 26 15,-1-25-15,-52 25 16,0 1-16,-26-1 16,-53 0-16,-52 1 15,0 26-15,0-53 16,-1 0-16</inkml:trace>
  <inkml:trace contextRef="#ctx0" brushRef="#br0" timeOffset="146505.59">18052 12123 0,'0'-53'16,"0"1"-16,0 25 15,0 1 1,0 52 15,0 1-15,0 51-16,0-25 16,0 25-16,53-25 15,-1-1-15,1 1 16,-1-27-16,27 0 0,-26-26 15,-1 0 1,-26 0-16,27-52 0,-27-1 16,0 1-16,-26-1 15,0 1-15,0-27 16,0 27-16,0 26 16,-26-1-16,0 1 15,26 0-15,-26 26 16,26 52 15,0 1-15,0 26-16,26-27 15,0 27-15,0-1 16,1-25-16,-1-1 16,-26 1-16,26-1 0,-26-25 15,0 25-15,26-52 16,-26 26-16,26-26 15</inkml:trace>
  <inkml:trace contextRef="#ctx0" brushRef="#br0" timeOffset="146944.89">19128 12254 0,'0'-53'0,"0"1"16,0 26-16,0-1 15,-26 1-15,0 0 16,-27 26-16,27 0 16,-26 0-16,-1 0 15,27 26-15,-27 0 16,27 1-16,26 25 16,0 0-16,0-25 15,26-1-15,27 0 16,-1 0-16,-25-26 15,25 0-15,-26 0 0,27-26 16,-27 0-16,0 0 16,-26-1-16,27 1 15,-27 0-15,0 52 47,0 27-31,-27 25-16,27 1 15,-26 0-15,26-27 16,0 1 0,0-1-16,0 1 0,0-27 15,0 0-15,26-26 0,1 0 16,-1 0-16</inkml:trace>
  <inkml:trace contextRef="#ctx0" brushRef="#br0" timeOffset="147164.79">19469 12227 0,'27'0'31,"51"0"-31,1 0 16,0 0-16,0 0 15,-27 0-15,-26 0 16,1 0-16</inkml:trace>
  <inkml:trace contextRef="#ctx0" brushRef="#br0" timeOffset="147605.47">19548 12149 0,'-26'0'15,"26"26"17,0 0-17,0 0-15,26 1 16,-26 25-16,0-26 16,0 1-16,0-1 15,0 0-15,-26 0 16,26 1-1,0-54 17,0 1-17,26 26-15,0-26 16,1 0-16,-1 26 16,26-27-16,1 27 15,-1 0-15,1 0 16,-1 0-1,1 27-15,-27 25 0,0-26 16,0 27-16,-26-27 16,0 0-16,-52 27 15,0-27-15,-27 0 16,0 1-16,0-1 16,27-26-16,-1 0 0,27 0 31,0 0-31,26-26 0</inkml:trace>
  <inkml:trace contextRef="#ctx0" brushRef="#br0" timeOffset="148248.91">20125 12227 0,'0'27'47,"27"25"-47,-1 1 16,0-27-16,-26 26 15,26-25 1,-26-1-16,0 0 0,0-78 62,-26-1-62,26 1 16,0-1 0,0 1-16,0 25 15,26 1-15,1 0 0,-1 26 0,0 0 16,0 0-16,27 0 16,-1 0-16,1 0 15,-1 26-15,-26 27 16,1-27-1,-1 26-15,0-25 0,-26-1 16,0 0-16,0 0 16,0 1-16,-26-27 47,0-53-47,26 1 15,0-1 1,0 1-16,0-1 15,0 1-15,26 26 16,0 26-16,0 0 16,1 0-16,-1 0 15,26 0-15,1 0 16,-1 52-16,-25-26 16,25 27-16,-52-27 15,0 26-15,0-25 16,0 25-16,0-26 15,-26 1-15,-27 25 0,1-52 16,-1 26-16</inkml:trace>
  <inkml:trace contextRef="#ctx0" brushRef="#br0" timeOffset="148705.29">15953 13933 0,'-26'0'0,"0"-26"16,0 26 15,-1 0-15,1 26-16,-26 27 15,25-27-15</inkml:trace>
  <inkml:trace contextRef="#ctx0" brushRef="#br0" timeOffset="149098.42">15533 14195 0,'0'-26'15,"27"0"17,25 26-32,1 0 15,-1 26-15,1 0 16,-1 27-16,-26 26 15,1-27-15,-27 1 16,0-1-16,0 1 16,0-1-16,-53-26 15,1 27-15,-1-27 16,1-26-16,-1 26 0,27-26 16,26 26-16,0-52 31</inkml:trace>
  <inkml:trace contextRef="#ctx0" brushRef="#br0" timeOffset="149365.6">16268 14195 0,'-26'0'15,"0"0"1,-1 0-16,1 0 15,0 53-15,0 26 16,0-27-16,26 27 16,-27-27-16,27 1 15,0-1 1,0 1-16,0-27 0,53 0 16,-1 0-16,1-26 15,25 0-15,1 0 16,-26 0-16,25 0 15,1 0-15,-26 0 16</inkml:trace>
  <inkml:trace contextRef="#ctx0" brushRef="#br0" timeOffset="149633.01">17160 14668 0,'0'26'16,"27"-26"15,25 0-31,-26 0 0,27 0 16,-1 0-16,-26 0 15,27 0 1,-27 0-16,0 0 0,1 0 15,-27 26 1</inkml:trace>
  <inkml:trace contextRef="#ctx0" brushRef="#br0" timeOffset="149852.94">17082 14930 0,'0'26'16,"26"-26"-1,26 27 1,53-27-16,-26 0 16,26 0-16,-26 0 15,-1 0-15,-25 0 16,-1-27-16,-52 1 31,-26 26-15</inkml:trace>
  <inkml:trace contextRef="#ctx0" brushRef="#br0" timeOffset="157625.71">6901 14405 0,'-53'-26'0,"1"26"15,52-26-15,-27 26 0,54 52 63,51 1-47,1-1-16,-26 1 15,25-1-15,1-25 16,-27-1-16,1-26 15,-1 0-15,-25 0 16,-1 0-16,0-26 16,0-27-16,-26 27 15,0-53-15,0 27 0,0-1 16,-26 1-16,0-1 16,0 1-16,-1 52 15,1-27-15,26 80 47,26 26-31,27-1-16,-1 1 15,-25 0-15,25 0 16,1-1-16,-1-25 16,1-1-16,-27 1 15,26-27-15,-25 0 16,-1 0-16,26-26 0,-26 0 15,1 0-15</inkml:trace>
  <inkml:trace contextRef="#ctx0" brushRef="#br0" timeOffset="158034.35">8239 14248 0,'0'-26'0,"-26"-1"15,-27 27-15,-26-26 0,27 26 16,-1 0-16,-25 0 16,25 26-16,1 1 15,26 25-15,-1 1 16,27-1-16,0 1 16,0-27-16,53 0 15,25 0-15,-25-26 16,-1 0-16,27 0 15,-53-26-15,1 0 16,25 0-16,-52-27 16,26 27-16,-26-27 0,0 27 15,0 0-15,0 78 47,27 1-31,-1 26-16,26-1 15,-25-25-15,25-27 16,-26 27-16,27-1 16,-1-26-16,-26 0 15,27-26-15</inkml:trace>
  <inkml:trace contextRef="#ctx0" brushRef="#br0" timeOffset="158333.66">8921 14090 0,'-26'-26'0,"0"0"16,-1 26-16,1 0 15,26 26 1,0 0 0,0 27-16,26-27 15,27 27-15,26-27 16,-1 0-16,1 0 0,0 1 15,-1-1-15,1 0 16,-53 0-16,1 1 16,-27-1-16,0 26 15,-79-25-15,26 25 16,1-26 0,-1-26-16,1 0 0</inkml:trace>
  <inkml:trace contextRef="#ctx0" brushRef="#br0" timeOffset="158474.62">8947 14064 0,'0'-26'0,"0"-26"15,0 25-15,27-25 16,25-1-16,27 1 16,-1 26-16,-25 26 15,-27 0-15,0 0 16</inkml:trace>
  <inkml:trace contextRef="#ctx0" brushRef="#br0" timeOffset="158868.94">7845 15586 0,'0'-52'31,"0"-1"-31,26 27 16,27-27-16,-27 53 16,0-26-16,1 26 15,-1 0-15,0 26 16,0 27-16,-26 26 0,27-27 15,-27 1-15,0 25 16,0-25-16,-27-27 16,1 27-16,0-27 15,0-26-15,26 26 16,78-52 15,27-27-31,0 1 16,27-27-1,-54 27-15</inkml:trace>
  <inkml:trace contextRef="#ctx0" brushRef="#br0" timeOffset="159104.45">8527 15455 0,'-26'-26'0,"26"-1"15,0 1 1,26 0-16,53 0 15,-26 0-15,-1-1 16,1 27-16,-1 0 16,1 27-16,-27 25 0,0 0 15,27 27-15,-53-26 16,26-27-16,0 26 16,0-25-16,1-1 15,-27 0 1,0 0-1</inkml:trace>
  <inkml:trace contextRef="#ctx0" brushRef="#br0" timeOffset="159497.92">8764 15717 0,'-27'0'0,"27"-26"16,53-26-1,-1-1-15,27 1 0,0-27 16,0 26-16,-27 27 15,0-26-15,-25 26 16,-1 26 0,-26 26 31,26 0-47,0 26 15,27-25-15,-1-1 16,1 0-16,-1-26 0,27 0 15,-26 0-15,-1-26 16,1 0-16,-27-1 16,-26-25-1,0 26-15,0-27 0,-26 1 16,-53 26-16,0-1 16,-26 27-16,26 0 15,-26 0-15,27 79 16,-1-26-16,0 25 15</inkml:trace>
  <inkml:trace contextRef="#ctx0" brushRef="#br0" timeOffset="159857.95">7032 16898 0,'-131'79'16,"52"-53"-16,53 0 16,157-26-1,79-52 1,105-27-16,26-26 0,52-26 16,1 0-1,52 0 1,0-1-16,-26 1 15,0 0-15,-27 26 16,-52 0-16,-78 26 16,-79 27-16,-106 26 15,-25-1-15,-106 27 32,-25 0-32,-1 0 15,-26 27-15,-26-1 16,52 26-16,-26-25 15</inkml:trace>
  <inkml:trace contextRef="#ctx0" brushRef="#br0" timeOffset="161403.06">18577 14642 0,'-26'0'47,"-26"0"-31,25 0-16,-25 0 0,26 0 15,-1 0-15,1 0 16,26-27-16,0 1 31,0 0-31,0 0 16,26 26-1,27 0-15,26 0 16,-1 0-16,27 0 0,-26 52 16,-27 1-16,1 25 15,-53 1-15,0 0 16,0-1-16,-79 1 16,0 0-16,-25-27 15,25 1 1,0-27-16,27 0 0,25-26 15,1 0-15,0 0 16,0 0-16,26-52 16,0-1-16,0 1 15,0 26-15,0-1 16,52 1 0,1 26-16,25 0 15,1 0-15,26 26 16,-26 1-16,26-1 15,-27 0-15,1 0 16,-26 1-16,-1-1 16,-26 0-16,1-26 15</inkml:trace>
  <inkml:trace contextRef="#ctx0" brushRef="#br0" timeOffset="162279.15">19627 14720 0,'-53'0'0,"1"0"15,-1 0-15,27 0 16,0 26-16,0-26 16,-1 0-16,1 0 15,0 0-15,0-26 16,0 0-1,26 0-15,0 0 16,0-1-16,0 1 0,52 26 16,0-26-16,1 26 15,-1 0-15,27 0 16,0 26-16,-27 27 16,1 25-16,-27 1 15,-26-27 1,0 27-16,-26 0 0,-53 0 15,0-27-15,-26 1 16,27-27-16,25 0 16,1 0-16,-1-26 15,27 0-15,0 0 16,0 0-16,26-52 16,0-1-16,0 27 0,26-26 15,0 25-15,27 1 16,-27 0-16,26 26 15,-26 0-15,27 0 16,-1 0-16,1 26 16,-1 27-16,27-27 15,0 0 1,-27-26-16,1 26 0,26-26 16,-53 0-16,26 0 15,1 0-15,-27-26 0,0-26 16,27-1-16,-27 1 15,0-1-15,0-26 16,-26 27 0,0-1-16,0 27 0,0 0 15,-26 26 17,0 0-32,26 26 31,0 27-31,0-27 15,52 0-15,27 0 16,0 27-16,0-27 16,-27 0-16,27 27 0,-27-27 15,1 0-15,-27 1 16,0-1-16,-26 0 16,0 0-16,-52 1 15,-1-27 1,1 26-16,-1-26 0,1 0 15,-1 0-15,1-26 16,26-1-16,-27-51 16</inkml:trace>
  <inkml:trace contextRef="#ctx0" brushRef="#br0" timeOffset="162435.89">20283 14642 0,'0'-27'16,"52"27"-1,-25-26-15,25 0 16,1 0-16,25 26 16,-25-27-16,-1 27 31,1-26-31,-1 26 16,-26-26-16,1 26 15</inkml:trace>
  <inkml:trace contextRef="#ctx0" brushRef="#br0" timeOffset="163016.6">21018 13959 0,'0'-78'0,"-27"-1"16,-51 0-16,25 27 15,-52-27-15,0 26 16,-52 1-16,-27 0 15,-26-1-15,-52 27 16,-27 0-16,1-1 0,-1 27 16,-26 0-1,26 0-15,-26 0 0,-26 53 16,-26-1-16,-27 27 16,-25 26-16,-27 26 15,-27 27-15,53-1 16,1 27-16,104-1 15,105 54-15,79-1 16,78 26-16,53 0 16,105 1-16,131-27 15,79 0-15,105 0 16,52-52-16,105-27 16,27 1-16,52-79 15,26-1-15,0-51 16,-26-27-16,-26-27 0,-53-78 15,-52 0-15,-79-52 16,-52 0-16,-53-53 16,-79 0-16,-52-53 15,-52-25-15,-80-27 16,-78-26-16,-131 26 16,-105 0-16,-157 26 15,-106 53-15,-105 52 16,-78 53-16,-79 79 15,27 52-15,-27 52 16,78 79-16,54 53 16,78 0-16</inkml:trace>
  <inkml:trace contextRef="#ctx0" brushRef="#br0" timeOffset="164310.49">944 7714 0,'-157'53'0,"52"-27"15,52 26-15,1-52 16,78 0 0,79-52-1,79-27-15,52-26 16,53-52-16,52-1 0,26-25 15,0 52-15,-52-1 16,-79 54-16,-78 25 16,-79 53-16,-132 26 15,-104 79 1,-106 0-16</inkml:trace>
  <inkml:trace contextRef="#ctx0" brushRef="#br0" timeOffset="164451.17">577 8055 0,'-184'105'0,"53"-26"16,79-53-16,78-26 16,131-26-1,106-79-15,130-79 0,132-52 16,105-79-16,78-52 0,79-27 31,-52-25-31</inkml:trace>
</inkml:ink>
</file>

<file path=ppt/ink/ink9.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12:52.97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10810 6192 0,'-26'-52'16,"0"26"-16,26-1 15,-26 27 1,26 27 0,0 51-1,0 1-15,0 0 16,0 26-16,0-27 16,0 1-16,0 0 15,0-27-15,52 27 16,-26-26-16,1-27 15,-1 0-15,0 0 16,0-26-16</inkml:trace>
  <inkml:trace contextRef="#ctx0" brushRef="#br0" timeOffset="299.62">10679 6245 0,'0'-53'0,"26"27"15,-26-26-15,27 25 16,25 27-16,1-26 16,25 26-16,27 0 15,0 0-15,26 53 16,1-1-16,-27 1 0,0 25 16,-53 1-16,0 0 15,-52-27-15,0 27 16,0-27-16,-52 1 15,-27-1-15,-26 1 16,-26-27-16,26 0 16,26 1-16,1-1 15,25-26-15,27 0 16</inkml:trace>
  <inkml:trace contextRef="#ctx0" brushRef="#br0" timeOffset="566.09">13172 6586 0,'-26'0'0,"26"-26"31,78 26-15,-25 0-16,26 0 15,-1 0-15,-25 0 16,-1 0-16,27 0 16,-27 0-16,-25 0 15,-1 0-15</inkml:trace>
  <inkml:trace contextRef="#ctx0" brushRef="#br0" timeOffset="738.83">13093 6770 0,'-79'0'0,"53"26"16,0-26-16,26 26 16,52-26-1,53 0-15,0 0 16,53 0-16,-1 0 15,1 0-15,-1-26 16,-26 0-16</inkml:trace>
  <inkml:trace contextRef="#ctx0" brushRef="#br0" timeOffset="1225.94">14982 6638 0,'0'-26'0,"27"0"16,-1 0-16,0-1 15,0-25-15,1 26 16,-27-27-16,0 27 15,0 0-15,0 0 16,-79 26 0,26 0-16,-25 0 0,-1 26 15,27 0-15,25 0 16,1 27-16,26-27 16,0 26-16,26 1 15,27-1-15,25-25 16,27 25-16,-26 1 15,0-27 1,-27 26-16,1-25 0,-53 25 16,26-26-16,-26 1 15,-52-1-15,-1 0 16,-26-26 0,1 0-16,-1 0 0,0 0 15,27-26-15,26 0 16,-1-1-16,27 1 15</inkml:trace>
  <inkml:trace contextRef="#ctx0" brushRef="#br0" timeOffset="1508.73">16085 6507 0,'26'-52'0,"0"26"0,-26-1 16,0 1-16,0 52 47,-52 1-47,-27 51 15,0 1-15,27-27 16,-1 27-16,-26-26 15,53 25-15,-26-25 0,25-1 16,1 1-16,-26-27 16,-1-26-16</inkml:trace>
  <inkml:trace contextRef="#ctx0" brushRef="#br0" timeOffset="1713.36">15507 6612 0,'26'-26'15,"-26"0"1,27-1-16,-27 1 0,52 26 16,-26 0-16,53 0 15,-26 26-15,52 27 16,-27-1-16,1 1 0,0-1 16,-1 1-16,1-1 15,0 1 1,-27-1-16,1-52 0</inkml:trace>
  <inkml:trace contextRef="#ctx0" brushRef="#br0" timeOffset="1979.92">17055 6533 0,'0'-78'0,"27"25"0,-27 27 15,26 0-15,-26 0 16,0-1-16,0 54 31,0 25-15,0 1-16,0 25 15,0-25 1,26 25-16,-26-25 0,26-1 16,-26 1-16,0-27 15,0 27-15,0-27 16</inkml:trace>
  <inkml:trace contextRef="#ctx0" brushRef="#br0" timeOffset="2201.16">16793 6271 0,'0'-26'16,"0"0"-1,79 26 1,26-27-16,26 27 16,0 0-1,0 0-15,0-26 0,-52 26 16,0 0-16,-27 0 16</inkml:trace>
  <inkml:trace contextRef="#ctx0" brushRef="#br0" timeOffset="5564.04">8947 8895 0,'-52'0'0,"26"-26"16,26 0-16,0-27 15,0 27-15,26 0 0,26-1 16,27 1-16,-26 26 16,25 0-16,-25 26 15,-1 1-15,-26 51 16,1-25-16,-1 26 15,-26-27-15,0 27 16,-53-27-16,-52 1 16,1-27-16,25 26 15,-26-25-15,26-1 16,27-26-16,25 0 0,1 0 16,105 0 30,26-26-30,0 26-16,26-27 16,-26 27-16,0 0 15,0 0-15,0 0 16,-26 0-16,-1 0 16,1 0-16,-27 0 15</inkml:trace>
  <inkml:trace contextRef="#ctx0" brushRef="#br0" timeOffset="5847.78">9971 8790 0,'0'-52'16,"0"25"-16,0 1 16,0 0-16,0 78 62,0 27-62,0-26 0,0 25 16,0 1-16,26-27 15,-26 1-15,26-1 16,-26-25-16,26 25 16,-26-26-16,27 1 15,-1-1 1,0-26-1</inkml:trace>
  <inkml:trace contextRef="#ctx0" brushRef="#br0" timeOffset="6318.71">10522 8921 0,'0'-52'0,"0"-27"0,0 27 15,0 25-15,0-25 16,0 26-1,-27 52 32,1 26-47,0 1 16,26-1-16,0 1 16,0 26-16,26-27 15,27 0-15,25 1 0,1-27 16,0 27-16,0-27 15,-1 26-15,-51-25 16,25-1-16,-52 0 16,0 0-16,-52 1 15,-53-27-15,0 26 16,0-26-16,0 0 16,26 0-16,26 0 15,27-26-15,26-27 16,0 1-1,53-27-15,25 26 0,27-25 16,27-1-16,-54 0 16,1 1-16,-26 25 0,-27 27 15,-26 0-15,-26-1 16,-106 27-16,1 27 16,-26-1-16,25 26 15</inkml:trace>
  <inkml:trace contextRef="#ctx0" brushRef="#br0" timeOffset="7960.54">13985 4802 0,'-236'-27'15,"0"27"-15,26 0 16,-26 0-16,52 0 16,79 0-16,53 0 15,104 0 1,158 27-16,131-1 15,105 0-15,132 0 16,78 1-16,0-27 16,26 0-16,-26 0 15,-53 0-15,-78 0 0,-131 0 16,-79 0 0,-132-27-16,-78 27 0,-236 0 31,-53 27-31</inkml:trace>
  <inkml:trace contextRef="#ctx0" brushRef="#br0" timeOffset="8888.4">11571 9079 0,'-26'0'0,"0"0"0,78 0 31,1 0-31,52 0 16,0 0-16,26-27 31,-26 1-31,26 26 15,-52-26-15,-1 26 16,-25 0-16,-27 0 0</inkml:trace>
  <inkml:trace contextRef="#ctx0" brushRef="#br0" timeOffset="9092.69">11991 8816 0,'-26'-26'0,"0"26"15,26 53 32,0-1-31,0 27-16,0-27 16,26 27-16,-26-27 0,26 27 15,0-26-15,1-1 16,-1 1-16,0-27 15,0-26-15</inkml:trace>
  <inkml:trace contextRef="#ctx0" brushRef="#br0" timeOffset="9626.6">12857 8921 0,'-26'0'16,"26"-26"15,0 0-15,0 0-16,0-1 16,26 27-16,0-26 15,27 26-15,-1 0 16,-26 0-16,27 0 15,-27 0-15,0 26 16,1 27-16,-27-1 16,0 27-16,0-27 15,-27 1-15,-51-1 16,25 1-16,-25-1 0,-1-25 16,26-1-16,1 0 15,26-26-15,26 26 16,26-26 15,53-26-15,-1 26-16,27-26 15,-26 0-15,26 26 0,-26-27 16,26 27 0,-53 0-16,1-26 0,-27 26 15,0 0-15,-26 26 47</inkml:trace>
  <inkml:trace contextRef="#ctx0" brushRef="#br0" timeOffset="10019.14">13985 8974 0,'0'-53'16,"0"27"-16,0-26 0,0 25 16,-26 1-1,0 26-15,-27 0 16,27 0-16,-26 0 16,25 26-16,1 1 15,26 25 1,0-26-16,0 27 0,26-27 15,53 26-15,-26 1 16,25-1-16,-25-25 16,-1 25-16,-25-26 0,-1 1 15,-26-1-15,0 0 16,0 0-16,-26 1 16,-27-27-16,-26 0 15,27 0-15,-1 0 16,1-27-16,52-25 15,-26-1-15,26-25 16,26 25-16,26 1 16,27-1-16,26 27 15,0 0-15,-53 0 16</inkml:trace>
  <inkml:trace contextRef="#ctx0" brushRef="#br0" timeOffset="10442.49">14431 9026 0,'0'-26'0,"27"0"16,25 0-16,1-1 16,-1 1-16,1 0 15,-1 26-15,1 0 16,-27 0-16,0 26 0,-26 0 15,0 53-15,0-27 16,0 27-16,-52-26 16,-1-1-16,1 27 15,-27-53-15,26 27 16,-25-27-16,25 0 16,1-26-16,25 26 15,54-26 32,51 0-47,-25 0 16,52 0-16,-26-26 15,26 26-15,-1-26 16,1 26-16,-26-26 16,0 26-16,0 0 0,-27 0 15,1 0-15</inkml:trace>
  <inkml:trace contextRef="#ctx0" brushRef="#br0" timeOffset="11118.03">15324 9079 0,'-27'0'15,"27"26"16,27 26-31,-1 1 16,0-27 0,0 27-16,-26-1 0,0 1 15,0-27 1,0-79 31,0 1-47,0-1 15,0 1-15,0-1 0,27 27 16,-1-26-16,26 25 16,-26 27-16,1-26 15,25 26-15,-26 0 16,1 0-16,25 0 16,1 26-16,-1 1 15,-26 25 1,1-26-16,-1 27 0,-26-27 15,0 27-15,0-27 16,0 0-16,26-52 63,0-27-63,1 1 0,25-1 15,-26 1-15,27-1 16,-1 53-16,-26-26 15,1 26-15,-1-26 16,0 26-16,0 0 16,27 0-16,-27 26 15,0 0-15,1 27 16,-27-27-16,26 0 16,-26 27-16,0-27 0,0 27 15,0-27-15,0 0 16,0 0-16,0 1 15,0-1-15</inkml:trace>
  <inkml:trace contextRef="#ctx0" brushRef="#br0" timeOffset="11746.71">17423 9236 0,'52'0'32,"1"0"-17,52 0-15,-27 0 16,-25 0-16,26 0 16,-1 0-16,-51-26 15,-1 26-15,0 0 16</inkml:trace>
  <inkml:trace contextRef="#ctx0" brushRef="#br0" timeOffset="11919.93">17423 9472 0,'-27'0'15,"80"0"1,26 0-16,26 0 16,0 0-1,-27-26-15,-25 26 0,-1 0 16,-52-26-16</inkml:trace>
  <inkml:trace contextRef="#ctx0" brushRef="#br0" timeOffset="20845.63">19391 8633 0,'0'-27'16,"0"1"-1,-27 52 32,-51 1-31,-1-1-16,27 26 15,-1 1-15,27-1 16,-27 1-16,53-1 16,0 1-16,0-1 15,0 1-15,79-1 16,0 1-16,0-27 15,-1 0-15,1 0 16,0 1-16,-1-27 16,-25 0-16,-27 0 15,0-27-15,1 1 16,-1 0-16,-26-27 16,0 27-16,0-26 15,-26 25-15,-1 1 0,-25 0 16,-1 0-16,27 26 15,-26 0-15,25 0 16,-25 0-16,-1 0 16,1 26-16,0 0 15,52 0-15,-27 1 16,27 25-16,0-26 16,0 1-1,53-1-15,-1-26 16,1 0-16,25 0 15,-25 0-15</inkml:trace>
  <inkml:trace contextRef="#ctx0" brushRef="#br0" timeOffset="21347.81">20152 8711 0,'0'-26'15,"-27"26"48,27 26-63,0 27 0,-26-27 16,26 27-16,0-1 15,0-26-15,0 27 16,0-27-16,0 0 15,26 0-15,1 1 16,25-1-16,1-26 16,-27 26-16,26-26 15,-25 0-15,25 0 16,1 0-16,-27 0 16,26-26-16,-26 0 15,1-1-15,-1-25 16,-26 26-16,26-27 0,-26 1 15,0-1-15,0 1 16,0-1-16,-26 27 16,-27-26-16,1 25 15,0 1-15,25 0 16,-25 26-16,26 0 16,-1 0-16,1 0 15,26 52 1,0-25-1,0 25-15</inkml:trace>
  <inkml:trace contextRef="#ctx0" brushRef="#br0" timeOffset="23900.3">21123 8659 0,'-27'-26'0,"27"-1"0,-26 27 16,52 27 31,27 25-31,25-26-16,1 27 15,0-1-15,0 1 16,-1-1-16,-25-25 0,-27-1 15,0 0 1,1 0-16,-1-26 0,0 0 16,-26 26-1</inkml:trace>
  <inkml:trace contextRef="#ctx0" brushRef="#br0" timeOffset="24214.43">21700 8475 0,'-26'0'15,"26"-26"-15,-27 26 47,1 52-47,-26-25 16,-1 25-16,1 1 15,-1 25-15,1-25 16,-1-1-16,1 1 16,-1-1-16,1 1 15,26-1-15,-27 1 16,27-27-16,0 0 16,26 0-1,0 1-15,0-1 0,0 0 16</inkml:trace>
  <inkml:trace contextRef="#ctx0" brushRef="#br0" timeOffset="27481.8">4618 5405 0,'0'-26'15,"0"0"-15,0-1 16,0 1-1,52 0-15,1 0 0,25 26 16,-25-27-16,26 27 16,-27 0-16,1 0 15,-27 53-15,26-1 0,-25 27 16,-27 0 0,0 0-16,0 26 0,-53-27 15,1 1-15,-27 26 16,-26-26-16,0 26 15,0 0-15,26 26 16,27-26-16,26 26 16,-1-26-16,27 0 15,27-26-15,25 26 16,27 0 0,-1-27-16,1-25 0,0 25 15,0-51-15,-27-1 0,-26 0 16,1-26-16,-27 26 47,-27-26-32,-51 0 1,25 0-16,-52 27 16,26-1-16,-25 26 15,51 1-15,1-1 16,-1 27-16,27 0 15,26-1-15,0 1 0,26 26 16,27 0-16,-1 0 16,27 26-16,-27-26 15,-26 0-15,1 0 16,-27 26-16,0-26 16,0-26-16,-27 0 15,-51-27 1,25 1-16,-25-27 15,-1 26 1,-26-52-16</inkml:trace>
  <inkml:trace contextRef="#ctx0" brushRef="#br0" timeOffset="42195.32">22303 8003 0,'0'-26'16,"0"52"124,0 0-140,27 0 16,-1 1-16,26-1 15,-25 0-15,25 0 16,-26 1-16,0-1 16,1-26-16,-27 26 0,26 0 15,0-26-15,0 27 16,1-27 0,-27 26-16,26-26 15,0 0-15,0 26 16,-26 0-1,0 0-15,0 1 16,0-1 0,0 0-16,-52 0 15,-27 1-15,27-27 16,-1 26-16,1-26 16,26 0-16,-1 0 0,1-26 31,0-1-31</inkml:trace>
  <inkml:trace contextRef="#ctx0" brushRef="#br0" timeOffset="42462.3">22330 8003 0,'-27'0'0,"1"0"16,26-26-1,53 26 1,25 0 0,1-27-16,26 1 15,0 26-15,-26-26 16,-27 26-16,1 0 16,-27 0-16,0 0 15,-26 52 1</inkml:trace>
  <inkml:trace contextRef="#ctx0" brushRef="#br0" timeOffset="42808.38">21962 8869 0,'-26'0'16,"0"0"-16,-1 0 16,27 26-1,27-26 17,78 0-32,26 26 31,26-26-31,27 0 0,0 0 0,-53 0 15,-26 0-15,-26 0 16,-53 0-16,-26 27 47,-53-1-31</inkml:trace>
  <inkml:trace contextRef="#ctx0" brushRef="#br0" timeOffset="43278.72">22093 9525 0,'-26'0'16,"0"-26"-16,26 52 62,0 0-46,0 27-16,26 25 0,0-25 16,1-1-1,-1 1 1,-26-27-16,26 26 15,-26-25-15,26-1 16,-26 0-16,0 0 16,27-26-16</inkml:trace>
  <inkml:trace contextRef="#ctx0" brushRef="#br0" timeOffset="43765.55">22749 9499 0,'0'-27'15,"0"1"-15,0 0 16,-26 26-16,0-26 16,0 26-16,-1 0 15,-25 0-15,26 0 16,-27 0-16,1 26 15,26 0-15,-1 27 16,1-1-16,26 1 16,0-1-16,0 0 15,79 1-15,-27-1 16,27-25-16,0-1 0,-1 26 16,-25-52-16,-1 27 15,-25-1-15,-27 0 16,-27 0-1,-25-26 1,-1 0-16,1 0 16,26 0-16,-1-26 15,1 0-15,0 0 16,26-27-16,0 1 16,0-1-16,52 1 0,-25-27 15,25 27-15,1-1 16,-27 1-16,0 25 15,-26 1-15,0 0 16,-52 26-16,-27 0 16,0 0-16,-26 0 15</inkml:trace>
  <inkml:trace contextRef="#ctx0" brushRef="#br0" timeOffset="47447.21">23327 8633 0,'0'-27'0,"-27"27"16,27-26-16,0 79 78,79-1-62,-26 1-16,25-1 15,-25 1-15,-1-1 16,1 1-16,-1-27 0,-26 0 16,27 0-16,-27 0 15,-26 1 1,26-27-16,1 0 16,-27-27-1</inkml:trace>
  <inkml:trace contextRef="#ctx0" brushRef="#br0" timeOffset="47714">23615 8606 0,'-26'0'0,"26"-26"16,-26 26-16,26-26 16,-26 52 15,-1 27-16,1-1 1,0 27-16,-27 0 0,27-27 16,-26 27-16,25-27 15,1 1-15,-26-1 16,25-26-16,1 1 16,26-1-16,53-26 31</inkml:trace>
  <inkml:trace contextRef="#ctx0" brushRef="#br0" timeOffset="48060.5">24402 8423 0,'-26'-27'15,"26"1"1,0 79 31,0-1-47,26 1 16,1 25-16,-1-25 15,-26 26-15,26-27 16,0 1-1,-26-27 1,0 0-16,0 0 16,0 1-1,0-54 32,0-25-47</inkml:trace>
  <inkml:trace contextRef="#ctx0" brushRef="#br0" timeOffset="48311.93">23878 8449 0,'-27'0'0,"27"-26"16,53 26-1,26-27 1,26 1-16,26 26 0,0-26 15,-26 26-15,26-26 16,-52 26-16,-27-26 16,-25 26-16,-54 0 47,1 26-32,-53-26-15</inkml:trace>
  <inkml:trace contextRef="#ctx0" brushRef="#br0" timeOffset="60649.3">11493 11073 0,'-27'0'0,"1"0"16,52 0 15,53 0-31,0-26 16,-1-1-1,1 27-15,0 0 0,-27 0 16,27 0-16,0 0 15,0 0-15,-27 0 16,1 0-16,-53-26 16,-79 26-1</inkml:trace>
  <inkml:trace contextRef="#ctx0" brushRef="#br0" timeOffset="61121.03">11650 10994 0,'0'26'62,"-26"27"-62,26-1 16,-26 1-16,26-1 16,0 1-16,0-1 15,0 1-15,0-1 16,0-25-16,0-1 15,0-52 48,0-1-63,0 1 31,26 0-31,0 0 0,0-1 0,27 1 16,-1 26-16,1 0 15,25 0-15,-25 0 16,-1 26-16,1 1 16,-1 25-16,1 1 15,-53-27-15,26 0 16,-26 26-16,0-25 0,-52-1 16,-27 0-16,0 27 15,0-53-15,27 26 16,-1-26-16,1 0 15,-1 0-15,27 0 16</inkml:trace>
  <inkml:trace contextRef="#ctx0" brushRef="#br0" timeOffset="61905.59">12568 11152 0,'0'-27'31,"-26"27"16,0 53-47,-27-27 15,27 53-15,0-27 16,0 1-16,26-1 0,0 1 31,52-27-31,1 0 16,25 0-16,1-26 0,0 27 0,-27-27 31,1 0-31,-1 0 16,-25-27-16,-27 1 15,0-26-15,0-1 16,0 1-16,0-1 16,-53 27-16,27-26 15,0 25-15,-1 1 16,1 0-16,26 0 16,26-1-1,27 27-15,26-26 16,-27 26-16,0 0 15,1 0-15,-27 0 16,0 0-16,1 0 16,-1 53-16,0-27 15,-26 26-15,0 1 16,0-27-16,26 27 16,-26-1-16,0 1 15,0-27-15,27 0 16,-27 0-16,52 0 0,-26 1 15,27-27-15,-1 0 16,1 0-16,-1 0 16,-26 0-16,27-27 15,-27 1-15,0 0 16,1-26-16,-27-1 16,0 1-16,0-1 15,0-26-15,-53 53 16,1-26-16,-1 25 15,1 1-15,-1 26 16,1-26-16,-1 26 16,27 0-16,-26 0 15,25 26-15,27 0 0</inkml:trace>
  <inkml:trace contextRef="#ctx0" brushRef="#br0" timeOffset="62739.35">14064 11257 0,'-26'-27'0,"26"1"15,0 79 32,0-1-47,0 27 16,52-27-16,-25 1 16,-1-1-16,-26-26 15,26 1-15,-26-80 47,0-25-31,-26-1-16,26 26 15,0-25-15,0 25 16,26 27-16,26 0 16,-25-1-16,25 27 15,1 0-15,25 0 16,-25 27-16,-1 25 15,27 27-15,-53-27 16,1 27-16,-27-26 16,0-1-16,0-26 15,0 0-15,0 1 0,-27-27 47,27-27-47,-26-51 16,0 25-16,26 1 15,0-27-15,0 27 16,52 25-16,-25 1 16,25 0-16,1 26 15,-27 0-15,52 0 16,-25 26-16,-1 0 16,-25 27-16,25 26 15,-52-27-15,26 1 0,-26-27 16,0 26-16,0 1 15,0-27-15,27 0 16,-1 0-16</inkml:trace>
  <inkml:trace contextRef="#ctx0" brushRef="#br0" timeOffset="63023.02">15796 11519 0,'-26'0'0,"52"0"47,53 0-47,-1 0 0,1 0 16,0 0-16,-27 0 15,27-26-15,-27 26 16,-25 0-16,-1 0 16,0 0-16</inkml:trace>
  <inkml:trace contextRef="#ctx0" brushRef="#br0" timeOffset="63225.94">15901 11676 0,'-53'27'15,"53"-1"1,105-26 15,0 0-31,26 0 0,-26-26 16,27 26-16,-54-27 16,1 27-16,-53-26 15,1 26-15,-80 0 16</inkml:trace>
  <inkml:trace contextRef="#ctx0" brushRef="#br0" timeOffset="66170.97">23169 9551 0,'26'0'16,"1"-26"-16,-27 0 31,0 52 16,-53 0-32,-26 53-15,-52-1 16,26 1-16,-26 0 0,0 0 16,26-1-16,0-25 15,26-1-15,-26 1 16,27-1-16,25-25 15,1-1-15,25-26 16,1 0-16,26 26 16</inkml:trace>
  <inkml:trace contextRef="#ctx0" brushRef="#br0" timeOffset="66893.86">23248 10286 0,'-53'0'0,"53"-26"31,53-1-15,-1 1-16,1 0 15,-1 26-15,1-26 16,-1 26-16,-25 0 16,25 0-16,-26 0 15,1 26-15,-27 0 16,26 0-16,-26 27 16,0-27-16,0 0 0,-26 0 15,-27-26-15,1 27 16,25-1-16,-25-26 15,26 0-15,52 0 63,0 0-47,27 0-16,-27 0 15,26 0-15,-25 0 0,25 0 16,-26 0-16,0 0 15,-26 26-15,27 0 16,-27 1-16,0-1 16,0 0-1,-27 0 1,1 1-16,-26-27 16,-27 26-16,27-26 15,-27 0-15,26 0 16,1 0-16,-1 0 15,1 0-15,26 0 0,-1 0 16,1 0-16,-26-26 16,25 26-16,1-27 15</inkml:trace>
  <inkml:trace contextRef="#ctx0" brushRef="#br0" timeOffset="67629.77">18945 9630 0,'-53'0'0,"27"26"16,0-26 0,26-26-1,26-27 1,53 1-1,52-27-15,26 0 0,27-26 16,52 0-16,27 0 0,-27 1 16,0-1-16,-53 26 15,-51 0-15,-1 27 16,-52-1 0,-27 27-16,-26 0 15,-26 52 16,-26 0-15,0 0-16</inkml:trace>
  <inkml:trace contextRef="#ctx0" brushRef="#br0" timeOffset="68834.78">19496 7688 0,'-27'-26'15,"27"0"1,-26-1-1,0 1 1,26 52 47,0 27-48,0-1-15,0 1 0,26-1 16,-26 1-16,0-27 15,0 0-15,26 0 16,-26 1 0,0-1-16,0 0 31,0 0-15,27-26 15,-1 0-31</inkml:trace>
  <inkml:trace contextRef="#ctx0" brushRef="#br0" timeOffset="69259.78">19784 7767 0,'0'-27'16,"0"1"-16,0 0 15,0 0 1,0 52 31,0 0-47,0 27 15,0-27-15,0 26 16,27 1 0,-1-1-16,0-25 0,27-1 15,-27 0-15,26 0 16,-26 1-16,27-27 15,-27 0-15,27 0 16,-27 0-16,53-27 16,-53-25-16,26-1 15,-25 1-15,-1-1 0,-26-25 16,0 25-16,0 1 16,-53-1-16,-25 27 15,-1 26-15,26-26 16,-25 26-16,25 0 15,1 0-15,-1 52 16,27-25 0,0-1-16,26 26 0</inkml:trace>
  <inkml:trace contextRef="#ctx0" brushRef="#br0" timeOffset="70586.23">17292 11020 0,'-27'-26'0,"27"0"16,-26 26 0,26 26 15,0 0-31,0 53 16,0-26-16,0-1 15,0 1-15,0-1 0,0-26 16,0 1-1,0-1-15,0 0 16,26-26 15,1-26-31,-1 0 16,26-1-16,1 1 16,-1 0-16,1 26 15,25 0 1,-25 0-16,-1 0 0,1 26 0,-27 0 15,0 27 1,-26-27-16,0 27 0,0-1 16,-78-26-16,-1 27 15,0-27-15,0 0 16,1 0 0,25 1-16,1-27 0,-1 0 15,27-27-15,0-25 16,26-1-16</inkml:trace>
  <inkml:trace contextRef="#ctx0" brushRef="#br0" timeOffset="70838.75">17344 10994 0,'79'0'78,"-1"0"-78,27 0 0,0 0 16,0 0-16,0 0 15,0 0-15</inkml:trace>
  <inkml:trace contextRef="#ctx0" brushRef="#br0" timeOffset="71436.19">18210 11073 0,'-26'0'16,"26"-26"15,-27 26 94,27 52-94,-26-26-31,26 27 0,-26-1 16,26-25-16,0 51 16,0-25-16,0-1 15,0 1-15,26-27 16,0 26-16,1-25 15,-1-1-15,26 0 16,-25 0 0,25-26-16,-26 0 0,27 0 0,-1 0 15,-25 0 1,25-26-16,-26 0 16,1 0-16,-1-27 0,-26 27 15,0-26-15,0-1 16,-26-26-1,-1 1 1,-51-1-16,25 26 16,-26 1-16,27 26 15,26-1-15,-27 27 16,27 0-16,0 0 16,-27 53-16,1-1 15</inkml:trace>
  <inkml:trace contextRef="#ctx0" brushRef="#br0" timeOffset="71749.73">17108 12096 0,'-53'0'0,"106"0"47,26 0-47,52 0 0,0 0 16,53 0-16,-1 27 16,1-27-16,0 0 15,-27 26-15,-26-26 16,-26 0-16,-52 0 15,-1 0-15,-26 0 16</inkml:trace>
  <inkml:trace contextRef="#ctx0" brushRef="#br0" timeOffset="72238.55">17843 12464 0,'52'-27'31,"1"1"-15,-1 26-16,0 0 15,1 0-15,-27 0 16,0 0-16,1 26 0,-27 1 15,0 25-15,0 1 16,-27-27-16,-25 26 16,-1-25-16,-25-1 15,52-26-15,-1 0 16,54 0 31,25 0-32,27 0-15,-1-26 16,27 26-16,-26 0 0,-26 26 16,-1 0-1,-26 0-15,-26 1 16,-26-1-16,-26 26 0,-53-26 16,0 27-16,0-27 15,0-26-15,26 26 16,0-26-16,53 0 15,0-26-15,26-53 16,26 27-16</inkml:trace>
  <inkml:trace contextRef="#ctx0" brushRef="#br0" timeOffset="72487.21">19128 11781 0,'53'0'31,"-1"0"-15,1 27-16,25 25 16,27 1-16,-26 25 15,0-25-15,0 26 16,-1-27-16,-25-26 15,-27 27-15,27-53 0</inkml:trace>
  <inkml:trace contextRef="#ctx0" brushRef="#br0" timeOffset="72706.39">19758 11755 0,'-26'-26'16,"-27"26"-16,27 0 31,0 52-15,-27 1-16,1 26 15,-1-1-15,1 1 16,-1 0-16,27-27 0,0 1 16,0-1-16,26 1 15</inkml:trace>
  <inkml:trace contextRef="#ctx0" brushRef="#br0" timeOffset="72974.03">20545 11571 0,'0'-26'15,"26"26"1,-26 26 0,27 27-16,25-1 15,-26 27-15,1 0 16,-1-27-16,0 27 16,0-26-16,-26-27 15,27 26-15,-27-25 16,0-1-16</inkml:trace>
  <inkml:trace contextRef="#ctx0" brushRef="#br0" timeOffset="74133.91">20125 11624 0,'-26'0'16,"52"0"46,79 0-46,0-26-16,27 26 16,-1-27-16,26-25 15,1 26-15,-27 26 16,-26-26-16,-53 26 0,1 0 16,-27 0-16,0 0 15,-52 0 32,-27 0-31</inkml:trace>
  <inkml:trace contextRef="#ctx0" brushRef="#br0" timeOffset="75165.74">17160 11545 0,'-52'53'16,"-1"-53"-16,27 26 0,79-26 47,52-26-47,26-27 15,52-25-15,1-1 16,26 0-16,0-26 16,0 26-16,-26 1 15,-27-1-15,-26 53 16,-52-1-16,-53 1 15,-78 52 32,-27 1-31,-26-1-16</inkml:trace>
  <inkml:trace contextRef="#ctx0" brushRef="#br0" timeOffset="75918.83">11230 11414 0,'-131'26'16,"0"-26"-16,26 27 15,0-27-15,26 0 16,27 0-16,25 0 15,54 26 1,51-26 0,80 0-16,25 26 15,27-26-15,27 0 16,25 0-16,0 0 0,-25 0 16,-28-26-16,-25 0 15,-53-1 1,-52 1-16,0 0 0,-53 26 31,0 0-31,-26-26 0,26 26 16</inkml:trace>
  <inkml:trace contextRef="#ctx0" brushRef="#br0" timeOffset="76753.03">11807 10286 0,'0'-53'15,"0"27"-15,0 0 16,0 0 0,0-1-1,0 54 32,0 25-47,0 1 16,0-1-1,27 0-15,-1-25 0,-26 25 16,26 1-16,-26-1 16,26-26-16,-26 1 15,0-1-15,27-26 16,-27 26-1,26-26 1</inkml:trace>
  <inkml:trace contextRef="#ctx0" brushRef="#br0" timeOffset="76957.39">12358 10233 0</inkml:trace>
  <inkml:trace contextRef="#ctx0" brushRef="#br0" timeOffset="79025.35">12490 10181 0,'-27'0'15</inkml:trace>
  <inkml:trace contextRef="#ctx0" brushRef="#br0" timeOffset="79481.46">12306 10207 0,'-26'0'15,"0"0"16,-1 0-15,27-26 0,-26 26-16,0 0 15,-27 0 17,1 0-32,-1 0 0,1 26 15,-1 0-15,53 1 16,-26-1-16,26 0 15,0 0-15,0 0 0,26 1 16,1-1-16,51 0 16,-25-26-1,26 26-15,-1 1 0,1-27 16,-27 0-16,1 26 16,-27-26-16,0 0 15,1 0-15,-1-26 16,26-1-16,-25 1 15,-1-26-15,0 25 16,0-25-16,-26 26 0,0-27 16,0 27-16,-26 0 15,-26 0-15,25-27 16,-25 53-16,26-26 16,-27 0-16,27 26 15,0 0 16,-1 52-31</inkml:trace>
  <inkml:trace contextRef="#ctx0" brushRef="#br0" timeOffset="80350.5">14064 14222 0,'0'-27'0,"0"-25"15,-26 26-15,26 52 47,0 53-31,0-1-1,0 27-15,0-26 0,0 0 16,0-27-16,26 1 16,0-27-16,1 0 15,-27 0-15,26-26 16</inkml:trace>
  <inkml:trace contextRef="#ctx0" brushRef="#br0" timeOffset="80507.78">13329 14195 0,'-26'0'0,"0"0"0,78 0 31,27 0-31,52 0 16,27 0-16,-1 0 16,27 0-16,-27 0 15</inkml:trace>
  <inkml:trace contextRef="#ctx0" brushRef="#br0" timeOffset="80775.13">15009 14694 0,'-53'0'0,"132"0"31,26 0-16,0 0-15,-26 0 16,26-26-16,-27 26 16,1-26-16,-53 26 15,0 0-15</inkml:trace>
  <inkml:trace contextRef="#ctx0" brushRef="#br0" timeOffset="80947.55">15035 14930 0,'-26'0'16,"-1"0"0,27 26-1,53-26-15,52 0 0,26 0 16,0-26 0,27 0-16,-27 0 0,0-27 15</inkml:trace>
  <inkml:trace contextRef="#ctx0" brushRef="#br0" timeOffset="81529.3">16504 14405 0,'-26'-26'0,"0"26"0,26-26 15,26 0 1,27-1 0,-1 1-16,1 26 15,-27 0-15,26 0 16,-26 0 0,1 0-16,-1 26 0,-26 1 15,26-1-15,-26 0 16,0 0-16,0 27 15,-26-27-15,-27 0 16,-25 27-16,25-27 16,1-26-16,26 26 15,-1-26-15,27 27 16,27-27 15,25 0-15,27 0-16,-1 0 15,-25 26-15,-1 0 32,1 0-32,-1 0 15,-52 1-15,27-1 16,-27 0-16,-27 0 16,-25-26-16,-1 27 15,-25-27-15,-1 26 16,0-26-16,1 0 15,-1 0-15,26 0 16,1 0-16,-1 0 16,27-26-16,26-1 15,53 1 1,25-26-16</inkml:trace>
  <inkml:trace contextRef="#ctx0" brushRef="#br0" timeOffset="81971.47">17501 14300 0,'0'-26'0,"-26"26"16,26 26 31,0 1-47,0 51 15,0-25-15,0-1 16,0 1-16,0-1 16,0 1-16,0-1 15,26-26-15,27 1 16,-1-27-16,1 0 16,-1 0-16,27 0 15,-26 0-15,25-27 16,-25 1-16,-1-26 15,-52 26-15,26-27 16,-26 1-16,-26-1 16,-26 1-16,-27-1 0,0 1 15,27-1-15,-27 27 16,27 26-16,25-26 16,1 26-16,0 0 15,0 0-15,-1 26 16,1 0-16,26 0 15</inkml:trace>
  <inkml:trace contextRef="#ctx0" brushRef="#br0" timeOffset="82521.42">18892 13959 0,'0'-26'0,"0"-26"16,0-1-16,-26 27 16,-27-27-16,1 1 15,-53-1-15,-52 1 16,-27-1-16,-79-25 16,-51 25-16,-80 1 15,-26 26-15,-52-1 0,-53 27 16,-26 0-16,-26 0 15,-27 79-15,27 0 16,0-1-16,52 54 16,79-1-16,26 53 15,79 52-15,105 26 16,78 27-16,106-1 16,78 1-16,184 0 15,79-53-15,130-26 16,80 0-16,78-79 0,79 0 15,26-52-15,53-27 16,26-52 0,0 0-16,0-78 0,-26-27 15,-53-27-15,-52-25 16,-53-53-16,-105 0 16,-104-52-16,-158-1 15,-105-52-15,-105 1 16,-184 25-16,-157 0 15,-132 27-15,-130 52 16,-106 53-16,-51 52 16,-80 52-16,-79 27 15,1 26-15</inkml:trace>
  <inkml:trace contextRef="#ctx0" brushRef="#br0" timeOffset="83514.23">1102 6245 0,'-27'0'0,"80"-26"32,52-53-32,79-26 15,25 0-15,54-26 16,-1 26-16,1-26 16,-1 52-16,-78 0 15,-53 0-15,-52 53 16,-27 26-16,-52-26 15,-79 78 1,-26 1 0,-78 26-16,-27 26 15</inkml:trace>
  <inkml:trace contextRef="#ctx0" brushRef="#br0" timeOffset="83703.13">1023 6429 0,'-26'0'15,"131"-27"1,78-78 0,53 0-16,79-26 15,26-26-15,1 26 16,-28-27-16,-51 27 0,-27 52 16,-105 0-16,-26 27 15,-79 26-15,-26-27 16</inkml:trace>
  <inkml:trace contextRef="#ctx0" brushRef="#br1" timeOffset="118474.1">1626 14169 0,'0'-26'0,"0"0"15,0-1-15,0 1 0,0 0 16,0 78 125,0 1-141,0-1 15,0 1-15,0 26 16,0-27-16,0 1 15,0-1-15,0 1 16,0-27-16,0 26 16,0-25-16,0 25 15,0 0-15,0-25 16,0 25-16,0-26 16,27 1-16,-27-1 15,0 0-15,0 0 94,0 1-78,0-1-1,0 0-15,0 27 16,-53-53-16</inkml:trace>
  <inkml:trace contextRef="#ctx0" brushRef="#br1" timeOffset="119810.29">1679 13959 0,'26'0'140,"0"0"-124,53 0-16,-26 0 15,25 0-15,27 0 16,0 0-16,26 0 16,1 0-16,-1 0 0,-26 0 15,0 0 1,0 0-16,0 0 0,0 0 16,-27 0-16,27 0 15,0 0-15,0 0 16,0 0-16,0 0 15,0 0-15,-26 0 16,0 0-16,-1 0 16,1 0-16,-27 0 15,1 0-15,26 0 16,-27 0-16,27 0 16,0 0-1,-1 0-15,-25 0 0,25 0 0,1-26 16,-26 26-16,-1 0 15,1 0-15,-1-26 16,1 26-16,-27 0 16,26 0-16,1 0 15,26-26-15,-27 26 16,27 0-16,-1 0 16,-25-27-16,-1 27 15,1 0-15,-1 0 16,-25 0-16,25 0 0,1 0 15,-1 0-15,1 0 16,-1-26-16,27 26 31,-27 0-31,27 0 0,0 0 0,-27 0 16,1-26-16,-1 26 16,1 0-16,-1 0 15,1 0-15,-1 0 16,0 0-16,27 0 15,-53 0 1,27-26-16,-27 26 0,0 0 16,1 0-16,-1 0 0,26 0 15,-25 0 1,-1 0 0,0 0-1,0 0-15,1 0 31,-1 0-31,0 0 16,0 0 0,-52 0 31,0 0-32,-27 26-15</inkml:trace>
  <inkml:trace contextRef="#ctx0" brushRef="#br1" timeOffset="120769.5">7006 13749 0,'0'-26'0,"0"0"16,0 0 0,26 26-1,0 0 32,0 26-31,-26 0-16,27-26 15,-27 26 1,26 1-16,-26 25 0,0-26 16,26 27-16,-26-27 15,0 27-15,0-1 16,26 0-16,-26 1 15,0 26-15,0-27 16,0 27-16,0-27 16,0 1-16,0 26 15,26-27-15,1 1 16,-27-1-16,26 0 16,0 1-16,-26-27 0,26 27 15,1-27-15,-27 0 16,0 0-16,26-26 15,-26 27-15,26-27 282,0 0-267,-52 0 110,0-27-125,-27-51 16,1 25-16</inkml:trace>
  <inkml:trace contextRef="#ctx0" brushRef="#br1" timeOffset="125746.57">2545 14694 0,'-53'0'0,"27"-26"15,26 0-15,0-1 32,0-25-32,53 52 0,-1-26 15,1-1-15,25 27 16,-25 0-16,25 0 15,-25 0-15,-1 0 16,-25 27-16,-27 25 0,0 1 16,0 25-16,0-25 15,-27-1-15,1 1 16,-53-1-16,27-26 16,0 1-16,-27-1 15,26 0-15,1 0 16,26-26-16,-1 0 15,1 0-15,52 0 47,27 0-47,26 0 16,-1 0-16,1 0 16,0-26-16,-1 26 15,-25 0-15,-1 0 16,-25 0-1,-1-26-15,0 26 0</inkml:trace>
  <inkml:trace contextRef="#ctx0" brushRef="#br1" timeOffset="126186.41">3647 14615 0,'-26'-26'31,"-1"26"-31,1-26 0,0 26 16,0-26-16,-27 26 15,27 0-15,-53 0 16,53 0-16,-26 0 16,-1 26-16,27 0 15,0 0-15,26 27 16,0-27-16,0 26 15,52-25-15,-26 25 0,53-26 16,-26 1 0,-1-1-16,27 0 0,-27 0 15,-26 1-15,1 25 16,-1-26-16,-26 1 16,0-1-16,-26 0 15,-1 0-15,1-26 16,-26 0-16,25 0 15,1 0-15,0 0 16,0 0-16,0 0 16,26-52-16,0 26 15,0-27-15,0 1 16,0-1-16,52 1 0,0-1 16,27 1-16,0-1 15,0 27-15,-1-26 16</inkml:trace>
  <inkml:trace contextRef="#ctx0" brushRef="#br1" timeOffset="126673.03">4093 14720 0,'0'-26'31,"26"0"-31,0 0 15,1-1-15,-1 27 16,0-26-16,0 26 16,1 0-16,-1 0 15,0 0-15,0 26 16,1 27-16,-27-1 16,0-26-16,0 27 15,-27-1-15,1 1 16,-26-27-16,-1 27 15,27-27-15,-27 0 0,27-26 16,-26 26 0,25-26-16,1 0 31,52 0 31,-26 27 1</inkml:trace>
  <inkml:trace contextRef="#ctx0" brushRef="#br1" timeOffset="127380.83">2781 14484 0,'0'-26'16,"0"0"-16,0-1 16,0 54 15,0 51-31,-26 1 0,26 26 16,0 26-16,0-52 15,0 26-15,0 0 16,0-26-16,26-27 15,-26 1-15,0-27 16,0-52 15,0-53-31,0-26 16,0 0-16,0-26 16,0-1-16,0 28 15,0-1-15,0 52 16,0 1-16,0 78 47,0 79-47,0 0 15,26 26-15,0 0 16,-26-26-16,0 0 16,0 0-16,0 0 15,0-26-15,0-27 16,0-26-16,-26-26 0,52-52 47,27-1-47</inkml:trace>
  <inkml:trace contextRef="#ctx0" brushRef="#br1" timeOffset="128149.61">3516 14642 0,'-27'-27'0,"1"1"0,0 26 16,0 0 15,0 26-31,-27 27 0,1 25 16,-1-25-16,27 26 15,0-1-15,26-25 16,0-1-16,0 1 15,52-27-15,1 0 16,25 1-16,1-27 16,0 0-16,-1 0 15,-25-27-15,-1 1 0,1-26 16,-27-1-16,-26-26 16,0 27-16,0-27 15,-26 27-15,-27-1 16,-25 1-16,-1 26 15,0 26 1,1-27-16,51 27 0,1 0 16,105 0 15,-1 0-15,54 0-16,-27-26 15,26 26-15,-26-26 16,-27 26-16,1 0 0,-26 0 15,-27 0-15,0 0 16,0 26 0,-26 0-16,0 1 15,0-1-15,0 26 16,0-26-16,-26 27 16,-26-27-16,25 27 15,-25-1-15,26-26 16,-1 27-16,27-1 15,0-25-15,27-1 0,51 0 16,-25-26-16,26 0 16,26 0-16,-27 0 15,1-26 1,-26-27-16,-1 27 0,-52-26 16,0 25-16,0-25 15,-26-27-15,-27 27 16,-25-1-16,-1 1 15,0-1-15,0 53 16,1-26-16,-1 26 16,-52 26-16,0 27 15,-1-1-15</inkml:trace>
  <inkml:trace contextRef="#ctx0" brushRef="#br1" timeOffset="128542.82">2702 14589 0,'-26'-26'0,"0"26"16,26-26-16,0 52 47,0 26-32,0 27-15,-26 0 0,26 26 16,0-27-16,0 27 15,0-52 1,0 26-16,0-27 0,0 1 0,0-1 16,0-26-16,26-26 15,26 0 1</inkml:trace>
  <inkml:trace contextRef="#ctx0" brushRef="#br1" timeOffset="129343.99">3385 14642 0,'0'-27'0,"0"-25"15,0 26-15,0-1 16,0 54 31,-53-1-32,27 26 1,0 1 0,-1-1-16,27 1 15,-26 25-15,26-25 16,0 26-16,26-1 16,1-25-16,25-1 0,1-25 15,-1-1 1,27 0-16,-27-26 0,1 0 15,-1 0-15,27-26 16,-27-27-16,1 1 16,-1-1-16,-25 1 15,-1-27-15,-26 0 16,0 27-16,-53-1 16,-25 1-16,-27 26 15,26 0-15,0-1 16,27 27-16,-1-26 15,27 26-15,52 0 32,27 0-32,25 0 0,27-26 15,0 26-15,27 0 16,-28-26-16,1 26 16,0 0-16,-52 0 15,-1 0-15,-25 0 16,-27 52-1,0 1 1,0-1-16,-53 0 16,27 1-16,0-27 15,-1 27-15,27-27 16,0 26-16,0-25 0,0-1 16,27 0-16,25 0 15,1 1-15,25-1 16,-25-26-16,-1 0 15,1 0-15,-1 0 16,-26-26-16,1-1 16,-1-25-16,0-1 15,-26-25-15,0 25 16,0-26-16,-26 27 16,-27 0-16,1-1 0,0 27 15,-1 26 1,1-26-16,-1 26 0</inkml:trace>
  <inkml:trace contextRef="#ctx0" brushRef="#br1" timeOffset="130036.37">5195 14615 0,'-26'0'16,"26"27"15,0 25-15,0 0-16,0 1 15,0-1-15,26-25 16,-26 25-16,0-26 16,0 1-1,-26-54 17,26-25-17,-26-27-15,26 27 16,0-1-16,26 1 15,26-1-15,1 27 16,-1 26-16,-26 0 16,27 0-16,-1 0 15,1 26-15,-1 27 16,-25-1-16,-1 1 0,0-1 16,0-26-1,-26 1-15,27-1 0,-27-52 63,0-27-48,0 1-15,0-27 16,26 0-16,26 53 16,1-26-16,-1 52 15,-25 0-15,-1 0 16,0 0-16,26 52 0,27 1 15,-53-1-15,1 0 16,-1 27-16,0-53 16,-26 27-16,0-1 15,0-25-15,-26 25 16,-27-26-16</inkml:trace>
  <inkml:trace contextRef="#ctx0" brushRef="#br1" timeOffset="136230.38">7189 12227 0,'-26'0'0,"0"0"15,26-26-15,0-26 16,0 26-16,0-1 16,26-25-16,26 26 15,-25-1 1,25 1-16,1 26 0,-1-26 15,1 26-15,-27 0 0,26 0 16,-25 52-16,-1-25 16,-26 51-16,0-25 15,0-1-15,0 1 16,-53-1 0,1 1-16,-27-27 0,27-26 15,25 26-15,1-26 16,0 0-16,52 0 62,27 0-46,25 0-16,1 0 0,26 0 31,0 0-31,-26 0 0,-1 0 0,-51 0 16,25 0-16</inkml:trace>
  <inkml:trace contextRef="#ctx0" brushRef="#br1" timeOffset="136875.79">8081 12201 0,'0'-26'0,"0"0"16,0 0-16,-26 26 78,0 0-78,0 0 15,-1 52-15,1-26 16,0 27-16,26-27 16,0 26-16,0-25 0,52 25 0,1-26 31,-1-26-31,27 27 15,-26-27-15,25 0 16,-25 0-16,-1-27 16,-25 1-16,-1 0 0,-26 0 15,0-1-15,0-25 16,-26 26-16,-1-27 16,1 27-16,0 0 15,26 0-15,0-1 16,0 1-1,52 26-15,1-26 16,-1 26-16,-26 0 16,27 0-16,-27 0 15,0 26-15,-26 0 0,27 27 16,-27-27-16,0 26 16,26-25-16,-26-1 15,26 0-15,0 27 16,1-27-16,25 0 15,-26-26-15,1 26 16,-1-26-16,0 0 16,0 0-1,-26-26 1,27-26-16,-1 25 16,-26-25-16,0-1 15,0 27-15,-53-26 16,1 26-16,-1 26 0,1-27 15,-27 27-15,0 0 16,53 27-16,0-1 16</inkml:trace>
  <inkml:trace contextRef="#ctx0" brushRef="#br1" timeOffset="137568.35">9210 12044 0,'-27'0'0,"27"-26"16,53 52 15,-1 0-15,-25 27-16,-1-1 16,-26 0-16,26-25 15,-26 25-15,26-26 16,-26 1-1,0-54 17,0-25-17,-26-1 1,0 1-16,26 0 0,0 25 16,0-25-16,26 26 15,0 26-15,1-27 16,-1 27-16,0 0 15,27 0-15,-27 0 16,53 53-16,-53-27 16,26 27-16,-25-27 15,-1 26-15,-26-26 0,0 1 16,0-1-16,0 0 16,0 0-16,-26-26 15,26-52 32,0-1-47,0 1 16,26 0-16,26-27 15,1 53-15,-27-1 16,26 1-16,-52 0 16,27 26-16,-1 26 31,0 0-31,0 1 0,1 25 15,25 1-15,-26-27 16,27 0-16,-27 0 16,0 0-16,-26 1 15,27-27-15,-27 26 16,0 0 0</inkml:trace>
  <inkml:trace contextRef="#ctx0" brushRef="#br1" timeOffset="138149.65">9971 11703 0,'-27'-27'0,"-25"1"15,-1 0-15,1 26 16,-27-26-16,-26-1 16,-52 27-16,-1 0 15,-51-26-15,-28 26 16,-25 0-16,26 0 15,-27 0-15,1 26 16,0 27-16,25-1 16,-25 27-16,0 0 15,26 0-15,26 26 16,26 0-16,53-1 16,0 1-16,26 0 0,52 0 15,27 0 1,26 0-16,0 0 0,52-26 15,80 26-15,25-26 16,79-1-16,79 1 16,26-53-16,53 1 15,52-27-15,26-27 16,-26-51-16,-26-1 16,-26-26-16,-80 0 15,-77 0-15,-27-26 16,-79 0-16,-53-27 15,-51 27-15,-27-26 16,-105 25-16,-26 27 0,-79 27 16,-27 51-16,-51 1 15,-1 26 1</inkml:trace>
  <inkml:trace contextRef="#ctx0" brushRef="#br1" timeOffset="150415.73">7478 11309 0,'-26'-26'0,"-1"26"16,27-26-16,0 78 47,0 1-32,0 52-15,0 26 16,0 0-16,0 0 16,0 0-16,0 27 15,0-27-15,0 0 16,0 0-16,0-26 16,0 0-1,0-52-15,0-1 0,0 1 16,0-27-1,0-52 1,0-53 0,0-26-16,27-26 15,-27-27-15,26 1 16,-26 0-16,0-27 16,0 26-16,0 27 15,0 0-15,0 52 16,0 1-16,0 25 15,0 1-15,0-1 16,0 27-16,0 0 16,0 52-1,0 53 1,0 26-16,0 26 16,0 26-16,0 27 15,0-27-15,0 1 16,0-1-16,0 1 15,0-1-15,-26 1 16,26-27-16,-27-26 16,1 0-16,26 0 15,0-27-15,0-25 16,0-27-16,0 0 16,0-104 15,26-27-31,1-53 15,-1 1-15,0-1 16,0-25-16,-26-27 16,0 26-16,0 0 15,0 27-15,0 26 16,0-1-16,-26 28 16,26 25-1,-26 0-15,26 27 0,0-1 16,-26 27-1,26 52 1,0 53-16,-27 0 16,27 26-16,0-1 0,0 28 15,0-1-15,0 0 16,27 0-16,-27 0 16,26 1-16,0-27 15,0 0-15,-26 0 16,0-27-16,0 1 15,0-27-15,27-25 16,-27-54 15,0-51-15,0-27-16,0-53 16,0 27-16,0-26 15,-27 26-15,27-1 16,-26 27-16,26 27 15,-26 25 1,26 1-16,0 25 0,0 1 16,0 0-16,0 0 15,0-1-15,-26 27 563,-1 0 718,27 27-1265,-26-27 109,52 26 265,53-26-390,0 26 16,52-26-16,0 0 16,53 0-16,0 26 15,26-26-15,-27 0 16,27 0-16,26 0 15,0 0-15,27 0 16,52 0-16,0 0 16,78 0-16,1-26 15,-1 26-15,27 0 0,-26 0 16,-1 0-16,-25 0 16,-1 0-16,-52 0 15,0 0-15,0 0 16,-27 0-16,-25 0 15,-1 0-15,-26-26 16,0 26-16,-52 0 16,-26 0-16,-27 0 15,-26-26-15,0 26 16,-27 0-16,1 0 0,0 0 16,-27 0-16,27 0 15,-53 0-15,1 0 16,-1 0-1,-26 26 173,-26 26-188,-1 27 16,1 0-16,26 26 15,-26 0-15,26 0 16,0 0-16,0 0 0,0 0 15,0-27 1,0 27-16,0-52 0,0 26 16,26-27-16,-26 0 15,0-25-15,26-1 16,-26 0-16,0 0 31,-26-26 32,-53 0-63,-52 0 15,-53-26-15,-25 26 16,-54 0-16,-25 0 16,-27 0-16,-26 0 0,-1 0 15,-51 0-15,-1 0 16,-52 0-16,-26 26 15,-27-26-15,-26 27 16,1-27-16,-1 26 16,26 0-16,1 0 15,52 1-15,26 25 16,79-26 0,52-26-16,53 27 0,79-27 15,52 0-15,26 26 0,53-26 16,26 26 62,-27 0-78,-25-26 16</inkml:trace>
  <inkml:trace contextRef="#ctx0" brushRef="#br1" timeOffset="151404.96">5799 13959 0,'-27'-26'0,"-25"-26"0,-1 25 0,-25-25 15,-1 26-15,-26-27 16,-26 27-16,-27-27 16,-52 27-16,-78 0 15,-53 26 1,-53 0-16,-26 52 15,0 1-15,1 26 0,25 26 32,53 0-32,26 52 15,53-26-15,78 27 0,26-1 0,80 27 32,51-27-32,27 1 0,79-1 15,52 0-15,79-25 0,26-1 0,79-26 16,79 0-16,52-53 15,53-25-15,78-27 16,0 0-16,27-79 16,-27-26-16,-26 0 15,-79-53-15,-78 1 16,-79 0 0,-105-27-1,-132-26-15,-78 0 16,-157-26-16,-132-27 15,-131 27-15,-104 0 0,-80 53 16,-78 51-16,-27 80 16,1 52-16,26 79 15,78 52-15,106 52 16,104 1-16</inkml:trace>
</inkml:ink>
</file>

<file path=ppt/ink/ink10.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17:46.431"/>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9262 6455 0,'0'-26'16,"0"-1"-1,-26 27 32,0 27-31,-1 51-16,1-25 15,0 25-15,0-25 0,0-1 16,26 1 0,-27-1-16,27-25 0,0-1 15,0 0-15,0-78 47,27-27-47,-1 0 16,26 0-16,-26 1 15,1-1-15,-1 27 16,26-1-16,-52 27 0,27 0 16,-1-1-16,-26 54 31,26-1-16,0 53-15,1-1 16,-1-25 0,0 25-16,27-25 0,-27 26 15,26-27-15,1 1 16,-27-1-16,27 1 16,-27-27-16,-26 26 15,0-25-15,0-1 16,-26-26-16</inkml:trace>
  <inkml:trace contextRef="#ctx0" brushRef="#br0" timeOffset="172.48">8580 6927 0,'-26'0'0,"26"-26"31,78 0-31,54 26 16,-1-27-16,53 1 0,-1 26 16,-25-26-16,-1 26 15</inkml:trace>
  <inkml:trace contextRef="#ctx0" brushRef="#br0" timeOffset="1649.76">10364 6822 0,'0'-26'0,"26"-27"15,-26 1-15,0 26 16,-26-1-16,-26 1 16,-1 26-16,-25 0 15,-54 0-15,27 26 16,0 1-16,1 25 15,51-26-15,27 1 16,26-1-16,0 26 0,26-25 16,53-1-1,26-26-15,-27 0 0,27 0 16,0 0-16,-52-26 16,-1 26-16,1-27 15,-53 1-15,0 0 16,0 0-16,0-1 15,0 1-15,0 79 63,0 52-47,0-27-16,0 27 0,0 0 15,26 0-15,0-26 16,0 0-1,1-1-15,-1-25 0,-26-1 16,0-25-16,0-1 16,-53-26 15,27 0-15,-26-26-16,-1-53 0,1 0 15,-1-26-15,53 0 16,0 0-16,0 27 15,0-27-15,53 26 16,26 26-16,-1-25 16,1 51-16,-27-25 15,27 26-15,-26 26 16,-27-27-16,0 27 16,0 27-16,1 25 15,-1 1-15,0-1 16,27 27-16,-27-27 0,0 1 15,-26-1-15,0-25 16,0-80 31,-52-26-47,25 27 16,1-1-16,26-25 15,0 51-15,0-25 16,0 26-16,53-1 15,-1 27-15,1 0 16,25 0-16,-25 53 16</inkml:trace>
  <inkml:trace contextRef="#ctx0" brushRef="#br0" timeOffset="2073.86">11571 6796 0,'27'-26'0,"-27"-1"16,0 1-16,0 0 15,0 0-15,0-1 16,-53 1-16,27 0 16,0 26-16,-27 0 15,1 0-15,-27 0 16,0 26-16,27 27 0,25-1 16,1-26-16,26 27 15,0-27-15,79 0 16,-27-26-16,1 0 15,26 0-15,-53 0 16,53-26-16,-53 0 16,0 0-16,0-27 15,-26 1-15,27 25 16,-27 1-16,0 0 16,0 78 15,0-25-31,0 25 15,0-26-15,0 1 16,0-1-16,26 0 16,0-26-16,26 26 15,1-26-15,-1 0 16</inkml:trace>
  <inkml:trace contextRef="#ctx0" brushRef="#br0" timeOffset="2813">12726 6980 0,'-26'0'0,"-1"0"16,1-27-16,0 27 0,0 0 16,-1 0-1,1 0 1,79 0 31,25 0-47,27 27 15,27-1-15,51-26 16,1 26-16,52-26 16,79 26-16,26-26 15,53 27-15,25-27 16,28 26-16,-1-26 0,26 0 15,-26-26-15,-52-1 16,-27 1-16,-52 0 16,-53 26-16,-78-26 15,-53-1-15,-52 27 16,-27 0-16,-25 0 47,-27-26-16</inkml:trace>
  <inkml:trace contextRef="#ctx0" brushRef="#br0" timeOffset="3646.79">19391 6035 0,'0'-53'16,"0"27"-16,0 0 0,0 0 16,0 78 30,0 1-30,0 25-16,0 1 16,0-26-16,0 25 15,0-25-15,26-1 16,0 1-16,0-27 16,-26 0-16,27 0 15,-1 1 1,-26-1-16</inkml:trace>
  <inkml:trace contextRef="#ctx0" brushRef="#br0" timeOffset="3961.34">19364 6009 0,'0'-27'16,"0"1"-16,0 0 0,0 0 15,0-1 1,27 27-16,25 0 16,1 0-16,25 0 31,27 0-31,0 27 0,27-1 0,-28 26 16,-51-25-16,-1 25 15,1 1-15,-53-1 16,0 1-16,0-1 15,-53 1-15,-25-27 16,-27 26 0,0-25-1,0-1-15,26 0 16,0-26-16,53 0 0</inkml:trace>
  <inkml:trace contextRef="#ctx0" brushRef="#br0" timeOffset="4558.32">20178 6402 0,'52'0'16,"-25"0"-16,51 0 15,-25 0-15,-1 0 16,-25-26-1,-1 0-15,-26 0 0,26-27 16,-26 27-16,0-27 16,-26 27-16,0 0 15,-1 0-15,1 26 16,0-27-16,0 27 16,-1 0-16,1 53 15,26-1 1,0-25-16,0 25 15,0 1-15,0-27 16,26 0-16,27 0 0,-1 1 16,27-27-16,0 0 15,-1 0-15,1 0 16,-26-53-16,-1 27 16,-26-53-16,1 0 15,-27 1-15,0-1 16,0-26-16,0 26 15,0 27-15,0-1 16,-27 1-16,27 26 16,-26 26-16,26-27 15,-26 27 1,26 27-16,0-1 0,0 26 16,0 1-16,0-1 15,0 1-15,0 25 16,0-25-16,0-1 15,26 1-15,27-1 16,-27 1-16,26-27 16,1 0-16,-1-26 15,1 0-15</inkml:trace>
  <inkml:trace contextRef="#ctx0" brushRef="#br0" timeOffset="5189.25">21201 6035 0,'0'-79'0,"0"0"16,26 27-16,-26-27 15,0 27-15,0 26 16,0-1-16,0 1 16,0 0-16,0 52 31,0 27-31,0-1 16,-26 27-16,26-1 15,0 1-15,0 0 16,0 0-16,26-1 0,1-25 15,-1-1 1,0-25-16,0-1 0,1-26 31,-1-53-15,-26 1 0,26-27-16,0 27 0,1-1 15,-1 27-15,0 0 16,0 26-1,1 26 1,-1 26-16,0 1 16,0-1-16,1 1 15,25-1-15,1-25 16,-1-27-16,-26 26 16,0-26-16,1 0 15,-1 0-15,0-26 16,-26-27-16,26 1 15,-26 25 1,27-25-16,-27-1 0,0 27 16,0 0-1,0 52 17,-27 0-32,27 1 15,0 25-15,0 1 16,0-27-16,0 0 15,0 0-15,53 1 16,-27-27-16,27 26 16,-1-26-16,1 0 15,-27 0-15,0-26 16</inkml:trace>
  <inkml:trace contextRef="#ctx0" brushRef="#br0" timeOffset="5502.68">21857 5641 0,'-52'-26'16,"26"26"-16,-1 0 15,27 26 1,0 1-16,27-1 16,25 0-16,0-26 15,1 26-15,-1-26 16,-25 0-16,-1 0 15,-26-26 1,0 0-16,0 0 16,-26-1-16,-1 1 15,-25 26-15,26 0 16,-27 0-16,27 26 16,0 1-16,26 25 15,-26-26-15</inkml:trace>
  <inkml:trace contextRef="#ctx0" brushRef="#br1" timeOffset="24961.57">11204 7714 0,'0'-26'15,"0"0"1,0 78 46,0 1-62,0-1 16,0 1 0,-26-1-16,26-26 0,0 1 0,0-1 15,-27-26-15,54-26 78,25-1-62,-26-25-16,27 26 16,-1 26-16,27-27 15,-26 27-15,25-26 16,-25 26-16,-1 0 0,-26 26 16,27 1-16,-27-1 31,0 0-31,-26 27 0,0-27 0,0 0 15,0 0-15,-26 1 16,-26-1-16,25 0 31,-25-26-31,0 0 16,-1 0-16,1 0 0,-1-26 16</inkml:trace>
  <inkml:trace contextRef="#ctx0" brushRef="#br1" timeOffset="25197.23">11283 7662 0,'-27'0'0,"27"-26"16,27-1-1,51 1 1,1 0-16,0 26 15,-27-26-15,1-1 16,-1 27-16,-26 0 16,-26-26-16,27 26 0,-1 0 15</inkml:trace>
  <inkml:trace contextRef="#ctx0" brushRef="#br1" timeOffset="26235.43">12411 7793 0,'0'-26'0,"0"-1"0,0 1 16,0 0-16,0-26 15,-26 25-15,-27-25 16,1 26-16,26 26 15,-27 0-15,27 0 16,-27 0-16,27 0 16,-26 52-16,25-26 15,27 27-15,0-27 16,0 0-16,0 0 16,27 1-16,-1-1 15,26-26-15,-25 0 16,25 0-16,-26 0 0,27-26 15,-27-1-15,0 1 16,-26 0-16,26 0 16,-26 0-16,0-1 15,0 1 1,0 79 31,27-27-32,-1 0-15,0 26 0,0-25 16,1-27-16,-1 26 16,0-26-16,0 0 15,-26-26 1,0-1 0,0 1-16,0-26 15,0 26-15,0-1 16,0 1-1,0 52 17,0 1-17,0 25-15,27-26 16,-27 0 0,26-26-16,-52-26 46,-1 0-30,27-26-16,-26-1 16,26 27-16,0 0 15,26-1-15,1 27 0,-1 0 16,26 0-16,1 0 16,-1 53-16,27-1 15,-26 1-15,-27-1 16,26-26-16,-52 1 15,26-1-15,-26-52 47,0-1-31,0-25-16,0 0 0,0-1 16,0-26-16,0 53 15,0 0-15,27 0 16,-1 26-16,0 0 0,27 26 15,-1 0-15,1 0 16,-1 27-16,-26-1 16,1-25-16,-27-1 15,0 26-15,0-26 16,0 1-16,0-1 16,-53-26-1</inkml:trace>
  <inkml:trace contextRef="#ctx0" brushRef="#br1" timeOffset="26691.49">12411 6560 0,'-26'-27'15,"-1"27"-15,80 0 63,-1 0-48,53 0-15,27 0 16,-27 27-16,52-27 16,-26 0-16,27 0 15,-1 26 1,-26-26-16,0 0 0,-26 0 16,-26 0-16,-26 0 15,-1 0-15,-26 0 16,1 0-16,-27 26 15,-27-52 32</inkml:trace>
  <inkml:trace contextRef="#ctx0" brushRef="#br1" timeOffset="27259.1">13749 6481 0,'-26'-26'0,"0"26"15,26-26-15,26 52 79,26 0-64,-25-26 1,25 26-16,-26-26 0,27 0 15,-27 0-15,0 0 16,1 0-16,-27 26 16,0 1 249,0-1-265,-53 0 16,27 27-16,0-27 16,-1 0-16,-25 0 15,26 1-15,-27-1 0,27 0 16,0 0-16,26 1 15,0-1-15</inkml:trace>
  <inkml:trace contextRef="#ctx0" brushRef="#br1" timeOffset="28216.95">20283 7714 0,'-26'-52'0,"-1"-1"15,-25 27-15,26-26 16,-27 25-16,1 1 16,25 26-16,1 0 15,0 0 1,-26 53-16,25-27 15,1 26-15,26-25 0,0-1 16,0 0 0,0 0-16,26-26 0,27 0 15,-27 0-15,26 0 16,-25 0-16,-1 0 16,-26-26-16,26 0 15,-26 0-15,0-1 16,0 1-16,26 0 15,-26 0 1,0 52 47,0 26-63,0 1 15,0-1-15,0 1 16,0-1-16,0 1 15,0-27-15,0 26 16,27-25-16,-27-1 16,26-26 31</inkml:trace>
  <inkml:trace contextRef="#ctx0" brushRef="#br1" timeOffset="29300.1">20755 7609 0,'0'-26'0,"0"0"15,0 0-15,-26-1 16,0 1-16,-1 26 15,1-26-15,0 26 16,0 0-16,-1 0 0,1 0 16,-26 0-16,-1 52 15,27-25-15,0 25 16,0 1-16,26-27 16,0 26-16,0-26 15,52 1-15,-26-1 16,27-26-16,-1 0 15,1 0-15,-1 0 16,1-26-16,-27-27 16,26 27-16,-52-26 0,27 25 15,-27-25 1,0 26-16,0-1 0,-27 27 16,27 27 46,0-1-62,0 26 16,0-25-1,27-1-15,25 26 0,-26-52 16,-26 26-16,27-26 16,-1 0-1,0 0-15,0-26 16,-26-26-1,27-1-15,-27 27 16,0-26-16,0 25 0,0 1 16,0 52 31,0 27-32,0-1-15,0-25 16,0-1-16,0 26 15,0-26 1,-27-26 15,1-26-15,0-26-16,26-1 16,0 1-16,0-1 15,0 27-15,52-26 16,-25 52-16,25-27 15,1 27-15,-27 0 16,26 0-16,1 27 16,-1-1-16,-26 26 15,1 1-15,-1-27 16,0 27-16,-26-27 16,0 0-16,0 0 0,-26-52 62,0 0-62,26-27 16,0 1-16,0-1 15,26 1-15,0 26 16,53-1-16,-27 1 16,1 26-16,-1 0 15,1 0-15,-1 26 0,1 1 16,-27 25-16,0-26 15,0 27 1,-26-1-16,-26 1 0,-52-1 16,-54 1-16</inkml:trace>
  <inkml:trace contextRef="#ctx0" brushRef="#br1" timeOffset="32669.57">13565 10050 0,'-78'0'0,"25"0"15,1 0-15,-1 0 16,80 0 15,78 26-15,78 0-16,80-26 15,78 26-15,52-26 16,53 0-16,53 0 16,26 0-16,-27 0 15,1 0-15,-27 27 0,-26 25 16,-52-26-16,-27 1 15,-78-27-15,-1 0 16,-78 0-16,-26 0 16,-53 0-16,-52 0 15,-53 0-15,0 0 16,-26-27 78</inkml:trace>
  <inkml:trace contextRef="#ctx0" brushRef="#br1" timeOffset="33471.76">20230 9630 0,'-52'-26'16,"104"26"46,1 0-62,-1 0 0,27 0 16,-26 0-16,25 0 16,-52 0-16,1-27 15,-1 27-15,-26 27 125,0 25-125,0 0 16,0 1-16,0-1 16,0 1-16,0-1 15,0 1-15,0-1 16,0-25-16,0-1 15,26-26 1,-26 26 15</inkml:trace>
  <inkml:trace contextRef="#ctx0" brushRef="#br1" timeOffset="34004.25">21227 9761 0,'0'-26'0,"0"-1"0,0-25 0,-26 26 15,-26 0 1,26-1-16,-27 27 15,1-26-15,-1 26 16,1 0-16,-1 26 16,1 1-16,25 25 15,27-26-15,0 27 16,0-1-16,0 1 16,0-27-16,27 0 15,25-26-15,-26 0 16,27 0-16,-27 0 15,27 0-15,-27-26 0,26 0 16,-25-1-16,-27-25 16,26 26-16,-26-1 15,0 1-15,0 0 16,-26 26 31,26 26-16,0 0-31,0 27 16,0-1-16,26-25 15,0-1-15,-26 0 0,26 0 16,0 1-16,1-27 16,-1 0-16,0 0 15</inkml:trace>
  <inkml:trace contextRef="#ctx0" brushRef="#br1" timeOffset="34586.74">21332 9682 0,'-26'-26'0,"26"0"32,-26 0-32,26 52 46,0 0-46,26 26 16,0-25-16,-26-1 16,27 0-16,-1 0 15,-26-52 48,-26-26-63,-1 25 0,27-25 15,0 26-15,0-27 32,0 27-32,53 0 0,-27 26 0,0 0 15,27 0-15,-27 0 16,27 0-16,-1 52 16,1-25-16,-27 25 15,0 0-15,-26-25 16,0-1-16,0 0 15,0-52 32,-26-27-47,0 1 16,26-27-16,0 27 16,26-1-16,26 1 31,1 26-31,-27-1 0,26 27 0,1 0 31,-1 27-31,1 25 0,-1 1 0,1-1 16,-27 1-16,-26-1 0,0 0 15,0-25 1,-52 25 0,-53 1-16</inkml:trace>
  <inkml:trace contextRef="#ctx0" brushRef="#br1" timeOffset="35812.61">13697 9708 0,'26'0'0,"-52"0"78,-1 27-78,1-1 16,0 26-16,-27-25 15,27-1-15,-26-26 16,26 26-16,-27 0 16,27 1-16,0-27 15,-1 0 1,54 26 265,25 0-281,-26 0 16,1-26-16,25 27 15,-26-1-15,0 0 16,1-26 0,-1 26-16,0 1 0,-26-1 15</inkml:trace>
  <inkml:trace contextRef="#ctx0" brushRef="#br1" timeOffset="36692.62">10574 10286 0,'-26'-26'0,"0"-1"16,-1 1-16,27 0 0,-26 26 31,26 26 1,0 27-32,53-1 15,-1 27-15,1-1 16,-1-25-16,1-1 15,-27 27-15,26-26 16,-25-27-16,-1 26 16,-26-25-16,26-1 15</inkml:trace>
  <inkml:trace contextRef="#ctx0" brushRef="#br1" timeOffset="37087.16">11125 10338 0,'0'-26'16,"-26"26"-16,0 0 0,-1 0 15,27 26 32,0 0-47,0 27 0,0-1 16,0 1-1,53-27-15,-1 27 16,1-27-16,-1 0 16,1-26-1,-1 0-15,-25 0 0,-1 0 16,0 0-16,27-26 0,-53 0 16,0-1-16,0-25 15,0-1 1,0 27-16,-27-26 0,-51 25 0,25 1 15,-26 26-15,27-26 32,-1 26-32,27 0 15,0 0-15,0 0 16</inkml:trace>
  <inkml:trace contextRef="#ctx0" brushRef="#br1" timeOffset="37653.51">11834 10312 0,'26'0'16,"0"0"93,-26 26-15,0-52-47,0 0-32,0 0-15,0-1 16,26 27-16,27 0 15,-27 0 1,0 0-16,1 27 16,-27-1-1,0 0 1,0 0-16,-27-26 16,1 26-16,0-26 15,0 0-15,-1 0 16,27-26-1,0 0-15,0 0 0,27 0 16</inkml:trace>
  <inkml:trace contextRef="#ctx0" brushRef="#br1" timeOffset="37936.55">12149 10706 0,'0'26'63,"0"0"-47,0 0-16,-27-26 62,27-26-46,0 0-16,0 0 15,27-1-15</inkml:trace>
  <inkml:trace contextRef="#ctx0" brushRef="#br1" timeOffset="38503.12">12726 10364 0,'-26'0'0,"26"-26"15,0 0-15,0 0 16,26-27-16,26 53 16,1-26-16,-1 26 15,-25 0 1,-1 0-16,0 26 16,-26 1-16,0-1 15,0 26-15,0 1 16,-52-27-16,-1 26 15,1-25-15,-1-1 16,27-26-16,105 0 47,-27 0-47,27 0 16,-1 0-16,1 26 15,-26-26-15,-1 26 16,1 1-16,-27-1 15,-26 0 1,0 0-16,0 1 0,-26-27 16,-27 26-16,-26-26 15,27 26-15,-27-26 16,27 0-16,-27 0 0,27 0 16,-1 0-16,27-26 15,0 26 1</inkml:trace>
  <inkml:trace contextRef="#ctx0" brushRef="#br1" timeOffset="38912.01">13251 10417 0,'-27'0'15,"27"26"17,0 27-17,0-1 1,27 1-16,-1-27 0,0 26 16,0-25-16,27-1 15,-1 0-15,1-26 16,25 0-16,-25 0 15,-1-52-15,1 25 16,-1-25-16,-25 26 16,-27-27-16,0 27 0,0-27 15,-53 27-15,1-26 16,-1 25-16,-26 1 16,27 0-16,0 26 15,25 0-15,1 0 16,0 0-16,0 0 15,-27 26 1,27 0-16</inkml:trace>
  <inkml:trace contextRef="#ctx0" brushRef="#br1" timeOffset="39414.17">14326 10522 0,'0'-26'0,"0"-1"16,-26 1-16,0 0 16,0 26-16,-1-26 15,1 26-15,0 0 0,0 0 16,0 26-1,-27 26-15,27-25 16,26 25-16,-26-26 16,26 1-16,0-1 15,26-26 1,0 0 0,0 0-16,27 0 15,-27-26-15,0-1 16,0-25-16,-26 26 0,27-1 15,-27 1-15,0 0 16,0 0 0,26 52 31,0 0-32,0 27-15,1-27 16,-1 26-16,26-25 15,-52-1 1,27 0-16,-1 0 0</inkml:trace>
  <inkml:trace contextRef="#ctx0" brushRef="#br1" timeOffset="40041.72">14536 10417 0,'0'-26'0,"0"78"62,0-26-46,27 1-16,-1-1 31,-26 0-31,26-26 0,-26-26 47,0-27-31,-26 27-16,26 0 15,0 0 1,0-1 0,26 27-1,0 0 1,1 0-16,25 0 15,1 27-15,-1-1 16,0 26-16,-25-25 16,-1-1-16,0 0 15,-26 0-15,26 1 0,-52-80 63,0 27-48,0-27-15,26 1 16,0-1-16,0 1 16,0 26-16,26 26 15,0-26-15,0 26 16,27 0-16,26 26 0,-27 0 16,27 0-1,-27 27-15,-25-27 0,-1 26 16,-26 1-16,0-1 15,0 1-15,-26-1 16,-53-25-16</inkml:trace>
  <inkml:trace contextRef="#ctx0" brushRef="#br1" timeOffset="60562.91">15061 5405 0,'0'-26'0,"-26"26"63,0 52-48,-27 27-15,-26 0 16,27 0-16,-27-1 15,27 1-15,26-27 16,-1-25-16,1-1 0,26 0 16,26-26 15,27 0-15,52 0-16,0-26 15,0 26-15,26-26 16,-26 26-16,0 0 15,-26-27-15,-1 27 16,-25 0-16,-1 0 16,-26 0-16,27 0 15</inkml:trace>
  <inkml:trace contextRef="#ctx0" brushRef="#br1" timeOffset="61003.86">15140 5720 0,'-26'-26'16,"26"0"-16,-27 26 15,27-27-15,0 1 16,0 79 46,0-1-62,27 1 16,-1-1-16,0 0 16,0 1-16,1-1 15,-27-25-15,26 25 16,0 1-16,0-27 16,-26 26-16,27-25 15,-27-1-15,0 0 16,26-26 62,-26 26-31</inkml:trace>
  <inkml:trace contextRef="#ctx0" brushRef="#br1" timeOffset="70069.82">14799 9131 0,'0'-26'78,"26"0"-62,26-1-16,27 1 15,-26 26-15,-1-26 16,-26 26-1,1 0-15,-1 0 0,0 0 16,-26 26 47,0 0-48,-52 1-15,25 25 16,-25-26-16,26 1 15,-27-1-15,27 0 16,0 0-16,26 1 16,26-27 77,26 0-93,1 0 16,52 0-16,-26 0 16,-1 0-16,-25 0 15,-1 26-15,-25-26 16,-1 26-16,-26 0 16,0 1-1,0-1-15,-53 0 16,-25 27-1,-1-27-15,-26 0 0,0 0 16,52 1-16,-25-27 16,25 26-16,1-26 15,26 0-15,-27 0 16,27 0-16,26-26 16,-26-1-16,-1 27 15,1-26-15,0 26 47,26-26 844</inkml:trace>
  <inkml:trace contextRef="#ctx0" brushRef="#br1" timeOffset="70775.24">15875 9472 0,'0'-26'16,"0"0"15,0 0-15,26 26-16,0 0 15,-26 26 32,0 0-47,0 0 16,0 1-16,-26-27 31,0 0-31,26-27 16,-53 1-16,27 0 15,0 26-15,26-26 16,0 52-1,0 0 1,0 0-16</inkml:trace>
  <inkml:trace contextRef="#ctx0" brushRef="#br1" timeOffset="71185.72">16294 9131 0,'0'-26'16,"0"0"-16,0-1 16,0 54 31,0-1-32,0 0-15,0 27 16,0-27-16,0 0 0,27-26 15,25 26-15,1 1 16,-1-27-16,1 26 16,-1-26-16,-26 0 15,27 0-15,-27 0 16,0 26-16,0 0 16,-26 1-16,0-1 15,0 0 1,-26 27-16,-52-27 0,-1 0 15,0 0 1,-26 1-16,53-27 16,-1 0-16,27 0 0,0-53 15</inkml:trace>
  <inkml:trace contextRef="#ctx0" brushRef="#br1" timeOffset="71374.96">16452 8974 0,'-26'0'16,"52"0"15,26 0-31,27 0 16,0 26-16,-1-26 15,-25 0 1</inkml:trace>
  <inkml:trace contextRef="#ctx0" brushRef="#br1" timeOffset="72128.95">17003 8711 0,'-26'0'16,"26"-26"0,-27 26-16,27 53 31,0-1-16,0 27-15,27 26 16,-1-27-16,0 27 16,0-26-16,1 0 15,-1 0-15,-26-27 16,26 1-16,-26-27 16,0 0-16,0-52 31,0-27-16,0 1-15,0-1 16,0 1 0,0 26-16,26-27 0,1 27 15,-1 0-15,0 26 16,0-27-16,1 27 16,25 0-16,0 0 15,1 53-15,-1-27 16,1 27-16,-1-1 15,-25 1-15,-1-1 16,-26-26-16,0 1 0,0-1 16,0-52 31,0-27-47,-26 27 15,-1-27 1,27 27-16,0-26 0,0 25 15,27 1 1,-1 26-16,0 0 16,0 0-16,27 0 0,-1 0 15,-25 26-15,25 1 16,1-1 0,-27 26-16,0-25 0,0-1 15,-26 0 1,0-52 31,0-27-32,0 1-15,0 26 16,0-27-16,0 27 16,0 0-16,0-1 15</inkml:trace>
  <inkml:trace contextRef="#ctx0" brushRef="#br1" timeOffset="72489.94">18577 9131 0,'0'-26'0,"0"0"15,0-1-15,0 1 16,0 0-16,0 0 15,-26 26 17,-26 0-32,25 26 15,27 26-15,0-25 16,0 25-16,0-26 16,53 1-16,-1-1 15,27 0 1,-27 0-16,1 1 0,-1-1 15,1-26-15,-27 26 16,0-26-16,-26 26 16,0 1-1,-52-1 1,-27-26-16,-26 26 16,27-26-16,-27 0 0,0 0 15</inkml:trace>
  <inkml:trace contextRef="#ctx0" brushRef="#br1" timeOffset="75498.41">8554 12647 0,'-27'-26'15,"27"79"32,53-27-31,-27 53-16,27-27 15,-27 27-15,0-27 0,-26 1 16,0-27-16,26 26 16,-26-25-1,0-1-15,0 0 0,-26-26 16,-53 0-16,27 0 15</inkml:trace>
  <inkml:trace contextRef="#ctx0" brushRef="#br1" timeOffset="75671.39">7924 12647 0,'26'0'15,"53"-26"1,52 0-16,0 0 0,27 26 15,-1 0-15,1 0 16,-27 0-16,-26 0 16</inkml:trace>
  <inkml:trace contextRef="#ctx0" brushRef="#br1" timeOffset="75907.38">9393 12726 0,'-26'-26'0,"0"26"16,26 26 15,0 0-15,26 27-16,-26-1 15,0 1-15,0-27 16,0 0-16,0 27 15,0-27-15</inkml:trace>
  <inkml:trace contextRef="#ctx0" brushRef="#br1" timeOffset="76142.46">9157 12569 0,'-26'0'16,"52"0"-1,27 0 1,-1 0-16,27 0 16,-27 0-16,1-27 15,-1 27-15,-25-26 0,-27 0 16,0 0 0,0-1-16,0 1 0,-53 0 15,1 26-15,25 0 16,-25 26-16,-1 27 15</inkml:trace>
  <inkml:trace contextRef="#ctx0" brushRef="#br1" timeOffset="76943.33">9787 12831 0,'0'52'47,"0"-25"-47,0-1 15,0 0-15,0 0 16,0 1-16,-26-80 62,0 1-62,26-1 16,0 1-16,0-1 16,0 27-16,0 0 0,26 26 15,0-26-15,26 26 16,-25 52 0,25 1-1,1-1-15,-27 0 0,26 1 16,-25-27-16,-1 27 15,0-27 1,0-26 0,1-53 15,-1 1-31,0-27 16,0 27-1,-26 26-15,27-1 0,-1 54 47,-26-1-31,52 52-1,-26-51-15,27 25 0,-1-26 16,1 1-16,-1-1 16,-25-26-16,25 0 15,1 0-15,-1 0 16,-26 0-16,27-26 15,-1-27-15,1 1 16,-27-1-16,0-25 0,-26 51 16,0 1-16,0 0 15,-26 26 17,0 0-32,0 52 15,26 1-15,0-1 16,0-26-16,0 27 15,0-27-15,52 0 16,0 1-16,27-27 16,0 26-16,0-26 15,-1 0-15</inkml:trace>
  <inkml:trace contextRef="#ctx0" brushRef="#br1" timeOffset="77525.7">11991 12726 0,'-26'0'15,"26"26"1,0 1-1,0-1-15,26-26 16,0 0 0,1 0-16,-1 0 0,26-26 15,-25-1-15,-1 1 16,-26 0-16,0 0 16,0-1-1,0 1-15,-26 26 16,-1 0-16,1 0 15,0 0-15,0 26 16,-1 27-16</inkml:trace>
  <inkml:trace contextRef="#ctx0" brushRef="#br1" timeOffset="77902.99">12122 13303 0,'-26'27'0,"26"-1"16,0 0-1,26-26 1,27 0-16,-27 0 15,0 0-15,1 0 16,-27-26 0,26 0-16,-26-1 15,0 1-15,0 0 16,-53 26 15,27 0-31,-26 0 16,25 0-16,1 26 15,26 0-15,0 27 16,0-27-16</inkml:trace>
  <inkml:trace contextRef="#ctx0" brushRef="#br1" timeOffset="78500.64">14248 12752 0,'0'-26'16,"-27"52"15,1 27-31,-26 25 15,-1-25-15,1-1 16,26 1-16,-1-1 16,1 1-16,0-27 15,26 0-15,-26-26 16,78 0 15,27 0-15,26 0-1,26 0-15,-26 0 0,26 0 0,-26 0 16,0 0-16,-26 0 16,-1 0-16,-51 0 15,-1 0-15,0 0 16</inkml:trace>
  <inkml:trace contextRef="#ctx0" brushRef="#br1" timeOffset="78704.6">14510 12883 0,'0'-26'0,"0"52"47,0 27-47,0-1 16,0 1-16,0 26 15,0-1-15,0-25 16,26 26-16,-26-27 16,27 1-1,-27 25-15,26-25 0,-26-27 16,0 26-16</inkml:trace>
  <inkml:trace contextRef="#ctx0" brushRef="#br1" timeOffset="79098.36">15770 12805 0,'0'-26'0,"0"-1"0,0 54 47,0 25-31,0-26-16,26 0 16,0 1-16,27-27 15,-27 0-15,26 0 16,-25 0-16,25 0 15,-26 0-15,1-53 16,-1 27-16,0 0 0,-26 0 16,0-1-1,0 1-15,0 0 0,-26 26 16,-53 0-16,-26 52 16,-26 1-1</inkml:trace>
  <inkml:trace contextRef="#ctx0" brushRef="#br1" timeOffset="79412.64">15875 13539 0,'-27'0'0,"54"27"47,25-27-47,1 0 16,-27 26-16,26-26 15,-25 0-15,-27-26 32,0-1-17,0 1-15,0 0 16,-27 0-1,1 26-15,-26 0 0,-27 0 0,26 26 16,1 0-16</inkml:trace>
  <inkml:trace contextRef="#ctx0" brushRef="#br1" timeOffset="80072.24">17449 12988 0,'-26'-26'0,"26"0"16,0 0-16,0-1 15,0 1-15,26 26 16,26-26-16,-25 26 0,-1 0 16,26 0-16,-25 0 15,25 0-15,1 26 16,-27 27-16,-26-27 15,0 0-15,0 27 16,0-27-16,-26 0 16,-53 0-16,26 1 15,-25-1-15,-1 0 16,26-26-16,27 0 16,0 0-16,78 0 31,1 0-16,26 0-15,-1 26 0,1-26 16,-26 27-16,25-27 16,-25 26-16,-27 0 15,0 27-15,1-27 16,-27 0-16,-27 0 16,-25 1-1,-27-27-15,0 26 16,-26-26-16,27 0 15,-27 0-15,26 0 16,27 0-16,-1 0 0,27-26 16,26-1-16,0-25 15,0 26-15,26-27 16</inkml:trace>
  <inkml:trace contextRef="#ctx0" brushRef="#br1" timeOffset="80402.97">18289 13408 0,'26'0'0,"0"0"0,0-26 15,1 0-15,-1 26 16,-26 26 31,-26 0-47,-1-26 15,1 0 17,0-26-17,0 0-15,26 0 0</inkml:trace>
  <inkml:trace contextRef="#ctx0" brushRef="#br1" timeOffset="80827.3">19155 12910 0,'0'-27'0,"0"1"16,-27 26 31,27 26-47,-26 1 15,-26-1-15,25 0 16,27 27-16,0-27 15,0 0-15,0 0 16,27 1-16,-1-1 16,26 0-16,1-26 15,-1 0-15,1 0 0,-1 26 16,1-26-16,-1 27 16,-26-1-16,1-26 15,-27 26-15,0 0 16,0 1-16,-53-1 15,-26 0 1,-25 0-16,-1-26 16,26 27-16,0-27 15,27 0-15,25 0 16,1-27-16,26-51 16</inkml:trace>
  <inkml:trace contextRef="#ctx0" brushRef="#br1" timeOffset="81126.12">19181 12857 0,'26'0'31,"27"0"-31,25 0 16,1-26-16,0 26 15,-1 0-15,1 0 0,0-26 16,-27 26-1,-25 0-15,-1 0 0,-79 0 110</inkml:trace>
  <inkml:trace contextRef="#ctx0" brushRef="#br1" timeOffset="82802.75">8711 14642 0,'0'-27'15,"0"-25"-15,0 26 16,0-1-16,0 1 15,0 0-15,-52 26 16,-1 0-16,-52 0 16,27 26-16,-27 27 15,26-27-15,26 26 16,27 1-16,26-27 16,0 26-16,53-25 0,-1-1 15,53 0-15,0 0 16,0 1-16,-26 25 15,-1-26-15,-25 1 16,-1-1-16,-52 26 16,0-25-16,0-1 15,-26 0-15,-26-26 16,-27 0-16,0 0 16,0 0-16,1 0 15,-1-26-15,27 0 16,-1-1-16,27-25 0,0 26 15,26-27-15,26 27 32,26 0-32</inkml:trace>
  <inkml:trace contextRef="#ctx0" brushRef="#br1" timeOffset="83351.95">9183 14746 0,'0'-26'16,"0"0"-16,0 0 15,0 0-15,0-1 0,0 54 63,27 25-48,-1 53-15,0-26 16,0 26-16,-26-27 16,27 1-16,-27 26 15,26-26-15,-26-27 16,0 27 0,0-53-16,0 0 0,0 1 0,0-1 31,0-52-16,0-27 1,-26-26-16,-1 1 16,1-27-16,0 0 15,26 26-15,0 0 32,0 1-32,0 25 15,0 1-15,0 25 16,52 1-16,-25 0 0,51 26 0,-25-26 15,26 26-15,-27 0 0,1 0 32,-27 52-32,-26-26 15,0 27-15,0-1 16,-26 1-16,-1-27 16,-25 0-16,-1 27 15,1-27-15,-1-26 16</inkml:trace>
  <inkml:trace contextRef="#ctx0" brushRef="#br1" timeOffset="83744.94">9892 14983 0,'26'0'0,"27"0"16,-1 0-16,1-27 15,-27 1-15,26 0 16,-52-27-16,27 27 0,-27 0 16,0 0-1,0-1-15,0 1 0,-53 26 47,1 26-31,-1 27-16,27-1 15,0 1-15,26-27 16,0 0-16,0 1 16,0-1-16,78 0 15,-25-26-15,26 0 16,-53 0-16,26 0 15</inkml:trace>
  <inkml:trace contextRef="#ctx0" brushRef="#br1" timeOffset="84499.21">10338 15035 0,'26'0'16,"0"0"0,53-26-16,-26 26 15,25-26-15,-25-1 16,-27-25-16,27 26 15,-53-1-15,0 1 16,0 0 0,-27 26-16,1 0 15,-26 0-15,-1 0 0,27 0 16,-27 26-16,27 0 16,0 1-16,26 25 15,0 1-15,0-27 16,52 26-16,1-25 15,26-27-15,26 0 16,0 0-16,0 0 16,26 0-16,-26-27 15,-27 1-15,-25 0 16,-1 26-16,-52-26 0,0-1 16,0 1-16,-52 26 31,-1 0-31,1 0 15,-1 0-15,1 26 16,-1 27-16,27-27 16,26 0-16,0 1 15,26-27 1,27 0-16,26 0 16,-27 0-16,27-27 15,-27-25-15,27-1 16,-26 1-16,-27-27 15,0 0-15,-26 1 16,0-27-16,0 0 16,0 0-16,0 26 0,-26 0 15,0 53-15,-1 0 16,1 0-16,26 52 47,0 53-47,0-1 15,0 27-15,0 0 16,0 0-16,0-26 0,0 26 16,0-26-1,0-1-15,0-25 0,0-1 16,0 1-16,0-1 16,0-25-16,0-1 15,0 0 1,26 0-16</inkml:trace>
  <inkml:trace contextRef="#ctx0" brushRef="#br1" timeOffset="84843.62">12070 14720 0,'0'-26'0,"0"52"47,0 0-31,26 1-16,0-27 16,1 26-16,-1-26 15,26 0-15,-25 0 16,-1 0-16,0-26 15,-26-1-15,0 1 0,0 0 16,0 0-16,0 0 16,-26 26-1,0 0-15,-27 0 16,27 52-16,-27-26 16</inkml:trace>
  <inkml:trace contextRef="#ctx0" brushRef="#br1" timeOffset="85159.57">12070 15271 0,'0'27'31,"0"-1"-15,0 0-16,26 0 15,0-26 1,1 0-16,-1 0 16,0 0-16,27 0 15,-27 0-15,0 0 16,0-26-16,0 0 16,-26 0-16,0-1 15,0 1 1,-26 26-16,-26 0 15,26 0-15,-27 0 16,-26 26-16,27 27 16</inkml:trace>
  <inkml:trace contextRef="#ctx0" brushRef="#br1" timeOffset="94723.53">1443 11047 0,'0'-27'16,"0"54"109,0-1-125,0 26 16,0 1-16,0-27 15,0 27-15,-26-1 16,26-26-16,0 1 16,0-1-16,0 0 15,0 0 1,26-26-1,0 0-15,53 0 16,-1 0-16,1 0 16,26 0-16,-26-26 15,0 26-15,-27-26 16,1 26 0,-1-26-16,-52-1 15</inkml:trace>
  <inkml:trace contextRef="#ctx0" brushRef="#br1" timeOffset="96089.94">1889 11073 0,'0'-26'31,"-26"26"-16,26-27 17,0 54 46,0-1-63,0 26-15,0 1 16,0-27-16,0 0 16,0 27-16,0-27 0,26 0 15,-26 1-15,0-1 16,0 0-16,26-26 16,-26 26-16,26-26 15,-26 27-15,0-1 16,27 0-1,-27 0-15,26 0 16,-26 1 0,0-1-1,0 0 126,0 0-125,0 1-1,0-1-15,0 0 16,26-26 312,0 0-328</inkml:trace>
  <inkml:trace contextRef="#ctx0" brushRef="#br1" timeOffset="97125.82">4067 10627 0,'-27'0'0,"27"-26"32,0-1-17,27 1 1,-1 0-16,26 26 16,-25 0-16,-1 0 15,26 0-15,-25 0 16,-1 26-1,-26 0-15,0 1 0,0-1 16,0 0-16,0 27 16,-53-27-16,27 0 15,-26 0 1,25 1-16,1-27 16,26 26-16,26-26 46,27 0-46,-1 0 16,1 0-16,26 0 16,-27 0-16,1 0 15,-1 0-15,-26 0 16,27 26-16,-27 0 0,0 0 16,0-26-1,-26 27-15,0-1 0,-26 0 16,-26 0-1,-53 1-15,26-1 16,0 0-16,-26-26 16,53 26-16,-1-26 15,1 0-15,26 0 16,26-26 15,52-26-31,1-1 16</inkml:trace>
  <inkml:trace contextRef="#ctx0" brushRef="#br1" timeOffset="97424.35">4723 10443 0,'-27'0'16,"54"0"31,-1-26-47,53 26 16,-27-26-16,1 26 15,-1-27-15,1 27 16,-27 0-16,0-26 15,0 26-15</inkml:trace>
  <inkml:trace contextRef="#ctx0" brushRef="#br1" timeOffset="98037.48">4696 10443 0,'0'26'94,"0"1"-94,27 25 15,-27-26-15,26 27 16,0-27-16,0 27 0,1-27 15,-1 0-15,-26 0 16,0 1-16,26-27 16,-26 26-1,0-52 17,0-1-32,0 1 15,0 0-15,-26 0 16,26-1-16,0 1 0,0 0 15,0 0 1,26 26-16,0-27 16,27 27-16,-1 0 15,-25-26 1,25 26-16,-26 0 0,27 0 16,-1 0-16,-25 0 15,25 0-15,-26 0 16,0 26-16,1-26 15,-1 27-15,0-1 16,0 0-16,-26 27 16,0-27-16,0 0 15,-26 0-15,-26 27 0,-1-27 16,1 0-16,-1-26 16,1 26-16,-1 1 15,1-27-15,-1 0 16,27 0-16,-26 0 31,-1 0-31</inkml:trace>
  <inkml:trace contextRef="#ctx0" brushRef="#br1" timeOffset="98540.09">3831 11571 0,'-105'27'31,"52"-27"-31,27 26 0,0-26 0,52 0 16,53 0-1,78 0-15,53-26 16,0-27-16,0 1 16,26-1-16,-26 1 31,-26-27-31,-1 27 0,-25-1 16,-27 1-16,0 25 15,-78 1-15,-1 26 16,-26 0-16,-26 26 31,-78 27-15</inkml:trace>
  <inkml:trace contextRef="#ctx0" brushRef="#br1" timeOffset="98963.81">4801 11676 0,'0'-26'16,"-26"26"-16,26 53 109,26-27-109,1 26 16,-1 1-16,0-1 15,-26 1-15,26-1 16,-26 1-16,0-1 15,0-25-15,0-1 16,27 0-16,-27 0 16,0 0-16,26-26 31</inkml:trace>
  <inkml:trace contextRef="#ctx0" brushRef="#br1" timeOffset="99513.22">5221 11703 0,'0'26'94,"0"26"-78,0-25-16,0 25 15,0-26-15,0 1 16,27-1-16,-1 0 16,0 0-16,26 1 15,1-27-15,-1 0 16,27 0-16,-26 0 15,-1 0-15,1 0 16,-27-27-16,0 1 16,0 0-16,1 0 0,-1-1 15,-26 1 1,0 0-16,0 0 0,0-1 16,0 1-16,0 0 15,-26 0-15,-1 26 16,1-27-16,0 27 15,-27-26-15,27 26 16,-26 0-16,-1 0 16,1 0-16,25 0 15,1 0-15,0 0 16,0 26-16,-1-26 16,27 27-16,-26-1 0,0 0 15,0 0-15,-27 1 16,27-1-16,-26 0 15</inkml:trace>
  <inkml:trace contextRef="#ctx0" brushRef="#br1" timeOffset="101120.58">4277 12359 0,'-27'26'0,"80"-52"32,52-53-17,52 0-15,1-26 16,-1 0-16,27-26 16,-27 26-16,27 0 15,-53 0-15,0 27 16,-26-1-16,-26 0 0,-26 53 15,-27-27 1,0 53-16,-26-26 16,0 52 46,0 1-62,0-1 16,0 0-16</inkml:trace>
  <inkml:trace contextRef="#ctx0" brushRef="#br1" timeOffset="101816.68">6376 11650 0,'-26'-26'16,"26"0"-16,-27-1 16,27-25-16,0 26 15,0 0-15,27-27 16,25 27-16,1 0 16,-1 26-16,1-27 15,-1 27-15,0 0 16,27 0-16,-26 27 15,25-1-15,-51 26 16,-1 1-16,-26-1 16,0 1-16,0-1 0,-26 1 15,-27-1-15,-26 1 16,1-27-16,-1 26 16,27-25-16,-1-27 15,27 26-15,0-26 16,78 0 31,1-26-32,51-1-15,1 1 0,0-26 16,27 25-16,-27-25 16,26 26-16,-26-27 15,-27 27-15,1-27 16,0 27-16,-27 26 15,-25-26-15,-54 26 47</inkml:trace>
  <inkml:trace contextRef="#ctx0" brushRef="#br1" timeOffset="102204.53">4172 11073 0,'-53'26'15,"27"-26"-15,0 0 0,78-26 32,27 0-32,78-27 15,-25-26-15,25 1 16,27 25-16,-1-25 16,1-1-16,0 26 15,-1-25-15,-51 25 16,-27 1-16,-27 25 15,-25 27-15,-53-26 16</inkml:trace>
  <inkml:trace contextRef="#ctx0" brushRef="#br1" timeOffset="102660.85">6192 9840 0,'0'-27'0,"0"1"16,0 0-16,0 0 16,26-1-1,27 1-15,26 0 0,-27 0 16,27 0-16,0 26 16,-53 0-16,26 0 15,-26 0-15,1 26 0,25 0 16,-26 0-16,1 27 15,-1-1 1,-26 1-16,26 25 0,0-25 16,-26-1-16,27 27 15,-27-26-15,26-27 16,-26 0-16,26 0 16,-26 1-1,26-27-15</inkml:trace>
  <inkml:trace contextRef="#ctx0" brushRef="#br1" timeOffset="103006.07">6402 10076 0,'-26'0'15,"78"-26"17,27 26-17,26-27-15,0 27 0,-26-26 16,26-26-16,0 25 16,-27 1-16,1 0 15,-27 26-15,-52-26 16,27 26-16,-27 26 125</inkml:trace>
  <inkml:trace contextRef="#ctx0" brushRef="#br1" timeOffset="106639.55">14877 14694 0,'27'-26'16,"-27"0"-16,0-1 15,0 1 1,26 26-16,-26-26 47,-26 26-16,-1 0-31,1 0 16</inkml:trace>
  <inkml:trace contextRef="#ctx0" brushRef="#br1" timeOffset="108127.52">14982 14668 0,'0'-26'16,"0"-1"-1,0 1 1,-26 0 0,0 26-1,-27-26-15,27 26 16,-26 0-16,26 0 16,-27 0-16,1 0 0,25 0 15,-25 0-15,-1 0 16,27 26-16,0 0 15,0 27-15,26-27 16,0 0-16,0 0 16,0 0-16,0 1 15,52-1-15,27 0 16,0 0 0,-1 1-16,1-1 0,26 0 15,-53 27-15,27-27 0,-26 0 16,-27 27-16,0-27 15,-26 0-15,0 0 16,0 1-16,-26-1 16,-27 26-16,-25-52 15,25 27-15,1-27 16,-27 0-16,27 0 16,25 0-16,-25-27 15,26-25-15,-1-1 16,27 1-16,0-27 15,0 27-15,53-1 16,-1-26 0,27 27-16,0-1 0,-27 1 0,27 26 15,-53 0-15,0 26 16,1 0-16,-27 26 31</inkml:trace>
  <inkml:trace contextRef="#ctx0" brushRef="#br1" timeOffset="108556.87">16242 14694 0,'0'-26'16,"0"52"30,0 26-30,0-25 0,26-1-16,0-26 15,1 0-15,-1 0 16,26 0-16,-25-26 16,25-1-16,-26 1 15,-26 0-15,27-26 16,-27 25-16,0 1 15,0 0 1,-53 26 0,-26 52-16,-26 1 15</inkml:trace>
  <inkml:trace contextRef="#ctx0" brushRef="#br1" timeOffset="108980.74">16478 15166 0,'0'27'46,"0"-1"-30,0 0-16,0 0 16,0 27-16,0-27 15,26-26-15,1 0 16,-1 26-16,26-26 16,-25 0-16,25 0 15,-26-26-15,0 26 0,-26-26 16,27 0-16,-27-1 15,0 1-15,0 0 16,0 0 0,-27 26 31,1 0-47,-26 0 15,26 26-15</inkml:trace>
  <inkml:trace contextRef="#ctx0" brushRef="#br1" timeOffset="109514.83">17738 14878 0,'0'-27'0,"-27"1"15,27 0-15,0-27 16,27 27-16,25 0 16,27 0-16,0 0 15,-27-1-15,27 27 16,-27 0-16,1 0 16,-1 0-16,-26 27 15,1-1-15,25 26 0,-52-26 16,26 53-16,-26-26 15,0-1-15,0 1 16,0-1-16,0 1 16,0-1-16,0-26 15,0 27 1,0-27-16,0 0 0,0 1 16,0-1 15,-26-26-16</inkml:trace>
  <inkml:trace contextRef="#ctx0" brushRef="#br1" timeOffset="109687.11">18000 15166 0,'0'-26'16,"79"0"-1,52 0-15,0-1 16,53-25-16,-27-1 16,1 27-16,-27-26 15,-26 25-15,-79 1 16</inkml:trace>
  <inkml:trace contextRef="#ctx0" brushRef="#br1" timeOffset="116077.52">7006 16032 0,'-79'0'0,"0"0"16,27-26-16,25 26 15,1 0-15,52 0 32,79 0-17,105 26-15,79-26 16,131 26-16,105-26 15,78 27-15,106-1 16,78 0-16,52 0 16,54 1-16,77-1 15,54 0-15,25 0 0,27 1 16,-26-27-16,-27 26 16,-52 0-16,-131-26 15,-79 0-15,-158 0 16,-157 0-16,-131 0 15,-157 0-15,-80 0 16,-52 0-16,-26-26 16,-78 26-1,-27 0-15,-26 0 16,-27 0-16,27-26 0</inkml:trace>
  <inkml:trace contextRef="#ctx0" brushRef="#br1" timeOffset="116926.01">8554 16636 0,'-27'-53'0,"1"27"16,26 0-16,0 0 15,-26 26-15,26-27 0,0 80 63,0 26-63,26-1 15,-26 27-15,0-26 16,26-27-16,-26 1 16,0-1-16,0 1 15,0-27-15,0 0 16,0 1-16,0-1 15,0 0 1</inkml:trace>
  <inkml:trace contextRef="#ctx0" brushRef="#br1" timeOffset="117332.81">8396 16662 0,'-26'-26'16,"52"26"47,27 0-63,25 0 0,27 26 15,-26 26-15,26-25 16,-26 25-16,0-26 15,-27 1-15,1-1 16,-27 0-16,-26 0 16,0 1-16,0-1 15,0 0-15,-26 0 16,-1 27-16,-25-27 16,-27 0-16,27 1 15,-27-1-15,26-26 16,1 26-16,26-26 15,-1 0-15,1 0 16,26 26 15</inkml:trace>
  <inkml:trace contextRef="#ctx0" brushRef="#br1" timeOffset="117756.69">9367 17029 0,'0'-26'16,"26"-26"-16,-26 25 16,0 1-16,0 0 15,0 0 1,0 52 15,0 26-15,0 1-16,0-1 15,0 1-15,27-1 16,-27 1-16,0-27 16,0 0-16,0 0 15</inkml:trace>
  <inkml:trace contextRef="#ctx0" brushRef="#br1" timeOffset="118023.97">9420 16583 0,'26'0'47,"26"0"-32,1 0-15,-1 0 16,1 0-16,-27-26 16,0 26-16,1-26 15,-27 0-15,0-1 32,-27 1-17,1 26-15,-26 0 16,-1 26-16,1 1 15,-1 25-15</inkml:trace>
  <inkml:trace contextRef="#ctx0" brushRef="#br1" timeOffset="118432.28">10128 16951 0,'0'-27'0,"0"1"16,0 0-16,0 0 16,-52-1-16,25 1 15,-25 26-15,-1-26 16,1 26-16,26 0 16,-27 0-16,27 26 15,0-26-15,0 26 16,26 1-16,0-1 15,0 26-15,26-25 16,52-1-16,-25 0 0,26 0 16,-1 1-16,-25-1 15,-1 0-15,1 0 16,-27 1 0,-26-1-1,-26-26 1,-53 26-16,27-26 15,-27 0-15,0 0 16,0 0-16,27 0 16,0 0-16,52-26 15,-27 26-15,27-26 0</inkml:trace>
  <inkml:trace contextRef="#ctx0" brushRef="#br1" timeOffset="118778.81">10600 16688 0,'-26'-52'0,"0"-1"16,26 1-16,-26 26 16,26-1-1,0 54 32,0 51-47,0 1 16,26 0-16,-26-1 15,26 1-15,-26-26 16,0 25-16,0-25 16,0-1-16,0-25 15,0 25-15,0-26 16,26 0-16,-26 1 0,27-27 15</inkml:trace>
  <inkml:trace contextRef="#ctx0" brushRef="#br1" timeOffset="119579.4">11151 17082 0,'0'-26'15,"0"-1"-15,0 1 16,-26 0-16,0 0 15,0 26-15,-1-27 16,1 27-16,-26 0 16,-1 0-16,27 0 15,-26 27-15,25-1 0,27 0 16,0 0 0,0 1-16,0-1 0,0 0 15,27-26-15,25 0 16,-26 0-16,1 0 15,25 0-15,-26-26 16,27 0-16,-1-27 16,-26 27-16,1 0 15,-1-27-15,-26 27 16,0 52 31,0 27-47,0-27 15,26 26-15,-26 1 16,26-27 0,-26 0-16,27-26 0,-27 27 15,26-27-15,0 0 16,0-27 0,1-25-16,-1 26 15,0-27-15,0 1 16,1-1-16,-27 27 15,0 0-15,0-1 16,0 54 15,0-1-31,0 26 16,0-25-16,-27 25 16,27-26-16,0 1 15,0-54 48,0-25-63,0-1 15,0 1-15,0-1 0,0 27 16,27 0 0,25 0-16,1 26 0,25 0 15,-25 26-15,25 0 16,-25 0-16,-1 27 15,1-27-15,-1 27 16,-52-27-16,0 0 16,0 0-16,0 27 15,-52-27-15,-27 0 16,0 1-16</inkml:trace>
  <inkml:trace contextRef="#ctx0" brushRef="#br1" timeOffset="119735.9">10758 16793 0,'-26'-26'15,"52"0"17,26-1-32,1 27 15,-1 0-15,1 0 16</inkml:trace>
  <inkml:trace contextRef="#ctx0" brushRef="#br1" timeOffset="120270.66">12358 16898 0,'0'-26'0,"-26"0"15,26-1-15,-26 27 16,0 27 15,0 25-31,-27 1 16,53-1-16,0 27 15,0-27-15,0 1 16,0-27-16,53 0 16,-1 0-16,27 1 15,-27-27-15,27 0 16,0-27-16,-1 1 16,1-26-16,-26-1 0,-27 1 15,0-1-15,-26 1 16,0-1-16,0 27 15,-26 0-15,0 26 16,-27 0 0,1 0-16,25 26 0,-25 0 15,52 27-15,-26-1 16,26 1-16,0-27 16,0 27-16,26-27 15,0 0-15,27 0 16,-1 0-16,1-26 15,-1 27-15,1-27 0</inkml:trace>
  <inkml:trace contextRef="#ctx0" brushRef="#br1" timeOffset="120490.93">13487 16898 0</inkml:trace>
  <inkml:trace contextRef="#ctx0" brushRef="#br1" timeOffset="120632.29">13461 17423 0,'-27'0'0,"27"26"47,-26-26-31</inkml:trace>
  <inkml:trace contextRef="#ctx0" brushRef="#br1" timeOffset="138070.38">14353 14720 0,'-53'0'15,"27"0"-15,-27 0 16,27 0-16,0 0 0,0 0 0,0 0 31</inkml:trace>
  <inkml:trace contextRef="#ctx0" brushRef="#br1" timeOffset="140380.38">13802 14720 0,'-53'0'15,"27"0"-15,-27 0 16,27 0-16,79 0 62,25 0-62,27 0 16,0 0-16,-26 0 16,26 0-16,-26-26 15,-27 26-15,-26 0 16,1 0-16,-1 0 15,-26 26 95,0 27-110,0-1 15,0 1-15,0 25 16,0-25-16,-26 26 16,26-27-16,-27 1 15,27-1-15,-26 1 16,26-1-16,0-26 0,0 0 16,0 1-16,0-1 15,0 0-15,0-78 78,0-27-62,0 0-16,26 1 16,-26-1-16,27 26 15,-1-25-15,-26 25 0,0 1 16,26-1-16,-26 27 15,0-27-15,0 27 16,0 0-16,0 0 16,0 0-16,-26 26 31,-27 0-31,-25 0 16,-27 0-16,26 0 15,0 26-15,1-26 16,25 0-16,27 26 0,105-26 78,-1 0-62,54 0-16,-28 0 15,1 0-15,-26 0 16,-26 0-16,-27 0 15,-26 52 32,0 27-31,-26-26-16,-1 25 16,1-25-16,0 26 15,-27-1-15,53-25 16,-26-1-16,26-25 15,0-1-15,-26 0 16,26 0 0,0-52 46,0-53-46,0 1-16,26-27 15,0 0-15,-26 26 16,27 26-16,-27 1 16,0 26-16,0-1 15,-53 1 1,1 0-16,-1 26 16,-25 0-16,-27 0 15,26 0-15,-26 0 16,0 0-16,52 0 0,1 26 15,26-26-15,-1 0 16,80 0 31,26 0-47,26 0 16,26 0-1,0-26-15,-26 26 0,0-26 16,0 26-16,-53-26 15,-25 26-15,-27 26 47,0 26-47,0 1 16,0-1-16,0 27 16,-27 0-16,1-1 15,0-25 1,-27 26-16,53-27 0,-26 1 15,0-27-15,26 0 16,0 0-16,0 0 16,0-52 46,0-26-62,0-27 16,26-26-16,0 0 15,-26 0 1,0 26-16,0 1 0,0 25 16,0 27-16,-26 0 15,-53 26 1,27-26-16,-53 26 16,0 0-16,-26 0 15,26 26-15,0 0 0,0-26 16,53 26-16,-1-26 15,27 0-15,52 0 47,53 0-31,26 0-16,26 0 16,-26-26-1,0 26-15,-26-26 0,-27 26 16,1 0-16,-27 0 15,0 0 1,0 26-16,27 26 0,-27 27 16,26 0-16,-52 0 15,0-1 1,0 27-16,0-26 0,0 0 16,0-1-16,-26-25 15,26-1-15,-26 1 16,26-1-16,0-25 15,-26-1-15,26 0 16</inkml:trace>
  <inkml:trace contextRef="#ctx0" brushRef="#br1" timeOffset="141622.44">17738 15219 0,'-27'0'16,"27"26"31,27-26-32,-1 0-15,26 0 16,-25 0-16,25 0 16,1-26-16,25 0 15,1-27-15,0 1 16,-27-1-16,1 1 0,-27-1 15,0 27-15,-26 0 16,0-1 0,-26 27-16,-53-26 15,27 26-15,-27 0 16,0 0-16,1 0 16,-1 0-16,0 0 15,0 0-15,27 26 16,26 1-16,-1-1 15,27 26-15,0-25 0,0-1 16,0 26-16,27-25 16,51-27-16,-25 26 15,26 0-15,-1-26 16,-25 0-16,25 0 16,-51 0-16,25 0 15,-104 0 48,-1 0-63,-25 0 15,-1 0-15,0 26 0,27 27 16,-1-27-16,1 0 16,52 27-16,0-27 15,0 0-15,0 27 16,0-27-16,52 0 15,1 27-15,25-27 16,1 0-16,-26-26 16,51 0-16,-25 0 15,0 0-15,0 0 16,-1 0-16,1-26 16,-26 0-16,-27-1 0,0-25 15,-26-1 1,0 27-16,0-26 0,-52-1 15,25 27-15,-25-26 16,-1 52-16,27-27 16,0 27-16,0 0 15,-1-26-15,1 26 16,0 0-16,0 0 16,-1 0-16,1 0 15,-26 0-15,25 0 16,-25 0-16</inkml:trace>
  <inkml:trace contextRef="#ctx0" brushRef="#br1" timeOffset="142598.12">17633 15061 0,'26'0'47,"26"0"-47,1 0 16,26 0-16,-1 0 15,1 0-15,0 0 16,-1 0-16,-25-26 16,-1 0-16,1 0 15,-27-1-15,27-25 16,-53 26-16,26-1 16,-26-25-16,0 26 0,0-1 15,0 1-15,-26 0 16,-27 26-1,1-26-15,-27 26 0,0 0 16,-26 0-16,27 0 16,-1 0-16,26 0 15,1 26-15,-1 0 16,1 0-16,26 27 16,-1-27-16,27 27 15,0-27-15,0 26 16,0-25-16,27-1 0,-1 26 15,26-25-15,1-27 16,26 26-16,-27 0 16,27-26-16,-27 0 15,1 0-15,-1 0 16,-26 0-16,1 0 16,-27-26 30,0 0-46,-53 26 0,27 0 16,-27-27 0,-25 27-16,25 0 15,-25 0-15,-1 27 0,26-1 16,1 26-16,-1-25 16,1 25-16,26 1 15,26-1-15,0-26 16,0 27-16,0-27 15,0 0-15,52 27 16,1-53-16,-1 26 16,1 0-16,25-26 0,-25 26 15,26-26-15,-1 0 16,1 0-16,0 0 16,-27-26-16,1 0 15,-1-27-15,-26 27 16,1 0-1,-27-27-15,0 1 0,0 26 16,0-27-16,-27 1 16,-25 26-16,-1-1 15,1 1-15,-1 0 16,1 26-16,-1 0 16,-25 0-16,25 0 15</inkml:trace>
  <inkml:trace contextRef="#ctx0" brushRef="#br1" timeOffset="143493.76">17659 15140 0,'-26'0'16,"52"0"31,0 0-47,27 26 15,-1-26-15,27 0 16,0 0-16,-1 0 15,1 0-15,0-26 16,-1 0-16,-25 0 16,-1-27-16,1 1 0,-27-1 15,-26 1-15,0 25 16,0-25-16,0 26 16,-52-1-16,-1 1 15,1 0-15,-1 26 31,-26 0-31,1 0 0,-1 0 0,0 0 16,1 26 0,-1 0-16,26 27 0,-25-27 15,51 27-15,1-1 16,0-26-16,26 27 0,0-27 16,0 27-1,52-27-15,-25 0 0,25 0 16,1 1-16,-1-1 15,1-26-15,25 0 16,-51 0-16,25 0 16,-26 0-16,0 0 15,1 0-15,-27-26 16,26 26-16,-26-27 31,-26 27-31,-1 0 0,-25 0 16,0 0-16,-27 0 15,26 27-15,-25-1 16,25 26-16,27-25 31,0 25-31,26 0 16,0 1-16,0-1 16,26 1-16,26-1 15,1 1-15,26-27 16,-1 0-16,1-26 15,0 0-15,-1 0 16,27 0-16,-26-52 16,0 26-16,0-27 0,-27-26 15,-26 1-15,-26-1 16,0 27-16,-26-27 16,-53 26-16,-26 27 15,-26 26-15,-26 0 16,-1 0-16</inkml:trace>
  <inkml:trace contextRef="#ctx0" brushRef="#br1" timeOffset="145444.57">13723 14799 0,'-26'0'0,"-1"0"15,54 0 32,51-26-31,1-1-16,52 1 15,1 0-15,-1 26 0,0-26 16,0 26-16,-52 0 16,0 0-16,-27 0 15,-26 0-15,1 0 16,-27 26 0,0 26-1,0 27-15,0-26 16,-27 52-16,1-27 15,0 27-15,0 0 16,-1-26-16,1 26 16,26-53-16,-26 27 15,26-53-15,0 1 16,0-1-16,0-79 62,0-52-46,26 0-16,0-26 16,1 26-16,-1-26 15,0 26-15,0 26 16,1 27-16,-27-1 16,0 27-16,0 0 0,-27 26 15,-51-26-15,-1 26 16,-52 0-16,-1 0 15,-51 0-15,25 52 16,1-26-16,26 1 16,52-1-16,0 0 15,53-26-15,78 0 47,53 0-47,0 0 16,53 0-1,-1-26-15,1 0 0,-27-1 16,0 27-16,-52-26 0,0 26 16,-53 0-16,0 26 31,-26 27-31,26 26 16,1-1-16,-27 27 15,0 0-15,0-26 16,0 26-16,0 0 15,0-26-15,0-27 16,0 27-16,0-53 16,0 0-16,0 1 15,0-54 32,0-51-47,0-1 16,0-52-16,0 26 15,0 0-15,0 0 16,-53 52-16,27 1 16,-27-1-1,1 27-15,-1 26 0,-52-26 16,27 26-16,-1 0 0,-26 0 16,26 0-16,27 0 15,-27 0-15,53 0 16,0 0-16,26 26 15,0 0 17,26-26-32</inkml:trace>
  <inkml:trace contextRef="#ctx0" brushRef="#br1" timeOffset="146354.93">14326 16924 0,'-26'0'16,"26"-26"-1,0 0 1,0 0-16,0-27 0,0 27 16,26 0-16,27-1 15,-27 27-15,0-26 16,27 26-16,-27 0 16,0 0-16,27 53 15,-27-1-15,0 27 16,-26-27-16,0 27 15,0-26-15,-26-1 16,-26 1-16,-27-1 16,0-26-16,0 0 0,1 1 15,51-27-15,-25 26 16,104-26 46,27-26-62,26-1 16,0 1-16,-26 26 16,26-26-16,-26 26 15,-27 0-15</inkml:trace>
  <inkml:trace contextRef="#ctx0" brushRef="#br1" timeOffset="146841.54">15691 16793 0,'0'-52'16,"-26"25"-16,-1 1 15,-25 26-15,-1 0 16,1-26-16,0 26 15,25 0-15,-25 0 16,-1 26-16,27 0 0,-26 1 16,52 25-16,0-26 15,0 27-15,0-1 16,52 1-16,27-1 16,0-25-16,-1 25 15,1 1-15,-27-27 16,-25 0-16,-1 26 15,-26-25 1,-26-1-16,-1-26 16,-51 26-16,25-26 15,-25 0-15,25 0 0,1-26 16,25 0 0,1-1-16,26 1 0,0-26 15,0-1-15,53 1 16,-1-1-16,1 1 15,-1 26-15,0-1 16,-25 1-16,-1 26 16</inkml:trace>
  <inkml:trace contextRef="#ctx0" brushRef="#br1" timeOffset="147250.26">16557 16767 0,'-26'-26'16,"26"52"15,0 0-31,0 0 16,26 1-16,0-1 15,27-26-15,-1 0 16,0 0-16,-25 0 15,-1-26-15,26 26 16,-52-27-16,27 1 16,-27 0-16,0 0 15,0-1-15,0 1 0,0 0 16,-27 26 0,1 0-16,-26 0 0,-1 0 15,1 52-15</inkml:trace>
  <inkml:trace contextRef="#ctx0" brushRef="#br1" timeOffset="147707.25">16740 17318 0,'-26'0'0,"26"26"31,0 0-15,-26 27-16,26-27 15,0 27-15,0-27 0,26 0 16,27 0-1,-1 1-15,-26-27 0,27 0 16,-27 0-16,0 0 16,1-27-1,-1 1-15,-26 0 16,0 0 0,-26 26 15,26-27-16</inkml:trace>
  <inkml:trace contextRef="#ctx0" brushRef="#br1" timeOffset="154096.26">18026 17003 0,'-26'0'16,"0"0"-16,0 0 15,26-52-15,0 25 16,0-25-1,52 26-15,0-27 0,1 53 16,-1-26-16,1 26 16,-27 0-16,27 0 15,-27 0 1,26 26-16,-52 27 0,27 25 16,-27-25-16,0-1 15,-53 1-15,1-1 16,-27 1-16,-26-1 0,26-26 15,1 1 1,25-1-16,27-26 0,0 0 16,78 0 31,27 0-47,-1 0 15,27-26-15,0 26 16,0-27-16,0 27 15,-26-26 1,-53 26-16,27 0 0,-53-26 63</inkml:trace>
  <inkml:trace contextRef="#ctx0" brushRef="#br1" timeOffset="154520.56">19181 16846 0,'0'-53'0,"0"27"16,0 0-16,0-1 16,-26 1-16,-27 26 15,27 0-15,-27 0 0,1 0 16,-1 0-16,27 0 15,0 26-15,26 1 16,0 25-16,26 1 16,27-1-16,25 1 15,1-1 1,0 1-16,0-1 0,-27-26 16,0 27-16,-25-27 15,-27 0-15,0 0 16,0 1-16,-27-1 15,-51-26-15,-1 26 0,27-26 16,25 0-16,-25 0 16,26-26-1,26-27-15,0 1 16,26-27-16,26 1 16,1 25-16,26-26 15,-27 27-15,-26 26 16,0-1-16,-78 27 31</inkml:trace>
  <inkml:trace contextRef="#ctx0" brushRef="#br1" timeOffset="178811.41">14930 17764 0,'-26'0'16,"-1"0"-16,27-26 15,53 0 48,-1 26-63,53 0 15,-26-27-15,0 27 16,0 0-16,-1-26 16,-25 26-16</inkml:trace>
  <inkml:trace contextRef="#ctx0" brushRef="#br1" timeOffset="178936.93">14615 18079 0,'-26'0'15,"26"-26"-15,105-1 16,78-51-16,54-1 16,-1 0-16</inkml:trace>
  <inkml:trace contextRef="#ctx0" brushRef="#br1" timeOffset="188965.69">21542 8843 0</inkml:trace>
  <inkml:trace contextRef="#ctx0" brushRef="#br1" timeOffset="190415.21">21726 8948 0,'0'-27'15,"0"1"-15,-26 0 16,26 0-16,-53-1 15,27 1-15,0 0 16,-27 26-16,-25-26 16,-1-1-1,0 27-15,-26 0 0,-26 0 16,-26 53-16,25-1 16,-25 1-16,26-1 15,26 27-15,0-27 16,0 1-16,26-1 0,0 27 15,27 0-15,-27 0 32,27-27-32,-1 27 0,27 0 15,26-1-15,0 1 0,0 0 16,0-1-16,26 1 16,27 26-16,-1-26 15,27-27-15,0 27 16,-1-27-16,27 27 15,27-53-15,-1 27 16,0-27-16,0 0 16,0 1-16,1-1 15,25-26-15,-26 0 0,0 0 16,1 0 0,-1 0-16,0-26 0,-26-1 15,0-25-15,26-1 31,-26-25-31,-26-1 16,26 0-16,-27 1 16,-25-27-16,26 0 15,-27 0-15,-26 0 16,1-26-16,-27 26 16,0 0-16,-27-27 15,-25 27-15,-53 0 16,0 1-16,-26 25 0,-27 0 15,-52 0-15,-26 53 16,0 0-16,-53 26 16,27 0-16</inkml:trace>
  <inkml:trace contextRef="#ctx0" brushRef="#br1" timeOffset="209598.01">5379 1574 0,'-27'0'0,"54"-26"47,-1 26-31,26-26-16,27 26 15,-26-27-15,-1 27 16,1-26-16,-1 26 16,-26 0-1,1 0-15,-1 0 0,0 0 0,-26 26 31,26 27-31,1-1 16,-27 1-16,26 26 16,-26-27-16,0 1 15,0 25-15,26-25 16,-26-27-16,0 26 16,26-25-1,0-27 79,1 0-78</inkml:trace>
  <inkml:trace contextRef="#ctx0" brushRef="#br1" timeOffset="210147.4">7006 1679 0,'0'-52'0,"-27"25"15,27-25-15,-26 26 16,0-27-16,0 27 15,-1 0-15,-25 26 16,26 0-16,-27 0 16,-26 0-16,1 26 15,-1 53-15,0-27 16,1 27-16,51-27 16,1 27-1,26-53-15,0 27 0,0-1 0,53-52 16,25 27-1,-25-27-15,26 0 0,-27 0 16,0-27-16,1 1 16,-1-26-16,-25-1 15,-1 1-15,0-1 16,0 1-16,-26 25 16,0 1-16,0 0 15,0 52 32,0 27-47,0-1 31,27 1-31,-1-1 0,0 1 0,0-27 16,27 0-16,-27 0 16,0-26-16,-26 27 15,27-27-15,-27-27 47</inkml:trace>
  <inkml:trace contextRef="#ctx0" brushRef="#br1" timeOffset="210775.32">7163 1627 0,'0'-27'16,"26"80"30,0-1-30,1-25-16,-1 25 16,0 1-16,-26-27 15,26 0-15,-26-52 47,0-27-47,-26 1 16,0-1-1,26-25-15,0 25 0,0 27 16,26 0-16,0-1 16,1 1-16,25 26 15,-26 0 1,27 0-16,-1 26 0,-25 27 16,25-1-16,-26 1 15,1-1-15,-1 1 16,-26-27-16,0 0 15,0 1-15,0-80 63,0 1-47,0-1-16,0-26 15,0 1-15,26 25 16,27 1-16,-27 25 15,26 1-15,1 26 16,-1 0-16,1 0 16,25 0-16,-25 53 15,-1-1-15,-25 1 16,25-1-16,-26 1 16,-26-27-16,27 26 15,-27-25-15,0-1 0,26 0 16,-26 0-16,26 1 15,0-27 1</inkml:trace>
  <inkml:trace contextRef="#ctx0" brushRef="#br1" timeOffset="211073.76">8869 1653 0,'-27'-26'0,"1"26"16,52 0 15,27 0-15,-1 0-16,27-27 15,26 27-15,26-26 16,-26 26-16,0-26 15,-26 26-15,-27 0 16,1-26-16,-79 26 47</inkml:trace>
  <inkml:trace contextRef="#ctx0" brushRef="#br1" timeOffset="211356.98">9079 1312 0,'-27'0'0,"27"-26"15,0 52 32,27 0-31,25 26-1,0 1-15,1 26 0,-1-27 16,-25 27-16,25 0 16,-52-27-16,26 27 15,-26-27-15,0 1 16,0-27-16,0 26 16,0-25-16,-52-1 15,-1 0-15,1-26 0</inkml:trace>
  <inkml:trace contextRef="#ctx0" brushRef="#br1" timeOffset="-207171.71">14668 14222 0,'0'-27'0,"0"1"16,0 0-16,0 0 15,-27-1-15,27 1 16,-26 0-16,0 26 16,-27-26-16,-25 26 15,25 0-15,-52 0 0,26 26 16,-25 0-16,-1 0 16,26 1-16,0 25 15,-26-26-15,26 27 16,27-27-16,-1 27 15,1-1-15,0 27 16,-1 0-16,27-27 16,0 27-16,-1-1 15,1 1-15,26 0 16,0 0-16,0-27 16,0 27-16,0-27 15,26 1-15,1-1 16,-1 1-16,26-27 0,1 26 15,25 1 1,1-1-16,0 1 0,26-1 16,0 1-16,0-27 15,0 0-15,-27 1 16,1-1-16,0 0 16,0-26-16,-1 0 15,27 0-15,-52 0 16,52-26-16,-53 0 15,27-1-15,0-25 0,-27-1 16,27 27-16,0-26 16,-1-1-16,-25 1 15,-1-1-15,1 1 16,-1-27-16,-26 27 16,1-27-16,-27 26 15,26-25-15,-26-1 16,0 26-16,0-25 15,0-1-15,0 27 16,-26-1-16,-1-26 16,1 27-16,-26-27 15,-1 27-15,1-1 16,26 1-16,-27-1 0,1 1 16,25-1-16,-25 27 15,-1 0-15,-25 0 16,25 26-16,-26-27 15,27 27-15,-27 0 16,27 0-16,-27 0 16,0 0-16,1 0 15,-27 27-15,0 25 16,0 0-16,0 1 16</inkml:trace>
  <inkml:trace contextRef="#ctx0" brushRef="#br1" timeOffset="-202456.06">14484 14930 0,'0'-26'0,"0"0"16,0-1-1,26 27 48,-26 27-63,26 25 15,1 1-15,-1-27 0,-26 0 16,26 0 0,0-26-1,1-26 1,25-53-1,27 1-15,-1-54 16,1 1-16,0 0 16,0 0-16,-27 0 15</inkml:trace>
  <inkml:trace contextRef="#ctx0" brushRef="#br1" timeOffset="-198676.58">3148 13828 0,'-26'-26'16,"26"0"-16,0-1 16,0 1-16,0 0 15,0 52 32,0 27-47,0-1 16,0 27-16,26 26 31,1-27-31,-27 1 0,52-26 0,-52 25 16,26-51-16,-26 25 15,27-26-15,-27 1 16,26-27 46,-26-27-30</inkml:trace>
  <inkml:trace contextRef="#ctx0" brushRef="#br1" timeOffset="-198299.28">3516 13697 0,'-27'-26'0,"27"52"47,0 0-47,-26 27 15,26 25-15,-26-25 16,0 26-16,0-1 15,-1-25-15,27 25 16,0-25-16,0-27 16,0 0-16,0 1 15,27-27-15,25 0 16,27 0-16,26 0 16,0 0-16,26-53 0,-26 27 15,-27 0-15,1-1 16,-26 1-16,-27 26 15</inkml:trace>
  <inkml:trace contextRef="#ctx0" brushRef="#br1" timeOffset="-197999.58">3752 13959 0,'-26'-26'16,"26"0"-16,0 52 63,26 0-48,0 27-15,0 25 16,1 1-16,25-26 15,-26 25-15,1-25 16,-1 26-16,-26-27 16,26 1-16,-26-27 0,26 26 15,-26-25-15,0-1 32</inkml:trace>
  <inkml:trace contextRef="#ctx0" brushRef="#br1" timeOffset="-196081.53">2729 15219 0,'-132'0'0,"27"0"16,27 0-16,25 0 0,27 26 15,78-26 17,53-26-32,79 0 15,78-1-15,1-25 16,52-27-16,0 27 15,-1-27-15,-77 26 16,-54 27-16,-52 0 16,-78 0-16,-27 26 31,-52 0 47,-27 26-62,-25-26-16</inkml:trace>
  <inkml:trace contextRef="#ctx0" brushRef="#br1" timeOffset="-194406.87">15350 15744 0,'-26'0'16,"52"26"47,26 53-63,53-1 15,26 27-15,27-26 16,-1 26-16,27-26 15,26-27-15,26 1 16,-26-53-16,52 0 16,-25 0-16,-28-53 15,-25 1-15,0-27 0,-53 0 16,-26 0-16,-26 27 16,-1-27-16,-51 27 15,25-1-15,-26 27 16,-26 0-16,27 26 15,-27-26 1,-27 78 15,-25-26-31,-27 53 16,0-26-16,1-1 0,-27 27 16,-26-27-1,-1 1-15,1-1 0,-26 1 16,-27-27-16,-26 0 15,26-26-15,-25 0 16,-1-26-16,0-53 16,26 0-16,27 1 15,25-1-15,54 0 16,25 1-16,1 25 16,25 1-16</inkml:trace>
  <inkml:trace contextRef="#ctx0" brushRef="#br1" timeOffset="-133525.47">3594 15350 0,'0'-26'0,"0"0"15,-26-1-15,26 1 16,0 0-16,0-27 15,0 27 1,0 79 31,0-1-47,53 1 16,-27-1-16,0 0 15,27-25-15,-27 25 16,0-26-16,0 27 15,1-1-15,-1-25 16,-26-1-16,26 0 16,-26 0-16,0 1 15,26-27-15,-26 26 16,27-26-16,-27-26 16,0-1-16</inkml:trace>
  <inkml:trace contextRef="#ctx0" brushRef="#br1" timeOffset="-133294.2">4040 15324 0,'0'-26'16,"0"-1"-16,27 1 15,51-26-15,27-1 0,0 1 16,0 25-16,-26 1 15,-26 0-15,-27 26 16,-26 26 0,0 27-1,-53-27-15,1-26 16</inkml:trace>
  <inkml:trace contextRef="#ctx0" brushRef="#br1" timeOffset="-132806.9">4172 15166 0,'-27'0'16,"27"27"31,0-1-47,27 26 16,-1 1-16,26-27 15,-25 26-15,-27-25 16,26-1-1,0 0-15,-26 0 0,26-26 16,-26-26 47,0 0-63,0 0 0,0-1 15,0 1-15,0 0 16,27 0-16,25 0 15,-26-1-15,27 1 16,-1 26-16,1-26 16,-1 26-16,1 0 15,-1 0-15,1 0 16,-27 26 0,0 0-16,0 1 0,-26-1 15,0 0-15,0 26 16,0-25-16,-78-1 0,25 26 15,-26-25-15,1-1 16,-1 0-16,0-26 16,27 0-1,-1 0-15</inkml:trace>
  <inkml:trace contextRef="#ctx0" brushRef="#br1" timeOffset="-125536.77">4172 13723 0,'-27'-26'16,"1"0"-16,0 26 16,26 26 15,26 0-15,0 27-16,1-1 15,-27 1-15,26-1 16,0 1-16,-26-27 31,0 26-31,26-26 0,-26 1 0,0-1 16,0 0-16,0-78 31,0 25-31</inkml:trace>
  <inkml:trace contextRef="#ctx0" brushRef="#br1" timeOffset="-124797.89">4303 13907 0,'26'-53'0,"0"1"16,-26 26-16,27-1 0,-27 1 15,0 0-15,-27 52 32,-25 27-32,-1-1 15,1 1-15,26-1 16,26 1-16,-27-27 16,27 26-16,0-26 15,53-26-15,26 0 16,26 0-16,0 0 15,0-26-15,-1 0 16,-51-26-16,-1 25 16,-25 1-1,-27 0-15,0-27 16,-27 27-16,1 26 16,-26-26-16,25 26 15,1-26-15,0 26 16,26 26 15,0 0-15,0 0-16,0 27 15,26-27-15,0 0 16,-26 1-16,27-27 16,-27 26-16,0-79 31,0 27-16,-27-26-15,27-1 16,0 27-16,0 0 16,0-1-1,53 27 1,-1 53-16,-25-27 16,25 27-16,-26-1 15,1-26-15,-1 1 0,-26-1 16,0-79 31,-26 27-47,-1-26 15,1-1-15,26 27 16,0-27-16,0 27 16,26 0-16,1 26 15,-1-26-15,26 26 16,1 0-16,-1 52 15,1 1-15,-1-27 16,1 26-16,-53 27 16,0-26-16,0 25 0,0-25 15,-53 25-15</inkml:trace>
  <inkml:trace contextRef="#ctx0" brushRef="#br1" timeOffset="-124326.5">5064 14956 0,'-53'-26'16,"53"0"-16,-26 26 15,26-26-15,0 78 32,0 1-17,26-1-15,1 1 16,-1 25-16,0-25 15,0-27-15,-26 27 0,27-27 16,-1-26 0,0 0-16,0-26 15</inkml:trace>
  <inkml:trace contextRef="#ctx0" brushRef="#br1" timeOffset="-124090.62">5326 14983 0,'0'-27'16,"-26"27"15,-26 53-31,25-27 16,-25 27-16,26-27 15,-1 0-15,27 0 16,-26-26-16,26 27 0,26-27 16,27 0-1,-1 0-15,27 0 16,0 0-16,-1 0 15,-25 0-15,-1 0 16,-25 0-16,-27-27 16</inkml:trace>
  <inkml:trace contextRef="#ctx0" brushRef="#br1" timeOffset="-123553.99">5536 15009 0,'-26'-26'16,"0"26"-16,26 26 47,0 26-32,26-25-15,0-1 16,-26 0-16,0 0 16,0-52 30,-26 0-46,0 0 16,26-27-16,0 27 0,0 0 16,0-1-16,0 1 15,26 26-15,0 0 16,0 0-16,1 0 16,-1 0-16,0 26 15,27 1-15,-27-1 16,-26 0-16,26 0 15,-26 1 1,-26-54 15,0 1-15,26-26-16,-27 25 16,27-25-16,0 26 15,0-1-15,0 1 16,27 26-16,25 0 31,-26 26-31,1 1 0,-1 25 16,0-26-16,0 1 0,-26-1 15,0 0 1,0 0-16</inkml:trace>
  <inkml:trace contextRef="#ctx0" brushRef="#br1" timeOffset="-123285.81">5982 14799 0,'-26'0'16,"0"-26"-16,26 52 62,0 0-62,26 27 0,0-1 0,0 1 16,1-1-1,-1 1-15,-26-1 0,26 1 16,-26-1-16,26-26 16,-26 1-16</inkml:trace>
  <inkml:trace contextRef="#ctx0" brushRef="#br1" timeOffset="-123110.2">6061 14878 0,'-26'-53'31,"26"27"-31,0-27 0,0 27 16,0 0-1,26 26-15,0 0 16,-26 26 0,0 27-1,0-1-15,0 1 16,0-1-16,-26-26 15,-27 1-15</inkml:trace>
  <inkml:trace contextRef="#ctx0" brushRef="#br1" timeOffset="-122657.18">6218 14458 0,'-26'0'16,"26"-26"-16,0 52 47,0 26-31,26 1-16,1 26 0,-1-27 15,0 0-15,0-25 16,-26 25-16,27-26 15,-27 1 1,26-27 0,-26-27-1,0 1-15,0-26 16,26-1-16,-26 27 16,26-26-16,1 25 15,-1 27-15,0-26 0,0 26 16,1 0-16,25 26 15,0 1-15,1-1 16,-27 26-16,27-26 16,-27 1-16,-26 25 15,26-26-15,-26 1 16</inkml:trace>
  <inkml:trace contextRef="#ctx0" brushRef="#br1" timeOffset="-121075.95">6560 5799 0,'0'-53'0,"0"27"16,78-26-16,1 25 15,26 1-15,26 26 16,-52 0-16,26 26 16,-27 27-16,-51 26 15,-1 25-15,-26 28 16,0 25-16,-26-26 15,-27 53-15,-25-27 16,-27 53-16,26-26 16,26 26-16,1-26 0,52-1 15,0-25 1,79-27-16,52-26 0,0-26 16,0-1-16,0-25 15,-26-27-15,-26-26 16,0 0-16,-53 0 15,0 0-15,1 0 16,-27-52-16,0 25 16,-79 1-16,0 26 15,-26 0-15,-26 0 16,0 79-16,26 26 16,-26 52-16,52 1 15,26 25-15,27 1 0,0-27 16,26 1-16,0-27 15,-26 0-15,-1-26 16,-51 26-16,-53-26 16,-27 0-16</inkml:trace>
  <inkml:trace contextRef="#ctx0" brushRef="#br1" timeOffset="-117636.97">5589 13907 0,'-27'-26'0,"27"-1"16,53 27 46,26 53-62,26-27 16,0 27-16,-27-27 15,1 26-15,0-26 16,-27 1-16,-26 25 0,1-26 16,-27 1-16</inkml:trace>
  <inkml:trace contextRef="#ctx0" brushRef="#br1" timeOffset="-117417.28">5982 13776 0,'-26'-27'0,"0"1"16,0 0-16,-1 26 31,1 0-15,26 52-1,-26 1-15,0 26 0,26-27 16,-27 1 0,27 25-16,-26-25 0,0-1 15,0 1-15,-1-1 16,1-26-16</inkml:trace>
  <inkml:trace contextRef="#ctx0" brushRef="#br1" timeOffset="-116961.75">6376 13513 0,'0'-26'0,"0"0"15,0 78 32,-26 1-31,26-1-16,0 27 15,0-27-15,0 1 16,52-1-16,1 1 16,-27-27-16,26 0 0,1 1 15,-27-1 1,26-26-16,-25 0 0,-1 0 15,0 0-15,0-26 16,1-27-16,-27 27 16,0 0-16,0-1 15,0 1-15,-27 26 16,-25-26-16,26 26 16,-1 0-16,-25 0 15,26 0-15,0 26 16,26 0-1,0 1-15</inkml:trace>
  <inkml:trace contextRef="#ctx0" brushRef="#br1" timeOffset="-116568.37">7137 13435 0,'0'-27'16,"-26"27"-16,-1 0 63,27 53-63,0-1 0,0 27 15,0-27-15,0 1 16,27-1-16,25-25 15,-26-1 1,27 0-16,-1-26 0,1 0 16,-27 0-16,53 0 15,-27 0-15,-26-52 0,1 25 16,-1-25 0,-26-1-16,0 1 0,0-27 15,0 27-15,-79-1 16,27 27-16,-53 0 15,0 0-15,-26 26 32,-1 26-32</inkml:trace>
  <inkml:trace contextRef="#ctx0" brushRef="#br1" timeOffset="-115939.64">3017 15954 0,'0'-27'16,"79"-25"-1,52-1-15,0-52 16,53 0-16,26 0 16,-26-26-16,25 0 15,-51 26-15,-1 26 16,-52 1-16,-26 25 16,-27 1-16,-25 52 15,-27-27-15</inkml:trace>
  <inkml:trace contextRef="#ctx0" brushRef="#br1" timeOffset="-115373.78">6192 13959 0,'-52'0'16,"130"-26"-1,54-26 1,-1-1-16,0 1 0,0-27 15,0 26-15,1-25 16,-27 25-16,-1 1 16,1-1-16,-26 27 15,0 0-15,-53 26 16,0-26-16,1 26 16,-80 0 15</inkml:trace>
  <inkml:trace contextRef="#ctx0" brushRef="#br1" timeOffset="-114871.04">6192 12490 0,'-26'-26'16,"26"-1"-16,-26 27 15,26 27 32,0 25-47,26 1 16,26-1-16,1-26 15,-27 27-15,53-27 16,-27 0-16,1-26 16,-27 0-16,27 0 15,-27 0-15,0-26 16,0 0-16,0-27 16,-26 27-16,0-26 0,0 25 15,0-25-15,0 26 16,0-1-1,-26 27-15,26 27 47,0 25-47,26 1 16,1 25-16,25-25 16,-26 26-16,1-27 15,-1 27 1,-26-1-16,0 1 0</inkml:trace>
  <inkml:trace contextRef="#ctx0" brushRef="#br1" timeOffset="-113608.65">3542 13566 0,'-105'26'0,"26"0"0,53-26 16,0 0-1,26-79-15,-26 1 16,26-27-16,0 0 15,0-26-15,105 26 16,26-27-16,52 28 16,54-1-16,51 0 15,27 26-15,26 0 16,0 53-16,-26 26 16,-26 0-16,-27 26 0,-78 53 15,-53 26-15,-78 0 16,-53 26-16,-53 0 15,-78-26-15</inkml:trace>
  <inkml:trace contextRef="#ctx0" brushRef="#br1" timeOffset="-105445.81">10784 1233 0,'-52'0'16,"25"0"-16,1 0 15,0 0 1,0 26-16,-1 27 16,1-1-16,26 1 15,0-1-15,0 27 16,0-27-16,0-25 15,53 25-15,25-52 16,1 26-16,26-26 16,-26 0-16,-1 0 15,-25 0-15,-1 27 0,1-27 16,-27 26-16,-26 0 16,0 0-1,-26 1-15,-53-1 16,-26 0-16,0 0 15,0-26-15,0 27 16,53-27-16,-1 0 16,27-53-16</inkml:trace>
  <inkml:trace contextRef="#ctx0" brushRef="#br1" timeOffset="-105272.59">10837 1207 0,'-27'0'0,"54"0"47,51 0-47,53 0 16,-26 0-16,27 0 16,-27 0-16</inkml:trace>
  <inkml:trace contextRef="#ctx0" brushRef="#br1" timeOffset="-104874.33">12044 1076 0,'0'-27'0,"-27"27"0,1 0 15,-26 0-15,25 0 16,-25 0-16,-1 53 15,1-27-15,-1 27 16,27-1-16,0 27 16,26-1-16,0 1 15,0 0-15,0 26 16,52-26-16,27-27 0,-26 1 16,25-27-16,1 0 15,0 0-15,-27-26 16,27-26-16,-26 0 15,-27-27-15,0 27 16,-26-26-16,0-1 16,-26 1-16,-53 25 15,-26 27-15,-26 0 16,0 0-16,26 27 16,26-1-16,0 0 15,27 0-15,-1 27 16</inkml:trace>
  <inkml:trace contextRef="#ctx0" brushRef="#br1" timeOffset="-104235.18">12726 735 0,'0'-79'0,"-131"26"16,-27-25-16,-78 25 15,-26 1-15,-79-1 16,-53 27-16,-105 0 15,-52 26-15,-105 0 16,-52 52-16,-27 27 16,-52 52-16,26 0 15,53 53-15,78 26 16,157 0-16,159 0 16,182 0-16,132-27 0,184 1 15,236-27 1,236-25-16,184-54 0,183-51 15,79-27-15,53-27 16,-27-51-16,-52-54 16,-105-25-16,-211-27 15,-208-26-15,-264-26 16,-235 0-16,-185 0 16,-261 0-16,-237 52 15,-210 27-15,-183 104 16,-105 27-16,-53 52 15</inkml:trace>
  <inkml:trace contextRef="#ctx0" brushRef="#br1" timeOffset="-102287.83">524 10102 0,'-210'53'15,"53"-27"1,78 0-16,53-26 0,131-26 16,131-53-16,79-78 15,131-27 1,53-26-16,25 0 15,1 26-15,-26 1 0,-106 52 16,-78 26-16,-131 52 16,-105 27-16,-106 26 15,-156 79 1,-53 26-16,-79 26 16</inkml:trace>
  <inkml:trace contextRef="#ctx0" brushRef="#br1" timeOffset="-102114.4">341 10260 0,'-184'78'0,"105"-25"0,237-80 16,104-51-1,132-53 1,104-106-16,80 1 16,51-26-16,1-27 0,-26 53 15,-80 0-15,-104 0 16,-79 52-16</inkml:trace>
</inkml:ink>
</file>

<file path=ppt/ink/ink11.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27:10.654"/>
    </inkml:context>
    <inkml:brush xml:id="br0">
      <inkml:brushProperty name="width" value="0.05292" units="cm"/>
      <inkml:brushProperty name="height" value="0.05292" units="cm"/>
      <inkml:brushProperty name="color" value="#C00000"/>
    </inkml:brush>
  </inkml:definitions>
  <inkml:trace contextRef="#ctx0" brushRef="#br0">11834 5379 0,'-27'-26'16,"27"-1"-1,0 1 1,0 52 15,0 27-31,0-1 16,0 27-16,27 26 16,-1-26-16,0 0 15,0-1-15,1 1 16,-1 0-16,-26-27 15,0 1-15,0-1 0,0-26 16,0 1-16,0-1 16,26-26-1,0-53 1,-26 1 0</inkml:trace>
  <inkml:trace contextRef="#ctx0" brushRef="#br0" timeOffset="345.17">11965 5379 0,'-26'-26'0,"-1"26"16,27-27-1,53 27 1,26 0-16,26 0 15,0 0-15,-1 27 16,1-1-16,0 26 16,-26-25-16,0 25 15,-27 1-15,-52-1 0,27 27 16,-27-27 0,0 1-16,-53-1 0,-26 27 15,1-27-15,-54 1 16,1 26-16,-26-27 31,52-26-31,0 1 0,26-1 0,53-26 16,0 0-16,78-26 15</inkml:trace>
  <inkml:trace contextRef="#ctx0" brushRef="#br0" timeOffset="659.49">13670 5851 0,'-26'0'0,"26"26"16,26-26 0,53 0-16,0 0 0,26 0 15,0 0 1,0 0-16,-27 0 0,1 0 16,-53-26-16,27 26 15</inkml:trace>
  <inkml:trace contextRef="#ctx0" brushRef="#br0" timeOffset="833.38">13644 6114 0,'53'0'31,"25"0"-31,27 0 16,0 0-16,0 0 16,-26 0-16,0 0 15,-1-27-15</inkml:trace>
  <inkml:trace contextRef="#ctx0" brushRef="#br0" timeOffset="1400.49">15822 5773 0,'0'-27'0,"0"1"16,-26-26-16,0 52 16,-27-27-16,1 27 15,-27 0-15,26 0 16,-25 0-16,25 0 15,1 27-15,26 25 16,26-26-16,0 27 0,0-27 16,78 0-16,-25 27 15,52-27-15,-27 0 16,1 0-16,0 27 16,-27-27-16,-25 0 15,-1 27-15,-26-27 16,0 27-16,-26-27 15,-27 0-15,-26 0 16,1-26-16,-1 27 16,0-27-16,1 0 0,-27 0 15,26 0-15,26-27 16,-25 1-16,51 0 16,1 0-16,26-27 15,0 27-15</inkml:trace>
  <inkml:trace contextRef="#ctx0" brushRef="#br0" timeOffset="1714.91">17134 5694 0,'-26'-26'16,"0"-1"-16,-1 27 15,27-26-15,-26 26 16,0 0 0,-27 26-16,1 27 15,-1-1-15,1 1 16,-1-1-16,27 27 15,0-27-15,0 27 0,0-26 16,-1-1-16,1 1 16,0-27-16,0 0 15,-27 0-15</inkml:trace>
  <inkml:trace contextRef="#ctx0" brushRef="#br0" timeOffset="1934.36">16426 5694 0,'0'-26'0,"26"26"15,26 52 1,1-26-16,26 53 16,-27-27-16,53 27 15,0-26-15,0 25 16,-26-25-16,26-1 15,-53 1-15</inkml:trace>
  <inkml:trace contextRef="#ctx0" brushRef="#br0" timeOffset="2248.92">18210 5720 0,'0'-52'16,"-26"25"-16,26 1 16,-27 26-16,27 53 47,0-1-32,0 1-15,0-1 16,0 27-16,0-1 15,0-25-15,0-1 0,0 1 16,0-1-16,0-25 16,0-1-16,0 0 15,0 0-15,-26-26 32</inkml:trace>
  <inkml:trace contextRef="#ctx0" brushRef="#br0" timeOffset="2532.64">17711 5615 0,'-52'0'16,"26"0"-16,52 0 31,53 0-16,26 0-15,26 0 16,0 0-16,0 0 16,0 0-16,-52 0 15,0 26-15,-27-26 0,-52 27 47,-26-27-47,-26 0 16</inkml:trace>
  <inkml:trace contextRef="#ctx0" brushRef="#br0" timeOffset="12476.99">8632 8082 0,'-78'-53'0,"25"27"0,1 0 15,-1 26-15,27-27 16,-26 27-16,25 0 15,1 0-15,-26 0 16,25 0-16,-25 27 16,26 25-16,26-26 15,0 27-15,0-1 16,0 1-16,78-1 16,1-25-16,26 25 0,-26 0 15,-1-25-15,1-1 16,-26 26-16,-1-25 15,-52-1-15,0 0 16,0 0-16,-26-26 16,-27 27-16,-25-1 15,-1-26-15,27 0 16,-27 0-16,26-26 16,27-1-16,0-25 15,0-1-15,26 27 16,0-26-16,0-1 15,52 1-15,27-1 16,-27 27-16,27 0 0,-27 0 16,1 26-16,-1 0 15,-25 0-15,-1 0 16</inkml:trace>
  <inkml:trace contextRef="#ctx0" brushRef="#br0" timeOffset="13499.51">9183 8213 0,'0'-26'0,"-26"26"31,-26 0-15,26 52-16,-27-26 15,1 27-15,25-27 16,27 26-16,0 1 16,0-1-16,0-25 15,27-1-15,-1 0 16,26-26-16,1 0 16,25 0-16,-51 0 15,25 0-15,1-26 0,-27 0 16,0-1-16,-26-25 15,0-1-15,0 1 16,0 0-16,0 25 16,0 1-16,0 0 15,0 0-15,26-1 16,1 27 0,25 0-16,1 0 15,-1 0-15,1 0 16,-27 0-16,26 53 0,-25-27 15,-27 0-15,0 27 16,0-27-16,0 26 16,0 1-16,0-27 15,-27 27-15,27-27 16,0 0-16,0 0 16,0 1-1,27-27 1,-1 0-16,26 0 0,-26 0 15,1 0-15,25 0 16,-26-27-16,1-25 0,-1 26 16,0-1-16,-26-25 15,0-1-15,0 27 16,0-26-16,0-1 16,-26 27-16,-27 0 15,27 0-15,0-1 16,0 27-16,-1 0 15,1 0-15,0 0 125,52 0 79,27 0-204</inkml:trace>
  <inkml:trace contextRef="#ctx0" brushRef="#br0" timeOffset="14478.75">10627 8370 0,'-27'0'16,"1"0"-16,0 0 0,52 0 47,79 0-47,0 0 15,26 0-15,27 0 16,-1 0-16,1 0 15,-27 0-15,-26 0 16,-27-26-16,-51 26 16,-1 0-16,0 0 15</inkml:trace>
  <inkml:trace contextRef="#ctx0" brushRef="#br0" timeOffset="14777.86">11335 8082 0,'-26'-27'16,"26"1"0,0 79 30,0-1-46,0 53 16,-26 0-16,-1 0 16,27 0-16,-26 0 15,26 0 1,0-26-16,0-1 0,0-25 16,0-27-16,0 26 15,26-52-15,27 0 0</inkml:trace>
  <inkml:trace contextRef="#ctx0" brushRef="#br0" timeOffset="15754.43">13618 4172 0,'-262'0'0,"-27"-26"0,53 26 16,52 0 0,53 0-16,78 0 0,158 0 15,184 0 1,131 52-16,157-26 16,132 1-16,78-1 31,26 0-31,27 0 0,0 1 0,-79-1 15,-53-26-15,-157 26 16,-105-26 0,-157 0-16,-158 0 0,-105 0 15,-52 0 1,-158 0-16,-78 0 16,-105 0-16,-53 0 15,-26 0-15</inkml:trace>
  <inkml:trace contextRef="#ctx0" brushRef="#br0" timeOffset="16054.79">13461 4277 0,'-394'0'0,"27"-26"0,78 26 16,79 0-16,105 0 15,79 0-15,52 0 16,210 26-16,132 0 15,156 27-15,132-53 16,53 26-16,78 0 16,0-26-16,53 0 15,-79 0-15,-26 0 16,-132 0-16,-104 0 16,-132 0-16,-105 0 0,-130 0 15,-106 0-15,-79 0 16,-130 0-1,-27 0-15,-53 26 16</inkml:trace>
  <inkml:trace contextRef="#ctx0" brushRef="#br0" timeOffset="19604.2">12122 8213 0,'-26'-26'16,"0"26"-1,26-27-15,0 1 0,0 0 16,0 0-16,52-1 16,1 27-16,-1-26 15,27 26-15,0 0 16,-1 0-16,-25 26 16,-1 1-16,1 25 15,-53 27-15,0-27 16,0 1-16,-79 25 15,-26-25-15,0-1 0,0 1 16,27-27-16,51 0 16,27-52 15,27-26-31</inkml:trace>
  <inkml:trace contextRef="#ctx0" brushRef="#br0" timeOffset="19871.14">12988 8003 0,'0'-26'16,"-26"26"-1,0-27-15,-27 27 16,-25 0-16,-1 27 16,0 25-16,27 1 15,-27-1-15,26 27 16,53 0-16,-26-27 15,26 27-15,0-27 16,53 1-16,-1-27 16,27 0-16,0 0 15,-1-26-15,1 0 0,-26 0 16,51 0-16,-51 0 16,-1-26-16</inkml:trace>
  <inkml:trace contextRef="#ctx0" brushRef="#br0" timeOffset="20202.36">13802 8423 0,'-79'-27'16,"26"27"-16,27 0 15,79 0 17,25 0-17,27 0-15,0 27 16,-26-27-16,26 0 16,-26 0-16,-27 0 15,1 0 1,-27 0-16,0 0 0,-105 0 47</inkml:trace>
  <inkml:trace contextRef="#ctx0" brushRef="#br0" timeOffset="20406.59">13723 8606 0,'-26'0'16,"52"27"-1,53-27 1,-1 0-16,1 0 0,26 0 31,0 0-31,-26 0 0,26 0 0,-53 0 16,-26 0-16,1 0 31,-1 0-31,-79 0 16</inkml:trace>
  <inkml:trace contextRef="#ctx0" brushRef="#br0" timeOffset="24523.93">15114 8055 0,'26'-26'0,"26"0"16,-52 0 0,27 26-16,-27-27 0,0 54 46,-27-1-46,-25 53 16,-1-27-16,1 1 16,26-1-16,-27 1 15,27-1-15,0 0 16,-1-25-16,27 25 16,0-26-16,27 1 15,25-27 1,1 0-16,52 0 15,-27 0-15,27 0 16,0 0-16,0-27 16,-52 27-16,-1 0 15,1-26-15,-27 26 16,0 0-16,-78 0 31</inkml:trace>
  <inkml:trace contextRef="#ctx0" brushRef="#br0" timeOffset="24875.18">15350 8265 0,'-26'-26'16,"26"0"-1,0 0 1,0 78 15,0 1-15,0-1-16,0 0 15,0 27-15,0-26 16,26-1 0,0 1-16,-26-27 0,26 0 15,-26 27-15,27-27 16,-27 0-1,26 0-15,-26 1 16,26-27 0,-26 26-1,26-26-15,0 0 16,-26-53-16</inkml:trace>
  <inkml:trace contextRef="#ctx0" brushRef="#br0" timeOffset="25359.43">16189 8082 0,'0'-27'0,"0"1"15,0 0 16,-26 52 1,0 27-32,-26-27 15,52 26-15,-27-25 16,27-1-16,0 0 16,0 27-16,27-27 15,25 0-15,0-26 0,27 26 16,0-26-16,26 0 15,-53 0-15,27 26 16,-26-26-16,-1 0 16,-26 27-16,0-1 15,-26 0-15,0 0 16,0 1 0,-26-1-16,-52 0 0,-1 0 15,0 1 1,0-1-16,27-26 0,26 26 0,-1-26 15,1 0-15,0-26 32,26 0-17,-26-1-15</inkml:trace>
  <inkml:trace contextRef="#ctx0" brushRef="#br0" timeOffset="25625.94">16111 8160 0,'-26'0'0,"-1"0"31,1 0-31,26-26 31,53 26-31,51 0 16,1-26-16,27 0 15,-1 26-15,-26-27 16,0 1-16,-27 0 16,-51 26-16,-1 0 15,-26-26-15,-79 26 32</inkml:trace>
  <inkml:trace contextRef="#ctx0" brushRef="#br0" timeOffset="34279.97">17003 8160 0,'-26'-26'15,"26"0"-15,52 52 78,1 27-78,25-1 16,-25 1-16,26-1 16,-27 0-16,0 1 15,27-1-15,-26-25 16,-27-1-16,0 0 16,0-26-16,1 26 15</inkml:trace>
  <inkml:trace contextRef="#ctx0" brushRef="#br0" timeOffset="34650.65">17501 8003 0,'-26'0'16,"0"0"-16,26-26 15,-26 26 1,-1 52-16,-25 1 16,0-1-1,-1 1-15,1-1 0,-1 27 16,1-27-16,25 27 16,1-27-1,0 1-15,0-1 0,-1 1 16,27-27-1,0 0-15,-26-26 0,26 27 16,0-54 62</inkml:trace>
  <inkml:trace contextRef="#ctx0" brushRef="#br0" timeOffset="39387.93">18420 7740 0,'0'-26'0,"0"0"16,0 0-16,-26 26 31,-1 0 16,1 26-47,0 0 16,0 27-16,26-27 15,0 26-15,0-25 16,0-1-16,26 26 16,26-25-16,1-1 15,-27-26-15,27 26 0,-1 0 16,1 1-16,-1-27 16,-26 26-16,-26 0 15,26-26 1,-26 26-16,-52 1 15,0-1 1,-27-26-16,-26 26 16,26-26-16,27 0 0,25 0 15,1 0 1,26-52 0,26 25-1</inkml:trace>
  <inkml:trace contextRef="#ctx0" brushRef="#br0" timeOffset="40174.25">18420 7714 0,'-26'0'0,"-1"0"16,1 0-1,79 0 439,-1 0-454,53 0 15,0 0-15,0 0 16,-26 0-16,-1 0 15,-25-26-15,-27 26 16,-26 26 93</inkml:trace>
  <inkml:trace contextRef="#ctx0" brushRef="#br0" timeOffset="40567.69">17554 8475 0,'26'0'63,"53"0"-48,26 26-15,52-26 16,1 0-16,-1 0 16,1 0-16,-1 0 15,0 0-15,-52 0 16,0 0-16,-52 0 0,-1 0 16,-104 0 46,-1 0-46</inkml:trace>
  <inkml:trace contextRef="#ctx0" brushRef="#br0" timeOffset="41386.33">18341 8974 0,'-26'-26'0,"26"-1"15,0 1 16,-26 26-15,26 26 15,0 27-15,0-1-16,26 1 16,26 25-16,-25-25 15,-1-1-15,0 1 16,-26-1-16,0 1 0,26-1 15,-26-25-15,0-1 16,0 0-16,0 0 16</inkml:trace>
  <inkml:trace contextRef="#ctx0" brushRef="#br0" timeOffset="41921.19">19260 8974 0,'-53'-26'15,"27"-1"-15,0 27 16,-1-26-16,1 26 15,0 0 1,-27-26-16,27 26 16,-53 0-16,27 26 15,-1 0-15,1 1 0,-1-1 16,53 26-16,0 1 16,0 25-16,79-25 15,0-1-15,0-25 16,-1 25-16,1-26 15,-26 27 1,-1-27-16,-26 0 16,-26 1-1,-52-1 1,-27 0-16,0 0 16,27-26-16,-27 0 15,53 0-15,0 0 16,26-52-16,0-1 15,52-25-15,1-1 16,25 0-16,1 27 16,0-27-16,-27 0 15,1 1-15,-27 51 16,-26-25-16,0 26 16,0-1-1,-26 27-15,0 0 16,-1 0-16,1 0 0</inkml:trace>
  <inkml:trace contextRef="#ctx0" brushRef="#br0" timeOffset="42330.07">20020 8160 0,'0'-26'31,"53"52"0,-1 1-15,27-1-16,0 26 15,0 1-15,26-1 16,-27-26-16,27 27 16,-52-27-16,25 0 15,-25 1-15,-27-27 16,0 26-16,1-26 15,-27-26 1,0-1-16</inkml:trace>
  <inkml:trace contextRef="#ctx0" brushRef="#br0" timeOffset="42562.52">20781 8082 0,'-26'-27'0,"0"1"15,0 26-15,-1 0 16,1 26 31,0 27-47,-27 26 15,-25 26 1,25-27-16,1 1 0,-27 0 16,27-1-16,-27 1 31,53-53-31,-1 27 15,1-27-15,26 0 0,0 1 16,-26-27-16</inkml:trace>
  <inkml:trace contextRef="#ctx0" brushRef="#br0" timeOffset="43771.88">7688 4277 0,'-184'0'16,"0"0"-16,53 0 15,26 0-15,53 0 16,78 0 0,79 0-1,79 0-15,78 26 16,27-26-16,26 0 15,-1 0-15,1 0 0,0 0 16,-52 0-16,-53 0 16,-53 0-16,-78 0 15,-27 0-15,-26 0 16,-52 0 0,-53 0-16,-78 0 15,0 26-15,-27-26 16,-26 0-16</inkml:trace>
  <inkml:trace contextRef="#ctx0" brushRef="#br0" timeOffset="43994.61">7662 4382 0,'-210'0'0,"52"26"15,53-26-15,27 0 16,51 0-16,132 0 31,53 26-31,104-26 16,27 0-16,52 0 15,0 0-15,0 0 0,-26 0 16,-26-26-16,-79 26 16,-79-26-16,-53 26 15,-130 0 1,-79 26 0,-53-26-16</inkml:trace>
  <inkml:trace contextRef="#ctx0" brushRef="#br0" timeOffset="90465.29">21647 7872 0,'0'-53'0,"0"27"16,0 0-1,-26 26-15,0 52 47,26 27-31,0 0-16,0-1 16,0-25-16,0 26 15,0-27-15,0 27 0,0-27 16,26-26-16,-26 27 15,26-53-15,1 26 16,-1-26 0</inkml:trace>
  <inkml:trace contextRef="#ctx0" brushRef="#br0" timeOffset="90893.1">22146 8108 0,'-26'0'16,"-1"-26"15,27-1-15,-26 1-16,0 0 15,26 0-15,0-1 16,0 1-1,52 26-15,-25 0 0,51 0 16,-25 0 0,-27 0-16,0 0 0,1 53 31,-1-1-31,-26 1 0,0-1 0,-53 1 16,1-1-16,-27 1 15,0-27-15,1 26 16,25-52-16,27 26 15,0-26-15,52 0 47,26 0-47,27 0 16,26 0-16,-26-26 16,26 26-16,-26-26 15,-1 0-15</inkml:trace>
  <inkml:trace contextRef="#ctx0" brushRef="#br0" timeOffset="91301.41">22749 7977 0,'-26'-27'15,"0"27"1,0 0 15,26 27-31,-53 25 16,27 1-16,26-27 15,0 26-15,0 1 16,0-27-16,0 27 16,26-27-16,27 0 15,-27 0-15,26 0 0,1-26 16,-1 0-16,1 0 15,-27 0 1,27 0 0,-53-26-16,26 0 15,-26-26-15,0 25 16,0-25-16,0 26 16,-26-27-16,-1 27 15,-25 0-15,-1-1 16,27 1-16,-26 26 15,25 0-15,1 0 0</inkml:trace>
  <inkml:trace contextRef="#ctx0" brushRef="#br0" timeOffset="95572.17">15061 8921 0,'-131'27'0,"52"25"0,1-26 16,25 0-16,27-26 15,105-26 32,25-26-47,54-27 16,26-26-16,26 0 15,-1 0-15,1 0 16,0 0-16,0 27 16,-52-1-16,-27 26 0,-26 1 15,-53 26-15,-26-1 16,1 27-16,-54 0 47,-25 0-47</inkml:trace>
  <inkml:trace contextRef="#ctx0" brushRef="#br0" timeOffset="96060.56">15691 7294 0,'-26'0'0,"-1"0"16,1 0-16,0 0 15,0 0-15,-1 0 16,1 27 0,26-1-16,0 0 15,0 0-15,0 1 0,0-1 16,53 26-16,-1-52 16,27 27-16,-27-1 15,27 0-15,26-26 16,-52 0-16,25 26 15,1-26-15,-53 27 16,0-27-16,-26 26 16,0 0-16,0 0 15,0 0-15,-52 1 16,0-1-16,-1 0 0,1 0 16,-1-26-16,1 0 15,25 0-15,1 0 16,0 0-16,0 0 15,-1-26-15,1 0 16,26-27-16</inkml:trace>
  <inkml:trace contextRef="#ctx0" brushRef="#br0" timeOffset="96343.56">15717 7294 0,'-26'0'0,"0"0"16,78-26 15,1 26-31,25-26 16,27 0-16,0-1 16,-26 1-16,-27 26 15,-25 0-15,-1 0 16,0 0-1,-26 26 1,0 1 15</inkml:trace>
  <inkml:trace contextRef="#ctx0" brushRef="#br0" timeOffset="97019.73">19155 9000 0,'0'-26'15,"-27"26"32,1 26-31,-26 0 0,-1 53-16,1-27 15,-27 27-15,-26 26 16,0-26-16,0 26 15,0-26 1,0-1-16,0 1 0,26-27 0,1-25 16,25 25-16,27-52 15,0 26-15,26-52 32,26 0-17</inkml:trace>
  <inkml:trace contextRef="#ctx0" brushRef="#br0" timeOffset="97635.02">19732 9840 0,'-53'26'0,"1"-26"15,26 0-15,-1 0 16,27-26 0,0-1-1,0-25-15,0 26 0,53-1 16,-27 1-16,0 26 15,27 0-15,-1 0 16,1 0-16,26 0 16,-27 0-16,0 53 15,-25-1-15,-1-26 16,0 27-16,-26-1 16,0 1-16,-52-1 15,-27-25-15,27 25 16,-27-26-16,0 1 15,27-27-15,-1 26 0,27-26 16,0 0-16,-1 0 16,54 0 46,25 0-46,1 0-16,25 0 15,27 0-15,-26 0 16,26 0-16,-26 0 0,-1 0 16,-51 0-16,25 0 15,-26 0-15,1 0 32,-27-26-32,0-1 15</inkml:trace>
  <inkml:trace contextRef="#ctx0" brushRef="#br0" timeOffset="97920.89">20467 9289 0,'-53'52'47,"1"27"-47,-27 26 15,-26 26-15,0 26 16,-26-25-16,0 25 16,-1-26-16,1 0 15,26-26-15,26-26 16,27 0-16,26-53 0,26 0 16,0 1-16,52-54 31,27-51-31</inkml:trace>
  <inkml:trace contextRef="#ctx0" brushRef="#br0" timeOffset="98280.49">23432 7478 0,'-27'0'31,"-51"53"-31,-27 25 15,-27 1-15,-25 26 16,-27 0-16,1 0 0,-1 26 16,0-26-1,53-26-15,0 26 0,26-53 16,26 27-16,53-53 16,0 0-16,0 1 15,26-54 16</inkml:trace>
  <inkml:trace contextRef="#ctx0" brushRef="#br0" timeOffset="98768.43">22015 6848 0,'-53'-26'0,"27"0"16,-27 26-16,1 0 16,26 0-1,0 0-15,-27 26 0,27 27 31,0-1-31,-1 27 0,1 0 0,0-27 16,26 27 0,0-27-16,0 1 0,26-27 15,0 0-15,27 0 16,-1-26-16,1 27 16,-1-27-16,-26 0 15,27-27 1,-27-25-16,0 26 0,-26-27 15,0 27 1,0 0-16,-26-1 0,-26 1 0,-1 26 16,1 0-16,-1 0 15,1 0-15,26 0 32,-1 0-32,1 26 0,0 27 0,26-27 15,0 0-15</inkml:trace>
  <inkml:trace contextRef="#ctx0" brushRef="#br0" timeOffset="99223.84">22225 7032 0,'0'-26'0,"-27"26"31,27 26 32,0 27-63,0-1 0,0 0 16,0 1-16,27-1 0,-1 1 31,26-27-31,-25 0 15,-1 1-15,0-27 16,0 0-16,1 0 16,25 0-1,-26-27-15,0-25 16,1-1-16,-1 1 16,0-1-16,-26 1 15,0-27-15,0 27 16,0 26-16,-52-1 0,-1 1 15,1 26 1,-1-26-16,1 26 0,-1 0 16,1 26-16,-27 0 15,0 27-15</inkml:trace>
  <inkml:trace contextRef="#ctx0" brushRef="#br0" timeOffset="100124.96">8318 10942 0,'0'-79'0,"0"53"0,0-27 16,-53 27-16,1 26 15,-27-26-15,26 26 16,-52 0-16,27 52 15,25 1-15,1-1 16,52 1-16,0 25 16,0-25-16,78 26 15,1-1-15,26-25 16,-26 26-16,-27-27 0,1 1 16,-27-1-16,-26 0 15,0 1-15,-79-27 16,1 0-16,-1-26 15,0 0-15,0 0 16,27-26-16,26-53 16,0 1-16,26-1 0,52-26 15,79 0-15,0 26 16,1 27 0,-27 26-16,0 26 0</inkml:trace>
  <inkml:trace contextRef="#ctx0" brushRef="#br0" timeOffset="100675.13">8685 11125 0,'-26'-26'16,"-1"26"-16,1 0 16,0 0-16,0 0 15,-1 53-15,1-1 16,26 27-16,0-27 15,0 1-15,53-1 16,-1-25-16,27-1 16,-27 0-16,1-26 15,-27 0-15,-26-26 32,0-27-32,0 1 15,-26-1-15,26-25 31,0 25-31,0 27 0,26-27 0,27 27 16,-1 26-16,-26 0 16,27 0-16,-1 0 15,1 26-15,-1 27 16,-26 26-16,1-27 16,-1 27-16,0 0 15,0-27-15,27-26 16,-27 0-16,27 1 15,-27-27-15,26 0 0,1 0 16,-27-27-16,0 1 16,1-26-16,-27 26 15,0-53-15,0 26 16,-27-25-16,-51 25 16,25 27-16,1-27 15,-27 53-15,26 0 16,1 0-16,26 0 15,-1 27-15,27-1 16</inkml:trace>
  <inkml:trace contextRef="#ctx0" brushRef="#br0" timeOffset="100911.36">10286 11545 0,'52'-26'15,"53"26"1,52-26-16,-25 26 16,25-26-16,-26 26 0,-26-27 15,0 27-15,-52 0 16,-27 0-16</inkml:trace>
  <inkml:trace contextRef="#ctx0" brushRef="#br0" timeOffset="101132.19">10784 11178 0,'-26'-26'0,"26"52"31,0 26-31,0 1 16,0 52-16,0-26 16,26-1-16,0 1 15,1 0-15,-1-1 16,0-25-16,0 26 16,1-27-16,-1-26 15</inkml:trace>
  <inkml:trace contextRef="#ctx0" brushRef="#br0" timeOffset="101352.53">11755 11414 0,'0'-26'0,"0"0"15,52-1 1,27 27-16,0 0 15,0 27-15,-1 25 16,-51 1-16,-1 25 0,-26-25 16,-26-1-1,-53 27-15,0 0 0,0-27 16,1-26-16,25 1 16</inkml:trace>
  <inkml:trace contextRef="#ctx0" brushRef="#br0" timeOffset="101572.8">12358 11335 0,'-52'27'16,"26"25"-16,-27 1 15,27-1-15,26 0 16,0 1-16,0-27 15,0 27-15,26-27 16,27 26-16,25-25 16,1-1-16,-26-26 15</inkml:trace>
  <inkml:trace contextRef="#ctx0" brushRef="#br0" timeOffset="101827.78">13565 11729 0,'79'0'32,"-26"0"-32,25 0 15,27 0-15,-26 0 16,0 0-16,-27-26 15,1 26-15,-27 0 0,-52 0 32</inkml:trace>
  <inkml:trace contextRef="#ctx0" brushRef="#br0" timeOffset="101968.76">13697 11939 0,'52'0'15,"27"0"1,26 0 0,0-26-16,0-1 15,-27 1-15,-25 26 0</inkml:trace>
  <inkml:trace contextRef="#ctx0" brushRef="#br0" timeOffset="103247.25">2256 11230 0,'-79'0'0,"27"0"15,26-26-15,26 0 0,0-27 16,26 27-16,53-26 15,-27 52-15,1-27 16,-1 27-16,1 0 16,-1 53-16,1 26 15,-27-1-15,0 1 16,-26 0-16,0 26 16,0-53-16,-52 27 15,-27-27-15,0 1 16,0-27-16,27 0 0,26-26 15,-1 0-15,1-26 16,26 0 0,0-27-16,0 27 15,0 0-15,26 0 16,27 26-16,-1 0 16,1 0-16,26 0 15,-1 0-15,27 0 16,-26 0-16,26 0 15,-26 0-15,-1 0 16,-25-27-16,-1 1 16,1 0-16,-1-26 15,-25-1-15,-1 1 0,-26-1 16,0 1-16,0-1 16,0 1-16,0 25 15,0 1-15,-26 26 16,-1 0-1,27 53 17,0-27-32,0 26 15,53-25-15,-1 25 16,1-26-16,26 27 0,25-27 16,-25-26-16,26 26 15,0-26 1,0 0-16,-52 27 0,-1-27 15,-52 26 1,0 0-16,-52 0 16,-53 27-16,0-27 15,26 0-15,0-26 16,0 0-16,27 0 16,0-52-16</inkml:trace>
  <inkml:trace contextRef="#ctx0" brushRef="#br0" timeOffset="103404.25">3201 11073 0,'0'-26'0,"26"-1"16,53 1 0,26-26-16,0 25 15,-27 1-15,1 26 16</inkml:trace>
  <inkml:trace contextRef="#ctx0" brushRef="#br0" timeOffset="103656.01">2414 12306 0,'0'26'16,"26"1"-16,79-1 0,0-26 16,0 26-16,26 0 15,-26 1-15,0-1 0,0 0 16,-26 0 0,-1 1-16,-25-1 0,-27 0 15</inkml:trace>
  <inkml:trace contextRef="#ctx0" brushRef="#br0" timeOffset="103831.31">3122 12175 0,'-26'0'0,"0"0"16,26 52-1,0 27-15,-27 0 0,27 0 16,0-1-16,-26-25 15,26 26-15,-26-1 16,0-25-16,-1-1 16,27 1-16</inkml:trace>
  <inkml:trace contextRef="#ctx0" brushRef="#br0" timeOffset="104191.23">3857 11991 0,'-26'-26'15,"-1"26"-15,1 0 16,0 26 0,26 27-16,-26 26 15,26-1-15,0 1 16,0 0-16,52-27 15,1 27-15,-1-53 16,1 0-16,-1 1 16,0-27-16,1 0 0,-1 0 15,-25 0-15,-1-27 32,0 1-32,-26 0 0,0 0 0,-52-1 31,-1 27-31,-26 0 0,27 0 15,-27 27-15,27 25 16</inkml:trace>
  <inkml:trace contextRef="#ctx0" brushRef="#br0" timeOffset="104474.94">1994 13566 0,'-79'26'0,"210"-26"31,53-26-31,52-27 16,79-25-16,0-27 15,52 0-15,27 0 16,26 0-16,-53 0 0,0 26 15,-78-26 1,-53 53-16,-78-1 0,-80 27 16,-51 0-16,-54 26 15,-104 0 1</inkml:trace>
  <inkml:trace contextRef="#ctx0" brushRef="#br0" timeOffset="104933.45">5300 13828 0,'-26'-26'16,"26"52"31,0 27-47,26 25 15,26 1-15,1 0 16,-27-1-16,27 1 15,-1 0-15,1-27 16,-1-25-16,-26-1 16</inkml:trace>
  <inkml:trace contextRef="#ctx0" brushRef="#br0" timeOffset="105251.03">5877 13881 0,'0'-53'0,"0"27"16,53 0-16,25-1 16,1 1-16,-26 26 15,-1 26-15,-26 27 16,1-1-16,-27 27 16,0 0-16,-79-1 15,26 1-15,-25-26 16,25-27-16,27 0 15,0 0-15,78-26 32,27 0-32,26 0 15,26-26-15,27-26 16,-27 25-16,26-25 16,-52-1-16</inkml:trace>
  <inkml:trace contextRef="#ctx0" brushRef="#br0" timeOffset="105579.08">7032 13513 0,'-53'0'0,"27"0"15,-26 0 1,25 0-16,1 53 0,26-1 16,0 1-16,0 25 15,0-25-15,53 26 16,-1-27-16,27 1 15,0-27-15,-27 0 16,27 0-16,-27-26 16,1 0-16,-1 0 0,-26-52 15,27-1-15,-27-25 16,0-1-16,-26 0 16,0 27-16,0-27 15,-52 26-15,-27 27 16,27 0-16,-27 26 15,0 0-15,1 26 16,-1 27-16,26 25 16</inkml:trace>
  <inkml:trace contextRef="#ctx0" brushRef="#br0" timeOffset="106256.09">6612 14904 0,'-26'0'0,"26"-26"16,0-1 0,52 1-16,1-26 0,25 25 15,-25 27-15,-1 0 32,-25 0-32,-1 0 15,0 0-15,0 27 16,-26 25-16,0 1 15,0-1-15,-26-26 16,-26 27-16,25-27 16,1 0-16,0 1 15,26-1 1,52-26 0,1 26-16,-1-26 0,27 0 15,-26 26-15,-1-26 16,-26 27-16,0-27 15,-26 26 1,-52 0 0,0 0-1,-27-26-15,26 0 16,-25 0-16,51 0 16,-25 0-16,52-26 15</inkml:trace>
  <inkml:trace contextRef="#ctx0" brushRef="#br0" timeOffset="106570.9">7504 14642 0,'-52'0'0,"25"0"16,27 26-1,-26 0-15,26 26 16,0 27-16,0-26 15,26-1-15,27 1 0,-1-1 16,27-26 0,-26 1-16,25-27 0,-25 0 15,-1 0-15,1 0 16,-1-53-16,-26 1 16,1-1-16,-1 1 15,-26-27-15,-26 26 16,-27 1-16,-52 0 15,0 52-15,0 0 16,0 0-16,0 78 0,0 1 16,27 0-16</inkml:trace>
  <inkml:trace contextRef="#ctx0" brushRef="#br0" timeOffset="106841.26">5405 16242 0,'-53'0'15,"53"26"-15,79-26 16,79-52 0,78-27-16,79-26 0,26 0 15,79-26-15,52 26 16,0 0-16,-26 0 15,-26 0-15,-79 0 16,-78 27-16,-80 25 16,-78 1-16,-78-1 15,-27 1-15,0-1 16</inkml:trace>
  <inkml:trace contextRef="#ctx0" brushRef="#br0" timeOffset="107687.79">15350 11125 0,'0'-26'16,"-26"26"-16,-1 0 15,27 53 17,0-1-32,0 53 0,0-26 15,0 26-15,0-27 16,0 1-16,27-26 16,-27-1-16,26 1 15,0-27-15,0 0 16,1 0-16,-1 1 15,26-27-15,1 0 16,-1-27-16</inkml:trace>
  <inkml:trace contextRef="#ctx0" brushRef="#br0" timeOffset="107892.75">15980 11335 0,'52'0'47,"1"-26"-47,25 26 15,1-26 1,0 0-16,-27 26 0,1-27 0,-27 27 16</inkml:trace>
  <inkml:trace contextRef="#ctx0" brushRef="#br0" timeOffset="108338.35">15927 11283 0,'-26'0'15,"26"26"17,0 0-32,0 27 15,-26-1-15,26 1 16,0-1-1,0 1-15,0-27 16,0 0-16,0 0 16,0 1-16,0-54 62,26 1-62,0-26 16,0 25-16,53 1 0,-26 26 15,-1-26-15,0 26 16,27 0-16,-53 0 16,27 0-16,-1 26 15,-25 27-15,-1-1 16,-26 1-16,0-1 16,-53 1-16,1-27 15,-1 26-15,-25-25 16,-1-1-16,27-26 15,-1 0-15,1 0 16,25 0-16,1-26 16,26-27-16,0 27 15</inkml:trace>
  <inkml:trace contextRef="#ctx0" brushRef="#br0" timeOffset="108980.27">16898 11335 0,'0'-26'0,"-26"26"47,-1 0-31,1 26-16,0 27 15,26-1-15,0-25 16,0 25-16,0 0 16,0-25-16,26-1 15,0 0-15,27 0 16,-1-26-16,1 0 16,-1 0-16,-25 0 15,-1-26-15,0 0 16,-26 0-16,0-1 15,0-25-15,0 0 0,-26-1 16,0 27-16,-1-27 16,27 27-16,0 0 15,0 0 1,53 26-16,-27-27 16,27 27-16,-1 0 15,1 0-15,-27 27 16,26-1-16,-26 26 0,1 1 15,-1-27 1,0 53-16,0-53 0,1 26 16,-1 1-16,0-1 15,0-25-15,27-1 16,-27 0-16,27-26 16,-27 0-16,0 0 15,0 0-15,1-26 16,25 0-16,-26-27 15,1-26-15,-27 27 16,0-27-16,0 1 16,-79-1-16,-26 53 0,-26-1 15,-53 27-15,0 53 16</inkml:trace>
  <inkml:trace contextRef="#ctx0" brushRef="#br0" timeOffset="116432.67">11965 14222 0,'-53'0'0,"27"0"15,0 0-15,26-27 16,0 1-16,0 0 16,26 0-16,0-27 15,27 27-15,-1 26 16,27-26-16,-26 26 15,25 0-15,1 26 16,0 26-16,-27 1 0,1-1 16,-53 1-16,0-1 15,0 1-15,-27-1 16,-51-25 0,-27 25-16,0-26 0,26 1 15,27-1-15,-1 0 16,27-26-16,26-52 31</inkml:trace>
  <inkml:trace contextRef="#ctx0" brushRef="#br0" timeOffset="116794.85">12542 14064 0,'0'-26'16,"0"0"-1,-26 52 17,0 26-17,-53 1-15,26 26 16,27-27-16,0 27 0,26 0 16,0-27-16,0 27 15,79-53-15,-1 27 16,27-27-1,0 0-15,-26-26 0,26 0 16,-26 0-16,-27 0 16,-26 0-16,1-26 15,-54 26 63</inkml:trace>
  <inkml:trace contextRef="#ctx0" brushRef="#br0" timeOffset="117140.19">13933 14484 0,'26'0'31,"27"0"-15,25 0-16,27 0 15,0-26-15,-26 26 16,0 0-16,-27 0 16,-26 0-16,1 0 15,-1 0-15,-52 0 32,-27 26-17</inkml:trace>
  <inkml:trace contextRef="#ctx0" brushRef="#br0" timeOffset="117351.27">13959 14694 0,'0'26'31,"53"-26"-31,25 0 16,27 0-16,0 0 15,26 0-15,1 0 0,-27-26 16,0 0-16,-27 26 15,-25-26 1,-80 26 0,-51 0-1,-1 0 1</inkml:trace>
  <inkml:trace contextRef="#ctx0" brushRef="#br0" timeOffset="120721.94">15402 13749 0,'-26'0'16,"0"0"-16,0 0 0,-1 0 15,1 0-15,105-26 47,0 26-47,25-26 16,1 26 0,-26 0-16,-26-26 15,-1 26-15,-26 0 0,-26-27 47,-26 27 16,0 27-1,0 51-46,-1 1-16,1 26 0,0-26 15,0 26 1,26 0-16,0-27 0,0-25 0,0-1 16,0 1-16,0-27 15,0 0-15,0 1 16,26-54 31,0-25-32</inkml:trace>
  <inkml:trace contextRef="#ctx0" brushRef="#br0" timeOffset="121367.77">16242 13802 0,'0'-26'16,"-26"52"15,-1 0-15,1 27-16,0-1 15,0 27-15,26-27 16,0 27-16,0-27 0,0-25 15,26-1-15,0 26 16,27-52-16,-1 0 16,-26 0-16,27 0 15,-1 0-15,-25 0 16,-27-52-16,26 26 16,-26-27-16,0-26 15,-26 27-15,-27 0 16,27-1-16,0 27 15,-1 0-15,27-1 16,0 1 0,27 26-16,25-26 15,27 26-15,0 0 0,-27 0 16,27 0 0,-53 26-16,26 0 0,-52 53 15,0-26-15,0-1 16,0 27-16,0-27 15,0 27-15,0-27 16,0-25-16,0-1 16,53 0-16,26-26 15,-1 0-15,-25 0 16,-1 0-16,27-26 16,-26 0-16,-1-27 0,1 1 15,-53-1-15,0-26 16,0 27-16,-53-27 15,-26 27-15,-26-1 16,0 27-16,27 0 16,-1 26-16,0-26 15,1 26-15,25 0 16,1 0-16,-1 26 16,1 0-16</inkml:trace>
  <inkml:trace contextRef="#ctx0" brushRef="#br0" timeOffset="121978.69">17738 13513 0,'0'-52'0,"0"-1"15,-79-25-15,-52 25 16,-27-26-16,-52 1 15,-52 25-15,-27 1 16,-26-1-16,-26 27 16,-52 0-16,-27 26 15,-26 0-15,-79 0 16,0 52-16,-78 53 16,52 0-16,0 26 15,52 27-15,79 25 16,53 27-16,104-26 0,132 0 15,53-1-15,78-25 16,131-1-16,131 1 16,106-53-16,130 0 15,79-27-15,79-51 16,79-1-16,26-26 16,0-53-16,26-25 15,-26-27-15,-79-27 16,-52-25-16,-158-27 15,-157-26-15,-184-26 16,-131-26-16,-209-1 16,-185 27-16,-157 26 0,-105 53 15,-131 78 1,-27 53-16</inkml:trace>
  <inkml:trace contextRef="#ctx0" brushRef="#br0" timeOffset="124539.08">839 7058 0,'-78'27'0,"25"-27"15,79 0 1,53-53-16,52-26 15,79-78-15,53-27 16,78-26-16,26 0 16,27 0-16,-53 53 0,-26 0 15,-79 52-15,-53 52 16,-78 1-16,-78 52 16,-159 78-1,-77 27 1,-54 53-16,-52-1 15</inkml:trace>
  <inkml:trace contextRef="#ctx0" brushRef="#br0" timeOffset="124681.01">1285 6848 0,'-183'132'0,"51"-54"15,80-25-15,52-27 16,26-26-16,105-79 16,106-26-16,77-78 15,54-27-15,78-26 16,26-1-16,1 1 15,-80 53-15,-26-27 16,-78 26-16</inkml:trace>
</inkml:ink>
</file>

<file path=ppt/ink/ink12.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12T04:33:40.372"/>
    </inkml:context>
    <inkml:brush xml:id="br0">
      <inkml:brushProperty name="width" value="0.05292" units="cm"/>
      <inkml:brushProperty name="height" value="0.05292" units="cm"/>
      <inkml:brushProperty name="color" value="#C00000"/>
    </inkml:brush>
  </inkml:definitions>
  <inkml:trace contextRef="#ctx0" brushRef="#br0">8685 7085 0,'0'-53'16,"0"27"-16,0 0 15,0-1-15,0 1 16,0 52 46,0 1-62,0 51 16,0 1 0,0 0-16,-26 26 0,26-27 15,-27 27-15,27 0 16,0 0-16,0-26 16,0 0-16,-26-27 15,26 1-15,0-27 0,0 0 16,0 0-1,0 1-15,-26-27 47,0-27-47</inkml:trace>
  <inkml:trace contextRef="#ctx0" brushRef="#br0" timeOffset="1010.92">8737 7504 0,'-26'0'16,"79"27"125,-1-27-141,1 26 15,25-26-15,27 0 16,0 0-16,26 0 15,-26 0-15,0 0 16,0 0 0,0 0-16,0 0 0,0 0 15,0 0-15,26 0 16,1 0 0,-1 0-16,26 0 0,27 0 0,-27 0 31,27 0-31,0 0 0,-1 0 15,-25 0 1,25 0-16,27 0 16,-26 0-16,0 0 15,26 0-15,-27 0 16,-25 0-16,-1 0 16,1 0-16,-1 0 15,0-26-15,1 26 16,-1 0-16,1 0 0,25 0 15,-25-27-15,-1 27 16,1 0-16,25 0 16,-25 0-16,26 0 15,26 0-15,-1 0 16,1 0-16,0 0 16,0 0-16,0 0 15,-26 0-15,26 0 16,-27 0-16,27 0 15,-26 27-15,26-27 0,0 0 16,26 0 0,0 0-16,0 0 0,0 26 15,1-26-15,-1 0 16,26 0-16,-26 0 16,27 0-16,-27 0 15,-26 0-15,0 0 16,-27 26-16,1-26 15,-27 0-15,1 0 16,-53 0-16,0 0 16,-26 0-16,-1 0 15,1 0-15,26 0 16,-26 0-16,-1 0 0,-25 0 16,-1 0-16,-25 0 15,-1 0-15</inkml:trace>
  <inkml:trace contextRef="#ctx0" brushRef="#br0" timeOffset="1356.88">22146 7163 0,'0'-26'16,"0"52"62,0 0-78,0 53 15,0 0-15,0-27 16,0 27-16,0 0 16,26 0-16,0-1 15,-26-25-15,27-1 0,-27 1 16,0-27-1,0 26-15,0-25 0,0-1 16,-79 0 0,0-26-16</inkml:trace>
  <inkml:trace contextRef="#ctx0" brushRef="#br0" timeOffset="2191.37">13985 6481 0,'-26'-26'16,"0"26"0,-27 0-16,1 0 15,-1 0-15,-25 26 16,25 0-16,-26 27 16,27-1-16,0 1 15,25-1-15,1 1 16,26 25-16,0-25 15,26 26-15,1-27 0,51-26 16,-52 1-16,27-1 16,-27 0-16,27-26 15,-1 0-15,1 0 16,-1-26-16,1 26 16,-27-53-16,0 27 15,-26 0 1,0 0-16,0-1 15,-79 27-15,27-26 16,-27 26-16,0 0 16,27 26-16,-1-26 0,1 27 15,26-27 1,0 26-16,26 0 16,0 0-16,0 1 15,52-1 1,0-26-16</inkml:trace>
  <inkml:trace contextRef="#ctx0" brushRef="#br0" timeOffset="2836.18">14746 6875 0,'0'-27'0,"0"1"15,0 0-15,0 0 16,0-27 0,0 27-16,0 0 0,-52-1 15,26 27-15,-53-26 16,26 26-16,1 0 16,-1 0-16,-25 0 15,51 26-15,-25 27 16,52-27-16,-26 0 15,26 27 1,0-27-16,52 0 16,1 1-16,25-27 15,-25 0-15,-1 0 16,27 0-16,-53 0 16,1 0-16,-1-27 15,0 1-15,0 26 16,-26-26-16,0 0 15,27-1 1,-27 54 62,0-1-62,0 0-16,0 27 15,0-1-15,0 1 16,0-1-16,0 27 16,0-53-16,0 26 15,0-25-15,0-1 0,26-26 78,-26-26-78,26-27 16</inkml:trace>
  <inkml:trace contextRef="#ctx0" brushRef="#br0" timeOffset="3402.24">15429 6848 0,'26'0'16,"-26"-26"-16,52 0 16,-52 0-16,26-1 15,-26 1-15,0 0 16,0 0-16,-26-1 16,-26 1-16,-1 26 15,-25 0-15,25 0 16,-26 0-16,27 0 0,-27 0 15,27 26-15,25 27 16,1-27-16,0 0 16,26 27-16,0-27 15,26 0-15,27 1 16,25-1-16,-25 0 16,26-26-16,-27 0 15,-26 0-15,27 0 16,-1-26-16,-25 0 15,-1-1-15,0 1 16,0 0-16,-26 0 0,26-1 16,-26 1-16,-26 26 62,26 26-46,0 1-16,-26 25 15,26 27-15,0-27 16,0 27-16,0-26 16,0 25-16,0-25 15,0-1-15,-26 1 16,0-1-16,-1-26 16</inkml:trace>
  <inkml:trace contextRef="#ctx0" brushRef="#br0" timeOffset="4614.89">7767 6638 0,'0'-26'0,"0"0"15,0 0 1,0-1-16,0 1 15,-27 26 32,27 53-15,-26-27-32,26 26 15,-26 1-15,26-1 0,-26 1 16,26-1-16,-27-25 15,27-1-15,0-79 79,0 1-79,0-27 15,0 27 1,0 25-16,0-25 0,0 26 15,0-1-15,0 1 0,0 0 32,0 0-1,0 52 31,0 26-46,0 27-16,0 26 0,0-26 16,0 0-1,0 26-15,0-27 0,0 1 16,0-27 0,0 1-16,0-27 0,0 0 31,0 1-31,27-1 15,-27-52 17,0-27-32,0 1 15</inkml:trace>
  <inkml:trace contextRef="#ctx0" brushRef="#br0" timeOffset="4821.82">7662 6717 0,'0'-26'16,"26"-27"-16,0 27 15,27 0-15,25 0 16,1 26-16,-27 0 16,27 0-16,-26 0 15,-1 26-15,-26 26 16,-26 1-16,0-1 16,0-25-16,-78 25 0,25-26 15,-52 1-15,0-1 16,27 0-16,-1-26 15,26 26-15</inkml:trace>
  <inkml:trace contextRef="#ctx0" brushRef="#br0" timeOffset="6280.2">22697 6691 0,'0'-26'16,"-26"26"31,26 26-32,-27 0-15,27 27 16,-26-1-16,26 1 15,0-27-15,0 26 16,0 1-16,0-27 16,26 0-16,1 1 0,25-27 15,1 0-15,-1 0 16,1 0-16,-1 0 16,1 0-16,-1-27 15,0-25-15,-25 26 16,25-27-16,-52-26 15,0 27-15,0-1 16,0-25-16,0 25 16,0 27-16,-52-27 15,25 27-15,-25 26 16,0-26-16,-1 26 0,-26 0 16,1 0-16,25 26 15,1 0-15,25 1 16,27-1-16,0 26 15,0 1-15,0-1 16,27-25-16,25 25 16,27 1-16,0-1 15,26 1-15,-27-27 0,1 0 16,0 0 0,-27 1-16,-26-1 0,1-26 15,-27 26-15,0 0 16,0 0-16,0 1 15,0-1 1,0 0 0,0 0-1,-53-26 1</inkml:trace>
  <inkml:trace contextRef="#ctx0" brushRef="#br0" timeOffset="17275.89">8764 8790 0,'-79'-26'0,"0"26"15,53 0-15,0 0 16,52 0 15,79 0-31,52 26 16,80 0-16,51 1 16,1-1-16,52 0 15,-26 0-15,52 1 0,-26-27 16,-26 0-16,-26 0 15,-53 0-15,-52 0 16,-27-27-16,-52 1 16,0 26-16,-53 0 15,-25-26-15,-1 26 16,-26-26 0,0-1-16,0 1 15</inkml:trace>
  <inkml:trace contextRef="#ctx0" brushRef="#br0" timeOffset="17559.31">12254 8659 0,'-27'0'16,"27"26"31,53 0-47,25 27 15,-25-27-15,26 0 16,-27-26-16,1 27 15,-27-27-15,0 0 16,-26 26 31,0 0-47,-79 0 16,-26 27-16,0 25 15,-52-25-15,26-1 16,-27 1-16</inkml:trace>
  <inkml:trace contextRef="#ctx0" brushRef="#br0" timeOffset="18460.62">9735 8082 0,'-27'0'16,"1"0"-16,52 0 31,27 0-15,25 0-16,1 0 15,0 0-15,0 0 16,-27 0-16,-26 0 16,1 0-16,-1 0 0,-52 0 31,-27 0-31,1 0 16,-27 0-16,26 0 15,-25 0-15,25-27 16,27 27-16,0 0 15,0 0 1,26 53 15,0-1-15,0-25-16,0 25 0,0-26 16,0 1-16,0-1 15,0 0-15,0 0 16,0-52 46,0 0-62,0 0 16,0-1-16,0 1 16,26 26-1,26 0 1,1 0-16,-1 0 0,1 0 15,-1 0-15,1 26 16,-27 1-16,0-1 16,0 0-16,-26 0 15,0 0-15,0 1 16,-52-1-16,-1 0 16,-25 0-16,25 1 15,-26-27-15,27 0 16,0 0-16,-1 0 15,27 0-15</inkml:trace>
  <inkml:trace contextRef="#ctx0" brushRef="#br0" timeOffset="18895.87">10469 8029 0,'0'-26'16,"0"78"31,-26 1-47,-27-1 15,27 1-15,0-27 16,-26 27-16,25-27 15,1 0-15,26 0 16,-26-26 0,52 0 15,27 0-15,25 0-16,-25 0 0,25 0 15,1 0-15,26 0 0,-26 0 16,-27 0-16,27 0 15,-53 0 1,27 0-16,-27 0 0,0 0 31</inkml:trace>
  <inkml:trace contextRef="#ctx0" brushRef="#br0" timeOffset="19116.29">10574 8160 0,'0'53'78,"0"-1"-78,0 1 16,0-1-16,26 1 15,-26-1-15,0 1 0,27-27 16,-27 26-16,0-25 16,0-1-16</inkml:trace>
  <inkml:trace contextRef="#ctx0" brushRef="#br0" timeOffset="19415.41">11125 8134 0,'0'-26'15,"0"0"17,0 52-1,0 26-16,0 1-15,0-1 16,0 1-16,0-1 16,0-26-16,0 1 15,0-1-15,0 0 0,0 0 16,26-26-16,-26 27 16</inkml:trace>
  <inkml:trace contextRef="#ctx0" brushRef="#br0" timeOffset="19666.5">11571 8213 0,'0'-26'16,"-26"26"0,0-27-16,0 27 15,-27 0-15,-26 0 16,27 27-16,-27-1 0,27 0 15,25 0-15,27 1 16,0-1 0,79 0-16,0 0 15,26 0-15,-26-26 16,26 27-16,-53-27 16,27 0-16,-53 0 15,26 0-15</inkml:trace>
  <inkml:trace contextRef="#ctx0" brushRef="#br0" timeOffset="20239.25">11755 8265 0,'-26'-26'16,"26"52"46,0 1-46,0-1-16,0 26 15,0-26-15,0 1 0,-27-27 47,27-27-31,-26 1-16,26-26 16,0 26-16,0-1 15,0 1-15,0 0 16,0 0-16,26 26 31,27 26-15,-1 26-16,-25-25 15,-1 25-15,26-26 16,-52 0-16,27 1 0,-1-27 16,-26-27 30,0-25-46,0 0 16,0 25 0,0 1-16,0 0 0,26 0 0,0 26 47,1 26-47,-1 0 15,0 27 1,27-27-16,-27 26 0,0-26 15,0 1-15,1-1 16,-1-26-16,0 26 16</inkml:trace>
  <inkml:trace contextRef="#ctx0" brushRef="#br0" timeOffset="20506.68">12463 8160 0,'0'-26'16,"0"0"15,0 52 32,0 0-63,0 53 0,0-26 15,27 25-15,-27 1 16,0-27-16,26 27 15,-26-26-15,0-1 16,26 1-16,-26-1 16,26-26-16</inkml:trace>
  <inkml:trace contextRef="#ctx0" brushRef="#br0" timeOffset="20696.22">12437 8344 0,'0'-52'0,"0"-1"0,0 27 16,53-27-16,25 27 16,-25 0-16,-1 26 15,1 0-15,-27 0 16,0 0-16,1 26 16,-1 0-16,-26 27 15,0-27-15,-26 27 16,-27-27-16,-26 26 15,1-26-15,-1 1 0,26-27 16</inkml:trace>
  <inkml:trace contextRef="#ctx0" brushRef="#br0" timeOffset="21231.34">12988 7872 0,'-26'-27'0,"26"1"16,0 0-1,0 0 1,0 52 31,0 26-47,26 1 15,-26 26-15,0-27 0,26 27 16,-26-27-16,0 1 16,0-1-16,0-25 15,0-1-15,0 0 16,0-52 15,0 0-15,0-27-16,0 1 15,0-1-15,27 27 16,-1 0-16,0 26 16,27-27-16,-1 27 15,-26 0-15,27 27 16,-1 25-16,1-26 0,-1 27 15,-25-1-15,-27-25 16,0 51-16,-27-25 16,-51-1-16,-27-26 15</inkml:trace>
  <inkml:trace contextRef="#ctx0" brushRef="#br0" timeOffset="22965.9">22146 8633 0,'-26'0'47,"-27"-27"-47,-26 27 16,-26 0-16,-52 0 15,0 0-15,-53 0 16,26 0-16,-26 0 16,26 27-16,-26-27 15,1 26-15,25-26 16,0 26-16,1-26 15,25 26-15,1-26 16,52 0-16,0 0 16,52 0-16,1 27 0,26-27 15,-1 0 1,80 0 46,26 0-46</inkml:trace>
  <inkml:trace contextRef="#ctx0" brushRef="#br0" timeOffset="23281.73">19548 8528 0,'-26'0'62,"0"0"-62,-27 26 16,1 26-16,25-52 16,-25 27-16,52-1 0,-26-26 15,26 26 16,26 0-31,26 1 16,1-1-16,26 26 16,-1-25-16,27-1 15,0 0-15,-26-26 16,0 26-16,-27-26 16</inkml:trace>
  <inkml:trace contextRef="#ctx0" brushRef="#br0" timeOffset="23815.8">20047 7977 0,'26'0'0,"-26"-27"16,26 1-16,-26 0 16,0 0-16,0-1 0,-26 27 15,-27-26-15,1 26 16,-27 0-16,1 0 16,-1 0-16,0 0 15,27 26-15,25 1 16,1-1-16,26 0 31,0 0-31,0 1 0,26-1 0,53-26 16,0 0-1,0 0-15,-1 0 0,1 0 16,-27-26-16,1-1 0,-27 1 16,0 0-16,-26 0 15,0-1 1,0 54 31,0 25-32,0 1-15,0-1 16,0-26-16,0 27 16,0-1-16,0-25 15,27 25-15,-27-26 16</inkml:trace>
  <inkml:trace contextRef="#ctx0" brushRef="#br0" timeOffset="24209.45">20519 7793 0,'0'-26'15,"0"-1"16,0 54 1,-26-1-32,0 26 15,-1 1-15,27-1 16,-26 1-16,26-1 16,0-25-16,0 25 15,26-26-15,27 1 16,-1-1-1,-26 0 1,1-26-16,25 0 16,-26 0-16,1 0 15,-27-52-15,26 25 16,-26 1-16,0 0 16,-26 0-16,-27-1 0,1 27 15,-1 0-15,-25 0 16,51 0-16,-25 0 15,26 27-15,26-1 16,0 0-16,26-26 16</inkml:trace>
  <inkml:trace contextRef="#ctx0" brushRef="#br0" timeOffset="24445.87">20939 7872 0,'0'-27'0,"0"54"63,0 25-63,0 1 15,0-1-15,26 1 16,-26-27-16,0 26 15,0-25-15,0-1 0</inkml:trace>
  <inkml:trace contextRef="#ctx0" brushRef="#br0" timeOffset="25269.6">21254 7924 0,'0'-26'0,"-27"26"15,1 0-15,0-26 16,0 26-16,0 0 16,-27 0-16,1 26 0,25 0 15,-25 0 1,26 1-16,26 25 0,0-26 16,0 1-16,52-1 15,1 0-15,25-26 16,1 26-16,0-26 15,-27 0-15,1 0 16,-1-26-16,-26 0 0,-26 0 16,27-1-1,-27 1-15,0 0 0,0 0 16,0 78 46,0-26-46,0 1-16,0-1 16,0 0-16,0 0 15,-27-26 17,27-26-17,-26 0-15,26 0 16,0-27-16,0 27 15,0-27-15,26 27 16,27 26 0,-27 0-16,0 0 15,27 26-15,-27 27 16,27-27-16,-27 27 16,0-1-16,0-26 15,-26 1-15,0-1 0,27-26 16,-27-26 31,-27-27-47,27 1 15,0-1-15,0 27 16,27-27-16,25 27 16,-26 26-16,0 0 15,1 0-15,-1 0 16,0 0-16,0 26 15,1 1-15,-1 25 16,0 1-16,-26-1 16,0 1-16,0-27 0,0 26 15,0-25-15,0-1 16</inkml:trace>
  <inkml:trace contextRef="#ctx0" brushRef="#br0" timeOffset="25548.27">22408 7977 0,'0'-27'31,"0"54"0,-26-1-31,26 53 16,-26-1-16,0 1 15,26 0-15,-27-1 16,27 1-16,0-26 16,0 25-16,0-25 15,0-27-15,0 0 16,0 1-16,0-1 16</inkml:trace>
  <inkml:trace contextRef="#ctx0" brushRef="#br0" timeOffset="25753.64">22303 8055 0,'27'-26'0,"-1"0"16,26 0-16,27 26 16,-27 0-16,-25 0 15,25 0-15,-26 26 16,-26 26-16,0-25 15,0-1-15,-52 26 0,-1-25 16,-25-1-16,-1 26 16,0-52-16,27 27 15</inkml:trace>
  <inkml:trace contextRef="#ctx0" brushRef="#br0" timeOffset="26171.46">22986 7662 0,'0'-26'16,"0"78"30,0 0-46,0 1 16,0 26-16,-27-27 16,27 27-16,0-27 0,0 1 15,-26-27-15,26 0 16,0-52 31,0-26-32,0-27-15,26 53 16,27-27-16,-1 27 16,1 26-16,-1 0 15,27 0-15,-27 0 0,1 52 16,-1 1-16,-25-1 16,-27 27-16,0 0 15,-27-27-15,-78 1 16</inkml:trace>
  <inkml:trace contextRef="#ctx0" brushRef="#br0" timeOffset="53737.04">20099 10994 0,'0'-79'16,"0"27"-16,0 26 0,0-27 15,0 27 1,0 52 31,0 27-47,0-1 15,0 27 1,0-27-16,0 1 0,0-1 16,0 1-16,0-1 15,0-25-15,26 25 16,1-26-16,-27 1 15,26-1-15,-26 0 16</inkml:trace>
  <inkml:trace contextRef="#ctx0" brushRef="#br0" timeOffset="54193.48">20388 11020 0,'0'-52'0,"0"26"16,26-1-1,-26 1-15,0 52 47,0 27-31,0-1-16,-26 1 0,0-1 0,26 1 16,0-27-16,0 0 15,0 1 1,26-54 46,0 1-62,0 0 0,27 0 0,-27-1 16,26 27 0,1-26-1,-1 26-15,1 0 16,-1 0-16,27 26 15,-26 27-15,-1-1 16,-26 1-16,1-1 16,25 1-16,-52-1 0,0 1 15,0-27 1,0 0-16,-26-26 0,-27 26 16,-25-26-16,25 0 15,-26 0-15,27 0 16,-1-26-16</inkml:trace>
  <inkml:trace contextRef="#ctx0" brushRef="#br0" timeOffset="54429.63">20598 10942 0,'0'-27'16,"52"27"-1,53 0-15,53 0 16,-1 0-16,-26 0 16,0 0-16,-78 0 15,-27 0-15,0 0 16,-52 0 0,0 0-1,-53 0-15,27 27 16</inkml:trace>
  <inkml:trace contextRef="#ctx0" brushRef="#br0" timeOffset="54816.14">21674 11099 0,'-27'0'16,"1"-26"-16,0 26 31,0 0-15,-27 52-16,27-25 15,-27 25 1,27 1-16,0-1 0,26-26 16,0 27-16,0-27 15,26 0-15,0-26 16,27 27-16,26-27 15,-27 0-15,27 0 16,-27-53-16,1 27 16,-27-27-16,0 1 15,-26-1-15,0 1 16,0-1-16,0 1 0,-26 26 16,-26-1-16,25 27 15,-25 0-15,-27 0 16,27 27-16,-1 25 15</inkml:trace>
  <inkml:trace contextRef="#ctx0" brushRef="#br0" timeOffset="55091.78">22067 10994 0,'0'-26'15,"0"0"-15,0-1 16,0 54 15,0 25-15,0 1-16,26 25 16,-26-25-16,27-1 0,-1 1 15,0-1 1,-26-25-16,26 25 0,-26-26 15,0 1-15,27-27 16</inkml:trace>
  <inkml:trace contextRef="#ctx0" brushRef="#br0" timeOffset="55357.91">22644 11099 0,'-26'-26'0,"0"26"15,-27 0-15,1 0 0,0 26 16,-1 0 0,1 1-16,25-1 0,-25 0 15,52 0-15,-26 1 16,26-1-16,0 0 16,0 0-16,0 1 15,52-1-15,-26-26 16,53 26-16,0 0 15,-1-26-15,1 0 16,-26 0-16,25 0 16,-51 0-16,25 0 15</inkml:trace>
  <inkml:trace contextRef="#ctx0" brushRef="#br0" timeOffset="56019.01">22933 11152 0,'0'-27'0,"0"80"47,0-27-31,0 0-16,0 27 16,0-27-16,0 27 15,0-27-15,0 0 16,0 0-1,0-52 17,26-26-32,-26-1 15,53 1 1,-27 25-16,0-25 0,0 26 16,1 26-16,-1-27 15,0 27 1,0 0-1,1 27 1,-1-1-16,0 26 16,-26 1-16,26-27 15,-26 0-15,0 1 0,0-1 16,0-52 46,0-27-46,0 27-16,27-27 0,-1 1 16,0 26-16,0-1 0,27 1 15,-27 26 1,0-26-16,27 26 0,-27 0 16,0 26-16,1 27 15,-1-27 1,0 26-16,-26-25 0,0 25 15,0-26-15,0 1 16,0-1-16,0 0 16,0 0-16,0 1 15</inkml:trace>
  <inkml:trace contextRef="#ctx0" brushRef="#br0" timeOffset="56319.53">23904 11152 0,'0'-27'16,"0"1"15,0 79 0,0-1-15,0 27-16,0 0 0,0-27 15,0 27-15,0-27 16,0 27 0,0-27-16,0 1 0,26-1 15,-26 1-15,26-27 32,-26 0-32,0 1 15</inkml:trace>
  <inkml:trace contextRef="#ctx0" brushRef="#br0" timeOffset="56522.56">24009 11178 0,'0'-26'0,"52"-27"15,1 27-15,-1 26 16,27 0-16,-26 0 15,-1 0-15,0 0 16,-25 52-16,-27-25 16,0 25-16,-27 1 15,-51-1-15,-27 1 0,0-27 16,26 0 0,0 0-16</inkml:trace>
  <inkml:trace contextRef="#ctx0" brushRef="#br0" timeOffset="57135.45">24665 10706 0,'0'-27'16,"0"1"-1,26 26 32,0 26-16,-26 27-31,0-1 16,0 1-16,0 25 0,0-25 16,0 26-16,0-27 15,0-26-15,0 27 16,0-27-16,0 0 16,0-52 46,0-26-46,27-27-16,-1 26 15,0 27-15,0 0 16,1 0-16,-1-1 0,0 27 16,0 0-16,1 0 15,25 0-15,0 53 16,-25-27-16,25 27 15,-26-1-15,-26-26 16,0 27-16,0-1 16,0-25-16,-52 25 15,26-26-15,-53 1 16</inkml:trace>
  <inkml:trace contextRef="#ctx0" brushRef="#br0" timeOffset="73977.13">16321 10811 0,'0'-27'16,"-27"27"15,27 27 0,-26 51-15,26 1-16,-26 0 16,26-27-16,0 27 15,0-53-15,0 27 16,0-27-16,0-52 62,-26-53-62,26 0 16,-27-26-16,27 26 16,0 1-16,0-1 15,0 53-15,0 0 16,0-1-16,0 80 31,0-1-15,0 53-16,0-26 15,0 0-15,0-1 16,0 1-16,0 0 16,27-27-16,-27 1 15,0-27-15,0 27 16,26-27-16,-26 0 15,26 0-15,27-26 16,-1 0-16</inkml:trace>
  <inkml:trace contextRef="#ctx0" brushRef="#br0" timeOffset="74455.57">17843 11230 0,'-53'0'0,"27"0"0,0 0 16,-1 0-16,106 0 46,52 0-30,53 27-16,26-27 16,26 0-16,-26 0 15,0 0-15,-53-27 16,-25 27-16,-54 0 16,-25 0-16,-27 0 15,-79 0 126</inkml:trace>
  <inkml:trace contextRef="#ctx0" brushRef="#br0" timeOffset="75196.71">16032 12883 0,'-52'-26'0,"25"26"15,1 0-15,26-26 16,-26 0-16,26 0 15,0-27-15,0 27 16,0-27-16,0 27 16,26 0-16,27 0 15,25 26-15,27 0 16,-26 0-16,-27 0 16,27 26-16,-53 26 15,1 1-15,-27 26 0,0-27 16,-27 27-16,-25-27 15,-27 1-15,0-1 16,1-26-16,25 1 16,1-1-16,-1 0 15,27-26-15,79 0 47,52 0-31,26 0-16,26-52 15,27 25-15</inkml:trace>
  <inkml:trace contextRef="#ctx0" brushRef="#br0" timeOffset="75560.72">17738 13067 0,'-79'-26'0,"26"26"16,80 0 31,25 0-47,53 0 0,0 0 15,52 0-15,-25-26 16,51 26-16,1 0 15,-27 0-15,-25 0 16,-54 0-16,1 0 16,-53 0-16,-52 0 47,26 26-32</inkml:trace>
  <inkml:trace contextRef="#ctx0" brushRef="#br0" timeOffset="76095.07">20047 12936 0,'0'-26'15,"0"-1"-15,0 1 32,0 0-32,0 78 62,0 1-62,0-1 16,0 1-1,0-1-15,0 1 0,0-1 16,0 1-16,0-27 16,0 0-16,0 1 15,0-1-15,0 0 16,26 0-16,0-26 15,27 27-15,25-27 16,1 0-16</inkml:trace>
  <inkml:trace contextRef="#ctx0" brushRef="#br0" timeOffset="76332.7">20729 12910 0,'-53'-27'0,"27"27"16,52 0 0,27 0-1,26 0-15,-1 0 16,-25 0-16,-1 0 16,-25 0-16</inkml:trace>
  <inkml:trace contextRef="#ctx0" brushRef="#br0" timeOffset="76802.82">20650 12883 0,'-52'0'0,"25"0"0,27 27 15,-26-1 1,26 0-16,0 27 15,0-27-15,0 26 0,0-25 16,0 25 0,0-26-16,0 1 15,0-54 48,26-25-48,1-1-15,-1 27 16,26 0-16,-25 0 0,25 26 16,-26 0-16,1 0 15,25 0-15,-26 0 0,1 0 16,-1 52 0,26-26-16,-52 27 0,27-1 31,-27 1-31,0-27 15,0 27-15,0-27 16,-27 0-16,1 0 16,-53 1-16,27-1 15,-1 0-15,1-26 16,26 0-16,-1 0 16,1-26-16,26-27 15</inkml:trace>
  <inkml:trace contextRef="#ctx0" brushRef="#br0" timeOffset="77353.48">21542 12910 0,'-26'0'0,"0"0"31,26-27-15,-26 27 0,26-26-16,26 26 31,26-26-31,1 26 16,-1 0-16,1 0 15,-1 26-15,-25 0 16,-1 1-16,-26 25 15,0-26-15,0 1 16,-53-1-16,1 0 16,-27 0-16,27 1 0,-27-1 15,0 0-15,27-26 16,-1 0-16,27 0 16,78 0 30,27 0-30,26 0-16,-26 0 16,26 0-16,0 0 15,0 0-15,-27 26 16,1 1-16,-53-1 0,1 0 16,-27 27-16,0-27 15,-79 0-15,-26 0 16,-52 1-16,25-27 15,1 0-15,26 0 16,0 0-16,79 0 16</inkml:trace>
  <inkml:trace contextRef="#ctx0" brushRef="#br0" timeOffset="77699.66">22251 12779 0,'0'-27'0,"0"1"15,26 26 17,0 26-32,-26 27 15,27-1-15,-1 27 16,0-27-16,0 27 16,-26 0-16,27-27 15,-27 1 1,0-27-16,26 0 0,-26 1 15</inkml:trace>
  <inkml:trace contextRef="#ctx0" brushRef="#br0" timeOffset="77950.86">23012 12883 0,'-53'0'0,"1"0"16,-1 0-16,-25 0 15,-1 27-15,0-1 16,27 0-16,25 0 16,1 1-16,26 25 15,-26-26-15,26 1 16,0 25-16,52-26 16,1 1-16,26-1 15,-1 0-15,27-26 0,0 0 16,0 0-1</inkml:trace>
  <inkml:trace contextRef="#ctx0" brushRef="#br0" timeOffset="78516.71">23222 12910 0,'-27'-27'16,"1"27"-16,26 27 31,0 25-16,0 1-15,0-1 16,0 1 0,0-1-16,0-26 0,0 1 0,26-27 15,-26-27 17,27-25-17,-1-1-15,-26 1 16,26 26-16,0-27 15,-26 27-15,27 26 16,-1-26-16,0 26 16,0 0-16,1 0 15,25 26-15,-26 0 0,-26 27 16,27-1-16,-27 1 16,0-1-16,0-26 15,0 1-15,0-1 16,0-79 15,0 1-15,26-1-16,0 1 15,0-1-15,1 27 16,25 0-16,-26 0 16,0 26-16,1 0 15,-1 0-15,0 26 16,0 26-16,1 1 0,-27-1 15,26 1-15,-26-27 16,0 27-16,0-27 16,26 0-16,0-26 15,27 0 1</inkml:trace>
  <inkml:trace contextRef="#ctx0" brushRef="#br0" timeOffset="78737.64">24166 12962 0,'0'-52'15,"0"25"-15,0 54 47,0 25-47,-26 27 16,26-27-16,0 53 16,0-26-16,0-26 15,0 25-15,0-25 16,0-1-16,0 1 15,0-27 1,0 0-16,0-52 31</inkml:trace>
  <inkml:trace contextRef="#ctx0" brushRef="#br0" timeOffset="78926.03">24219 12962 0,'26'-52'16,"0"-1"-16,1 27 15,25 0-15,-26 26 16,27 0-16,-27 0 16,0 0-16,-26 52 15,0 1-15,0-1 16,-26-26 0,-53 27-16,27-1 0,-27-25 0,27-27 15</inkml:trace>
  <inkml:trace contextRef="#ctx0" brushRef="#br0" timeOffset="79351.75">24822 12542 0,'0'-26'0,"-26"26"15,26-26-15,0 52 32,0 27-32,0-1 15,0 27-15,0-27 16,0 27-16,0-27 16,-26 1-16,0-1 15,-1-25-15,1-1 16,26 0-1,-26-26-15,26-26 16,0-27 0,0 1-16,0-1 15,0 27-15,52 0 16,-25 0-16,25 26 16,1 0-16,-1 0 15,27 26-15,-27 0 16,1 27-16,-27-1 15,-26 1-15,0-1 16,0 1-16,-79 25 16,-26-25-16</inkml:trace>
  <inkml:trace contextRef="#ctx0" brushRef="#br0" timeOffset="80454.27">16478 14904 0,'-26'0'16,"0"0"-16,26-26 16,26-1-1,0 1 1,27 26-16,-1 0 15,1 0-15,-1 0 16,0 0-16,-25 0 16,-1 0-16,0 26 15,-26 1-15,0-1 16,0 0-16,0 0 16,-26 1-16,-27-27 15,1 26-15,0 0 0,-1-26 16,1 26-16,25-26 15,1 0 1,52 0 31,27 27-31,26-27-16,-27 0 15,27 26 1,-27 0-16,1-26 0,-27 26 15,-26 1-15,0-1 0,0 0 16,0 0 0,-26-26-16,-27 0 15,-26 0-15,1 0 16,-27 0-16,26 0 16,0 0-16,1 0 15,51-26-15,1 26 16,26-26-16,0 0 15,26-1-15,79-25 16</inkml:trace>
  <inkml:trace contextRef="#ctx0" brushRef="#br0" timeOffset="80789.03">17816 15088 0,'-52'-27'15,"26"27"-15,78 0 32,53 0-32,52 0 15,1 27-15,-1-27 16,27 0-16,0 0 15,-27 0-15,-26 0 16,-26 0-16,-52 0 16,-27 0-16,0 0 15</inkml:trace>
  <inkml:trace contextRef="#ctx0" brushRef="#br0" timeOffset="81130.07">20020 14878 0,'-26'-27'0,"0"27"0,26-26 16,0 79 47,0-1-63,-26 1 0,0 25 15,26 1-15,0-26 16,0-1-16,0 1 15,0-27-15,0 0 16,0 26 0,0-25-16,52-27 15,0 0-15</inkml:trace>
  <inkml:trace contextRef="#ctx0" brushRef="#br0" timeOffset="81365.63">20545 14878 0,'-26'0'0,"0"-27"15,52 27 32,26 0-47,27 0 0,26 0 16,26 0-16,-52 0 15,0 0-15,-53 0 16,0 0-16,-78 0 31</inkml:trace>
  <inkml:trace contextRef="#ctx0" brushRef="#br0" timeOffset="81775.13">20388 14904 0,'-26'0'0,"26"26"16,0 27-1,0-27-15,0 26 16,0-25-16,0-1 16,0 26-16,0-25 15,26-54 48,0 1-48,27 0-15,-27 0 0,26 26 16,1-27-16,-1 27 16,-26 0-16,27 0 15,-27 0-15,27 53 16,-27-27-16,0 27 15,-26-1-15,0-26 16,0 1-16,-52 25 16,-1-26-16,-26-26 15,1 26-15,-27 1 16,52-27-16,1 0 0,26 0 16,26-27-16</inkml:trace>
  <inkml:trace contextRef="#ctx0" brushRef="#br0" timeOffset="82184.46">21542 14851 0,'0'-26'0,"0"0"15,-26 26 16,-26 0-31,-1 0 16,1 26-16,25 27 16,-25-1-16,26 1 15,-1-1-15,27 27 16,0-27-16,0 1 16,0-27-16,27 27 15,25-27-15,1 0 16,-1-26-16,1 0 15,-1 0-15,1 0 16,-1-26-16,1-27 0,-27 27 16,-26-26-16,0 25 15,0 1-15,-26 26 16,-27-26-16,-26 26 16,27 0-16,-27 0 15,27 0-15,-1 26 16,53 0-16</inkml:trace>
  <inkml:trace contextRef="#ctx0" brushRef="#br0" timeOffset="82436.7">22120 14878 0,'0'-27'0,"0"1"15,0 52 17,0 27-32,0-1 15,0 1-15,0-1 16,0 1-16,0-27 0,0 27 16,0-27-16,0 0 15</inkml:trace>
  <inkml:trace contextRef="#ctx0" brushRef="#br0" timeOffset="82657.09">22539 14930 0,'-26'0'0,"0"-26"16,-26 26-16,-1 0 15,1 0-15,-1 0 16,1 26-16,25 0 15,1 1-15,26 25 0,0-26 16,0 1 0,26-1-16,27 0 0,-1 0 15,27-26-15,0 0 16,-1 0-16,1 0 16,0 0-16,-27-26 15</inkml:trace>
  <inkml:trace contextRef="#ctx0" brushRef="#br0" timeOffset="83256.25">22881 14904 0,'0'-26'0,"-27"26"0,27-27 16,-26 27-16,26 53 47,0-1-47,0-25 0,0 25 15,0 1 1,0-27-16,0 0 0,0 0 15,-26-26 32,0-52-47,26 26 0,-27-27 16,27 1-16,0-1 16,27 27-16,-1 0 15,26 26-15,1-27 16,-1 27-16,-25 0 15,25 0-15,-26 27 16,0 25-16,1 1 16,-27-1-16,26 1 15,-26-27 1,0 0-16,0 0 16,0 1-16,0-1 0,0-52 31,0-27 0,0 1-31,0-1 16,26 1-16,0-1 15,27 27-15,-27 0 16,0 26-16,1 0 0,-1 0 16,0 0-1,0 26-15,1 26 16,-1 1-16,-26-1 0,26-25 15,0 25-15,-26-26 16,0 1-16,27-1 16,-27 0-16,26-26 15,0 0-15,0 0 16</inkml:trace>
  <inkml:trace contextRef="#ctx0" brushRef="#br0" timeOffset="83478.91">23825 14904 0,'0'-26'0,"0"78"63,0 1-63,0-1 16,0 1-16,0 25 15,0-25-15,0-1 16,0 27-16,0-27 15,0 1-15,0-1 16,0-25-16,0-1 0,0 0 16</inkml:trace>
  <inkml:trace contextRef="#ctx0" brushRef="#br0" timeOffset="83683.39">23851 14930 0,'27'-52'15,"25"52"-15,-26-27 16,53 27-16,-53 0 16,27 0-16,-27 27 15,0-1-15,-26 26 0,0-25 16,0 25-16,0-26 16,-52 1-16,-27-1 15,27 0-15,-1-26 16</inkml:trace>
  <inkml:trace contextRef="#ctx0" brushRef="#br0" timeOffset="84156.91">24612 14458 0,'0'26'32,"0"0"-17,0 27-15,0-1 16,0 27-16,0-27 16,0 1-16,0 26 15,0-27-15,-26-26 0,0 1 16,26-1-16,-26-26 15,-1 0 17,27-53-17,0 1-15,0-1 16,0 1-16,0 26 16,0-1-16,27 27 0,25 0 15,-26 0 1,27 0-16,-1 0 15,1 27-15,-1 25 0,1 1 16,-1-1-16,-25-26 16,-27 27-16,0-27 15,0 27-15,-53-27 16,-52 26-16</inkml:trace>
  <inkml:trace contextRef="#ctx0" brushRef="#br0" timeOffset="84850.96">17003 16268 0,'-26'0'16,"-1"0"-16,1 0 16,-26 27-1,25 25 1,-25 1-16,-1-1 15,27 1-15,-26-27 0,26 0 16,26 0-16,-27-26 16,80 0 31,25 0-32,27 0-15,27 0 16,-1 0-16,0 0 15,-26 0-15,-26 0 0,-27 0 16,-52-26-16,0 0 16</inkml:trace>
  <inkml:trace contextRef="#ctx0" brushRef="#br0" timeOffset="85055.44">17055 16295 0,'-26'0'15,"26"26"17,0 53-32,0-27 15,0 1-15,0 25 16,26-25-16,-26-1 0,27 1 16,25-1-16,-26-26 15,53 27-15,-26-27 16</inkml:trace>
  <inkml:trace contextRef="#ctx0" brushRef="#br0" timeOffset="85419.75">17948 16636 0,'-27'0'15,"1"0"-15,105 0 32,52 0-17,26 0-15,27 0 16,0-26-16,-1 26 16,-25 0-16,-27-27 15,-26 27-15,-52 0 16,-27-26-16,0 26 0</inkml:trace>
  <inkml:trace contextRef="#ctx0" brushRef="#br0" timeOffset="86858.38">19994 16242 0,'-26'-26'0,"26"0"16,0-1 0,-26 27-16,26 27 62,0 25-62,0 1 0,0-1 16,0 27-1,0-27-15,0 27 0,0-26 16,0-1-16,0-26 16,0 0-16,26-26 62,0 0-62,53 0 16,0-26-16</inkml:trace>
  <inkml:trace contextRef="#ctx0" brushRef="#br0" timeOffset="87141.89">20414 16295 0,'-26'0'0,"0"0"78,52 0 0,0 0-62</inkml:trace>
  <inkml:trace contextRef="#ctx0" brushRef="#br0" timeOffset="88216.72">20335 16295 0,'-26'0'0,"26"-27"16,26 27 15,27 0-31,-1 0 0,27 0 16,0 0-16,-1-26 16,1 26-16,0 0 15,-53 0-15,-78 0 31,-27 0-15</inkml:trace>
  <inkml:trace contextRef="#ctx0" brushRef="#br0" timeOffset="88688.69">20178 16242 0,'0'53'47,"0"-27"-31,0 26-16,0 1 15,0-1-15,0-25 16,0 25-16,0-26 0,0 1 16,0-1-1,0-52 32,0-1-31,0 1-16,26-26 15,0 25-15,27 1 16,-1 26-16,1-26 16,-1 26-16,1 0 0,25 0 15,1 0-15,-26 26 16,25 0-16,-25 1 15,-27 25-15,0-26 16,-26 27-16,0-1 16,-52-26-1,-27 27-15,0-27 0,-26 0 16,27-26-16,25 0 16,27 0-16</inkml:trace>
  <inkml:trace contextRef="#ctx0" brushRef="#br0" timeOffset="89209.19">21752 16452 0,'0'-26'0,"0"0"16,0-1-1,0 1-15,0-26 0,0 25 0,-52 1 16,-27 26-16,0 0 16,1-26-16,-1 26 15,26 0-15,1 26 16,-1 0-16,53 1 16,-26-1-1,26 26-15,0-25 0,26 25 16,27-26-16,-1 1 15,1-27-15,-1 0 16,1 0-16,-27 0 16,27 0-16,-1-27 15,1 1-15,-27 0 16,0 0-16,-26-1 16,0 54 30,0 25-46,0 27 16,-26-27 0,26 1-1,0-1-15,0-26 16,0 27-16,0-27 0,0 0 16,0 1-1,26-27-15,27 26 0,-1-26 16,0 0-16</inkml:trace>
  <inkml:trace contextRef="#ctx0" brushRef="#br0" timeOffset="89429.5">22277 16242 0,'-26'-26'0,"26"0"15,-26 78 16,26 1-15,-27-1 0,27 1-16,0 25 0,0-51 15,0 25-15,0 1 16,0-27-16,0 0 16,0 0-1</inkml:trace>
  <inkml:trace contextRef="#ctx0" brushRef="#br0" timeOffset="89664.96">22539 16347 0,'0'-26'16,"-52"26"0,-27 0-1,27 0-15,-27 52 16,27-25-16,-1-1 15,27-26-15,26 26 16,0 0-16,0 1 16,0-1-16,79 0 15,-1 0-15,1-26 16,0 27-16,-1-27 16,-25 26-16,26-26 0,-27 0 15,1 0 1</inkml:trace>
  <inkml:trace contextRef="#ctx0" brushRef="#br0" timeOffset="90293.73">22933 16400 0,'0'-53'0,"0"27"16,-26 26-16,26-26 16,0 52 30,0 0-46,0 27 0,0-27 16,0 26-16,0-25 16,0-1-16,0 0 15,0-78 48,-26-1-63,26 1 15,0 25-15,0-25 16,26 26-16,26 26 16,1-27-16,-1 27 0,-26 0 15,1 0 1,-1 53-16,0-27 16,-26 27-16,0-1 0,0 1 15,0-27-15,0 0 16,0 0-16,0-52 47,0 0-32,0-27-15,0 1 0,0-1 16,53 1-16,-1 26 16,-26-1-16,1 27 15,25 0-15,-26 0 16,27 0-16,-27 0 15,27 27-15,-27 25 16,0 1-16,-26-1 16,0 1-16,0-27 15,0 26-15,0-25 16,0-1-16,0 0 16</inkml:trace>
  <inkml:trace contextRef="#ctx0" brushRef="#br0" timeOffset="90607.87">23799 16242 0,'-26'-26'16,"26"78"46,0 1-46,0-1-16,0 27 0,26 0 15,-26-27-15,0 27 16,0 0 0,0-27-16,0 1 0,0-1 15,0-26-15,0 1 16,0-1-1,26-26 1,0-26 0</inkml:trace>
  <inkml:trace contextRef="#ctx0" brushRef="#br0" timeOffset="90811.88">23983 16268 0,'0'-52'0,"0"26"0,26-1 15,26 1-15,1 26 16,-27 0-16,27 0 16,-27 26-16,0 1 15,-26 25-15,0 1 16,0-1-16,-26 1 16,-27-1-16,1-26 15,-1 1-15,27-1 16,0 0-16</inkml:trace>
  <inkml:trace contextRef="#ctx0" brushRef="#br0" timeOffset="91309.21">24507 15927 0,'0'-26'0,"0"0"15,0 52 32,0 27-47,0 25 16,0-25 0,0 25-16,0-25 15,0 26-15,0-27 0,0-26 16,0 1-1,0-1-15,0-52 47,0-1-47,0-25 0,0-1 16,27 1-16,25 26 16,-26-1-16,27 1 15,-1 0-15,-25 26 16,-1 0-1,0 0-15,0 0 16,1 26 0,-1 0-16,0 27 0,-26-1 15,26-25-15,-26 25 16,0-26-16,0 1 0,-52-1 16,-27-26-1</inkml:trace>
  <inkml:trace contextRef="#ctx0" brushRef="#br0" timeOffset="103053.06">14064 17187 0,'-315'0'0,"27"26"0,51 0 31,54 0-31,104-26 0,53 0 0,183 27 16,184-1 15,158 26-31,209-25 0,158-27 0,105 0 32,131 0-32,79 0 15,26 0-15,-26 0 16,-79 0-16,-105 26 0,-131-26 15,-210 26-15,-158-26 0,-209 26 16,-158-26 0,-105 0-16,-52 0 15,-157 0-15,-106 0 16,-78 0-16,-27 0 16,-26-26-16</inkml:trace>
  <inkml:trace contextRef="#ctx0" brushRef="#br0" timeOffset="104077.8">15980 17659 0,'-27'0'15,"1"0"-15,-26 26 47,-1 27-31,1 26-16,-1-1 16,1-25-16,-1-1 15,1 1-15,52-27 16,-27-26-16,27 26 15,53-26 1,26 0 0,26 0-16,0 0 15,0 0-15,0 0 0,-27 0 16,27-26 0,-52 26-16,-1 0 0,-26 0 15</inkml:trace>
  <inkml:trace contextRef="#ctx0" brushRef="#br0" timeOffset="104329.3">16163 17764 0,'-26'0'15,"0"-26"-15,0 78 31,26 1-15,0 25-16,0-25 16,0 26-16,0-1 15,0 1-15,0-26 16,0 25-16,0-25 16,0-27-16,0 27 15,0-27-15,0 0 16,0-52-1,0-27-15</inkml:trace>
  <inkml:trace contextRef="#ctx0" brushRef="#br0" timeOffset="104768.96">16294 17397 0,'0'-27'0,"0"-25"15,0 26-15,-26-1 16,-26 1-16,-27 0 16,-26 26-16,0 0 15,-52 0-15,25 52 16,1 1-16,-26 26 0,-1 26 16,53 0-16,27 26 15,25 0-15,27 0 31,26 0-31,26 1 0,79-1 0,26-26 16,53-27-16,0-25 16,26-1-16,26-25 15,0-27-15,0-27 16,26-51-16,-52-1 16,0-26-16,-52-26 15,-53 0-15,-53-53 16,-52 0-16,-52 27 0,-79-1 15,-53 27-15,-26 26 16,-26 53-16,52 26 16,0-1-16,53 27 15,26 53-15,27 25 16,78-25-16</inkml:trace>
  <inkml:trace contextRef="#ctx0" brushRef="#br0" timeOffset="105131.3">17974 18000 0,'-105'0'16,"52"26"-16,1-26 15,26 0-15,52 27 16,105-27 0,53 0-16,78 0 15,27 0-15,-1-27 16,-25 1-16,-27 0 16,-26 0-1,-53-1-15,-78 27 16,-79-26-16</inkml:trace>
  <inkml:trace contextRef="#ctx0" brushRef="#br0" timeOffset="105980.36">19548 17344 0,'-157'26'16,"78"-26"-16,27 27 0,78-27 15,157 0 1,159 0-16,77 0 15,106 0-15,0-27 16,0-25-16,-27 26 16,-52-1-16,-52 1 15,-105 0-15,-106 26 16,-52-26-16,-78 26 16,-106-26-1,-51 26 1,-80 0-16,-52 0 0,-53 0 15,-26 0-15,-52 0 16,-27 0-16,-26 26 16,-26 0-16,26 0 15,1 0-15,78 1 16,52-1-16,131 0 16,132 0-16,105 1 15,183-27-15,184 0 16,105 0-16,105-27 15,0-25-15,0-1 16,-78 1-16,-106 0 16,-105-1-16</inkml:trace>
  <inkml:trace contextRef="#ctx0" brushRef="#br0" timeOffset="121449.08">3909 11729 0,'0'-26'16,"-26"26"15,0 0-31,-27 26 16,1 0-1,-27 27-15,27-1 0,-1 27 16,27-27-16,0 27 16,26 0-16,0-27 15,26 1-15,53-1 16,-1 1-16,1-27 16,0-26-16,26 0 0,-27 0 15,-25 0-15,-1-26 16,-52-1-16,27-25 15,-27 26-15,0-27 16,-27 27-16,-25-26 16,-1 52-16,1-27 15,0 27-15,-1 0 16,1 0-16,-1 53 16,27-27-16,0 26 15,26-25-15,0 25 0,0-26 16,52 1-16,1-27 15</inkml:trace>
  <inkml:trace contextRef="#ctx0" brushRef="#br0" timeOffset="125051.3">4565 11676 0,'0'-26'0,"-26"26"0,0 0 16,0 0-1,-1 0-15,-25 53 16,-1-1 0,1 27-16,26 0 0,26-1 15,0-25-15,0-1 16,52 1-16,27-27 16,26-26-16,-26 0 0,-1 0 15,-25 0 1,-1-26-16,-26-27 15,-26 1-15,0-1 0,-26 1 16,-26-1-16,-1 1 16,-25-1-1,25 27-15,27 0 0,26 0 16,0-1-16,26 1 16,27 26-1,25 0-15,-25 0 16,25 0-16,-25 26 15,26 1-15,-27 25 16,1 1-16,-27 25 0,0-25 16,0-1-16,1 1 15,-1-1-15,26-25 16,-25-27 0,51 26-16,-25-26 0,-1 0 15,1-53-15,-1 1 16,1-27-1,-27 0-15,0-26 0,-26 27 0,0-1 16,-52 0 0,-1 27-16,-52 26 15,26-1-15,-25 27 0,-1 0 16,26 0-16,26 53 16,-25-27-16,25 53 15</inkml:trace>
  <inkml:trace contextRef="#ctx0" brushRef="#br0" timeOffset="126658.8">10758 10548 0,'-26'-26'0,"-1"0"0,27 78 62,0 1-62,0-1 16,27 27 0,-1 0-16,26-27 0,1 0 15,26 1-15,-1-27 16,-25-26-16,-1 0 16</inkml:trace>
  <inkml:trace contextRef="#ctx0" brushRef="#br0" timeOffset="126927.6">11256 10574 0,'0'-26'16,"0"0"-16,27 0 16,-1 26-16,0-27 15,0 27-15,27 27 16,-27-1-16,0 26 16,1-25-16,-27 25 15,0 1 1,0-1-1,0-26-15,-27 1 0,1-1 16,105-26 15,26-26-15,26-27-16,0 27 16,-26 0-16,0-1 15,-52 27-15</inkml:trace>
  <inkml:trace contextRef="#ctx0" brushRef="#br0" timeOffset="127621.19">11912 11125 0,'-26'0'15,"-26"0"-15,-1 53 0,1-1 16,-1 1-16,27-1 16,26 1-16,0-1 15,0 1-15,52-27 16,27 0-16,-26-26 16,25 0-16,1 0 15,-26 0-15,-1 0 16,-52-26-1,0 0-15,0 0 16,-26 26-16,-53 0 16,27 0-16,-27 0 0,26 26 15,-25 26-15</inkml:trace>
  <inkml:trace contextRef="#ctx0" brushRef="#br0" timeOffset="127841.45">10863 12175 0,'0'26'0,"79"-26"15,78 0-15,27 0 16,26-52-16,26-1 16,26-25-16,1 25 0,-27-26 15,-26 27 1,-27-1-16,-78 27 0,-26 0 15,-79 0-15</inkml:trace>
  <inkml:trace contextRef="#ctx0" brushRef="#br0" timeOffset="129422.5">5038 12883 0,'-27'-26'16,"27"0"-1,-26 0 1,0 0-16,0 26 63,26 26-32,0 26-31,26-26 15,0 27-15,0-1 16,1 1-16,-1-1 16,-26-25-16,26-1 15,0 0-15,-26 0 0,27 1 32,-1-27-32</inkml:trace>
  <inkml:trace contextRef="#ctx0" brushRef="#br0" timeOffset="129863.05">5484 12779 0,'0'-53'0,"0"27"0,0 0 16,0-1-1,-27 27 1,1 0-16,0 0 16,0 0-16,-1 27 15,1-1-15,0 0 16,26 0-16,0 1 16,0 25-16,52-26 15,27 27-15,0-27 16,0 0-16,-1-26 15,-25 26 1,-1 1-16,-52-1 16,0 0-16,-52-26 15,-1 26-15,1-26 16,26 0-16,-1-26 16,1 0-1,0-27-15,26 1 16,0 26-16,0-27 0,0 1 15,52-1-15,-25 27 16,-1 0-16,26 0 0</inkml:trace>
  <inkml:trace contextRef="#ctx0" brushRef="#br0" timeOffset="130194.95">3831 14038 0,'-158'52'15,"106"-25"-15,-1-1 16,53 0-16,79-26 15,105-26-15,52-27 16,79-51-16,52-28 16,27 1-16,-1 0 15,1 0-15,-27 0 16,-52 52-16,-53 0 16,-104 27-16,-79 25 0,-53 27 15,-52 0 1,-53 27-16,-52-1 15</inkml:trace>
  <inkml:trace contextRef="#ctx0" brushRef="#br0" timeOffset="133459.03">21490 17921 0,'0'-26'0,"-26"0"0,-1 0 16,-25 0-16,-27-1 15,-26 27-15,0 0 16,0 0-16,-26 27 15,26 25 1,26 0-16,1 27 0,51-26 16,1-1-16,26 27 15,26-27-15,53 1 16,26-27-16,0 0 0,26 1 16,1-27-1,-28 0-15,1 0 16,-26 0-16,-26-27 0,-27 1 31,0 0-31,-26-27 0,0 1 16,0 26-1,-26-1-15,-53 27 0,27 0 16,-27 0-16,0 0 16,1 0-16,25 27 15,27 25 1,0-26-16,26 1 0,26 25 15,53-26-15,25 1 16</inkml:trace>
  <inkml:trace contextRef="#ctx0" brushRef="#br0" timeOffset="133712.1">21936 17895 0,'-26'-52'0,"-1"26"15,27-1 1,0 1-16,0 52 31,0 1-31,0 51 16,0-25-16,0 25 16,-26-25-16,26-1 15,0 1-15,0-1 16,0 1-16,26-27 15,1 0-15,-1-26 16,0 0-16</inkml:trace>
  <inkml:trace contextRef="#ctx0" brushRef="#br0" timeOffset="134167.56">22382 17921 0,'0'-52'16,"0"26"-16,0 0 15,0-1-15,-26 27 16,0 0 0,-27 0-16,1 27 15,25-1-15,1 0 0,26 26 16,0 1-16,26-1 16,53 27-1,0-26-15,0-27 0,-27 26 16,0-25-16,-52-1 15,0 0-15,-26 0 32,-26-26-32,-27 0 15,53 0-15,-27-26 16,27 0-16,26 0 16,0-1-16,0 1 15,26 0-15,27-27 16,-1 1-16,1-1 0,-1 1 15,1-1-15,-27-25 16,-26 25-16,0 27 16,0-26-1,0 25-15,-53 27 16,27 0-16,0 27 16,0-1-16,26 26 15</inkml:trace>
  <inkml:trace contextRef="#ctx0" brushRef="#br0" timeOffset="134373.26">22828 17764 0,'0'-26'16,"0"52"15,0 27-31,0 25 15,0 1-15,-26 0 16,26-27-16,0 27 16,0-27-16,0 1 15,-26-1-15,26-25 16</inkml:trace>
  <inkml:trace contextRef="#ctx0" brushRef="#br0" timeOffset="135157.67">23274 17921 0,'0'-52'16,"-52"52"-16,-1-26 15,-26 26-15,1 0 16,25 26-16,-25 0 16,51 27-16,1-1 15,26 1-15,0-1 16,0 1-16,79-27 15,0 0-15,-1 0 0,27-26 16,-52 0-16,25 0 16,-25-26-1,-27 0-15,0 0 0,1-27 16,-27 27-16,26-27 16,0 1-16,-26 26 15,26-1 1,-26 54 15,0-1-31,0 26 16,-26 1-16,26-1 15,0-25-15,0-1 16,0 0-16,-26-26 31,26-26-15,-26-27-1,26 1-15,0-1 16,0 1-16,0-1 16,26 27-16,26 0 0,1 26 15,-1 0 1,1 0-16,-1 0 16,-26 52-16,27 1 15,-53-1-15,26-25 0,-26 25 16,0-26-16,0 27 15,0-27 1,-26-26 0,0-26 15,26 0-31,0-27 16,0 1-16,26-27 15,26 26-15,1 1 16,26 26-16,-1 0 0,1 26 15,-26 0-15,25 26 16,-25 26-16,-1 27 16,1 0-1,-53-1-15,0-25 0,0 26 16,-105-1-16,-53 1 16,1 0-16</inkml:trace>
  <inkml:trace contextRef="#ctx0" brushRef="#br0" timeOffset="169960.42">17318 6743 0,'-26'0'0,"26"-26"16,-27 26 0,27 53 109,0-1-110,0 1-15,27 25 16,-27 27-16,0-26 15,0 26-15,0 0 16,0 0-16,0 0 16,0 0-16,0 0 15,0 26-15,0-26 16,0 0-16,0-26 16,0-1-16,0-25 15,0 25-15,0-51 16,26 25-16,-26-26 0,0 1 15,-53-27 1</inkml:trace>
  <inkml:trace contextRef="#ctx0" brushRef="#br0" timeOffset="170846.5">11702 6219 0,'0'-27'0,"-26"27"0,26-26 15,-26 26 1,26 26-1,-26 1-15,0 51 16,-27-25-16,27 26 16,0-27-16,26 0 15,0-25-15,0-1 16,26 0-16,53 0 16,-27-26-16,53 0 15,-26 0 1,-1 0-16,-25 0 0,-1-26 15,-25 0-15,-1 0 16,-26-1-16</inkml:trace>
  <inkml:trace contextRef="#ctx0" brushRef="#br0" timeOffset="171034.86">11781 6297 0,'-26'-26'0,"26"79"31,0-27-15,0 53-16,0-27 0,0 0 16,0 27-16,0-26 15,0-1-15,26 1 16,0-1-16,27-26 31</inkml:trace>
  <inkml:trace contextRef="#ctx0" brushRef="#br0" timeOffset="171664.28">12201 5982 0,'-26'-26'0,"26"79"47,0-1-32,0 1-15,0-1 16,26 27-16,-26-27 0,26 1 0,-26-27 31,0 0-15,0-52 0,0 0-1,0-27-15,0-25 16,27 51-16,-1-25 15,0 26-15,26-1 16,-25 27-16,-1 0 16,26 0-16,-25 27 15,25 25-15,-26-26 16,1 27-16,-1-1 16,-26-25-16,0-80 62,0 1-62,-26-1 0,26 27 16,0 0-16,0-1 15,0 1-15,26 26 16,26 0-16,1 0 16,-27 26-16,27 1 15,-27-1-15,26 0 16,-52 0-16,0 1 15,0-54 32,0-25-47,0 26 16,0-1-16,0 1 0,27 26 16,-1 0-16,52 0 15,-25 0-15</inkml:trace>
  <inkml:trace contextRef="#ctx0" brushRef="#br0" timeOffset="171871.02">13277 6035 0,'0'-26'16,"0"78"15,26 1-15,-26-1-16,26-26 15,-26 1-15,0-1 16,0 0-16,-26-52 47,26-27-47,0 27 15,0-26-15</inkml:trace>
  <inkml:trace contextRef="#ctx0" brushRef="#br0" timeOffset="172233.63">13408 5536 0,'-79'-52'15,"-26"26"-15,-26-1 16,-26 1-16,-53 26 16,0 0-16,-52 26 15,-1 27-15,1 26 16,-1 26-16,1 26 16,52 0-16,26 0 15,53 27-15,52-1 16,79-26-16,0-26 0,132-26 15,51 0-15,53-27 16,27-26-16,25-26 16,27 0-16,0-52 15,0-1-15,26-25 16,-52-27-16,-27 0 16,-52-26-16,-105-1 15,-52-25-15,-53 26 16,-132-27-16,-51 53 15,-53 0-15,-53 53 0,0 52 16,1 0-16,25 0 31,53 52-31</inkml:trace>
  <inkml:trace contextRef="#ctx0" brushRef="#br0" timeOffset="173124.85">14877 8423 0,'0'-27'15,"-26"27"1,-26-26-16,26 26 0,-1 0 15,1 0 1,-26 0-16,25 0 0,-51 26 0,25 27 31,1-1-31,25 27 16,1 0-16,26 0 0,0-1 0,0-25 31,26-1-31,27 1 0,-1-27 0,1-26 31,-1 26-31,1-26 16,26 0-16,-27-26 16,0 0-16,1 0 15,-53-27-15,26 1 0,-26-1 16,0 27-16,-26-27 16,0 27-16,-27 26 15,1 0-15,-27 0 16,27 0-16,25 26 15,-25 1-15,26 25 16,26-26-16,0 27 16,0-1-16,26-25 15,26-27-15</inkml:trace>
  <inkml:trace contextRef="#ctx0" brushRef="#br0" timeOffset="173399.96">15324 8501 0,'-27'-26'0,"27"0"15,0 78 48,0 1-48,0-1-15,27 27 16,-1-26-16,0-1 16,0 1-16,-26-27 15,27 26-15,-1-25 16</inkml:trace>
  <inkml:trace contextRef="#ctx0" brushRef="#br0" timeOffset="173873.1">15953 8423 0,'0'-27'0,"-26"27"16,-26 0-1,25 0-15,-25 0 16,26 0-16,-27 0 15,27 27-15,0-1 16,26 0-16,0 27 16,0-27-16,0 26 15,52 1-15,1-1 0,25 1 16,1-1-16,-26-25 16,-27 25-16,0-26 15,0-26-15,-26 27 16,-26-1-1,-26-26-15,-27 0 16,0 0-16,27-26 16,25-1-16,1-25 15,26-1-15,26-25 16,53 25-16,26-26 0,-26 1 16,0 25-1,-27 1-15,0-1 0,-52 27 16,0 0-16,0 0 15,-78 26-15,-27 0 16,0 0-16,0 26 16,26 26-16,0-26 15</inkml:trace>
  <inkml:trace contextRef="#ctx0" brushRef="#br0" timeOffset="174377.6">15927 7950 0,'0'-52'15,"-52"-1"1,-27 27-16,0 0 0,-26 0 16,-26-1-16,-53 27 15,1 0-15,-54 0 16,28 53-16,-54-1 16,1 27-1,26 52-15,-1-26 0,54 27 16,52 25-16,52 27 15,53-27-15,26 27 16,78-27-16,80-26 0,52 27 31,52-53-31,27 0 0,52-27 0,0-51 16,26-27-16,1-27 16,-27-51-16,-53-27 15,-25-26-15,-27-27 16,-105-26-16,-52 1 15,-79-27-15,-53-26 16,-104 52-16,-105 27 16,-80 52-16,-51 78 0</inkml:trace>
  <inkml:trace contextRef="#ctx0" brushRef="#br0" timeOffset="180196.48">8160 13828 0,'-52'0'15,"-1"-26"-15,1 26 16,-1 0-16,-26 0 15,27 0-15,0 52 16,-27-25-16,53-1 16,-1 0-16,1 27 15,0-27-15,26 26 16,0 1-16,52-1 0,27 1 16,0-1-1,26 1-15,-27-27 0,27 26 16,-52-25-16,-1-1 15,1-26-15,-53 26 16,0 0-16,0 1 16,-53-27-16,-25 26 15,-27-26-15,26 0 16,0 0-16,1 0 16,51-26-16,1-1 15,26 1-15,0-26 16,53-27-16,25 26 15,1 1-15,0-27 16,-1 27-16,-25-1 16,-27 1-16,-26 26 0,0-27 15,0 27-15,-52 0 16,-1-1-16,-26 27 16,27-26-16,26 26 15,-1 0-15,27 26 16,27 1-1</inkml:trace>
  <inkml:trace contextRef="#ctx0" brushRef="#br0" timeOffset="180495.69">8685 13959 0,'-26'-26'15,"26"0"-15,0-27 16,0 27-16,0 0 16,0 52 31,0 27-47,0-1 15,0 1-15,0-1 16,26 0-16,0 1 15,27 26-15,-27-53 16,0 26-16,27 1 16,-27-27-16</inkml:trace>
  <inkml:trace contextRef="#ctx0" brushRef="#br0" timeOffset="180763.08">9210 13776 0,'-27'-27'0,"27"54"47,0 25-32,0-26-15,27 27 16,-27-1-16,0 1 15,0-27-15,0 26 16,26 1-16,-26-27 16,0 0-16,0 27 0,26-53 15,0 0-15</inkml:trace>
  <inkml:trace contextRef="#ctx0" brushRef="#br0" timeOffset="181566">9603 13881 0,'-26'-27'0,"0"1"16,0 26-16,-1 0 15,1 0-15,-26 0 0,25 26 16,-25 1 0,26-1-16,-1 26 0,1 1 15,26-27-15,0 0 16,0 0-16,26 1 15,27-1-15,-1-26 16,1 26-16,-1-26 16,1 0-16,-27 0 15,27 0-15,-27-26 16,0 0-16,-26-27 16,26 27-16,1-26 15,-27-1-15,0 27 16,0 0-16,26 52 47,0 26-32,-26-25-15,26 25 0,0-26 16,1 0-16,-1 1 16,-52-27 46,-1-27-62,1-25 0,0 26 16,26-27-16,0 1 15,0 26 1,0-1-16,26 1 0,27 26 0,-1 0 16,-26 0-16,27 0 15,-1 0-15,-25 53 16,25-27-16,-26 26 15,-26-25-15,27-1 16,-27 0-16,0-52 47,0-27-31,0 27-16,0-53 15,0 53-15,0-26 16,0-1-16,26 27 15,0 26 1,0 0-16,27 26 16,-1 0-16,1 27 15,-1-1-15,1 1 0,-27-27 16,0 0 0,-26 27-16,0-27 0,0 0 31,0 0-31</inkml:trace>
  <inkml:trace contextRef="#ctx0" brushRef="#br0" timeOffset="181943.26">7399 15035 0,'-210'26'0,"53"1"31,52-1-31,79-26 16,26 26-16,105-26 0,104 0 15,80-52-15,52-1 16,79 1-16,26-27 15,0 26-15,0-25 16,0-1 0,-26 0-1,-26 27-15,-53-1 0,-52 1 16,-106 26-16,-78-1 16,-52 1-16,-80 26 31,-78 0-16</inkml:trace>
  <inkml:trace contextRef="#ctx0" brushRef="#br0" timeOffset="206180.96">7767 15481 0,'-27'-26'0,"27"52"79,0 53-64,0 26-15,0-26 16,0 26-16,0-53 15,27 27-15,25-27 16,-26-26-16,0 1 16,1-1-16,-1 0 15,0-26-15,-26 26 16,26-26-16,-26 27 16,27-27-16,-27-27 31</inkml:trace>
  <inkml:trace contextRef="#ctx0" brushRef="#br0" timeOffset="206669.96">8396 15402 0,'-26'0'0,"0"-26"16,0 26-1,26 26 17,-27 27-32,1-1 0,26 27 15,0-26-15,0 25 16,0-25-16,0 26 16,26-27-16,27 1 15,-1-1-15,27-26 16,-27 0-16,27-26 15,0 0-15,0 0 16,-1 0-16,-25 0 0,-1-26 16,-25 0-16,-1 0 15,-26-27-15,0 1 16,0 26-16,0-1 16,-53 1-16,27 26 15,-26-26-15,-1 26 16,1 0-16,-1 0 15,-26 26-15,53 0 16,-26 1-16,25-1 16,27 0-16,-26-26 15,26 26-15,0 1 16,26-1 0,1-26-16,-1 0 0,26 0 15,27 0-15</inkml:trace>
  <inkml:trace contextRef="#ctx0" brushRef="#br0" timeOffset="207268.42">9393 15560 0,'-26'26'0,"0"-26"15,0 0-15,-1 0 16,27-52 15,-52 25-15,52-25-16,-26 26 0,26-1 15,0 1-15,0 0 16,0 0-16,26 26 16,0 0-16,0 0 15,27 0-15,-1 0 16,1 52-16,-1-26 15,1 27-15,-27-1 0,-26 1 16,0-27-16,0 27 16,0-1-16,-52 1 15,25-1-15,-25-26 16,-1 1-16,27-1 16,0-26-16,26 26 15,79-26 48,-1-26-63,27 26 15,-26-26-15,26-1 0,-26 27 16,-1-26 0,-25 26-16,-1 0 0,-25 0 109,-1 0-109</inkml:trace>
  <inkml:trace contextRef="#ctx0" brushRef="#br0" timeOffset="207505.68">11755 14615 0</inkml:trace>
  <inkml:trace contextRef="#ctx0" brushRef="#br0" timeOffset="207898.85">11702 14563 0,'53'0'47,"26"0"-31,-1-26-16,27-1 16,-26 27-16,26-26 15,-26 0-15,-27 26 16,1-26-16,-27 26 15,-52 26 32,-27 0-31,1 27-16,-27-27 16</inkml:trace>
  <inkml:trace contextRef="#ctx0" brushRef="#br0" timeOffset="208073.66">11912 14694 0,'-52'0'0,"-1"26"15,27 0-15,52-26 32,27 0-17,52 0-15,0 0 16,0-26-16,26 0 16,0 0-16,-26 0 0,-26 26 15,-27-27-15,-157 54 47</inkml:trace>
  <inkml:trace contextRef="#ctx0" brushRef="#br0" timeOffset="208576.28">10181 15088 0,'0'-27'16,"0"1"-16,0 79 62,0-1-62,0 1 16,26-1-16,-26 1 16,26-1-1,0 0-15,1 1 0,-27-1 16,26-25-16,0-1 15,-26 0-15,26-26 16</inkml:trace>
  <inkml:trace contextRef="#ctx0" brushRef="#br0" timeOffset="208875.7">10627 15140 0,'-53'0'16,"27"0"-16,0 0 15,-27 0-15,1 26 16,-1 27-16,27-27 16,-26 0-16,52 1 15,-27-27 1,27 26-16,-26-26 0,26 26 31,53-26-15,25 26-16,1 0 15,26-26-15,-26 27 0,-1-27 16,27 26 0,-52-26-16,26 0 15,-27 0-15,0 0 0,1 0 16</inkml:trace>
  <inkml:trace contextRef="#ctx0" brushRef="#br0" timeOffset="209459.16">11046 15193 0,'-26'-27'0,"0"27"16,0 0 0,26 53 15,0-27-31,0 27 16,26-27-16,0 0 31,-26 0-31,26 0 0,-26 1 15,0-54 17,0 1-32,-26 0 15,0-26-15,0-1 0,26 27 16,0 0 0,0-1-16,26 27 0,0 0 15,0 0-15,27 0 16,-1 0-16,1 0 15,-1 53-15,1-27 16,-1 27-16,-25-27 16,-1 0-16,0 0 15,-26 0-15,0-78 63,0 0-48,0-1-15,0 1 0,0 25 0,0-25 16,0 26 15,26 26-15,1 0-16,-1 26 16,26 0-16,-25 27 15,-1-1-15,26-26 16,-26 27-16,1-27 0,-1 0 15,0 0-15,0-26 16,1 0-16</inkml:trace>
  <inkml:trace contextRef="#ctx0" brushRef="#br0" timeOffset="209882.81">11886 15140 0,'0'-26'0,"0"0"15,0-1-15,0 54 47,0 25-47,26 27 16,1 0-1,-1-27-15,26 27 0,-25-27 16,-1 1-16,0-1 16,0 1-16,1-27 15,-27 0-15,0 0 16,26-26-16,-26 27 15,0-80 1,0 1 0,-53-27-16,27-26 15,0 0-15,0 26 16,-1 1-16,27-1 16,0 53-16,0-1 15,27 80 16,-27-27-31,0 27 16,0-1-16,0 1 16,0-27-16,0 0 15,0 0-15,-27-26 16</inkml:trace>
  <inkml:trace contextRef="#ctx0" brushRef="#br0" timeOffset="210297.3">12358 14904 0,'-26'-26'0,"0"26"15,26-27-15,-26 27 16,26 27 31,0 25-47,26 27 15,0 0-15,0-27 16,1 1-16,-1-1 0,0-26 16,0 1-16,-26-1 15,0-52 32,0-27-31,-26 1-16,26-1 15,0 27-15,0 0 16,0-1-16,26 27 0,27 0 16,-1 0-16,1 27 15,26 25 1,-53 1-16,26-1 0,-52-26 16,0 27-16,0-1 15,0 1-15,-52-1 16</inkml:trace>
  <inkml:trace contextRef="#ctx0" brushRef="#br0" timeOffset="-213189.26">6717 14720 0,'-79'26'15,"53"-26"-15,26-26 32,105 0-32,0-53 15,79 1-15,-1-27 16,53-27-16,27 27 15,52-26-15,-27 0 16,1 26-16,-79 26 16,-26 27-16,-79-1 15,-53 53-15,-104 0 63</inkml:trace>
  <inkml:trace contextRef="#ctx0" brushRef="#br0" timeOffset="-212684.49">8108 12516 0,'-27'-26'0,"27"0"16,0-1-16,-26 27 16,26-26-16,0 0 31,0 52 0,0 27-15,26-1-16,1 1 15,-1-1-15,26 1 0,-25 25 16,-1-25-16,0 25 16,0-25-16,1-1 15,-27-25-15,26 25 16,0-52 0,-26 26-16,0 1 140,26-27-140,-26 26 16</inkml:trace>
  <inkml:trace contextRef="#ctx0" brushRef="#br0" timeOffset="-211539.12">7294 16662 0,'-26'0'15,"78"-26"1,80-53-16,25 0 16,27-26-16,52 0 15,26-26-15,-26 0 16,27 0-16,-1 0 15,-26-1-15,-26 27 16,-52 27-16,-27 25 16,-26 1-1,-53 52-15,-25 0 0,-54 26 63,1 0-63,-26 0 15</inkml:trace>
  <inkml:trace contextRef="#ctx0" brushRef="#br0" timeOffset="-209541.49">13067 13907 0,'-26'-26'16,"-1"-1"-16,27 1 15,-26 26 17,0 0-17,-26 26-15,-1 1 0,1 25 16,25 1-16,1-27 15,0 26-15,26-26 16,0 27-16,52-1 16,1-25-16,-1-1 15,53 0-15,-52-26 16,52 0-16,-53 0 16,1 0-16,25-26 15,-51-27-15,-1 27 16,-26-26-16,0-1 15,0 1-15,-53-27 0,-25 27 16,-27 25-16,52 1 16,-26 0-1,27 26-15,0-26 0,25 26 16,-25 0-16,52 26 16,-26 0-16,26 0 15,0 1-15,0-1 16,52 0-1</inkml:trace>
  <inkml:trace contextRef="#ctx0" brushRef="#br0" timeOffset="-209177.43">13933 14012 0,'-26'0'47,"-1"0"-47,1 0 0,0 0 16,26 26 62,0 0-78,0 0 16,-26-26 31,-1 0-32,27-26-15,-26 0 0,26 0 16,0 0-16,0-1 15</inkml:trace>
  <inkml:trace contextRef="#ctx0" brushRef="#br0" timeOffset="-208957.79">14248 13749 0,'-27'-26'16,"27"0"-16,27 0 31,25-1-31,27 27 16,0-26-16,-1 26 0,-25-26 15,-27 26-15,0 0 16,-26 26 0,-78 0-16</inkml:trace>
  <inkml:trace contextRef="#ctx0" brushRef="#br0" timeOffset="-208483.35">14117 13671 0,'-27'0'0,"1"26"32,26 0-32,-26 27 15,26-27-15,0 0 16,0 27-16,0-1 15,0-26-15,0 27 16,0-27-16,0 0 16,0 0 15,0-52 0,0 0-31,0 0 16,0 0-16,26 26 15,0-27-15,27 1 16,-1 0-16,1 26 16,-1-26-16,1 26 15,-1 0-15,1 0 16,-1 26-16,-26 26 16,-26-25-16,0 25 15,0 0-15,0-25 0,0 25 16,-52-26-16,-1 1 15,1-1-15,-1 0 16,1 0-16,-27 1 16,27-27-16,-27 26 15,27-26-15,-1 0 16,1 0-16,-1 0 16</inkml:trace>
  <inkml:trace contextRef="#ctx0" brushRef="#br0" timeOffset="-207902.97">14458 13251 0,'0'-53'0,"0"27"16,-27-26 0,-51 25-16,-1-25 0,-26 26 15,0 26-15,-52-27 16,-27 27-16,0 0 15,-26 53-15,-26-1 16,26 53-16,0 0 16,53 27-16,26-1 15,52 0-15,27 26 16,52 1-16,0-27 16,104 26-16,1-52 0,53 0 15,26 0-15,25-26 16,-25-27-16,52-25 15,-26-1-15,0-26 16,0-26-16,-26-27 16,-1 1-16,-25-53 15,-53 0-15,0-26 16,-53-27-16,-26-25 16,-26-27-16,-26 0 15,-79 26-15,-52 27 0,-27 78 16,-52 26-1,-26 53-15,-1 0 0,1 0 16</inkml:trace>
  <inkml:trace contextRef="#ctx0" brushRef="#br0" timeOffset="-206830.08">11912 420 0,'-26'-27'16,"26"1"-16,-26 26 16,-27 53 15,1 25-15,-1 27-16,1-52 15,26 26-15,0-27 16,-1 0-16,27-25 15,0-1-15,0 0 16,27-26-16,51 26 16,1-26-16,26 0 15,0 0-15,0 0 16,0 0-16,-26-26 0,-27 26 16,-26 0-1,-26-26-15,0 0 0</inkml:trace>
  <inkml:trace contextRef="#ctx0" brushRef="#br0" timeOffset="-206605.56">12017 603 0,'0'-26'15,"-26"0"-15,26 0 16,-26 26-16,26-27 16,0 54-1,0-1 1,0 53-16,0-1 15,0 1-15,0 0 16,0-1-16,0 1 16,0 0-16,0-27 15,0 27-15,0-26 16,0-27-16</inkml:trace>
  <inkml:trace contextRef="#ctx0" brushRef="#br0" timeOffset="-205933.06">12621 525 0,'0'-27'15,"0"-25"-15,0 26 16,0 52 31,0 53-47,0-1 15,0 1-15,0 0 0,26-27 16,-26 27 0,26-27-16,-26 1 0,0-27 15,0 0-15,0-52 47,0 0-47,0-27 16,0 1-16,0-1 15,0 1-15,27 26 16,-1 0-16,0 26 16,27-27-16,-27 27 15,0 0-15,27 27 16,-1 25-16,-26 0 16,0 27-16,1-26 0,-1-27 15,-26 0-15,0 0 16,0-52 31,0-26-47,-26-1 15,26 1-15,0 25 16,0 1-16,26 0 16,26 0-16,-25 26 15,25 0-15,-26 0 16,1 26-16,25 0 0,-26 0 15,1 1-15,-27-1 32,0 0-32,0-52 62,0 0-62,0-27 16,0 27-16</inkml:trace>
  <inkml:trace contextRef="#ctx0" brushRef="#br0" timeOffset="-205601.93">13880 918 0,'-26'-26'15,"52"26"16,79 0-31,27 0 16,-1 0-16,0 0 16,0 0-16,0 0 15,-26 0-15,-52 0 16,-27 0-16,-26-26 16</inkml:trace>
  <inkml:trace contextRef="#ctx0" brushRef="#br0" timeOffset="-205397.44">14458 551 0,'-27'52'47,"27"1"-47,0-1 0,0 1 15,0 25-15,0-25 16,0 26-16,0-27 15,0 27 1,27-27-16,-1-25 16</inkml:trace>
  <inkml:trace contextRef="#ctx0" brushRef="#br0" timeOffset="-205018.63">15087 682 0,'0'-26'15,"-26"26"-15,0 0 32,26 52-32,-26 1 15,26-1-15,0 1 16,0-1-16,0 1 15,0-1-15,52 1 16,1-53-16,-1 26 16,1-26-16,-1 0 15,1 0-15,-1 0 0,-26-53 16,27 1-16,-27-1 16,-26 1-16,0-27 15,0 27-15,-52-1 16,-1 27-16,1 0 15,-1 26-15,1 0 16,25 0-16,-25 0 16,26 0-16</inkml:trace>
  <inkml:trace contextRef="#ctx0" brushRef="#br0" timeOffset="-204733.91">15822 1023 0,'53'-26'0,"-27"26"15,0 0-15,0 0 16,-26 26 0,0 0-1,-52 1-15,-1-27 16,27 0-16,0 0 0,0 0 15,-1 0 1,27-27-16,0 1 16,0 0-16,27 0 15,-1 26-15,0-27 16</inkml:trace>
  <inkml:trace contextRef="#ctx0" brushRef="#br0" timeOffset="-204358">16242 708 0,'26'-26'0,"-26"0"16,0 52 46,26 27-46,1-27-16,25 26 16,1-26-16,25 1 15,-25-1-15,-1 0 0,1 0 16,-1 1-16,1-1 16,-27 0-16,0 0 15,-26 1 1,-26-1-1,-27-26-15,-25 26 16,-27-26-16,26 0 16,27 0-16,-1 0 15,27-52-15,0 25 16,26-51-16</inkml:trace>
  <inkml:trace contextRef="#ctx0" brushRef="#br0" timeOffset="-204184.92">16478 630 0,'0'-27'47,"26"27"-47,53 0 16,0 0 0,52-26-16,-26 26 0,0-26 15,-26 26-15,-53 0 16</inkml:trace>
  <inkml:trace contextRef="#ctx0" brushRef="#br0" timeOffset="-203808.37">10154 1522 0,'-157'0'0,"131"26"16,131-26-16,131 0 16,184 0-16,104 0 15,185-26-15,104 26 16,27-27-16,26 1 15,-53 26-15,-52 0 16,-79 0-16,-78-26 16,-79 26-16,-105-26 15,-79 26-15,-131-27 16,-79 27-16,-52 0 16,-132 0 15,-78 0-31,-79 0 0</inkml:trace>
  <inkml:trace contextRef="#ctx0" brushRef="#br0" timeOffset="-202862.95">997 10601 0,'-105'78'15,"0"-51"-15,79-1 16,-1-26-16,54-26 16,104-27-1,52-52-15,80-26 16,25 0-16,54 0 15,-28-1-15,1 27 16,-79 0-16,-26 27 16,-105 25-16,-26 53 15,-53 0-15,-52 0 0,-105 79 16,-53 26-16</inkml:trace>
  <inkml:trace contextRef="#ctx0" brushRef="#br0" timeOffset="-202706.04">839 10889 0,'-183'79'0,"78"-53"16,78 0-16,211-52 16,105-79-1,131-78-15,104-27 16,80-26-16,52-53 16,-53 0-16,-78-26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7505FF-8B11-4D48-9C41-9D2AC2739953}" type="datetimeFigureOut">
              <a:rPr lang="en-IN" smtClean="0"/>
              <a:t>12-03-2024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3B4AC6-3570-45B7-A134-9FABAE5B8706}" type="slidenum">
              <a:rPr lang="en-IN" smtClean="0"/>
              <a:t>‹#›</a:t>
            </a:fld>
            <a:endParaRPr lang="en-IN"/>
          </a:p>
        </p:txBody>
      </p:sp>
    </p:spTree>
    <p:extLst>
      <p:ext uri="{BB962C8B-B14F-4D97-AF65-F5344CB8AC3E}">
        <p14:creationId xmlns:p14="http://schemas.microsoft.com/office/powerpoint/2010/main" val="146568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Speed = 60 kmph, time = 9 seconds</a:t>
            </a:r>
          </a:p>
          <a:p>
            <a:r>
              <a:rPr lang="en-IN" dirty="0"/>
              <a:t>Distance = s*t= 60*5/18*9= 150m</a:t>
            </a:r>
          </a:p>
        </p:txBody>
      </p:sp>
      <p:sp>
        <p:nvSpPr>
          <p:cNvPr id="4" name="Slide Number Placeholder 3"/>
          <p:cNvSpPr>
            <a:spLocks noGrp="1"/>
          </p:cNvSpPr>
          <p:nvPr>
            <p:ph type="sldNum" sz="quarter" idx="5"/>
          </p:nvPr>
        </p:nvSpPr>
        <p:spPr/>
        <p:txBody>
          <a:bodyPr/>
          <a:lstStyle/>
          <a:p>
            <a:fld id="{1D3B4AC6-3570-45B7-A134-9FABAE5B8706}" type="slidenum">
              <a:rPr lang="en-IN" smtClean="0"/>
              <a:t>3</a:t>
            </a:fld>
            <a:endParaRPr lang="en-IN"/>
          </a:p>
        </p:txBody>
      </p:sp>
    </p:spTree>
    <p:extLst>
      <p:ext uri="{BB962C8B-B14F-4D97-AF65-F5344CB8AC3E}">
        <p14:creationId xmlns:p14="http://schemas.microsoft.com/office/powerpoint/2010/main" val="1907519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Time = distance/ speed </a:t>
            </a:r>
          </a:p>
          <a:p>
            <a:r>
              <a:rPr lang="en-IN" dirty="0"/>
              <a:t>Time = 135m/ 54*5/18 = 9 sec</a:t>
            </a:r>
          </a:p>
        </p:txBody>
      </p:sp>
      <p:sp>
        <p:nvSpPr>
          <p:cNvPr id="4" name="Slide Number Placeholder 3"/>
          <p:cNvSpPr>
            <a:spLocks noGrp="1"/>
          </p:cNvSpPr>
          <p:nvPr>
            <p:ph type="sldNum" sz="quarter" idx="5"/>
          </p:nvPr>
        </p:nvSpPr>
        <p:spPr/>
        <p:txBody>
          <a:bodyPr/>
          <a:lstStyle/>
          <a:p>
            <a:fld id="{1D3B4AC6-3570-45B7-A134-9FABAE5B8706}" type="slidenum">
              <a:rPr lang="en-IN" smtClean="0"/>
              <a:t>4</a:t>
            </a:fld>
            <a:endParaRPr lang="en-IN"/>
          </a:p>
        </p:txBody>
      </p:sp>
    </p:spTree>
    <p:extLst>
      <p:ext uri="{BB962C8B-B14F-4D97-AF65-F5344CB8AC3E}">
        <p14:creationId xmlns:p14="http://schemas.microsoft.com/office/powerpoint/2010/main" val="527819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5</a:t>
            </a:fld>
            <a:endParaRPr lang="en-IN"/>
          </a:p>
        </p:txBody>
      </p:sp>
    </p:spTree>
    <p:extLst>
      <p:ext uri="{BB962C8B-B14F-4D97-AF65-F5344CB8AC3E}">
        <p14:creationId xmlns:p14="http://schemas.microsoft.com/office/powerpoint/2010/main" val="2164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X+2x= 72 *5/18 *15</a:t>
            </a:r>
          </a:p>
          <a:p>
            <a:r>
              <a:rPr lang="en-IN" dirty="0"/>
              <a:t>X= 100m</a:t>
            </a:r>
          </a:p>
        </p:txBody>
      </p:sp>
      <p:sp>
        <p:nvSpPr>
          <p:cNvPr id="4" name="Slide Number Placeholder 3"/>
          <p:cNvSpPr>
            <a:spLocks noGrp="1"/>
          </p:cNvSpPr>
          <p:nvPr>
            <p:ph type="sldNum" sz="quarter" idx="5"/>
          </p:nvPr>
        </p:nvSpPr>
        <p:spPr/>
        <p:txBody>
          <a:bodyPr/>
          <a:lstStyle/>
          <a:p>
            <a:fld id="{1D3B4AC6-3570-45B7-A134-9FABAE5B8706}" type="slidenum">
              <a:rPr lang="en-IN" smtClean="0"/>
              <a:t>6</a:t>
            </a:fld>
            <a:endParaRPr lang="en-IN"/>
          </a:p>
        </p:txBody>
      </p:sp>
    </p:spTree>
    <p:extLst>
      <p:ext uri="{BB962C8B-B14F-4D97-AF65-F5344CB8AC3E}">
        <p14:creationId xmlns:p14="http://schemas.microsoft.com/office/powerpoint/2010/main" val="2068871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120+120= s*12 sec</a:t>
            </a:r>
          </a:p>
          <a:p>
            <a:r>
              <a:rPr lang="en-IN" dirty="0"/>
              <a:t>240= s*12</a:t>
            </a:r>
          </a:p>
          <a:p>
            <a:r>
              <a:rPr lang="en-IN" dirty="0"/>
              <a:t>20=s m/sec</a:t>
            </a:r>
          </a:p>
          <a:p>
            <a:r>
              <a:rPr lang="en-IN" dirty="0"/>
              <a:t>20*18/5 = 72 kmph ~ 32, 32</a:t>
            </a:r>
          </a:p>
        </p:txBody>
      </p:sp>
      <p:sp>
        <p:nvSpPr>
          <p:cNvPr id="4" name="Slide Number Placeholder 3"/>
          <p:cNvSpPr>
            <a:spLocks noGrp="1"/>
          </p:cNvSpPr>
          <p:nvPr>
            <p:ph type="sldNum" sz="quarter" idx="5"/>
          </p:nvPr>
        </p:nvSpPr>
        <p:spPr/>
        <p:txBody>
          <a:bodyPr/>
          <a:lstStyle/>
          <a:p>
            <a:fld id="{1D3B4AC6-3570-45B7-A134-9FABAE5B8706}" type="slidenum">
              <a:rPr lang="en-IN" smtClean="0"/>
              <a:t>7</a:t>
            </a:fld>
            <a:endParaRPr lang="en-IN"/>
          </a:p>
        </p:txBody>
      </p:sp>
    </p:spTree>
    <p:extLst>
      <p:ext uri="{BB962C8B-B14F-4D97-AF65-F5344CB8AC3E}">
        <p14:creationId xmlns:p14="http://schemas.microsoft.com/office/powerpoint/2010/main" val="1163877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2800/72*18/5 = 140 kmph</a:t>
            </a:r>
          </a:p>
        </p:txBody>
      </p:sp>
      <p:sp>
        <p:nvSpPr>
          <p:cNvPr id="4" name="Slide Number Placeholder 3"/>
          <p:cNvSpPr>
            <a:spLocks noGrp="1"/>
          </p:cNvSpPr>
          <p:nvPr>
            <p:ph type="sldNum" sz="quarter" idx="5"/>
          </p:nvPr>
        </p:nvSpPr>
        <p:spPr/>
        <p:txBody>
          <a:bodyPr/>
          <a:lstStyle/>
          <a:p>
            <a:fld id="{1D3B4AC6-3570-45B7-A134-9FABAE5B8706}" type="slidenum">
              <a:rPr lang="en-IN" smtClean="0"/>
              <a:t>8</a:t>
            </a:fld>
            <a:endParaRPr lang="en-IN"/>
          </a:p>
        </p:txBody>
      </p:sp>
    </p:spTree>
    <p:extLst>
      <p:ext uri="{BB962C8B-B14F-4D97-AF65-F5344CB8AC3E}">
        <p14:creationId xmlns:p14="http://schemas.microsoft.com/office/powerpoint/2010/main" val="36865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X+270 = 99*5/18 *18</a:t>
            </a:r>
          </a:p>
          <a:p>
            <a:r>
              <a:rPr lang="en-IN" dirty="0"/>
              <a:t>X+270= 495</a:t>
            </a:r>
          </a:p>
          <a:p>
            <a:r>
              <a:rPr lang="en-IN" dirty="0"/>
              <a:t>X= 225m</a:t>
            </a:r>
          </a:p>
        </p:txBody>
      </p:sp>
      <p:sp>
        <p:nvSpPr>
          <p:cNvPr id="4" name="Slide Number Placeholder 3"/>
          <p:cNvSpPr>
            <a:spLocks noGrp="1"/>
          </p:cNvSpPr>
          <p:nvPr>
            <p:ph type="sldNum" sz="quarter" idx="5"/>
          </p:nvPr>
        </p:nvSpPr>
        <p:spPr/>
        <p:txBody>
          <a:bodyPr/>
          <a:lstStyle/>
          <a:p>
            <a:fld id="{1D3B4AC6-3570-45B7-A134-9FABAE5B8706}" type="slidenum">
              <a:rPr lang="en-IN" smtClean="0"/>
              <a:t>9</a:t>
            </a:fld>
            <a:endParaRPr lang="en-IN"/>
          </a:p>
        </p:txBody>
      </p:sp>
    </p:spTree>
    <p:extLst>
      <p:ext uri="{BB962C8B-B14F-4D97-AF65-F5344CB8AC3E}">
        <p14:creationId xmlns:p14="http://schemas.microsoft.com/office/powerpoint/2010/main" val="1969178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Time = 4 hrs : 3.5 hrs</a:t>
            </a:r>
          </a:p>
          <a:p>
            <a:r>
              <a:rPr lang="en-IN" dirty="0"/>
              <a:t>Speed= 7 kmph : 8 kmph</a:t>
            </a:r>
          </a:p>
          <a:p>
            <a:endParaRPr lang="en-IN" dirty="0"/>
          </a:p>
          <a:p>
            <a:r>
              <a:rPr lang="en-IN" dirty="0"/>
              <a:t>7*2= 14 km remaining 14 km</a:t>
            </a:r>
          </a:p>
          <a:p>
            <a:r>
              <a:rPr lang="en-IN" dirty="0"/>
              <a:t>14/15 * 60 = 56 min</a:t>
            </a:r>
          </a:p>
        </p:txBody>
      </p:sp>
      <p:sp>
        <p:nvSpPr>
          <p:cNvPr id="4" name="Slide Number Placeholder 3"/>
          <p:cNvSpPr>
            <a:spLocks noGrp="1"/>
          </p:cNvSpPr>
          <p:nvPr>
            <p:ph type="sldNum" sz="quarter" idx="5"/>
          </p:nvPr>
        </p:nvSpPr>
        <p:spPr/>
        <p:txBody>
          <a:bodyPr/>
          <a:lstStyle/>
          <a:p>
            <a:fld id="{1D3B4AC6-3570-45B7-A134-9FABAE5B8706}" type="slidenum">
              <a:rPr lang="en-IN" smtClean="0"/>
              <a:t>11</a:t>
            </a:fld>
            <a:endParaRPr lang="en-IN"/>
          </a:p>
        </p:txBody>
      </p:sp>
    </p:spTree>
    <p:extLst>
      <p:ext uri="{BB962C8B-B14F-4D97-AF65-F5344CB8AC3E}">
        <p14:creationId xmlns:p14="http://schemas.microsoft.com/office/powerpoint/2010/main" val="612122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800+length of train = 45 * 5/18 *120 sec</a:t>
            </a:r>
          </a:p>
          <a:p>
            <a:r>
              <a:rPr lang="en-IN" dirty="0"/>
              <a:t>Length of train = ?</a:t>
            </a:r>
          </a:p>
        </p:txBody>
      </p:sp>
      <p:sp>
        <p:nvSpPr>
          <p:cNvPr id="4" name="Slide Number Placeholder 3"/>
          <p:cNvSpPr>
            <a:spLocks noGrp="1"/>
          </p:cNvSpPr>
          <p:nvPr>
            <p:ph type="sldNum" sz="quarter" idx="5"/>
          </p:nvPr>
        </p:nvSpPr>
        <p:spPr/>
        <p:txBody>
          <a:bodyPr/>
          <a:lstStyle/>
          <a:p>
            <a:fld id="{1D3B4AC6-3570-45B7-A134-9FABAE5B8706}" type="slidenum">
              <a:rPr lang="en-IN" smtClean="0"/>
              <a:t>12</a:t>
            </a:fld>
            <a:endParaRPr lang="en-IN"/>
          </a:p>
        </p:txBody>
      </p:sp>
    </p:spTree>
    <p:extLst>
      <p:ext uri="{BB962C8B-B14F-4D97-AF65-F5344CB8AC3E}">
        <p14:creationId xmlns:p14="http://schemas.microsoft.com/office/powerpoint/2010/main" val="3679397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Relative speed = 54+96= 150 kmph </a:t>
            </a:r>
          </a:p>
          <a:p>
            <a:r>
              <a:rPr lang="en-IN" dirty="0"/>
              <a:t>150, 153, 156, 159 -----618 km</a:t>
            </a:r>
          </a:p>
          <a:p>
            <a:r>
              <a:rPr lang="en-IN" dirty="0"/>
              <a:t>Remaining = 699-618=81 km</a:t>
            </a:r>
          </a:p>
          <a:p>
            <a:r>
              <a:rPr lang="en-IN" dirty="0"/>
              <a:t>4+ 81/162 = 4.5 hrs</a:t>
            </a:r>
          </a:p>
        </p:txBody>
      </p:sp>
      <p:sp>
        <p:nvSpPr>
          <p:cNvPr id="4" name="Slide Number Placeholder 3"/>
          <p:cNvSpPr>
            <a:spLocks noGrp="1"/>
          </p:cNvSpPr>
          <p:nvPr>
            <p:ph type="sldNum" sz="quarter" idx="5"/>
          </p:nvPr>
        </p:nvSpPr>
        <p:spPr/>
        <p:txBody>
          <a:bodyPr/>
          <a:lstStyle/>
          <a:p>
            <a:fld id="{1D3B4AC6-3570-45B7-A134-9FABAE5B8706}" type="slidenum">
              <a:rPr lang="en-IN" smtClean="0"/>
              <a:t>13</a:t>
            </a:fld>
            <a:endParaRPr lang="en-IN"/>
          </a:p>
        </p:txBody>
      </p:sp>
    </p:spTree>
    <p:extLst>
      <p:ext uri="{BB962C8B-B14F-4D97-AF65-F5344CB8AC3E}">
        <p14:creationId xmlns:p14="http://schemas.microsoft.com/office/powerpoint/2010/main" val="4155982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Length of P = 120m    length of Q= 150m</a:t>
            </a:r>
          </a:p>
          <a:p>
            <a:r>
              <a:rPr lang="en-IN" dirty="0"/>
              <a:t>120+150= (s-54)*5/18 *162 sec</a:t>
            </a:r>
          </a:p>
          <a:p>
            <a:r>
              <a:rPr lang="en-IN" dirty="0"/>
              <a:t>S=60 kmph</a:t>
            </a:r>
          </a:p>
        </p:txBody>
      </p:sp>
      <p:sp>
        <p:nvSpPr>
          <p:cNvPr id="4" name="Slide Number Placeholder 3"/>
          <p:cNvSpPr>
            <a:spLocks noGrp="1"/>
          </p:cNvSpPr>
          <p:nvPr>
            <p:ph type="sldNum" sz="quarter" idx="5"/>
          </p:nvPr>
        </p:nvSpPr>
        <p:spPr/>
        <p:txBody>
          <a:bodyPr/>
          <a:lstStyle/>
          <a:p>
            <a:fld id="{1D3B4AC6-3570-45B7-A134-9FABAE5B8706}" type="slidenum">
              <a:rPr lang="en-IN" smtClean="0"/>
              <a:t>14</a:t>
            </a:fld>
            <a:endParaRPr lang="en-IN"/>
          </a:p>
        </p:txBody>
      </p:sp>
    </p:spTree>
    <p:extLst>
      <p:ext uri="{BB962C8B-B14F-4D97-AF65-F5344CB8AC3E}">
        <p14:creationId xmlns:p14="http://schemas.microsoft.com/office/powerpoint/2010/main" val="2415669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15</a:t>
            </a:fld>
            <a:endParaRPr lang="en-IN"/>
          </a:p>
        </p:txBody>
      </p:sp>
    </p:spTree>
    <p:extLst>
      <p:ext uri="{BB962C8B-B14F-4D97-AF65-F5344CB8AC3E}">
        <p14:creationId xmlns:p14="http://schemas.microsoft.com/office/powerpoint/2010/main" val="397361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EC91FF-D30B-443C-A8C3-B4DA415C6005}" type="datetime1">
              <a:rPr lang="en-IN" smtClean="0"/>
              <a:t>12-03-2024</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088120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0584-61E1-412D-BF33-619697A9787D}" type="datetime1">
              <a:rPr lang="en-IN" smtClean="0"/>
              <a:t>12-03-2024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TOPIC NAME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E162A-C06E-41B6-AEA8-5AD0FEF31657}" type="slidenum">
              <a:rPr lang="en-IN" smtClean="0"/>
              <a:t>‹#›</a:t>
            </a:fld>
            <a:endParaRPr lang="en-IN"/>
          </a:p>
        </p:txBody>
      </p:sp>
    </p:spTree>
    <p:extLst>
      <p:ext uri="{BB962C8B-B14F-4D97-AF65-F5344CB8AC3E}">
        <p14:creationId xmlns:p14="http://schemas.microsoft.com/office/powerpoint/2010/main" val="617965813"/>
      </p:ext>
    </p:extLst>
  </p:cSld>
  <p:clrMap bg1="lt1" tx1="dk1" bg2="lt2" tx2="dk2" accent1="accent1" accent2="accent2" accent3="accent3" accent4="accent4" accent5="accent5" accent6="accent6" hlink="hlink" folHlink="folHlink"/>
  <p:sldLayoutIdLst>
    <p:sldLayoutId id="2147483650"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3" name="TextBox 2">
            <a:extLst>
              <a:ext uri="{FF2B5EF4-FFF2-40B4-BE49-F238E27FC236}">
                <a16:creationId xmlns:a16="http://schemas.microsoft.com/office/drawing/2014/main" id="{2628A923-9E6B-DC49-B27E-938D009134D1}"/>
              </a:ext>
            </a:extLst>
          </p:cNvPr>
          <p:cNvSpPr txBox="1"/>
          <p:nvPr/>
        </p:nvSpPr>
        <p:spPr>
          <a:xfrm>
            <a:off x="990600" y="1533525"/>
            <a:ext cx="5704589" cy="1569660"/>
          </a:xfrm>
          <a:prstGeom prst="rect">
            <a:avLst/>
          </a:prstGeom>
          <a:noFill/>
        </p:spPr>
        <p:txBody>
          <a:bodyPr wrap="square" rtlCol="0">
            <a:spAutoFit/>
          </a:bodyPr>
          <a:lstStyle/>
          <a:p>
            <a:pPr algn="l"/>
            <a:r>
              <a:rPr lang="en-US" sz="9600" b="1">
                <a:solidFill>
                  <a:schemeClr val="accent6"/>
                </a:solidFill>
                <a:latin typeface="Calisto MT" panose="02040603050505030304" pitchFamily="18" charset="0"/>
                <a:cs typeface="AngsanaUPC" panose="02020603050405020304" pitchFamily="18" charset="-34"/>
              </a:rPr>
              <a:t>Trains</a:t>
            </a:r>
          </a:p>
        </p:txBody>
      </p:sp>
      <p:pic>
        <p:nvPicPr>
          <p:cNvPr id="2" name="Picture 3">
            <a:extLst>
              <a:ext uri="{FF2B5EF4-FFF2-40B4-BE49-F238E27FC236}">
                <a16:creationId xmlns:a16="http://schemas.microsoft.com/office/drawing/2014/main" id="{D9D1D251-B113-9B44-9FB7-58B2BA56CE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3358" y="2711450"/>
            <a:ext cx="3463952" cy="2613025"/>
          </a:xfrm>
          <a:prstGeom prst="rect">
            <a:avLst/>
          </a:prstGeom>
        </p:spPr>
      </p:pic>
      <p:sp>
        <p:nvSpPr>
          <p:cNvPr id="4" name="TextBox 3">
            <a:extLst>
              <a:ext uri="{FF2B5EF4-FFF2-40B4-BE49-F238E27FC236}">
                <a16:creationId xmlns:a16="http://schemas.microsoft.com/office/drawing/2014/main" id="{6FC341BE-44D9-2741-A56E-1A197833CAB4}"/>
              </a:ext>
            </a:extLst>
          </p:cNvPr>
          <p:cNvSpPr txBox="1"/>
          <p:nvPr/>
        </p:nvSpPr>
        <p:spPr>
          <a:xfrm>
            <a:off x="1181986" y="1010305"/>
            <a:ext cx="3561464" cy="523220"/>
          </a:xfrm>
          <a:prstGeom prst="rect">
            <a:avLst/>
          </a:prstGeom>
          <a:noFill/>
        </p:spPr>
        <p:txBody>
          <a:bodyPr wrap="square" rtlCol="0">
            <a:spAutoFit/>
          </a:bodyPr>
          <a:lstStyle/>
          <a:p>
            <a:pPr algn="l"/>
            <a:r>
              <a:rPr lang="en-US" sz="2800" b="1">
                <a:latin typeface="Century" panose="02000000000000000000" pitchFamily="2" charset="0"/>
                <a:ea typeface="Century" panose="02000000000000000000" pitchFamily="2" charset="0"/>
                <a:cs typeface="Arial" panose="020B0604020202020204" pitchFamily="34" charset="0"/>
              </a:rPr>
              <a:t>Problems on </a:t>
            </a:r>
          </a:p>
        </p:txBody>
      </p:sp>
    </p:spTree>
    <p:extLst>
      <p:ext uri="{BB962C8B-B14F-4D97-AF65-F5344CB8AC3E}">
        <p14:creationId xmlns:p14="http://schemas.microsoft.com/office/powerpoint/2010/main" val="3515664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2</a:t>
            </a:fld>
            <a:endParaRPr lang="en-IN"/>
          </a:p>
        </p:txBody>
      </p:sp>
      <p:sp>
        <p:nvSpPr>
          <p:cNvPr id="8" name="Title 7">
            <a:extLst>
              <a:ext uri="{FF2B5EF4-FFF2-40B4-BE49-F238E27FC236}">
                <a16:creationId xmlns:a16="http://schemas.microsoft.com/office/drawing/2014/main" id="{97ACA76C-BB0C-43A5-87FC-1C38AD57E04F}"/>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3A64309-A9C9-D4CB-D598-1A8C83E4A4BD}"/>
                  </a:ext>
                </a:extLst>
              </p14:cNvPr>
              <p14:cNvContentPartPr/>
              <p14:nvPr/>
            </p14:nvContentPartPr>
            <p14:xfrm>
              <a:off x="500400" y="103680"/>
              <a:ext cx="8728920" cy="6707520"/>
            </p14:xfrm>
          </p:contentPart>
        </mc:Choice>
        <mc:Fallback xmlns="">
          <p:pic>
            <p:nvPicPr>
              <p:cNvPr id="6" name="Ink 5">
                <a:extLst>
                  <a:ext uri="{FF2B5EF4-FFF2-40B4-BE49-F238E27FC236}">
                    <a16:creationId xmlns:a16="http://schemas.microsoft.com/office/drawing/2014/main" id="{03A64309-A9C9-D4CB-D598-1A8C83E4A4BD}"/>
                  </a:ext>
                </a:extLst>
              </p:cNvPr>
              <p:cNvPicPr/>
              <p:nvPr/>
            </p:nvPicPr>
            <p:blipFill>
              <a:blip r:embed="rId3"/>
              <a:stretch>
                <a:fillRect/>
              </a:stretch>
            </p:blipFill>
            <p:spPr>
              <a:xfrm>
                <a:off x="491040" y="94320"/>
                <a:ext cx="8747640" cy="6726240"/>
              </a:xfrm>
              <a:prstGeom prst="rect">
                <a:avLst/>
              </a:prstGeom>
            </p:spPr>
          </p:pic>
        </mc:Fallback>
      </mc:AlternateContent>
    </p:spTree>
    <p:extLst>
      <p:ext uri="{BB962C8B-B14F-4D97-AF65-F5344CB8AC3E}">
        <p14:creationId xmlns:p14="http://schemas.microsoft.com/office/powerpoint/2010/main" val="4270810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457200" y="548680"/>
            <a:ext cx="8229600" cy="1143000"/>
          </a:xfrm>
        </p:spPr>
        <p:txBody>
          <a:bodyPr>
            <a:noAutofit/>
          </a:bodyPr>
          <a:lstStyle/>
          <a:p>
            <a:pPr algn="l"/>
            <a:r>
              <a:rPr lang="en-US" sz="2000" dirty="0">
                <a:latin typeface="Poppins" panose="00000500000000000000" pitchFamily="2" charset="0"/>
                <a:cs typeface="Poppins" panose="00000500000000000000" pitchFamily="2" charset="0"/>
              </a:rPr>
              <a:t>1. A train running at a speed of 60 kmph crosses a pole in 9 seconds. What is the length of the train?</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p:txBody>
          <a:bodyPr>
            <a:normAutofit/>
          </a:bodyPr>
          <a:lstStyle/>
          <a:p>
            <a:pPr marL="514350" indent="-514350">
              <a:buAutoNum type="alphaUcPeriod"/>
            </a:pPr>
            <a:r>
              <a:rPr lang="en-US" sz="2000" dirty="0">
                <a:latin typeface="Poppins" panose="00000500000000000000" pitchFamily="2" charset="0"/>
                <a:cs typeface="Poppins" panose="00000500000000000000" pitchFamily="2" charset="0"/>
              </a:rPr>
              <a:t>120 meters</a:t>
            </a:r>
          </a:p>
          <a:p>
            <a:pPr marL="514350" indent="-514350">
              <a:buAutoNum type="alphaUcPeriod"/>
            </a:pPr>
            <a:r>
              <a:rPr lang="en-US" sz="2000" dirty="0">
                <a:latin typeface="Poppins" panose="00000500000000000000" pitchFamily="2" charset="0"/>
                <a:cs typeface="Poppins" panose="00000500000000000000" pitchFamily="2" charset="0"/>
              </a:rPr>
              <a:t>180 meters</a:t>
            </a:r>
          </a:p>
          <a:p>
            <a:pPr marL="514350" indent="-514350">
              <a:buAutoNum type="alphaUcPeriod"/>
            </a:pPr>
            <a:r>
              <a:rPr lang="en-US" sz="2000" dirty="0">
                <a:latin typeface="Poppins" panose="00000500000000000000" pitchFamily="2" charset="0"/>
                <a:cs typeface="Poppins" panose="00000500000000000000" pitchFamily="2" charset="0"/>
              </a:rPr>
              <a:t>324 meters</a:t>
            </a:r>
          </a:p>
          <a:p>
            <a:pPr marL="514350" indent="-514350">
              <a:buAutoNum type="alphaUcPeriod"/>
            </a:pPr>
            <a:r>
              <a:rPr lang="en-US" sz="2000" dirty="0">
                <a:latin typeface="Poppins" panose="00000500000000000000" pitchFamily="2" charset="0"/>
                <a:cs typeface="Poppins" panose="00000500000000000000" pitchFamily="2" charset="0"/>
              </a:rPr>
              <a:t>150 meters</a:t>
            </a: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3</a:t>
            </a:fld>
            <a:endParaRPr lang="en-IN"/>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A3C0370F-194A-4913-FDF1-B015AFEAB2AE}"/>
                  </a:ext>
                </a:extLst>
              </p14:cNvPr>
              <p14:cNvContentPartPr/>
              <p14:nvPr/>
            </p14:nvContentPartPr>
            <p14:xfrm>
              <a:off x="264240" y="462960"/>
              <a:ext cx="7887960" cy="4269960"/>
            </p14:xfrm>
          </p:contentPart>
        </mc:Choice>
        <mc:Fallback xmlns="">
          <p:pic>
            <p:nvPicPr>
              <p:cNvPr id="7" name="Ink 6">
                <a:extLst>
                  <a:ext uri="{FF2B5EF4-FFF2-40B4-BE49-F238E27FC236}">
                    <a16:creationId xmlns:a16="http://schemas.microsoft.com/office/drawing/2014/main" id="{A3C0370F-194A-4913-FDF1-B015AFEAB2AE}"/>
                  </a:ext>
                </a:extLst>
              </p:cNvPr>
              <p:cNvPicPr/>
              <p:nvPr/>
            </p:nvPicPr>
            <p:blipFill>
              <a:blip r:embed="rId4"/>
              <a:stretch>
                <a:fillRect/>
              </a:stretch>
            </p:blipFill>
            <p:spPr>
              <a:xfrm>
                <a:off x="254880" y="453600"/>
                <a:ext cx="7906680" cy="4288680"/>
              </a:xfrm>
              <a:prstGeom prst="rect">
                <a:avLst/>
              </a:prstGeom>
            </p:spPr>
          </p:pic>
        </mc:Fallback>
      </mc:AlternateContent>
    </p:spTree>
    <p:extLst>
      <p:ext uri="{BB962C8B-B14F-4D97-AF65-F5344CB8AC3E}">
        <p14:creationId xmlns:p14="http://schemas.microsoft.com/office/powerpoint/2010/main" val="19515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2. A 135m long train running with a speed of 54 kmph. In how much time will the train pass the electric pole </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511277" y="1847753"/>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9 sec</a:t>
            </a:r>
          </a:p>
          <a:p>
            <a:pPr marL="514350" indent="-514350">
              <a:buAutoNum type="alphaUcPeriod"/>
            </a:pPr>
            <a:r>
              <a:rPr lang="en-US" sz="2000" dirty="0">
                <a:solidFill>
                  <a:srgbClr val="444444"/>
                </a:solidFill>
                <a:latin typeface="Poppins" panose="00000500000000000000" pitchFamily="2" charset="0"/>
              </a:rPr>
              <a:t>10 sec</a:t>
            </a:r>
          </a:p>
          <a:p>
            <a:pPr marL="514350" indent="-514350">
              <a:buAutoNum type="alphaUcPeriod"/>
            </a:pPr>
            <a:r>
              <a:rPr lang="en-US" sz="2000" dirty="0">
                <a:solidFill>
                  <a:srgbClr val="444444"/>
                </a:solidFill>
                <a:latin typeface="Poppins" panose="00000500000000000000" pitchFamily="2" charset="0"/>
              </a:rPr>
              <a:t>12 sec</a:t>
            </a:r>
          </a:p>
          <a:p>
            <a:pPr marL="514350" indent="-514350">
              <a:buAutoNum type="alphaUcPeriod"/>
            </a:pPr>
            <a:r>
              <a:rPr lang="en-US" sz="2000" dirty="0">
                <a:solidFill>
                  <a:srgbClr val="444444"/>
                </a:solidFill>
                <a:latin typeface="Poppins" panose="00000500000000000000" pitchFamily="2" charset="0"/>
              </a:rPr>
              <a:t>15 sec</a:t>
            </a:r>
            <a:endParaRPr lang="en-US" sz="2000" dirty="0"/>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4</a:t>
            </a:fld>
            <a:endParaRPr lang="en-IN"/>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FAE6878-0D74-4475-A284-D451807A2B4B}"/>
                  </a:ext>
                </a:extLst>
              </p14:cNvPr>
              <p14:cNvContentPartPr/>
              <p14:nvPr/>
            </p14:nvContentPartPr>
            <p14:xfrm>
              <a:off x="9360" y="632880"/>
              <a:ext cx="7755840" cy="3070440"/>
            </p14:xfrm>
          </p:contentPart>
        </mc:Choice>
        <mc:Fallback xmlns="">
          <p:pic>
            <p:nvPicPr>
              <p:cNvPr id="6" name="Ink 5">
                <a:extLst>
                  <a:ext uri="{FF2B5EF4-FFF2-40B4-BE49-F238E27FC236}">
                    <a16:creationId xmlns:a16="http://schemas.microsoft.com/office/drawing/2014/main" id="{EFAE6878-0D74-4475-A284-D451807A2B4B}"/>
                  </a:ext>
                </a:extLst>
              </p:cNvPr>
              <p:cNvPicPr/>
              <p:nvPr/>
            </p:nvPicPr>
            <p:blipFill>
              <a:blip r:embed="rId4"/>
              <a:stretch>
                <a:fillRect/>
              </a:stretch>
            </p:blipFill>
            <p:spPr>
              <a:xfrm>
                <a:off x="0" y="623520"/>
                <a:ext cx="7774560" cy="3089160"/>
              </a:xfrm>
              <a:prstGeom prst="rect">
                <a:avLst/>
              </a:prstGeom>
            </p:spPr>
          </p:pic>
        </mc:Fallback>
      </mc:AlternateContent>
    </p:spTree>
    <p:extLst>
      <p:ext uri="{BB962C8B-B14F-4D97-AF65-F5344CB8AC3E}">
        <p14:creationId xmlns:p14="http://schemas.microsoft.com/office/powerpoint/2010/main" val="2045684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3. A train 125m long passes a man, running at 5 kmph in the same direction in which the train is going, in 10 seconds. The speed of the train is</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45 kmph</a:t>
            </a:r>
          </a:p>
          <a:p>
            <a:pPr marL="514350" indent="-514350">
              <a:buAutoNum type="alphaUcPeriod"/>
            </a:pPr>
            <a:r>
              <a:rPr lang="en-US" sz="2000" dirty="0">
                <a:solidFill>
                  <a:srgbClr val="444444"/>
                </a:solidFill>
                <a:latin typeface="Poppins" panose="00000500000000000000" pitchFamily="2" charset="0"/>
              </a:rPr>
              <a:t>50 kmph</a:t>
            </a:r>
          </a:p>
          <a:p>
            <a:pPr marL="514350" indent="-514350">
              <a:buAutoNum type="alphaUcPeriod"/>
            </a:pPr>
            <a:r>
              <a:rPr lang="en-US" sz="2000" dirty="0">
                <a:solidFill>
                  <a:srgbClr val="444444"/>
                </a:solidFill>
                <a:latin typeface="Poppins" panose="00000500000000000000" pitchFamily="2" charset="0"/>
              </a:rPr>
              <a:t>54 kmph</a:t>
            </a:r>
          </a:p>
          <a:p>
            <a:pPr marL="514350" indent="-514350">
              <a:buAutoNum type="alphaUcPeriod"/>
            </a:pPr>
            <a:r>
              <a:rPr lang="en-US" sz="2000" dirty="0">
                <a:solidFill>
                  <a:srgbClr val="444444"/>
                </a:solidFill>
                <a:latin typeface="Poppins" panose="00000500000000000000" pitchFamily="2" charset="0"/>
              </a:rPr>
              <a:t>55 kmph</a:t>
            </a:r>
            <a:endParaRPr lang="en-US" sz="2000" dirty="0"/>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5</a:t>
            </a:fld>
            <a:endParaRPr lang="en-IN"/>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1265388-8CCD-355B-9894-41AD48B9C44A}"/>
                  </a:ext>
                </a:extLst>
              </p14:cNvPr>
              <p14:cNvContentPartPr/>
              <p14:nvPr/>
            </p14:nvContentPartPr>
            <p14:xfrm>
              <a:off x="339840" y="585720"/>
              <a:ext cx="8709840" cy="5403600"/>
            </p14:xfrm>
          </p:contentPart>
        </mc:Choice>
        <mc:Fallback xmlns="">
          <p:pic>
            <p:nvPicPr>
              <p:cNvPr id="6" name="Ink 5">
                <a:extLst>
                  <a:ext uri="{FF2B5EF4-FFF2-40B4-BE49-F238E27FC236}">
                    <a16:creationId xmlns:a16="http://schemas.microsoft.com/office/drawing/2014/main" id="{C1265388-8CCD-355B-9894-41AD48B9C44A}"/>
                  </a:ext>
                </a:extLst>
              </p:cNvPr>
              <p:cNvPicPr/>
              <p:nvPr/>
            </p:nvPicPr>
            <p:blipFill>
              <a:blip r:embed="rId4"/>
              <a:stretch>
                <a:fillRect/>
              </a:stretch>
            </p:blipFill>
            <p:spPr>
              <a:xfrm>
                <a:off x="330480" y="576360"/>
                <a:ext cx="8728560" cy="5422320"/>
              </a:xfrm>
              <a:prstGeom prst="rect">
                <a:avLst/>
              </a:prstGeom>
            </p:spPr>
          </p:pic>
        </mc:Fallback>
      </mc:AlternateContent>
    </p:spTree>
    <p:extLst>
      <p:ext uri="{BB962C8B-B14F-4D97-AF65-F5344CB8AC3E}">
        <p14:creationId xmlns:p14="http://schemas.microsoft.com/office/powerpoint/2010/main" val="1485859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4. A train running at the speed of 72kmph crosses a platform in 15 seconds. What is the length of the train, if the length if the platform is double of the length of the train</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200 m</a:t>
            </a:r>
          </a:p>
          <a:p>
            <a:pPr marL="514350" indent="-514350">
              <a:buAutoNum type="alphaUcPeriod"/>
            </a:pPr>
            <a:r>
              <a:rPr lang="en-US" sz="2000" dirty="0">
                <a:solidFill>
                  <a:srgbClr val="444444"/>
                </a:solidFill>
                <a:latin typeface="Poppins" panose="00000500000000000000" pitchFamily="2" charset="0"/>
              </a:rPr>
              <a:t>100 m</a:t>
            </a:r>
          </a:p>
          <a:p>
            <a:pPr marL="514350" indent="-514350">
              <a:buAutoNum type="alphaUcPeriod"/>
            </a:pPr>
            <a:r>
              <a:rPr lang="en-US" sz="2000" dirty="0">
                <a:solidFill>
                  <a:srgbClr val="444444"/>
                </a:solidFill>
                <a:latin typeface="Poppins" panose="00000500000000000000" pitchFamily="2" charset="0"/>
              </a:rPr>
              <a:t>240 m</a:t>
            </a:r>
          </a:p>
          <a:p>
            <a:pPr marL="514350" indent="-514350">
              <a:buAutoNum type="alphaUcPeriod"/>
            </a:pPr>
            <a:r>
              <a:rPr lang="en-US" sz="2000" dirty="0">
                <a:solidFill>
                  <a:srgbClr val="444444"/>
                </a:solidFill>
                <a:latin typeface="Poppins" panose="00000500000000000000" pitchFamily="2" charset="0"/>
              </a:rPr>
              <a:t>300 m</a:t>
            </a:r>
            <a:endParaRPr lang="en-US" sz="2000" dirty="0"/>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6</a:t>
            </a:fld>
            <a:endParaRPr lang="en-IN"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31FC3C0-C765-1022-15EB-6729F56EE768}"/>
                  </a:ext>
                </a:extLst>
              </p14:cNvPr>
              <p14:cNvContentPartPr/>
              <p14:nvPr/>
            </p14:nvContentPartPr>
            <p14:xfrm>
              <a:off x="302040" y="670680"/>
              <a:ext cx="8473680" cy="4477680"/>
            </p14:xfrm>
          </p:contentPart>
        </mc:Choice>
        <mc:Fallback xmlns="">
          <p:pic>
            <p:nvPicPr>
              <p:cNvPr id="6" name="Ink 5">
                <a:extLst>
                  <a:ext uri="{FF2B5EF4-FFF2-40B4-BE49-F238E27FC236}">
                    <a16:creationId xmlns:a16="http://schemas.microsoft.com/office/drawing/2014/main" id="{D31FC3C0-C765-1022-15EB-6729F56EE768}"/>
                  </a:ext>
                </a:extLst>
              </p:cNvPr>
              <p:cNvPicPr/>
              <p:nvPr/>
            </p:nvPicPr>
            <p:blipFill>
              <a:blip r:embed="rId4"/>
              <a:stretch>
                <a:fillRect/>
              </a:stretch>
            </p:blipFill>
            <p:spPr>
              <a:xfrm>
                <a:off x="292680" y="661320"/>
                <a:ext cx="8492400" cy="4496400"/>
              </a:xfrm>
              <a:prstGeom prst="rect">
                <a:avLst/>
              </a:prstGeom>
            </p:spPr>
          </p:pic>
        </mc:Fallback>
      </mc:AlternateContent>
    </p:spTree>
    <p:extLst>
      <p:ext uri="{BB962C8B-B14F-4D97-AF65-F5344CB8AC3E}">
        <p14:creationId xmlns:p14="http://schemas.microsoft.com/office/powerpoint/2010/main" val="1159750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5. Two trains are running in opposite directions with the same speed. If the length of each train is 120 meters and they cross each other in 12 seconds, then the speed of each train (in kmph) is</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10</a:t>
            </a:r>
          </a:p>
          <a:p>
            <a:pPr marL="514350" indent="-514350">
              <a:buAutoNum type="alphaUcPeriod"/>
            </a:pPr>
            <a:r>
              <a:rPr lang="en-US" sz="2000" dirty="0">
                <a:solidFill>
                  <a:srgbClr val="444444"/>
                </a:solidFill>
                <a:latin typeface="Poppins" panose="00000500000000000000" pitchFamily="2" charset="0"/>
              </a:rPr>
              <a:t>18</a:t>
            </a:r>
          </a:p>
          <a:p>
            <a:pPr marL="514350" indent="-514350">
              <a:buAutoNum type="alphaUcPeriod"/>
            </a:pPr>
            <a:r>
              <a:rPr lang="en-US" sz="2000" dirty="0">
                <a:solidFill>
                  <a:srgbClr val="444444"/>
                </a:solidFill>
                <a:latin typeface="Poppins" panose="00000500000000000000" pitchFamily="2" charset="0"/>
              </a:rPr>
              <a:t>36</a:t>
            </a:r>
          </a:p>
          <a:p>
            <a:pPr marL="514350" indent="-514350">
              <a:buAutoNum type="alphaUcPeriod"/>
            </a:pPr>
            <a:r>
              <a:rPr lang="en-US" sz="2000" dirty="0">
                <a:solidFill>
                  <a:srgbClr val="444444"/>
                </a:solidFill>
                <a:latin typeface="Poppins" panose="00000500000000000000" pitchFamily="2" charset="0"/>
              </a:rPr>
              <a:t>20</a:t>
            </a:r>
            <a:endParaRPr lang="en-US" sz="2000" dirty="0"/>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7</a:t>
            </a:fld>
            <a:endParaRPr lang="en-IN"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B1BAEE7D-427D-CF36-E36C-01AC1C9124E6}"/>
                  </a:ext>
                </a:extLst>
              </p14:cNvPr>
              <p14:cNvContentPartPr/>
              <p14:nvPr/>
            </p14:nvContentPartPr>
            <p14:xfrm>
              <a:off x="188640" y="1199520"/>
              <a:ext cx="8662680" cy="5224320"/>
            </p14:xfrm>
          </p:contentPart>
        </mc:Choice>
        <mc:Fallback xmlns="">
          <p:pic>
            <p:nvPicPr>
              <p:cNvPr id="6" name="Ink 5">
                <a:extLst>
                  <a:ext uri="{FF2B5EF4-FFF2-40B4-BE49-F238E27FC236}">
                    <a16:creationId xmlns:a16="http://schemas.microsoft.com/office/drawing/2014/main" id="{B1BAEE7D-427D-CF36-E36C-01AC1C9124E6}"/>
                  </a:ext>
                </a:extLst>
              </p:cNvPr>
              <p:cNvPicPr/>
              <p:nvPr/>
            </p:nvPicPr>
            <p:blipFill>
              <a:blip r:embed="rId4"/>
              <a:stretch>
                <a:fillRect/>
              </a:stretch>
            </p:blipFill>
            <p:spPr>
              <a:xfrm>
                <a:off x="179280" y="1190160"/>
                <a:ext cx="8681400" cy="5243040"/>
              </a:xfrm>
              <a:prstGeom prst="rect">
                <a:avLst/>
              </a:prstGeom>
            </p:spPr>
          </p:pic>
        </mc:Fallback>
      </mc:AlternateContent>
    </p:spTree>
    <p:extLst>
      <p:ext uri="{BB962C8B-B14F-4D97-AF65-F5344CB8AC3E}">
        <p14:creationId xmlns:p14="http://schemas.microsoft.com/office/powerpoint/2010/main" val="1941250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611560" y="687386"/>
            <a:ext cx="8229600" cy="1143000"/>
          </a:xfrm>
        </p:spPr>
        <p:txBody>
          <a:bodyPr>
            <a:noAutofit/>
          </a:bodyPr>
          <a:lstStyle/>
          <a:p>
            <a:pPr algn="l"/>
            <a:r>
              <a:rPr lang="en-US" sz="2000" dirty="0">
                <a:latin typeface="Poppins" panose="00000500000000000000" pitchFamily="2" charset="0"/>
                <a:cs typeface="Poppins" panose="00000500000000000000" pitchFamily="2" charset="0"/>
              </a:rPr>
              <a:t>6 Two trains,  153 m long and other 127 m long coming from opposite directions crossed each other in 7.2 seconds. The combined speed of the two trains every hour(in kmph) would then be </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dirty="0">
                <a:latin typeface="Poppins" panose="00000500000000000000" pitchFamily="2" charset="0"/>
                <a:cs typeface="Poppins" panose="00000500000000000000" pitchFamily="2" charset="0"/>
              </a:rPr>
              <a:t>140 </a:t>
            </a:r>
          </a:p>
          <a:p>
            <a:pPr marL="514350" indent="-514350">
              <a:buAutoNum type="alphaUcPeriod"/>
            </a:pPr>
            <a:r>
              <a:rPr lang="en-US" sz="2000" dirty="0">
                <a:latin typeface="Poppins" panose="00000500000000000000" pitchFamily="2" charset="0"/>
                <a:cs typeface="Poppins" panose="00000500000000000000" pitchFamily="2" charset="0"/>
              </a:rPr>
              <a:t>105</a:t>
            </a:r>
          </a:p>
          <a:p>
            <a:pPr marL="514350" indent="-514350">
              <a:buAutoNum type="alphaUcPeriod"/>
            </a:pPr>
            <a:r>
              <a:rPr lang="en-US" sz="2000" dirty="0">
                <a:latin typeface="Poppins" panose="00000500000000000000" pitchFamily="2" charset="0"/>
                <a:cs typeface="Poppins" panose="00000500000000000000" pitchFamily="2" charset="0"/>
              </a:rPr>
              <a:t>70</a:t>
            </a:r>
          </a:p>
          <a:p>
            <a:pPr marL="514350" indent="-514350">
              <a:buAutoNum type="alphaUcPeriod"/>
            </a:pPr>
            <a:r>
              <a:rPr lang="en-US" sz="2000" dirty="0">
                <a:latin typeface="Poppins" panose="00000500000000000000" pitchFamily="2" charset="0"/>
                <a:cs typeface="Poppins" panose="00000500000000000000" pitchFamily="2" charset="0"/>
              </a:rPr>
              <a:t>280</a:t>
            </a: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8</a:t>
            </a:fld>
            <a:endParaRPr lang="en-IN" dirty="0"/>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B61B5427-4480-E9B4-EC66-07D0B2A600CC}"/>
                  </a:ext>
                </a:extLst>
              </p14:cNvPr>
              <p14:cNvContentPartPr/>
              <p14:nvPr/>
            </p14:nvContentPartPr>
            <p14:xfrm>
              <a:off x="245520" y="869040"/>
              <a:ext cx="7576200" cy="5866560"/>
            </p14:xfrm>
          </p:contentPart>
        </mc:Choice>
        <mc:Fallback>
          <p:pic>
            <p:nvPicPr>
              <p:cNvPr id="6" name="Ink 5">
                <a:extLst>
                  <a:ext uri="{FF2B5EF4-FFF2-40B4-BE49-F238E27FC236}">
                    <a16:creationId xmlns:a16="http://schemas.microsoft.com/office/drawing/2014/main" id="{B61B5427-4480-E9B4-EC66-07D0B2A600CC}"/>
                  </a:ext>
                </a:extLst>
              </p:cNvPr>
              <p:cNvPicPr/>
              <p:nvPr/>
            </p:nvPicPr>
            <p:blipFill>
              <a:blip r:embed="rId4"/>
              <a:stretch>
                <a:fillRect/>
              </a:stretch>
            </p:blipFill>
            <p:spPr>
              <a:xfrm>
                <a:off x="236160" y="859680"/>
                <a:ext cx="7594920" cy="5885280"/>
              </a:xfrm>
              <a:prstGeom prst="rect">
                <a:avLst/>
              </a:prstGeom>
            </p:spPr>
          </p:pic>
        </mc:Fallback>
      </mc:AlternateContent>
    </p:spTree>
    <p:extLst>
      <p:ext uri="{BB962C8B-B14F-4D97-AF65-F5344CB8AC3E}">
        <p14:creationId xmlns:p14="http://schemas.microsoft.com/office/powerpoint/2010/main" val="1702280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7. Two trains running in opposite directions on parallel tracks, at speeds of 42 kmph and 57 kmph, take 18 seconds to cross each other. If the length of the train is 270m, then the length of the other train is</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250 m</a:t>
            </a:r>
          </a:p>
          <a:p>
            <a:pPr marL="514350" indent="-514350">
              <a:buAutoNum type="alphaUcPeriod"/>
            </a:pPr>
            <a:r>
              <a:rPr lang="en-US" sz="2000" dirty="0">
                <a:solidFill>
                  <a:srgbClr val="444444"/>
                </a:solidFill>
                <a:latin typeface="Poppins" panose="00000500000000000000" pitchFamily="2" charset="0"/>
              </a:rPr>
              <a:t>225 m</a:t>
            </a:r>
          </a:p>
          <a:p>
            <a:pPr marL="514350" indent="-514350">
              <a:buAutoNum type="alphaUcPeriod"/>
            </a:pPr>
            <a:r>
              <a:rPr lang="en-US" sz="2000" dirty="0">
                <a:solidFill>
                  <a:srgbClr val="444444"/>
                </a:solidFill>
                <a:latin typeface="Poppins" panose="00000500000000000000" pitchFamily="2" charset="0"/>
              </a:rPr>
              <a:t>230 m</a:t>
            </a:r>
          </a:p>
          <a:p>
            <a:pPr marL="514350" indent="-514350">
              <a:buAutoNum type="alphaUcPeriod"/>
            </a:pPr>
            <a:r>
              <a:rPr lang="en-US" sz="2000" dirty="0">
                <a:solidFill>
                  <a:srgbClr val="444444"/>
                </a:solidFill>
                <a:latin typeface="Poppins" panose="00000500000000000000" pitchFamily="2" charset="0"/>
              </a:rPr>
              <a:t>242 m</a:t>
            </a: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9</a:t>
            </a:fld>
            <a:endParaRPr lang="en-IN" dirty="0"/>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882160D8-6570-6D5C-E05D-5D0996EACFBB}"/>
                  </a:ext>
                </a:extLst>
              </p14:cNvPr>
              <p14:cNvContentPartPr/>
              <p14:nvPr/>
            </p14:nvContentPartPr>
            <p14:xfrm>
              <a:off x="75600" y="944640"/>
              <a:ext cx="8511120" cy="5195880"/>
            </p14:xfrm>
          </p:contentPart>
        </mc:Choice>
        <mc:Fallback>
          <p:pic>
            <p:nvPicPr>
              <p:cNvPr id="6" name="Ink 5">
                <a:extLst>
                  <a:ext uri="{FF2B5EF4-FFF2-40B4-BE49-F238E27FC236}">
                    <a16:creationId xmlns:a16="http://schemas.microsoft.com/office/drawing/2014/main" id="{882160D8-6570-6D5C-E05D-5D0996EACFBB}"/>
                  </a:ext>
                </a:extLst>
              </p:cNvPr>
              <p:cNvPicPr/>
              <p:nvPr/>
            </p:nvPicPr>
            <p:blipFill>
              <a:blip r:embed="rId4"/>
              <a:stretch>
                <a:fillRect/>
              </a:stretch>
            </p:blipFill>
            <p:spPr>
              <a:xfrm>
                <a:off x="66240" y="935280"/>
                <a:ext cx="8529840" cy="5214600"/>
              </a:xfrm>
              <a:prstGeom prst="rect">
                <a:avLst/>
              </a:prstGeom>
            </p:spPr>
          </p:pic>
        </mc:Fallback>
      </mc:AlternateContent>
    </p:spTree>
    <p:extLst>
      <p:ext uri="{BB962C8B-B14F-4D97-AF65-F5344CB8AC3E}">
        <p14:creationId xmlns:p14="http://schemas.microsoft.com/office/powerpoint/2010/main" val="197227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8. A train of length 218m is running at 60 kmph. In what time (in seconds) will it cross a platform of length 282m</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1847753"/>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30</a:t>
            </a:r>
          </a:p>
          <a:p>
            <a:pPr marL="514350" indent="-514350">
              <a:buAutoNum type="alphaUcPeriod"/>
            </a:pPr>
            <a:r>
              <a:rPr lang="en-US" sz="2000" dirty="0">
                <a:solidFill>
                  <a:srgbClr val="444444"/>
                </a:solidFill>
                <a:latin typeface="Poppins" panose="00000500000000000000" pitchFamily="2" charset="0"/>
              </a:rPr>
              <a:t>32</a:t>
            </a:r>
          </a:p>
          <a:p>
            <a:pPr marL="514350" indent="-514350">
              <a:buAutoNum type="alphaUcPeriod"/>
            </a:pPr>
            <a:r>
              <a:rPr lang="en-US" sz="2000" dirty="0">
                <a:solidFill>
                  <a:srgbClr val="444444"/>
                </a:solidFill>
                <a:latin typeface="Poppins" panose="00000500000000000000" pitchFamily="2" charset="0"/>
              </a:rPr>
              <a:t>36</a:t>
            </a:r>
          </a:p>
          <a:p>
            <a:pPr marL="514350" indent="-514350">
              <a:buAutoNum type="alphaUcPeriod"/>
            </a:pPr>
            <a:r>
              <a:rPr lang="en-US" sz="2000" dirty="0">
                <a:solidFill>
                  <a:srgbClr val="444444"/>
                </a:solidFill>
                <a:latin typeface="Poppins" panose="00000500000000000000" pitchFamily="2" charset="0"/>
              </a:rPr>
              <a:t>40</a:t>
            </a: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10</a:t>
            </a:fld>
            <a:endParaRPr lang="en-IN" dirty="0"/>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D159610F-91BF-EE4C-7C33-D69B75C721AD}"/>
                  </a:ext>
                </a:extLst>
              </p14:cNvPr>
              <p14:cNvContentPartPr/>
              <p14:nvPr/>
            </p14:nvContentPartPr>
            <p14:xfrm>
              <a:off x="311400" y="1719000"/>
              <a:ext cx="8596800" cy="4289040"/>
            </p14:xfrm>
          </p:contentPart>
        </mc:Choice>
        <mc:Fallback>
          <p:pic>
            <p:nvPicPr>
              <p:cNvPr id="6" name="Ink 5">
                <a:extLst>
                  <a:ext uri="{FF2B5EF4-FFF2-40B4-BE49-F238E27FC236}">
                    <a16:creationId xmlns:a16="http://schemas.microsoft.com/office/drawing/2014/main" id="{D159610F-91BF-EE4C-7C33-D69B75C721AD}"/>
                  </a:ext>
                </a:extLst>
              </p:cNvPr>
              <p:cNvPicPr/>
              <p:nvPr/>
            </p:nvPicPr>
            <p:blipFill>
              <a:blip r:embed="rId3"/>
              <a:stretch>
                <a:fillRect/>
              </a:stretch>
            </p:blipFill>
            <p:spPr>
              <a:xfrm>
                <a:off x="302040" y="1709640"/>
                <a:ext cx="8615520" cy="4307760"/>
              </a:xfrm>
              <a:prstGeom prst="rect">
                <a:avLst/>
              </a:prstGeom>
            </p:spPr>
          </p:pic>
        </mc:Fallback>
      </mc:AlternateContent>
    </p:spTree>
    <p:extLst>
      <p:ext uri="{BB962C8B-B14F-4D97-AF65-F5344CB8AC3E}">
        <p14:creationId xmlns:p14="http://schemas.microsoft.com/office/powerpoint/2010/main" val="1542366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9. A train leaves Agra at 5 am and reaches Delhi at 9 am another train leaves Delhi at 7 am and reaches Agra at 10:30 am. At what time do the two trains cross each other </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6:36 am</a:t>
            </a:r>
          </a:p>
          <a:p>
            <a:pPr marL="514350" indent="-514350">
              <a:buAutoNum type="alphaUcPeriod"/>
            </a:pPr>
            <a:r>
              <a:rPr lang="en-US" sz="2000" dirty="0">
                <a:solidFill>
                  <a:srgbClr val="444444"/>
                </a:solidFill>
                <a:latin typeface="Poppins" panose="00000500000000000000" pitchFamily="2" charset="0"/>
              </a:rPr>
              <a:t>6:56 am</a:t>
            </a:r>
          </a:p>
          <a:p>
            <a:pPr marL="514350" indent="-514350">
              <a:buAutoNum type="alphaUcPeriod"/>
            </a:pPr>
            <a:r>
              <a:rPr lang="en-US" sz="2000" dirty="0">
                <a:solidFill>
                  <a:srgbClr val="444444"/>
                </a:solidFill>
                <a:latin typeface="Poppins" panose="00000500000000000000" pitchFamily="2" charset="0"/>
              </a:rPr>
              <a:t>7 am </a:t>
            </a:r>
          </a:p>
          <a:p>
            <a:pPr marL="514350" indent="-514350">
              <a:buAutoNum type="alphaUcPeriod"/>
            </a:pPr>
            <a:r>
              <a:rPr lang="en-US" sz="2000" dirty="0">
                <a:solidFill>
                  <a:srgbClr val="444444"/>
                </a:solidFill>
                <a:latin typeface="Poppins" panose="00000500000000000000" pitchFamily="2" charset="0"/>
              </a:rPr>
              <a:t>7:56 am</a:t>
            </a: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11</a:t>
            </a:fld>
            <a:endParaRPr lang="en-IN" dirty="0"/>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F8FBCC93-6461-A16B-52D3-3013371F3A2D}"/>
                  </a:ext>
                </a:extLst>
              </p14:cNvPr>
              <p14:cNvContentPartPr/>
              <p14:nvPr/>
            </p14:nvContentPartPr>
            <p14:xfrm>
              <a:off x="18720" y="113400"/>
              <a:ext cx="8181000" cy="6395400"/>
            </p14:xfrm>
          </p:contentPart>
        </mc:Choice>
        <mc:Fallback>
          <p:pic>
            <p:nvPicPr>
              <p:cNvPr id="6" name="Ink 5">
                <a:extLst>
                  <a:ext uri="{FF2B5EF4-FFF2-40B4-BE49-F238E27FC236}">
                    <a16:creationId xmlns:a16="http://schemas.microsoft.com/office/drawing/2014/main" id="{F8FBCC93-6461-A16B-52D3-3013371F3A2D}"/>
                  </a:ext>
                </a:extLst>
              </p:cNvPr>
              <p:cNvPicPr/>
              <p:nvPr/>
            </p:nvPicPr>
            <p:blipFill>
              <a:blip r:embed="rId4"/>
              <a:stretch>
                <a:fillRect/>
              </a:stretch>
            </p:blipFill>
            <p:spPr>
              <a:xfrm>
                <a:off x="9360" y="104040"/>
                <a:ext cx="8199720" cy="6414120"/>
              </a:xfrm>
              <a:prstGeom prst="rect">
                <a:avLst/>
              </a:prstGeom>
            </p:spPr>
          </p:pic>
        </mc:Fallback>
      </mc:AlternateContent>
    </p:spTree>
    <p:extLst>
      <p:ext uri="{BB962C8B-B14F-4D97-AF65-F5344CB8AC3E}">
        <p14:creationId xmlns:p14="http://schemas.microsoft.com/office/powerpoint/2010/main" val="2681274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10. A train 800m long is running at a speed of 45 kmph. If it crosses a tunnel in 2 min, then the length of the tunnel(in meters) ?</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012949"/>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700 m</a:t>
            </a:r>
          </a:p>
          <a:p>
            <a:pPr marL="514350" indent="-514350">
              <a:buAutoNum type="alphaUcPeriod"/>
            </a:pPr>
            <a:r>
              <a:rPr lang="en-US" sz="2000" dirty="0">
                <a:solidFill>
                  <a:srgbClr val="444444"/>
                </a:solidFill>
                <a:latin typeface="Poppins" panose="00000500000000000000" pitchFamily="2" charset="0"/>
              </a:rPr>
              <a:t>850 m</a:t>
            </a:r>
          </a:p>
          <a:p>
            <a:pPr marL="514350" indent="-514350">
              <a:buAutoNum type="alphaUcPeriod"/>
            </a:pPr>
            <a:r>
              <a:rPr lang="en-US" sz="2000" b="0" i="0" dirty="0">
                <a:solidFill>
                  <a:srgbClr val="444444"/>
                </a:solidFill>
                <a:effectLst/>
                <a:latin typeface="Poppins" panose="00000500000000000000" pitchFamily="2" charset="0"/>
              </a:rPr>
              <a:t>960 m</a:t>
            </a:r>
          </a:p>
          <a:p>
            <a:pPr marL="514350" indent="-514350">
              <a:buAutoNum type="alphaUcPeriod"/>
            </a:pPr>
            <a:r>
              <a:rPr lang="en-US" sz="2000" dirty="0">
                <a:solidFill>
                  <a:srgbClr val="444444"/>
                </a:solidFill>
                <a:latin typeface="Poppins" panose="00000500000000000000" pitchFamily="2" charset="0"/>
              </a:rPr>
              <a:t>720 m</a:t>
            </a:r>
            <a:endParaRPr lang="en-US" sz="2000" b="0" i="0" dirty="0">
              <a:solidFill>
                <a:srgbClr val="444444"/>
              </a:solidFill>
              <a:effectLst/>
              <a:latin typeface="Poppins" panose="00000500000000000000" pitchFamily="2" charset="0"/>
            </a:endParaRP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12</a:t>
            </a:fld>
            <a:endParaRPr lang="en-IN" dirty="0"/>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44CB1852-C26A-683D-1612-705C3F126FCB}"/>
                  </a:ext>
                </a:extLst>
              </p14:cNvPr>
              <p14:cNvContentPartPr/>
              <p14:nvPr/>
            </p14:nvContentPartPr>
            <p14:xfrm>
              <a:off x="254880" y="1492560"/>
              <a:ext cx="8181000" cy="4364280"/>
            </p14:xfrm>
          </p:contentPart>
        </mc:Choice>
        <mc:Fallback>
          <p:pic>
            <p:nvPicPr>
              <p:cNvPr id="6" name="Ink 5">
                <a:extLst>
                  <a:ext uri="{FF2B5EF4-FFF2-40B4-BE49-F238E27FC236}">
                    <a16:creationId xmlns:a16="http://schemas.microsoft.com/office/drawing/2014/main" id="{44CB1852-C26A-683D-1612-705C3F126FCB}"/>
                  </a:ext>
                </a:extLst>
              </p:cNvPr>
              <p:cNvPicPr/>
              <p:nvPr/>
            </p:nvPicPr>
            <p:blipFill>
              <a:blip r:embed="rId4"/>
              <a:stretch>
                <a:fillRect/>
              </a:stretch>
            </p:blipFill>
            <p:spPr>
              <a:xfrm>
                <a:off x="245520" y="1483200"/>
                <a:ext cx="8199720" cy="4383000"/>
              </a:xfrm>
              <a:prstGeom prst="rect">
                <a:avLst/>
              </a:prstGeom>
            </p:spPr>
          </p:pic>
        </mc:Fallback>
      </mc:AlternateContent>
    </p:spTree>
    <p:extLst>
      <p:ext uri="{BB962C8B-B14F-4D97-AF65-F5344CB8AC3E}">
        <p14:creationId xmlns:p14="http://schemas.microsoft.com/office/powerpoint/2010/main" val="2042205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11. Train P and Q are 699 km apart and they started running at the same time towards each other with initial speed of 54 kmph and 96 kmph resp. if train P increases its speed by 9 kmph every hour and train Q decreases its speed by 6 kmph every hour, then find the time after which they will meet</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611560" y="2322643"/>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5 hours</a:t>
            </a:r>
          </a:p>
          <a:p>
            <a:pPr marL="514350" indent="-514350">
              <a:buAutoNum type="alphaUcPeriod"/>
            </a:pPr>
            <a:r>
              <a:rPr lang="en-US" sz="2000" dirty="0">
                <a:solidFill>
                  <a:srgbClr val="444444"/>
                </a:solidFill>
                <a:latin typeface="Poppins" panose="00000500000000000000" pitchFamily="2" charset="0"/>
              </a:rPr>
              <a:t>5.5 hours</a:t>
            </a:r>
          </a:p>
          <a:p>
            <a:pPr marL="514350" indent="-514350">
              <a:buAutoNum type="alphaUcPeriod"/>
            </a:pPr>
            <a:r>
              <a:rPr lang="en-US" sz="2000" b="0" i="0" dirty="0">
                <a:solidFill>
                  <a:srgbClr val="444444"/>
                </a:solidFill>
                <a:effectLst/>
                <a:latin typeface="Poppins" panose="00000500000000000000" pitchFamily="2" charset="0"/>
              </a:rPr>
              <a:t>3.5 hours</a:t>
            </a:r>
          </a:p>
          <a:p>
            <a:pPr marL="514350" indent="-514350">
              <a:buAutoNum type="alphaUcPeriod"/>
            </a:pPr>
            <a:r>
              <a:rPr lang="en-US" sz="2000" dirty="0">
                <a:solidFill>
                  <a:srgbClr val="444444"/>
                </a:solidFill>
                <a:latin typeface="Poppins" panose="00000500000000000000" pitchFamily="2" charset="0"/>
              </a:rPr>
              <a:t>4.5 hours</a:t>
            </a:r>
            <a:endParaRPr lang="en-US" sz="2000" b="0" i="0" dirty="0">
              <a:solidFill>
                <a:srgbClr val="444444"/>
              </a:solidFill>
              <a:effectLst/>
              <a:latin typeface="Poppins" panose="00000500000000000000" pitchFamily="2" charset="0"/>
            </a:endParaRP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13</a:t>
            </a:fld>
            <a:endParaRPr lang="en-IN" dirty="0"/>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5CB6B58A-F02D-6F4E-1193-9FB5330494E1}"/>
                  </a:ext>
                </a:extLst>
              </p14:cNvPr>
              <p14:cNvContentPartPr/>
              <p14:nvPr/>
            </p14:nvContentPartPr>
            <p14:xfrm>
              <a:off x="188640" y="132120"/>
              <a:ext cx="9068760" cy="6603480"/>
            </p14:xfrm>
          </p:contentPart>
        </mc:Choice>
        <mc:Fallback>
          <p:pic>
            <p:nvPicPr>
              <p:cNvPr id="6" name="Ink 5">
                <a:extLst>
                  <a:ext uri="{FF2B5EF4-FFF2-40B4-BE49-F238E27FC236}">
                    <a16:creationId xmlns:a16="http://schemas.microsoft.com/office/drawing/2014/main" id="{5CB6B58A-F02D-6F4E-1193-9FB5330494E1}"/>
                  </a:ext>
                </a:extLst>
              </p:cNvPr>
              <p:cNvPicPr/>
              <p:nvPr/>
            </p:nvPicPr>
            <p:blipFill>
              <a:blip r:embed="rId4"/>
              <a:stretch>
                <a:fillRect/>
              </a:stretch>
            </p:blipFill>
            <p:spPr>
              <a:xfrm>
                <a:off x="179280" y="122760"/>
                <a:ext cx="9087480" cy="6622200"/>
              </a:xfrm>
              <a:prstGeom prst="rect">
                <a:avLst/>
              </a:prstGeom>
            </p:spPr>
          </p:pic>
        </mc:Fallback>
      </mc:AlternateContent>
    </p:spTree>
    <p:extLst>
      <p:ext uri="{BB962C8B-B14F-4D97-AF65-F5344CB8AC3E}">
        <p14:creationId xmlns:p14="http://schemas.microsoft.com/office/powerpoint/2010/main" val="4229827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148F-2FDD-A341-B973-1F9C580C1B20}"/>
              </a:ext>
            </a:extLst>
          </p:cNvPr>
          <p:cNvSpPr>
            <a:spLocks noGrp="1"/>
          </p:cNvSpPr>
          <p:nvPr>
            <p:ph type="title"/>
          </p:nvPr>
        </p:nvSpPr>
        <p:spPr>
          <a:xfrm>
            <a:off x="501445" y="722118"/>
            <a:ext cx="8229600" cy="1143000"/>
          </a:xfrm>
        </p:spPr>
        <p:txBody>
          <a:bodyPr>
            <a:noAutofit/>
          </a:bodyPr>
          <a:lstStyle/>
          <a:p>
            <a:pPr algn="l"/>
            <a:r>
              <a:rPr lang="en-US" sz="2000" dirty="0">
                <a:latin typeface="Poppins" panose="00000500000000000000" pitchFamily="2" charset="0"/>
                <a:cs typeface="Poppins" panose="00000500000000000000" pitchFamily="2" charset="0"/>
              </a:rPr>
              <a:t>12. Train P crosses train Q running in same direction at the speed of 54 kmph in 162 seconds and the ratio of the length train P to Q is 4:5. if the difference between length of train P and Q is 30m, then what is the speed of train P </a:t>
            </a:r>
          </a:p>
        </p:txBody>
      </p:sp>
      <p:sp>
        <p:nvSpPr>
          <p:cNvPr id="3" name="Content Placeholder 2">
            <a:extLst>
              <a:ext uri="{FF2B5EF4-FFF2-40B4-BE49-F238E27FC236}">
                <a16:creationId xmlns:a16="http://schemas.microsoft.com/office/drawing/2014/main" id="{5EEAB7A6-4CB4-5A49-B878-A1FA1EAD0BCA}"/>
              </a:ext>
            </a:extLst>
          </p:cNvPr>
          <p:cNvSpPr>
            <a:spLocks noGrp="1"/>
          </p:cNvSpPr>
          <p:nvPr>
            <p:ph idx="1"/>
          </p:nvPr>
        </p:nvSpPr>
        <p:spPr>
          <a:xfrm>
            <a:off x="532902" y="2195512"/>
            <a:ext cx="8229600" cy="4525963"/>
          </a:xfrm>
        </p:spPr>
        <p:txBody>
          <a:bodyPr>
            <a:normAutofit/>
          </a:bodyPr>
          <a:lstStyle/>
          <a:p>
            <a:pPr marL="514350" indent="-514350">
              <a:buAutoNum type="alphaUcPeriod"/>
            </a:pPr>
            <a:r>
              <a:rPr lang="en-US" sz="2000" b="0" i="0" dirty="0">
                <a:solidFill>
                  <a:srgbClr val="444444"/>
                </a:solidFill>
                <a:effectLst/>
                <a:latin typeface="Poppins" panose="00000500000000000000" pitchFamily="2" charset="0"/>
              </a:rPr>
              <a:t>66 kmph</a:t>
            </a:r>
          </a:p>
          <a:p>
            <a:pPr marL="514350" indent="-514350">
              <a:buAutoNum type="alphaUcPeriod"/>
            </a:pPr>
            <a:r>
              <a:rPr lang="en-US" sz="2000" dirty="0">
                <a:solidFill>
                  <a:srgbClr val="444444"/>
                </a:solidFill>
                <a:latin typeface="Poppins" panose="00000500000000000000" pitchFamily="2" charset="0"/>
              </a:rPr>
              <a:t>56 kmph</a:t>
            </a:r>
          </a:p>
          <a:p>
            <a:pPr marL="514350" indent="-514350">
              <a:buAutoNum type="alphaUcPeriod"/>
            </a:pPr>
            <a:r>
              <a:rPr lang="en-US" sz="2000" b="0" i="0" dirty="0">
                <a:solidFill>
                  <a:srgbClr val="444444"/>
                </a:solidFill>
                <a:effectLst/>
                <a:latin typeface="Poppins" panose="00000500000000000000" pitchFamily="2" charset="0"/>
              </a:rPr>
              <a:t>60 kmph</a:t>
            </a:r>
          </a:p>
          <a:p>
            <a:pPr marL="514350" indent="-514350">
              <a:buAutoNum type="alphaUcPeriod"/>
            </a:pPr>
            <a:r>
              <a:rPr lang="en-US" sz="2000" dirty="0">
                <a:solidFill>
                  <a:srgbClr val="444444"/>
                </a:solidFill>
                <a:latin typeface="Poppins" panose="00000500000000000000" pitchFamily="2" charset="0"/>
              </a:rPr>
              <a:t>72 kmph</a:t>
            </a:r>
            <a:endParaRPr lang="en-US" sz="2000" b="0" i="0" dirty="0">
              <a:solidFill>
                <a:srgbClr val="444444"/>
              </a:solidFill>
              <a:effectLst/>
              <a:latin typeface="Poppins" panose="00000500000000000000" pitchFamily="2" charset="0"/>
            </a:endParaRPr>
          </a:p>
        </p:txBody>
      </p:sp>
      <p:sp>
        <p:nvSpPr>
          <p:cNvPr id="4" name="Footer Placeholder 3">
            <a:extLst>
              <a:ext uri="{FF2B5EF4-FFF2-40B4-BE49-F238E27FC236}">
                <a16:creationId xmlns:a16="http://schemas.microsoft.com/office/drawing/2014/main" id="{65D7FB16-B5B6-184C-B447-29250730358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473BDE7-8D92-A849-ABEC-6572E6CC1C04}"/>
              </a:ext>
            </a:extLst>
          </p:cNvPr>
          <p:cNvSpPr>
            <a:spLocks noGrp="1"/>
          </p:cNvSpPr>
          <p:nvPr>
            <p:ph type="sldNum" sz="quarter" idx="12"/>
          </p:nvPr>
        </p:nvSpPr>
        <p:spPr/>
        <p:txBody>
          <a:bodyPr/>
          <a:lstStyle/>
          <a:p>
            <a:fld id="{E6BE162A-C06E-41B6-AEA8-5AD0FEF31657}" type="slidenum">
              <a:rPr lang="en-IN" smtClean="0"/>
              <a:t>14</a:t>
            </a:fld>
            <a:endParaRPr lang="en-IN" dirty="0"/>
          </a:p>
        </p:txBody>
      </p:sp>
    </p:spTree>
    <p:extLst>
      <p:ext uri="{BB962C8B-B14F-4D97-AF65-F5344CB8AC3E}">
        <p14:creationId xmlns:p14="http://schemas.microsoft.com/office/powerpoint/2010/main" val="112273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90DC-6F31-9B4D-8734-544D301EBD6C}"/>
              </a:ext>
            </a:extLst>
          </p:cNvPr>
          <p:cNvSpPr>
            <a:spLocks noGrp="1"/>
          </p:cNvSpPr>
          <p:nvPr>
            <p:ph type="title"/>
          </p:nvPr>
        </p:nvSpPr>
        <p:spPr>
          <a:xfrm>
            <a:off x="215516" y="2564904"/>
            <a:ext cx="8712968" cy="1528602"/>
          </a:xfrm>
        </p:spPr>
        <p:txBody>
          <a:bodyPr>
            <a:noAutofit/>
          </a:bodyPr>
          <a:lstStyle/>
          <a:p>
            <a:pPr algn="l"/>
            <a:r>
              <a:rPr lang="en-US" sz="1800" dirty="0">
                <a:solidFill>
                  <a:schemeClr val="accent6">
                    <a:lumMod val="75000"/>
                  </a:schemeClr>
                </a:solidFill>
                <a:latin typeface="Poppins" panose="00000500000000000000" pitchFamily="2" charset="0"/>
                <a:cs typeface="Poppins" panose="00000500000000000000" pitchFamily="2" charset="0"/>
              </a:rPr>
              <a:t>Practice questions:</a:t>
            </a:r>
            <a:br>
              <a:rPr lang="en-US" sz="1800" dirty="0">
                <a:solidFill>
                  <a:schemeClr val="accent6">
                    <a:lumMod val="75000"/>
                  </a:schemeClr>
                </a:solidFill>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1. Two trains are running in opposite directions with same speed. If the length of each train is 120m and they cross each other in 12 sec, then the speed of each train(kmph) is</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A. 10		B. 18		C. 36		D. 72</a:t>
            </a:r>
            <a:br>
              <a:rPr lang="en-US" sz="1800" dirty="0">
                <a:latin typeface="Poppins" panose="00000500000000000000" pitchFamily="2" charset="0"/>
                <a:cs typeface="Poppins" panose="00000500000000000000" pitchFamily="2" charset="0"/>
              </a:rPr>
            </a:br>
            <a:br>
              <a:rPr lang="en-US" sz="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2. A train 108 m long moving at a speed of 50 kmph crosses a train 112m long coming from opposite direction in 6 seconds. The speed of the second train</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A. 48 kmph	B. 54 kmph	C. 66 kmph	D. 82 kmph</a:t>
            </a:r>
            <a:br>
              <a:rPr lang="en-US" sz="1800" dirty="0">
                <a:latin typeface="Poppins" panose="00000500000000000000" pitchFamily="2" charset="0"/>
                <a:cs typeface="Poppins" panose="00000500000000000000" pitchFamily="2" charset="0"/>
              </a:rPr>
            </a:br>
            <a:br>
              <a:rPr lang="en-US" sz="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3. a train of length 378m running at 62 kmph crosses another train moving in the opposite at 55 kmph in 26 seconds. What is the length of the other train</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A. 450m	B. 467 m	C. 489 m	D. 485 m</a:t>
            </a:r>
            <a:br>
              <a:rPr lang="en-US" sz="1800" dirty="0">
                <a:latin typeface="Poppins" panose="00000500000000000000" pitchFamily="2" charset="0"/>
                <a:cs typeface="Poppins" panose="00000500000000000000" pitchFamily="2" charset="0"/>
              </a:rPr>
            </a:br>
            <a:br>
              <a:rPr lang="en-US" sz="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4. A train leaves Agra at 8 am and reaches Delhi at 12 noon another train leaves Delhi at 8:30 am and reaches Agra at 12noon. At what time do the two trains cross each other</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A. 10:22 am	B. 10:08 am	C. 9:38 am	D. 9:52 am</a:t>
            </a:r>
            <a:br>
              <a:rPr lang="en-US" sz="1800" dirty="0">
                <a:latin typeface="Poppins" panose="00000500000000000000" pitchFamily="2" charset="0"/>
                <a:cs typeface="Poppins" panose="00000500000000000000" pitchFamily="2" charset="0"/>
              </a:rPr>
            </a:br>
            <a:br>
              <a:rPr lang="en-US" sz="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5.  a train 300m long is running at speed of 90 kmph. How many seconds will it take to cross a 200 m long train running in same direction at a speed of 60 kmph</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A. 60 sec	B. 50 sec	C. 80 sec	D. 70 sec</a:t>
            </a:r>
          </a:p>
        </p:txBody>
      </p:sp>
    </p:spTree>
    <p:extLst>
      <p:ext uri="{BB962C8B-B14F-4D97-AF65-F5344CB8AC3E}">
        <p14:creationId xmlns:p14="http://schemas.microsoft.com/office/powerpoint/2010/main" val="681831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E6930-6581-4941-8822-2C2918ACD012}"/>
              </a:ext>
            </a:extLst>
          </p:cNvPr>
          <p:cNvSpPr>
            <a:spLocks noGrp="1"/>
          </p:cNvSpPr>
          <p:nvPr>
            <p:ph type="title"/>
          </p:nvPr>
        </p:nvSpPr>
        <p:spPr/>
        <p:txBody>
          <a:bodyPr/>
          <a:lstStyle/>
          <a:p>
            <a:endParaRPr lang="en-US"/>
          </a:p>
        </p:txBody>
      </p:sp>
      <p:pic>
        <p:nvPicPr>
          <p:cNvPr id="6" name="Picture 6">
            <a:extLst>
              <a:ext uri="{FF2B5EF4-FFF2-40B4-BE49-F238E27FC236}">
                <a16:creationId xmlns:a16="http://schemas.microsoft.com/office/drawing/2014/main" id="{43DA273E-B0B4-5049-ADEC-C92CCD997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229600" cy="3818002"/>
          </a:xfrm>
        </p:spPr>
      </p:pic>
      <p:sp>
        <p:nvSpPr>
          <p:cNvPr id="4" name="Footer Placeholder 3">
            <a:extLst>
              <a:ext uri="{FF2B5EF4-FFF2-40B4-BE49-F238E27FC236}">
                <a16:creationId xmlns:a16="http://schemas.microsoft.com/office/drawing/2014/main" id="{9768D3D0-A713-004E-8595-FA7B01751D96}"/>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6C389C1C-10AA-5F46-86D9-552C1EF01222}"/>
              </a:ext>
            </a:extLst>
          </p:cNvPr>
          <p:cNvSpPr>
            <a:spLocks noGrp="1"/>
          </p:cNvSpPr>
          <p:nvPr>
            <p:ph type="sldNum" sz="quarter" idx="12"/>
          </p:nvPr>
        </p:nvSpPr>
        <p:spPr/>
        <p:txBody>
          <a:bodyPr/>
          <a:lstStyle/>
          <a:p>
            <a:fld id="{E6BE162A-C06E-41B6-AEA8-5AD0FEF31657}" type="slidenum">
              <a:rPr lang="en-IN" smtClean="0"/>
              <a:t>16</a:t>
            </a:fld>
            <a:endParaRPr lang="en-IN"/>
          </a:p>
        </p:txBody>
      </p:sp>
      <p:pic>
        <p:nvPicPr>
          <p:cNvPr id="7" name="Picture 2" descr="CLAT Coaching Tutorial for top Indian Law schools and colleges (NLSIU,  NALSAR, NUJS, Symbiosis)">
            <a:extLst>
              <a:ext uri="{FF2B5EF4-FFF2-40B4-BE49-F238E27FC236}">
                <a16:creationId xmlns:a16="http://schemas.microsoft.com/office/drawing/2014/main" id="{33B8EF34-0133-4D7D-A560-61C79896FB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807868" cy="562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810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1426</TotalTime>
  <Words>1086</Words>
  <Application>Microsoft Office PowerPoint</Application>
  <PresentationFormat>On-screen Show (4:3)</PresentationFormat>
  <Paragraphs>131</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Calisto MT</vt:lpstr>
      <vt:lpstr>Century</vt:lpstr>
      <vt:lpstr>Poppins</vt:lpstr>
      <vt:lpstr>Office Theme</vt:lpstr>
      <vt:lpstr>PowerPoint Presentation</vt:lpstr>
      <vt:lpstr>PowerPoint Presentation</vt:lpstr>
      <vt:lpstr>1. A train running at a speed of 60 kmph crosses a pole in 9 seconds. What is the length of the train?</vt:lpstr>
      <vt:lpstr>2. A 135m long train running with a speed of 54 kmph. In how much time will the train pass the electric pole </vt:lpstr>
      <vt:lpstr>3. A train 125m long passes a man, running at 5 kmph in the same direction in which the train is going, in 10 seconds. The speed of the train is</vt:lpstr>
      <vt:lpstr>4. A train running at the speed of 72kmph crosses a platform in 15 seconds. What is the length of the train, if the length if the platform is double of the length of the train</vt:lpstr>
      <vt:lpstr>5. Two trains are running in opposite directions with the same speed. If the length of each train is 120 meters and they cross each other in 12 seconds, then the speed of each train (in kmph) is</vt:lpstr>
      <vt:lpstr>6 Two trains,  153 m long and other 127 m long coming from opposite directions crossed each other in 7.2 seconds. The combined speed of the two trains every hour(in kmph) would then be </vt:lpstr>
      <vt:lpstr>7. Two trains running in opposite directions on parallel tracks, at speeds of 42 kmph and 57 kmph, take 18 seconds to cross each other. If the length of the train is 270m, then the length of the other train is</vt:lpstr>
      <vt:lpstr>8. A train of length 218m is running at 60 kmph. In what time (in seconds) will it cross a platform of length 282m</vt:lpstr>
      <vt:lpstr>9. A train leaves Agra at 5 am and reaches Delhi at 9 am another train leaves Delhi at 7 am and reaches Agra at 10:30 am. At what time do the two trains cross each other </vt:lpstr>
      <vt:lpstr>10. A train 800m long is running at a speed of 45 kmph. If it crosses a tunnel in 2 min, then the length of the tunnel(in meters) ?</vt:lpstr>
      <vt:lpstr>11. Train P and Q are 699 km apart and they started running at the same time towards each other with initial speed of 54 kmph and 96 kmph resp. if train P increases its speed by 9 kmph every hour and train Q decreases its speed by 6 kmph every hour, then find the time after which they will meet</vt:lpstr>
      <vt:lpstr>12. Train P crosses train Q running in same direction at the speed of 54 kmph in 162 seconds and the ratio of the length train P to Q is 4:5. if the difference between length of train P and Q is 30m, then what is the speed of train P </vt:lpstr>
      <vt:lpstr>Practice questions: 1. Two trains are running in opposite directions with same speed. If the length of each train is 120m and they cross each other in 12 sec, then the speed of each train(kmph) is A. 10  B. 18  C. 36  D. 72  2. A train 108 m long moving at a speed of 50 kmph crosses a train 112m long coming from opposite direction in 6 seconds. The speed of the second train A. 48 kmph B. 54 kmph C. 66 kmph D. 82 kmph  3. a train of length 378m running at 62 kmph crosses another train moving in the opposite at 55 kmph in 26 seconds. What is the length of the other train A. 450m B. 467 m C. 489 m D. 485 m  4. A train leaves Agra at 8 am and reaches Delhi at 12 noon another train leaves Delhi at 8:30 am and reaches Agra at 12noon. At what time do the two trains cross each other A. 10:22 am B. 10:08 am C. 9:38 am D. 9:52 am  5.  a train 300m long is running at speed of 90 kmph. How many seconds will it take to cross a 200 m long train running in same direction at a speed of 60 kmph A. 60 sec B. 50 sec C. 80 sec D. 70 sec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c:creator>
  <cp:lastModifiedBy>medari anusha</cp:lastModifiedBy>
  <cp:revision>54</cp:revision>
  <dcterms:created xsi:type="dcterms:W3CDTF">2021-02-08T10:06:55Z</dcterms:created>
  <dcterms:modified xsi:type="dcterms:W3CDTF">2024-03-12T06:57:19Z</dcterms:modified>
</cp:coreProperties>
</file>