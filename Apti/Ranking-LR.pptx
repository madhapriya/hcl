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85" r:id="rId3"/>
    <p:sldId id="286" r:id="rId4"/>
    <p:sldId id="287" r:id="rId5"/>
    <p:sldId id="288" r:id="rId6"/>
    <p:sldId id="317" r:id="rId7"/>
    <p:sldId id="289" r:id="rId8"/>
    <p:sldId id="292" r:id="rId9"/>
    <p:sldId id="290" r:id="rId10"/>
    <p:sldId id="293" r:id="rId11"/>
    <p:sldId id="294" r:id="rId12"/>
    <p:sldId id="295" r:id="rId13"/>
    <p:sldId id="313" r:id="rId14"/>
    <p:sldId id="314" r:id="rId15"/>
    <p:sldId id="296" r:id="rId16"/>
    <p:sldId id="311" r:id="rId17"/>
    <p:sldId id="297" r:id="rId18"/>
    <p:sldId id="310" r:id="rId19"/>
    <p:sldId id="312" r:id="rId20"/>
    <p:sldId id="298" r:id="rId21"/>
    <p:sldId id="299" r:id="rId22"/>
    <p:sldId id="315" r:id="rId23"/>
    <p:sldId id="300" r:id="rId24"/>
    <p:sldId id="301" r:id="rId25"/>
    <p:sldId id="302" r:id="rId26"/>
    <p:sldId id="303" r:id="rId27"/>
    <p:sldId id="304" r:id="rId28"/>
    <p:sldId id="305" r:id="rId29"/>
    <p:sldId id="306"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5CBAF7-A93A-41F4-85EF-B32D65D102E3}" v="17" dt="2024-09-18T14:08:40.3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15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8:58:03.900"/>
    </inkml:context>
    <inkml:brush xml:id="br0">
      <inkml:brushProperty name="width" value="0.05292" units="cm"/>
      <inkml:brushProperty name="height" value="0.05292" units="cm"/>
      <inkml:brushProperty name="color" value="#002060"/>
    </inkml:brush>
  </inkml:definitions>
  <inkml:trace contextRef="#ctx0" brushRef="#br0">4506 13096 1140 0,'0'0'52'0,"-439"8"16"0,283 3 73 0,46-5 53 0,64-4-83 0,46 2-47 15,8 5-50-15,132 8-12 16,86 4 26-16,92-8-5 16,69-13-6-16,20 0 1 15,-12-22-2-15,-52-7-10 16,-81-3-2-16,-98 15-4 0,-70 6-1 16,-65 5 1-1,-29 6 2-15,0 0-2 16,0 0-10-16,0 0-35 15,0 0-108-15,0 0-205 0,10 0-226 16</inkml:trace>
  <inkml:trace contextRef="#ctx0" brushRef="#br0" timeOffset="348.34">8324 13058 627 0,'0'0'431'16,"-290"0"-359"-16,203 0 111 16,38 0 1-16,34 0-82 15,15 0-17-15,113 0-60 16,89 0 2-16,88 0 12 0,58 0-16 15,29 0-11 1,2-9 5-16,-30-10 11 0,-54-1-24 16,-90 2-4-16,-82 7-4 15,-52 0 1-15,-45 11 0 16,-26 0-28-16,0 0-13 16,-21 0-133-16,-22 0-177 15,10 0-113-15</inkml:trace>
  <inkml:trace contextRef="#ctx0" brushRef="#br0" timeOffset="679.52">12378 13024 1212 0,'0'0'79'0,"0"0"-44"15,0 0 131 1,0 0-13-16,0 0-92 0,310 0 3 16,-77 0-9-16,18 0-30 31,3-11 1-31,-16-4-10 0,-28-2-7 15,-51 0-5-15,-51 9-4 16,-62 2-1-16,-41 6-6 0,-5 0-18 16,-26 0-99-1,-45 0-219-15,-6-6-184 16</inkml:trace>
  <inkml:trace contextRef="#ctx0" brushRef="#br0" timeOffset="1072.93">16053 13058 1370 0,'0'0'19'0,"0"0"59"16,0 0 142-16,0 0-134 16,0 0-54-16,0 0-16 0,397-22 20 15,-77 22-17-15,16 0-10 16,-13 0-2-16,-21-12-1 15,-38 1 3-15,-67-4-6 16,-76 6 0-16,-52 3-3 16,-67 4 0-16,-2 2-1 15,0-6-8-15,-51-1-46 16,-13 7-152-16,13-10-204 16,30-1-327-16</inkml:trace>
  <inkml:trace contextRef="#ctx0" brushRef="#br0" timeOffset="1357.48">20291 13082 1056 0,'0'0'354'0,"0"0"-226"16,0 0 41-16,0 0-28 16,0 0-115-16,0 0-6 15,484-80 3-15,-220 46-15 16,8 4-5-16,-13 1-2 16,-21-5-1-16,-46 2-4 15,-48-7-57-15,-91-9-241 16,-53 10-582-16</inkml:trace>
  <inkml:trace contextRef="#ctx0" brushRef="#br0" timeOffset="4618.39">4047 10776 285 0,'0'0'613'0,"-382"-3"-541"0,210-6 79 0,42 3 38 0,38 0-85 0,53 3 20 0,39 3-74 16,26 0-39-16,117 0-3 15,103 9 50-15,98 3-21 16,60-9 6-16,35-3-21 15,14 0-4-15,-22-9-5 16,-24-12-9-16,-66 2-4 16,-87 6-5-1,-72 3 2-15,-77 5-2 0,-62-1-50 0,-30 2-74 32,-13 4 2-32,0-7-18 15,0-7-59-15,0-18-68 16,0-13-126-16,0-10 53 15</inkml:trace>
  <inkml:trace contextRef="#ctx0" brushRef="#br0" timeOffset="4869.7">6973 10355 400 0,'0'0'246'0,"0"0"-68"15,0 0-1-15,0 0-29 16,0 0-9-16,0 0-63 16,-258-45-37-16,258 51-13 15,20 33-17-15,57 12 27 16,25-1-14-16,9-7-12 15,-14-9-10-15,-7-6 2 16,-26-10-2-16,-21-9-4 16,-17-4-28-16,-23-5 32 15,-3 0 12-15,0 0 19 16,0 0-25-16,0 3 3 16,0 19 8-16,-47 13-9 15,-24 23-8-15,-14 16-21 0,3 12-121 16,10 4-52-16,8-3-144 15,18-22-408-15</inkml:trace>
  <inkml:trace contextRef="#ctx0" brushRef="#br0" timeOffset="5593.39">8150 10232 103 0,'0'0'627'0,"0"0"-487"0,0 0 34 0,0 0-45 0,0 0-25 0,0 0-76 0,-116-62-10 15,134 30-4-15,26 4-14 16,10 5 13 0,10 5-13-16,-3 9 3 0,3 9-2 15,-7 0-1-15,-4 3-3 16,-14 41 3-16,-6 22 1 15,-23 11 16-15,-10 0-8 16,0-5-6 0,-28-12 1-16,-26-12 3 0,1-9 9 15,-4-15 3-15,3-10 9 16,6-8 2-16,17-6-20 16,13 0-3-16,10 0 32 15,8 0-32-15,0 0 0 0,0 0 3 16,0 0-7-16,0 0-3 15,0 0-6-15,0 0 4 16,5 0 2-16,42 0 3 16,22 0 2-16,10 0-5 15,13 0-4-15,3 0-7 16,3 0-162-16,-1-11-71 16,-20-18-134-16</inkml:trace>
  <inkml:trace contextRef="#ctx0" brushRef="#br0" timeOffset="5971.9">8749 9749 843 0,'0'0'67'0,"0"0"98"0,0 0 4 0,0 0-107 0,0 0-49 16,0 0-2-16,-38 21 1 15,61 30 12-15,-3 3-15 16,-12-3-5 0,-3-10-4-16,-5-11-2 0,0-14 0 0,0-11-1 15,0-5-5-15,0 0 4 16,0 0 4-16,-5-11 1 16,-8-29-1-16,-2-7-8 15,10-7 3-15,5 6 5 16,0 10 11-16,5 7-11 15,33 14-2-15,6 11 2 16,-1 6 0-16,6 0 2 16,-5 9-2-16,4 23-13 15,-1 8 8-15,-22 3 1 16,6 5 0-16,-18 3-40 16,0-8-139-16,-1-17-142 0,-4-14-432 15</inkml:trace>
  <inkml:trace contextRef="#ctx0" brushRef="#br0" timeOffset="6383.66">9787 9761 614 0,'0'0'187'16,"0"0"-85"-16,0 0 69 0,0 0-101 0,0 0-41 15,0 0-8-15,-289-78 18 16,224 90-17-16,7 22-21 31,19 4-1-31,37-2-4 0,2 1-5 0,0-5 3 16,61-12-1-16,3-7-23 15,8-13-2-15,-3 0 25 16,-15-19 7-16,-3-26 0 16,-33-13 1-16,-3-21-1 15,-15-4 2 1,0-9 0-16,-15 2 6 0,-29 9 0 15,-9 11 0-15,1 19 21 0,4 14-2 32,9 20 31-32,24 9 22 0,2 8 7 0,13 0-49 31,0 31 4-31,0 53-34 0,0 38 58 0,13 24 2 16,20 7-54-16,6-4-6 31,9-2-8-31,-7-1-2 0,-2-6-87 0,-19-15-256 15,-20-24-330 1</inkml:trace>
  <inkml:trace contextRef="#ctx0" brushRef="#br0" timeOffset="12807.49">20760 11906 1175 0,'0'0'73'0,"0"0"-22"0,0 0 62 0,0 0-47 0,241-215-25 16,-41 107-41-16,7 8-9 15,-2 11-65-15,-38-4-195 16,-57 3-262-16</inkml:trace>
  <inkml:trace contextRef="#ctx0" brushRef="#br0" timeOffset="13077.54">17454 12112 568 0,'0'0'325'0,"0"0"-312"16,0 0 8-16,0 0 44 0,239-194-65 15,-163 137-1-15,1-2-78 16,-10-3-104-16,-24-7-206 16</inkml:trace>
  <inkml:trace contextRef="#ctx0" brushRef="#br0" timeOffset="13420.84">13129 12035 664 0,'0'0'93'0,"0"0"-66"15,0 0 91-15,0 0 15 16,0 0-133 0,205-167 0-16,-85 92-31 0,1 7-91 15,-27-4-126-15,-42-2-252 16</inkml:trace>
  <inkml:trace contextRef="#ctx0" brushRef="#br0" timeOffset="13767.01">9544 11920 731 0,'0'0'50'16,"0"0"-29"-16,0 0 80 15,0 0-34-15,0 0-62 16,0 0-10-16,348-121-55 15,-69 22-233-15</inkml:trace>
  <inkml:trace contextRef="#ctx0" brushRef="#br0" timeOffset="14256.48">22482 8705 193 0,'0'0'496'0,"0"0"-401"0,0 0 53 0,0 0 11 16,0 0-73-16,0 0-36 0,-39-14 25 16,-40 14-40-1,-49 3-28-15,-54 23 12 0,-51 13 23 16,-36 9 13-16,-31-1-27 15,-13-1 2-15,-7-6 16 16,-8 0-11-16,10-7 28 16,8-6-38-16,18-7-16 15,20-4 18-15,31-5-2 32,31-1-18-32,44-2 0 0,61-2-6 0,56-3-2 15,26 0-2 1,23-3-6-16,0 3-71 0,8 6-224 15,63-1 0-15,22-8-64 0</inkml:trace>
  <inkml:trace contextRef="#ctx0" brushRef="#br0" timeOffset="14507.96">18810 8879 161 0,'0'0'683'0,"0"0"-614"16,-328-22-47-1,212 25 110-15,11 30-55 16,8 10-64-16,20 1-1 16,13 1 10-16,13-1-16 15,25-4-4-15,6-6 1 16,20 3-2-16,0 1-1 16,30 9 9-16,42 11 24 15,15 8-16-15,16 2-17 16,2 13 0-16,-23 4-22 15,-33 24-107-15,-49-6-102 16,-11-3-342-16</inkml:trace>
  <inkml:trace contextRef="#ctx0" brushRef="#br0" timeOffset="15522.4">8703 13314 604 0,'0'0'579'15,"0"0"-487"-15,0 0-24 0,0 0 123 0,0 0-125 0,-115 242-30 0,58-119 5 16,14-17-37 0,4-19 1-16,16-19-5 0,8-28 1 15,10-20-2-15,5-14-27 16,0-6 11-16,0 0 4 15,0-18-9-15,0-27 21 16,28-7 0-16,16-2 1 0,15 14-1 16,12 17-2-1,-2 14 1-15,-4 9-3 16,9 0-32-16,-13 6-2 0,3 12-19 16,-20-1-5-16,-16-8 13 15,-18-5 19-15,-10-4 31 16,0 0 1-16,0-4 14 15,0-28 12-15,-5-4-12 16,-23-3 17 0,8 16 30-16,2 6-5 0,7 9 59 0,11 5-45 15,0 0-36 1,0 3-18-16,0 0-11 0,0 52-5 16,0 13 2-16,0 12-3 15,0 0-2-15,29-8-43 16,-4-3-102-1,-2 0-130-15,-2-13-31 16,-8-21-207-16</inkml:trace>
  <inkml:trace contextRef="#ctx0" brushRef="#br0" timeOffset="16169.4">9193 13198 970 0,'0'0'110'0,"0"0"71"0,0 0 43 0,0 0-114 0,0 0-43 16,0 0-44-16,-88-119 8 15,88 170-26-15,39 20-2 16,10 16 3-16,4 4-6 0,-9 3-3 16,0-8-50-16,-16-11-102 15,-23-16-98-15,-5-21 39 16,-5-16-52-16,-62-19 25 15,-15-3 41-15,-8-28 81 16,-4-32 119-16,12-8 6 16,10 2 42-16,28 11 76 15,13 21 28-15,31 14-22 16,0 5-8-16,44 0-74 16,59-4-14-16,17 2 3 15,21-7-21-15,-8 3-10 16,-2-5-6-16,-29-5 0 0,-35-1 1 15,-23-6 8-15,-24-1 23 16,-20-7 49 0,0-1 32-16,-13 5-26 0,-25 5-39 15,5 17 45-15,4 11-4 16,11 6-56-16,13 3-15 16,5 9-15-16,0 54 2 15,0 20-5-15,46 25 33 16,3-7-27-16,2-8-11 15,-17-15 5-15,-14-16-19 0,-12-21 6 16,-8-16-13-16,0-16-7 16,0-9-31-16,0 0 51 15,0-43 6-15,-16-25-41 16,6-9 27-16,10 3 17 16,0 13-3-16,44 20 6 15,20 20 1-15,2 15 3 16,6 6-3-16,5 0 8 15,0 32 4-15,0 21-12 16,-21 19 0-16,-22 19-14 0,-27 15-181 16,-7 6-120-16,-7-3-461 15</inkml:trace>
  <inkml:trace contextRef="#ctx0" brushRef="#br0" timeOffset="16390.25">7968 15126 1184 0,'0'0'88'16,"-316"52"45"-16,316-49 8 0,126-3-21 0,174-35-80 0,138-30-21 0,113-32-19 16,67-16-10-16,32-15 4 15,-22 3-33-15,-102 5-20 16,-139 22-103-16,-162 18-118 15,-169 23-349-15</inkml:trace>
  <inkml:trace contextRef="#ctx0" brushRef="#br0" timeOffset="17571">14289 2876 959 0,'0'0'86'0,"0"0"52"15,0 0 88-15,0 0-85 0,0 0-102 0,0 0-25 0,0 0-8 16,-82 31 10-16,100 58 5 16,13 7-12-16,-8-7-6 0,-5-17-3 31,-8-12 1-31,-10-20-1 15,11-12-7-15,-11-16-29 16,0-9 15-16,0-3 2 16,0 0 11-16,0-21-3 15,0-21-8-15,0-12 2 16,0 3 13-16,43 10 0 16,16 7 3-16,13 14 1 15,5 8 1-15,18 12 2 16,7 0 1-16,19 32 8 15,-14 17 11-15,-22 4-11 16,-29 5 6-16,-48 1-8 0,-8 3 1 16,-46-5-5-16,-39-6-3 15,3-15-3-15,10-18-50 16,8-18-122-16,23 0-88 16,-2-37-121-16</inkml:trace>
  <inkml:trace contextRef="#ctx0" brushRef="#br0" timeOffset="17933.53">14336 2935 192 0,'0'0'627'0,"0"0"-556"0,0 0 130 16,0 0-50-16,0 0-107 16,0 0-21-16,5-85 32 15,151 58-6-15,18-7-15 16,-12 12 4-16,-16 1-12 15,-36 8-23-15,-38 7-1 16,-26 6-1-16,-33 0 0 16,-13 0 4-16,0 0-1 15,0 0 0-15,-8 0-3 16,-36 0 6-16,-2 3-7 0,8 7 0 16,10-4-1-16,5-3-2 15,12-1 3-15,6-2 1 16,0 4-1-16,5-4 0 15,0 0 2-15,-5 0-2 16,0 0-20-16,-3 2-84 16,3-2-26-16,0 4 0 15,5-2-14-15,0 10-57 16,0 8-188-16</inkml:trace>
  <inkml:trace contextRef="#ctx0" brushRef="#br0" timeOffset="19067.3">15586 3512 687 0,'0'0'173'0,"0"0"-60"0,0 0 84 0,0 0-77 0,0 0-70 0,0 0-20 0,-146 0-15 16,243 0 1-16,37-13 9 15,17-7-3-15,3 2-1 0,-13 1 4 16,-31-2 26 0,-26 7-45-16,-38 7-3 0,-15 1-1 15,-26 2 1 1,-5 2 3-16,0 0 8 0,0 0 5 16,0 0 19-16,0 0-25 15,0 0-3-15,0 0-3 16,0 0 0-1,0 0-7-15,0 0 17 0,0 0-12 16,0 0-2-16,0 0 2 16,0 0-1-16,0 0 3 15,0 0-4-15,0 0-3 16,0 0 0-16,0 0 0 0,0 0 0 16,0 0 0-16,0 0 0 15,0 0 1-15,0 0-1 16,0 0 1-16,0 0-1 15,0 0-1-15,0 0 1 16,0 0 1-16,0 0 0 16,0 0-1-16,0 0 0 15,0 0 0-15,0 0 0 16,0 0-1-16,0 0 0 16,0 0 1-16,0 0 0 15,0 0-1-15,0 0 3 16,0 0-4-16,0 0 2 15,0 0 0-15,0 0 0 16,0 0-1-16,0 0 1 0,0 0 1 16,0 0-1-16,0 0-4 15,0 0 4-15,0 0 0 16,0 0 0-16,0 0 1 16,-5 0-1-16,5 0 0 15,0 0 1-15,0 0-2 16,0 0 3-16,0 0-4 0,0 0 3 15,-5 0-3-15,5 0 2 16,0 0-3-16,0 0 0 16,0 0 3-16,0 0-1 15,0 0-2 1,0 0-1-16,0 0 3 0,0 0-2 16,0 0-3-1,0 0 4-15,0 0 0 0,0 0 2 16,0 0 0-16,0 0 1 15,0 0 2-15,0 0-6 16,0 0 6-16,0 0-2 16,0 0 7-16,0 0-5 15,0 0-3-15,0 0 0 0,0 0-1 16,0 0 1-16,0 0-1 16,0 0-2-16,0 0-5 31,0 0 8-31,0 0 0 0,0 0 0 0,0 0-7 15,0 0 6-15,0 0-5 16,0 0-27-16,0 0-26 16,0 0-113-16,0 0-52 15,-5 8-63-15,-10 1-361 16</inkml:trace>
  <inkml:trace contextRef="#ctx0" brushRef="#br0" timeOffset="20298.02">17101 2969 491 0,'0'0'83'15,"0"0"12"-15,0 0 80 0,0 0-97 0,0 0-30 0,0 0-6 0,-285-15-23 16,277-10-7-16,8-3-2 16,0-6 3-16,0 0-7 15,29 0 3-15,19 4-4 16,6 12 5-16,8 7-2 16,4 7 5-16,11 4 2 15,3 7 9-15,2 39 6 0,-11 20 11 16,-27 14-20-16,-21 5-11 15,-23-2-5 1,0 1 2-16,-56-12 6 0,-37-4-4 16,-7-11 0-16,-2-16 2 15,20-13-1-15,23-16 4 16,15-6 5-16,21-6-9 16,8 0 2-16,15 0 8 15,0-6-5-15,0-15-2 16,0-10-13-16,38 8 4 15,11 8-4-15,18-1 2 16,15 8 6-16,15 2 2 0,18-1 3 16,11 5-6-16,-11 2 54 15,-20 0-43-15,-28 0-10 16,-24 0-4-16,-25 0-4 16,-2 0 5-16,-16 0-3 15,0 0 24-15,0 0-11 16,0 0 9-16,0 0-24 15,0 0-1-15,0 0-47 16,0 0 17-16,-6 0-89 16,-4 0-20-16,5 0-88 15,0 0-202-15</inkml:trace>
  <inkml:trace contextRef="#ctx0" brushRef="#br0" timeOffset="20800.9">18210 3067 157 0,'0'0'708'0,"0"0"-636"0,0 0 86 0,0 0 11 0,0 0-138 0,0 0-25 15,51-23 23-15,98 5 9 16,0-7-19-16,-6 3-5 15,-40 6-14-15,-32 7-7 16,-35 3-17-16,-33 6-71 16,-3 0-109-16,-39 27-78 15,-40 14-239-15</inkml:trace>
  <inkml:trace contextRef="#ctx0" brushRef="#br0" timeOffset="20927.68">18210 3067 467 0,'-84'197'106'0,"84"-197"52"15,64 0-94-15,54-3 29 16,43-23-46-16,18-7-36 16,-2 0-11-16,-23-9-91 15,-26-3-763-15</inkml:trace>
  <inkml:trace contextRef="#ctx0" brushRef="#br0" timeOffset="23498.48">19563 2449 561 0,'0'0'249'16,"0"0"-126"-16,0 0 63 0,0 0-46 0,0 0-46 0,0 0-24 0,-97-134 1 0,97 134-30 15,0 0-18 1,0 0-8-16,0 13-7 0,0 47-4 15,0 26 9-15,0 15 15 16,0-2-24-16,-8-16-2 16,-7-17-2-16,-8-19 0 15,12-14-1-15,1-18 0 16,10-9-18-16,-5-6 16 16,5 0-6-16,0 0-2 15,-5 0 5-15,5-8-5 16,-10-19-5-16,10-1-12 0,0 8 20 15,0 12 2-15,0 4-9 16,0 1 11-16,0 3-5 16,0 0-4-1,0 0 6-15,0 0-2 0,15 0-5 16,-5 0 4-16,-5 0-23 16,-2 0-10-16,-3 0-50 15,0 0-32-15,0 0-36 16,0 3-101-16,8 6-178 15</inkml:trace>
  <inkml:trace contextRef="#ctx0" brushRef="#br0" timeOffset="24619.04">19379 2638 529 0,'0'0'190'0,"0"0"-98"0,0 0 83 0,0 0-58 0,0 0-67 15,-52-184-9-15,119 147-19 16,15 8 2 0,5 10 4-16,8 8 4 0,-5 8 5 15,-6 3-13-15,-9 0-4 0,-14 23-11 16,-17 29-7-16,-24 13 1 31,-12 6-3-31,-8 1 3 0,-18-9-2 0,-36-7-1 16,-7-14 4-16,7-8-1 15,5-12-3-15,26-7 2 16,3-5-2-16,14-8 0 16,6-2 0-1,0 0-4-15,0 0-3 0,0 0-6 16,31 0-2-16,26-12 15 15,30-8 3-15,0 5-1 0,5 6 0 16,11 9 2-16,2 0 1 31,-8 39 13-31,-12 9 3 0,-37 8 3 16,-38-3-22 0,-10-2 77-16,-33-3-37 0,-59-3 7 0,-13-7-11 15,-16-4-23-15,4-13-12 16,11-12-1-16,19-7-1 15,21-2 0-15,17 0 2 16,11 0-3 0,17 0-1-1,13 0 0-15,8 0-17 16,0 0 14-16,0 0 4 0,0 0 0 16,0 0 0-16,0 0 1 15,0 0 27-15,0 0-19 16,0 0-2-16,0 0-1 15,0 0 1-15,0 0 0 16,0 0-4-16,0 0-2 16,0 0-1-16,0 0 1 15,0 0-1-15,0 0 0 16,0 0 0-16,0 0-2 0,0 0 1 16,0 0 0-16,0 0-13 15,0 0-73-15,0 0-80 16,0 15-108-16,0 0-71 15</inkml:trace>
  <inkml:trace contextRef="#ctx0" brushRef="#br0" timeOffset="24965.26">20939 2746 369 0,'0'0'424'0,"0"0"-360"0,0 0 76 0,0 0-1 0,0 0-78 0,0 0-38 15,-218-19-2-15,244 16-3 16,46 3 10-16,20-6 19 15,8-6-19-15,10-2-5 16,8-8 3-16,-3 1 7 0,-4 1-11 16,-29 8-14-1,-34 6-8-15,-30 4-3 0,-18 2-23 16,0 0-52-16,-23 0-121 16,-43 6-81-16,-11 11-95 15,7-5 37-15</inkml:trace>
  <inkml:trace contextRef="#ctx0" brushRef="#br0" timeOffset="25186.63">20939 2746 59 0,'100'-248'419'16,"-128"224"-293"-16,13 5 86 0,7 7-38 15,3 10-58 1,5-1 18-16,0 3-51 0,0 0-22 16,0 0-20-16,0 5-12 15,0 52-8-15,0 24 70 16,18 8 22-1,15 2-83-15,6-8-20 0,4-3-5 16,3-5-4-16,-7-7-1 16,-6-8-32-16,0-15-159 15,6-7-70-15,-1-20-90 16,6-18-361-16</inkml:trace>
  <inkml:trace contextRef="#ctx0" brushRef="#br0" timeOffset="25454.18">21967 2340 352 0,'0'0'450'16,"0"0"-395"-16,-82-152 131 16,61 125-26-16,11 12-47 15,8 9-27-15,2 3 2 16,0 3-29-16,0 0-30 0,0 20-13 15,0 43-11-15,0 20 30 16,0 17 70-16,23-5-99 16,7-4-6-1,9-6-4-15,-6-8-30 0,-5-11-54 16,-5-16-62-16,-23 1-110 16,0-13-122-16</inkml:trace>
  <inkml:trace contextRef="#ctx0" brushRef="#br0" timeOffset="25753.75">18377 4422 856 0,'0'0'166'0,"0"0"-121"0,0 0 99 16,0 0-45-16,0 0-87 15,0 0 1-15,0 0 1 16,433-30-14-16,-167-25-2 16,3 9-6-1,-23-2-5-15,-46 13-31 0,-56 7-72 16,-72 22-65-16,-72 6-149 15</inkml:trace>
  <inkml:trace contextRef="#ctx0" brushRef="#br0" timeOffset="25903.22">18720 4628 542 0,'0'0'121'0,"0"0"7"0,-289 86 66 16,289-83-80-16,84-3-96 15,83 0 15 1,53-28-11-16,26-18-22 0,15-11-51 15,-12 6-31-15,-39 0-102 16,-38 4-623-16</inkml:trace>
  <inkml:trace contextRef="#ctx0" brushRef="#br0" timeOffset="28530.23">20557 4132 482 0,'0'0'458'0,"0"0"-320"0,0 0 58 0,0 0-4 0,0 0-129 0,0 0-43 0,-87-90-8 15,87 142-8-15,0 23 2 16,0 19 19-16,0-1-21 16,0-9-2-16,-5-18-2 15,-23-23 2-15,13-18-2 16,-3-16 2-16,18-6-2 15,0-3-1-15,0 0-15 16,0 0 14-16,0 0-3 16,38-18-12-16,34-3 12 0,15 9 4 15,16 6 1-15,7 3-1 16,-5 3-2-16,-8 0-3 16,-30 0-11-16,-21-3-4 15,-33 3-14-15,-13-3 20 16,0-14 15-16,0-7 9 15,-5-15-8-15,-34-4-1 16,1 6 3 0,12 3-1-16,-2 11 5 0,18 11 12 15,2 6 11-15,8 6 7 0,0 0-15 16,0 0 11-16,0 9-30 16,0 40-3-16,13 28 4 15,25 9 3-15,6-3-7 16,2-3-2-16,-5 0-35 15,-10-2-84-15,-19 1-103 16,-12-11-76 0,0-11-284-16</inkml:trace>
  <inkml:trace contextRef="#ctx0" brushRef="#br0" timeOffset="28750.52">20122 5472 89 0,'0'0'750'0,"0"0"-657"0,0 0 6 0,0 0-50 0,0 0-32 0,359-42-13 0,-93-12-4 15,-2-3-11-15,-3-4-17 16,-35 4 11-16,-52 8 6 16,-51 21-25-16,-72 21-116 15,-51 7-195-15,-43 15-126 16</inkml:trace>
  <inkml:trace contextRef="#ctx0" brushRef="#br0" timeOffset="28893.29">20373 5672 243 0,'0'0'464'15,"-277"74"-283"-15,221-56-16 16,56-12-24-16,69-6-97 16,105-8-9-16,72-41 12 15,52-16-47-15,42-10-3 16,1 3-27-16,-28 7 5 15,-24 18-32-15,-66 2-188 16,-89 2-651-16</inkml:trace>
  <inkml:trace contextRef="#ctx0" brushRef="#br0" timeOffset="29350.31">21257 3682 201 0,'0'0'496'0,"0"0"-346"0,0 0 75 0,0 0 3 0,0 0-79 0,0 0-68 15,-167-140 3-15,167 140-13 0,0 11-60 16,31 32 3-16,23 19 11 16,-10 13 0-16,-6 3-21 15,-10 5-4-15,-7 3-17 16,-11-9-27 0,-10-5-172-16,0-18-46 0,0-12-55 0,0-21-137 15</inkml:trace>
  <inkml:trace contextRef="#ctx0" brushRef="#br0" timeOffset="29761.73">20929 4055 98 0,'0'0'352'0,"0"0"-220"16,0 0 24-16,0 0-19 15,0 0-90-15,-5-159-23 32,115 127-14-32,11-4-9 0,-4 1-1 0,-12-7-5 31,-28-4 0-31,-23-1 5 15,-21 0 1-15,-27 1 9 16,-6 8 30-16,0 4 71 0,0 12-11 16,-16 10-2-16,-2 6-3 15,13 6-36-15,5 0-26 16,0 0-33-16,0 29-4 16,5 31 4-16,34 20 11 15,4 3-9-15,-4-8-2 16,-6-12 0-16,-7-15-1 15,-16-22-2-15,-8-10-4 0,4-13-9 16,-6-3-4 0,0 0 5-16,0-25 10 0,0-28-2 15,0-9-11-15,0 2 7 16,30 18 10-16,32 19 1 16,-1 10 3-16,19 13 7 15,9 0 4-15,-4 39 6 16,-8 20-5-16,-10 10-12 15,-37 11-3-15,-30 17-33 16,0-2-215-16,-84-15-541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8:55:18.012"/>
    </inkml:context>
    <inkml:brush xml:id="br0">
      <inkml:brushProperty name="width" value="0.05292" units="cm"/>
      <inkml:brushProperty name="height" value="0.05292" units="cm"/>
      <inkml:brushProperty name="color" value="#002060"/>
    </inkml:brush>
  </inkml:definitions>
  <inkml:trace contextRef="#ctx0" brushRef="#br0">9892 5213 390 0,'0'0'435'0,"-361"-40"-354"0,166 28 46 0,21 12 1 0,25 0-9 0,29 0-44 16,43 0-30-16,44 0-7 0,33 0-14 15,15 6-24-15,118 15 4 16,118 6 25-16,131-6-13 16,113-14-10-16,99-7 1 15,39 0-7-15,21-10-3 16,-29-5 0-16,-95 6-16 16,-94 7-56-16,-129-1-66 15,-132 0-86-15,-142 3-144 16,-79 0-280-16</inkml:trace>
  <inkml:trace contextRef="#ctx0" brushRef="#br0" timeOffset="220.25">10169 5335 793 0,'-484'12'71'16,"45"5"-18"-16,78 4 78 16,107-2-24-16,106-11-28 15,91-2-20-15,70 6-34 16,174-6-2-16,134-4 30 15,165-2-30-15,109 0-11 16,89-28-8-16,26-3-2 16,-39-1 0-16,-71 8-2 15,-108-1-8-15,-118 5-80 0,-133-4-155 16,-128-4-175-16</inkml:trace>
  <inkml:trace contextRef="#ctx0" brushRef="#br0" timeOffset="1309.68">9951 7608 415 0,'0'0'303'0,"0"0"-259"0,0 0 118 0,0 0-59 0,0 0-47 0,0 0 21 16,-97-27-62-16,122-3-8 0,14-6 7 15,7 6 9 1,8 0 9-16,7 4 4 0,-7 14-1 16,2 10-15-16,-17 2-10 15,7 5-9-15,-23 33 4 16,3 19 0-16,-24 6 0 15,-2 0-5-15,0-3 3 16,-18-7 4-16,-41-8-2 16,6-7-5-16,-9-8 0 15,8-15 6-15,16-2-6 16,10-7 6-16,17-6-6 16,6 0 7-16,5 0 3 0,0 0-10 15,0 0 1-15,0 0 2 16,0 0 1-16,0 0-4 15,16 0 4-15,12 0 4 16,5 0-2-16,11 0-6 16,2 0 0-16,5 29 6 15,0 10-4 1,-10-4 2-16,-23-3-1 0,-13-4 2 16,-5-11 0-16,0 2 7 15,0 0-3-15,-56-2 13 16,-29 0-17-16,-15-4-5 0,1-13-4 15,6 0-18-15,16 0-34 16,18-33-39-16,47-13-87 16,12-11-54-16,12 2-296 15</inkml:trace>
  <inkml:trace contextRef="#ctx0" brushRef="#br0" timeOffset="1609.83">10648 7575 746 0,'0'0'82'0,"0"0"57"0,0 0 19 0,0 0-72 0,0 0-27 0,0 0 8 15,-56-63-13-15,56 63-16 16,0 0-2-16,0 0-9 15,0 0-2-15,0 37-12 0,0 28 5 16,0 16 89 0,0 8-80-16,5-9-20 0,13-5-7 15,-3-4 0-15,8-5 0 16,3-6-38-16,12-13-67 16,8-11-86-16,6-21-148 15,-9-15-247-15</inkml:trace>
  <inkml:trace contextRef="#ctx0" brushRef="#br0" timeOffset="1957.04">11222 7984 453 0,'0'0'468'0,"0"0"-409"0,0 0 101 15,0 0-30-15,0 0-65 16,0 0-42-16,95-6-8 16,54-6 6-16,20-1 0 15,-16 1-4-15,-17 4-10 0,-36 2 0 16,-41 3-7 0,-20 0 0-16,-22 3 1 0,-17-3 2 15,0 3 4-15,0 0 13 16,0 0 0-16,0 0-1 15,0 0-3-15,0 0-13 16,0 0-3 0,0 0-22-16,0 0-47 0,0 0-60 15,0 0-65 1,0 0-182-16</inkml:trace>
  <inkml:trace contextRef="#ctx0" brushRef="#br0" timeOffset="2478.02">12570 7678 572 0,'0'0'76'0,"0"0"52"0,0 0 89 0,-67-199-121 0,67 152-59 16,0 7 22-16,0 14 36 15,0 15-21-15,0 1-27 0,0 8 12 16,0 2-21-16,0 0-20 16,-5 0-7-16,5 0-6 15,0 14-5-15,0 40 2 16,0 24 5-16,0 17 10 15,0-3 20-15,0 1-25 16,0-6-7-16,0-4-5 16,5-12 0-16,1-8-4 0,-6-9-34 15,5-9-15 1,2-7-57-16,4-8-72 0,-6-11-56 16,-5-19-243-16</inkml:trace>
  <inkml:trace contextRef="#ctx0" brushRef="#br0" timeOffset="3044.2">12849 7658 426 0,'0'0'303'15,"0"0"-208"-15,0 0 74 0,0 0-48 16,0 0-108-16,0 0-12 15,157-77 3 1,-55 59-3-16,-12 6-1 0,-18-1-1 16,-8 7-2-16,-21 1 3 15,-9-1 0-15,-27 6 0 16,1-3 0-16,-8 3 2 16,0 0 2-16,0 0 1 15,0 0 2-15,0-3-4 16,0 0-2-16,0 1-1 0,0-4-5 15,-8 0 4-15,-5 0 1 16,-7-1 1-16,12 5-1 16,-2 2 4-16,5-4 7 15,5 4 1-15,0 0 2 16,0 0 7-16,0 0 4 16,0 0-2-16,0 0-2 15,0 0-10-15,0 0-4 16,0 0-6-16,0 0-1 15,0 36 4-15,0 21 21 16,-8 12 8-16,-5 11 0 0,6 0-1 16,2 7 11-1,-1-9-4-15,-4-3-14 16,10-14 38-16,0-1-16 0,0-12-31 16,0-11-5-16,0-11-9 15,0-12-1-15,0-5-1 16,0-6-1-16,0 0-2 15,0-3-50-15,0 0-50 16,0 0-51-16,21-47-128 16,-1-19-324-1</inkml:trace>
  <inkml:trace contextRef="#ctx0" brushRef="#br0" timeOffset="3531.64">14307 7921 344 0,'0'0'432'0,"0"0"-384"0,0 0 28 0,0 0 40 0,0 0-53 0,0 0-13 0,-48 29-36 16,140-29 26-16,16 0 30 15,2 0 2 1,-21 0-15-16,-19 0-34 0,-17 0-19 16,-29-6-4-16,-4 6-2 15,-15 0-24-15,-5 0-61 16,0 0-62-1,0 0-74-15,0 0-161 16,-31 16-129-16</inkml:trace>
  <inkml:trace contextRef="#ctx0" brushRef="#br0" timeOffset="3756.04">14374 8181 553 0,'0'0'89'31,"0"0"49"-31,0 0-19 15,0 0-64-15,0 0-22 0,0 0 36 16,349 0-16-16,-252 0-7 16,-25-6-6-1,-13-3-22-15,-21 5-10 0,-15-2 3 16,-13 6-5-16,-10 0 7 16,0 0 8-16,0 0-7 15,0 0-13-15,0 0-1 16,0 0-67-16,0-9-81 15,0-11-122-15,0-11-493 16</inkml:trace>
  <inkml:trace contextRef="#ctx0" brushRef="#br0" timeOffset="4484.25">15950 5141 16 0,'-407'15'785'0,"32"-7"-681"0,94 5-12 0,109-4 68 0,98-1-79 0,84 7-24 0,192 2-48 16,152 0 49-16,151-8-38 16,133-9-19-1,74 0-1-15,36-26 1 0,13-2 1 16,-25-6 4-16,-26 5 0 15,-54-1 4-15,-57 6 2 16,-107 7 10-16,-100 1-8 0,-105 5-8 16,-112 1-6-16,-80 7-5 15,-75 0-20 1,-20 3-28-16,-87 0-102 0,-72 0-7 16,-66 6-97-16,-60 7-134 15</inkml:trace>
  <inkml:trace contextRef="#ctx0" brushRef="#br0" timeOffset="4813.59">16055 5444 574 0,'-407'0'42'16,"43"0"78"-16,59 0 64 15,87 0-76-15,95 0-14 16,85 0-22-16,40 0-18 15,172 0-3 1,134 5-2-16,133-5-31 0,128 0-16 16,87 0-1-16,48 0 2 15,27 0-1-15,-34-5 3 16,-26-3 2-16,-56-1 2 0,-74-2 3 31,-80-7-1-31,-84 3 2 0,-103-4-3 0,-95 5 0 16,-79 5-7-16,-56 3-2 15,-29 6-1-15,-15 0-4 16,0 0-47-16,-41 0-101 16,-77 0-5-16,-36 0-222 15</inkml:trace>
  <inkml:trace contextRef="#ctx0" brushRef="#br0" timeOffset="9133.69">23202 2438 370 0,'0'0'225'0,"0"0"-182"0,0 0 108 0,0 0-3 0,0 0-66 15,0 0-23-15,26 3-4 0,-24-3-16 16,24-3-27-16,7-9-1 15,6 1-6-15,-1 1 5 16,0 8-7-16,-4 2-2 16,-3 0 0-16,-3 0-1 15,-10 2-3-15,-8 25 0 16,-5 9-2-16,-5 2 1 16,0-1 4-16,0-8 0 15,0-8 4-15,0-5-13 16,0-8 4-16,0-2-9 15,0 9-8-15,23 2 15 16,8 5 7-16,15 2 3 0,-2-1 0 16,-3 2 0-16,-18-5-1 15,-8-5 3-15,-15 0 0 16,0-4 0-16,0 2-5 16,-38 2-31-16,-37 5-6 15,-2-2-37-15,-17 3-88 16,-4-5-97-16,1-7-135 15</inkml:trace>
  <inkml:trace contextRef="#ctx0" brushRef="#br0" timeOffset="9275.43">23005 2981 433 0,'0'0'114'0,"0"0"-100"15,0 0 39-15,0 0-19 16,0 0-34-16,0 0-17 15,110 146-70-15,-54-132-111 16</inkml:trace>
  <inkml:trace contextRef="#ctx0" brushRef="#br0" timeOffset="9495.78">23415 3058 276 0,'0'0'196'0,"0"0"-98"0,0 0 39 15,0 0-42-15,0 0-93 16,0 0-2-16,5 15 0 15,33 13-2-15,1-2 3 16,4-8-1-16,-4-10 0 16,-6-1 5-1,-15-7 3-15,-8 0 13 0,-10 0 64 16,0 0-16 0,0-19-25-16,0-3-39 0,-5-5-5 15,-21 8-9-15,-15 4-115 16,-7 13-93-16,-14 2-260 0</inkml:trace>
  <inkml:trace contextRef="#ctx0" brushRef="#br0" timeOffset="9685.51">22607 3620 394 0,'0'0'61'0,"0"0"22"16,382 2 39-16,-123-34-13 0,38-19-34 15,21-12-29-15,-10 0-27 16,-21 3-19-16,-49 5-30 16,-64 4-206-16</inkml:trace>
  <inkml:trace contextRef="#ctx0" brushRef="#br0" timeOffset="13852.03">15486 7544 730 0,'0'0'68'0,"0"0"82"0,0 0 21 0,0 0-45 0,0 0-72 16,0 0-7-16,0 0 6 0,-72-46-16 15,72 78-5-15,0 31 25 16,0 20 39-16,0 8-84 16,0 0 37-16,8-5-26 15,-8-11-14-15,0-9-7 16,0-15-1-16,0-19 0 16,5-13-1-1,-5-10 0-15,0-9 0 0,0 0 0 16,0 0 2-16,0 0 1 0,0-15 2 15,0-45-1 1,-20-18-4-16,-11-18-3 16,-10 13 1-16,18 14 1 0,2 15 1 15,9 20-1-15,-1 11 3 16,13 12-1-16,-8 8 0 16,8 3 0-16,0 0 1 15,-5 0-2-15,5 0 0 16,0 13-2-16,0 37 0 15,0 21 2-15,13 13 2 16,12-3-1-16,1-9-1 16,-8-11 0-16,2-7-1 15,-9-17 0-15,-9-17 1 0,6-8 0 16,-8-12-1 0,8 0 1-16,-8 0 1 0,0 0 0 15,0-9 4 1,0-45-5-16,0-21 0 0,0-14-1 15,-16 4 1-15,3 13-1 16,8 12 1-16,-10 12 1 31,10 18-1-31,5 11 0 0,0 11 1 0,0 8-1 16,0 0 1-16,0 0-1 16,0 0 0-16,0 25-1 0,0 24 1 15,5 17 0-15,21 6 1 16,-11 0 0-16,3-6 1 15,-5-5-1-15,2-6 0 32,-5-10 0-32,-10-7-1 0,5-10 1 0,-5-14-1 15,0-5 0-15,0-6-1 16,0-3 1 0,0 0 1-16,0 0 1 15,0-14 1-15,0-43-3 0,-10-24-1 0,-18-10-2 16,5 2 1-16,8 11 1 15,9 10 0-15,1 5-3 32,5 14 4-32,0 12 0 15,0 11 0-15,0 14 0 16,0 8 3-16,0 4-3 16,0 0 0-16,0 0-2 15,0 42-1-15,0 33 3 0,0 20-3 16,0 4 5-1,0-4-2-15,11-5 3 0,-4-9-3 16,1-9 0-16,0-16 1 16,-8-9-1-16,0-16-1 15,0-11-19-15,5-8-9 16,-5-6-10-16,0-4-74 16,10-2-41-16,-7 0-31 15,17-14-32-15,-5-34-240 16</inkml:trace>
  <inkml:trace contextRef="#ctx0" brushRef="#br0" timeOffset="14592.17">15937 7701 396 0,'0'0'181'0,"0"0"-66"0,0 0 74 0,0 0-27 0,0-152-56 0,0 146-41 16,0 1 0-16,0 5-9 0,0 0-20 16,0 0-16-1,-2 43-11-15,-14 28 3 16,-7 12 8-16,0 6-12 0,8-12-8 16,5-12 1-16,-6-12-2 15,16-11 1-15,-5-16-2 16,5-7-1-16,0-6-1 15,0-5 0-15,31 1-3 16,23-7 2-16,17 2 3 16,6-4-5-16,18 0 7 15,-3 0-2-15,-15 0-13 16,-8-9-31-16,-20 0-51 16,-21 4-19-16,-5-2 10 0,-18 1-82 15,-5-4-45-15,0-5 24 16,-5 2-38-16,-33-8 114 15,-1-4 133 1,11 5 35-16,-5-7 50 0,2-1 29 16,8 2-9-16,0 0 12 15,-3-2 19-15,16 5-36 16,-5 1 14-16,2 4 32 16,8 6-84-16,-3 1 5 15,8 5-7-15,-5 3-19 16,5 3-2-16,0-3-1 0,0 3-10 15,0 0-6-15,0 0-4 16,0 0-7-16,0 0-7 16,0 3-4-16,0 38 2 15,0 19 5-15,0 17 14 16,0 8-4-16,0-1 3 16,5 1-3-16,3-4-4 15,5-7-2-15,-8-8-3 16,8-9-1-16,-6 0-2 15,-7-12-4-15,5-7 2 16,-5-12-2-16,0-10-1 16,0-10-1-16,0-6-1 0,0 0 0 15,0 0-13 1,0 0-52-16,8 0-46 0,5-6-79 16,-5-36-153-16</inkml:trace>
  <inkml:trace contextRef="#ctx0" brushRef="#br0" timeOffset="15082.21">16952 8196 483 0,'0'0'102'0,"0"0"-2"0,0 0 70 0,0 0-76 0,0 0-39 0,0 0 2 0,-44-13-2 0,44 13-13 15,0 0-26-15,16 0 20 16,32 0-13-16,29 0 16 16,26 0-4-16,12 0 6 0,0 0-5 15,-9 0-11 1,-30 0-7-16,-17 0-7 16,-20 0-7-16,-8 0-2 0,-19 0 0 15,4 0-2-15,-11 0 1 16,-5 0-1-16,0 0-2 15,0 0-20-15,0 0-53 16,0 0-91-16,0 0-69 16,0-11-63-16,0-8-206 15</inkml:trace>
  <inkml:trace contextRef="#ctx0" brushRef="#br0" timeOffset="15414.59">17390 7909 581 0,'0'0'97'0,"0"0"33"16,0 0 39-1,0 0-81-15,0 0-36 16,0 0-7-16,-66-102 10 16,60 99-3-16,6 3-16 15,0 0-1-15,0 0-12 16,0 0-15-16,0 0-1 15,0 40-5-15,0 12 15 0,0 18 11 16,26 11-9-16,-13-1 8 16,7-5-6-16,-7-1-5 15,-5-11-1-15,0-3 0 16,-3-7 16-16,0-9 9 16,0-11-35-16,-5-6 1 15,0-12-4-15,5-6-2 16,-2-3 0-16,-3-4 0 15,0 2-5-15,0-4-38 16,0 0-33-16,0 0-31 0,7 0-69 16,-7 0-122-16</inkml:trace>
  <inkml:trace contextRef="#ctx0" brushRef="#br0" timeOffset="16000.84">18274 7831 11 0,'0'0'600'0,"0"0"-519"0,0 0 63 0,0 0 49 0,0 0-104 16,0 0-38-16,-33-142 9 15,33 137-3-15,-5 5-10 16,5 0-15-16,0 0-15 16,0 34-10-16,0 32 7 0,20 17 25 15,6 6-20-15,5 2 7 16,-1-8-4-1,-1-9-18-15,-17-13 0 0,4-18-1 16,-6-9 0-16,-5-20-2 16,-2-8-1-1,-3-3 0-15,0-3 0 0,0 0 0 16,0 0 5-16,0 0 2 16,0-53 4-16,0-25-7 15,0-18-3-15,-18-7-1 16,0 9 0-16,-13 11-2 0,18 17 2 15,3 22 2-15,5 23-1 16,-5 10-1-16,10 11 5 16,0 0 0-16,-5 0-4 15,5 0-1-15,0 19-2 0,0 33 1 16,0 11 1 0,20 5-1-16,-2 4-2 0,8-1-26 15,-6 4-82-15,-2-9-94 16,-13-9-157-16</inkml:trace>
  <inkml:trace contextRef="#ctx0" brushRef="#br0" timeOffset="16268.76">19217 8208 494 0,'0'0'580'0,"0"0"-558"0,0 0 79 0,0 0 38 0,0 0-111 0,0 0-13 16,162-6-7-16,-50-9-8 16,4 0 0-16,-21 2-40 15,-16 1-83-15,-35 12-64 16,-37 0-82-16,-7 0-60 0</inkml:trace>
  <inkml:trace contextRef="#ctx0" brushRef="#br0" timeOffset="16381.39">19404 8381 114 0,'0'0'332'15,"0"0"-192"-15,0 0 26 32,0 0-28-32,0 0-77 0,0 0-51 0,34 41 14 15,91-44-24 1,21-29-197-1,-12-11-193-15</inkml:trace>
  <inkml:trace contextRef="#ctx0" brushRef="#br0" timeOffset="16616.99">20311 7781 525 0,'0'0'322'16,"0"0"-197"-16,0 0 105 15,0 0-32-15,0 0-110 16,0 0-47-16,-92-84-12 16,92 99 72-16,0 40-77 0,0 15 57 15,0 11-53-15,0-1-18 16,0 3-10-16,0-5-1 16,0-6-7-16,0-10-68 15,5-5-135-15,24-18-84 16,-4-17-139-16</inkml:trace>
  <inkml:trace contextRef="#ctx0" brushRef="#br0" timeOffset="16980.38">20529 7918 786 0,'0'0'176'16,"0"0"-57"-16,0 0 60 15,0 0-81-15,0 0-74 16,0 0-24-16,-25-28-3 15,25 71 0-15,0 5 3 16,0-3-3-16,0-7-2 16,0-9 2-16,0-7-19 15,0-13 4-15,0-3 5 0,0-6-3 16,0 0 4 0,0 0 5-16,20 0-1 0,19 0 1 15,12-15 7-15,5 6 2 16,3 9 1-1,-2 0 10-15,-16 6-1 0,2 24 23 16,-2 9 6-16,-18-4 0 16,-18-2 13-16,-5-3 14 15,0-7-28-15,-10-1-15 16,-54-2-25-16,-13 1-51 16,-2-5-118-16,-6-16-154 0,13 0-182 15</inkml:trace>
  <inkml:trace contextRef="#ctx0" brushRef="#br0" timeOffset="17217.07">20414 7824 853 0,'0'0'111'0,"0"0"-16"16,0 0 113-16,0 0-111 15,295-80-25-15,-172 57-12 16,-13 9-2-16,-18 2-26 15,-33 6 25-15,-21 6-48 0,-20 0-6 16,-12 0-2-16,-6 0-1 16,0 0-4-16,0 0-45 15,0 0-14-15,0 0-63 16,0 0-60-16,-44 18-95 16,-33-4-120-16</inkml:trace>
  <inkml:trace contextRef="#ctx0" brushRef="#br0" timeOffset="18368.64">941 8573 565 0,'0'0'143'0,"0"0"-29"0,-279 81 46 0,248-75-20 0,31-6-67 0,0 0 3 16,69-17-32-16,54-27-13 15,62-22 20-15,33-12-19 16,17-18 14-16,11-2-7 16,11-4-7-16,-27 16-9 15,-30 17-12-15,-56 21-11 16,-44 16 0-16,-36 9-6 16,-31 12-39-16,-18 9-34 15,-15 2-44-15,0 0-54 0,-53 39-35 16,-58 18-187-16</inkml:trace>
  <inkml:trace contextRef="#ctx0" brushRef="#br0" timeOffset="18658.14">931 8774 603 0,'0'0'121'0,"-326"137"7"16,255-108 16-16,53-18-41 15,18-11-62-15,113-34 10 16,74-35-5-16,71-38 10 0,58-17-35 15,30-17 6 1,25-2 23-16,6 3-4 0,-34 11-3 16,-53 18 3-16,-65 27 27 15,-74 28-55 1,-69 27-11-16,-48 14-4 0,-29 15-1 16,-5 0 6-16,0 0-5 15,0 0-3-15,-26 0-31 16,-25 26-61-16,-21 10-65 15,-5 9-45-15,-7 0-45 16,-14-4-258-16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8:57:09.049"/>
    </inkml:context>
    <inkml:brush xml:id="br0">
      <inkml:brushProperty name="width" value="0.05292" units="cm"/>
      <inkml:brushProperty name="height" value="0.05292" units="cm"/>
      <inkml:brushProperty name="color" value="#002060"/>
    </inkml:brush>
  </inkml:definitions>
  <inkml:trace contextRef="#ctx0" brushRef="#br0">9925 7903 98 0,'0'0'572'0,"0"0"-440"16,0 0-5-16,18-162 119 0,-18 124-117 0,-30-1-57 0,-24 13 4 15,-10 2-15-15,-8 14 26 32,-5 10-79-32,-5 0-8 0,-5 22-1 0,10 19 1 15,18 13 0-15,36-3-3 16,23-1-1-16,0-3-41 16,57-7 30-1,40 1-9-15,13-4-11 0,18-8 4 0,-5 2 30 16,0-5-11-1,-20 3 11 1,-29 5-3-16,-30 2-5 16,-26 2-17-16,-18 5 15 15,-13-5 11-15,-56 1 18 16,-21-13-8-16,-8-14-3 16,1-12 2-16,13 0 7 15,4-18-7-15,8-30 6 0,29-14-13 16,20-12-2-1,23-5-6-15,10-1-4 0,62 3-55 16,25 9-74-16,-7 10-91 16,-13 17-355-16</inkml:trace>
  <inkml:trace contextRef="#ctx0" brushRef="#br0" timeOffset="268.91">10335 7152 746 0,'0'0'212'0,"0"0"-120"0,0 0 83 0,0 0-15 0,0 0-76 0,0 0-22 0,-82-93-31 16,82 135 9-16,21 20-28 15,23 12 21-15,-1 1-25 16,-2-4-7-16,-2-1-1 15,-4-5-18-15,-12-5-104 16,-12-12-103-16,-11-16-29 16,0-20-44-16,0-12-211 15</inkml:trace>
  <inkml:trace contextRef="#ctx0" brushRef="#br0" timeOffset="679.35">10066 7389 88 0,'0'0'437'16,"0"0"-313"-16,0 0-17 15,0 0-7-15,0 0-7 16,0 0-93-16,295-91-1 16,-180 64-2-16,-15-3-12 15,-15-6-40-15,-34-3 42 16,-25 0 13-16,-26 0 8 16,0 1 52-16,0 8 17 0,-39 13 21 15,9 0-1-15,14 11-27 16,11 6-4-16,5 0-41 15,0 13-23-15,26 38-1 16,38 23 14-16,2 6-13 16,-9-5-1-16,-11-16-1 15,-8-19-4-15,-15-16-6 16,-17-18-3-16,-1-6-4 16,0 0 13-16,-5-6 4 15,0-33 0-15,0-14-16 0,0-5-2 16,13 15 18-1,20 12-2-15,10 19 4 0,16 12-4 16,13 6 2-16,10 37 0 16,-10 3 30-16,2 11-10 15,-35 6-20-15,-34 6-4 16,-5 11-39-16,-82 4-162 16,-72-8-261-16</inkml:trace>
  <inkml:trace contextRef="#ctx0" brushRef="#br0" timeOffset="1626.11">7555 6991 389 0,'0'0'257'0,"-77"-177"-148"0,59 103 89 0,13 11-24 0,0 14-60 0,5 17-41 0,-5 18-2 15,5 8 8-15,-5 6 35 16,5 0-69-16,0 46-22 16,0 38-14-16,0 39 22 15,38 22-9-15,11 12-6 16,18 4 4-16,-3-6-18 15,7-9 0-15,4-12-2 16,-19-17-8-16,-12-22 5 16,-26-12-5-16,-11-20-22 0,-7-15-35 15,0-19-34-15,0-15-1 16,-31-14 61-16,-25 0 35 16,-13-20-1-16,-8-24-18 15,0-9 23-15,18 10 13 16,21 14 1-16,15 13 24 15,18 14 9-15,5 2 14 16,0 0-50-16,0 9-10 0,61 35 0 16,16 10 12-1,8 0-9 1,-3-12-1-16,-16-12-1 0,-17-16-1 16,-21-11 6-1,-18-3 34-15,1 0-14 16,1-38 1-16,4-24-20 15,7-16-8-15,2-7-7 16,4 8-144-16,19 11-48 16,-9 20-164-16</inkml:trace>
  <inkml:trace contextRef="#ctx0" brushRef="#br0" timeOffset="2698.32">12350 7918 148 0,'0'0'386'0,"0"0"-288"15,0 0 28-15,0 0 57 0,0 0-93 0,0 0-28 0,-108-87 28 0,108 60-34 16,0 4-49-16,31 5-1 16,2 9-2-16,5 9-3 15,1 0 2-15,-1 27 1 16,-4 29 16 0,-14 14-14-16,-2 4 3 0,-18-6-1 15,0-8-2-15,0-16 4 16,-31-14 1-16,-7-11 6 0,5-13 5 15,-1-4 1-15,16-2-2 16,-2 0-3-16,12 0 0 16,8 0-7-16,0 0-1 15,0-14-10-15,28-10-2 16,54-6-1-16,29-3-57 16,14 3-92-16,11 6-111 15,-16-1-259-15</inkml:trace>
  <inkml:trace contextRef="#ctx0" brushRef="#br0" timeOffset="2966.75">13067 7810 296 0,'0'0'502'16,"0"0"-444"-16,0 0 105 16,0 0-37-16,0 0-75 15,0 0-33-15,-28-62-8 16,79 74-8-16,-7 29-2 15,-24 16 17-15,-15 3-5 16,-5-3 0-16,0-13-4 16,-20-14 2-16,-11-11 12 0,6-11 12 15,17-8-2-15,8 0-1 16,0 0-11-16,0 0-7 16,25-29-8-16,47-11-5 15,26 2-5 1,27 8-82-16,6 9-106 0,-21 16-227 15</inkml:trace>
  <inkml:trace contextRef="#ctx0" brushRef="#br0" timeOffset="3427.03">13903 10406 596 0,'0'0'161'0,"0"0"-30"0,0 203-3 31,10-159-13-31,13-18-35 0,-8-13-18 0,-12-7 7 0,4-6 18 31,-7 0 10-31,13-25-44 16,-2-43-2-16,-6-42-42 16,-5-33 41-16,0-24-31 15,0-21-13-15,-5-14 1 16,-29-13-7-16,-9 9 3 16,-1 15-3-16,1 27 1 15,-6 24 5-15,0 23 17 16,8 25-14-16,3 29-3 15,7 29-4-15,16 21 5 16,15 9-2-16,0 4-5 0,0 0-3 16,0 0-50-16,0 0-56 15,0 0-82-15,0 15-49 16,0 15-73-16,0 3-118 16</inkml:trace>
  <inkml:trace contextRef="#ctx0" brushRef="#br0" timeOffset="3674.84">13295 8834 302 0,'0'0'424'0,"0"0"-402"16,0 0 93-1,0 0 3-15,0 0-83 0,0 0 24 16,82 11-21-16,-41-37-8 16,-2-22-5-16,-3-12 9 15,-8-8 5-15,-8-2-7 16,-7 8-6-16,-3 15 19 15,-5 16-10-15,1 17 4 16,-6 6 16-16,5 8-33 16,33 0-22-16,34 5-3 15,38 27 3-15,41 8 0 16,13-4-9-16,5-6-71 16,-20-19-179-16,-47-11-431 0</inkml:trace>
  <inkml:trace contextRef="#ctx0" brushRef="#br0" timeOffset="4275.68">13075 7029 282 0,'0'0'384'16,"0"0"-288"-16,0 0 60 0,0 0-17 0,0 0-84 0,0 0-36 0,-57 45 41 16,78-1 0-16,2 1-40 15,-2-16-7-15,-9-7-9 16,-12-10-3-16,0-9 0 0,0-3 0 15,0 0-1 1,0 0 0-16,-38-31-2 0,-1-9-7 16,11-3 0-16,10-1-7 15,18 2 4 1,0 6 3-16,0 6 0 0,46 10 9 16,11 5 0-16,2 12 0 15,5 3 4-15,2 0 0 16,4 29 6-1,-19 14 3-15,3 6 12 0,-29 6-19 16,-7-7-4-16,-13 0-2 16,-5-8-37-16,0-4-71 0,0-9-76 15,0-18-281-15</inkml:trace>
  <inkml:trace contextRef="#ctx0" brushRef="#br0" timeOffset="4667.93">13782 6928 540 0,'0'0'134'16,"0"0"-27"-16,0 0 49 0,0 0-91 15,0 0-27-15,0 0-13 16,-272-31-9-16,249 71-11 16,13 3-5-16,10 3-4 15,0-9-4 1,26-8-7-16,25-18-17 0,3-11 12 15,7 0 20-15,-9-23-2 16,-14-31 2-16,-10-15-1 16,-18-14 1-16,-10-6 2 15,0-11 0-15,0-3 2 0,-30 3 3 16,-16 17 7 0,-6 21 7-16,19 26 30 15,10 24 33-15,15 12-34 0,8 4-6 16,0 62-34-16,0 20 10 15,26 26 3-15,28-1-20 16,15 0-3-16,-13 10-7 16,-2 10-75-16,-21 4-88 15,-27-12-218 1</inkml:trace>
  <inkml:trace contextRef="#ctx0" brushRef="#br0" timeOffset="5745.2">8334 9200 506 0,'0'0'341'0,"0"0"-279"0,0 0 73 0,0 0 26 0,0 0-86 0,0 0-53 16,-179-57 3-16,179 64-3 16,51 34-5-16,8 11 3 15,15 10-13-15,3 1-4 16,5-7-3-16,0-8-1 0,8-18-8 16,-6-18-6-16,-7-12 7 15,0 0-8-15,-5-12 4 16,-13-27 9-16,5-12 2 15,0-3 1 1,-5 5-1-16,13-6 2 0,20 4 2 16,0 7-3-16,18-1 0 15,16 9 3-15,10 4-3 16,0 11 3-16,4 9 6 16,-17 12-9-16,8 0 14 0,-10 15-6 15,-11 23 1 1,-18 7-4-16,-10 6 0 0,-13 3 2 15,-20-7-2 1,-11-5-4-16,-15-12 1 0,0-16-2 16,-17-7-2-16,4-7 2 15,-5 0 0-15,5 0 1 16,13-33 9-16,11-36-6 16,12-20-4-16,5-4-4 15,8 12-3-15,13 13-1 16,17 18 4-16,19 8 1 15,12 11 3-15,21 21-2 16,13 10 2-16,10 10 1 0,10 44 3 16,-7 11 10-16,0 1-8 15,-11-5 5 1,-20-16-5-16,-18-13-5 0,-24-18 3 16,-9-9 7-16,-8-5 6 15,0-17 4-15,5-32-6 16,12-21-10-16,-6-17-5 15,-4-19-5-15,-17-13-33 16,-29 2-128-16,-33 13-161 16</inkml:trace>
  <inkml:trace contextRef="#ctx0" brushRef="#br0" timeOffset="6780.86">17121 10558 912 0,'0'0'52'16,"0"0"31"-16,0 0 113 15,-192-159-154-15,192 112 0 0,0 8-26 0,49 7-6 0,17 8-10 0,9 11 3 16,-11 13 1-16,0 3 0 15,-5 48-1-15,-21 21 9 0,-15 14 14 16,-23 2-20-16,0-5-4 16,-23-9 2-16,-46-8 6 15,-3-13 13 1,-5-9-1-16,13-12 54 0,18-15-48 16,15-8-8-16,18-6 25 31,13 0-17-31,0-3-14 0,0 0-7 0,0 0-5 15,52-6-2-15,45-18 8 16,44-10-8 0,13 2-54-16,-11-4-148 15,-7 1-95-15,-15-2-328 16</inkml:trace>
  <inkml:trace contextRef="#ctx0" brushRef="#br0" timeOffset="7142.71">18023 10418 572 0,'0'0'384'0,"0"0"-328"16,0 0 162-16,0 0-86 0,0 0-115 16,33-158 2-1,70 134-10-15,5 24-9 0,-14 2-8 16,-32 53 1-16,-16 17 7 15,-28 10 12-15,-18 9-12 16,0-8 4-16,-69-14 15 16,2-20-2-16,6-15-1 15,7-17 33-15,28-8-20 16,18-6 8-16,8-3-6 16,0 0-18-16,0 0-2 0,0 0-11 15,0 0 3 1,26 0-16-16,54 0 18 0,35-6-19 15,26-9 8-15,2 1-175 16,-12-8-33-16,-3-4-227 16</inkml:trace>
  <inkml:trace contextRef="#ctx0" brushRef="#br0" timeOffset="7380.98">19115 10561 487 0,'0'0'441'0,"0"0"-364"16,0 0 87-1,0 0-36-15,0 0-98 0,0 0-4 16,-44 3 13-16,144-15-12 16,26-9 10-16,15-5-17 15,2-5 16-15,-2-1-11 16,-26 8-25-16,-22 3 0 15,-40 8-17-15,-24 7-64 0,-19 6-104 16,-10-8-37-16,-10-1-76 16</inkml:trace>
  <inkml:trace contextRef="#ctx0" brushRef="#br0" timeOffset="7601.38">19366 10153 729 0,'0'0'172'0,"0"0"-28"15,0 0 52-15,0 0-91 16,0 0-45-16,0 0-20 16,125 79 137-16,-25-16-90 15,-2 9-28-15,-14 8-33 16,-20 0-15-16,-5 2-9 0,-15-12-2 16,-16-16-3-1,-2-11-10-15,-8-14-69 0,-3-8-83 16,8-5-37-16,10-16-133 15,6-18-137-15</inkml:trace>
  <inkml:trace contextRef="#ctx0" brushRef="#br0" timeOffset="8027.37">20780 10090 806 0,'0'0'48'15,"0"0"38"-15,0 0 65 16,0 0-103-16,-256-170-4 16,213 160-19-1,-1 7-5-15,0 3-15 0,-4 0-5 16,14 34 1-16,11 6-1 16,23 9-2-16,0 5 1 0,29-3-5 15,42 1 1-15,22 5 10 16,12-3-4-16,-8 3 1 15,0-3-1 1,-30-7 2-16,-23-4 0 0,-24-11-1 16,-20-5-1-16,0-1-1 15,-10-5 0-15,-44-2 17 16,-13-7-15-16,-9-12 3 16,-4 0-5-16,8-9 4 15,19-25 3-15,19-7-2 0,14-10 11 16,20-14 6-16,7-4-22 31,55 0-9-31,17 3-14 0,6 9-95 0,7 2-75 16,-5 4-376-16</inkml:trace>
  <inkml:trace contextRef="#ctx0" brushRef="#br0" timeOffset="8390.43">21208 10287 1008 0,'0'0'67'0,"0"0"30"0,0 0 71 0,0 0-160 0,0 0 26 0,285-43-34 15,-190 26-1-15,-19 2-8 16,-29 6-110-16,-14 4-58 15,-28 5-39 1,-5 0-44-16,0 8 2 0,-38 22 67 0,-6 6 71 31,-10 2 120-31,-2-4 105 0,12-6 33 0,1-3 8 16,15-10 27-16,12-6-27 16,11-6-15-16,5-3-29 15,0 0-21-15,0 0-28 16,38 0-26-16,39-9 17 15,28-19-44 1,11-10-10 0,-9-10-231-16,-14-12-463 15</inkml:trace>
  <inkml:trace contextRef="#ctx0" brushRef="#br0" timeOffset="9486.12">22033 9964 721 0,'0'0'121'0,"0"0"57"0,0 0-38 0,0 0-58 0,0 0-25 0,0 0-30 15,-33-131-9-15,61 99-10 16,11-2-7-16,-1 11 4 16,6 8-5-16,4 9 0 15,-4 6 0-15,-6 0-5 16,-4 29-1-16,-9 22 6 16,-12 9-4-16,-13 3 9 0,0-3-2 15,-2-11-3 1,-47-3 1-16,-10-7-1 0,0-12 5 15,8-10-2-15,20-6-1 16,16-5-2-16,7-2 0 16,8-4-3-1,0 0 0-15,0 0 0 0,0 0-6 16,0 0 7-16,0 0-4 16,28 0 12-16,26-12 3 15,15 3-4-15,3 6-3 16,5 3 6-1,-5 0 3-15,-8 33 7 0,-8 5 5 0,-23 11-1 16,-28-5 12-16,-5-2 22 16,0 0-34-16,-56-7 9 15,-8-1-10-15,-28-5-8 16,7-9-7-16,-4-8-5 16,7-7-2-16,10-5-5 15,0 0-11-15,8-22-15 0,13-20-122 31,12-2-13-31,14-8-43 0,25 8-150 0</inkml:trace>
  <inkml:trace contextRef="#ctx0" brushRef="#br0" timeOffset="9952.91">22971 9755 185 0,'0'0'473'0,"0"0"-387"0,0 0 71 16,0 0 25-16,0 0-104 0,0 0-24 0,-84-35 1 15,81 35-15-15,-12 0-32 16,-8 12-6-16,-3 26 14 0,3 15 5 15,8 10-17 1,15 0 3 0,0 6 5-16,0-6-11 15,38-6 12-15,16-8-12 16,-3-6 1-16,13-11-2 16,-5-10-1-16,8-17 1 15,7-5 9-15,-7 0-4 16,5-8 5-16,-16-23 10 15,8-13-3-15,-20-9 17 16,-11-4-6-16,-18-9 27 16,-15 0-26-16,0 7 16 15,-15 4-42-15,-41 14 14 16,-9 15-9-16,-6 7-8 0,-14 10-51 16,-20 9-44-16,-10 0-89 15,-1 34-122-15,-7 0-192 16</inkml:trace>
  <inkml:trace contextRef="#ctx0" brushRef="#br0" timeOffset="11010.9">23694 9809 804 0,'0'0'129'0,"0"0"-6"16,0 0 71-16,0 0-54 0,0 0-95 0,0 0 41 0,-38 9-54 0,102-9-26 15,20 0 27-15,32 0 30 16,1-15-40-16,-1-5 43 16,-19 4-43-16,-33 1-10 15,-18 9-2-15,-30 4-1 16,-16 2-4-16,0 0 1 16,0 0-3-16,0 0-1 15,0 0-3-15,2 0-2 16,-2 0-6-1,0 0-26-15,0 0-88 0,0 0-30 0,0 0-86 16,0 0-94-16,0 0-200 16</inkml:trace>
  <inkml:trace contextRef="#ctx0" brushRef="#br0" timeOffset="11375.88">24681 9228 570 0,'0'0'240'0,"0"0"-123"16,0 0 91-16,0 0-55 0,0 0-63 15,0 0-41-15,-52-82 4 32,47 82-18-32,5 0 25 15,-7 0-33-15,1 0 19 0,6 0-34 0,0 0-5 16,0 6-5-16,0 45-1 15,13 17 47-15,21 17-14 16,-4 2-22 0,9-1-1-16,-6-3 5 15,0-6-8-15,6 1 11 16,-8-10-10-16,-3-11-3 16,-10-12 6-16,2-9-9 15,-10-15-1-15,-4-6-2 16,4 0-1-16,-5-7 1 15,-5 1 0-15,0 4-24 16,0 5-117-16,0-6-251 0,-39-4-216 16</inkml:trace>
  <inkml:trace contextRef="#ctx0" brushRef="#br0" timeOffset="11818.1">20865 12607 481 0,'0'0'621'0,"0"0"-526"0,0 0 75 0,0 0-6 0,0 0-116 0,0 0-37 16,92-6 15-16,29-23-9 15,7-5-17-15,-28 5 0 16,-29 9-35-16,-27 7-137 16,-34 13-46-16,-10 0-69 15,0 8-175-15</inkml:trace>
  <inkml:trace contextRef="#ctx0" brushRef="#br0" timeOffset="11929.15">20939 12884 461 0,'0'0'288'15,"0"0"-160"-15,0 0 3 0,0 0-57 16,0 0-55-16,0 0-19 16,390-62-25-16,-226-1-378 15</inkml:trace>
  <inkml:trace contextRef="#ctx0" brushRef="#br0" timeOffset="12860.5">22364 12247 818 0,'0'0'52'0,"0"0"74"16,0 0-24-16,0 0-81 0,-26-165-15 16,60 135 23-16,-1 10 1 15,5 5 2 1,1 3-7-16,10 12 5 16,4 0-5-16,4 9 6 0,-3 44 0 15,-6 19 4-15,-22 12 1 16,-26-1-8-16,0-2-18 15,-31-7-1-15,-33-8 3 16,-13-13-3-16,-7-9 35 16,20-16-25-16,5-11-6 15,25-8 6-15,22-5 9 16,6-4-26-16,6 0-2 16,0 0 0-16,0 0 0 0,0 0 7 15,6 0-7-15,55-24-9 16,26-3 9-16,28-3 16 15,16-2-16-15,15 1-2 16,8-1 1-16,-3-2 2 16,-23 0-2-16,-15-9-6 15,-23-1-16-15,-18-3 15 16,-16-8 4-16,-15-2 4 0,-10-5 3 16,-24-4-1-1,-7 1-2-15,0 8-2 0,-38 18 0 16,-21 16-1-1,-8 14 3-15,-4 9 4 0,-1 0-2 16,3 26-2-16,23 16 0 16,15 9-3-16,26 0 2 15,5-10-9-15,20-5 3 16,37-13 7-16,12-7-4 16,-3-10-23-1,-12-6 27-15,-5 0 1 0,-3 0 4 16,-15-12-1-16,-11 0 1 15,-12 3 16-15,-8 5 12 0,0 4-4 16,0 0 0 0,0 0-3-16,0 0 23 0,0 0-7 15,0 0-28-15,0 0-1 32,0 28-5-32,0 38 5 0,0 20 26 0,18 27 9 15,-5-3-25-15,5-2 4 16,2 2-23-16,-2-2 11 15,8-10-5-15,-3-4 2 16,0-18 6-16,10-23-6 0,-7-16-8 31,-6-17-4-15,-7-11 0-16,-8-5 0 0,0-4 0 16,-5 0 0-16,5 0 0 15,-5 0-12-15,0-21-23 16,0-17-54-16,-38-11-102 15,-21-7-142-15,-8-7-162 16</inkml:trace>
  <inkml:trace contextRef="#ctx0" brushRef="#br0" timeOffset="13429.16">3801 6525 16 0,'0'0'0'0,"0"0"93"0,0 0-72 0,0 0-19 0,0 0-2 0,0-164-2 0,0 131-15 16,-38-2-96-16</inkml:trace>
  <inkml:trace contextRef="#ctx0" brushRef="#br0" timeOffset="13936.21">3045 5529 299 0,'0'0'168'0,"0"0"18"15,136-162 9-15,-128 148-35 16,-8 11-50-16,0 3-18 16,0 8-14-16,-54 66 16 15,-46 47-11-15,-44 36 5 0,-38 23-39 16,-18 13 16 0,-12 6-4-16,-9 1-20 0,16-10-2 15,23-17-13-15,31-27-14 16,51-31-2-16,46-23-9 15,24-28-1-15,30-26-3 16,0-17-11 0,0-12-33-16,20-9-23 0,37-4-25 15,22-55-91-15,21-42 13 16,18-36-43-16,20-33-92 0,3-21-370 16</inkml:trace>
  <inkml:trace contextRef="#ctx0" brushRef="#br0" timeOffset="14264.8">3575 5186 656 0,'0'0'89'15,"0"0"9"1,0 0 92-16,0 0-19 0,0 0-116 16,0 0 35-16,-187 98-49 15,62 34 36-15,-29 28 36 0,-12 26-9 16,-22 10-25-1,-1 13-7-15,-8-6-29 0,2-7-9 16,23-16-5-16,26-35-8 16,36-22-4-16,33-28-3 15,26-29-5-15,20-24-4 16,23-18-3 0,8-19-1-16,0-2 0 0,0-3-1 15,0 0 1-15,0 0 0 16,13-8-1-16,25-53-10 15,34-31-11-15,36-30-76 16,25-21-241-16,-7 14-247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8:59:07.049"/>
    </inkml:context>
    <inkml:brush xml:id="br0">
      <inkml:brushProperty name="width" value="0.05292" units="cm"/>
      <inkml:brushProperty name="height" value="0.05292" units="cm"/>
      <inkml:brushProperty name="color" value="#002060"/>
    </inkml:brush>
  </inkml:definitions>
  <inkml:trace contextRef="#ctx0" brushRef="#br0">10571 7438 440 0,'0'0'493'0,"0"0"-374"0,0 0 64 0,0 0-6 0,0 0-1 0,0 0-115 15,0 0-33-15,-110-68-11 16,110 76-10-16,0 37-5 15,0 21 10-15,0 8 1 16,0 1-6 0,0-10-5-16,0-8 1 0,0-10-3 0,0-13-3 15,0-13 0-15,0-10-9 16,0-11-5-16,0 0 1 16,0 0 9-16,0 0 1 15,0-4-2-15,5-18 1 16,5-12-7-16,19 2 14 15,9 5 3-15,11 2 3 16,33 3-7-16,15 10 2 16,18 6 2-16,6 6-2 15,-1 0 4-15,-12 23-1 16,-31 13 3-16,-34 8-4 0,-40 5 5 16,-3 0-2-16,-23 5-6 31,-64 0 8-31,2-9-8 15,-5-9-13-15,1-13-103 16,20-16-53-16,-8-7-48 16,-5-19-69-16,18-41-275 15</inkml:trace>
  <inkml:trace contextRef="#ctx0" brushRef="#br0" timeOffset="173.16">10476 7449 298 0,'0'0'478'0,"0"0"-456"0,0 0 61 0,0 0 31 0,0 0-78 0,0 0-25 0,318-57-11 16,-192 51-23-16,-11 6-148 16,-12 0-465-16</inkml:trace>
  <inkml:trace contextRef="#ctx0" brushRef="#br0" timeOffset="600.04">11442 7544 636 0,'0'0'30'0,"0"0"95"15,0 0 54-15,0 0-92 0,0 0-40 16,0 0 2-1,-25-23-16-15,25 23-12 16,-5 0-6-16,-11 15-6 16,9 27 1-16,2 9 2 0,5 4-6 15,0 2-2-15,0 3-3 16,5-5 0 0,33-8 0-16,11-9-1 0,12-8 9 15,-2-8-4-15,0-11-3 16,-8-8-2-16,-7-3 4 15,5 0 8-15,-11-9 7 16,-5-23-13-16,-10-10 6 16,-7-9-5-16,-16-6 7 0,0-2 3 15,-16 3-3 1,-30 5 17-16,-13 15-7 0,-10 9-10 16,-3 6-3-16,-4 10-11 15,4 7 0-15,8 4-35 16,23 0-40-16,-3 21-79 15,13 17-45-15,24-2-284 16</inkml:trace>
  <inkml:trace contextRef="#ctx0" brushRef="#br0" timeOffset="978.79">12262 7975 560 0,'0'0'414'0,"0"0"-401"0,0 0 136 0,0 0 2 0,0 0-118 16,0 0-17-16,18 0 11 0,108 0-9 15,15 0-2 1,8 0 1-16,-14 0 11 0,-9 0 7 15,-39-4-19 1,-18 4-2-16,-43 0-4 0,-16 0 5 16,-10 0 20-16,0 0-7 15,0 0-3-15,0 0 2 16,0 0 11-16,0 0-38 0,0 0-17 16,0 0-53-1,-28 0-89-15,7 0-69 16,-12-5-171-16</inkml:trace>
  <inkml:trace contextRef="#ctx0" brushRef="#br0" timeOffset="1420.57">13869 7635 697 0,'0'0'163'0,"0"0"-81"0,0 0 118 0,0 0-49 0,0 0-37 0,0 0 18 16,-102-140-21-16,97 140-76 0,2 0-16 16,3 0 2-16,0 9 6 15,0 36-11-15,0 16 12 16,0 13 0-16,3 2-13 15,22-7-8 1,-12-3-7-16,8-11 0 0,-6-1-2 31,3-9-10-31,-3-7-32 0,8-4-74 0,-12-11-215 16,-1-14 35-16,-8-9-107 0</inkml:trace>
  <inkml:trace contextRef="#ctx0" brushRef="#br0" timeOffset="1877.95">14161 7795 50 0,'0'0'510'15,"0"0"-419"-15,0 0 101 16,26-154-21-16,-26 136-21 16,0 5-60-16,0 7 3 0,0 6-10 15,0 0-44-15,0 0 15 16,0 0-42-16,0 13-12 15,0 34 0-15,0 13 18 16,0 8-12-16,0-7-5 16,0-11-1-16,0-12-2 15,0-10-9-15,0-13 2 16,0-6-12-16,0-6-18 16,0-3-29-16,0 0 25 15,0 0 38-15,0-12-2 16,0-16-4-16,0-1 1 0,0-2 7 15,13 8 4-15,18 3-3 16,27 2 4-16,4 5 1 16,7 7-3-16,8 6 3 15,13 0-2-15,-13 19 13 16,-6 13 15-16,-14 8-6 16,-24-3 4-16,-25 3 24 15,-8-5-28-15,0 5-13 16,-67-6-10-16,-15 3-15 15,-2-5-135-15,-6-11 30 16,0-11-126-16,3-10-66 0,0-17-238 16</inkml:trace>
  <inkml:trace contextRef="#ctx0" brushRef="#br0" timeOffset="2099.6">14013 7664 628 0,'0'0'103'0,"0"0"-17"0,0 0 84 0,0 0-93 0,0 0-66 16,0 0 23-16,130-23-30 15,-42 17 40-15,9 3-29 16,-5 3-4-16,-25-3 0 0,-19 3-2 16,-19-3-9-16,-19 3-3 15,-2 0-4-15,-8 0-30 16,0 0-151-16,0 0-347 15</inkml:trace>
  <inkml:trace contextRef="#ctx0" brushRef="#br0" timeOffset="2365.92">15355 7956 245 0,'0'0'634'0,"0"0"-614"15,0 0 90-15,0 0 20 16,0 0-78-16,0 0-19 16,144-6-6-16,-42 0-4 15,-4-3-9-15,-26 4-14 16,-24 2-3-16,-19 3-18 0,-19 0-76 15,-10 0-140 1,0 12-205-16</inkml:trace>
  <inkml:trace contextRef="#ctx0" brushRef="#br0" timeOffset="2601.23">15376 8247 338 0,'0'0'425'0,"0"0"-385"16,0 0 139-16,0 0-61 15,0 0-72-15,0 0 22 16,374-34-35-16,-259 17-6 16,-12 4-7-16,-26 2-17 15,-31 7-3-15,-26 4-3 0,-14 0-13 16,-6 0-32-16,0 0-82 16,0 7-22-1,-44 7 59-15,0-1-22 0,3-11-77 16,3-2-82-16</inkml:trace>
  <inkml:trace contextRef="#ctx0" brushRef="#br0" timeOffset="5942.66">16757 7684 244 0,'0'0'407'15,"0"0"-321"-15,0 0 27 0,0 0 47 0,0 0-69 0,0 0-30 0,0 0 38 16,-89-46-41-16,89 40-48 15,30-9-2-15,16-1 17 16,18 2-22-16,-2 8-3 16,-13 6-2-16,-6 0-1 15,-4 14-8-15,-6 26 8 16,-13 9 3-16,-20 11-2 16,0-3 10-16,0-8-9 0,-20-11 6 15,-24-8-5-15,1-7 9 16,4-8-1-16,11-5-6 15,3-5-1-15,22-5-1 16,3 0 0-16,0 0-3 16,0 0-11-16,0 0 8 15,41 0 6-15,28 0 1 16,-2 0 2-16,5 0-3 0,-3 0 2 16,-5 0-2-1,-13 25 1-15,-12-2 1 0,-11-6 0 16,-28 8-1-16,0-5 19 15,-18 5 3-15,-54 2 5 16,-25-7-16-16,4-5 6 16,-1 0-18-16,14-5 0 15,19-4-2-15,2-6-9 16,18 0-38-16,2-3-81 16,21-27-48-16,18-9-177 15,0-3-383-15</inkml:trace>
  <inkml:trace contextRef="#ctx0" brushRef="#br0" timeOffset="6320.34">17734 7658 813 0,'0'0'51'0,"0"0"55"0,0 0 80 0,0 0-128 0,0 0-33 0,0 0-2 15,-159-57-14-15,130 57-7 16,-4 13-4-16,18 8 13 16,10 2-6-16,5 8-4 15,0-2-1-15,20 1 1 16,42 3 5-16,4-1 2 16,19-1-7-16,-1-2 2 15,1 1 2-15,-13-6-5 16,-1 2 3-16,-22-4 3 15,-16-4 4-15,-7-4 12 16,-21-5-3-16,-5 1 5 16,0 5 16-16,-46 5 22 15,-31 4-40-15,-10-3-22 16,0-6-2-16,15-12-60 16,16-3-50-16,-3-9-48 0,33-45-82 15,8-20-233-15</inkml:trace>
  <inkml:trace contextRef="#ctx0" brushRef="#br0" timeOffset="6399.18">17734 7658 23 0</inkml:trace>
  <inkml:trace contextRef="#ctx0" brushRef="#br0" timeOffset="6525.26">17734 7658 23 0,'-67'-63'788'0,"54"63"-740"0,13-2 82 0,0-2 18 0,3-1-91 0,74-4-6 15,30-3-4-15,32-7 0 16,1-4-21-1,-11 3 15-15,-27-2-10 0,-35 11-29 16,-31 7-2-16,-36 4-12 16,0 0-84-16,-62 0-218 15,-40 15-508-15</inkml:trace>
  <inkml:trace contextRef="#ctx0" brushRef="#br0" timeOffset="8228.79">18392 8035 387 0,'0'0'416'0,"0"0"-340"0,0 0 49 0,0 0 73 15,0 0-118-15,0 0-36 0,0 0-9 0,0 0-15 16,95 0 22-16,20 0 19 15,8 0 9-15,0 0-29 16,-5 0-9-16,-13 0 19 0,-15 0-23 16,-31-5 8-1,-23 1-25-15,-16 4-8 0,-20 0-3 16,0 0 0 0,0 0-2-16,0 0-46 0,0 0-84 15,0 0-92-15,0 4-66 16,-13 7-68-16,-12-5-285 15</inkml:trace>
  <inkml:trace contextRef="#ctx0" brushRef="#br0" timeOffset="8508.45">18876 7816 249 0,'0'0'416'0,"0"0"-278"15,0 0 21-15,0 0 9 16,0 0-85-16,0 0-21 15,-12-41-1-15,12 41-21 16,-6 0-15 0,6 0-3-16,0 32 25 0,-10 28-29 15,5 17 53-15,5 14-8 16,0-5-44-16,0-8-4 16,0-7 0-16,0-8-2 15,0-9-11-15,0-10-1 16,21-8-1-16,-11-7-2 15,-2-5-5-15,7-5-63 0,0-7-219 16,19-12-25-16,-1 0-197 16</inkml:trace>
  <inkml:trace contextRef="#ctx0" brushRef="#br0" timeOffset="8791.62">19735 7775 374 0,'0'0'407'0,"0"0"-338"0,0 0 106 16,0 0 11-16,0 0-94 15,0 0-36-15,0 0-9 16,-46-74-7 0,46 74-16-16,0 0-2 0,0 23 17 15,0 28 10-15,0 11 39 16,0 2-48-16,7-5-26 15,6-6-1-15,-8-7-2 16,-2-9-6-16,2-6-5 16,0-7-1-16,3 0-1 15,-8 0-13-15,0-2-125 0,0 4-180 16,0-20-119 0</inkml:trace>
  <inkml:trace contextRef="#ctx0" brushRef="#br0" timeOffset="9060.7">20311 7998 930 0,'0'0'38'0,"0"0"29"0,0 0 101 15,0 0-80-15,0 0-72 0,0 0 23 16,149-11 2-16,-57 11-24 16,1-6-1-1,-1-4-9-15,-15 5-7 0,-29 1-1 16,-14 4-33-16,-27 0-185 16,-7 0-85-16,-7 0-270 15</inkml:trace>
  <inkml:trace contextRef="#ctx0" brushRef="#br0" timeOffset="9248.2">20317 8231 535 0,'0'0'263'15,"0"0"-170"-15,0 0 85 0,0 0-40 16,0 0-20 0,0 0-36-16,284 18-19 0,-181-18 18 15,-19-15-48-15,-7-3-14 16,-18 4-19-16,-26 5-2 31,-17-8-26-31,-16 3-161 0,0-4-194 0</inkml:trace>
  <inkml:trace contextRef="#ctx0" brushRef="#br0" timeOffset="10163.59">21821 7862 381 0,'0'0'395'0,"0"0"-341"15,0 0 73-15,0 0-20 0,0 0-41 0,0 0-39 0,195-165-1 16,-119 144 10-16,-9 9-9 15,-11 6 0-15,-4 6 0 16,-14 0-6-16,-10 18 5 16,-12 22-6-16,-14 4-8 15,-2 6 7-15,0-2-10 0,-38-5-3 16,-13-14 1-16,-8-6-3 16,5-10 5-16,23-4 14 15,0-6-15-15,21 0 6 16,10-3-3-16,0 0-11 15,0 0-7-15,0 0-8 16,15 0 10-16,42 0 5 16,2 0 4-16,12 9 0 0,6 8-1 15,-7 11 3 1,-4 1 8-16,-17 7 35 0,-16-6-13 16,-17-9 10-16,-16-10 13 15,0-7-26 1,0 5 23-16,-31 3-27 0,-41 0 0 15,-25-1-25-15,7-5-4 16,-2-6 0-16,10 0-10 16,10 0 1-16,8-8-28 15,18-11-94-15,20 2-48 16,26-13-120-16,0-3-186 16</inkml:trace>
  <inkml:trace contextRef="#ctx0" brushRef="#br0" timeOffset="10574.06">23248 7589 760 0,'0'0'132'0,"0"0"-83"0,0 0 166 0,0 0-110 0,0 0-43 15,0 0-10-15,-123-88 6 16,64 88-46-16,-7 9-10 0,-22 36 5 15,12 14 3-15,9 22-10 16,16 5 10 0,28 2 0-16,20 3-7 0,3-10-3 15,3-10-2-15,66-15-5 16,8-14 6-16,15-18-2 16,3-11-1-16,2-13 2 15,-12 0 4-15,-21-5 7 16,-10-21 2-1,-31-3 12-15,-13-5 24 0,-10 0 13 16,0 0-10-16,-56 8-32 0,-19 8-2 16,-4 5-15-16,-6 13 2 15,8 0-3-15,13 0-31 16,18 25-100-16,3 12-85 16,-4 9-74-16,9-7-181 15</inkml:trace>
  <inkml:trace contextRef="#ctx0" brushRef="#br0" timeOffset="10857.1">21175 9168 837 0,'0'0'91'0,"0"0"9"15,0 0 67 1,0 0-45-16,0 0-83 0,0 0 1 15,333-3-12-15,-25-37-11 16,25 2-5-16,10-1 25 16,1 4 48-16,-16 2-52 15,-31 4-8-15,-38 7 17 16,-59 7-34-16,-44 7-6 0,-49 8-2 16,-48 0-9-16,-41 0-83 15,-18 19-124-15,-94 21-82 16,-60 11-16-16,-61-4-341 15</inkml:trace>
  <inkml:trace contextRef="#ctx0" brushRef="#br0" timeOffset="11079.27">21693 9362 309 0,'-292'32'441'0,"99"-8"-313"16,88-5 16-16,92-11 15 31,52-8-44-31,156 0-55 0,110-6 4 0,71-33-2 0,34-5-8 16,16-3-29-1,-32-2 25 1,-32 7 7-16,-63 10-10 16,-86 2-25-16,-62 9 3 15,-66 6-20-15,-52 9-5 16,-25 3-4-16,-8 3-33 16,-10 0-119-16,-72 0-120 15,-26 0-2-15,-23 0-250 16</inkml:trace>
  <inkml:trace contextRef="#ctx0" brushRef="#br0" timeOffset="12211">1159 8419 524 0,'0'0'230'0,"0"0"-142"0,0 0 71 0,-290 63-57 0,290-63-59 0,0 0 14 0,47-9-26 15,55-39 8-15,47-18 13 16,30-20-27-16,18-15-4 16,31-7 24-16,13-9 35 15,16 1 11 1,-4 3 12-16,-20 12-48 0,-40 14-20 15,-40 18-10-15,-35 25-15 0,-46 13-5 16,-34 20-4-16,-25 8-1 16,-13 3-4-16,0 0-7 15,0 0-34-15,0 32-80 16,-51 25-66 0,-34 20 31-16,-30 11-80 0,-28-2-104 31,-32-3-309-31</inkml:trace>
  <inkml:trace contextRef="#ctx0" brushRef="#br0" timeOffset="12470.95">882 8676 574 0,'0'0'116'16,"0"0"-5"-16,0 0 67 15,0 0-82-15,0 0-29 16,367-165 10-16,-132 73-16 15,17-6 22-15,24-10 8 16,9-3 11-16,-16 7-10 16,-28 13-21-16,-41 8-28 0,-39 16-11 15,-43 13-17 1,-41 12 3-16,-34 19-13 0,-22 11-4 16,-13 12-1-16,-8 0-12 15,0 0-40-15,-8 0-132 16,-46 6-153-16,-23 12-73 15</inkml:trace>
  <inkml:trace contextRef="#ctx0" brushRef="#br0" timeOffset="15171.88">19404 9085 852 0,'0'0'54'0,"0"0"37"0,0 0 21 0,0 0-96 0,0 0-8 0,0 0-8 0,0 0 0 0,131-31-2 15,-26 2-48-15,8-5-93 16,-29 2-85-16,-14 5-202 16</inkml:trace>
  <inkml:trace contextRef="#ctx0" brushRef="#br0" timeOffset="15301.26">19371 9168 568 0,'0'0'103'0,"0"0"6"15,0 0-28-15,0 0-81 16,0 0-5-16,0 0-18 0,154-57-240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01:39.228"/>
    </inkml:context>
    <inkml:brush xml:id="br0">
      <inkml:brushProperty name="width" value="0.05292" units="cm"/>
      <inkml:brushProperty name="height" value="0.05292" units="cm"/>
      <inkml:brushProperty name="color" value="#002060"/>
    </inkml:brush>
  </inkml:definitions>
  <inkml:trace contextRef="#ctx0" brushRef="#br0">8549 8259 48 0,'0'0'444'0,"-28"-174"-329"0,28 87-50 0,0 13 74 0,0 17-29 0,0 25-14 16,0 17-10-16,0 8-12 15,0 7-20-15,-5 0-24 16,0 0 1-16,-3 0-5 15,3 37-26-15,5 43 3 16,0 37 24-16,0 19 0 16,0-1-7-16,0-5 7 15,5-5-9-15,18 2-9 0,-7-11-6 16,2-13-3-16,-8-16 0 16,0-24-1-16,3-15-4 15,-13-19-7-15,0-10-15 16,0-9-18-16,0-10-6 15,0 0-5-15,-23-25 15 16,-31-32-20-16,-7-11 33 16,12 0 22-16,5 2 6 15,16 20 9-15,2 17 2 16,21 20 10-16,3 6 8 16,2 3-14-16,0 0-6 0,0 21-7 15,23 30 3-15,31 9 14 16,2-5-11-16,-2-6-7 15,0-20 2-15,-16-11-2 16,-10-8-1-16,-10-8 3 16,-5-2-3-16,-8 0-2 15,3 0 2-15,23-33-25 16,2-27-59-16,10-10-108 16,-2 0-318-16</inkml:trace>
  <inkml:trace contextRef="#ctx0" brushRef="#br0" timeOffset="425.39">9421 8419 249 0,'0'0'429'0,"0"0"-350"0,0 0 63 0,0 0-3 0,0 0-56 0,0 0-68 0,-54-51-4 16,54 51-4-16,0 6-7 16,0 25 2-1,0 6 5-15,0 6-7 0,0-14-1 16,0-8 0-16,0-5-2 16,0-7-4-16,0-7 4 15,0-2-1-15,0 0-3 16,0 0 7-16,2 0 18 15,19 0-6-15,10 0-10 16,20 0 3-16,8 0-4 0,-3 0 4 16,3 11-1-16,-8 15-3 15,-17 6-1-15,-14 7 8 16,-20-7 2-16,0 5 0 16,-7-5 4-16,-45-3-14 15,-2-1-2-15,8-11-65 16,3-8-78-16,9-9-103 15,1-12-230-15</inkml:trace>
  <inkml:trace contextRef="#ctx0" brushRef="#br0" timeOffset="583.11">9433 8339 468 0,'0'0'133'0,"0"0"-12"0,0 0 13 15,0 0-42-15,0 0-77 16,0 0-12-16,72-15-2 15,-8 9-1-15,31 3-18 16,-3 3-65-16,-10 0-145 16,-7 0-254-16</inkml:trace>
  <inkml:trace contextRef="#ctx0" brushRef="#br0" timeOffset="852.59">10079 7760 568 0,'0'0'122'0,"0"0"47"15,0 0-10-15,0 0-83 16,0 0-47-16,0 0 4 16,-51-16-14-16,51 62-6 15,0 14 12-15,0 5 18 16,0-5-40-16,0-7-3 15,0 0-1 1,0-7-10-16,0-5-42 0,0-1-61 0,0-6-48 16,-31-9-120-16,-25-13-118 31</inkml:trace>
  <inkml:trace contextRef="#ctx0" brushRef="#br0" timeOffset="1296.08">9756 8010 287 0,'0'0'130'0,"0"0"-100"0,0 0 44 16,0 0-21-16,0 0-33 15,328-12-15-15,-248 4-3 16,-16-4-1-16,-18-6 0 16,-23-1 3-16,-2-4 5 15,-21 1 16-15,0-1 55 16,0 8 23-16,0 10-29 15,0 2 12-15,0 3 5 16,0 0-45-16,0 0-38 16,0 0-8-16,0 14-8 0,0 29 4 15,0 10 4 1,5 3 0-16,2-8-1 0,9-6-2 16,-11-12-22-16,-5-7-6 15,0-7 9-15,0-8 9 16,0-4-6-16,0-4 3 15,-26 0 11-15,19-21-18 16,-4-12 5-16,11 2 17 0,0 5 0 16,0 9 0-1,28 5 1-15,26 12 1 0,5 0 3 16,8 0-4-16,-1 29 13 16,-12 7 2-16,-10-1-6 15,-16 5-9-15,-28 7-12 16,0 18-18-16,-54 1-167 15,-46 2-475-15</inkml:trace>
  <inkml:trace contextRef="#ctx0" brushRef="#br0" timeOffset="2022.45">8342 11345 346 0,'0'0'90'0,"0"0"16"0,0 0 30 0,0 0-60 0,0 0-10 0,0 0 12 0,-3 28 5 0,3-32-8 16,0-40 3-16,0-22-24 15,0-23-6-15,0-16-6 16,0-3-4-16,0-7-15 15,0-8-9-15,-10 13 0 16,-11 8-5-16,9 19 10 16,1 18-6-16,-4 16-10 15,7 14-2-15,8 17-1 0,-5 5-3 16,5 10-13-16,0 3-50 16,0 0-64-16,0 0-53 15,0 9-44-15,0 19-140 16</inkml:trace>
  <inkml:trace contextRef="#ctx0" brushRef="#br0" timeOffset="2367.38">8083 10378 513 0,'0'0'121'0,"0"0"-61"16,0 0 38-16,0 0-50 15,0 0-36 1,0 0 8-16,-31 0-8 0,31 0 10 15,21-13 4 1,7-12-4-16,5-5-7 0,-7-5-5 16,-1-2-3-16,-12 5 5 15,3 5 6-15,-11 3 8 16,2 10 10-16,-7 5-8 16,0 5 5-1,0 4 27-15,0 0-31 0,6 0-9 0,14 0-10 16,-2 10-3-16,20 16-5 15,16 10 8-15,-5 0-10 16,5-3-15-16,7-4-18 16,-7 5-57-16,5-5-131 15,-15-6-303 1</inkml:trace>
  <inkml:trace contextRef="#ctx0" brushRef="#br0" timeOffset="2650.98">8924 10327 657 0,'0'0'49'0,"0"0"24"0,0 0 112 16,0 0-101-16,0 0-39 15,0 0-5-15,-31-46 16 16,31 46-8-16,0 0-3 16,0 26-13-16,0 28 21 15,0 15 3-15,0 2-42 16,0-5-11-16,5-9-3 16,10-10-14-16,-4-2-32 15,6-9-97-15,-6-7-141 0,-6-14-184 16</inkml:trace>
  <inkml:trace contextRef="#ctx0" brushRef="#br0" timeOffset="3044.58">9141 10499 144 0,'0'0'527'0,"0"0"-486"0,0 0 64 16,0 0 21-16,0 0-102 15,0 0-22-15,8-150 6 16,30 139-3-16,-7 7 6 16,-8 4-1-16,-5 0-6 15,-5 18 4-15,0 27 3 16,-8 8 19-16,-5 2-13 16,0-5-9-16,-5-9-2 15,-34-1 11-15,-14-7-5 16,4-10 6-16,0-8 0 15,6-3 15-15,9-3-23 16,6-7-5-16,18-2 5 0,5 0 2 16,5 0-2-16,0 0-1 15,0 0-8-15,0 0-1 16,0 0 3-16,33 0 0 16,26 0-3-16,15-6 0 15,-2 1-7-15,0-3-30 16,-6-2-81-16,11 7-32 15,-18-5-235-15</inkml:trace>
  <inkml:trace contextRef="#ctx0" brushRef="#br0" timeOffset="3328.28">9633 9973 608 0,'0'0'86'0,"0"0"29"0,0 0 80 0,0 0-79 0,0 0-72 0,0 0-4 15,-84-66-1-15,84 66-14 16,0 0-8-16,0 19-4 16,0 28 4-16,13 10 11 15,-1 3-28-15,6-7-5 0,-7-4-19 16,-6-5-30-16,2-8-55 15,-7 2-101-15,0-8-95 16,0-15-170 0</inkml:trace>
  <inkml:trace contextRef="#ctx0" brushRef="#br0" timeOffset="3802.21">9328 10141 483 0,'0'0'91'0,"0"0"-56"0,0 0 15 15,0 0-19-15,0 0-17 16,0 0-9-16,336-63-5 16,-262 48 0-16,-25-3-1 15,-16-6 1-15,-20 0 4 16,-8-6 2-16,-5-2 15 16,0 2 45-16,0 0-28 15,0 5 0-15,-5 15 54 16,-2 3-64-16,1 3-1 0,1 4 3 15,5 0-10 1,0 0-20-16,0 6-32 0,0 34 32 16,0 5 2-16,23 4 31 15,3-3-33-15,2-9-5 16,-15-8-11-16,-5-9-1 16,-8-8-28-16,0 1 7 15,0-11 13-15,0-2 25 16,0 0-4-16,0 0 4 15,-21-8 0-15,-4-20 31 0,22-4-21 16,3 2-3-16,0 9-6 16,0 9-1-16,15 7 1 15,37 5-1-15,7 0 10 16,10 11 4-16,2 25 8 31,-19 6-3-31,-24 9-11 0,-18 4-6 0,-10 11-2 16,-18 13-67-1,-84 4-129-15,-29 1-349 0</inkml:trace>
  <inkml:trace contextRef="#ctx0" brushRef="#br0" timeOffset="4872.62">6871 11969 710 0,'0'0'108'0,"-520"74"-47"0,307-35 81 0,49-1-10 0,49-13-47 0,61-7-36 0,54-12-5 16,10-6-32-16,139 0-5 15,110-18 15-15,104-39-20 16,101-20-2-16,80-13-9 16,47-2 9-16,45-3 0 15,2 4 4-15,-18 10 2 16,-38 7-4-16,-72 8 2 0,-67 14-1 15,-84 7-1-15,-103 15-2 16,-94 9-1 0,-78 15-24-16,-61 6-62 0,-23 0 22 15,-10 0-78-15,-72 27-20 16,-28 6-109-16,-16 2-65 16</inkml:trace>
  <inkml:trace contextRef="#ctx0" brushRef="#br0" timeOffset="7398.47">7191 12771 879 0,'0'0'160'0,"0"0"0"0,0 0 25 0,0 0-19 15,0 0-74-15,0 0-53 0,0 0-18 0,-74-44 27 16,74 107-44-16,0 20-1 31,10 8-3-31,8-6-14 0,3-11-6 0,7-10-45 16,-3-15-72-16,6-15-71 0,10-14-67 16,-13-17-187-16</inkml:trace>
  <inkml:trace contextRef="#ctx0" brushRef="#br0" timeOffset="7850.51">7383 12921 622 0,'0'0'103'0,"0"0"12"15,0 0 13-15,0 0-75 0,0 0-37 16,-76-188-9-16,117 150 4 15,12 10 0-15,1 11 10 16,-5 7 24-16,2 10-10 16,-7 0-20-16,2 33-1 15,-8 21-3-15,-12 9-4 16,-13 5 0-16,-13-2 0 16,0-7-1-16,-21-6 1 15,-30-2 5-15,-13-11 19 16,5-8-24-16,3-9 6 15,7-10 2-15,13-4 1 16,13-6 10-16,13-3-4 0,5 0-2 16,5 0-6-16,0 0-12 15,0 0 5-15,0 0-7 16,15 0 8-16,34-6-3 16,27-13 7-16,6 2-1 15,0 2 11-15,-12 3-7 16,-27 7-11-16,-15 5-3 15,-15 0-1-15,-13 0 0 16,0 0-3-16,5 0-1 0,0 0-10 16,21 0-37-16,13 0-74 15,17 0-143-15,-2-3-329 16</inkml:trace>
  <inkml:trace contextRef="#ctx0" brushRef="#br0" timeOffset="8139.29">8068 12962 768 0,'0'0'103'0,"0"0"-25"0,0 0 67 0,0 0-89 15,0 0-55-15,0 0 13 0,0 0 4 16,48 13-6-16,55-13 0 15,2-11 7-15,5-11 8 16,-13-2 3-16,-22 6-10 16,-24 2-18-16,-18 5-2 15,-2 5-9-15,-23 3-43 16,-8 3-69-16,0 0-41 16,0 0-112-16,0 0-300 0</inkml:trace>
  <inkml:trace contextRef="#ctx0" brushRef="#br0" timeOffset="8351.65">8416 12706 362 0,'0'0'409'15,"0"0"-279"-15,0 0 33 16,0 0-36-16,0 0-64 16,0 0-26-16,-54 0-16 15,59 50 15-15,29 16 49 16,4 8-56-16,-12-6-22 15,-3 2 32-15,5-8-39 0,-13-8-36 16,8-6 11-16,-7-15-62 16,7-3-90-16,-10-9-70 15,-6-10-194-15</inkml:trace>
  <inkml:trace contextRef="#ctx0" brushRef="#br0" timeOffset="8817.95">8975 12584 754 0,'0'0'135'0,"0"0"-12"16,0 0 20-16,0 0-65 15,0 0-44-15,0 0 0 16,0 0-13-16,-62-36-21 16,62 51 0-16,0 21 12 15,0 8-12-15,0-5-4 0,0-12-4 16,0-3-8-16,3-10-4 16,17-9-10-1,-9 2 1-15,-1-7-2 0,-5 0 10 16,3 0 6-1,7 0 5-15,8-3 10 0,3-14 3 16,7-4-2-16,5 6-1 16,6 2 2-16,7 11 6 15,1 2 3-15,-6 0 8 16,7 18 15-16,-14 15 26 16,-24 6-23-16,-15 1 0 15,0 3-1-15,-10 1-3 0,-49-5-18 16,13-8-15-16,-3-4-10 15,8-10-63-15,8-9-117 16,-5-8-76-16,-1 0-220 16</inkml:trace>
  <inkml:trace contextRef="#ctx0" brushRef="#br0" timeOffset="8975.42">8970 12515 546 0,'0'0'268'0,"0"0"-160"15,0 0 38-15,0 0-72 16,0 0-65-16,0 0-7 31,115-69-2-31,-25 61-44 0,7 2-112 0,-7 3-355 16</inkml:trace>
  <inkml:trace contextRef="#ctx0" brushRef="#br0" timeOffset="9252.94">9751 12682 822 0,'0'0'103'0,"0"0"-12"16,0 0 61-16,0 0-95 15,0 0-50-15,0 0 26 16,108 0-2-1,-16-7-7 1,-2-7 6-16,-26-1-3 16,-18 0-18-16,-20 8-9 0,-14 7 0 15,-6 0-15-15,-6 0-49 16,0 0-122-16,0 0-95 16,0 0-284-16</inkml:trace>
  <inkml:trace contextRef="#ctx0" brushRef="#br0" timeOffset="9463.75">10505 12226 694 0,'0'0'146'0,"0"0"-23"0,0 0 79 16,0 0-69-16,0 0-91 15,0 0-20-15,-72-43 11 16,72 77-12-16,0 28 17 15,23 19 26-15,8 9-38 16,2-2-16-16,0 9-10 16,-10 3-13-16,-7 11-96 15,-16-4-286-15</inkml:trace>
  <inkml:trace contextRef="#ctx0" brushRef="#br0" timeOffset="13850.71">9039 14773 286 0,'0'0'451'0,"0"0"-307"16,0 0 3-16,0 0 27 0,0 0-38 0,0 0-58 0,0 0-4 15,-174-125-1-15,174 125 3 0,-6 24 22 16,6 56-47-16,0 24-1 16,0 13-33-16,0-9 3 31,0-17-4-31,0-8-12 0,16-7-4 0,2-14-1 15,-3-14-1-15,8-11-17 16,3-14-33-16,7-14-128 16,0-9-26-16,8 0-114 15,-10-24-56-15</inkml:trace>
  <inkml:trace contextRef="#ctx0" brushRef="#br0" timeOffset="14245.56">9761 14692 258 0,'0'0'411'0,"0"0"-264"15,0 0-17-15,0 0 39 16,0 0-86-16,0 0-34 16,-274-29 2-16,220 101-14 15,16 17-7-15,5 7 4 16,33 2-15-16,0-6 0 15,5-15-7-15,61-9-10 0,6-16-2 16,10-17-1-16,3-7-5 16,-8-16-2-16,0-7 6 15,-11-5 1-15,-15 0-1 16,-4-17 2-16,-14-17 0 16,-15-3 2-16,-13-7 0 15,-5 1-1-15,0 1 1 16,-5 8 7-16,-34 11-1 15,-7 11 12-15,3 6-3 16,-3 6 3-16,-6 0-5 16,-7 0-15-16,8 20 0 15,0 5-15-15,18-4-29 16,-1-1-61-16,11-5-82 0,8 7-89 16,-3-11-159-1</inkml:trace>
  <inkml:trace contextRef="#ctx0" brushRef="#br0" timeOffset="14940.93">10471 14025 330 0,'0'0'456'0,"0"0"-333"0,-69-191-25 0,-21 140 49 0,-51 8-35 15,-40 17 2-15,-48 18-25 16,-34 8 17-16,-9 19-15 16,-2 39-43-16,7 25 53 0,21 25-65 15,21 29-6-15,17 35-3 16,39 28-7-16,49 27 4 15,40 12-5 1,47-4-6-16,33-14-8 0,0-25 2 16,72-18-1-16,45-26-2 15,42-21-2-15,36-17-1 16,36-31-1-16,35-25-1 16,31-21-1-16,42-23-2 15,19-14-1-15,11-11 3 16,-12-49 0-16,-9-26-6 0,-25-19 1 15,-41-11 4 1,-34-12 3-16,-48-12-1 0,-46-18-2 16,-39-11 0-16,-43-8 2 15,-39 0 1-15,-33-1 0 16,-12-5 2-16,-70 7-2 16,-39 4 4-16,-43 0-4 15,-38 12 3-15,-44 6-3 16,-36 25 1-16,-36 37 1 15,-30 44 1-15,-26 48-1 16,-24 23 4-16,-1 70-5 16,12 35-1-16,36 31 0 15,38 21 4-15,41 12 0 0,54 11-2 16,54 0 1-16,44-6 1 16,53-18-1-16,47-20-3 15,20-25-1-15,72-25 0 16,63-26-12-16,35-29-19 15,32-23-78-15,6-25-177 16,-11-6-191-16</inkml:trace>
  <inkml:trace contextRef="#ctx0" brushRef="#br0" timeOffset="18362.16">14748 7775 420 0,'0'0'99'0,"0"0"-60"0,0 0 100 0,0 0-19 0,0 0-63 0,0 0-45 15,0 0-6-15,0 0 20 16,-174-31-7-16,159 107 2 15,-9 39 22 1,4 37 7-16,-8 26-21 0,7 24 14 16,-2 31 18-1,0 26-29-15,8 40-3 0,-11 32-1 16,13 36 1-16,-17 32 6 0,12 27 24 16,-11 9-21-16,9 14 29 15,2 6-25-15,-8 0-11 16,14-9-11-16,-9-11-6 15,16-23-8-15,5-8 33 16,0-10-25-16,0-10 5 16,0-7-10-16,0-19-7 15,-13-27-1-15,-20-24 5 16,-6-22-6-16,-7-24 12 16,13-17-2-16,10-24-1 15,8-10 20-15,9-14-21 0,6-19-8 16,0-22-33-1,0-27 33-15,0-30 0 0,0-18 0 16,6-17-15-16,4-15-33 16,-5-22-26-16,3-4-59 15,12-16-86-15,19-14 101 16,9-70-315-16</inkml:trace>
  <inkml:trace contextRef="#ctx0" brushRef="#br0" timeOffset="19908">17011 8043 515 0,'0'0'210'0,"0"0"-58"0,0 0 71 0,0 0-67 0,0 0-58 15,0 0-22-15,-97-110-6 0,97 110-25 16,0 0-3-16,0 29 36 16,0 52-62-16,0 27 33 15,0 17-14-15,10 6-35 0,-5-5 5 16,5-8 0-16,-2-7-5 15,-3-16-3-15,-5-29 0 16,0-18-6-16,0-24-11 16,0-16-40-16,0-8-42 15,-5 0 31-15,-44-35 17 16,-2-19-7-16,-8-3 45 16,15 13 16-16,19 14 0 15,7 21 5-15,15 6 7 16,3 3-7-16,0 0-5 0,3 29-5 15,53 16 5-15,8 1 1 16,5-12 0-16,-7-8-1 16,-18-12 0-16,-6-14 0 15,-5 0 1-15,1 0-1 16,-4-33-3-16,4-18-15 16,-1-17-82-16,5-12-69 15,-2-8-124-15,3 14-384 16</inkml:trace>
  <inkml:trace contextRef="#ctx0" brushRef="#br0" timeOffset="20318.84">17816 8452 776 0,'0'0'44'0,"0"0"49"0,0 0 20 0,0 0-69 0,0 0-31 16,0 0 9-16,-241-81-6 16,207 81-9-1,-9 24-7-15,-6 18-3 0,21 3-4 0,13 0 1 16,15-5-17-16,0-8-14 16,5-12-9-16,38-8-21 15,1-12-22-15,-6 0-17 16,1 0 65-16,-6-30 41 15,-13-6 18-15,6 0 13 16,-23 0 45-16,-3 10 1 16,0 4 9-16,0 10-7 15,0 10-2-15,0 2-2 16,0 0-23-16,0 2-38 16,0 41 0-16,0 16 0 15,0 13-3-15,18 0-11 0,2-6 0 31,11-4-7-31,-13-15-15 0,2-8-105 16,-7-18-123-16,2-21-245 0</inkml:trace>
  <inkml:trace contextRef="#ctx0" brushRef="#br0" timeOffset="20556.45">17918 7927 875 0,'0'0'49'0,"0"0"16"16,0 0 100-16,0 0-109 16,0 0-54-16,0 0 15 15,-44 143 14-15,78-71-22 32,-1-4-8-32,-7-5-1 15,-8-12-3-15,-18-10-19 16,0-7-60-16,-5-11-85 15,-52-12-143-15,3-11-247 0</inkml:trace>
  <inkml:trace contextRef="#ctx0" brushRef="#br0" timeOffset="20934.21">17657 8176 503 0,'0'0'48'0,"0"0"-34"15,0 0 65-15,0 0-46 16,0 0-31-16,0 0-1 15,305-25-1-15,-262 7 1 16,-15-3 3-16,-12-10 4 0,-3-1 22 16,-13 2 58-16,0 7-3 15,0 8-8-15,0 9 24 16,0 6-4-16,0 0-59 16,5 3-22-16,23 41-11 15,3 15 35-15,7 13-14 16,-10 0-24-16,-10-12-2 15,-10-12-24-15,-8-13 5 16,0-8 19-16,0-9 9 16,-26-9-9-16,-2-9-17 15,15 0 7-15,-12 0-13 0,4-23 5 16,21-11 18-16,0-1 0 16,0 7-11-16,0 13 11 15,10 7-5-15,29 8-2 16,4 0 2-16,9 0 3 15,-1 23-6-15,-8 19-27 16,-14 9-73-16,-29 2-193 16</inkml:trace>
  <inkml:trace contextRef="#ctx0" brushRef="#br0" timeOffset="21437.32">19022 10868 665 0,'0'0'65'0,"0"0"42"0,0 0-2 15,0 0-74-15,0 0-9 0,0 0 22 0,-23 9 18 16,23-56-3-16,13-22-22 15,3-27-19-15,-6-19 3 16,-2-23-5-16,-8-24 5 0,0-1-9 16,0 5-5-16,0 18-2 15,-24 23 19-15,-9 30 10 16,-3 28-15-16,18 22-6 16,3 23-2-16,10 8-10 15,5 6-1-15,-3 0-10 16,3 0-52-16,0 0-56 15,-5 0-38-15,5 14-37 16,-10 8-147-16</inkml:trace>
  <inkml:trace contextRef="#ctx0" brushRef="#br0" timeOffset="21705.53">18664 9661 351 0,'0'0'212'0,"0"0"-161"16,0 0 20-16,0 0 17 15,0 0-31-15,0 0-32 16,133-93-12-16,-95 51 3 16,-9 4 13-16,-11-1-6 15,-3 8 14-15,-5 13 15 16,-5 7 6-16,-5 8 6 16,0 3-18-16,0 0-24 15,0 0-20-15,8 0-2 0,18 17-2 16,7 14 0-16,10-5-30 15,6-11-129-15,-5-13-113 16,-6-2-463 0</inkml:trace>
  <inkml:trace contextRef="#ctx0" brushRef="#br0" timeOffset="22004.85">18974 8511 157 0,'0'0'395'31,"0"0"-308"-31,0 0 66 0,0 0 37 0,0 0-35 16,0 0-93-16,-54-63-8 15,54 63-14-15,0 13-19 16,0 28 12-16,0 17 0 15,0 1-31-15,31 7-2 16,-8-6-7-16,2-7-18 0,-2-3-117 16,6-17-77-16,-9-14-76 15,-2-19-224-15</inkml:trace>
  <inkml:trace contextRef="#ctx0" brushRef="#br0" timeOffset="22162.96">19217 8471 600 0,'0'0'122'16,"0"0"34"-16,0 0 20 16,0 0-97-16,0 0-58 15,0 0-8-15,-36 14 0 0,47 42 18 16,22 10-21 0,-2 3-10-16,-3-11-6 0,-5-7-5 15,-3-8-50 1,-2-17-137-16,3-16-158 0</inkml:trace>
  <inkml:trace contextRef="#ctx0" brushRef="#br0" timeOffset="22414.95">19558 8096 267 0,'0'0'465'0,"0"0"-394"0,0 0 92 31,0 0 3-31,0 0-121 0,0 0-28 0,-87 0 1 16,87 57 55-16,0 9-23 16,15 0-38-16,19-3-10 31,-1-6-2-31,5-7-6 0,-4-12-12 0,-9-7-117 16,4-14-126-1,-24-13-227 1</inkml:trace>
  <inkml:trace contextRef="#ctx0" brushRef="#br0" timeOffset="22825.7">19297 8181 624 0,'0'0'13'16,"0"0"-4"-16,0 0-2 15,0 0 27-15,0 0-25 16,310-34-6-16,-238 11-3 15,-3-8-3-15,-26-3 3 16,-15-6 10-16,-17 8 22 16,-11 1 54-16,0 14 12 0,0 5-5 15,0 6-11-15,0 6-27 16,0 0-42-16,0 9-13 16,0 39 0-16,23 10 2 15,15 12 0-15,-12-10-2 16,-3-10-1-16,-18-11-2 15,-5-12-4-15,0-7-5 16,0-10-20-16,-15-10 1 16,-8 0 20-16,-8 0-9 0,18-30-18 15,13-10 1 1,0 2 28-16,0 10 5 0,46 11 2 16,28 14 1-16,14 3 1 15,1 12 9-15,4 33 18 16,-11 9-9-16,-13 6-9 15,-31 8-8-15,-38 13-1 16,0 16-8-16,-115 18-144 16,-70 16-557-16</inkml:trace>
  <inkml:trace contextRef="#ctx0" brushRef="#br0" timeOffset="23504.83">16978 12413 611 0,'0'0'95'0,"0"0"-4"0,0 0 43 0,0 0-21 0,-318-115-40 0,272 115-34 16,-3 0 3-16,3 6-3 15,-3 34-33-15,13 11-4 16,24 4 0-16,12-2-2 15,0-12-5-15,12-5-1 0,52-12-8 16,-5-12-14-16,5-10-13 16,-12-2 0-16,1 0 4 15,-14-28 27-15,-6-9 10 16,-17-1 2-16,-9-1 13 16,-7 13 14-16,0 2 15 15,0 11 8-15,0 7 4 16,0 6 2-16,0 0-19 15,0 0-25-15,0 27-13 16,16 32 17-16,-1 17 33 0,-7 7-51 16,7-2-32-16,-10-13 25 15,0-5 3-15,0-3-72 16,3-14-79 0,23-6-66-16,2-16-256 0</inkml:trace>
  <inkml:trace contextRef="#ctx0" brushRef="#br0" timeOffset="23740.93">17357 12721 53 0,'0'0'819'0,"0"0"-743"15,0 0 36-15,0 0-20 16,0 0-60-16,0 0 20 15,261-57-5-15,-128 36-35 32,-15 2-12-32,-25 7-4 0,-22 1-87 0,-27 2-38 15,-21 1-111-15,-23-1-172 16</inkml:trace>
  <inkml:trace contextRef="#ctx0" brushRef="#br0" timeOffset="23930.69">17636 12375 672 0,'0'0'122'16,"0"0"34"-16,0 0-22 31,0 0-63-31,0 0-13 0,-18 188 0 0,54-105-26 16,-3 1-22-16,-7-7-10 31,-5-9-6-31,4-11-32 15,-7-13-66-15,8-12-72 16,-13-24-60-16,12-8-179 0</inkml:trace>
  <inkml:trace contextRef="#ctx0" brushRef="#br0" timeOffset="24167.04">18256 12272 756 0,'0'0'127'0,"0"0"-19"16,0 0 47-16,0 0-45 0,0 0-74 16,0 0-25-16,-64 79 25 15,103-1 57-15,-3 5-68 16,2-9-25-16,-10-4 0 16,0-8-4-16,-5-11-80 15,-2-10-57-15,5-10-57 16,-9-17-122-16,-9-14-320 15</inkml:trace>
  <inkml:trace contextRef="#ctx0" brushRef="#br0" timeOffset="24357.18">18674 12338 645 0,'0'0'226'0,"0"0"-114"15,0 0 55-15,0 0-59 16,0 0-77-16,0 0-25 15,-56 55 5-15,94 13 59 16,0 4-50-16,1-6-14 16,-8-9-6-16,-8-4-6 15,0-6-37-15,-8-7-113 0,3-14-79 16,-13-13-235-16</inkml:trace>
  <inkml:trace contextRef="#ctx0" brushRef="#br0" timeOffset="24577.7">19212 12661 868 0,'0'0'68'0,"0"0"1"16,0 0 73-16,0 0-89 0,0 0-40 15,0 0 41 1,297-57-38-16,-204 45-10 0,-11 0-6 15,-23 4-57-15,-16-5-77 16,-4-5-86-16,-11-2-270 16</inkml:trace>
  <inkml:trace contextRef="#ctx0" brushRef="#br0" timeOffset="24790.01">20311 12189 239 0,'0'0'706'0,"0"0"-610"0,0 0 113 16,0 0-48 0,0 0-101-16,0 0-42 0,-87 99 93 15,121-3-45-15,-4-2-53 16,-1-6-12-16,-19-4-1 16,-2-4-15-1,-8-3-158-15,0-11-82 0,0-15-128 16</inkml:trace>
  <inkml:trace contextRef="#ctx0" brushRef="#br0" timeOffset="27782.31">17585 14589 53 0,'0'0'701'0,"0"0"-598"16,-87-153 46-16,82 102-12 0,5 4-55 0,0 17-12 0,0 8-16 0,0 13-8 16,0 9 0-16,0 0-8 15,0 0-2-15,0 0 34 16,0 0-35-16,0 25-30 15,0 44 10-15,0 15 15 0,0 13-10 16,0-5-11 0,0-7-7-16,0-8 2 0,15-6-2 15,3-14-2-15,2-12-1 16,4-12-12-16,9-4-48 16,0-10-162-16,18-13 7 15,6-6-84-15,-3 0-260 16</inkml:trace>
  <inkml:trace contextRef="#ctx0" brushRef="#br0" timeOffset="28208.22">18361 14675 588 0,'0'0'247'16,"0"0"-124"-16,0 0-15 15,-143-186-21-15,102 148-26 16,2 10-27-16,1 14-11 15,-18 8-1-15,2 6-1 16,-10 0-15-16,2 42 2 16,6 15-8-16,17 4-1 15,21 3 0-15,18-13-2 0,0-11-1 16,52-11-9-16,14-15-11 31,11-8-11-31,-13-6 12 0,-7 0 10 0,-11-20 13 16,-21-9 3-16,-4 0 9 15,-8 3 17-15,-13 1 7 16,0 10 32-16,0 10 2 16,0 5 17-16,0 0 22 15,0 0-75 1,0 3-22-16,13 45-7 0,20 20 9 16,10 16 13-16,-4-4-23 15,-1-15-3-15,-4-7-2 16,-6-5-1-16,-5-11-11 0,-3-3-41 15,-15-10-186-15,1-4 37 16,-4-14-57 0,-2-11-206-16</inkml:trace>
  <inkml:trace contextRef="#ctx0" brushRef="#br0" timeOffset="28697.28">18664 14186 184 0,'0'0'532'16,"0"0"-421"-16,-187-183 22 0,94 117 3 0,-9 3-45 0,-16 10-20 0,-2 12-14 0,-11 20 5 16,-13 21-1-16,-7 3 27 15,-18 69-34 1,-8 53-7-1,-2 56-3-15,15 62-6 0,13 46 25 0,33 23-13 16,33-3 6-16,47-32-20 16,38-36-19-16,59-36 1 0,115-25-2 31,57-34-6-31,68-39-2 0,68-41-3 16,66-39-2-1,41-27 1-15,23-33-4 16,-5-53-3-16,-33-46-1 15,-67-26 0-15,-85-22 4 16,-104-15 0-16,-121-24-4 16,-82-27-1-16,-95-26 2 0,-112-12-1 15,-83 4 1 1,-64 26 0-16,-30 45 3 0,-34 63 5 16,-2 57-4-1,20 58-1-15,36 31-6 0,59 25-6 16,77 43-26-16,75 13-37 15,60 14-72-15,45 1-203 16,43-3 15-16,5-16-161 16</inkml:trace>
  <inkml:trace contextRef="#ctx0" brushRef="#br0" timeOffset="30404.84">8724 16010 974 0,'0'0'79'0,"0"0"36"0,0 0-11 0,0 0 18 0,0 0-70 0,0 0-37 0,107 70 23 16,57 34 112-16,41 21-104 15,8 0-34-15,12-5-6 0,1-6-6 16,7-7-4-16,16-13 1 16,15-6-10-16,18-8-88 15,2-8-168 1,16-13 4-16,-16-21 33 0</inkml:trace>
  <inkml:trace contextRef="#ctx0" brushRef="#br0" timeOffset="30672.22">16580 16131 958 0,'0'0'94'0,"0"0"-34"16,0 0 88-16,0 0 8 16,0 0-62-16,0 0-38 15,-92-51-10-15,-85 167-24 16,-89 48-18-16,-55 30-4 16,-27 9-4-16,-21 6-52 15,-8-1-137-15,16-10 19 16,46-23 2-16,51-26-130 15</inkml:trace>
  <inkml:trace contextRef="#ctx0" brushRef="#br0" timeOffset="31714.76">10494 13562 583 0,'0'0'288'0,"16"-155"-247"0,-16 92-10 0,-28 9 69 0,-60 10 21 0,-27 11-49 16,-51 18-14-16,-50 15-16 0,-60 12-6 15,-42 60 12 1,-23 38 27-16,-2 51-33 0,20 45 41 16,7 49-27-16,32 57-21 15,53 22 22-15,75 18-15 16,97-12-13-16,59-33-10 16,123-39-11-16,90-47-4 15,66-52-4-15,75-52 2 16,58-51-1-16,86-45 1 15,52-21-2-15,30-65-4 16,14-49-5-16,-35-32-5 16,-52-28 3-16,-58-7 10 0,-96-9 1 15,-114-11 1-15,-99-7 2 16,-119-10 2-16,-42-12-5 16,-150-9 1-16,-88-2-1 15,-77-4-2-15,-64 22 2 16,-45 31-6-16,-22 49-3 15,-2 60-2-15,5 59-7 16,47 24-13-16,40 52-35 16,77 42-54-16,88 22-126 15,73 9 14-15,62-5-48 16,59-17-400-16</inkml:trace>
  <inkml:trace contextRef="#ctx0" brushRef="#br0" timeOffset="32977.42">18940 14137 586 0,'0'0'109'0,"0"0"22"0,0 0 27 0,0 0-42 0,0 0-25 0,0 0-18 0,-110-151-17 15,46 130-11-15,-13 6-3 16,-20 5 13-16,-26 10-55 15,-23 0 14-15,-18 10 17 16,0 28-29-16,-15 19-1 31,4 15 2-31,-12 16 20 0,0 33-18 0,3 33 13 32,9 38 11-32,24 32 21 0,23 10-35 0,36 6 5 15,43-11-9-15,31-5-9 0,18-12 1 16,57-21 1-16,76-25-1 15,54-35 5 1,59-34-7-16,38-29 3 0,32-27 0 16,29-28-3-16,22-13 5 15,15-16-4-15,2-42-2 32,-2-21-1-32,-28-19 0 0,-42-22 1 15,-27-25 9 1,-68-31 21-16,-47-21-7 0,-78-28-20 15,-69-13 0 1,-23-6-3-16,-121-4-5 0,-68 16-18 16,-62 40-9-1,-47 52-62-15,-58 63-141 0,-56 52-65 16,-32 25-300-16</inkml:trace>
  <inkml:trace contextRef="#ctx0" brushRef="#br0" timeOffset="35805.97">1192 10187 235 0,'0'0'444'0,"0"0"-323"0,-348 157 28 0,289-131-10 0,33-9-73 0,19-13-29 0,7-4-7 15,53 0 3-15,73-21 29 16,71-36 6-16,49-38-11 0,31-22-14 15,20-17 27-15,-2-10 9 16,18 4-30-16,-26 9 0 16,-29 18-23-1,-35 23-3-15,-64 29-7 0,-54 16-9 0,-46 20-7 16,-28 19 0-16,-31 6 0 16,0 0-8-16,0 0-54 15,-72 40-99 1,-51 25-28-1,-51 21-107-15,-26 19-127 16</inkml:trace>
  <inkml:trace contextRef="#ctx0" brushRef="#br0" timeOffset="36010.6">974 10609 433 0,'0'0'136'0,"0"0"-19"15,-325 149 37-15,325-146-31 16,26-3-40-16,117-39-28 15,75-38 49-15,59-37-13 16,30-26-29-16,31-13 2 16,14-1 39-16,1-4 14 15,-30 12-70-15,-46 17-6 0,-62 21-32 16,-61 28-9-16,-36 9-48 16,-41-10-240-16,-39-8-271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04:09.497"/>
    </inkml:context>
    <inkml:brush xml:id="br0">
      <inkml:brushProperty name="width" value="0.05292" units="cm"/>
      <inkml:brushProperty name="height" value="0.05292" units="cm"/>
      <inkml:brushProperty name="color" value="#002060"/>
    </inkml:brush>
  </inkml:definitions>
  <inkml:trace contextRef="#ctx0" brushRef="#br0">18636 9237 609 0,'0'0'83'0,"0"0"43"0,0 0 40 0,0 0-27 0,0 0-28 0,0 0-20 16,189-69-9-16,-243 66-10 15,-48 3-10-15,-60 0-47 16,-40 0 0-16,-26 12 26 16,-18 14-15-16,-10 4-3 15,-13-3 7-15,-8 1 13 16,13-7-25-16,8-2 21 15,33 1-22-15,28-3-7 0,34 1-7 16,40-1-3 0,36 1-1-16,39-2-6 0,34-5-42 15,12-1-48-15,0-2-76 16,0 1-83-16,20-9-26 16,11 0-235-16</inkml:trace>
  <inkml:trace contextRef="#ctx0" brushRef="#br0" timeOffset="298.89">16137 9087 689 0,'0'0'227'0,"0"0"-133"0,0 0 54 16,0 0-2-16,0 0-116 16,0 0-23-16,-238 63 2 15,148-16-6 1,-7-1-3-16,17-7-3 0,11-4-1 15,15-11-3-15,21-9-1 16,18-6 4-16,7-6 0 16,8-3 4-16,0 6 0 15,0 6 2-15,25 11 13 16,45 17 6-16,9 0-5 16,6 11 16-1,12 4-11-15,-10-8-16 0,-7-9-5 16,-11-1-36-16,-20-13-63 0,-14-7-72 15,-27-17-186-15</inkml:trace>
  <inkml:trace contextRef="#ctx0" brushRef="#br0" timeOffset="583.57">16319 8493 377 0,'0'0'529'0,"0"0"-434"15,0 0 75-15,0 0 3 16,0 0-72-16,0 0-52 16,-38-92 7-16,38 92 22 15,5 0-30-15,15 0 28 16,3 32-51-16,5 17-2 15,-2 8-11-15,-13 5-11 16,-8 4-1-16,5 1-46 0,1-1-56 16,-1-6-67-16,0-3-96 15,-2-17-47-15,-8-26-193 16</inkml:trace>
  <inkml:trace contextRef="#ctx0" brushRef="#br0" timeOffset="978.51">16701 8648 236 0,'0'0'513'0,"0"0"-442"0,0 0 62 15,0 0-12 1,0 0-39-16,-77-155-60 0,77 120-7 16,36-4-3-16,10 9 0 15,13 9-3-15,-8 6-2 16,3 12 2-16,-5 3 0 15,-6 0 2-15,-15 37-4 16,-12 18-6-16,-16 11 38 16,0 10-30-16,-5-9 1 15,-44-4-7-15,-10-15-1 16,3-10 4-16,-11-7-2 0,8-8 0 16,16-11 1-1,9-2-4-15,24-10 2 0,10 0-1 16,0 0-2-16,0 0 3 15,0 0-1-15,0 0 15 16,38-6-10-16,19-4-2 16,22 1-2-16,3 0-3 15,5 3-6-15,8 4-7 16,0-4-60-16,-16 1-65 16,-4-8-71-16,-29-6-294 0</inkml:trace>
  <inkml:trace contextRef="#ctx0" brushRef="#br0" timeOffset="1246.27">17318 7984 252 0,'0'0'466'0,"0"0"-379"0,0 0 103 0,0 0-37 16,0 0-71-16,0 0-17 0,-64-128-6 15,64 128-16-15,0 0-16 16,0 28-13-16,0 21 25 16,21 14 2-16,10 5-41 15,-13-2 0-15,7 0-36 16,-17-3-60-16,-8-7-85 16,0-9-46-16,-13-22-210 15</inkml:trace>
  <inkml:trace contextRef="#ctx0" brushRef="#br0" timeOffset="1733.88">17072 8121 690 0,'0'0'50'0,"0"0"-41"16,0 0 115-16,0 0-90 15,0 0-34-15,372-48-9 16,-280 34-5-16,-20-4-31 15,-23-7 14-15,-19-1 31 16,-22-4 0-16,-8 3 22 16,0 1 65-16,0 3-43 15,-2 8 34-15,-16 4-32 16,5 9 20-16,8 2-1 16,5 0-38-16,0 0-25 0,0 0 7 15,0 20-9-15,0 17 4 16,10 12 6-16,16-1-10 15,-19-3 0-15,-2-13-9 16,-5-7-2-16,0-7 1 16,0-10 7-16,0-2 3 15,0-6 0-15,0 0 0 16,-5-6 0-16,0-23-4 16,5-10 4-16,0-1 9 0,0 8-7 15,39 5 6-15,19 6-4 31,4 15 4-31,25 6 3 0,0 0 2 0,5 12 5 16,-10 19 7-16,-10 10-20 16,-23 4-5-16,-49 6-20 15,0 12-21-15,-67 3-38 16,-63-1-154-16,-11-9-232 16</inkml:trace>
  <inkml:trace contextRef="#ctx0" brushRef="#br0" timeOffset="2443.38">6740 9895 901 0,'0'0'86'0,"-351"0"-48"0,259 3 99 0,64 0 5 0,28 3-71 0,110-3-52 16,110-3 5-16,90 0 10 16,77 0-15-16,46-9-6 15,31-14 5-15,20-5 20 16,6-1-24-16,-31-1-8 15,-49 0-6-15,-82 4-46 16,-90-1-43-16,-84 6-45 16,-67 6-73-16,-72 0-6 15,-15-2-42-15,-87-2-218 0</inkml:trace>
  <inkml:trace contextRef="#ctx0" brushRef="#br0" timeOffset="2679.21">10133 9558 375 0,'0'0'132'0,"0"0"-10"15,0 0 12-15,0 0-50 16,0 0-40-16,0 0 29 0,185 54-31 16,-80-37-28-16,5-1-1 15,-8-4-13-15,-20-6-5 16,-5-2-15-16,-23 1 6 16,-26-5 14-16,-18 0 7 15,-10 2 5-15,0 7 20 16,-5 19-5-16,-56 13-6 15,-14 16-13-15,-17 9-8 16,-3 2-20-16,-2 7-90 16,-8-12-162-16</inkml:trace>
  <inkml:trace contextRef="#ctx0" brushRef="#br0" timeOffset="3671.06">9515 8548 135 0,'0'0'534'0,"0"0"-411"0,0 0 103 0,0 0-51 0,0 0-57 0,0 0-44 15,-69-129-30-15,44 171 1 16,-6 21-37-16,-18 14-1 16,6 4-7-16,9-6-2 15,11-13 1-15,-5-8-4 16,8-19-8-16,9-14-3 16,9-12-6-16,2-9-2 15,0 0-1-15,0 0-1 16,0 0 7-16,2-13 9 0,42-1-2 15,20 3 10-15,15 4-9 16,11 5-2-16,0 2 3 16,7 0-27-16,-12 0-15 15,-16 0-9-15,-10 0-7 16,-31 0 14-16,-13-6 18 16,-12-22 32-16,-3-1 4 15,0-9 4-15,0-1 18 16,-26 5 6-16,-4 5-1 15,1 8 26-15,-1 8 2 0,17 7-1 16,-8 6 14 0,16 0-1-16,3 0-37 0,-24 31-7 15,0 29-2-15,6 14 28 16,2 0-12-16,13-4-11 16,5-8-11-16,0 1-15 15,0-10-2-15,23-2-10 16,10-4-48-16,6-5-122 15,-6-8-124 1,0-26-256-16</inkml:trace>
  <inkml:trace contextRef="#ctx0" brushRef="#br0" timeOffset="3924.74">10307 8130 908 0,'0'0'70'0,"0"0"64"0,0 0 24 0,0 0-41 0,0 0-73 0,0 0-20 15,-125-30-12-15,125 86-7 32,0 22 19-32,0 3-11 0,20-1-13 0,-7-8-3 15,-8-4-7-15,11-9-33 16,-16-10-62-16,0-7-76 15,0-16-96-15,-26-26-218 16</inkml:trace>
  <inkml:trace contextRef="#ctx0" brushRef="#br0" timeOffset="4428.46">9859 8342 595 0,'0'0'65'15,"0"0"-60"-15,0 0 70 16,0 0-43-16,0 0-32 16,330-12-17-16,-253 6 3 15,-13-6-16-15,-5-7 13 16,-20-1 17-16,-11-11 16 16,-18 2 16-16,-10-1 22 0,0 0 13 15,0 7 3-15,0 8 1 16,0 2 11-16,0 11-25 15,-5 2-17-15,5 0-2 16,0 0-14-16,0 0-24 16,0 19-8-16,0 18 8 15,0 9 0-15,10-1 0 16,6-5 0-16,-4-6-3 16,-12-11-1-16,0-2-11 15,0-8-11-15,0-9 4 16,0 1 11-16,0-5 7 0,-23 0 1 15,-5-6-7 1,8-22 6-16,9-7 4 0,11-4 0 16,0 7 7-16,0 4-2 15,16 13-1-15,22 13 3 16,11 2 6-16,20 2 10 16,8 34 20-16,0 6 13 15,-5 6-2-15,-11-4-18 16,-22-2-20-16,-24 3-16 15,-15 2-7-15,0 10-23 16,-72 6-135-16,-15-3-121 16,-5-15-430-16</inkml:trace>
  <inkml:trace contextRef="#ctx0" brushRef="#br0" timeOffset="5404.13">10189 11649 359 0,'0'0'474'0,"-110"-155"-326"0,72 95 11 0,4 16 10 0,11 14-48 0,13 18-41 16,5 9-10-16,0 3 49 15,-3 0-59-15,8 0-28 16,0 24-11-16,0 41-13 16,0 31 19-16,28 8-5 15,11 2-6-15,-3-15-7 0,-6-13-9 16,-1-9 0 0,-9-12-4-16,6-15-20 0,-13-10-28 15,12-15-125-15,-7-13-100 16,-2-4-32-16,-11-44-228 15</inkml:trace>
  <inkml:trace contextRef="#ctx0" brushRef="#br0" timeOffset="5977.11">10456 11575 30 0,'0'0'758'0,"0"0"-681"0,0 0 24 16,0 0 64-16,0 0-110 15,0 0-19-15,0 21 27 16,0-21 9 0,0-24-18-16,0-18-2 0,0-3-40 15,0 3-8-15,0 7 3 16,0 9-7-16,15 11-4 16,24 5 4-16,9 10-5 15,14 0 5 1,-3 27 0-16,5 26 0 0,-18 10 6 15,-8 5 2 1,-22 2-3-16,-16-11 34 16,0-4-30-16,-28 1 1 15,-31-5 6-15,2-4-6 16,-7-7-5-16,10-15 4 16,6-4-8-16,14-8 4 15,17-7-2-15,6-6-1 16,11 0-1-16,0 0 1 15,0 0-2-15,0 0 0 16,0 0-9-16,0 0 9 0,23 0 9 16,26-10 2-1,28-5 9-15,10-2-4 0,16 0 1 16,-16 4 2-16,-5 7 2 16,-31 4-11-16,-25 2-6 15,-9 0 3-15,-17 0 3 16,0 0-3-16,0 0 5 15,0 0-5-15,0 0-2 16,0 0-3-16,0 0-2 16,0 0-6-16,0 0-8 0,0 0-25 15,0 0-10-15,0 0-41 16,0 0-120-16,0-11-55 16,0 0-178-16</inkml:trace>
  <inkml:trace contextRef="#ctx0" brushRef="#br0" timeOffset="6387.51">11384 11725 184 0,'0'0'520'0,"0"0"-414"0,0 0 41 0,0 0-30 0,0 0-46 0,0 0-9 15,-59-34 17 1,118 26-24-16,17-4 39 0,22 0-36 15,12-1-7-15,10 1 16 16,1 4-29-16,-19-4-8 16,-12 4 8-16,-31-4-31 15,-10 8-7-15,-24 1-35 16,-22 3 26-16,-3 0-41 16,0 0-82-16,0 0-15 15,0 0-56-15,-33 0-18 16,-19 0-172-16</inkml:trace>
  <inkml:trace contextRef="#ctx0" brushRef="#br0" timeOffset="6608.97">11778 11331 456 0,'0'0'181'0,"0"0"28"16,0 0-5-16,0 0-71 16,0 0-7-16,0 0-36 15,0 0-24-15,-77-9-23 16,82 71 22-16,34 19 18 15,15 8-14-15,-16-3-58 0,1-7-3 16,-1-9-8 0,-12 2-5-16,-3-6-42 0,-8-3-28 15,-7-10-143-15,-3-14-81 16,-5-23-148-16</inkml:trace>
  <inkml:trace contextRef="#ctx0" brushRef="#br0" timeOffset="7240.29">12798 11076 940 0,'0'0'65'0,"0"0"51"16,0 0 36-1,0 0-79-15,0 0-45 16,0 0-11-16,-51 63 14 0,59 12 11 15,-8 5-28-15,0-1-4 16,0-11-4-16,-16-12-3 0,-15-10-3 16,-2-10 0-1,7-19 0-15,1-5-5 0,17-9-4 16,0-3-2 0,8 0-9-16,0 0 5 0,0 0-17 31,8 0-5-31,38 0 37 0,23 0 12 0,16 0-6 31,7 0-2-31,-10 0 0 16,-10 0-3-16,-26 0-1 0,-20 0 1 0,-11-3 5 15,-10-9 5 1,-5-9 5-16,0-8-1 16,0-8-10-16,0 2-1 15,-5 4 2-15,-28 2 3 16,7 9 6-16,-7-1 0 15,5 5 11-15,12 4-2 16,4 6-7-16,6 1 29 16,6 5-26-16,0 0 0 15,0 0-1-15,0 0-8 16,0 0-4-16,0 3 0 16,0 37 21-16,6 17 25 0,22 12-24 15,0 0-6-15,-8-3 3 16,3-4-10-16,-2-5 0 15,-8-6-3-15,-8-4-5 16,-5-10-2-16,0-9-4 16,8-2-2-16,-8-14 0 15,0-4-3-15,0 1-10 16,0-6-22-16,0-3-63 16,7 0-87-16,-2-18-92 15,3-30-213-15</inkml:trace>
  <inkml:trace contextRef="#ctx0" brushRef="#br0" timeOffset="7556.95">13613 11581 182 0,'0'0'802'0,"0"0"-689"0,0 0 18 0,0 0 34 0,0 0-112 0,0 0-41 0,-82-15 20 0,187 3 18 16,21 1-8 0,4-2-13-16,-9-4 39 0,-19 1-38 15,-10 7 3-15,-40-2 11 16,-22 8-17-16,-22 3-17 16,-8 0 1-16,0 0 5 15,0 0-13-15,0 0-3 16,0 0-9-16,0 0-22 15,0 0-18-15,0 0-101 0,0 0-13 16,0 0-139 0,0 0-173-16</inkml:trace>
  <inkml:trace contextRef="#ctx0" brushRef="#br0" timeOffset="7872.12">14641 11091 802 0,'0'0'122'0,"0"0"6"16,0 0 105-16,0 0-102 15,0 0-50-15,0 0-19 0,-106-98 10 16,106 98-37-16,0 0-1 16,0 0-8-16,0 21-11 15,0 35 5 1,18 25 19-16,11 12 11 0,-4 0-29 15,-2-8-3-15,-7-4-7 16,-4-5-5-16,1-15-5 16,-5-10 1-16,-8-13-2 15,5-4-1-15,0-8-9 16,-5-1-38-16,8-10-51 16,-8-7-138-16,0-8-174 15,0 0-295-15</inkml:trace>
  <inkml:trace contextRef="#ctx0" brushRef="#br0" timeOffset="8141.68">15471 11462 607 0,'0'0'477'0,"0"0"-430"0,0 0 129 15,0 0-48-15,0 0-97 16,0 0 35 0,323-30 2-16,-167 6-47 0,-15-2-17 15,-36 4-4-15,-41 7-75 16,-33 9 20-16,-31 6-58 16,0 0-65-16,-44 21-87 15,-48 21-160-15</inkml:trace>
  <inkml:trace contextRef="#ctx0" brushRef="#br0" timeOffset="8266.01">15635 11665 195 0,'0'0'336'0,"0"0"-190"0,0 0 76 15,0 0-24-15,0 0-51 16,405-33-52-16,-275-3-19 16,-9 0-32-16,-11 0-44 15,-31 12-12 1,-32 3-89-16,-42 10-204 0,-5 8-668 15</inkml:trace>
  <inkml:trace contextRef="#ctx0" brushRef="#br0" timeOffset="13171.98">17349 10785 264 0,'0'0'512'0,"0"0"-341"0,0 0 49 0,0 0-44 0,0 0-61 0,0 0-34 0,0 0 36 15,-74-89-33-15,74 89-38 16,0 0-9-16,0 0-16 16,0 40-3-1,0 18-9-15,31 7 1 0,7 6-9 16,-10-16-1-16,-10-17-3 0,-2-8-2 15,-11-15-11-15,0-7 8 16,-5-4 0-16,0-2-1 16,0-2 7-16,0 0 1 15,0-23-1-15,0-28-14 16,-18-12 10 0,-13-5-3-16,-2 6 7 0,12 14 2 15,14 14 0-15,1 20 4 16,6 6 1-16,-5 8 2 15,5 0 3-15,-10 0 0 16,10 0 1-16,0 0-6 0,0 45 0 16,0 10 4-16,15 13 7 15,19-5-13-15,-11-6-2 16,2-6-1 0,-1-6-4-16,-9-1-12 0,-7-12-19 15,-1 0-31-15,6-12-125 16,2-12-27-16,3-4-46 15,3-4-62 1,2-36-217-16</inkml:trace>
  <inkml:trace contextRef="#ctx0" brushRef="#br0" timeOffset="13581.3">17816 10671 534 0,'0'0'150'0,"0"0"4"0,0 0-15 0,0 0-26 0,0 0-65 0,0 0-9 16,-47-72 3-16,47 72-13 15,-5 0-2-15,0 0-13 16,-3 0-8-16,1 0-6 0,7 25-7 31,0 7 7-31,0 10-13 0,0-1 3 0,7-10-22 16,40-5 5-1,9-7 21-15,13-8-3 0,-2-1 4 16,5-1 5-16,-14-3 16 16,-6 2 10-16,-6 4 8 15,-23 2 2 1,-8 11 15-16,-4 1-2 0,-11 8 1 16,0-2 5-16,0-3 5 15,-36 3-41 1,-5-13-1-16,-11 6-12 0,-4-7-6 15,12-6-1-15,1-10-26 16,10-2-69-16,12 0-69 0,3-17-22 31,13-25-98-31,5-7-134 0</inkml:trace>
  <inkml:trace contextRef="#ctx0" brushRef="#br0" timeOffset="13834.48">17826 10605 78 0,'0'0'496'0,"0"0"-371"15,0 0 33-15,0 0-40 16,0 0-56-16,0 0-12 16,197-95 8-16,-66 63 18 15,5-2-3-15,-21 5-6 16,-33 7-22-16,-33 10-20 15,-26 7-9-15,-11 5-11 16,-12 0-2-16,0 0-3 16,0 0-15-16,0 0-60 15,-17 5-70-15,-35 20-36 0,-12 2-157 16</inkml:trace>
  <inkml:trace contextRef="#ctx0" brushRef="#br0" timeOffset="19546.84">22313 10645 809 0,'0'0'99'0,"0"0"17"0,0 0 54 0,0 0-66 0,0 0-49 0,0 0-24 16,0 0-3-16,-41-15-7 16,69-3 16-16,21-10-34 0,7 5 7 15,-2 0 2 1,-11 10-8-16,-20 13 10 0,-2 0 2 16,2 0-9-16,-8 21 2 15,3 21 13-15,-13 9-12 16,-5 2-4-16,0-6-2 15,-17-5-4-15,-27-8 2 16,-5-2 2-16,1-5-3 16,-6-5 0-16,31-11 0 0,2-8-2 15,21-3-2-15,0 0-5 16,0 0-8 0,0 0-10-16,0 0-7 0,0 0-5 15,26 0 31-15,17 0 7 16,4 0 13-16,11 0-3 15,-14 0 6-15,2 18 16 16,-7 5-10-16,-19 2 3 16,-7-2-17-16,-13 1 11 0,0 1 31 15,-13-3-36-15,-33 3-3 16,-13-7 7 0,-2 0-18-16,7-10-4 0,5-8-25 15,0 0-28-15,11 0-40 16,5-23-31-16,15-11-38 15,13-4-72-15,5 2-50 16,0 4-19-16</inkml:trace>
  <inkml:trace contextRef="#ctx0" brushRef="#br0" timeOffset="19940.68">23005 10567 630 0,'0'0'163'0,"0"0"19"0,0 0-37 0,0 0-66 0,0 0-27 0,0 0-21 0,-49-40 2 15,34 40-10-15,-14 0-23 16,-4 23-4-16,0-3-1 16,17 3 3-16,16 5-8 0,0-2-2 15,0 5 9 1,54-8-14-16,23-2 7 15,5-4 7-15,-5 2 6 0,0-1 4 16,-13-4-2-16,-18 4 14 16,-7 4 8-16,-14 1 1 15,-12-2 8-15,-13 7-4 16,0-2-9-16,0-3 9 16,-13-1-3-16,-30-2-14 15,-11-8-14-15,10-3-1 16,3-9-25-1,-5 0-47-15,-3 0-69 0,3-26-6 0,3-17-17 16,9-4-124-16,9 0-79 16</inkml:trace>
  <inkml:trace contextRef="#ctx0" brushRef="#br0" timeOffset="19990.39">23005 10567 191 0</inkml:trace>
  <inkml:trace contextRef="#ctx0" brushRef="#br0" timeOffset="20178.43">23005 10567 191 0,'-59'-51'192'0,"92"40"-27"0,11-1-29 0,4-1-28 16,14 1 15-16,2-3-40 0,8 4-3 16,-3-4 19-16,-8 3-14 15,-12-4-26-15,-5 4-8 16,-16 3-15-16,-13 7-12 16,-10-2-16-16,-5 4-7 15,0 0-1-15,0 0-16 16,0 0-34-16,0 0-38 15,0 0-42-15,0 0-70 16,-20 15-266-16</inkml:trace>
  <inkml:trace contextRef="#ctx0" brushRef="#br0" timeOffset="20509.87">21090 12533 173 0,'0'0'644'0,"0"0"-510"15,0 0-17-15,0 0-29 16,0 0-27-16,0 0-10 16,-51 24 30-16,141-24-29 15,15-4 4-15,10-11-13 16,-10-2-14-16,-18 2-29 16,-15 0-8-16,-18 0-39 15,-10 0-52-15,-11 4-129 0,-20-5-10 16,-13-5-165-16</inkml:trace>
  <inkml:trace contextRef="#ctx0" brushRef="#br0" timeOffset="20714.79">21547 12255 387 0,'0'0'325'0,"0"0"-94"16,0 0-48-16,0 0-49 15,0 0-33-15,0 0-29 16,-34 28-11-16,34 33 18 15,0 14 6-15,0 6-68 16,0-12-17-16,0-14-47 16,0-1-13-16,0-8-103 0,11-8-53 15,-4-14-129-15,-2-14-415 16</inkml:trace>
  <inkml:trace contextRef="#ctx0" brushRef="#br0" timeOffset="22991.66">17083 12461 778 0,'0'0'131'0,"0"0"13"0,0 0-7 0,0 0-55 0,0 0-40 0,0 0 13 0,-111 17 14 0,155-17-36 15,7 0 20-15,3 0-32 16,15 0-21 0,-5 0-1-1,21-2-5-15,2-13-44 16,-10-2-68-16,-5-1-48 16,-24-1-80-16,-35-4-142 15</inkml:trace>
  <inkml:trace contextRef="#ctx0" brushRef="#br0" timeOffset="23179.72">17421 12220 131 0,'0'0'640'0,"0"0"-433"0,0 0-45 16,0 0-5-16,0 0-53 16,0 0 20-16,-33 0-50 15,33 0-23-15,0 40-26 16,2 23 9-16,24 7-34 15,7-2-38-15,6-5-18 16,4-9-102-16,6-3-87 16,-13-16-49-16,-29-24-210 15</inkml:trace>
  <inkml:trace contextRef="#ctx0" brushRef="#br0" timeOffset="23746.82">17869 12300 454 0,'0'0'282'16,"0"0"-149"-16,0 0-16 16,0 0-50-16,0 0-49 15,11-185 4-15,81 158-13 0,-2 13 12 16,-6 14 10-16,-28 0-27 16,-17 12 5-16,-13 28 0 15,-26 17 4-15,0 7-10 16,-31-1-3-16,-28-7 3 15,2-15 47-15,14-10-42 16,22-14 6-16,14-14-14 16,7-3-7-16,0 3-15 15,38 0 8-15,26-3 11 16,13 0 6-16,0 0 2 16,-10-14-5-16,-8-17 0 0,-8-7 4 15,-8-5 2-15,-9-1 7 16,-14 8 5-16,-7 6 12 15,-13 3 14-15,0 12 5 16,0 4-4-16,0 5 0 16,0 6-13-16,0 0-12 15,0 0-17-15,0 0-3 16,0 0-33-16,5 20-13 16,21 17 16-16,20-3 22 15,10 6-11-15,6-19 14 16,-11-10 4-16,-7-7 2 15,2-4 1-15,-21 0 9 0,-4 0 9 16,-16-21 10-16,-5-15 15 16,0-11-1-16,-28-8-28 15,-26 8-8 1,-8 11 0-16,-9 6-8 0,-6 18-20 16,-8 12-54-16,-10 12-119 15,-7 48-155-15,-8 8-360 16</inkml:trace>
  <inkml:trace contextRef="#ctx0" brushRef="#br0" timeOffset="24046.6">15968 13899 803 0,'0'0'234'0,"0"0"-125"0,0 0-19 0,0 0-56 0,612-134 65 15,-202 14-49-15,36-3 2 0,31 2 50 0,-13 2-48 16,-21 11-18-16,-46 7 16 16,-79 15-33-16,-62 20 1 15,-79 20-15-15,-80 17-5 16,-53 13-7-16,-44 8-38 15,-44 8-111-15,-112 0-190 16,-39 19-467-16</inkml:trace>
  <inkml:trace contextRef="#ctx0" brushRef="#br0" timeOffset="24486.81">17808 14165 969 0,'0'0'61'16,"0"0"-13"-16,0 0 5 16,138-222 38-16,-22 159-53 0,-14 20-10 15,-25 14 0 1,-28 18-14-16,-34 11-12 0,-15 0 5 31,0 9 5-31,0 51-1 0,-15 5-1 0,-26 4-6 16,2-24-4-16,19-16 0 15,2-7-6-15,18-7-1 16,0 0-9-16,18-4-4 16,53 8 20-16,29-2 9 15,-5 2 3 1,-5-6 1-16,-24 2 9 0,-27 2 1 15,-26-11 16-15,-13 5 32 0,0 10 14 16,-72 12-45 0,-33 8-40-16,-36 1-11 0,18-18-18 15,13-10-111-15,7-11-19 16,44-3-87 0,21-15-164-16</inkml:trace>
  <inkml:trace contextRef="#ctx0" brushRef="#br0" timeOffset="24801.41">19128 13776 1083 0,'0'0'162'0,"0"0"-75"0,0 0 29 0,0 0-61 16,0 0-41-16,0 0-14 15,-57-42 0-15,55 42-11 16,-6 0-21-16,8 0-17 15,0 31 34-15,0 12-10 16,28 15 25-16,23 5 5 16,1-10 3-16,7-2 14 15,-13-4 14-15,-16-10 9 16,-24-2 2-16,-6-1 21 16,0 0-44-16,-57 6-24 15,-15-11-44-15,-4-4-47 16,-1-16-105-16,5-9-161 0,8-3-255 31</inkml:trace>
  <inkml:trace contextRef="#ctx0" brushRef="#br0" timeOffset="24943.9">18935 13819 714 0,'0'0'177'15,"0"0"50"-15,316-194-80 16,-147 110-34-16,2 3-66 15,-14 3-47-15,-29-5 0 0,-26-3-19 16,-30-10-55-16,-39-5-58 16,-33-13-46-16,0-10-165 15,-51-14-272-15</inkml:trace>
  <inkml:trace contextRef="#ctx0" brushRef="#br0" timeOffset="25687.33">19389 11728 381 0,'0'0'248'0,"0"0"-85"0,-105-171 25 16,38 117-61-16,-22 4-10 15,-27 11-24-15,-27 9-10 16,-37 13 22-16,-32 13-48 16,-37 4 17-16,-23 10 13 15,-22 39-59-15,-1 35 1 16,-5 36-2-16,8 39-4 15,31 34 15-15,53 21-13 16,57 17-1-16,74-14-12 0,72-16-7 16,15-21-4-16,121-25 0 15,56-21-2-15,46-25 0 16,47-28-7-16,42-31 7 16,45-27-7-16,25-23 7 15,5-17-3-15,-2-51 3 16,-37-32-6-16,-53-15 3 15,-38-20-2-15,-59-16 5 16,-55-20 2-16,-58-21-1 16,-54-15 3-16,-41-12-2 0,0 7 2 15,-72 25-3 1,-53 28 2-16,-55 32 4 0,-45 28-2 16,-47 28 3-16,-46 35-3 15,-35 32-1-15,-26 8 1 16,-3 65-4-16,-5 26-1 15,18 30 1-15,20 27 1 16,44 35 2-16,59 26 5 16,85 20 0-16,66 2 1 15,75-21-9-15,32-17 0 16,129-31 0-16,70-32-3 0,73-39 2 31,59-38 1-31,39-42 1 0,46-15 4 0,-3-31-4 16,3-40 3-16,-30-22-4 15,-52-19-7-15,-44-14 7 16,-61-11 0-16,-69-9 3 16,-75-16 2-16,-64-22-1 15,-33-20-2-15,-72-4 4 16,-81-4-5-16,-68 21 4 16,-48 27-4-16,-31 39 2 0,-22 45 0 15,-1 43-3-15,0 34-7 16,43 3-9-16,50 40-26 15,45 31-36-15,50 15-73 16,9 22-124-16,11 11-75 16,-6-5-78-16</inkml:trace>
  <inkml:trace contextRef="#ctx0" brushRef="#br0" timeOffset="27042.92">2779 10596 275 0,'0'0'140'0,"0"0"31"0,0 0-4 0,0 0-50 0,0 0 11 0,0 0-23 0,184-112-5 0,-184 112 9 16,0 0-13-16,-5 71-16 15,-72 53 3-15,-31 42-15 16,-27 27-35-16,-32 4 22 16,-2-12-22-16,-5-5-14 15,15-23-18-15,23-22-1 16,36-28-7-16,44-29-32 15,35-29-78-15,21-18-5 16,0-22-85-16,3-9 26 16,45-25 12-16,16-49-7 15,8-30 43-15,10-33 46 16,5-24 41-16,8-25 30 0,18-5 16 16,2 10 12-16,6 19 16 15,4 22 25-15,-15 19 8 16,-2 16 23-16,-26 19 12 15,-26 23 32-15,-25 20-13 16,-13 21-10-16,-18 12 6 16,0 10 16-16,0 0-17 15,-38 54-26-15,-67 68-23 16,-41 48-30-16,-24 57-2 16,-9 33 9-16,-3 2-35 15,3 7-3-15,4-17-51 16,22-25-16-16,32-21 3 0,29-24-106 15,25-29-137-15,24-34-382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06:53.574"/>
    </inkml:context>
    <inkml:brush xml:id="br0">
      <inkml:brushProperty name="width" value="0.05292" units="cm"/>
      <inkml:brushProperty name="height" value="0.05292" units="cm"/>
      <inkml:brushProperty name="color" value="#002060"/>
    </inkml:brush>
  </inkml:definitions>
  <inkml:trace contextRef="#ctx0" brushRef="#br0">9298 6903 282 0,'0'0'362'0,"0"0"-275"0,0 0 93 0,-90-172-23 0,64 145-37 0,19 3-35 15,-6 12 12-15,5 4-35 16,8 4-8-16,-5 4-3 16,5 0-17-16,-5 0-8 15,5 0-11-15,0 16-1 16,0 43-10-16,0 27 61 16,23 25-9-16,10 5-40 15,1 3-8-15,12-5-2 0,-13-8-5 16,-5-10 1-1,0-14-2-15,-2-17 0 0,-16-13-1 16,-2-21 1-16,0-13 0 16,-1-12-2-16,-7-6-17 15,0 0 10-15,0 0-23 16,0-24 13-16,-23-27-35 16,-20-26 18-16,-1-19 18 15,11-11-3-15,5-7-7 16,12 2 7-16,9 6 10 15,7 14 5-15,0 12-2 0,18 14 0 16,33 13 5 0,21 11-2-16,20 12-6 0,-10 13-2 15,-5 11 4-15,-11 6 5 16,-14 12-2-16,-14 38 6 16,-20 9 0-16,-18 6 0 15,0 1 0-15,-39-12 4 16,-30-6-4-16,-2-3-4 15,-6-9-15-15,5-7-28 16,13-7-42-16,15-8-60 16,11-11-21-16,0-3-127 15,-6 0-294-15</inkml:trace>
  <inkml:trace contextRef="#ctx0" brushRef="#br0" timeOffset="697.69">9787 8631 459 0,'0'0'205'0,"0"0"-83"0,0 0 76 0,33-173-82 0,-33 134-51 0,0 7 2 0,-33 7-11 0,-5 13 11 15,-19 10-44-15,3 2-18 16,-10 0 3-16,0 17-7 0,0 23-1 16,18 10-2-16,15 3 2 15,29 4-4-15,2 0 2 16,0 0 0 0,66-2-4-16,22-4 2 0,12-5 3 15,10-7-2 1,-13-7 3-1,-12 2 0-15,-24-2 2 16,-12 0 0-16,-21-1-1 16,-20-5 6-16,-8-1 4 15,0-2 6-15,-41-3 0 16,-36-3-4-16,-26-9-7 0,9-8-6 16,-12 0-2-16,4-30-11 15,20-21-24-15,10-15-46 16,18-5-75-16,16-7-52 15,5 7-134-15</inkml:trace>
  <inkml:trace contextRef="#ctx0" brushRef="#br0" timeOffset="1495.99">9313 7598 72 0,'0'0'332'0,"0"0"-332"0,0 0-12 0,0 0-11 0,0 0-167 0</inkml:trace>
  <inkml:trace contextRef="#ctx0" brushRef="#br0" timeOffset="1642.44">9313 7598 124 0,'-28'72'239'0,"7"-72"-217"15,21 0-16-15,0 0-6 0,0 0-19 16,0 0-200-16</inkml:trace>
  <inkml:trace contextRef="#ctx0" brushRef="#br0" timeOffset="2080.06">10084 9076 151 0,'0'0'86'0,"0"0"-86"0,0 0-130 0,0 0 41 16</inkml:trace>
  <inkml:trace contextRef="#ctx0" brushRef="#br0" timeOffset="2269.36">10084 9076 255 0,'-71'66'27'0,"71"-66"-27"15,0 0-6 1,0 0-21-16,0 0-171 0</inkml:trace>
  <inkml:trace contextRef="#ctx0" brushRef="#br0" timeOffset="2444.07">9979 9175 54 0,'0'0'226'0,"0"0"-224"0,0 0-2 15,0 0-7-15,0 0-52 16</inkml:trace>
  <inkml:trace contextRef="#ctx0" brushRef="#br0" timeOffset="6556.72">9367 5573 37 0,'0'0'406'0,"0"0"-282"0,0 0 49 0,0 0-1 0,0 0-52 0,0 0-43 0,0 0 18 0,33-95-24 16,-33 95 2-1,0 0-34-15,0 0-15 0,0 0-11 16,0 0-5-16,-25 26-3 15,-9 20-1-15,-4 10 1 16,15 3-2-16,2 5-1 16,14-9-2-16,7 2 2 15,0-6-1-15,0-9 0 16,33-8 0-16,18-14 1 16,18-6-2-16,8-8 1 15,10-6-1-15,3 0 2 16,0-1-1-16,-6-30-1 0,-4-4 3 15,-14-8-3-15,1-5 0 16,-24-6-4-16,-9 2 1 16,-19 1 3-16,-15 2 0 15,0 2 1-15,0 3 2 16,-38 4-3-16,-16 5-2 16,-2 6-1-16,-16 7 1 15,13 7-5-15,-5 3 5 16,18 10 0-16,2 2-5 15,3 0 0-15,10 0 1 16,-2 0-3-16,7 8 0 16,1 18 5-16,12 14 1 15,3 4 3-15,10 7 4 0,0 0-4 16,0-4 1 0,48-2 0-16,19-3 0 0,10 0 1 15,15-8 2-15,-5-6-4 16,0 3 3-16,-10-7-2 15,-8 2 0-15,-17-1-1 16,-6 3 2-16,-15-1-2 16,-11 7 0-16,-12-2 3 15,-3-1-1-15,-5-3-1 16,0-6-2-16,0-4 1 0,0 2-3 16,0-1-19-1,0-4-111-15,0-1-36 0,-5-7-64 16,-36-5-261-1</inkml:trace>
  <inkml:trace contextRef="#ctx0" brushRef="#br0" timeOffset="8122.73">11817 5532 134 0,'0'0'88'0,"0"-159"-40"0,0 82 29 0,0 2 23 0,0 6-26 0,0 13 16 16,0 6 9-16,0 7 5 15,0 11-55-15,0 7 23 16,0 11 24-16,0 2-56 0,0 10 5 16,0 2-7-1,0 0-2-15,0 0-11 0,0 0-10 16,0 0-10-16,0 2-5 16,-13 52 1-16,-13 36 14 15,8 47 12-15,8 29-1 16,10 28 10-16,0 27 9 15,20 30-10-15,14 20-13 16,-1 27 1-16,-18 25-1 16,-15 10-2-16,0 19 46 15,0 7-39-15,0 14-6 16,-5-4 30-16,-5-4-29 0,10-13 9 16,0-45-9-1,0-27-12-15,0-38 0 0,0-34 0 16,0-28-7-16,0-29-2 15,10-25-1-15,-2-31-2 16,-3-27-3-16,5-25-39 16,-4-29-98-16,-6-11-85 15,0-3-7-15,0-60-89 16</inkml:trace>
  <inkml:trace contextRef="#ctx0" brushRef="#br0" timeOffset="11575.14">14412 8848 723 0,'0'0'98'0,"0"0"48"0,0 0 39 0,-41-152-51 0,36 144-11 16,5 8-28-16,-5 0-21 0,0 0 20 15,5 6-49-15,0 51-23 16,0 17 14-16,0 20-13 15,0 0 0-15,0-14-8 16,0-2-3-16,0-10-8 16,5-4-1-16,-5-11-3 15,5-11 0-15,-5-16-1 16,0-7-3-16,0-11-15 0,5-4-31 16,-2-2-90-16,-3-2-21 15,0 0-28-15,0-35-34 16,-46-16-123-16,-23-9-64 15</inkml:trace>
  <inkml:trace contextRef="#ctx0" brushRef="#br0" timeOffset="11828.25">13759 8842 440 0,'0'0'178'16,"0"0"-36"-16,0 0 29 15,0 0-40-15,0 0-61 0,0 0-34 16,-10-134-9-16,120 105 25 15,16-2-13 1,12 8 0-16,-2 3 10 0,0 1-8 16,-16 6-1-16,-23 2 13 15,-30 5 9-15,-29 4-52 16,-27 2-5-16,-4 0-5 16,-7 0-3-16,0 0-17 15,0 2-132-15,0 19-91 0,-38-12-23 16,-8-9-314-1</inkml:trace>
  <inkml:trace contextRef="#ctx0" brushRef="#br0" timeOffset="12462.71">14658 7211 625 0,'0'0'127'0,"0"0"-36"0,0 0 47 0,0 0-6 0,0 0-81 0,-94-152-21 0,45 152-5 0,-13 6-18 15,-12 30-3-15,13 12 1 16,-1 6 0-16,26-5-2 16,29-1-3-16,7 1 0 15,0-9 0-15,38 6 0 16,29-4 0 0,10-4 0-16,5 4 1 0,0-6 1 15,-3-3-2-15,-7-4 0 0,-16 0 0 16,-2 5 6-16,-11-2 11 15,-27-1 1-15,-8-5 4 32,-8 2 9-32,-16-1-1 0,-50-7 1 0,-29-6-17 15,-23-3-8 1,3-11-4 0,-1 0 4-16,11-19-4 15,15-16-2-15,26-5-5 16,23 5-17-16,26 1-40 0,15 2-65 15,0 9-153-15,0 4-564 16</inkml:trace>
  <inkml:trace contextRef="#ctx0" brushRef="#br0" timeOffset="12902.43">14307 10257 511 0,'0'0'406'0,"0"0"-328"0,0 0 42 0,0 0-40 0,0 0-72 0,0 0-8 0,-56 5-21 16,56-5-67-16,0 0-152 16,8-18-359-16</inkml:trace>
  <inkml:trace contextRef="#ctx0" brushRef="#br0" timeOffset="13064.61">14307 10257 847 0,'-128'77'59'0,"123"-77"-59"0,5 0-8 15,-8-7-217-15</inkml:trace>
  <inkml:trace contextRef="#ctx0" brushRef="#br0" timeOffset="13391.56">14477 7423 362 0,'0'0'275'0,"0"0"-275"16,0 0-35-16,0 0 32 15,0 0-93-15,0 0-254 16</inkml:trace>
  <inkml:trace contextRef="#ctx0" brushRef="#br0" timeOffset="13564.82">14438 7689 251 0,'0'0'17'0,"0"0"-17"16</inkml:trace>
  <inkml:trace contextRef="#ctx0" brushRef="#br0" timeOffset="16182.72">14269 9889 553 0,'0'0'284'0,"0"0"-284"0,0 0 11 0,0 0-11 0,0 0-76 0,0 0-119 0,15-5-158 16</inkml:trace>
  <inkml:trace contextRef="#ctx0" brushRef="#br0" timeOffset="16312.04">14269 9889 505 0,'-13'46'129'0,"13"-46"-67"16,0 0 33-16,0 0-95 15,0 0-141-15,0-6-141 16</inkml:trace>
  <inkml:trace contextRef="#ctx0" brushRef="#br0" timeOffset="17159.97">14220 10378 206 0,'0'0'674'0,"0"0"-558"0,0 0 65 15,0 0-3 1,0 0-85-16,0 0-6 0,-77-77-11 16,77 77-37-16,0 12-20 15,0 42 10-15,0 26 6 16,0 12 18-16,0-1-33 16,6-8-10-16,-6-8-4 15,5-10-1-15,2-5-4 16,-7-16-2-16,5-10 1 0,-5-14-7 15,0-8-29-15,0-12-58 16,0 0-70-16,0 0-42 16,0-27 51-16,-5-21-56 15,-33-17 67 1,10-3 88-16,10-4 18 0,2-2 38 16,11-2 13-16,5 5 37 15,0 5 10-15,11 9 25 16,50 10-48-16,11 5-5 15,12 13-13-15,-7 5 0 0,-10 14 3 16,-13 10 9-16,-6 0 8 16,4 10 10-16,-22 22-2 15,-4 19-4 1,-26 0 0 0,0 8-19-16,-13-2-9 0,-48-3-2 0,-11-3-6 15,-10-13-2-15,-10-2-4 16,12-11 0-16,3-12 0 15,18-4-1-15,18-6 1 16,18 0 4-16,23-3-4 0,0 4-1 16,0-4 0-1,0 0-3-15,0 0 2 0,0 9 2 16,29 6 1 0,47 12 14-16,19 9 19 15,8 2-9-15,4 4 33 0,-2-4-23 16,-12 5 35-16,-11-4-41 15,-11-10-13 1,-7-3 14-16,-20-4-16 0,-6-10-14 16,-14-6-1-16,-19 0-2 15,5-4-1-15,-10-2-36 0,0 0-78 16,0 0-134-16,0-23-89 16</inkml:trace>
  <inkml:trace contextRef="#ctx0" brushRef="#br0" timeOffset="19540.91">15899 4394 656 0,'0'0'48'0,"0"0"8"0,0 0 74 0,0 0-23 0,-26-157-44 0,26 142-18 16,0 9 1-16,0 4 6 15,0 2-8-15,0 0-16 16,0 0-11-16,0 0-6 16,0 5-11-16,0 49 1 15,0 35 2-15,0 46 22 0,26 49 6 16,5 49 10-16,-11 60 0 15,3 61 35-15,-13 81-24 16,19 76-9-16,14 68 48 16,19 59-49-16,22 37 14 15,6 23-18-15,7-12-5 16,-20-27-20-16,-5-51 14 16,-18-50-6-16,-11-51-6 15,-4-63 5-15,-14-53-5 16,-12-48-8-16,2-27 1 15,-15 6-4-15,0-2-2 16,-20-4 6-16,-34-6-8 0,11-38 0 16,9-34 0-1,16-38-4-15,18-53-4 0,0-58-11 16,0-42-26-16,8-47-42 16,41-23-150-16,5-85-22 15,4-52-84-15</inkml:trace>
  <inkml:trace contextRef="#ctx0" brushRef="#br0" timeOffset="20328.66">20168 6692 857 0,'0'0'62'0,"0"0"23"0,0 0 43 0,0 0-15 0,0 0-60 0,-315 48-20 16,248 32 26-1,16 10-20-15,25 5 16 0,26 3-35 16,0-3-11-16,8-13 2 16,56-11-9-16,13-20-2 15,10-15 0-15,0-16-1 16,3-10 1-16,-6-10 1 15,-2-4 1-15,-5-37 0 16,0-22-2-16,-5-24 21 0,-11-11-20 16,-17-3 0-16,-29 7-1 15,-15 17-2-15,0 14 1 16,-33 20-5-16,-31 12-6 16,-21 14 4-16,-7 11 5 15,-5 6 3-15,7 3 3 16,6 30-3-1,22 8 0-15,24 7 0 0,22 9-3 16,16 11 1 0,0 13 2-16,34 5 0 0,58 9 2 15,23 1 1-15,26-3-1 0,3-5 1 16,-9-6-1 0,-19-12-1-16,-24 0-1 15,-33-4-1-15,-31 2-3 0,-28 4-19 16,0 15-154-16,-59 2-86 15,-31 0-162-15</inkml:trace>
  <inkml:trace contextRef="#ctx0" brushRef="#br0" timeOffset="20785.59">20432 8929 531 0,'0'0'387'0,"0"0"-309"0,0 0 106 0,0 0-13 0,0 0-52 0,0 0-102 0,-59 30-10 0,79 48 60 16,19 22 19-16,4-6-71 16,1-5 2-16,-6 3-6 15,-2-15-8-15,-10-4-2 16,-11-14-1-16,-4-19 0 15,-11-12-1-15,7-13 0 0,-7-5 0 16,0-10 0-16,0 0 0 16,0-31-10-16,-46-46-8 15,-3-31-19-15,6-22 16 16,10-1-7-16,22 3-3 16,11 19-10-16,0 28 35 15,21 28 2-15,30 21-3 16,8 14 8-1,5 12 0-15,8 6 1 16,-21 6 3-16,3 29-3 0,-31 11-2 0,-23 4 2 16,0 6-3-16,-46 4 2 15,-57 2-2-15,-20-4-101 16,-25-2-55-16,4-11-89 16,11-14-229-1</inkml:trace>
  <inkml:trace contextRef="#ctx0" brushRef="#br0" timeOffset="21180.55">20704 10352 971 0,'0'0'30'0,"0"0"56"0,0 0 147 0,0 0-121 0,0 0-87 0,0 0 2 16,0-20 15-16,-52 9-42 15,-14 11-14-15,-11 0 12 16,-5 6-8-16,10 32 18 16,8 6-10-16,31 10 2 15,28-1-6-15,5 4 6 0,38 3-7 16,39-3 5-16,7-4 2 15,1 0 0-15,-16-4 1 16,-10-4 1-16,-20-10 1 16,-27-3 1-16,-12 4-1 15,0-4 7-15,-25-4 3 16,-52 4-9-16,-28-7 13 16,-5-10-17-16,-26-1-5 15,20-14-6-15,19 0-80 16,10-29-65-16,25-16-48 0,29 5-156 15</inkml:trace>
  <inkml:trace contextRef="#ctx0" brushRef="#br0" timeOffset="21495.29">20491 12186 201 0,'0'0'879'0,"0"0"-848"0,0 0 49 15,0 0 166-15,0 0-152 16,-5 186-6-16,-11-80-16 16,-9 8-35-16,-6-3-20 15,10-10-13-15,-4-12-2 16,12-12-2-16,3-17-4 15,0-14-32-15,10-14-96 0,0-23-214 16,0-9-13 0,-6-2-426-16</inkml:trace>
  <inkml:trace contextRef="#ctx0" brushRef="#br0" timeOffset="21637.54">19832 12476 522 0,'0'0'387'15,"0"0"-340"-15,0 0-28 16,0 0 39-16,310-98-25 16,-130 80-30-16,-11 9-3 15,-21 9-3-15,-12 0-78 16,-49 0-300-16</inkml:trace>
  <inkml:trace contextRef="#ctx0" brushRef="#br0" timeOffset="22222.53">20755 13674 262 0,'0'0'410'0,"0"0"-288"16,-149 237 52-16,124-139-12 15,1 4-56-15,14-4-42 16,10-5 3-16,0-12-41 16,0-16-16-16,0-9-6 15,0-16-4-15,0-14-2 16,-5-7-4 0,-8-7-18-16,3-12-49 0,-5 0 6 15,-19-4 1 1,1-38-39-16,-5-26 76 0,7-16 22 15,31-11-6-15,0-4 10 16,5 4 3-16,74 12 0 0,16 11 0 16,10 18 0-1,-2 17 0-15,-1 17 0 0,-17 14 0 16,-6 6 1-16,-22 6 0 16,-32 39 13-16,-17 15 12 15,-8 7 2-15,-18-1 9 16,-41-3-6-16,-18-9 0 15,-10-6-15-15,5-7 0 0,3-7-3 16,4-8-6-16,22-6-5 16,1-3 1-16,27-6-2 15,7 10 0-15,18 9 4 16,0 6 4-16,0 12 10 16,38 0 14-1,34-2-12 1,10-6 0-16,20-8 8 0,-2-8-27 15,8-8-2-15,7-14-3 0,1-2-63 16,9 0-104-16,-10-36-110 16</inkml:trace>
  <inkml:trace contextRef="#ctx0" brushRef="#br0" timeOffset="23584.14">21026 8393 611 0,'0'0'244'0,"0"0"-191"0,0 0 60 0,0 0-2 0,-284-114-29 0,161 102-16 0,-21 10 0 15,-30 2-33-15,-31 50 53 16,-28 51-10-16,-10 48 13 16,17 33-51-16,44 18 0 15,54-4-8-15,61-11-16 16,49-5-3-16,18-16-8 15,72-13 0-15,61-18 1 16,52-29 0 0,38-32-4-16,51-34-2 0,26-33 1 15,18-5-2-15,2-53 2 16,-23-30-5-16,-25-24 5 0,-39-22-12 16,-51-19 13-16,-62-13-24 15,-58-10 21-15,-62-6 2 16,0-4-9-16,-110 6 8 15,-52 24 1-15,-38 32 1 16,-28 30 4-16,-18 26 6 16,-18 19 0-16,-7 22-2 15,-6 22 1-15,8 0-4 16,15 31 2-16,21 35-7 16,25 34 3-16,47 40 9 0,15 28-4 15,54 20-1-15,53 5-2 16,39-1-4-16,46-10 0 15,100-21-1-15,44-30 0 16,48-33 0-16,47-37-1 16,20-35 0-16,23-26 2 15,8-13-2-15,-14-52 2 16,-24-18-1 0,-34-15 2-16,-65-19 3 0,-58-8-5 15,-64-10 0-15,-59-10 0 0,-18-10 1 16,-100-8-2-1,-66 13-2-15,-44 20-2 16,-39 35 3-16,-23 35 0 0,-7 34 0 16,-3 20 2-16,-2 6 0 15,33 41 5-15,30 31-5 16,47 21-3-16,51 7 2 16,56 6 2-16,49-6-2 15,18-7-4-15,34-9-19 16,71-15-40-16,36-18-184 15,33-18-32-15,8-20-148 16</inkml:trace>
  <inkml:trace contextRef="#ctx0" brushRef="#br0" timeOffset="24823.88">1205 10338 677 0,'0'0'226'0,"-302"86"-142"0,215-68 52 0,43-10-1 0,39-8-59 0,5 0-54 15,90-66-15-15,79-34 24 16,41-35-22-16,26-17-8 0,20-5 0 15,3-3 1-15,7 3 3 16,3 5 30-16,-23 6 45 16,-33 18-40-16,-46 22-6 15,-52 34-19-15,-54 34-13 16,-35 27-1-16,-18 11-1 16,-8 0-21-16,-18 41-52 15,-69 48-72-15,-36 36-23 16,-39 25 2-16,-7 3-91 15,-18-4-202-15</inkml:trace>
  <inkml:trace contextRef="#ctx0" brushRef="#br0" timeOffset="25044">816 10730 570 0,'0'0'83'16,"0"0"31"-16,0 0 29 15,0 0-50-15,0 0-37 16,0 0 7-16,351-237 6 15,-100 99-12 1,26-8 8-16,15-3 22 0,-3-4 58 16,-4 7-43-16,-19 0-32 0,-35 14-23 15,-36 14-22 1,-52 13-19-16,-51 20-6 16,-48 13-4-16,-44 15-47 0,-10 17-160 15,-101 29-240-15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09:40.723"/>
    </inkml:context>
    <inkml:brush xml:id="br0">
      <inkml:brushProperty name="width" value="0.05292" units="cm"/>
      <inkml:brushProperty name="height" value="0.05292" units="cm"/>
      <inkml:brushProperty name="color" value="#002060"/>
    </inkml:brush>
  </inkml:definitions>
  <inkml:trace contextRef="#ctx0" brushRef="#br0">18338 7447 172 0,'0'0'359'0,"0"0"-286"0,0 0 61 0,0 0 12 0,0 0-74 0,0 0-22 16,246-61-6-16,-246 61 10 16,0 0-5-16,-13 0-9 0,-56 0 18 15,-15 0-28-15,-26 0-7 16,-34 0 17-16,-10 3-9 15,-15 12 8-15,-18 1-5 16,-3-1 3-16,-2-1 13 16,3-5-22-16,-1 3 3 15,16-3-7-15,-8 1-12 16,0-1 4 0,10-3 24-16,1 2-24 15,7-5 5-15,15 3 22 0,5 0-13 16,16-3-12-16,18 3-10 15,8 2 0-15,22-1-1 16,1-3-6 0,12 2 4-16,13-4-2 15,11 1-3-15,4 0 4 16,6-3-3-16,0 3 1 16,2-3-2-16,-2 3 2 15,7-3-1-15,5 0 1 16,-4 3-2-16,-1-3 4 15,-7 3-3-15,0 0-1 16,-6 0 0-16,-10-1 0 16,6 2 1-16,-11 1 0 0,3-2-1 15,7 0 3-15,-4 1-3 16,9-2 0-16,21 2-1 16,5-4 1-16,13 3 0 15,0-3 0-15,0 0 0 16,0 0 1-16,0 0-1 15,0 0-4-15,0 0-4 16,0 0-46-16,0 0-44 16,0 0-38-16,0 0-27 15,0 0-5-15,0 0-5 0,0-9-54 16,0-24-125 0,0-4 74-16</inkml:trace>
  <inkml:trace contextRef="#ctx0" brushRef="#br0" timeOffset="290.6">14200 7408 41 0,'0'0'340'0,"0"0"-172"0,0 0-37 0,0 0 13 0,0 0 6 0,0 0-65 16,56-53-10-16,-56 53-14 15,0 0-11-15,0 41-21 16,-38 12 29-16,-19 10-20 16,-2 0-25-16,8-15-9 0,0-7 0 15,5-10 2-15,15-17-6 16,11-5-2-16,14-6 2 15,6-3 0-15,0 0 7 16,0 0-2-16,0 0 0 16,6 0 2-16,45-5-4 15,23-4 0-15,13 3 5 16,29 6-8-16,9 0 3 0,1 0-3 16,12 0-4-1,-10 11-22-15,-5 1-130 16,-15-9-134-16,-21-3-567 15</inkml:trace>
  <inkml:trace contextRef="#ctx0" brushRef="#br0" timeOffset="806.03">15104 6846 555 0,'0'0'75'0,"0"0"84"15,0 0-7-15,0 0-74 16,-38-161-24-16,51 132-27 16,30 7 1-16,3 8-4 15,-2 8-8-15,2 6 0 16,-7 0 10-16,-1 6-8 15,-5 30-12-15,-12 14 3 16,-11 12 16-16,-10 8-25 0,0-2 2 16,-23-8-2-1,-31-12 3 1,-15-10-2-16,-8-7 14 0,5-11-4 0,8-8-5 16,8-3 1-16,17-6-3 15,19 1-1-15,12-4 24 16,8 0-26-16,0 0 24 15,0 0-16-15,0 0 0 16,0 0-6-16,46 0 22 16,8 0-10-16,18-7-8 15,0 1 3-15,12 0 1 0,-2 3-4 16,5-3-5-16,-2 4-2 16,-16-4-11-16,-5 3-44 15,-18-3-97-15,6 0-88 16,-6-3-58-1,-13-3-123-15</inkml:trace>
  <inkml:trace contextRef="#ctx0" brushRef="#br0" timeOffset="1198.61">16022 6897 182 0,'0'0'242'16,"0"0"-107"-16,0 0 48 0,0 0-62 16,31-184-30-16,-31 154-28 15,-31 9-6 1,-15 6-15-16,0 9-23 0,-19 6 6 15,14 0-16-15,-8 15 8 16,13 17-17-16,10 5-22 16,34-5 16-16,2 2 0 15,0-8-3-15,20-9-15 16,31-5-4-16,1-7 10 16,7-5-10-16,-13 0 22 15,-8-6 6-15,-2-19 1 0,-8 2 4 16,0-6 3-1,-12 7 4-15,-8 7 21 0,-8 6 6 16,0 2 50-16,0 7-14 16,0 0-17-16,0 0-28 31,0 13-11-31,2 25 5 0,16 13 29 0,3 3-24 16,9 0-11-16,-9-5-10 15,4 0-8-15,1-9-1 16,-18-8-10-16,2-3-61 15,-2-4-148-15,-8-11-101 16,0-14-343-16</inkml:trace>
  <inkml:trace contextRef="#ctx0" brushRef="#br0" timeOffset="1449.81">16427 6161 714 0,'0'0'54'0,"0"0"59"0,0 0 101 0,0 0-76 0,0 0-97 0,0 0-12 15,-64-27-9-15,84 81 32 16,8 8 0-16,-5 8-12 16,3-5-18-16,-6-5-15 0,4 0-6 31,-9-11-1-31,-7-3-7 0,-8-5-23 0,0-10-69 15,0-5-126-15,-23-18-32 16,-31-8-150-16</inkml:trace>
  <inkml:trace contextRef="#ctx0" brushRef="#br0" timeOffset="1906.08">16001 6499 328 0,'0'0'23'0,"0"0"20"0,0 0 15 15,0 0-23-15,372-82-26 16,-257 59 7-16,-12-10-1 16,-21 0 2-16,-18-6 15 15,-26 0 34-15,-25 3-1 16,-3 7 36-16,-10 1-21 16,0 11-2-16,0 2-4 15,0 6-16-15,0 7-14 16,0-2-19-16,0 4-6 15,0 0-16-15,0 0-3 16,0 32-2-16,0 23 2 16,0 13 9-16,0 4-1 15,0-10-1-15,0-11-3 0,0-15-4 16,0-12-1-16,0-12 0 16,0-9 1-16,0-3 0 15,0 0 4-15,0 0 1 16,0-9 2-16,0-25-7 15,0-3-5-15,5-3-5 16,29 11 8-16,4 7-2 16,11 16 4-16,5 6 1 15,12 0 0-15,9 11 1 16,-11 18-2-16,-5 6 1 0,-16 4-1 16,-15 0-4-1,-28 3-1-15,-13 11-25 0,-117 7-110 16,-62-3-252-16</inkml:trace>
  <inkml:trace contextRef="#ctx0" brushRef="#br0" timeOffset="2679.69">6520 8061 212 0,'0'0'465'0,"-336"0"-344"0,182 0 31 0,11 0-4 0,38 0-51 0,36 0-34 16,35 0-19-16,34 0-5 15,0 0-20-15,98 0-14 16,66 0 24-16,87 0-5 15,61 0-4-15,65-18 17 16,38 1 1-16,16 1 33 16,-8-1-37-16,-31 2 11 0,-49-1-14 15,-46 4-26-15,-58 1-5 16,-52 5-16-16,-44-3 1 16,-40 6-39-16,-52-3-50 15,-20 4-43-15,-24-8-21 16,-7-5 17-16,0-9-49 15,-12-3-77 1,-32 0 139-16,-5 7 66 0,6 2 72 16,-1 6 30-16,11 2 92 0,0 4 6 15,12 6 26-15,11-3-42 16,2 3-34-16,8 0-44 16,0 0-14-16,0 13 9 15,39 5 1-15,20 0-3 16,7-7-11-16,-4-2-4 15,7-6-8-15,-26 0-4 16,-9-3 2-16,-16 0-2 16,-18 0 3-16,0 0 6 15,0 0 26-15,0 13-4 16,0 5-17-16,-18 11-3 16,-10 10-11-16,-6-1-1 0,-4 5-12 15,-13 4-70-15,-21-11-104 16,-5-13-370-16</inkml:trace>
  <inkml:trace contextRef="#ctx0" brushRef="#br0" timeOffset="3234.28">7478 7264 615 0,'0'0'186'0,"0"0"-118"0,0 0 68 0,0 0-84 0,0 0-39 0,0 0-7 0,192-133 8 16,-133 133 11-16,0 0-6 0,-15 21-3 15,-26 13-9-15,2 9 2 16,-20 1-5-16,0 1 2 16,-10-6 8-16,-46-7-2 15,-1-6-5-15,6-9 8 16,13-5-10-16,12-9 3 31,18-3-1-31,8 0-6 16,0 0 4-16,0 0-2 0,0 0 4 15,28 0 4-15,21-3-5 16,18-9-1-16,10 6 0 16,-3 6 5-16,-2 0 9 15,-18 0-7-15,-16 12-9 16,-12 5 4-16,-19-2 8 16,-7 0-1-16,0-2 19 15,0 1 5-15,-54 4-2 16,-12 1-14-16,-16-7-15 15,0-4-7-15,-10-2 0 16,15-6-2-16,8 0-11 0,12 0-29 16,8-12-64-16,21-2-39 15,8 1-73-15,20 1-164 16</inkml:trace>
  <inkml:trace contextRef="#ctx0" brushRef="#br0" timeOffset="3739.52">8488 7300 78 0,'0'0'603'16,"0"0"-522"-16,0 0 84 0,0 0-35 0,0 0-76 0,-10-154-26 0,-8 139 8 15,2 2-7-15,-12 7-16 16,-8 6-9-16,-5 0 8 15,-2 0-12-15,-1 19-3 16,16 10 0-16,18 3-4 16,10-1-3-16,0-2 2 15,5-8-6-15,33-5 1 16,8-10-6-16,-2-6 1 0,5 0 10 16,-11 0 8-16,-12-15 4 15,-8-7-3-15,-8 1 4 16,-10-2 1-16,0 6 2 15,0-2 22-15,0 7-4 16,0 6-1-16,0 0 12 16,0 6 2-16,0 0-3 15,0 0-8-15,0 0 3 16,0 0-24-16,0 21-1 16,0 18 4-16,0 9 34 0,0-1-32 15,5 1 35-15,0-3-28 16,8-7-8-16,-8 1-5 15,-5-6-5-15,5-7-1 16,0-1-1-16,0-4-7 16,1-7-32-16,6-2-89 15,-1-5-58-15,-4-7-50 16,1 0-140-16</inkml:trace>
  <inkml:trace contextRef="#ctx0" brushRef="#br0" timeOffset="4007.88">8695 6668 499 0,'0'0'194'0,"0"0"-68"0,0 0 52 0,0 0-27 0,0 0-62 0,0 0-51 15,-120-77-11 1,120 82-8-16,18 33 1 0,20 13 42 15,1 10-15-15,7 1-14 0,-13 4-19 16,1-6-11-16,-17-3-3 16,-11-8-1-16,-6-6-8 15,0-8-31-15,0-7-78 16,0-8-85-16,-44-11-66 16,-15-9-116-16</inkml:trace>
  <inkml:trace contextRef="#ctx0" brushRef="#br0" timeOffset="4526.57">8388 6900 222 0,'0'0'278'0,"0"0"-197"0,0 0-3 15,0 0-3 1,328-80-52-16,-223 60-13 0,-13-1-2 16,-20-1-4-16,-23 2-2 15,-19-4 6-15,-17-1 30 16,-13-1 14-16,0-2 8 15,0 5-6-15,0 6-2 16,-13 2 3-16,-4 9-18 16,-1-1 3-16,7 7-20 15,11-3 37-15,0 3-49 0,0 0-8 16,0 33 2 0,0 18 19-16,0 13 0 0,0-3-5 15,0 1-1-15,0-5-3 16,0-5-5-16,0-15-7 15,0-12 0 1,0-10 0 0,0-9 0-16,0-6 0 0,0 0 2 0,0 0 6 15,0-6 2-15,0-29-4 16,0-13-4-16,0-9-4 16,0 3 1-16,0 3 0 0,0 13-1 15,29 12 2 1,14 9-1-16,11 11 2 0,15 6 1 15,8 0-2-15,8 40 5 16,12 11 16-16,-15 2 9 16,-21 6-3-16,-30 2-23 15,-31 5-4-15,-8 4-2 16,-94 5-30-16,-29 3-124 31,-15-13-220-31,10-16-249 0</inkml:trace>
  <inkml:trace contextRef="#ctx0" brushRef="#br0" timeOffset="5503.76">6676 6087 762 0,'-446'-28'130'0,"31"14"-50"0,62 5 119 0,89 3-44 0,94 6-67 0,94 0-53 16,76 0-16-16,51 0-13 15,144 0-6-15,112 0 16 0,113 0-16 16,106 0 3-16,66-15-1 16,56-15-2-16,34 1 4 15,2-5-4 1,-26 4 8-16,-55 0-3 0,-63 1-5 15,-107 5-1-15,-102 9-11 16,-131 3 8-16,-93 6-26 16,-96 3-45-16,-32 3-29 15,-138 0-35-15,-74 0-90 16,-64 9 28-16,-41 12-41 16,-34-3-189-16</inkml:trace>
  <inkml:trace contextRef="#ctx0" brushRef="#br0" timeOffset="5738.7">7063 5976 244 0,'-515'31'373'16,"41"1"-228"-16,54 3 36 16,89 1-13-16,100-10-21 15,108-5-73-15,123 4-33 16,72-5-24-16,200 1 6 16,148-2 20-16,159-19-32 15,121 0-9-15,87-15-1 16,45-21 0-16,-9-2 6 15,-62-7 6-15,-100 5-1 0,-164 8 2 16,-176 11-14-16,-163 13-7 16,-140 8-29-1,-71 0-88-15,-150 32-166 0,-56 6-285 16</inkml:trace>
  <inkml:trace contextRef="#ctx0" brushRef="#br0" timeOffset="7963.18">10974 10522 778 0,'0'0'81'0,"0"0"74"0,0 0-18 0,0 0-74 0,0 0-22 15,0 0-17-15,0 0-20 0,0-161 1 16,82 132 2-16,20 1 20 16,-12 11 7-16,2 17-9 15,-15 0-14-15,-23 17-4 16,-6 28-1-16,-14 12 1 16,-16 2 6-16,-18 9-4 15,0 2-1-15,-29-8 3 16,-37-5 16-16,-6-12-4 15,3-13-17-15,2-5 0 16,8-8 8-16,16-8-8 0,9-5 1 16,27-4-1-1,-1-2 2-15,8 0 0 0,0 0 7 16,0 0 19-16,0 0-16 16,21 0-2-16,45-13 23 15,32-12-17 1,-4 4-3-16,14 1-4 0,-16 5-2 15,-15 6-6-15,-13 4-5 16,-25 1 0-16,-16 4-2 16,-13-3 0-16,-5 3 1 15,-5 0 0-15,0 0 0 16,0 0 1-16,0 0-2 16,0 0-2-16,0 0 1 0,0 0-8 15,0 0-18-15,0 0-32 16,0 0-44-1,0 0-86-15,0 0-18 16,0 0-65-16,0 0-242 0</inkml:trace>
  <inkml:trace contextRef="#ctx0" brushRef="#br0" timeOffset="8701.35">12329 10436 638 0,'0'0'168'0,"0"0"-64"0,0 0 45 0,0 0-65 0,0-152-22 15,-18 137 21-15,-20 3-25 16,-26 2-37-16,0 10-2 0,-18 0-10 15,5 0 46-15,-8 19-55 16,16 8 2-16,20 5-2 16,26 8-3-1,13-8 0-15,10 4-22 0,15-1 21 16,42-10-6-16,14-2 16 16,-1-8-14-16,-9-8-21 15,-12-7 18-15,-3 0-7 16,-8 0 18-16,-4-7 5 15,-9-19-2-15,1-5 0 32,0-1 0-32,-14-1-2 0,9 5-1 15,-16 6 4-15,0 3-1 16,-5 6-1-16,0 2 47 16,0 8-32-16,0-3 2 15,0 3 1-15,0 3 2 16,0 0 32-16,0 0-35 15,0 0-15-15,0 0 40 16,0 0-37-16,0 0-2 16,0 0 3-16,0 0-2 15,0 0 4-15,0 0-4 16,0 0 3-16,0 0-2 0,0 0-3 16,0 0 3-1,0 0-4-15,0 0-1 0,0 0-2 16,0 12 0-16,3 24 1 15,17 11 7-15,3 13-2 16,3 0 0-16,-3 5 2 16,-8-2-2-16,8-6 3 15,-7-12 11-15,-1-9-12 16,-2-10-1-16,-8-11-4 16,-5-5-1-16,5-7 0 15,-5-3-2-15,5 0 0 16,-5 0 0-16,6 0-2 0,-1 0-15 15,-5 0-64-15,0-13-123 16,0-23-138-16,0-11-330 16</inkml:trace>
  <inkml:trace contextRef="#ctx0" brushRef="#br0" timeOffset="9094.01">12857 10522 432 0,'0'0'209'0,"0"0"-88"0,0 0 43 0,0 0-64 0,0 0-42 0,0 0-20 0,-143 17 0 16,143-17-11-16,51 0 3 15,28 0 36-15,34-1 19 16,20-18-23-16,0-1 27 0,-10 1-43 16,-15 4 9-16,-41 3-54 15,-24 9 5-15,-27 0-9 16,-9 3 3-16,-7 0-27 15,0 0 2-15,0 0-108 16,0 0-14-16,0 0-39 16,0 0-76-16,0 0-307 15</inkml:trace>
  <inkml:trace contextRef="#ctx0" brushRef="#br0" timeOffset="9675.53">13113 10192 326 0,'0'0'358'0,"0"0"-251"16,0 0 32-16,0 0 17 0,0 0-102 15,0 0-17-15,-100-39 20 16,100 39-26-16,0 0-3 16,0 0 2-16,0 0-12 15,0 0-2-15,0 26-9 16,0 25 13-16,0 17 72 15,31 12-60-15,2 1-20 16,3-7 28-16,0-2-25 16,-5-8 1-16,-5-11 19 15,-1-11-27-15,-4-12-4 0,-11-9 4 16,-2-12 0-16,-8-3-7 16,0-6 14-16,0 0-6 15,5 0-8-15,-5 0-1 16,0 2 0-16,0-2-2 15,0 0-14-15,0 0 14 16,0 0 4-16,7 0-2 16,-7 0 0-16,0 0-2 15,0 0 2-15,0 0 5 0,0 0 14 16,0 0-18 0,0 0 0-16,0 0 3 0,0 0-3 15,0 0 3-15,0 0 14 16,0 0-6-16,0 0 4 15,0 0-3-15,0 0-6 16,0 0 4-16,0 0-8 16,0 0 14-16,0 0-15 15,0 0-2-15,0 0 2 16,0 0-1-16,0 0-2 16,0 0 0-16,0 0-7 0,8 0-14 15,-3 0-29-15,3 0-93 16,2 0-57-16,11 0-66 15,-9-21-272-15</inkml:trace>
  <inkml:trace contextRef="#ctx0" brushRef="#br0" timeOffset="10289.24">14149 10200 541 0,'0'0'188'0,"0"0"-73"0,0 0 37 0,0 0-81 0,0 0-56 0,0 0 20 0,-65-87-16 15,104 58-10-15,12 8-9 16,-5 5-8-16,13 10 8 0,-10 6 9 16,-3 0 3-1,-8 34-10-15,-7 17 4 0,-15 4 10 16,-16 5-15-16,0-6 2 16,0-11 0-16,-31-9 3 15,-2-9 3-15,-1-7 2 16,9-9-4-16,12-6-2 15,8-3-4-15,5 0 1 16,0 0-2-16,0 0 1 16,0 0-1-16,0 0 0 15,0 0 2-15,0 0-2 16,33 0 4-16,16 0-3 16,10 0-1-16,7 0-4 0,-4 12-14 15,-11 21 18 1,-18 0 0-16,-20 1 10 0,-13 0 1 15,0-4 13-15,-20-3 12 16,-37-1 4-16,3-9-5 16,-12 2 0-16,-9-7-4 15,4-5-9-15,9-5 23 16,-4-2-37-16,7 0 11 16,0 0-19-16,10-17-12 15,11 0-45-15,4 3-30 0,34-1-87 16,0-5-126-1,21 4-378-15</inkml:trace>
  <inkml:trace contextRef="#ctx0" brushRef="#br0" timeOffset="11027.83">14974 10313 611 0,'0'0'172'0,"0"0"-133"0,0 0 114 0,-11-166-108 0,-7 126-19 16,-17 11 48-16,4 7-32 0,-15 13-24 15,-11 9 2-15,-9 0-12 16,-6 13 9-16,16 25-17 16,17 2 1-16,26 3-1 15,13 3 0-15,0-11-5 16,57-4-2-16,7-14-3 15,8-6-23-15,-8-11 4 16,-13 0 4-16,3 0 3 16,-21-5 18-16,-13-18 4 15,-2-1 5-15,-12-4-1 0,-1 5 3 32,-5-1 22-32,5 5 11 0,-5 8-5 0,0 2-9 15,5 3 0-15,-5 4 1 16,0 2-2-16,0 0-5 15,0 0 4-15,0 0-10 16,0 0-3-16,0 0-1 16,0 0-10-16,0 23 8 15,5 19 28-15,13 12 9 16,2 5 10-16,4 3-31 16,-14 4 42-16,8 3-42 15,-8-3-4-15,-2-7 1 16,-1-5 2-16,-2-12-8 0,3-12 7 15,5-13-13-15,-8-8-1 32,-2-6-1-32,-3 0-3 0,0-3 0 0,0 0-2 15,0 0 0-15,5 0 4 16,-5 0 2-16,0 0-5 16,0 0 5-16,0 0-8 15,0 0 4-15,0 0-3 16,0 0-1-16,5 0 1 15,-5 0 1-15,0 0-2 16,0 0 1-16,0 0-1 16,0 0 0-16,0 0 0 0,0 0-4 15,0 0 4-15,0 0-8 16,0 0-9-16,0 0-37 16,0 0-88-16,8 0-75 15,-8 0-31-15,5-11-113 16</inkml:trace>
  <inkml:trace contextRef="#ctx0" brushRef="#br0" timeOffset="11435.99">15832 10433 682 0,'0'0'123'0,"0"0"-71"0,0 0 106 0,0 0-61 0,0 0-69 15,0 0-8-15,-128-15 7 16,133 15 8-16,49 0-7 16,25 0 35-16,14-6-13 15,17-2-3-15,-5-9-3 0,-3 2-16 16,-9 2 18-1,-27 0-36-15,-27 7 2 0,-24 4-3 16,-10 2 3-16,-5 0 14 16,0 0-8-16,0 0 42 15,0 0-27-15,0 0-26 16,0 0-5-16,0 0 0 16,0 0-2-16,0 0-37 15,0 0-37-15,0 0-36 16,0 0-84-16,0 0-19 15,0 0-45-15,0 0-180 16</inkml:trace>
  <inkml:trace contextRef="#ctx0" brushRef="#br0" timeOffset="11781.57">16816 9988 72 0,'0'0'524'16,"0"0"-430"-16,0 0 63 16,0 0-6-16,0 0-47 15,0 0-37-15,-66-47-3 16,60 47-6-16,6 0-11 16,-5 0-3-16,5 0-5 0,0 0-18 15,0 45 8-15,0 16 19 16,0 14 86-16,18 6-78 15,8-12-43-15,5-7 13 16,-19-9 1-16,9-4-20 16,-8-17 0-16,-3-1-1 15,-5-14-3-15,-5-6-3 16,0 0 0-16,0-3-3 16,0-2-7-16,0 0-60 15,0-6-181-15,0 0-43 16,5 0-30-16,5-8-396 0</inkml:trace>
  <inkml:trace contextRef="#ctx0" brushRef="#br0" timeOffset="12033.74">17559 10269 745 0,'0'0'95'16,"0"0"-22"-16,0 0 87 16,0 0-91-16,0 0-18 15,0 0 16-15,180-9-7 0,-83-13-29 16,-15 8-24-16,-28 2-7 16,-16 3-10-16,-25 9-79 15,-8 0-115-15,-5 0-106 16,0 0-230-16</inkml:trace>
  <inkml:trace contextRef="#ctx0" brushRef="#br0" timeOffset="12206.08">17575 10519 194 0,'0'0'434'0,"0"0"-318"16,0 0-17-16,0 0 44 15,0 0-47-15,0 0-5 16,256-45-40-1,-179 21-18-15,-29 7-33 0,-14 8-14 16,-29 6-110-16,-5-3-57 16,0 3-226-16</inkml:trace>
  <inkml:trace contextRef="#ctx0" brushRef="#br0" timeOffset="16262.64">19069 9895 651 0,'0'0'145'0,"0"0"-77"0,0 0 83 0,0 0-66 0,0 0-55 0,0 0 0 0,-305 108 14 16,269-51-2-16,15 9-2 0,8 2 11 15,13 0-20-15,0 2-13 16,13-5-8-16,39 1-3 16,-1-10-4-16,15-8 0 15,9-16-3-15,-4-10 0 16,-4-13-1-16,-8-9 2 15,-8 0 10-15,-12 0-11 16,-9-16 0-16,-4-5 15 16,-13-5-6-1,-3-8-4-15,-10 8 3 0,0-1-3 0,0 0-2 16,-23 13 7-16,-20-1 19 16,-16 3-29-16,7 12 11 15,-12 0-2-15,5 0-8 16,8 0 6-1,5 18-2-15,15 5-2 0,6 2-1 16,4-4 2 0,16-7-1-16,2 0-2 0,3-3-1 0,0-3-2 31,0 7-1-31,3-6-10 16,28 3-69-16,2-6-76 15,5-6-137-15,1 0-163 16</inkml:trace>
  <inkml:trace contextRef="#ctx0" brushRef="#br0" timeOffset="16988">19930 10122 540 0,'0'0'154'0,"0"0"-51"0,0 0 48 0,0 0-57 0,0 0-31 0,-23-164-13 0,-13 149-3 15,-5 7 21-15,-16 5-55 16,1 3 2-16,2 0-4 16,3 0-9-16,12 20 2 15,9 9-2-15,17 5-2 16,8 3 0-16,5-2-2 15,0 0 2-15,38 4 2 16,24 3-2-16,9-4 0 0,-1 5-1 16,-4-6 1-16,-2 3 0 15,-12-4 2-15,1 0-2 16,-14-6 1-16,-19-6 0 16,-15-6-1-16,-5-4-3 15,0-2-9-15,-38 1 10 16,-34-5-23-16,-7-8 0 15,2 0 1-15,21 0-10 16,9-14 17-16,27-23 0 16,15-5-9-16,5-11 9 0,0-4 5 15,46 3 11-15,10-5 1 16,8 8 0-16,0 4 6 16,-10 5 13-16,-8 12 4 15,-20 9 17-15,-8 8 38 16,-18 7-19-16,0 4-3 15,0 2 2-15,0 0-16 16,0 0-32-16,-5 0-10 16,-18-3-31-16,13 3-21 15,-3 0-79-15,8 0 3 16,5 0-70-16,0 9-198 16</inkml:trace>
  <inkml:trace contextRef="#ctx0" brushRef="#br0" timeOffset="17460.02">20335 10295 739 0,'0'0'115'0,"0"0"-21"0,0 0 44 0,0 0-73 0,0 0-44 0,0 0-8 15,-47 3 18-15,119-3 6 0,20 0 4 16,8-9-9-16,5-5 19 15,-2-1-13-15,-6 2 14 16,-15 2 27-16,-25 5-15 16,-27 0-15-16,-17 3-27 15,-13 3-9-15,0 0 2 16,0 0-7-16,0 0-8 16,0 0-1-16,0 0-46 15,0 0-42-15,0 0-57 16,0 0-60-16,0 9-55 15,0-1-289 1</inkml:trace>
  <inkml:trace contextRef="#ctx0" brushRef="#br0" timeOffset="17728.87">21447 9926 682 0,'0'0'82'0,"0"0"54"16,0 0 50 0,0 0-100-1,0 0-13-15,0 0-6 0,-64-108 2 16,64 108-36-16,0 0-1 16,0 15-32-16,0 44 59 0,0 18 64 15,5 14-80-15,15-4-26 16,6-10-7-16,-6-8-9 15,-9-1-1-15,-4-8-4 16,1-7-9-16,-8-2-137 16,0-6-125-16,0-10 7 15,-8-10-162 1</inkml:trace>
  <inkml:trace contextRef="#ctx0" brushRef="#br0" timeOffset="18263.53">17247 12432 461 0,'0'0'523'0,"0"0"-490"0,0 0 113 16,0 0-28-16,0 0-82 0,0 0-4 0,143 14-3 16,19-41-21-16,-19 3-8 15,-22-2-5-15,-24 10-93 0,-30 7-74 16,-37 8-59-16,-30 1-93 16,0 0-182-1</inkml:trace>
  <inkml:trace contextRef="#ctx0" brushRef="#br0" timeOffset="18404.87">17398 12640 546 0,'0'0'121'0,"0"0"20"15,0 0-14-15,0 0-56 16,0 0-10-16,0 0-30 16,302-3-27-16,-199-22-4 15,-19 3-7-15,-15-2-111 16,-20-1-66-16,-21 5-144 0</inkml:trace>
  <inkml:trace contextRef="#ctx0" brushRef="#br0" timeOffset="19984.71">19294 11876 363 0,'0'0'376'0,"0"0"-245"0,0 0 63 16,0 0-64-16,0 0-41 0,0 0-17 0,-210-15-41 16,148 57 8-16,-14 21-23 15,-1 12 56-15,28 4-43 0,0 12-17 16,42-8 19-16,7-2-26 16,0-12-5-16,61-10-4 15,3-14 2-15,21-9 1 16,-13-13-5-16,-3-12-2 15,-3-11 1-15,-9 0-38 16,-6 0 30-16,-7-26 9 16,-11-9-5-16,-10-7 9 15,-13-3 2-15,-10 13 1 16,0 1 0-16,-5 13 4 16,-33 10 47-16,-16 8-36 0,-3 0 22 15,-17 0-18-15,-3 14 8 16,5 17-20-16,16-5 0 15,18-2-3-15,17 0-5 16,11-3 0-16,10-4-9 16,0 2-40-16,0-4-100 15,10-7-72-15,36-8-33 16,13 0-260-16</inkml:trace>
  <inkml:trace contextRef="#ctx0" brushRef="#br0" timeOffset="20475.39">19548 12061 576 0,'0'0'292'0,"0"0"-244"0,0 0 87 0,0 0-73 0,0 0-30 0,0 0-13 16,238-44-6-16,-128 26-5 15,-17-1-2-15,-22 5 0 16,-22 2-1-16,-21 6-3 16,-18 0 3-16,-2 6 8 0,-8-3 18 15,0 3 12-15,0 0 5 16,0 0 0-16,0 0-4 16,0 0-10-16,0 0 27 15,0 0-42-15,0-4 0 16,0 4-1-16,0 0-6 15,0 0 26-15,0 0-22 16,0 0-6-16,0 0-1 0,0 11-5 16,0 33-3-1,0 15 5-15,0 16 19 0,-8-1-16 16,3-2 4-16,5 1 6 16,0-9-5-16,0-7-8 15,0-3 4-15,0-13-7 16,0-10-2-16,0-9-2 15,13-5 1-15,0-9-6 16,-5-5-34-16,2-3-98 0,3 0-77 16,7 0-90-1,-7-22-99-15</inkml:trace>
  <inkml:trace contextRef="#ctx0" brushRef="#br0" timeOffset="20727.57">19814 12429 685 0,'0'0'93'0,"0"0"-15"0,0 0 55 0,0 0-101 0,0 0-9 0,0 0 16 16,269-45-19-16,-166 21 8 16,-6-4 9-16,-12 6 58 15,-16 0-24-15,-31 11-8 0,-14 4-27 16,-19 3-24-16,-5 4-11 15,0 0-1-15,0 0-34 16,-5 0-84 0,-42 0-83-16,1 0 33 0,-5 0-151 15,-8 4-287-15</inkml:trace>
  <inkml:trace contextRef="#ctx0" brushRef="#br0" timeOffset="21437.23">21083 11826 283 0,'0'0'477'0,"0"0"-434"0,-5-183 80 15,-77 127 36-15,-49 3-79 16,-38 10-12-16,-52 14-5 31,-48 17-10-31,-41 12 2 16,-43 0 30-16,-50 44-11 0,-43 37 8 15,-25 38-29-15,-8 46-11 16,35 40 11-16,73 31-17 16,84 5 3-16,115-7-11 15,124-26-15-15,68-23-6 16,172-24-4-16,131-34-1 15,87-18-2-15,72-34-5 16,53-42-8-16,1-33-7 16,2-7 0-16,-48-61-10 15,-65-19 3-15,-56-17 22 16,-77-15 5-16,-54-25 6 0,-68-17 8 16,-65-15 7-16,-64-8-2 15,-41-5 0-15,-75 7-7 16,-76 16-3-16,-49 22 3 15,-59 31-6-15,-43 30-2 16,-36 26-2-16,-16 23-2 16,3 19 0-16,23 13 2 15,51 2-2-15,52 0 0 16,61 5-1-16,64 7-5 16,54-5-1-16,43-4 2 0,3 3-6 15,3-3-10-15,61 6-13 16,8-3-68-16,-8-4-172 15,-8-2-8-15,-10 0-68 16</inkml:trace>
  <inkml:trace contextRef="#ctx0" brushRef="#br0" timeOffset="22858.98">18689 6153 597 0,'-317'0'324'0,"50"-13"-308"0,70 3 98 0,81 5 34 16,75 2-44-16,41-3-50 0,144-8-48 15,107-5 34-15,105-5-19 0,88-5-14 16,68-1-5-16,37-2 1 16,1-8-1-16,-9 8 5 15,-82 1-4-15,-98 11 0 16,-123 5-3-16,-120 9-7 16,-82 0-17-16,-46 6-33 15,-159 0-40-15,-87 21-1 16,-88 15-5-16,-58 0 15 15,-31-4 33-15,-18 1-1 16,-21-2 20-16,1-2 36 16,17 0 15-16,62-1 11 15,87 1 14-15,110-9 19 16,108 5 13-16,87-4-42 0,126-12-17 16,153-1 56-16,121-8-37 15,87 0-14-15,54-23-10 16,20-17-5-16,3-4 20 15,-14-1 12-15,-81 3-13 16,-100 7-8-16,-120 8-9 16,-111 12-5-16,-94 9-23 15,-44 6-93-15,-82 0-30 16,-67 21-206-16</inkml:trace>
  <inkml:trace contextRef="#ctx0" brushRef="#br0" timeOffset="28750.36">8319 15504 649 0,'0'0'187'0,"0"0"-92"0,-285 12 55 0,219-6-10 0,20-4-58 0,28 1 7 0,5-3-19 16,13 0-14-16,0 0 7 15,0 0-38-15,95 0-12 31,74 0 31-31,72-20 14 16,28-5-29-16,13 4-20 16,-11 10 43-16,-7 8-52 15,-15 3-9-15,-39 0-6 0,-33 0 13 16,-49 0-2-16,-51 0-1 16,-31 6 5-16,-15-6 0 15,-29 3 0-15,-2-3 1 16,0 0 1-16,0 0 2 15,0 0-4-15,8 0 5 16,-8 0-5-16,0 0-1 16,0 0-1-16,0 0-8 0,0 0-17 15,0 0-26-15,0 3-57 16,0 5-33-16,0 3-125 16,-26-10-87-16</inkml:trace>
  <inkml:trace contextRef="#ctx0" brushRef="#br0" timeOffset="29681.52">1346 13404 918 0,'0'0'72'0,"0"0"9"16,0 0 52-16,0 0-25 0,0 0-77 0,0 0-17 0,-297 158 7 0,279-72-3 31,18-3-9-31,0-6-4 0,0-5-5 0,51-15 0 16,13-12-1-16,16-15-1 16,2-15-20-16,-6-15 1 15,-4 0 14-15,-5-7 7 16,-18-25 4-1,-11-3 3-15,-18-4-2 16,-12-3 14-16,-8 10-4 0,0 0 4 16,-20 13 1-16,-32 4 0 15,1 9 0-15,-8 6-17 0,3 0-3 16,-3 0-9 0,15 17-27-16,16 11-39 0,15 7-58 15,13 2-58 1,0-8-99-16,8-18-245 0</inkml:trace>
  <inkml:trace contextRef="#ctx0" brushRef="#br0" timeOffset="29897.01">1664 13553 437 0,'0'0'315'0,"0"0"-205"31,0 0 71-31,0 0-56 0,0 0-65 16,0 0-20-16,0-149-3 0,0 149-4 15,31 3-14-15,20 27 22 16,13 15 7-16,8-1-32 16,-6 3-13-16,-7 2-3 15,-2-5-20 1,-14 4-51-16,-15-3-42 0,-7-7-53 16,-21-1-100-16,0-20-131 15</inkml:trace>
  <inkml:trace contextRef="#ctx0" brushRef="#br0" timeOffset="30171.08">1746 13813 89 0,'0'0'451'0,"0"0"-307"0,0 0 14 31,0 0 5-31,0 0-56 16,0 0-72-16,110-185 7 15,-18 134 6-15,-5 7 0 16,-15 5-11-16,-18 14-15 15,-23 10 0-15,-24 9-15 16,-1 6-1-16,-6 0 7 0,0 0 0 16,0 0 2-1,0 0 0-15,0 0-6 0,0 0-9 16,0 0-5-16,0 0-15 16,0 0-27-16,0 0-16 15,0 0-37-15,0 0-37 16,0 8 17-16,0 15-86 15,0 3-31-15,-18-3-94 16</inkml:trace>
  <inkml:trace contextRef="#ctx0" brushRef="#br0" timeOffset="30599.19">2504 12909 472 0,'0'0'121'0,"0"0"33"0,0 0 35 0,0 0-96 0,0 0-2 0,0 0-11 16,-15-99-21-16,-3 182-38 16,-8 40 5-16,-2 48 72 15,-3 21-25-15,-2 8-10 0,10 6 19 16,0-9-54-16,8-14 29 16,-6-22-21-16,13-27-28 15,3-27-4-15,5-30-4 16,0-23-4-16,0-17-27 15,0-17-41 1,0-14-89-16,0-6-31 0,0-9-9 16,0-51-37-16,0-23-360 15</inkml:trace>
  <inkml:trace contextRef="#ctx0" brushRef="#br0" timeOffset="31049.04">2689 14051 721 0,'0'0'131'0,"0"0"-82"16,0 0 53-1,0 0-51-15,0 0-29 0,0 0-13 16,-115-83-5-16,115 38 37 0,0-4-33 15,2 9 12-15,37 6-11 16,4 10 4-16,8 22-1 16,6 2 4-16,-1 0-7 15,-2 39-9-15,-11 14 11 16,-19 10-1-16,-14 5-1 16,-10 6-5-16,0-8 4 15,-28-9 2 1,-21-8 13-16,0-12 5 0,11-9 2 15,4-10 0-15,9-6 1 16,22-10 14-16,3-2-22 16,0 0-9-16,0 0-7 0,0 0 0 15,0 0-7 1,0 0 0-16,52-23 10 0,30-17-3 16,15-13-7-1,18-6-65-15,-2-7-60 0,-8-2-67 16,-23-1-185-16,-15 0-347 15</inkml:trace>
  <inkml:trace contextRef="#ctx0" brushRef="#br0" timeOffset="31306.24">3206 13522 478 0,'0'0'475'0,"0"0"-403"0,0 0 46 0,0 0 13 0,0 0-112 0,0 0-17 15,-17-15 58-15,99-10-32 16,5-6-28-16,-23 2-5 16,-3 6-42-1,-17 0-23-15,-11 9-19 0,-10 11-67 16,-23 3-57-16,0 0-34 0,0 23-125 15</inkml:trace>
  <inkml:trace contextRef="#ctx0" brushRef="#br0" timeOffset="31479.94">3206 13522 350 0,'129'144'198'0,"-129"-142"-44"16,0-2 1-16,0 0-60 15,23 0-25-15,30-20 61 16,19-15-56-16,13-7-17 15,-1-7-18-15,-7 6-40 16,-5 6-89-16,-26 11 2 0,-23 5-175 31,-23 18-429-31</inkml:trace>
  <inkml:trace contextRef="#ctx0" brushRef="#br0" timeOffset="33279.69">8388 16303 925 0,'0'0'106'0,"0"0"-1"0,0 0 32 0,0 0-61 0,0 0-62 0,0 0 15 16,13-140-26-16,51 104 6 15,-8 12-2-15,-7 12 8 16,-11 12 6-16,-7 0-5 31,-13 3-14-31,2 28 5 0,-12 9 10 0,-8 17-10 16,0-2-5-16,0-4-2 16,-28-5-4-16,-21-6 4 15,8-8-2-15,0-8 2 16,8-9 0-1,23-6 0-15,5-3-3 16,5-6 0-16,0 0-12 0,0 0-11 16,0 0-22-1,48 0 48-15,19 0 0 0,17 0 8 32,-2 0-6-32,-5 0 10 0,-5 9 5 15,-10 18 11-15,-32 5-7 16,-17 8 21-16,-13 9-6 15,-5 2 22-15,-51 1-18 16,-19-4 48-16,4-15-53 16,-1-5-9-16,3-6-3 15,2-13-9-15,0-3-4 16,8-6-10-16,6 0 0 16,7-12-18-16,2-28-81 0,18-13-68 15,26-6-68-15,0-7-187 16,31 7-494-16</inkml:trace>
  <inkml:trace contextRef="#ctx0" brushRef="#br0" timeOffset="33783.12">9241 16317 480 0,'0'0'458'0,"0"0"-418"0,0 0 33 0,0 0-12 0,0 0-61 0,0 0 0 0,57-118 0 15,2 103 5-15,-11 15-4 16,14 0 19-16,-14 0 5 16,1 27 16-16,2 12 2 15,-25 8-8-15,-8 5 13 16,-18 1-11-16,0-4-20 0,-18-9 5 15,-36-1-7-15,-2-12-6 16,17-7-2-16,6-8-3 16,18-8 0-16,10-2 0 15,5-2-4-15,0 0-1 16,0 0-20-16,7-9 5 16,34-9 15-16,21 1 1 15,4 8-4-15,11 9 4 16,8 0 9-16,2 0 2 15,-20 15 20-15,-14 5-1 16,-19 5 13-16,-34 4 2 16,0 8-10-16,-28 3 32 15,-57 3-49-15,-25-5-5 16,-13-7-9-16,-5-10 1 16,5-10-5-16,20-11-2 0,11 0-14 15,15-21-65-15,23-27-93 16,31-9-95-16,23-6-306 15</inkml:trace>
  <inkml:trace contextRef="#ctx0" brushRef="#br0" timeOffset="34444.31">15963 15581 951 0,'0'0'79'0,"0"0"-25"0,-290 0 124 15,290 0-33-15,90-2-96 0,120 2-10 0,108-4 68 16,89-4-13-16,21-7-51 16,10-1-4-16,-7-1 16 15,-16-7-12-15,-33-4-18 0,-46 0-12 32,-70-6-4-32,-74 8-3 0,-69 5-3 0,-77 9-3 15,-28 8-7-15,-18 4-15 16,-38 0-91-16,-57 0-96 15,-48 28-170-15,-27 7-158 16</inkml:trace>
  <inkml:trace contextRef="#ctx0" brushRef="#br0" timeOffset="34936.26">16557 16623 995 0,'0'0'43'0,"0"0"-21"0,0 0 89 16,0 0-66-16,0 0-37 15,0 0-8-15,221-102 7 0,-162 102 3 31,-6 0 14-31,-14 2-21 0,-16 43 11 0,-13 10 19 16,-10 7-18-16,0 4-14 16,-31-9 29-16,-20-4-16 15,-13-17-2-15,18-13 7 16,13-8 2-16,7-9-15 16,16-6-1-16,10 0-1 15,0 0-4-15,0 0-6 16,10-9 6-16,49-17 12 0,13-5-3 15,15 8 1-15,0 14 7 16,3 9 18-16,-13 3 13 16,-13 26 24-16,-16 16 46 15,-37-2-74-15,-11 8-1 32,-26 7 2-32,-59 0-29 0,-9-1-8 0,-17-4-8 31,14-21 0-31,20-4-3 0,11-19-14 15,22-9-51 1,11-9-83-16,2-51-136 16,23-20-128-16</inkml:trace>
  <inkml:trace contextRef="#ctx0" brushRef="#br0" timeOffset="35429.47">17541 16586 861 0,'0'0'93'0,"0"0"-32"0,0 0 69 0,0 0-101 0,0 0-26 0,0 0-3 16,44-56 0-16,7 35 1 15,-7 9-1-15,7 12 13 16,-5 0 5-16,3 0 25 15,-21 20 6-15,3 17-14 16,-29 4 16-16,-2 7-19 16,0 0-5-16,-38-4-13 15,-8-4 7-15,2-14-14 0,11-17-2 16,12-3-5 0,11-6 0-16,10 0-1 0,0 0-2 15,0 0-16-15,5-15 7 16,46-8 12-16,14 2 3 15,4 12 0-15,2 9 6 16,-4 0 20-16,-8 12 5 16,-15 8 23-16,-24 3 0 15,-20 9-21-15,0 2 13 16,-41 12-6-16,-46-1-32 16,-13 2-11-16,-8-8-5 0,-15-4-30 15,-12-4-88-15,-11-13-53 16,-31-18-136-16,-8-13-393 15</inkml:trace>
  <inkml:trace contextRef="#ctx0" brushRef="#br0" timeOffset="36105.87">12209 14105 296 0,'0'-155'320'0,"-11"13"-159"0,-27 30 24 0,0 25-2 0,-1 31-15 0,11 29-41 0,18 15-38 16,10 9 31 0,0 20-88-16,0 103 0 15,0 83 8-15,18 83 66 0,12 40-41 16,4 11-30-16,-1-7 3 16,-23-15-13-16,-10-30-16 15,0-37-6-15,0-36-1 16,-5-40-2-16,-3-40-2 15,8-37-5 1,0-35-22-16,0-27-29 16,0-24-83-16,13-9-152 0,13-62-13 15,-18-52-22-15,-3-47-324 16</inkml:trace>
  <inkml:trace contextRef="#ctx0" brushRef="#br0" timeOffset="36639">12196 14019 733 0,'0'0'121'0,"-108"-162"-28"16,83 94-2-16,25-2 39 15,30 2-42-15,114-1-67 16,69 7-19-16,51 17 2 31,23 18 2-31,12 16 7 16,-7 11 6-16,-7 0 3 0,-13 5 5 15,-47 20-14-15,-40-2-5 16,-68 1-4-16,-45-4 4 16,-26 11 10-16,-10 8 21 15,-3 19 9-15,-4 24-1 16,-14 22-8-16,-5 19 15 16,3 26 6-16,-3 17-10 15,1 20-17-15,1 14 0 16,-1 3-13-16,-6 3 0 15,-5-4 12-15,5-14-20 0,0 0 6 16,13-3-5 0,2-10-1-16,9-1 3 0,-1-28-5 15,-13-15-4-15,-5-15-3 16,-2-17-1-16,-8-9-1 16,0-24-1-16,0-10 1 15,-18-14 1-15,-36-6-2 16,-22-10 0-16,-35-7-1 15,-30-11 2-15,-33-8-1 16,-41 0 2-16,-29-8 0 0,-4-17-2 16,-1-4-9-16,8 2-7 15,29 3-24-15,12-3-25 16,33-7-55-16,37-10-72 16,14-15-110-16,19-24-226 15</inkml:trace>
  <inkml:trace contextRef="#ctx0" brushRef="#br0" timeOffset="37164.07">12462 14979 784 0,'0'0'242'0,"0"0"-212"0,0 0 49 0,118-167 13 0,-5 130-48 0,-3 14-20 16,-18 20 16-16,-27 3-24 15,-19 12-16-15,-28 39 0 16,-18 8 0-16,0 13 10 15,-52-6-1-15,-12-6 7 16,-7-16-9-16,12-14-5 16,20-12 11-16,26-12-11 15,8-3-2-15,5-3 0 16,0 0-15-16,5 0 7 16,41 0 8-16,26 0 9 15,18 0-6-15,0 0 0 16,-1 6 3-16,-17 20 15 15,-21 7 13-15,-17-3 22 0,-34 6 6 16,0 2-21 0,-18 5 38-16,-62-2-27 0,-9-5-40 15,-4-7-10-15,6-10-2 16,15-10-3-16,8-9-34 16,23 0-66-16,8-3-33 15,23-39-78-15,10-15-152 16,0 1-462-16</inkml:trace>
  <inkml:trace contextRef="#ctx0" brushRef="#br0" timeOffset="37619.58">13308 14975 288 0,'0'0'618'15,"0"0"-503"-15,0 0 61 16,0 0 3-16,0 0-97 0,0 0-41 15,-85-28-4-15,85 28-18 16,0 0-11-16,0 28-4 16,0 24 9-16,34 8 19 15,4-4-27-15,13-6-4 0,3-10-1 16,0-12-8 0,-5-9-19-16,-3-10 6 0,-8-3 7 15,-12-6-29-15,-3 0 16 16,5-23 22-16,-10-26 1 15,-5-7 8-15,0-4-4 16,-13 9 2-16,0 10 3 16,0 7 16-16,0 17 5 0,-5 6 2 15,-8 5 11-15,8 6 28 16,2 0-37-16,3 0 6 16,0 0-22-16,0 32-6 15,0 30-2-15,0 16 64 16,0-1-41-16,0-8-17 15,0-7 0-15,0-5-12 16,21-6 0 0,-3-8-6-16,2-11-42 0,1-6-77 15,4-8-117-15,-7-18-121 16,-13 0-210-16</inkml:trace>
  <inkml:trace contextRef="#ctx0" brushRef="#br0" timeOffset="37855.05">13831 14340 617 0,'0'0'370'0,"0"0"-259"0,0 0 90 0,0 0-34 0,0 0-81 0,0 0-33 16,0 0-19-16,-154 15 14 0,198 62 28 31,2 14-19-31,13-13-51 0,-21-7-6 0,-10-2 0 15,-12-1-20-15,-16-2-58 16,0-4-109-16,-11-12-75 16,-50-13-63-16,-8-25-186 15</inkml:trace>
  <inkml:trace contextRef="#ctx0" brushRef="#br0" timeOffset="38868.16">13457 14692 677 0,'0'0'112'15,"0"0"-21"-15,0 0 59 16,0 0-90 0,330-173-30-16,-235 137-15 0,-3 1-5 15,-28-1-8 1,-18 1-1-16,-20-2 6 16,-8-1 9-16,-18 5 17 15,0 3 6-15,0 9 25 16,-13 6-3-16,-12 6-8 15,12 4-9-15,3 5-6 16,10 0-23-16,0 0-14 16,0 20-1-16,0 46 0 15,0 17 20-15,0 14-3 16,17-21-11-16,9-10 2 16,-8-12-5-16,-5-16-3 0,-11-17 0 15,-2-8 0 1,0-7-1-16,0-6-4 0,0 0 5 15,0-11-1-15,0-35-4 16,0-17-43-16,0-2 36 16,0 13 7-16,0 20 5 15,18 10 0-15,34 16 0 16,14 6 0-16,11 0 2 16,10 37 1-16,-5 6 3 15,-5 2 1-15,-3-7-5 16,-22-15-1-16,1-12 1 0,-19-8 0 15,-1-3 5-15,6-3 11 16,-1-37 5-16,6-24-5 16,-1-19-12-16,-15-25 0 15,-12-15-4-15,-16-23 0 16,0-17-2-16,-44-20 0 16,-51 3-2-16,-30 8 0 15,-55 32 2-15,-43 36 4 16,-43 39 61-16,-21 31-49 15,-18 34-9-15,-8 16 7 0,-17 67 14 16,2 67-4 0,5 65 7-16,20 59 14 0,42 57 10 15,59 21-23 1,50 12-6-16,76-9-6 0,76-15-4 16,35-33-15-16,129-38-1 15,80-40-1-15,61-44 1 16,23-39 0-16,36-29-2 15,-8-37 0-15,0-35-4 0,-10-30 5 16,-10-15-4 0,-3-17 2-16,-20-62 1 0,-9-59 2 15,-4-55 0-15,-51-60 1 16,-54-25 1-16,-85-20 4 16,-92-10 1-16,-18-1 7 15,-105-8-4-15,-54 13 0 16,-36 21-4-16,-25 29 4 15,-16 50-4 1,0 38 3-16,-7 43-4 0,7 38-5 16,34 22 0-16,48 25 0 15,46 13 0-15,57 11 0 0,25 8 0 16,21 0 0-16,5 3 0 16,0 0 0-16,0 0 0 15,0-1 0-15,0 4 0 16,0-2 0-16,0 2 0 15,0-4 0-15,0 4 0 16,0 0-5-16,0 0-21 16,0 0-24-16,10 10-58 15,24 37-157-15,4 10-34 16,11 5-187-16</inkml:trace>
  <inkml:trace contextRef="#ctx0" brushRef="#br0" timeOffset="38990.46">14805 13598 1055 0,'0'0'129'0,"0"0"-11"0,0 0-19 0,0 0-99 0,-300-144-135 16,223 118-610-16</inkml:trace>
  <inkml:trace contextRef="#ctx0" brushRef="#br0" timeOffset="40523.61">1249 11901 772 0,'0'0'195'0,"0"0"-1"0,0 0 56 0,0 0-65 0,0 0-36 0,0 0-70 15,-241 51-17-15,241-51-12 16,0-10-26-16,77-50-10 16,74-42 7-16,64-44 5 15,49-35-7-15,23-7-12 16,3 3-7-16,-8 7 0 15,-29 21 0-15,-40 24 0 0,-34 20 0 16,-40 29 0-16,-37 21 0 16,-35 21 0-16,-34 19 0 15,-18 17 0-15,-15 3 0 16,8 0 0-16,-8 3 0 16,0 0 0-16,0 0 0 15,0 0 0-15,0 0 0 16,0 0 0-16,0 0 0 15,0 0 0-15,-23 26-35 16,-54 22-45-16,-30 18-21 0,-22 20-78 16,-22 22-22-16,-26 13 2 15,-7 13 82-15,-13 10 1 16,-1 9 74-16,-2-1 32 16,18-6 10-16,18-15 6 15,26-15 4-15,25-17 14 16,31-22 35-16,21-17 5 15,35-22 0-15,11-17 4 16,10-14 4-16,5-7-16 16,0 0-1-16,38-9-3 15,60-48 39-15,37-33 18 0,40-33-30 16,22-19-24-16,26-23-11 16,8-3 4-16,-3-4-20 15,-16 12 2-15,-30 19-5 16,-36 25 1-16,-41 24-11 15,-33 35-15-15,-33 21 0 16,-24 19 0-16,-13 10 0 16,-2 7 0-16,0 0 0 15,0 0 0-15,0 0 0 0,0 0 0 16,0 0 0-16,0 0 0 16,0 0 0-16,0 0 0 15,0 0 0-15,0 0 0 16,0 0 0-16,0 0 0 15,0 0 0-15,0 0 0 16,0 0 0-16,0 0 0 16,0 0 0-16,0 0 0 15,0 0 0-15,0 7 0 16,-12-2 0-16,-47 7-50 0,-26 3-105 16,-43 9-198-1,-33 3-96-15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12:04.698"/>
    </inkml:context>
    <inkml:brush xml:id="br0">
      <inkml:brushProperty name="width" value="0.05292" units="cm"/>
      <inkml:brushProperty name="height" value="0.05292" units="cm"/>
      <inkml:brushProperty name="color" value="#002060"/>
    </inkml:brush>
  </inkml:definitions>
  <inkml:trace contextRef="#ctx0" brushRef="#br0">8347 8594 94 0,'0'0'382'0,"0"0"-238"0,0 0-4 0,0 0 9 0,0 0-51 0,26-163 4 0,-21 145-6 16,-5 6-9-16,0 4 23 16,0 8-30-16,0-4-22 15,0 4-20-15,0 0-9 16,0 0-10-16,0 0-7 16,2 0-8-16,19 56-3 15,-6 28 3-15,8 26 67 16,-2 8-28-16,-3-9-35 15,-3-4 0-15,3-16-4 16,-8-12-4-16,0-17 0 16,1-8-5-16,1-11-6 15,-6-14-80-15,1-9-3 0,-7-12-76 16,0-6-60-16,0 0 23 16,0-30-54-16,0-23-82 15,-7-17 87-15,-16-4 246 16,7-6 10-16,6-7 51 15,-3-3 84-15,3 1-26 16,10 9 14-16,0 9-17 16,0 5-24-16,0 11-6 15,43 7-24-15,14 16-9 0,-6 9 6 16,-5 8 1-16,-7 15 10 16,-1 0 3-16,-7 9-25 15,-8 31-8-15,-13 18-8 16,-10 2-4-16,0 6-16 15,-43 2-2-15,-45 4-27 16,-14 0-56-16,-19-8-53 16,11-19-127-16,18-18-317 15</inkml:trace>
  <inkml:trace contextRef="#ctx0" brushRef="#br0" timeOffset="536.07">9367 8702 374 0,'0'0'199'0,"0"0"-55"0,0 0 54 0,0 0-66 0,0 0-49 0,0 0-7 16,-95-63-22-16,95 63-22 16,0 0-15-16,0 0 1 15,26 4-7-15,38 23 2 16,13 8-3-16,15-1-2 0,10 1-5 15,-4-9-2 1,-9-1-1-16,-17-8-1 0,-21-8-3 16,-15 0-10-1,-13-9-3-15,-23 0 3 0,5 0 7 16,-5 0 7-16,0 0 7 16,0 4-2-16,0-4 2 15,0 0-7-15,0 2 5 16,0 2-3-16,-28 13 2 15,-20 10 14-15,-11 6-9 16,-3 9 1-16,-10-3-2 0,13 2-5 16,6 1-3-1,9-3-4-15,11-6-20 0,10 0-57 16,12 3-74-16,-6-13-42 16,11-6-155-16</inkml:trace>
  <inkml:trace contextRef="#ctx0" brushRef="#br0" timeOffset="867.64">10520 8667 452 0,'0'0'395'0,"0"0"-289"0,0 0 66 0,0 0-4 0,0 0-78 0,0 0-17 16,-82-107-8-16,82 107 13 16,0 0-58-16,0 0 34 15,0 0-20-15,0 28-24 32,0 32-2-32,0 16 10 0,0 7-11 15,0-11-3 1,0-7-4-16,18-6-3 15,2-5-1-15,3-8-38 16,-2-12-52-16,-3-3-57 0,-3-11-74 16,-10-11-5-16,-5-6-69 15,0-3-158-15</inkml:trace>
  <inkml:trace contextRef="#ctx0" brushRef="#br0" timeOffset="1263.3">10461 8800 417 0,'0'0'98'15,"0"0"25"-15,0 0-13 0,-13-175-58 16,64 138-27-16,14 11-3 16,6 3 6-16,-2 8 0 15,3 5 8-15,-21 7 18 16,8 3 11-16,-20 0-28 16,-11 22-15-16,-18 18 8 15,-10 12-17-15,0 11-1 16,-43 0-2-16,-24-1-10 15,-10-2 0-15,-7-10 0 0,7-10 0 16,0-12 0 0,15-6-1-16,14-10 0 0,20-6-1 15,17-3 1-15,6-3-1 16,5 0 0-16,0 0 2 16,0 0 9-16,39 3-2 15,25 8 12-15,13 10 15 16,20 3 9-16,-2 8 18 15,7 5-12-15,-7 1-24 16,-8-1-10-16,-15-5-13 16,-8-9-2-16,-5 2-6 15,-13-7-29-15,8-5-72 0,-11-9-101 16,-4-4-47-16,-6-3-284 16</inkml:trace>
  <inkml:trace contextRef="#ctx0" brushRef="#br0" timeOffset="4027.1">14295 5243 725 0,'0'0'81'0,"0"0"26"0,-321 0 13 0,283 0-47 0,25 0-33 0,13 0-30 16,0 0-3-16,46 2 0 16,80 25 31-16,74-1 23 15,53-5-39-15,37-5-11 16,48-10 12-16,29-6 9 16,25 0 8-16,18 0-4 15,-11 0-8-15,-17 0 0 0,-44-6-3 16,-58-6-3-16,-62 2-9 15,-65 4-13-15,-50 0 0 16,-52 6-3 0,-25 0-13-16,-26 0-27 0,0 0-61 15,-46 0-34-15,-49 0-21 16,-36 3-53-16,-43 10-99 16,-21-7-105-16</inkml:trace>
  <inkml:trace contextRef="#ctx0" brushRef="#br0" timeOffset="4325.67">15399 5430 308 0,'0'0'144'0,"-464"0"-62"0,272 0 95 15,23 0-7-15,54 0-74 16,51 0-31-16,35 0-12 16,29 0-11-16,0 0-10 15,67 0 6-15,64 14 37 16,66 5-15-16,59-13-29 0,57-3 3 15,56-3 8 1,23 0-20-16,21 0 9 0,-3-9-8 16,-24-5 10-1,-45-3-13-15,-59 3 2 0,-72 2-9 16,-69 4-1 0,-49 2-12-16,-58 6-8 0,-29 0 4 15,-5 0-64-15,-28 0-16 16,-67 0-20-16,-54 20-110 15,-28 0-79-15,-35 1-448 16</inkml:trace>
  <inkml:trace contextRef="#ctx0" brushRef="#br0" timeOffset="5430.83">11760 8711 515 0,'0'0'152'0,"0"0"42"0,0 0-47 0,0 0-30 0,0 0-8 0,0 0 3 16,-105-83-22 0,105 83-28-16,0 0-19 0,0 0-16 15,0 0-16-15,0 0-5 0,0 0-6 16,18 0 0-16,46 20 10 16,8 11-6-16,5-5-1 15,-5-5-2-15,-14-2-1 16,-1-7-3-16,-8-4-2 15,-14 1-7 1,-6-6 2-16,-17-1 2 0,-1 4-2 16,-11-6 6-1,0 6 1-15,0-6 2 0,0 0 1 16,0 0 0-16,0 0 0 16,0 0 3-16,0 3-2 0,0-3-1 31,0 0-1-31,0 0-1 0,0 0 0 0,0 0 1 15,0 0 0-15,0 0 1 16,0 0 1-16,0 0 0 16,0 0 1-16,0 0-2 15,0 0 0-15,0 0-1 16,0 4 3 0,0-4-3-16,0 6 1 15,-5 18 0 1,-29 14 0-16,3 15 7 0,-15 11 5 15,16-5-1-15,-4 2-3 16,1-5-2-16,0-6-5 16,4-5 18-16,14-11-19 15,-3-13-8-15,10-4 3 16,8-2 2-16,0-7-7 16,0-1-23-16,0-5-29 15,0-2-66-15,0 0-87 16,0-21-85-16,0-24-344 15</inkml:trace>
  <inkml:trace contextRef="#ctx0" brushRef="#br0" timeOffset="5871.09">12683 8518 109 0,'0'0'614'0,"0"0"-463"0,0 0 64 0,0 0-40 0,0 0-74 0,0 0-24 16,-85-60-17-16,85 60-27 15,0 0-5-15,0 0-10 16,10 13 22-16,37 21-24 0,12 12 5 16,-6 8-9-16,11-5-9 15,-12-1-3-15,7-5-3 16,-11-11-12-16,-4-9-56 15,-3-7-44-15,-8-4-63 16,-12-12-40-16,-3 0-47 16,-6 0-158-16</inkml:trace>
  <inkml:trace contextRef="#ctx0" brushRef="#br0" timeOffset="6371.41">13341 8496 456 0,'0'0'151'15,"0"0"36"-15,0 0-28 0,0 0-107 16,0 0-16-16,0 0 23 16,-33-69-28-16,15 67-24 15,-10 2 22-15,-11 0-14 16,9 0-4-16,-4 0 7 16,9 0 10-16,4 17-5 15,3 2-7-15,6 5 16 16,4 5-7-16,8 11 11 15,0 5-11-15,0 4 0 16,0 11 8-16,0-6-7 16,15 7 1-16,8-5 3 0,3 3-18 15,2 6 14-15,-7-2 20 16,2-4-30-16,-3-1-5 16,1-8-4-16,-9 1 4 15,6-9 20-15,-5 0-27 16,-8-4 1-16,-5-7 1 15,3-5 10-15,-3-1-12 16,0-8-1-16,0-2-1 16,5-3 1-16,-5-6-2 15,5-1-1-15,-5 1 0 16,0 0 0-16,0-3 2 16,0 1-2-16,0-2 0 0,0-2 2 15,0 0-2-15,0 0-2 16,0 0 2-16,0 0-54 15,0 0-29-15,0-6-17 16,0-35-159-16,-13-13-55 16,-12-6-346-16</inkml:trace>
  <inkml:trace contextRef="#ctx0" brushRef="#br0" timeOffset="7700.18">14535 9054 389 0,'0'0'533'0,"0"0"-413"0,0 0 54 0,-284 6-26 0,271-6-78 0,13 0-20 0,0 0 17 16,0 0-42-16,31 0-11 16,36 0 20-16,30 0-14 0,0 0-3 15,-2 0 2 1,-10 0-19-16,-19 0-7 0,-12 0-8 16,-13 0-18-16,-10 0-84 15,-16 0-47-15,-7 0-51 16,-8 6-55-16,0 6-147 15</inkml:trace>
  <inkml:trace contextRef="#ctx0" brushRef="#br0" timeOffset="7890.87">14307 9352 552 0,'0'0'181'0,"0"0"-30"15,0 0-2-15,0 0-48 0,0 0-65 16,0 0 28-16,54 37-30 15,56-37-9-15,19 0-1 16,-12 0 0-16,-1-21-16 16,-14 2-8-16,-20-2-67 15,-20-4-59-15,-19-13-168 16,-4-9-436-16</inkml:trace>
  <inkml:trace contextRef="#ctx0" brushRef="#br0" timeOffset="8425.79">15712 8607 328 0,'0'0'465'0,"0"0"-348"0,0 0 86 0,0 0-26 0,0 0-100 0,0 0 4 16,-39-96-20-16,37 96-16 16,2 0-16-16,0 3 17 15,0 48-20-15,0 23 38 16,7 20 6-16,27-4-41 15,2-11-10-15,-8-1 1 16,5-7-18-16,0-8-2 16,-2-9 0-16,-5-10-13 15,-1-7-14-15,-4-11-57 16,-3-5-107-16,-8-12-46 0,-10-9-77 16,0-15-133-16</inkml:trace>
  <inkml:trace contextRef="#ctx0" brushRef="#br0" timeOffset="8694.82">15750 8573 119 0,'0'0'619'0,"0"0"-565"0,0 0 47 16,0 0 53 0,0 0-79-16,0 0-57 0,5-74-8 15,100 74 14-15,23 0-17 16,-10 0 4-16,-2 9 25 31,-9 22-17-31,-14 10-8 0,-11 7 25 0,-34 12-24 16,-20 5 11-16,-28 10-3 31,0 3-3-31,-38-1-16 16,-39-3-1-16,-25-8-15 15,-1-6-19-15,-7-10-74 0,5-8-57 16,5-18-198-1</inkml:trace>
  <inkml:trace contextRef="#ctx0" brushRef="#br0" timeOffset="12321.33">19553 5412 222 0,'0'0'285'0,"0"0"-174"0,-405 30 31 0,308-23 31 0,30-3-82 0,36-4-24 15,29 0-13-15,2 0-11 16,0 0 9-16,0 0 14 0,56 0-36 16,44 0 7-16,51-4-10 15,49-18-13-15,51-1 28 32,34-8-6-32,38 2-10 15,5-2-2-15,5 5-7 16,-21 3 4-16,-14 2 7 15,-40 4-5-15,-50 4 2 0,-47 4 4 16,-53 3 11-16,-41 2-38 16,-31 4-2-16,-19-2-9 15,-17 2-33-15,0 0 28 16,0 0-34-16,0 0-70 16,-66 6-27-16,-44 17 34 15,-52 8-40-15,-50 1-40 16,-29-3-77-16,-49-1-81 15</inkml:trace>
  <inkml:trace contextRef="#ctx0" brushRef="#br0" timeOffset="12714.77">19335 5570 274 0,'0'0'65'0,"0"0"38"0,0 0-14 16,0 0-40-16,0 0-14 15,0 0 10-15,-225 34 14 16,248-32 0-16,25 2 71 15,22 2-60-15,14-6-20 16,29 0-4-16,36 0-11 16,40-12 3-16,37-19-8 15,40-4 7-15,13-2 1 0,11-1 3 16,-16 2 2 0,-28 2-7-16,-25 11 0 0,-45 3-8 15,-47 2-6 1,-27 9-5-16,-43-1-1 0,-21 7-5 15,-12 0 1-15,-18 0 2 16,-8 3 5-16,0 0 1 16,0 0-1-16,0 0-2 15,0 0-6-15,0 0-4 16,0 0-2-16,5 0-3 16,-5 0-2-16,0 0 0 15,0 0-4-15,0 0-3 16,0 0-34-16,0 0-73 15,-39 0-135-15,-58 0-84 16,-52 3-190-16</inkml:trace>
  <inkml:trace contextRef="#ctx0" brushRef="#br0" timeOffset="14180.01">4621 6442 649 0,'0'0'59'0,"0"0"37"0,0 0 62 0,0 0-48 0,0 0-81 16,0 0 27-16,208-79 8 0,43 49-8 15,33-8-17 1,1 8 4-16,-37 7-28 0,-56 4-15 16,-64 10-3-1,-43 3-7-15,-41 3-12 0,-37 0-29 16,-7 3-18-16,-7 0-16 16,-83 3 23-16,-46 25 55 15,-43 4-48-15,-29 7 29 31,-15-6 25-31,-2 0 1 16,15-4 3-16,33-5 8 16,51-5 11-16,54-11 19 15,47-4-11-15,25-2-9 0,87-2 3 16,110 0 8-16,85-2-28 16,67-29-4-16,25-4-73 15,13-5-76-15,-23 2-365 16</inkml:trace>
  <inkml:trace contextRef="#ctx0" brushRef="#br0" timeOffset="15458.98">17067 8541 635 0,'0'0'215'0,"0"0"-134"0,0 0 71 0,0 0 4 0,0 0-88 0,0 0-21 0,-136-33-17 16,136 33-8-16,0 0-4 15,0 0 6 1,0 0-14-16,26 0-6 16,23 19 1-16,12 14 3 0,24 6 5 15,5-1-10-15,2-5 0 16,-5-1-3-16,-10-8 0 0,-16-5 0 16,-12-7 0-1,-16-4 0-15,-12-5 0 0,4 0 0 16,-17-3 0-1,2 0 0-15,-10 0 0 0,0 0 3 16,0 0-2-16,0 0 0 16,0 0 2-16,0 0-1 15,0 0 0-15,0 0 1 16,0 0-1-16,0 0-1 16,0 0 3-16,0 0-2 0,0 3 0 15,0-3 1 1,0 3-3-16,0-3 3 0,0 0 1 15,0 0 5-15,0 13 9 16,-12 10-9-16,-32 18-8 16,-20 16 7-16,0 3-3 15,-3 0-2-15,11-9-3 16,7-4 0 0,6-5 0-16,-1-4-35 0,-2-2-5 15,7-4-55-15,1-4-75 31,0-13-122-31,9-15-348 0</inkml:trace>
  <inkml:trace contextRef="#ctx0" brushRef="#br0" timeOffset="16231.53">18392 8545 187 0,'0'0'558'0,"0"0"-477"0,0 0 41 0,0 0 32 0,0 0-84 0,0 0-38 16,-79-63 20-16,79 60 12 16,0 3-32-16,0-3-8 15,0 3 3-15,0 0-7 0,0 0-5 16,0 0-4-16,0 0-3 15,0 0-5-15,0 0-1 16,0 0-1-16,0 0 1 16,0 0 3-16,0 0 0 15,0 0 0-15,0 0 0 16,0 0-2-16,0 0 2 16,0 0-3-16,0 0 0 15,0 0 0-15,0 0-1 16,0 9 1-16,0 26 3 15,0 12 12-15,0 5 2 0,0-4-7 16,15-4-3 0,-5-4-6-16,-2-1 0 0,7-1-1 15,-10 7 2-15,6-1-1 16,-6-4 5-16,5-2-2 16,3-8-6-16,-8-9 2 15,3-4-4-15,-8-4 2 16,5-4-3-16,-5-7-11 15,0 2-44-15,0-2-52 16,8-2-54-16,9 0-46 16,-1-36-51-16,7-18-203 15</inkml:trace>
  <inkml:trace contextRef="#ctx0" brushRef="#br0" timeOffset="16640.75">18295 8381 562 0,'0'0'111'0,"0"0"17"0,0 0 16 15,0 0-94-15,0 0 11 0,0 0-12 0,-5-10-20 16,5 13-5-16,23 22 16 0,15 7 2 16,21 13 12-1,8 3-17-15,10 1-14 0,-1 3-2 16,1-13-3-16,-18-3-9 15,-5-12-9-15,-26-7 0 16,0-5 0 0,3-3-17-16,-10-3-41 0,4-3-45 15,1-3-92-15,7 0-117 16,1-30-199-16</inkml:trace>
  <inkml:trace contextRef="#ctx0" brushRef="#br0" timeOffset="16925.21">19412 8353 589 0,'0'0'128'15,"0"0"16"1,0 0-11-16,0 0-29 0,0 0-51 16,0 0-6-16,0-38-1 15,-33 38-38 1,-19 0 1-16,-19 27 14 0,-6 13 2 15,-3 15-7-15,14 1-2 16,17 5 1-16,16-4-17 0,2-8 0 16,26-9-9-16,5-1-12 15,0-10-55-15,0-6-18 16,0-4-73 0,0-16-133-16,20-3-236 0</inkml:trace>
  <inkml:trace contextRef="#ctx0" brushRef="#br0" timeOffset="17256.24">19297 8416 351 0,'0'0'249'16,"0"0"-117"-16,0 0 81 0,0 0-63 0,0 0-89 16,0 0-1-16,0-57 4 15,0 54-18-15,0 3-9 16,0 0-1-16,0 0-8 15,0 0-5-15,5 0-10 16,20 26 3 0,4 19 28-1,4 13 25-15,-2 13-48 0,-1 16 17 0,6 11-13 16,-7 6 14-16,4-2-25 0,-13-9 2 16,3-10-5-16,-7-9-4 15,-3 0-4-15,-8-8-3 16,0-9-2-1,-5-12 0-15,0-12-21 0,0-7-73 16,0-4-107-16,-33-16-105 16,-34-6-280-16</inkml:trace>
  <inkml:trace contextRef="#ctx0" brushRef="#br0" timeOffset="18751.79">15973 8175 16 0,'0'0'725'0,"0"0"-648"0,0 0 55 0,0 0 34 0,0 0-102 0,0 0-6 0,0 0 21 16,-5 6-13-16,5-6-10 15,0 0 5-15,0 0 18 16,0 0-39-16,0-30-6 16,0-12-18-16,0-18-9 15,-5-5-5-15,0-6 30 16,-8-11-25-16,-2 1-3 15,4 1 5-15,-4 3-2 0,7 11-2 16,-2 11 0 0,5 18 5-16,-3 10 2 0,0 11 5 15,8 7-4-15,0 7 7 16,0 2-8-16,-5 0-4 16,5 0 12-16,0 0-13 15,0 0-3 1,0 0 8-16,0 0-7 0,-2 0-1 15,2 0-2-15,0 0-1 16,0 0-1-16,0 0-3 0,0 0 2 16,0 0-2-16,0 0-19 15,0 0 12-15,0 0-9 16,0 0-6-16,0 0 5 16,0 0 3-16,0 0 7 15,0 0 8-15,0 0 2 16,0 0 0-16,0 0 1 15,0 0 1-15,0 0 1 16,0 0-1-16,0 0 2 16,0 0 4-16,0 0-4 15,-5 0-1 1,-16 2-3-16,-28 47 0 0,-10 17 6 16,-12 11 4-16,4-2-3 15,18-18-3-15,16-16-2 16,7-14 1-16,19-12-2 15,7-10 0-15,0-5-1 0,0 0 0 16,0 0 0 0,0 0 1-16,0 0 5 0,0 0-4 15,0-5 4-15,0-41-1 16,28-20-2-16,10-14-3 16,11 0 0-16,-8 9 0 15,-15 16 1-15,7 18 1 16,-15 12-2-16,-5 13 0 15,12 6 8-15,37 6-5 16,46 0-3-16,58 0-14 16,47 26-8-16,10 8-120 0,-18-20-238 15</inkml:trace>
  <inkml:trace contextRef="#ctx0" brushRef="#br0" timeOffset="19522.78">18612 9680 906 0,'0'0'133'0,"0"0"-40"0,0 0 87 0,0 0-85 15,0 0-67-15,0 0 8 0,11 31-6 0,94-31-3 16,2 0-18-16,-2-7-5 16,1-17-4-16,-4-5-17 15,-5 5-81 1,-20 3-106-16,-25 6-90 0,-27 13-301 16</inkml:trace>
  <inkml:trace contextRef="#ctx0" brushRef="#br0" timeOffset="19664.82">18787 9914 734 0,'0'0'150'0,"0"0"-31"0,0 0 22 16,0 0-77-16,0 0-64 16,433-99-46-16,-182 7-211 15,5-16-481-15</inkml:trace>
  <inkml:trace contextRef="#ctx0" brushRef="#br0" timeOffset="25610.66">19863 8437 207 0,'0'0'588'15,"0"0"-499"-15,0 0 74 0,0 0 3 0,0 0-110 0,0 0 1 0,0 0-16 0,0 0-37 16,-5-36 2-16,72 66 1 16,9 3-6-16,-6-1 0 15,1 1-1-15,-7-6 0 16,-20-3 0-16,-6-10-1 16,-9-3-3-16,-17-3-3 15,4-8-9-15,-16 0 10 0,5 0 4 16,-5 0 2-16,0 0 3 15,0 0-1-15,0 0 1 16,0 0-1-16,0 0 2 16,0 0-3-16,0 0 1 15,0 0-2-15,0 0-1 16,0 0-7 0,0 24 6-16,-49 18 4 0,-2 5 3 15,-18 10 4-15,10-6-8 16,8-12 0-16,2 2-2 15,10-2 0-15,4 3-50 16,17 0-119-16,18-3-72 0,0-10-238 16</inkml:trace>
  <inkml:trace contextRef="#ctx0" brushRef="#br0" timeOffset="26130.72">20891 8350 73 0,'0'0'645'0,"0"0"-583"0,0 0 97 0,0 0-11 0,-29-151-63 0,29 141 12 0,0 4-37 16,0 6 1-1,0 0-26-15,0 0-13 0,0 0-8 16,0 21-12-16,0 40-1 16,0 13 13-16,0 20-4 0,0 6-1 15,-10-5-5 1,0-3-1-16,-5-14-1 0,12-16-1 16,-2-14 0-1,5-12-1-15,0-6 0 0,0-9-2 16,8-3 1-16,45 0-2 15,24-7-3-15,15-5-12 16,21-3-10-16,-3-3-6 16,1 0 4-16,-14 0 15 15,-2-14 15-15,-6-4 0 16,-17-4 2 0,-21 8 2-16,-12-1 5 0,-11 6 0 0,-18 7 0 15,-10-2 0-15,0 4 0 16,0 0-4-16,0 0-1 15,0 0-4-15,0 0-2 16,0 0-8-16,0 0-63 16,0 0-133-1,-48 18-188-15,-24 0-351 0</inkml:trace>
  <inkml:trace contextRef="#ctx0" brushRef="#br0" timeOffset="26793.3">18261 10007 756 0,'0'0'87'0,"0"0"-8"0,0 0 80 16,0 0-88-16,0 0-20 0,0 0-33 0,331-21 5 16,-126-24-5-16,5-10 3 15,-18 2 12-15,-30 3-1 16,-47 13-10-16,-48 14-9 16,-42 14-10-16,-25 6 1 0,0 3-4 15,-53 0 9 1,-68 0-6-16,-48 9-3 0,-18 26 0 15,-16 7 0-15,11-4 5 16,36-1 4-16,46-14 9 16,56-11 0-16,44-3-18 15,10-9 7-15,105 0-4 16,61 0 2-16,55-18-5 16,35-26-65-16,5-9-63 15,-10-13-160-15,-30-6-476 0</inkml:trace>
  <inkml:trace contextRef="#ctx0" brushRef="#br0" timeOffset="33690.53">21103 7506 465 0,'0'0'251'0,"0"0"-203"0,0 0 104 0,0 0-42 0,0 0-45 0,0 0-30 15,0 0 4-15,-328 126 4 16,257-4 4-16,-9 27 1 16,3 21-9-16,5 22 19 15,1 14 9-15,22 8-25 0,21-6 12 16,28-4-19 0,0-19-6-16,56-12 28 0,60-16-49 15,30-14 8-15,51-23 1 16,26-26-16-16,36-24-1 15,25-37 0-15,26-33 2 16,8-6 1-16,15-63-2 16,-10-23 3-16,-39-24-4 15,-61-12 0-15,-59-13 0 16,-59-14 10-16,-48-30-1 16,-44-30 4-16,-13-16-4 15,-52-7 1-15,-71 18 24 16,-36 23-27-16,-30 25 1 15,-26 19 11 1,-21 25-13-16,-15 23-3 0,0 24-3 0,-16 27-1 16,8 25 1-1,8 21-1-15,18 8 0 0,25 21-12 16,26 35-1-16,24 13-24 16,29 5-65-16,24 7-59 15,34 4-87-15,17-4-94 0,20-7-245 16</inkml:trace>
  <inkml:trace contextRef="#ctx0" brushRef="#br0" timeOffset="34403.26">21693 8279 869 0,'0'0'73'0,"0"0"-36"0,0 0 119 0,0 0 30 0,0 0-122 0,-75-186-16 16,75 91-24-16,0-15 11 15,0-9-4-15,-28-15-1 16,-15-16 4-16,-19-9-13 15,-2-4-8-15,-13 8 2 16,5 18 26-16,6 26-15 0,9 23 3 16,6 25 18-1,13 23-27-15,22 19-10 0,11 16 0 32,5 5-9-32,0-4-1 15,0 4-4-15,0 0-10 16,0 0-44-16,0 0 20 15,0 0 9-15,0 0 4 16,0 0-10-16,0 0 34 16,0 0 1-16,0 0 2 15,0 0 26-15,0 0-23 16,0 0 1-16,0 0 0 16,0 0 1-16,0 0-5 15,0 24 1-15,-18 35-2 0,-15 17 3 16,2 7 17-16,3-7-13 15,2-14-4-15,14-9-1 16,1-5-2-16,-4-18 0 16,15-15-1-16,0-12-1 15,0-3 0-15,0 0 1 16,0-28 16-16,15-38 7 16,16-28-19-16,0-18 0 15,-6 6 2-15,-9 10 2 16,-11 22-2-16,8 27 25 0,-8 16-19 15,-5 25 6-15,20 6-10 16,37 0-8-16,68 0-1 16,88 25 1-16,46 4 2 15,18 3-2-15,2-4-2 16,-13-13-16-16,1-9-146 16,-26-6-125-16,-49-30-310 15</inkml:trace>
  <inkml:trace contextRef="#ctx0" brushRef="#br0" timeOffset="35895.61">849 7790 277 0,'0'0'237'0,"0"0"-159"0,0 0 9 0,0 0 46 0,0 0-32 0,0 0-57 16,0 0 20 0,-59 11-21-16,195-85 4 15,51-36 16-15,54-30-5 0,43-16-24 16,26 1 4-16,11 3 0 0,-16 12-1 16,-47 15 16-16,-60 17-25 15,-47 18-22-15,-54 25-5 16,-40 27-1-1,-34 13 0-15,-23 25-2 16,0 0-2-16,-8 0-85 0,-79 42-63 16,-41 27 3-16,-44 29-43 15,-25 16-53-15,-26 8-82 16</inkml:trace>
  <inkml:trace contextRef="#ctx0" brushRef="#br0" timeOffset="36101.47">903 7913 208 0,'0'0'107'0,"0"0"19"0,-298 168-7 16,283-159-8-16,15-9-34 16,33 0 6-16,96-47 37 15,68-30-21-15,51-33-17 32,45-34-21-32,29-24 16 15,32-16-3-15,7-1-23 16,-22 9-16-16,-55 17-19 15,-46 19-16-15,-56 13-7 16,-36 14-60-16,-56-10-168 0,-49-12-406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14:11.696"/>
    </inkml:context>
    <inkml:brush xml:id="br0">
      <inkml:brushProperty name="width" value="0.05292" units="cm"/>
      <inkml:brushProperty name="height" value="0.05292" units="cm"/>
      <inkml:brushProperty name="color" value="#002060"/>
    </inkml:brush>
  </inkml:definitions>
  <inkml:trace contextRef="#ctx0" brushRef="#br0">8083 3013 539 0,'0'0'135'0,"0"0"-122"0,0 0 14 0,0 0 54 0,0 0-32 0,382-23-32 0,-136-4-12 16,13-3 3-16,-3 0 12 0,0 3 4 15,-46 6-24 1,-48 7 0-16,-80 8-55 0,-82 0-188 16,-49 6-116-16</inkml:trace>
  <inkml:trace contextRef="#ctx0" brushRef="#br0" timeOffset="158.1">8096 3058 508 0,'0'0'24'0,"0"0"11"15,0 0 93-15,0 0 3 16,364 6-75-16,-90-17-19 0,49-16-29 16,15-9 2-1,-15 0 0-15,-39 9-10 0,-66 7 0 16,-77 2-123-16,-74-1-431 16</inkml:trace>
  <inkml:trace contextRef="#ctx0" brushRef="#br0" timeOffset="1423.85">9664 6766 343 0,'0'0'575'0,"0"0"-552"0,0 0 118 16,0 0 1-16,0 0-46 0,0 0-67 0,-64-125-19 15,64 178-6-15,-8 32 9 16,-2 22 12-16,-3 6-18 0,-2-6-7 16,-8-4-1-1,7-20 1-15,-12-20-4 0,13-26 3 16,2-14-2-16,0-18 2 15,13-5 1-15,0 0 4 16,-2-18 6-16,-3-39-10 16,5-26-4-16,0-16 3 15,0 1 1-15,7 7 0 16,34 17 1-16,-13 19 1 16,1 16 0-16,-11 21 0 15,-16 9 18-15,-2 9 5 0,0 0-14 16,23 2-10-16,23 49 3 15,18 20-2-15,21 19 20 16,-13 0-21-16,-1-1-1 16,-12-12 0-16,3-5-2 15,-19-12-4-15,-9-6-27 16,-14-12-57-16,-20-9-72 16,0-7-37-16,-20-18-170 15,-62-8-163-15</inkml:trace>
  <inkml:trace contextRef="#ctx0" brushRef="#br0" timeOffset="1564.5">9187 7338 12 0,'0'0'617'15,"0"0"-490"-15,0 0-21 16,0 0 15-16,0 0-51 16,0 0-49-16,290-49-7 15,-88 33-14-15,11-2-14 16,-8-2-135-16,-28-1-407 15</inkml:trace>
  <inkml:trace contextRef="#ctx0" brushRef="#br0" timeOffset="2797.07">9692 8505 48 0,'0'0'386'0,"0"0"-278"0,0 0 8 0,0-161 95 0,0 132-108 0,0 5-37 0,0 6 24 31,0 10-8-31,0 2-14 16,0 2-5-16,0 4-21 0,0 0-23 15,0 4-9 1,0 36-6-16,0 23 3 16,-13 14 18-16,13 4-11 15,0 4-10-15,0-2-3 16,0-3-1-16,0-8 0 15,0-12-1-15,13-16-1 16,5-12-1-16,-13-11-5 16,-2-12-25-16,-3-2 2 0,0-7-11 15,0 0 16-15,0 0 9 16,-26-30 3-16,-20-30-30 16,8-12 17-16,12-11 6 15,13-3-5-15,8 3 20 16,5 8 1-16,0 12 1 15,23 13 0-15,31 10 0 16,10 11-2-16,8 5 1 16,0 8 5-16,-8 7 0 0,-3 9-3 15,-7 0 2-15,-16 6 0 16,-4 31 0-16,-16 9 0 16,-13 9-1-16,-5 7 1 15,0 1 1-15,-23 0 2 16,-26-6 1-16,-12-5 2 15,7-9-5-15,10-13 0 16,11-12 2-16,7-12-9 16,19-3 1-16,7-3 4 0,0 0 2 15,0 0-4-15,0 0-5 16,0 0-3-16,28-11-2 16,23-14 12-16,28-2 1 15,3 7 1-15,3 16 1 16,0 4 20-16,-14 0 2 15,-17 27 1-15,-15 9-10 16,-16 2-3-16,-23 5-1 16,0-2-3-16,-29-2 4 15,-40-4-11-15,-15-7-10 16,-19-11-14-16,6-14-77 16,-8-3-117-16,-3-12-99 15</inkml:trace>
  <inkml:trace contextRef="#ctx0" brushRef="#br0" timeOffset="7559.27">10274 9901 164 0,'0'0'314'0,"0"0"-141"0,0 0-24 0,82-152 89 0,-77 117-119 0,-2 4-31 15,-3 5 4-15,0 5-17 16,0 6-8-16,-34 3-37 16,-17 12 35-16,-21 0-52 15,-30 31-2-15,-6 40 27 16,-2 21-16-16,18 15-1 15,41 9-6-15,38-10-5 16,13-8-9-16,30-15 2 16,47-18-3-16,26-13 0 15,2-17-3-15,5-16 3 0,13-16-7 16,-8-3-2 0,6-15-59-16,-16-30-46 0,-18-10-92 15,-18-19-68-15,-30-9-377 16</inkml:trace>
  <inkml:trace contextRef="#ctx0" brushRef="#br0" timeOffset="8427.14">11929 5896 331 0,'0'0'61'0,"0"0"34"0,0-158 1 0,0 119 66 0,0 3-61 0,0 12 3 16,-10 7-48 0,5 1 11-16,5 9-33 0,-5 3-1 15,-3 4-9-15,0 0-24 16,-4 27 3-16,1 47-3 15,-7 42 21-15,8 36-1 16,10 41 3-16,0 35 14 16,0 43-3-16,0 42 6 15,0 30-1-15,0 29-6 16,0 25-1-16,-20 12-15 16,7 15 3-1,-8 10-13-15,9-15 3 0,-14-7-6 16,13-24 7-1,-5-30 4-15,5-35-3 0,8-31 6 0,3-43 21 16,2-27-35-16,0-32-4 16,0-28 1-16,0-32-2 15,20-24-37-15,-2-32-13 16,-10-20-63-16,-3-25-81 16,-5-26-37-16,0-3-326 15</inkml:trace>
  <inkml:trace contextRef="#ctx0" brushRef="#br0" timeOffset="11758.65">12990 8923 632 0,'0'0'52'0,"0"0"145"16,0 0-11-16,0 0-113 0,0 0-11 0,0 0 13 0,0 0-19 0,-69-123-13 16,69 123 4-1,0 0-17-15,0 0-11 0,0 0-4 16,0 0 14-16,0 0-25 16,0 4-1-16,0 34 26 15,0 26-24-15,0 21 10 16,13 11-3-16,0 3 6 15,0 3-13-15,-6-7 0 16,-2-9-4-16,-5-17 26 16,0-18-26-16,0-23-1 0,0-9 2 15,0-10-2-15,0-3 0 16,0 0-9-16,0-2-4 16,0-4 6-16,0 2-16 15,0 2-55-15,0-2 58 16,0 1-9-1,0-3 5-15,0 0-3 16,0 0-7-16,0-21-27 16,-15-13-70-16,-13-6-36 0,7-5-116 15,-4-4-178-15</inkml:trace>
  <inkml:trace contextRef="#ctx0" brushRef="#br0" timeOffset="12184.67">12888 8908 447 0,'0'0'192'0,"0"0"-156"0,0 0 111 0,0 0 3 0,0 0-94 0,0 0-22 16,0 0 13-16,-77-60-16 16,77 60-31-16,0-3 2 15,46 0-5-15,26 3 3 16,28 0-2-16,5 0-2 16,13 18 4-16,-8 19 0 15,-18 6 1-15,-10 14 3 16,-26 9 2-16,-30 6-4 0,-26 9 1 15,0 2-1-15,-43 7 9 16,-45-2 7-16,-4-7 5 16,-3-12 6-16,1-16 9 15,9-10-9-15,16-17-7 16,7-5-8-16,19-5-14 16,9-11-2-16,4 1-25 15,4-2-60-15,0-4-33 16,1 0-97-16,4-12-252 15</inkml:trace>
  <inkml:trace contextRef="#ctx0" brushRef="#br0" timeOffset="12876.95">13341 7707 524 0,'0'0'126'0,"0"0"37"0,0 0 31 0,0 0-88 0,0 0-41 0,31-158-10 15,-62 147 10-15,-10 9-26 16,-28 2-11-16,-15 2-12 16,-24 38 12-16,3 17 2 15,15 5 1-15,18 10-12 16,39 0-8-16,33 5-5 15,0-2 0-15,67 0-4 0,40-10 0 16,14-15-2-16,-6-17 1 16,0-13-1-1,-12-16 0-15,-13-4 0 0,-11 0 4 16,-7-19-2-16,-16-3 1 16,-17-1-2-16,-19 6 0 15,-10 9 2-15,-2-1-2 16,-8 5 3-16,0 4-4 0,0 0-6 15,0 0-7 1,0 0-29-16,0 0-24 0,0 0-15 16,-46 15-109-1,-31 13-83-15,-25-1-342 0</inkml:trace>
  <inkml:trace contextRef="#ctx0" brushRef="#br0" timeOffset="18580.16">12960 6199 372 0,'0'0'408'16,"0"0"-310"-16,0 0 49 0,0 0 17 0,0 0-75 0,0 0-41 0,0 0-7 16,-39-57-10-16,39 57-16 15,0 49-12-15,0 17 13 16,0 14 14-16,0 0-18 16,0-9-7-16,0-11 2 15,0-6-2-15,0-17-3 16,0-16-1-16,0-7 1 15,0-11-2-15,0-3-2 16,0 0 2-16,0 0 2 0,0 0 2 16,0-3 5-16,0-39-9 15,-2-21-9-15,2-12 2 16,0-2 2-16,0 8 1 16,0 10-1-16,0 12 5 15,0 10 0-15,10 14 0 16,3 11 0-16,-8 3-2 15,-5 9 3-15,0 0-1 16,0 0 1-16,0 0 0 16,0 0-2-16,0 0-6 0,5 0 2 15,3 0 4-15,12 0 1 16,6 12-2-16,12 14 4 16,8 14-1-16,-2 8 16 15,7 5-17-15,-10 6 8 16,-3 2-3-16,-2-2-4 15,-7-2 3-15,-4-7 0 16,-2-10-4-16,-5-12 7 0,-8-9-7 16,-4-7 0-16,-1-6-1 15,-5-3-2 1,0-3 2-16,0 0-5 0,0 0-33 16,0 0-37-16,0 0-34 15,0 0-25-15,0 0-48 16,-16 0-238-16</inkml:trace>
  <inkml:trace contextRef="#ctx0" brushRef="#br0" timeOffset="18863.64">12493 6622 30 0,'0'0'380'0,"0"0"-285"0,0 0-14 16,0 0 36-16,0 0-19 0,0 0-78 0,39 10-12 0,53-10 40 16,31-15-12-16,5-6-4 15,-2 1 4-15,-6 4 25 16,-15-1-8-16,-23 6 14 0,-28 4-30 16,-31 1-27-16,-3 3-8 15,-20 3-2 1,0 0-3-16,0 0-11 0,0 0-34 15,0 0-23-15,0 0-17 16,0 0-70-16,-20 6-139 16</inkml:trace>
  <inkml:trace contextRef="#ctx0" brushRef="#br0" timeOffset="21471.08">14612 5209 447 0,'0'0'38'0,"0"0"72"0,0 0 47 0,-82-151-52 0,72 134-38 0,5 9 34 0,0 8-33 16,5-2-22-16,0 2-22 15,0 0-16 1,0 0-5-16,0 9-1 0,0 41-2 16,5 30 16-16,28 40 13 15,1 28-5-15,-9 44 26 16,9 59 5-16,1 53-5 16,4 65 24-16,-11 63 0 15,-18 46 29-15,-10 29-57 16,0 12-3-16,0-6-24 15,-5-11 22-15,-33-27-22 16,-8-40-4-16,-6-48 4 16,9-47-6-16,9-50-5 0,14-36 1 15,10-39-4-15,-3-36-5 16,3-31 1-16,-6-25 1 16,-2-30-4-16,8-34-1 15,5-24-24-15,5-29-58 16,-13-9-63-16,3-71-114 15,5-55-83-15,5-52-198 16</inkml:trace>
  <inkml:trace contextRef="#ctx0" brushRef="#br0" timeOffset="21990.99">16029 8741 324 0,'0'0'372'0,"0"0"-264"0,0 0 21 0,-17-164 84 0,17 149-72 0,0 9-37 15,0 4-16-15,0 2 11 16,0 0-35-16,0 0-36 16,0 38 8-16,0 43-8 15,0 23 28-15,0 10-13 16,0-8-25-16,0-10-9 16,0-12-3-16,0-9-4 15,0-10-2-15,0-17 0 0,0-10-2 31,0-13-21-31,5-10-59 0,-5-9-81 0,0-6-59 16,0-21-23-16,0-49-130 16</inkml:trace>
  <inkml:trace contextRef="#ctx0" brushRef="#br0" timeOffset="22178.62">15842 8637 611 0,'0'0'75'0,"0"0"49"0,0 0 49 16,0 0-89-16,0 0-50 31,0 0 0-31,170-70-2 0,-104 63-13 0,1 3-12 16,-11 4-7-16,11 0-6 16,-19 0-58-16,-14 0-89 15,-29 9-167-15,-5 20-211 16</inkml:trace>
  <inkml:trace contextRef="#ctx0" brushRef="#br0" timeOffset="22384.46">15919 9010 621 0,'0'0'87'0,"0"0"35"16,0 0 23-16,0 0-82 15,0 0-10-15,0 0-5 16,205 27-9-16,-128-27-10 15,-10 0-15-15,-11 0-11 32,-7-3-3-32,-26 0-39 15,-3 3-79-15,-20 0-38 0,0 0-149 16,-15 9-157-16</inkml:trace>
  <inkml:trace contextRef="#ctx0" brushRef="#br0" timeOffset="22605.61">15930 9348 6 0,'0'0'414'0,"0"0"-237"0,0 0-43 16,0 0 14-16,0 0-57 15,0 0-2-15,58 140-9 16,45-130-4-16,-6-3-17 16,6-4 1-16,2-3-12 15,-13 0 23-15,-15 0-42 16,-28 0-20-16,-21-3-9 0,-18-4 0 15,-10 7-17-15,0-15-106 16,0-5-109-16,-43-12-293 16</inkml:trace>
  <inkml:trace contextRef="#ctx0" brushRef="#br0" timeOffset="23316.56">16732 7283 512 0,'0'0'130'0,"0"0"-1"0,0 0 43 0,0 0-47 0,0 0-61 0,0 0-12 0,-167-111-8 16,82 111 7-16,-12 0-20 15,-18 26 13-15,10 22 6 16,2 18-6-16,19 11-11 16,38 13-8-16,28 0 29 0,18-4-37 15,23-8-9-15,59-12 0 16,38-12 0-16,21-17-3 15,8-14 45-15,4-18-40 16,-7-5-5-16,-20-5 3 16,-11-29 0-16,-20-4 9 15,-31 4-4-15,-25 8-9 16,-27 8 0-16,-12 9-4 16,0-1-9-16,-7 7-82 15,-70 3-153-15,-20 0-124 0,-29 0-292 31</inkml:trace>
  <inkml:trace contextRef="#ctx0" brushRef="#br0" timeOffset="27473.65">16188 10459 616 0,'0'0'110'0,"0"0"-9"0,0 0 87 0,0 0-72 0,0 0-23 15,0 0-6-15,0 0-9 16,-18-41 2-16,18 41 1 0,0 0-12 16,0 0-34-16,0 0-11 15,0 0-7-15,0 0-5 16,-5 0-2-16,5 0-4 16,0 0-2-16,0 18 0 15,0 26-1-15,0 9 17 16,5 7 7-16,13-3-19 15,-2-6 4-15,-6 0-3 16,3-4-2-16,0 1-1 16,-11 3-2-16,-2-1 1 15,0-2-1-15,0 0-3 16,0-4 1-16,0-7-1 0,0-8-1 16,0-12 0-16,0-4-1 15,0-6 1-15,0-4-6 16,0 0-26-16,0-1-47 15,0-2-79-15,0 0-139 16,0-15 12-16,-33-32-276 16</inkml:trace>
  <inkml:trace contextRef="#ctx0" brushRef="#br0" timeOffset="27735.4">16040 10490 452 0,'0'0'289'0,"0"0"-195"0,0 0 44 0,0 0-33 0,0 0-69 15,0 0-21-15,59-86 27 16,-3 73-6-16,3 3 2 16,-5 7 7-16,-11 1-19 15,-4 2-11-15,-11 0-10 16,-5 0-5-16,8 0-10 0,-8 0-9 15,-3 11-47-15,-2 8-61 16,-18 5-75 0,0 2-81-16,-5 5-102 15</inkml:trace>
  <inkml:trace contextRef="#ctx0" brushRef="#br0" timeOffset="27986.63">16073 10864 424 0,'0'0'162'15,"0"0"-73"-15,0 0 67 0,0 0-17 16,0 0-48-16,0 0-32 16,349 34-1-16,-252-34 4 15,-2-8-8-15,-3-8-15 16,-15 4 39-16,-8-3-34 16,-31 10 7-16,-14 2-38 15,-14 3-3 1,-10 0-8-16,0 0-2 0,0 0-1 15,0 0-8-15,0 0-71 16,0 0-93-16,0 0-8 16,0-3-82-16,-31-13-305 15</inkml:trace>
  <inkml:trace contextRef="#ctx0" brushRef="#br0" timeOffset="29858.83">18848 4818 505 0,'0'0'23'0,"0"0"17"0,0 0 67 0,0 0 16 0,-192-172-51 0,166 151-22 16,6 8 4-16,2 4-21 15,5 4 21-15,13 5-15 16,0 0-25-16,0 0-6 0,0 0-2 16,0 0 1-16,0 0 2 15,0 0 1-15,0 0 1 16,0 0 5-16,0 0-2 15,0 0 0-15,0 0-6 16,0 0 1-16,0 0-5 16,0 0-1-16,0 0 0 15,0 0 2-15,0 0-3 16,0 0 1-16,0 0-1 16,0 0 3-16,0 0-1 15,0 0 5-15,0 0 2 0,0 0 3 16,0 0-4-16,0 0 3 15,0 0 0-15,0 11 1 16,0 14 2-16,0 13 24 16,5 4-8-16,3-7-9 15,-8-7-11-15,5-8-3 16,8-2-2-16,-11-6-3 16,4-5 2-16,-6-1-3 15,5-6-2-15,2 0 4 16,-1 2-3-16,14 11-1 15,18 1 1-15,21 4 5 16,8 7-3-16,2-2-1 0,3 9-2 16,0 4 1-1,-11 7-2-15,-2 7 0 0,-13 6 0 16,-15 7 0 0,-16 6 0-16,-15 5 3 0,0 6-1 15,-7 7 1-15,-50 10-3 16,-17 0 1-16,-11 12 1 15,3 0 0-15,6 13-2 16,17 7 0-16,18-3 0 16,10 2 0-16,23-7-3 15,8 4 1-15,0 4-1 16,39-3 0-16,17-1 1 16,0-7-8-16,8 0 5 15,-15-7 1-15,-10-5 3 16,-16 2-4-16,-23-4 4 0,0 4 0 15,-34-2 1-15,-37 0 0 16,-6-3 0-16,0-10 0 16,10-3 0-16,24-4 0 15,17 3-1-15,26 10-5 16,0-1 5-16,13 1-8 16,33-1-3-16,-8-3 4 15,1 5 7-15,-6 0 1 16,-23 6 0-16,-10 7 2 15,0 5-1-15,0 3 2 0,-38-6-2 16,5 1 1-16,10-5-1 16,23-1 2-16,0 4-1 15,12 5 1-15,45 3-1 16,9 6 9-16,4 9-7 16,-9 7 8-16,-22 15 0 15,-16 4 19-15,-23 7-10 16,0 4 17-16,-47-2-27 15,-24 1-7-15,-6 6 4 16,0-2 27-16,21-4-20 16,17 0 0-16,19-11-1 15,20 7 2-15,0 3 1 16,43 17-7-16,3 25 2 0,-12 7 0 16,-29 24-5-16,-5 24-5 15,-69 11 13-15,-29 15 48 16,-9-8-52-16,25-22 0 15,0-16 4-15,10 0 0 16,3-8 3-16,15 1-10 16,-3-1-3-16,14 5 1 15,4-3-5-15,11 3 1 0,13-14 0 16,15-9-1 0,0-14 2-16,0-6-3 0,0-3 1 15,0-14-2 1,-5-12 0-16,-29-21-3 0,-4-28-8 15,-6-31-14-15,6-36-38 16,10-24-48-16,-3-25-131 16,13-9-142-16</inkml:trace>
  <inkml:trace contextRef="#ctx0" brushRef="#br0" timeOffset="30942.48">21470 5949 993 0,'0'0'171'0,"0"0"-39"0,0 0 136 0,0 0-139 0,0 0-82 0,0 0-22 0,-69-62-8 15,69 62-17 1,0 43-4-16,0 34 4 0,0 18 12 16,0 0-11-16,0-18-1 15,0-14 0-15,0-18 1 16,0-22-1-16,0-8 0 15,0-12-2-15,0-3 2 16,0 0 0-16,0-6 10 16,0-63-10-16,0-31 0 0,0-18-5 15,15 15 5 1,3 25 1-16,7 27-1 0,-12 21 1 16,-5 12-2-1,-3 15 2-15,-5 3 0 0,23 0-1 16,26 28 0-16,28 27 8 15,20 17 0-15,-12 9-6 16,-3 3-2-16,-11 3 0 16,-12-1-2-16,-15-3-2 15,-29-1-24-15,-15-11-89 16,0-8-192-16,-38-19 15 16,-34-14-11-16,-20-24-20 15,-13-6 18 1</inkml:trace>
  <inkml:trace contextRef="#ctx0" brushRef="#br0" timeOffset="31067.58">21324 6579 105 0,'0'0'202'0,"0"0"-70"16,0 0 50-16,0 0 7 16,0 0-37-16,0 0-53 15,-264-85-46-15,335 79-41 16,45-2 28-16,38-10-19 16,35-2-21-16,-4 11-6 15,-21 5-52-15,-36 4-326 16</inkml:trace>
  <inkml:trace contextRef="#ctx0" brushRef="#br0" timeOffset="31741.76">21454 7455 1071 0,'0'0'50'0,"0"0"-19"16,0 0 122-16,0 0-81 16,0 0-55-16,16 200 101 15,22-114-81-15,-15 2-34 16,-7-10-1-16,-11-16 2 16,-5-15-4-16,0-14 0 0,0-14-4 15,0-11-5-15,0-8-18 16,-28 0 22-16,2-8 5 15,-13-41-4-15,14-23-47 16,17-11 19-16,8-3 29 16,0 5-12-16,28 16 15 15,36 14-11-15,18 14 10 16,11 17-4-16,1 17 5 16,-6 3 2-16,-6 3-2 15,-29 36-27 1,-9 6 22-16,-21-1 4 0,-23 5 1 0,0-6 2 15,-15 0 3-15,-47-6-5 16,-15-5-1-16,8-9 1 16,18-12 0-16,5 0-3 15,25-9-1-15,8-2 2 16,13 0 1-16,0 0 1 16,0 0-16-16,0 0-18 15,57 0 32-15,4 6 2 16,3 6 2-16,0 8 4 15,0 10-4-15,-10 9 4 16,-10 6 14-16,-11-7 2 16,-20-1-3-16,-13-5 1 15,0-1 35 1,-38-3-33-16,-47 4-17 0,-7-9 30 0,-16-6-30 16,11-11-5-1,4-6-2-15,9 0-1 0,17-32-13 16,13-16-109-16,16-15 9 15,10 0-87-15,12 5-122 16,-1 19-401 0</inkml:trace>
  <inkml:trace contextRef="#ctx0" brushRef="#br0" timeOffset="32150.53">21957 8923 13 0,'0'0'933'0,"0"0"-892"16,0 0 84-16,0 0 5 0,0 0-83 0,0 0 42 0,-170-140-54 15,101 140 27-15,-20 0-47 16,-4 27 1-16,-1 23-5 16,14 15 4-16,29 13-6 0,30 4-6 15,21-2 0-15,31-6-2 16,49-8 2-16,32-9-3 16,4-13-2-16,-1-11 1 15,-5-12 1-15,-13-12 0 16,-15-9 24-16,-5 0-22 15,-10-3 6-15,-11-14 6 16,-22 5-4-16,-22 6 6 16,-6 3-14-16,-6 3-2 15,0 0-1-15,0 0-22 16,0 0-127-16,-13 17-110 16,-38 15-19-16,-6 14-187 15</inkml:trace>
  <inkml:trace contextRef="#ctx0" brushRef="#br0" timeOffset="32637.24">21816 9986 280 0,'0'0'591'16,"0"0"-530"-16,0 0 104 0,0 0 1 15,0 0-79 1,0 0-12-16,-85-54-56 0,77 103 42 16,3 30-23-16,-2 31 52 15,-1 13-52-15,-10-19-33 16,13-6-2-16,-8-14-5 16,5-16 2-16,1-11-1 15,-4-18-2-15,4-21 0 16,2-9-10-16,5-9-54 15,0 0 8-15,-3-18-65 0,-10-48 30 16,0-27 28-16,13-22 58 16,0-2 1-16,13 3-22 15,54 16 19-15,10 18 10 16,7 26-2-16,3 20 0 16,-5 26 2-16,-7 8-3 15,-4 2 3-15,-12 47 3 16,-12 14 2-16,-24 8 25 15,-23 7 3-15,0-1 12 16,-49 7-25-16,-48-7-13 16,-26 4 5-16,-13-6-12 15,-3-4-50-15,-2-11-101 16,13-19-112-16,16-13-391 16</inkml:trace>
  <inkml:trace contextRef="#ctx0" brushRef="#br0" timeOffset="32922.83">21272 11590 1025 0,'0'0'91'0,"0"0"-45"0,0 0 130 0,0 0-20 0,0 0-82 0,-25 176 13 0,35-87-60 16,-10-2-21-16,0 0-6 15,0-4-3-15,0-12-4 16,0-10-44-16,-5-7-211 16,-3-20 14-16,-10-13-94 15</inkml:trace>
  <inkml:trace contextRef="#ctx0" brushRef="#br0" timeOffset="33093.91">21155 11795 916 0,'0'0'42'0,"0"0"1"16,0 0 71-16,0 0-64 15,0 0-40-15,330-136-10 16,-240 126 0-16,-18 10-48 15,-16 0-86-15,-28 0-155 0,-28 28-196 16</inkml:trace>
  <inkml:trace contextRef="#ctx0" brushRef="#br0" timeOffset="33251.61">21244 12092 206 0,'0'0'504'0,"0"0"-395"16,0 0-54-16,0 0 29 15,0 0-56-15,0 0-10 16,313-69-16-16,-223 41-2 16,-19 8-3-16,-14 8-64 15,-24 9-145-15,-33 3-103 16</inkml:trace>
  <inkml:trace contextRef="#ctx0" brushRef="#br0" timeOffset="33441.43">21349 12410 764 0,'0'0'151'16,"0"0"-112"-16,0 0 60 15,0 0-39-15,0 0-19 16,0 0-25-16,310-12-16 16,-228-8-6-16,-7 11-92 0,-16 3-41 15,-29 6-338 1</inkml:trace>
  <inkml:trace contextRef="#ctx0" brushRef="#br0" timeOffset="33709.68">21705 13159 894 0,'0'0'158'0,"0"0"-139"0,0 0 153 16,-33 217 41-16,33-139-151 15,0 2 12 1,0-1-40-16,0-7-20 0,0-17-14 16,21-4 0-16,-11-15-20 15,-8-6-61-15,-2-8-171 0,0-14-20 16,0-8-141-1</inkml:trace>
  <inkml:trace contextRef="#ctx0" brushRef="#br0" timeOffset="33867.25">21652 13181 780 0,'0'0'106'0,"0"0"-102"16,0 0 69-16,0 0 15 15,287-139-53 1,-203 121-35-16,-15 4-6 0,-5 6-60 16,-17 8-49-16,-29 0-310 0</inkml:trace>
  <inkml:trace contextRef="#ctx0" brushRef="#br0" timeOffset="34041.28">21741 13482 781 0,'0'0'103'0,"0"0"-38"16,0 0 73-16,0 0-90 15,0 0-7-15,0 0-20 16,321-51-20-16,-227 21-1 0,-4 2-43 16,2 5-97-1,-35 0-200-15</inkml:trace>
  <inkml:trace contextRef="#ctx0" brushRef="#br0" timeOffset="35461.19">22313 5604 327 0,'0'0'60'0,"10"-155"72"0,-10 76 68 0,-23 7-31 0,-56 7-25 16,-16 5-33-16,-21 11-14 0,-9 6-19 16,-19 10-15-16,-9 18-5 15,-4 15-5-15,-2 13 23 16,-10 61-28-16,0 42 2 16,-5 40-27-16,15 25-12 0,28 16 28 15,34 9-27 1,53 0-3-16,42-9-5 0,2-13-2 15,66-16 0-15,60-19-3 16,33-17 1-16,28-17-3 16,41-22 2-16,23-27-3 15,18-37 1-15,11-29 3 16,17-9 0-16,5-54 20 16,-22-22-17-1,-19-23-3-15,-54-21-1 0,-48-32-2 16,-56-30 1-16,-42-24-9 0,-40-17 6 15,-21-9 5-15,-16 2 0 16,-76 13-4-16,-56 17 2 16,-60 23 1-16,-28 37 1 15,-33 23 1 1,-13 37 2-16,-7 24-3 0,-6 33 2 16,0 28-1-1,3 4 3-15,15 72 1 0,6 40-1 16,22 48 0-16,6 38 3 15,38 33-2-15,41 10-1 0,41 10 1 16,66 5 0 0,47-19-2-1,10-19-2-15,126-28-1 0,76-35 0 0,67-27-2 16,57-27 2-16,40-41 8 16,26-42-5-16,11-18-1 15,4-53 0-15,3-34 3 16,-28-20-3-16,-57-30 0 15,-74-24-2 1,-76-36-3-16,-78-24 2 0,-64-18-2 16,-33-8 0-1,-66 11 1-15,-93 15-2 0,-69 33-12 16,-41 42 16-16,-23 44-4 0,-16 32 2 16,21 25-1-16,21 20-5 15,40 19-29-15,42 6-72 16,40 16-102-16,34 37-137 15,12 3-138-15</inkml:trace>
  <inkml:trace contextRef="#ctx0" brushRef="#br0" timeOffset="37902.67">969 6242 59 0,'0'0'573'0,"0"0"-476"0,0 0 40 0,0 0-7 0,0 0-43 0,0 0-42 0,-264 112 2 16,293-124 20-1,65-41-7-15,70-25 9 0,44-35 8 16,48-23-37-16,24-14 36 16,14-7-22-16,1 1 33 15,-16 10-52-15,-38 19 7 16,-46 27-13-16,-46 22-12 16,-52 25-2-16,-41 19-13 15,-22 14 4-15,-14 11-6 16,-20 9 0-16,0 0-6 15,0 0-9 1,0 0-31-16,-38 26-125 0,-49 34 34 0,-34 20-60 16,-28 23 43-16,-15 0-11 15,-20 5-16-15,-18 9-51 16,-24-2 59 0,-12 3 34-16,-3-5 126 0,10-6 13 15,24-8 29-15,12-10 58 16,23-9 35-16,47-10-3 15,30-20-8-15,44-17 21 16,43-19-65-16,8-11-37 16,8-3 10-16,89-3 32 15,44-51 32-15,46-22-6 16,54-35-12-16,41-20-22 0,25-12 14 16,26-7 33-16,-5-5-16 15,0 2-9-15,-18 13-46 16,-41 13-13-16,-43 23 5 15,-59 23-9-15,-57 24-2 16,-49 22-13-16,-45 19-6 16,-16 13-2-16,0 3-3 15,0 0-40-15,-64 0-169 0,-42 3-230 32,-14-3-560-32</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16:28.160"/>
    </inkml:context>
    <inkml:brush xml:id="br0">
      <inkml:brushProperty name="width" value="0.05292" units="cm"/>
      <inkml:brushProperty name="height" value="0.05292" units="cm"/>
      <inkml:brushProperty name="color" value="#002060"/>
    </inkml:brush>
  </inkml:definitions>
  <inkml:trace contextRef="#ctx0" brushRef="#br0">8160 5824 327 0,'0'0'403'0,"0"0"-331"0,0 0 127 0,0 0-69 16,0 0-25 0,0 0-58-16,0 0-11 0,-82-54 5 15,82 54-20-15,0 0-11 16,0 3-5-16,0 42-3 16,18 18 15-16,28 18 13 15,-8 10-18-15,1 11-6 16,-14 2 0-16,1-2-3 15,-5-9 4-15,-9-22-7 16,-7-8-2-16,6-23 2 16,-11-8 0-16,0-15 15 15,0-9-5-15,0-8-9 16,0 0 3-16,0 0 3 16,-18-44-7-16,-31-24-47 15,-15-23 29-15,10-15 7 0,11-7-11 16,4-2 1-16,16 12 2 15,13 16 6-15,10 16 8 16,0 12-4-16,0 10 0 16,54 11 1-16,15 10-6 15,8 11 9-15,0 17 2 16,0 0 0-16,-16 11 2 16,-12 28 0-16,-29 11-6 15,-20 1-2-15,0 10-10 16,-54-5-3-16,-38 7-19 15,-21 0-48-15,11-5-75 0,-6-9-79 16,21-13-217-16</inkml:trace>
  <inkml:trace contextRef="#ctx0" brushRef="#br0" timeOffset="569.58">8232 7420 149 0,'0'0'378'0,"0"0"-309"0,0 0 61 0,0 0 46 0,-77-171-83 0,77 157-14 16,0 5 3-16,0 6-6 16,0 3-25-16,0 0-14 15,0 0-15-15,0 0-11 0,0 6-9 16,0 29-2 0,0 22 21-16,30 8-2 0,-1 4-10 15,9 6 13-15,-15-4 6 16,3-5-20-16,-8 0-2 15,-8-9-2-15,0-6-3 16,-7-13-1-16,-3-10 0 16,0-11-3-16,5-8-4 15,-5-9-24-15,0 0-98 16,0 0-48-16,0-38-58 0,-18-20-260 16</inkml:trace>
  <inkml:trace contextRef="#ctx0" brushRef="#br0" timeOffset="869.23">7768 7332 185 0,'0'0'282'15,"0"0"-189"-15,0 0 40 16,0 0-39-16,0 0-45 16,0 0-17-16,195-134 8 15,-67 111 5-15,7 2-9 0,1 10-6 16,-26-1-8-1,-15 8-17-15,-36 4-5 0,-15 0 1 16,-24 0-1-16,-7 0-3 16,-13 0-1-16,0 0-4 15,0 0 6 1,0 0 2-16,0 0-1 16,0 0-2-16,0 0-5 0,0 0-27 15,-18 6-24-15,3 7-36 16,-11-1-90-16,1-4-222 0</inkml:trace>
  <inkml:trace contextRef="#ctx0" brushRef="#br0" timeOffset="5547.87">8252 6829 9 0,'0'0'285'0,"0"0"-151"0,0 0-24 0,0 0 36 16,0 0-36-16,0 0-18 0,0 0-17 0,-228 5-10 16,228-5-8-16,0 0-24 15,0 0-11-15,5 0 24 16,67 0-19-16,51 0 30 15,31 0-8-15,10-8-17 16,-3-10-6-16,-20 1-3 16,-23 5-19-16,-28 1-4 15,-19 6 0-15,-19 5-17 0,-34 0-35 16,-3 0-30-16,-15 0-19 16,0 0 39-16,0 0 2 15,0-14 13 1,-28-13 11-16,-16-7-10 0,-2-1 41 15,8 4 5-15,4 3 22 32,6 3-2-32,13 10 28 15,2 4-12-15,8 7-5 16,5 4-6-16,0 0-18 16,0 0-4-16,33 0 24 15,34 12-23-15,5 10 4 0,-1-1-5 16,1-1 1-1,-21 5-4-15,-12-4 0 0,-19-4-23 16,-20 4 21-16,0 6-4 16,0 3 3-16,-48 9-4 15,-14 5-55-15,3 7-46 16,-5 0-117-16,5 0-179 16</inkml:trace>
  <inkml:trace contextRef="#ctx0" brushRef="#br0" timeOffset="6175.28">9756 6488 317 0,'0'0'460'0,"0"0"-409"0,0 0 134 0,0 0-28 0,0 0-94 15,0 0-19-15,-64-83-17 16,64 83-13-16,0 3-14 0,0 37 2 16,0 22 4-1,26 10 7-15,0-7-10 0,-9-1-1 16,-1-15-2-16,-11-7-4 16,-5-12 3-16,0-9-9 15,0-12-8-15,0-6 1 16,0-3 3-16,0 0 6 15,0-6 0-15,-5-41-20 16,-28-19 4-16,4-12-21 16,19 1 34-16,10 5-2 0,0 13-3 15,5 7 6 1,41 14 0-16,18 8-6 0,3 10 0 16,-3 10 8-16,3 8 6 15,-19 2 2-15,-1 0-1 16,-17 8-4-16,-9 28 2 15,-21 9-2-15,0 0 5 16,-13 5 0-16,-49-8 1 16,-4-7 0-16,-6-4 0 15,-12-5 3-15,17-5-1 16,11-8-3-16,17-7 3 16,13-4 0-16,24-2-3 15,2 4-2-15,0 1-5 0,2 6 7 16,63 7 7-16,11 7-2 15,17-1-3-15,7 0-2 16,0-1-1-16,-11-2-5 16,-7 1-44-16,-2-2-79 15,-16-2-92-15,-10-10-220 16</inkml:trace>
  <inkml:trace contextRef="#ctx0" brushRef="#br0" timeOffset="6804.16">11373 5450 163 0,'0'0'81'0,"0"-178"-1"0,-18 94 31 0,8-3 0 0,5-2-2 15,5 3-50-15,0 0 10 16,0 7-5-16,0 14-4 15,0 12-4-15,0 13-17 16,0 20 1-16,0 8-3 16,0 9-5-16,0 3-11 15,0 0-14-15,0 0-7 16,0 15-4-16,0 39 4 16,0 23 10-16,18 21 6 15,18 16-4-15,-8 20 10 0,10 27 18 16,-9 39-6-16,-4 44 3 15,-2 55 18-15,-7 38-14 16,-11 36 55-16,2 21-47 16,-7-4-33-16,0-1 40 15,0-20-48-15,0-23-3 16,0-29 0-16,0-21 5 16,0-37 17-16,11-32 5 15,4-28-18-15,-2-29-8 16,5-25 0-16,-5-22-3 15,-1-22-3-15,4-28 0 16,-11-20 0-16,0-20-7 0,3-18-55 16,-8-15-130-16,5 0-68 15,-5-42 37-15,0-45-338 16</inkml:trace>
  <inkml:trace contextRef="#ctx0" brushRef="#br0" timeOffset="8206.96">12921 6015 547 0,'0'0'132'0,"0"0"14"0,0 0-74 0,0 0 24 0,0 0-7 0,0 0-26 0,-79-123 29 16,79 123-49-16,-5 0-26 16,-1 0-17-16,1 38 8 15,5 26-8-15,0 13 21 16,0 9-14-16,0 7 1 16,0-1-2-16,18-8 0 15,-5-18-2-15,0-15-1 16,-3-18-2-16,-10-13 2 15,0-7-3-15,0-11 0 16,0 1 1-16,0-3 0 16,0 0 4-16,0-14 5 15,-15-38-10-15,-34-25 0 16,5-21-3-16,11-4-8 16,15 1-33-16,5 14 13 0,13 19 12 15,0 15 4-15,31 7-2 16,41 14 4-1,20 7 0-15,-5 7-2 0,0 7 10 16,-10 11-8-16,-8 0 3 16,-22 0-22-16,-4 26 27 15,-17 16 4-15,-24 7-2 0,-2 0 0 16,0 3 3-16,-51-7 0 16,-13-2 3-16,-8-6 3 15,-5-5-6-15,1-4 0 16,17-7 9-16,5-7-7 15,23-2 2-15,16-5-1 16,4-5-2-16,6 2-1 16,5-4 0-16,0 0-1 15,0 0-1-15,0 0-2 16,0 0 2-16,0 0 2 16,0 0 7-16,0 0-5 15,16 6 11-15,25-4 25 16,10 1-20-16,10 1 3 0,1-2-8 15,-6 8-12-15,-2 7 0 16,-3 0-1-16,-7 8 3 16,-3 1-3-16,2 5 2 15,11-2-2-15,-10 5 8 16,-11-8-7-16,-7-8 1 16,-8-7 0-16,-8-8-1 15,-10 0 0-15,0-3 4 16,0 0 1-16,0 0 14 15,0 0-5-15,0 0 0 0,0 0-1 16,0 0-8 0,0 0-1-16,0 0-3 15,0 0-2-15,0 0-3 0,0 0-21 16,0 0-52-16,0 0-71 16,0 0-90-16,0 9-196 15</inkml:trace>
  <inkml:trace contextRef="#ctx0" brushRef="#br0" timeOffset="9540.08">13108 7386 573 0,'0'0'73'0,"0"0"76"0,0 0 12 0,0 0-80 0,0 0-30 15,0 0-14-15,-79-54-20 16,40 54 6-16,-4 11-22 0,-9 21 3 16,1 16 6-1,10 6 4-15,5-1 3 16,16 6-7-16,7 4 15 0,13 1-17 16,0-2-2-16,0-3-4 15,26-8 0-15,7-12 0 16,11-6-2-16,-6-12 0 15,6-9 0-15,-3-9 1 16,12-3 3-16,-4 0 3 16,5-12-2-16,2-22-1 0,3-7 6 15,0-6-8-15,-10-14-2 16,-16-5 4-16,-5-5-1 16,-12-6 0-16,-16 0-3 15,0 5 0-15,0 6 1 16,0 12-2-16,-36 13 3 15,-5 10-1-15,-8 11 0 16,-10 8-1-16,-5 9-9 16,-3 3 7-16,1 0 0 0,4 0 0 31,11 18 2-31,18 5-2 16,20 11 1-16,8 4 1 0,5 10 2 15,0 6-2-15,18 5 2 16,41 5 0-16,7-3-1 0,-4-1 1 15,-8-1 0-15,-3-4 1 16,-8-8 0-16,-2 1-1 16,-2-6 5-16,-1-3-2 15,-2-6 2-15,-8 0-5 16,-7-6 0-16,-3 1 0 0,-13 0 0 16,0-4 1-16,-5-4 1 31,0-7-4-31,0-4 4 0,0-8 0 0,0 4 1 15,0-3-1-15,0-2-1 32,0 0 1-32,0 0-1 15,0 4 5-15,0-4 3 0,0 0 2 16,0 0-2 0,0 0 0-16,0 0-4 15,0 0-2-15,0 0-4 0,0 0 2 16,0 0 0-16,0 0-3 15,0 0 1-15,0 0 0 16,0 0-1-16,0 0 1 16,0 0 0-16,0 0 0 15,0 0 8-15,0 0-3 16,0 0 0-16,0 0-1 16,0 0-2-16,0 0 0 15,0 0-1-15,0 0-2 16,0 0 1-16,0 0 0 0,0 0 1 15,0 0 2-15,0 0 0 16,0 0 0-16,0 0 0 16,0 0-2-16,0 0 0 15,0 0 0-15,0 0 0 16,0 0-1-16,0 0 0 16,0 0 0-16,0 0 1 15,0 0 1-15,0 0-1 16,0 0 0-16,0 0-1 15,0 0-1-15,0 0 0 16,0 0-2-16,0 0-6 0,0 0-52 16,-15 0-60-16,-6-6-95 15,-12-13-112-15</inkml:trace>
  <inkml:trace contextRef="#ctx0" brushRef="#br0" timeOffset="12209.78">12755 4734 346 0,'0'0'263'16,"0"0"-170"-16,0 0 83 0,0 0-14 0,0 0-75 0,0 0-23 15,-80-65 7-15,80 62-13 16,0 3-20-16,0 0-6 16,0 0-11-1,0 30-12-15,0 27 5 0,0 24 59 0,26 11-42 31,7 6-12-31,-2 4-5 0,2-4-1 16,-15-9-6 0,3-9-3-16,-16-20-1 15,-5-12-3-15,0-17 1 16,0-13 2-16,0-12-3 16,0-6 0-16,0 3 1 15,0-3-1-15,0 0 7 16,0 0-5-16,0-46 1 15,-16-23-3-15,-17-17-12 0,5-12 2 16,-3-1-5-16,18 4-21 16,6 3-13-16,7 9 30 15,0 7 5-15,0 10-12 16,20 13 9-16,31 14 10 16,1 10-9-16,-1 10-13 15,8 10-3-15,-11 9 16 16,1 0 4-16,-3 9 10 15,-7 31 0-15,-9 7 2 16,-9 1-2-16,-16 3 3 16,-5-6-2-16,0-4 1 15,-38 1-8-15,-42 2-5 16,-20-2-17-16,-23 1-139 0,10-5 8 16,1-14-76-16,14-12-175 15</inkml:trace>
  <inkml:trace contextRef="#ctx0" brushRef="#br0" timeOffset="13009.52">14405 4437 184 0,'0'0'125'0,"-34"-170"-87"15,29 89 80-15,0 9-10 0,5 9 21 0,0 22-51 0,0 11 13 16,0 18-22-16,0 9-13 16,-5 3-14-16,0 0-20 15,5 9-15-15,-10 51-5 16,10 33 17-16,0 34 15 16,0 35 27-16,0 31-10 15,10 38 3-15,13 40-23 16,3 43 12-1,-14 49 3-15,-4 42 12 0,-8 43 53 16,0 20-43-16,0-14-10 16,0-19-39-16,-10-38-5 0,-26-39 16 15,-10-35-11-15,-3-41-2 16,-10-43-4-16,13-39-1 16,13-36-2-16,-6-35-8 15,14-32-1-15,4-31-1 16,11-26-2-16,10-23-17 15,-18-17-70-15,18-6-197 16,-20-57-120-16</inkml:trace>
  <inkml:trace contextRef="#ctx0" brushRef="#br0" timeOffset="16564.41">16642 7146 789 0,'0'0'91'15,"0"0"26"-15,0 0 74 0,0 0-88 0,0 0-18 0,0 0-41 0,0 0-18 0,-215-120-7 16,151 120-11 0,12 0-4-16,-7 20-3 0,8 17 0 15,13 7-1-15,7 7-1 16,23 3 0 0,8 3 0-16,0-3-3 0,59-5-1 15,31-3-3 1,10-12 3-16,2 0-8 0,-2-8 3 15,-7-3 10-15,-4-3 1 16,-20 0-1-16,-5 4 0 0,-23 3 0 16,-15 3 1-16,-16 3 1 15,-10-1 0-15,0 2 2 16,-36-2 4-16,-35-8-2 16,-11-2 1-16,-16-13 0 15,-7-9 0 1,0 0 2-1,8 0-4-15,2-18 2 16,21-6 0-16,7-1-7 0,24 8-2 0,17 2-14 16,11 6-17-16,15 3-45 0,0-4-52 15,0-7-82-15,7-9-134 32,27-11-248-32</inkml:trace>
  <inkml:trace contextRef="#ctx0" brushRef="#br0" timeOffset="17110.84">16401 6000 525 0,'0'0'161'0,"0"0"-34"0,0 0 87 0,0 0-89 0,0 0-56 0,0 0-13 16,-28-51 1-16,28 51-20 16,0 0-7-16,0 0 2 15,0 0-9-15,0 9-13 16,0 29-4-16,15 19 16 15,13 6 2-15,-2 3-16 0,-3-4 0 16,-8-7-2-16,3-6-2 16,-12-12-1-16,-1-8 1 15,0-10-3-15,-5-7-1 16,0-7-2-16,0 1-4 16,0 0-29-16,5-3-53 15,-5 3-63-15,0-3-26 16,0-3-68-16,0-6-248 15</inkml:trace>
  <inkml:trace contextRef="#ctx0" brushRef="#br0" timeOffset="17600.3">15912 5994 627 0,'0'0'61'16,"0"0"13"-16,0 0 89 15,0 0-91-15,0 0-71 16,0 0-1-16,76-72 35 16,27 52-7-16,10 2-5 15,-1-1 0-15,-17 10 24 0,-13 0-25 16,-28 7-15-16,-15 2-6 16,-11-4 1-16,-13 4-2 15,-10 0 1-15,3 0-1 16,-8 0 1-16,0 0 1 15,0 0 1-15,0 0-1 16,0 0 0-16,0 0 0 16,0 0 5-16,0 0 1 15,0 0-1-15,0 0-1 16,0 0 0-16,0 0-3 16,0 0 3-16,0 0-2 15,0 0 2-15,0 0-1 16,0 0 0-16,0 0-1 0,0 0-2 15,0 0 0-15,0 0 0 16,0 0-2-16,0 0 0 16,0 0 0-16,0 0-2 15,0 0 2-15,0 0-1 16,0 0-1-16,0 0-10 16,0 0-27-16,0 0-28 15,0 0-41-15,0 0-98 0,-13 0-301 16</inkml:trace>
  <inkml:trace contextRef="#ctx0" brushRef="#br0" timeOffset="19980.43">16401 5892 139 0,'0'0'61'0,"0"0"-29"0,0 0 35 0,0 0-17 0,0 0-12 16,0 0 2-16,0 0-8 0,0 0-18 0,0 0-12 16,0 0-2-16,0 0-16 15,0 0-93 1,0 0-129-16</inkml:trace>
  <inkml:trace contextRef="#ctx0" brushRef="#br0" timeOffset="20138.79">16401 5892 420 0,'31'21'124'0,"-31"-21"-93"16,0 0 57-16,0 0-88 16,0 0-64-16,0 0-158 15</inkml:trace>
  <inkml:trace contextRef="#ctx0" brushRef="#br0" timeOffset="26187.87">16470 8527 94 0,'0'0'397'0,"0"0"-287"0,0 0-1 0,0 0 47 0,0 0-9 0,0 0-75 0,0 0 12 16,-77-79 10 0,72 79-32-16,-10 0-31 0,-18 0-7 15,-16 16-10-15,0 22-1 16,11 5 5-16,17 6 1 16,21 15-9-16,0 12-4 15,0 9 11-15,13 4-13 16,33-17 0-16,18-15-3 15,3-9 1-15,2-19-2 16,8-6 1 0,-5-14 2-16,-1-9-2 0,-1 0 1 15,-4-11 2-15,-9-33-3 16,7-13 0-16,-16-14 2 0,-9-13-3 16,-29-5 0-16,-10-5 0 15,0 11-1-15,-26 11 1 16,-35 16-1-16,-8 8 1 15,7 16 3-15,-17 9-3 16,7 15 0-16,5 2 0 16,14 6 0-16,1 0-1 15,11 0 0-15,3 31-4 16,20 9 5-16,18 23 2 16,0 15 3-16,44 15 7 15,38 11-1-15,5 4-3 0,2 2-5 16,-12-6 33-16,-8-3-24 15,-2-5 1 1,-8-6 0-16,-21-4 25 0,-4-6-30 16,-24-9-2-1,-10-5-6-15,0-3-38 0,-28 0-51 16,-59-3-93-16,-34-15-178 16</inkml:trace>
  <inkml:trace contextRef="#ctx0" brushRef="#br0" timeOffset="27537.71">18720 3879 346 0,'0'0'63'0,"0"0"66"0,0 0 5 16,-84-163 13-16,84 141-16 0,-6 16-68 0,6-3-14 0,0 9 5 15,-7 0-14-15,7 0-12 16,0 0-7-16,0 24-12 16,0 53 7-1,0 51 65-15,13 49-17 0,20 64-1 16,5 64-6-1,8 82 40-15,-2 90 4 0,-3 84-53 0,-3 66 7 16,-17 33 8 0,-21-1-42-16,0-36 4 0,-8-48 0 15,-33-55-5-15,13-70 4 16,-5-59-1-16,5-62-7 16,2-49-3-16,21-48-4 15,5-38-4 1,0-36-4-16,0-44-1 0,0-36-6 15,0-32-11-15,0-21-20 16,0-22-29-16,0-3-59 16,0-72-169-16,-39-53-190 15</inkml:trace>
  <inkml:trace contextRef="#ctx0" brushRef="#br0" timeOffset="29177.9">18720 4818 1003 0,'0'0'15'0,"-328"-53"31"0,241 41 48 16,43 3 10-16,44 3-46 16,0-5-58-16,90-8 7 15,61 5 2-15,34 7-3 16,-14 7-6-16,-17 30 1 15,-44 42 0-15,-33 30 2 0,-51 31 4 16,-26 20 6-16,-46 17-1 16,-64-1 1-16,-19 5 15 15,-6-5-1-15,19 11 9 16,24 8 22-16,41 5-50 16,51 13-4-16,0 8-4 15,64 9 0-15,13 6-3 16,0 0 0-16,-11-9-7 15,-22-8-39-15,-21-21 48 0,-23-11 1 16,0-16 5-16,-87-7 2 16,-29-2 45-16,-19-8-17 15,-6-9 18-15,31-11 23 16,38 2-66-16,64-1-4 16,8 3-6-16,110 4 6 15,39 5-16-15,12-2 23 16,-17 4-12-16,-29 7-1 15,-38 3 0-15,-62 4 25 16,-15 2-11-16,-97 0 13 16,-77 5 14-16,-29 2-8 15,-14-4-10-15,29 1-11 16,53-12-9-16,63 1-1 0,72-11-1 16,10-3 0-16,116-3-1 15,53-2 2-15,16-2-2 16,-6 1 0-16,-42 3-2 15,-68 10 0-15,-79 11 2 16,-41 16 4-16,-120 16 2 16,-91 63 0-16,-17 28 9 15,23 8 3-15,44-5-18 0,120-48 5 16,82-15 7 0,38-1-9-16,103 6-2 0,36 8-1 15,2 10 0 1,6 19-16-16,-47 21 3 0,-56-4-12 15,-66-8-38-15,-37-23 20 16,-148-15-43-16,-62-10-50 16,-35-22-65-16,2-26 0 15,23-39 4-15,11-42-247 16</inkml:trace>
  <inkml:trace contextRef="#ctx0" brushRef="#br0" timeOffset="31652.7">13236 7137 623 0,'0'0'85'0,"0"0"-32"0,0 0 113 0,-161-183-54 0,110 148 0 0,-6 5-38 0,-15 9 21 16,-17 12-33-16,-29 9 11 16,-28 3 12-1,-28 56-39-15,-8 32 13 16,7 28-15-16,19 27 2 0,41 15-14 16,38 9 3-16,36 0-8 15,41-4-11-15,0-1-5 16,59-15-7-16,43-8-2 15,39-16 1 1,16-14-3-16,19-18 1 16,22-23 0-16,17-33-1 0,10-26 0 15,19-12 0-15,-3-31 3 0,15-45 2 16,5-17-3-16,-15-16-2 16,-28-9-3-16,-54-4 2 15,-48-8 0-15,-52-9-1 16,-46-7 2-16,-18 0 0 15,-39 0 0 1,-63 6-1-16,-42 3 1 0,-43 8 1 16,-26 14 1-16,-15 10-2 0,-2 22-1 15,17 17 1-15,5 24 1 16,29 21 0-16,25 18 1 16,21 3-2-16,20 3-1 15,21 34 0 1,2 11-3-16,11 19-2 0,22 14-28 15,4 12-44-15,22 11-88 32,-2 12-142-32,7-7 40 0,-10-20-239 0</inkml:trace>
  <inkml:trace contextRef="#ctx0" brushRef="#br0" timeOffset="32567.02">17054 8085 390 0,'0'0'124'0,"0"0"39"0,0 0 16 15,34-178-49-15,-34 140 14 0,-44 6-41 16,-22 2 12-16,-19 13 1 0,-20 5-44 16,-21 12-42-1,-17 0 28-15,-3 23-9 0,-13 32-8 16,5 13 2-16,18 24-9 16,1 19-1-16,32 15-14 15,31 20 4-15,39 20-11 16,33 20-2-16,0 10-1 15,77 0-6-15,41-11 1 16,25-11-3-16,29-13 0 16,15-27-1-16,15-24 0 15,11-29 2-15,8-28-2 16,4-25 1-16,-7-25 3 16,-16-3-4-16,-17-33 1 0,-6-37 3 15,-20-21-3-15,-5-20 1 16,-24-20-3-16,-40-16 1 15,-44-16-1-15,-46-26-3 16,-20-8 0-16,-111 4 4 16,-35 13-8-16,-29 29 5 15,-23 28 0-15,-8 32-1 16,-7 22 4-16,-2 36 0 16,-6 23 2-16,0 10-2 15,2 43-1-15,6 37 1 16,5 40-1-16,10 43 2 15,39 35-1-15,35 16 1 16,55 7-1-16,48-15 0 0,41-21-1 16,15-25-2-16,75-25-1 15,41-30-11-15,27-31-30 16,37-33-139-16,13-31-116 16,-3-14-143-16</inkml:trace>
  <inkml:trace contextRef="#ctx0" brushRef="#br0" timeOffset="34112.98">949 9791 802 0,'0'0'138'16,"-410"101"-72"-16,266-67 82 0,57-17-3 0,41-11-48 0,46-6-2 0,69-42-67 0,116-42-2 16,89-39-9-16,82-22-9 15,52-4-7-15,30-8-1 16,10 1 0-16,-17 16 1 16,-44 21-2-16,-70 30-1 15,-76 32-92-15,-100 29-86 16,-95 28 21-16,-53 0-37 15,-162 66-171-15</inkml:trace>
  <inkml:trace contextRef="#ctx0" brushRef="#br0" timeOffset="34280.22">1159 9850 104 0,'-392'153'603'0,"59"-36"-486"0,77-37 26 16,102-39 4-1,115-35-20-15,78-12-36 0,179-71-46 16,130-52-23-16,126-46-6 15,92-37-11-15,67-30-5 16,18-18-13-16,-28-5-69 16,-62-17-248-16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20:16.318"/>
    </inkml:context>
    <inkml:brush xml:id="br0">
      <inkml:brushProperty name="width" value="0.05292" units="cm"/>
      <inkml:brushProperty name="height" value="0.05292" units="cm"/>
      <inkml:brushProperty name="color" value="#002060"/>
    </inkml:brush>
  </inkml:definitions>
  <inkml:trace contextRef="#ctx0" brushRef="#br0">15291 8694 207 0,'0'0'263'0,"0"0"-160"0,0 0 31 0,0 0-19 0,0 0 11 0,0 0-54 15,0 0-1-15,0 0-20 16,-148-93-11-16,56 93-8 16,-14 10 0-16,-9 30 15 15,8 14-2-15,22 6-8 16,16 3-12-16,30 2-11 15,34 1-8-15,5-6-4 16,34-1 5-16,71-6-5 16,25-7-2-16,27-11 0 0,-4-10 0 15,1-17 0 1,-10-8 2-16,-21 0-2 0,-21 0 0 16,-25-20-1-16,-31 1 1 15,-7-1 4-15,-19 9-2 16,-10 4-2-16,-10 4-5 15,0 3-27-15,3 0-56 16,-3 0-51-16,0 0-37 0,0 18-132 16,0 17-116-1</inkml:trace>
  <inkml:trace contextRef="#ctx0" brushRef="#br0" timeOffset="678.09">14940 10321 87 0,'0'0'365'0,"0"0"-244"0,0-174 30 16,0 125 18-16,0 11-29 0,0 10-54 16,0 9-15-16,0 13 19 0,0 2-17 15,0 4-14-15,0 0-12 16,0 21-10-16,0 45-10 15,0 25 45-15,0 21-48 16,0-8-18-16,0-8-6 16,16-13 2-16,12-6-2 15,0-8 0-15,0-12-6 0,-7-12-53 16,2-16-68-16,-10-11-43 16,-11-15-29-16,-2-3-87 15,0-27-74-15</inkml:trace>
  <inkml:trace contextRef="#ctx0" brushRef="#br0" timeOffset="882.46">14930 10155 548 0,'0'0'63'0,"0"0"3"16,0 0 78-16,0 0-63 15,0 0-70-15,0 0 13 16,159-125 28-1,-72 113-38-15,-10 3-14 0,-8 9-23 16,-25 0 5-16,-16 0-61 16,-20 17-56-16,-8 11-53 15,0 2-85-15</inkml:trace>
  <inkml:trace contextRef="#ctx0" brushRef="#br0" timeOffset="1102.14">14984 10459 114 0,'0'0'313'0,"0"0"-222"16,0 0 20-16,0 0 8 0,0 0-36 15,0 0 4-15,138 9-25 16,-66-9-3 0,0-3-17-16,-8-9-19 0,-5 3-15 15,-16 1-8-15,-14 5-8 16,-14 3-35-16,-13 0-115 15,-2 0-166-15,0 0-245 0</inkml:trace>
  <inkml:trace contextRef="#ctx0" brushRef="#br0" timeOffset="1355">15033 10805 519 0,'0'0'99'16,"0"0"-17"-16,0 0 84 15,0 0-66-15,0 0-21 16,0 0-7-16,381 46 1 16,-265-52-1-16,-14-9-14 15,-25 0-27-15,-31 5-14 0,-18 1-10 16,-17 9-5-16,-11 0-2 16,0 0 0-16,0 0-29 15,0 0-59-15,0 0-24 16,0 0-54-1,-18 0-32-15,-28 0-297 16</inkml:trace>
  <inkml:trace contextRef="#ctx0" brushRef="#br0" timeOffset="5395.58">16316 7315 610 0,'0'0'38'0,"24"-214"8"15,-14 131 88-15,-10 22 22 0,5 32-62 0,-5 11-61 0,2 14 4 0,4 4 21 16,-6 0-29-16,15 9-23 15,3 73-4-15,13 61 32 16,12 66 46-16,-4 68-22 16,-1 57 11-16,-5 71 42 15,1 72-14-15,-1 52-33 16,-7 29-33-16,7-3-4 16,-2-37 2-16,7-46-15 15,1-54 3-15,-6-63-9 16,-5-54-3-16,-5-51-4 15,8-40 0-15,-8-42-1 16,3-39 0-16,-8-33-8 0,-13-22-30 16,-5-23-29-16,0-18-79 15,0-33-1-15,5-54-229 16,18-80-37-16</inkml:trace>
  <inkml:trace contextRef="#ctx0" brushRef="#br0" timeOffset="6020.54">17772 8588 649 0,'0'0'85'0,"0"0"23"0,0 0 82 0,0-155-62 0,0 144-49 0,0 8-6 16,0 3-20-1,0 0-19-15,0 33-13 0,0 29-10 16,-8 25 26 0,3 3-21-16,-3-13-13 0,8-14 0 0,0-21-3 15,0-22 0-15,0-7 0 16,0-11-2-16,0-2 2 16,0 0 2-16,0 0 1 15,0-51 3 1,0-23 2-16,0-18-8 0,0-5-1 15,0 21 1-15,8 10 0 32,15 15 0-32,21 12 0 0,-16 13 0 15,13 11 1-15,5 12-1 0,-2 3 0 16,15 21 6 0,2 39 43-16,-2 23-27 15,0 8-9-15,-13 0-8 16,8-14-3-16,-11-8-2 15,-9-15 0-15,-11-12-2 16,2-12-2-16,-17-9-35 16,0-10-123-16,-8-8-29 15,0-3-2-15,-59 0-26 16,-23-24-174-16</inkml:trace>
  <inkml:trace contextRef="#ctx0" brushRef="#br0" timeOffset="6201.32">17641 8798 332 0,'0'0'131'0,"0"0"33"16,0 0-28-16,0 0-60 16,0 0-22-16,0 0 28 15,151-15 4-15,-56 9-46 16,23-3 33-16,-3-2-36 16,1-1-21-16,-14 1-16 15,-17 3-10-15,-6 6-58 16,-40-2-199-16,-26 4-486 15</inkml:trace>
  <inkml:trace contextRef="#ctx0" brushRef="#br0" timeOffset="6705.43">18062 10175 492 0,'0'0'105'0,"0"0"19"0,0 0 56 0,0 0-68 0,0 0 3 0,0 0-39 15,-39-128 1-15,39 128-18 16,0 0-17-16,0 0-4 15,-5 31 34-15,5 34-59 0,0 28 42 16,0 17 15-16,0-9-59 16,0-9 4-16,0-4-5 15,0-19-8 1,10-16-1-16,0-14-1 0,1-12-1 16,-4-12-5-16,-1-6-68 15,-6-9-97-15,0 0-64 16,0-34-19-16,0-32-234 15</inkml:trace>
  <inkml:trace contextRef="#ctx0" brushRef="#br0" timeOffset="6924.68">17887 10158 125 0,'0'0'524'0,"0"0"-440"15,0 0 29-15,0 0 44 16,0 0-82-16,0 0-23 15,200-89-2-15,-123 74-17 16,0 6-32-16,-13 5-1 16,-18 4-15-16,-13 0-23 15,-7 0-85-15,-26 19-104 0,0 13-49 16,-26 11 49-16,-35 1-52 16</inkml:trace>
  <inkml:trace contextRef="#ctx0" brushRef="#br0" timeOffset="7144.66">18018 10393 220 0,'-28'25'157'15,"10"-10"-27"-15,18-1 11 16,0 2-27-16,0-7-25 16,51 3-9-16,13-9-6 15,21-3-4-15,10 0-14 16,4 0-14-16,-9-15 0 16,-5-4 2-16,-29 8-8 15,-30 5-26-15,-13 3 21 0,-13 3-20 16,0 0-11-16,0 0-1 15,0 0-1-15,0 0 4 16,0 0 1-16,0 0-3 16,0 0-23-16,0 0-40 15,0 0-47 1,0 0-65-16,0-9-187 0</inkml:trace>
  <inkml:trace contextRef="#ctx0" brushRef="#br0" timeOffset="8043.89">19263 7498 369 0,'0'0'57'0,"0"0"-1"16,-97-186 45-16,71 132-31 0,-4 5-22 0,14 6-12 0,-2 10 8 0,11 12-4 0,-1 12 18 16,3 3-5-16,0 6-5 15,5 0-20-15,0 0-5 16,0 0 27-16,0 0-30 15,0 0-5-15,0 0 2 16,0 0-7 0,0 0 2-16,0 23-2 0,10 37 14 15,28 18 28-15,11 24-7 16,-11 21-10 0,14 23 0-16,-22 32-5 0,9 37 17 15,-11 56 26-15,-7 64-30 16,-11 59 28-16,-10 53-32 15,0 19 10-15,0-4-24 0,0-14-5 32,0-45-4-32,5-37-10 15,-2-38 5-15,17-50 11 16,-10-34 9-16,13-41-3 16,0-35-6-16,8-35-15 15,3-22-1-15,-1-25-6 16,0-24 0-16,-7-22 0 15,-8-17 0-15,-13-11-7 0,3-9-8 16,-8-3-45-16,0 0-12 16,0-44-86-16,-8-22-54 15,-20-18 15-15,7-8 35 16,-2-9-59-16,0-13-89 16,3-15-116-16</inkml:trace>
  <inkml:trace contextRef="#ctx0" brushRef="#br0" timeOffset="12805.03">20288 8181 588 0,'0'0'141'0,"0"0"-25"0,0 0 89 0,0 0-65 0,0 0-61 16,0 0-22-16,0 0-6 0,-18-45-22 15,18 92-16-15,8 23 88 16,15 16-5-16,11-3-82 16,-4 0-10-16,-2-4 6 15,-7-9-7-15,2-13-3 0,-15-17 0 16,-8-20 0-16,7-12-1 15,-7-4 0 1,0-4-2-16,0 0-32 0,0 0 34 16,0-21-8-16,0-45-3 15,-25-23-78-15,-9-13 50 16,6 10 3-16,13 12 3 16,15 12 21-16,0 7-3 15,0 8-1-15,33 11 8 16,26 9-3-1,3 10 2-15,-3 11-1 0,2 6 7 16,-7 6-1-16,-16 0 0 16,1 8-5-16,-14 30-4 15,-17 17 14-15,-8 5 0 0,0 5 1 16,-28-5 4-16,-23-7-2 16,-19-5 1-16,12-9 0 15,6-10-1-15,14-11 1 16,12-8 0-16,13-4-1 15,13-6-1-15,0 0-2 16,0 0-2-16,0 0-8 0,13 0 10 16,36-16 10-16,12 1-10 15,3 1-2-15,8 6 2 16,-3 8 1-16,-2 0-1 16,-11 11 1-16,3 21 3 15,-15 10 10-15,-24-4-5 16,-12-1 8-16,-8-4 5 15,0-3 3 1,-33 0 6-16,-26-3 2 0,8-10-21 16,-13-6-1-16,17-11 6 15,-12 0-17-15,3-2-3 0,-3-36-33 16,10-10-37 0,6-6-62-16,-1 5-134 0,11 12-201 15</inkml:trace>
  <inkml:trace contextRef="#ctx0" brushRef="#br0" timeOffset="13610.66">20404 9657 214 0,'0'0'446'0,"0"0"-345"0,0 0 66 0,0 0 19 0,0 0-87 0,0 0-25 16,-49-74-11-16,49 74-14 15,-5 0-17-15,5 0-11 16,0 0 18-16,0 38-33 16,0 21 2-16,0 16 41 15,5 3-33-15,13-10-9 16,8-5 23-16,-11-9-24 15,3-12-5-15,-13-15 0 16,0-16-1-16,-2-5 0 0,-3-6 0 16,0 0 1-16,0 0-1 15,0 0-10-15,0 0-7 16,0-17 13-16,0-35-8 16,-8-19-52-16,-15-4 53 15,2 4 4-15,16 8-1 16,0 9 0-16,5 14-11 15,0 6 9-15,0 11 8 16,0 2-17-16,44 2 18 0,4 4-2 16,14 6-3-16,2 9 4 15,5 0 1-15,3 0-4 16,-5 31 5-16,-6 10 0 16,-2 8 3-16,-21-2 9 15,-22 0-3-15,-16 1-6 16,0-1 9-16,-82 4-11 15,-31 4-2-15,-23-2-76 16,-30-2-190-16,-9-15-50 16</inkml:trace>
  <inkml:trace contextRef="#ctx0" brushRef="#br0" timeOffset="18217.68">20160 7065 427 0,'0'0'277'0,"0"0"-168"0,0 0 92 0,0 0-52 0,0 0-33 0,0 0-31 15,0 0-18-15,0 0-20 0,-82-108 26 16,82 125-52-16,0 40 32 16,0 18 37-16,5 9-50 15,8 3-7-15,-10-9-16 16,7-4 1-16,3-8-10 16,0-12-4-16,-6-14-3 15,-2-10-1-15,-5-8-1 16,0-5-8-16,0-11-55 15,0 0-61-15,0-3-163 16,0-3-28-16,0-21-144 0</inkml:trace>
  <inkml:trace contextRef="#ctx0" brushRef="#br0" timeOffset="18444.68">19876 7097 536 0,'0'0'256'0,"0"0"-185"0,0 0 12 16,0 0 60-16,266-185-97 15,-150 156-12-15,-1 5-1 16,-7 10-22-16,-26 14-11 16,-13 0-11-16,-23 0-34 15,-20 35-155-15,-19 16-24 16,-7 4-114-16</inkml:trace>
  <inkml:trace contextRef="#ctx0" brushRef="#br0" timeOffset="18644.93">20393 7292 402 0,'0'0'93'16,"0"0"41"-16,0 0 33 16,0 0-73-16,0 0-39 15,0 0-2-15,-43 6-7 16,58-6-8-16,34 2 15 0,23-2 7 15,5 0-28-15,5 0-22 16,-11 0-10-16,-1 0-7 16,-14 0-37-16,-13 0-161 15,-17 0-113-15,-13-5-345 16</inkml:trace>
  <inkml:trace contextRef="#ctx0" brushRef="#br0" timeOffset="19591.36">21193 5450 216 0,'0'0'450'0,"0"0"-410"0,0 0 80 0,223-158 48 0,-82 136-80 0,7 10-34 15,-1 12-15-15,-32 6-21 16,-28 49-9-16,-31 32 1 16,-35 36 0-16,-21 29 22 15,-8 20-9 1,-76 23 5-16,-11 7-12 0,-3 4-3 15,-7 0 3-15,11 0 3 16,17 6 4-16,20 3-2 16,29-4-8-16,28-8 10 0,8-5-2 15,69-18-8-15,33-12-11 16,26-12-1 0,10-11 1-16,2-13-2 0,-12-7 2 15,-18-21-1-15,-33-8-1 16,-37-6 0-16,-32-5 0 15,-16 9 2-15,-31 7-1 16,-69 10 3-16,-36 10 9 16,-18 5 38-16,1-1-26 15,1-3-11-15,32-9-8 16,33-5-2 0,31 2-3-16,40-5 1 0,16 2-2 0,10 7-1 15,60-7-1-15,9 9 2 31,11 4 0-31,-6 8-3 16,-20 4 1-16,-12 2 2 16,-32-7-1-16,-20-2 0 15,0 9 1-15,-49 7 2 16,-20 8 0-16,13 4-2 16,17-1 1-16,16-6 0 15,23 1 1-15,0-2 29 0,34-2-26 16,17 0-4-16,13 3-1 15,-15 13 0-15,-26 20 2 16,-23 21 2-16,0 26 7 16,-57 26 38-16,-32 18-9 15,4 11 5-15,1-6-32 16,25-19-3-16,18-26-7 16,7 5-5-16,-20 25 2 15,-28-11-4-15,-17-3-5 16,-17-31-56-16,-12-42-64 15,-15-15-101-15,-37-6-52 16,-7-15-42-16,-10-17-180 16</inkml:trace>
  <inkml:trace contextRef="#ctx0" brushRef="#br0" timeOffset="21387.51">23935 6433 762 0,'0'0'88'0,"0"0"11"0,0 0 39 0,-87-157-49 0,41 140-33 0,-11 8-21 0,-20 9 16 32,-23 0-20-32,-15 43-12 0,-21 23 8 0,11 20 52 15,15 6-52-15,28-3-11 16,43-9 2-16,39-5-8 15,0-11-5-15,87-12 18 16,41-6-14-16,29-17 12 16,12-15-13-16,18-14 5 31,-3 0-11-31,-25-6 4 16,-33-20-1-16,-42 6-5 0,-37 7 7 15,-35 4 7-15,-7 3 6 16,-5 3 0-16,0-3-5 15,0-2-6-15,0-4-9 16,0 3-11-16,-5 3-15 16,3 3-83-16,-3 3-57 15,0 0-71-15,-16 27-73 16,-17 24-143-16</inkml:trace>
  <inkml:trace contextRef="#ctx0" brushRef="#br0" timeOffset="22051.22">23307 8291 580 0,'0'0'138'16,"0"0"16"-16,0 0 44 0,0 0-18 0,0 0-78 0,0 0 1 0,-67-83-9 16,67 83-28-16,-5 0-29 0,5 0-11 15,0 5-7 1,0 47-11-16,0 16 23 0,0 12 23 15,21-5-49 1,-3-9-1-16,7-7-4 0,-12-12 2 16,8-7-3-16,-16-10 1 15,0-3-2-15,-2-13-20 16,-3 0-74-16,0 5-124 16,0-10-122-16,0-9-69 15</inkml:trace>
  <inkml:trace contextRef="#ctx0" brushRef="#br0" timeOffset="22318.19">23112 8330 688 0,'0'0'129'16,"0"0"-18"-16,0 0 61 15,0 0-92-15,0 0-44 16,77-188-27-16,23 152 11 0,0 3-7 16,-3 13 3-16,-20 10-13 15,-23 3-3 1,-10 7-4-16,-16 0-12 0,-10 19-28 16,-18 28-93-1,0 13-106-15,0-3-189 0</inkml:trace>
  <inkml:trace contextRef="#ctx0" brushRef="#br0" timeOffset="22523.61">23269 8584 216 0,'0'0'407'0,"0"0"-272"16,0 0 15-16,0 0-14 16,0 0-77-16,0 0-16 15,59 8 28-15,56-8 11 16,21-21-25-16,0-2-4 15,-26 2-24 1,-33 2-20-16,-34 10-9 0,-33 6-2 16,-10 3-7-16,0 0-46 15,0 0-115-15,-59 33-70 0,-33 9-142 16</inkml:trace>
  <inkml:trace contextRef="#ctx0" brushRef="#br0" timeOffset="22713.08">23338 8991 730 0,'0'0'101'16,"0"0"58"-16,0 0 34 15,0 0-25-15,318 4-70 16,-188-25 18-16,-30-6-56 16,-25 9-46-1,-14 0-7-15,-28 4-7 0,-7 8-4 16,-13 2 0-16,-13 2-125 0,0-7-80 15,-13 3-241-15</inkml:trace>
  <inkml:trace contextRef="#ctx0" brushRef="#br0" timeOffset="23960.15">23048 10334 870 0,'0'0'123'0,"0"0"16"0,0 0 35 0,0 0-47 0,0 0-48 16,0 0 18-1,-48-47-62-15,48 73-27 0,0 48-2 16,0 29 23-16,0 6-5 15,0-18-19-15,0-25-4 0,0-26-1 16,0-16 1 0,0-14 0-16,0-8-1 0,0-2 3 15,0 0-3-15,0 0 1 16,0 0 4-16,0-36 1 16,0-44-6-16,-6-18-5 15,6-10 4-15,0 22 1 16,0 32 0-16,0 24 1 15,0 15 1-15,0 15 9 16,0 0-9-16,0 0 7 16,16 13 0-16,40 40-4 15,29 24 30-15,-1 10-22 16,-7-6-12-16,-8-13 0 16,-20-8-1-16,-10-16-4 0,-6-1-5 15,-28-9-40-15,-5 3-52 16,0-2-271-1,-26-7 10-15,-35-22-203 16</inkml:trace>
  <inkml:trace contextRef="#ctx0" brushRef="#br0" timeOffset="24117.27">22687 10832 738 0,'0'0'133'0,"0"0"-26"0,0 0 31 31,0 0-87-31,0 0-13 0,0 0-38 0,384-62-18 16,-253 41-239-16,-21 8-292 16</inkml:trace>
  <inkml:trace contextRef="#ctx0" brushRef="#br0" timeOffset="24417.09">22864 11849 742 0,'0'0'146'0,"0"0"31"15,0 0 2-15,0 0-46 16,0 0-68-16,0 0 18 15,-62 52-19-15,70 42 6 0,30 23-17 16,-7 5-49-16,-3-13-4 31,-12-20-2-31,-6-9-3 0,-10-12-78 0,0-13-204 16,0-17-30-16,-15-23-191 16</inkml:trace>
  <inkml:trace contextRef="#ctx0" brushRef="#br0" timeOffset="24590.37">22738 12067 778 0,'0'0'119'0,"0"0"50"0,0 0-26 16,0 0-74-16,0 0-57 15,0 0-12-15,185-115-7 16,-103 102-79-16,-26 13-44 15,-5 0-64-15,-25 9-132 16,-26 23-83-16</inkml:trace>
  <inkml:trace contextRef="#ctx0" brushRef="#br0" timeOffset="24748.32">22769 12323 172 0,'0'0'342'0,"0"0"-201"0,0 0-3 15,0 0-34-15,0 0-64 16,0 0-21-16,13 58 41 15,92-58-48-15,8-15 11 16,-1-13-23-16,-14 2-82 16,-19 5-114-16,-25 7-314 15</inkml:trace>
  <inkml:trace contextRef="#ctx0" brushRef="#br0" timeOffset="25695.58">22730 13600 392 0,'0'0'461'0,"0"0"-274"0,0 0-19 0,0 0 9 0,0 0-28 0,0 0-100 15,-179-67 19-15,179 102-33 16,0 54-5-16,0 19 18 15,0 14-25-15,0-21-18 0,0-20-1 16,13-4-4 0,2-14 0-16,-4-15-2 0,-11-16-4 15,7-13-10-15,-7-10-17 16,0-6-29-16,0-3-10 16,0-18-28-16,-38-41 8 15,-8-28 16-15,15-18 43 16,8-3-30-16,23 2 15 15,0 0 22-15,5 17 25 16,62 15-2-16,17 17-3 16,14 19 5-16,-1 13 1 15,5 16 0-15,-20 9 5 16,-20 0-3-16,-18 30-2 0,-24 21 3 16,-20 6 8-16,0 8 0 15,-33-1-1-15,-44-5 3 16,0-3 0-16,-10-9-8 15,10-10-1-15,13-11-3 16,20-7-1-16,29-10-1 16,15-6-4-16,0-3-7 15,0 0-11-15,20 0 4 16,44 0 19-16,8 0 3 16,5 0 1-16,-5 0 2 0,5 12-1 15,-5 26 17 1,-8 10 29-1,-18 6 5-15,-26 5 5 0,-20 5 2 0,0-3 22 16,-38-4-27-16,-34-6 2 16,-15-2-36-16,-5-17-5 15,-1-7-13-15,9-6-1 16,7-12-5-16,8-7-5 16,15-3-32-16,10-40-108 15,21-11 7-15,18-1-82 16,5 1-213-16</inkml:trace>
  <inkml:trace contextRef="#ctx0" brushRef="#br0" timeOffset="26120.68">22941 15265 793 0,'0'0'203'0,"0"0"-60"0,0 0 24 0,0 0-24 0,0 0-43 0,0 0-30 15,-105 34-26-15,105 37 9 16,0 18 0-16,0 0-38 16,0-13-15-16,0-8 13 15,0-13-13-15,0-9-14 31,18-7-33-31,15-9-92 0,5-16-99 0,1-14-33 16,-14 0-111-16</inkml:trace>
  <inkml:trace contextRef="#ctx0" brushRef="#br0" timeOffset="26341.44">22807 15327 338 0,'0'0'363'0,"0"0"-190"15,0 0-19-15,0 0-66 16,0 0-51-16,0 0 4 16,269-51 38-16,-105 51-26 15,0 36 3-15,-33 22-15 16,-31 19 19-16,-46 9-47 16,-44 5 9-16,-10 1 28 15,-43-3-5-15,-68-3-34 0,-19-1-10 16,-11-14-1-1,10-15-54-15,11-14-92 16,9-22-82-16,9-20-144 0</inkml:trace>
  <inkml:trace contextRef="#ctx0" brushRef="#br0" timeOffset="34347.49">23791 8442 39 0,'0'0'15'0,"0"0"-2"0,0 0 12 0,0 0 12 0,0 0-3 16,0 0 20-16,0 0 11 0,226-29 16 16,-177 21-1-16,-6 2-11 15,-4 0-33-15,-4 2-28 16,-14-3-5-16,-3 7-3 15,-5-1-3-15,7 1-4 16,-7-3-46-16,2 3-186 16</inkml:trace>
  <inkml:trace contextRef="#ctx0" brushRef="#br0" timeOffset="34945.56">24437 8144 519 0,'0'0'49'0,"0"0"39"0,0 0 13 31,0 0-57-31,0 0-34 0,0 0-1 0,126-125 7 16,-85 119 11-16,-16 6-11 15,-9 0-7-15,-3 0-1 16,-8 17 7-16,7 17 9 16,-12 4 11-16,0 4-24 15,0-3-7-15,0-1-2 16,-30-6 3-16,-4-9-2 15,1-6-1-15,7-5 5 16,3-2-5-16,13-4-1 16,5-3-1-16,5-3-1 15,0 0 0-15,0 0-7 0,0 0 1 16,0 0-2-16,5 0 0 16,28 0 9-16,11 9 8 15,5 8-6-15,7 7 5 16,-5 9 5-16,-12 5 11 15,-11-1 3-15,-15-5 10 16,-8-11 3-16,-5-5-12 16,0-2 2-16,-18 1 14 0,-49 4-23 31,-4 1-16-31,-6-8-4 0,8-6-6 16,15-6-15-16,5 0-47 0,3-9-81 15,20-27-61-15,6-8-286 16</inkml:trace>
  <inkml:trace contextRef="#ctx0" brushRef="#br0" timeOffset="35404.71">24722 8035 337 0,'0'0'270'0,"0"0"-213"0,0 0 70 0,0 0-27 16,0 0-98-16,0 0 17 0,43-54-14 16,-17 39-5-16,-6 11 2 0,-2 4 4 31,-5 0 14-31,13 0-8 0,-11 0 5 0,8 34 0 15,-15 11-1-15,-1 7 4 16,-7 6-6-16,0-7-8 31,0-17-3-31,0-9-3 16,0-16-4-16,0-3 4 16,0 0 0-16,0-1-2 15,0 1-10-15,18 3 8 16,36 7 4-16,15-1 11 15,3 0-9-15,-8-1 1 16,-13-2-1-16,-22 1 4 16,-19-5-3-16,-10-2 3 0,0-2-2 15,0 4 6-15,-56 10-10 16,-42 6-33-16,-30 6-153 16,-3-13-108-16,8-1-211 15</inkml:trace>
  <inkml:trace contextRef="#ctx0" brushRef="#br0" timeOffset="36241.76">23868 8416 332 0,'0'0'204'0,"0"0"-164"0,0 0 56 16,0 0-27-16,0 0 9 0,0 0-15 0,0 0-21 16,259-21-14-16,-233 19-11 15,-13-2-13-15,-8 4-2 16,-5 0 5-16,0 0 3 0,0 0 3 16,0 0-3-16,-44 0 12 15,-7 0-22-15,-8 0-2 16,8 6 2-16,12 0 0 15,14-2 2-15,4-4 6 16,21 0 3-16,0 0-7 16,0 0-2-16,5 0 3 15,54 0 8-15,13 0-4 16,5 0 0-16,-13 0-1 16,-18 0 14-16,-15-4-15 15,-24 4-5-15,-7 0 3 16,0 0 7-16,0 0 6 15,0 0-3-15,-46 0 7 0,-13 0-9 16,-7 4-10-16,17 2-3 16,16-4 4-16,17 1-1 15,16 0 8-15,0-3 0 16,0 0-5-16,0 0-2 16,0 0 5-16,31 0 44 15,-3 0-21-15,-10 0-7 16,-8 0 8-16,-10 0-4 0,0 0-5 15,0 0-6 1,0 0 4-16,0 0-16 16,-38 0-6-16,-11 3 11 0,-7 6-11 15,12-1-1-15,14-2-4 16,22-6 5-16,8 0 0 16,0 0-4-16,0 0-9 15,0 0-10-15,13 0 23 16,41 0 7-16,-6 0-1 15,-4 0-6-15,-1 0-1 16,-9 0-30-16,-16 0-115 0,-18 7-93 16,-8 8-174-16</inkml:trace>
  <inkml:trace contextRef="#ctx0" brushRef="#br0" timeOffset="42587.74">23338 13925 836 0,'0'0'115'0,"0"0"-7"0,0 0 41 0,0 0-67 0,0 0-49 0,0 0 15 0,0 0-15 16,8 0-2-1,56 0 68-15,12 0-38 0,-9 0-49 16,10 0-12-16,0-8-6 16,13-1 4-16,-1-6-7 15,-2 1-85-15,-17-8-74 16,-6 2-62-16,-26-9 20 15,-25 1-190-15</inkml:trace>
  <inkml:trace contextRef="#ctx0" brushRef="#br0" timeOffset="42888.17">23830 13648 688 0,'0'0'128'31,"0"0"-34"-31,0 0 39 0,0 0-88 15,0 0-31-15,0 0-14 0,-28 31 1 16,69 7 14-16,2-2-14 16,-2-13-1-16,-7-5-4 15,-11-6 4-15,-13-5-8 16,0-5 4-16,-10 2 4 16,0-4 2-16,0 0 6 15,0 18-1-15,-10 11-5 0,-34 13-2 31,-10 12 1-31,1-2-1 16,7 3 0-16,2 2-2 16,11 0-20-16,7-3-98 15,13-14-112-15,13-19-272 16</inkml:trace>
  <inkml:trace contextRef="#ctx0" brushRef="#br0" timeOffset="43170.83">24204 13636 795 0,'0'0'146'0,"0"0"-17"16,0 0-3-16,0 0-10 15,0 0-50-15,0 0 12 0,-21-42 12 16,21 42-30-1,0 0-39-15,0 0-4 0,0 0-9 16,0 31-7-16,0 25 0 16,0 14 5-16,0-2-6 15,3-13-6-15,15-12-10 16,-5-1-212-16,-6-7 15 16,-1-10-3-16,6-13-99 15,6-12-56-15</inkml:trace>
  <inkml:trace contextRef="#ctx0" brushRef="#br0" timeOffset="43589.34">24417 13666 374 0,'0'0'148'0,"0"0"2"15,0 0 42-15,0 0-34 16,0 0-66-16,0 0 0 16,20-101-9-16,-20 101-43 15,0 0-25-15,0 0-15 16,0 20 2-16,0 23-2 15,0 8 30-15,0 4-30 16,0-9-1-16,0-18 1 16,0-2-2-16,0-14-12 0,0-7-9 15,0-2-26-15,0-3 7 16,0 0 37 0,0 0 1-16,0 0 4 0,0-8-11 15,13-13 11-15,13-10-5 16,12 5 5-16,0 9 0 15,6 0 1-15,-3 14-1 16,5 3 4-16,11 0 4 16,-6 0 14-16,-5 16 18 15,-13 5-8-15,-7 8-18 0,-16 1-1 16,-10 0 3-16,0 0-13 16,0 0-3-16,-36-4-19 15,-5 2-4-15,-7-8-118 16,-11-5-54-16,12-15-116 15,-4 0-211-15</inkml:trace>
  <inkml:trace contextRef="#ctx0" brushRef="#br0" timeOffset="43805">24501 13619 562 0,'0'0'248'0,"0"0"-153"0,0 0 18 0,0 0-58 0,0 0-17 0,0 0 0 16,208-137-11-16,-144 111-26 0,-18 9-1 16,-2 3-6-16,-6 8-10 15,-18 0-11-15,-2 3-68 16,-2-3-109-16,-16 1-125 16,0-2-165-16</inkml:trace>
  <inkml:trace contextRef="#ctx0" brushRef="#br0" timeOffset="45605.72">23415 12157 924 0,'0'0'88'0,"0"0"32"0,0 0 47 0,0 0-65 0,0 0-2 16,0 0-59-16,-54-16-17 0,54 16 14 16,0-2-24-16,0 0-5 15,0-3-9-15,54-1 0 32,28-2 9-32,23-4-9 0,8-6-5 0,2-3-23 15,-18 3-69-15,-2-5-40 16,-23 2-17-16,-21 0-13 0,-18-5-39 15,-25-5-128-15,-8 5 4 32</inkml:trace>
  <inkml:trace contextRef="#ctx0" brushRef="#br0" timeOffset="45906.13">23955 11829 408 0,'0'0'195'0,"0"0"-35"15,0 0-4-15,0 0-86 0,0 0-18 0,0 0 3 31,-43-12-31-31,43 12-10 16,43 0 3-16,14 3 40 16,-3 8-38-16,-1 1-17 0,-1 0-1 15,-19-2-1-15,-7-7-1 16,-14 0-1-16,-4-3 2 16,-8 0 1-16,0 3 0 15,0-3 3-15,0 2 2 16,0 2 24-16,0-4 3 15,0 17-12-15,-15 32-10 16,-37 13-5-16,-12 10 9 16,11-1-12-16,14-11-2 15,11-7-2-15,13-2-7 0,15-9-100 16,0-12-80 0,0-17-144-16</inkml:trace>
  <inkml:trace contextRef="#ctx0" brushRef="#br0" timeOffset="46158.38">24496 11793 413 0,'0'0'469'0,"0"0"-339"0,0 0 57 16,0 0-22-1,0 0-84-15,0 0-23 0,-59-59 51 16,59 59-70-16,0 0-20 15,0 14-14-15,0 33-3 16,0 17 11-16,0 8-13 16,5-8 0-16,16-7-6 15,2-9-88-15,5-11-168 16,-7-14-38-16,-4-17-135 16</inkml:trace>
  <inkml:trace contextRef="#ctx0" brushRef="#br0" timeOffset="46459.33">24547 11820 801 0,'0'0'71'0,"0"0"0"16,0 0 39-16,0 0-85 16,0 0-2-16,0 0-11 15,226-120-2-15,-167 109 5 16,0 2 2-16,-21 9 12 0,-20 0 13 15,8 0-13-15,-13 3-16 16,7 33 35 0,-5 11 10-16,-4 13 24 15,-11 6-51-15,0-4-6 0,0-8-10 16,0-4-7-16,0-10-5 16,0-8-3-16,0-5-1 15,0-7-2-15,0-2-19 16,0-6-186-16,0-2-49 15,0-10-127-15</inkml:trace>
  <inkml:trace contextRef="#ctx0" brushRef="#br0" timeOffset="46711.46">24722 12080 434 0,'0'0'393'0,"0"0"-288"16,0 0 2-16,0 0-1 15,0 0-63-15,0 0 14 16,233-134 9-16,-133 97-30 16,-8 2 20-16,-7 4-25 0,-27 11-10 15,-22 5-10-15,-23 9-10 16,-13 3 0-16,0 3-1 16,0 0-1-16,0 0-15 15,0 0-88-15,0 0-44 16,-10 0-35-16,-23 0-48 15,-11 0-180-15</inkml:trace>
  <inkml:trace contextRef="#ctx0" brushRef="#br0" timeOffset="64391.23">2638 6048 236 0,'0'0'126'0,"0"0"38"0,338-224 27 0,-236 152-37 0,-25 19 3 0,-26 17-58 15,-30 17-10-15,-16 14 0 16,-5 5-39-16,-13 16-38 16,-105 54 28-16,-58 44 11 15,-58 35-16-15,-24 24 14 0,-1 8-17 16,13 2 17 0,33-10-31-16,26-14-11 0,43-17-5 15,37-14-2-15,35-9-4 16,34-10-28-16,25-20 14 15,13-21-46-15,0-17-58 16,0-21-98-16,5-25 64 16,36-5 10-16,28-37-24 15,21-45 17-15,35-27-5 0,11-26 43 16,15-20-3-16,26-19-56 16</inkml:trace>
  <inkml:trace contextRef="#ctx0" brushRef="#br0" timeOffset="64722.47">2533 6352 30 0,'197'-167'190'16,"3"18"-64"-16,-13 15 9 15,-18 11-20-15,-33 22-5 16,-36 22 10-16,-39 26-9 16,-30 26 0-16,-18 15 6 15,-13 9-27-15,0 3-42 16,-57 63 13-16,-63 51 15 16,-65 46-11-16,-17 32 8 15,0 19-2-15,-6 1 0 0,11 9-26 16,12-1-18-16,16-11-6 15,10-11-11-15,10-23 10 16,6-22-6-16,15-28-9 16,23-20-1-16,23-32 2 15,28-15-3-15,28-25-2 16,8-12-1-16,16-13-4 16,2-4-2-16,0-4-7 0,0 0-28 15,0 0-77 1,13-10-79-16,46-29-1 0,2-15-91 15,1-1-374-15</inkml:trace>
  <inkml:trace contextRef="#ctx0" brushRef="#br0" timeOffset="80559.39">675 7901 455 0,'0'0'284'0,"-467"29"-217"0,306-15 46 0,61-5 26 16,59-9-45-16,41 0-26 0,113 0-22 16,156 0 0-16,177-14 4 15,166-24-30-15,157-13 2 16,112-4-1-16,88 1-8 15,51 8 0-15,13-3 1 16,-26 1-8-16,-75-7 0 16,-91-5 31-16,-152 3-6 0,-148 3-8 15,-146 12-21 1,-149 12-2-16,-121 13-5 0,-71 7-3 16,-54 8-60-16,-26 2-51 15,-92 0-56-15,-76 24-102 16,-68 2-367-16</inkml:trace>
  <inkml:trace contextRef="#ctx0" brushRef="#br0" timeOffset="82941.34">24255 9394 200 0,'0'0'390'0,"0"0"-318"0,0 0 71 0,0 0-12 0,0 0-65 0,0 0-21 0,-59-38 23 16,59 38-23-16,0-4-9 15,0 4 8-15,0 0 8 16,0 0-14-16,0 0-13 16,0 0-4-16,0 0-5 15,0 0-4-15,0 0-6 16,0 0-2-16,0 0-2 16,16 34-1-16,22 19 17 15,6 25 13-15,-1 20-11 0,-4 19 40 16,-1 11-33-16,-10 4-13 15,-12-4 29-15,-4-12-25 16,-1-6 5-16,-4-14-14 16,6-13 1-16,-5-18-5 15,-8-10-5-15,0-21 0 16,5-9 0-16,-5-13-2 16,5-9-9-16,0-3-89 15,6 0-91-15,6-33-20 16,-6-35-153-16,-11-19-371 15</inkml:trace>
  <inkml:trace contextRef="#ctx0" brushRef="#br0" timeOffset="83304.75">23961 9672 199 0,'0'0'350'0,"0"0"-310"0,0 0-4 0,0 0 76 0,0 0-70 0,0 0-2 0,-16 0 20 15,16 0 7-15,0 0-18 16,0 0 16-16,0-17 24 16,0-23-66-16,0-4-19 15,0-1-3-15,0 8 13 16,0 14-10-16,0 6 1 15,10 5 22-15,13 3 2 16,11-4-19-16,14 4 9 16,24 3-14-16,18 6-5 0,2 0-6 15,8 22-31 1,0 11-63-16,-8 14-66 0,-17 3-122 16,-37 2-356-1</inkml:trace>
  <inkml:trace contextRef="#ctx0" brushRef="#br0" timeOffset="83699.27">24263 10733 710 0,'0'0'104'0,"0"0"-12"16,0 0 48-16,0 0-37 16,0 0-76-16,0 0-4 0,5 34 15 15,28 17 35 1,3 8-45-1,-2 3 0-15,-6-8-11 0,5-3-9 16,-7-10-6-16,2-13-1 0,0-13 3 16,-7-15 2-16,12 0 7 31,16-18 12-31,22-44 0 16,22-25-25-16,-6-21-26 15,0-9-52-15,8-1-94 16,-6-5-156-16,-17 6-319 15</inkml:trace>
  <inkml:trace contextRef="#ctx0" brushRef="#br0" timeOffset="87328.27">1910 8834 778 0,'-387'0'92'0,"26"0"46"0,43 0 15 0,64 2-42 0,100 7-30 16,98-6-35-16,66 9-14 16,216 1-3-16,184-1 22 15,228-6-13-15,192-6-10 16,126-25 16-16,95-25-42 15,7-13 6-15,-33-2 5 0,-77 2-10 16,-123 3 0-16,-143 15 1 16,-159 10 1-16,-172 5-5 15,-146 14-1-15,-116 4-6 16,-81 7-67-16,-8 5 0 16,-97 0-79-16,-37 11-12 15,-24 14-142-15,4-4-396 16</inkml:trace>
  <inkml:trace contextRef="#ctx0" brushRef="#br0" timeOffset="91278.08">1185 10024 646 0,'0'0'109'0,"-446"0"20"0,246 0 40 0,33 0-60 0,57 0-29 0,51 0-13 0,54 0-19 16,23 0-8-16,195 0-29 15,148 15 37-15,218 2-12 16,169-13 0-16,142-4 30 16,94-13-50-16,38-25-3 15,-12-10-5-15,-26 1-8 16,-87-1-5-16,-98 9 5 15,-120 7 2-15,-148 1-2 0,-157 13-1 16,-141 4-14-16,-125 2-62 16,-88 6 23-16,-20 3-3 15,-105 3-50-15,-69 0 18 16,-39 9-55 0,-12 12-11-16,-9-10-139 0</inkml:trace>
  <inkml:trace contextRef="#ctx0" brushRef="#br0" timeOffset="120826.41">22420 15024 343 0,'0'0'395'0,"0"0"-308"0,0 0 27 0,0 0 16 0,0 0-46 0,0 0-42 15,0 0 0-15,-148-60 2 16,148 60-3-16,-5 0-7 0,5 0-9 15,-5 0-8-15,5 17-7 32,0 71-8-32,10 49 28 0,31 47-9 0,-10 22-11 15,-11-3-1-15,-2 3-1 16,-5-12-2-16,2-10-3 16,-15-13-3-16,5-22 1 15,-5-21-1-15,11-11-1 16,-1-28 0-1,3-26-1 1,-8-25 2-16,0-21-4 16,-5-12-2-16,0-5 1 0,5 0-5 15,-5 0-4-15,0-25 14 16,-44-41 6-16,-53-20-6 16,-11-9 2-16,19 21-2 15,35 29 3-15,26 24 3 16,12 17 2-16,16 4 5 15,-5 0-3-15,5 0-4 16,0 16-6-16,26 53-7 16,51 22 7-16,12 15 5 15,-4-11-5-15,-29-27 0 16,8-17 0-16,-2-16-3 16,-8-10-16-16,7-23-10 0,8-2-31 15,16-50-31-15,18-55-21 16,4-35-77-16,-2-41-349 15</inkml:trace>
  <inkml:trace contextRef="#ctx0" brushRef="#br0" timeOffset="122153.16">24811 12905 587 0,'0'0'90'0,"0"0"13"0,0 0 43 0,-302-81-60 0,207 70-37 0,3 2 17 0,-13 6-23 16,-13 3 18-16,-15 0-36 16,-19 0 14-16,-1 0-3 15,-11 17-4-15,-21 11-4 16,-15 7-8-16,-28 14 3 15,-28 8-6 1,0 11 5-16,7 7 8 0,11 5-6 16,17 9 3-16,22 13-4 15,32 11-15-15,24 15 4 0,48 15-2 16,46 9-6 0,34 10 3-16,15 2-5 0,30 2-1 15,65 0 2-15,28-20-2 16,21-23 1-16,25-14-2 15,31-22-2-15,59-26 1 16,38-24-10-16,51-34-8 16,34-3 13-16,28-63-17 15,16-26 18-15,-4-30-13 16,-27-16 6-16,-47-8-3 16,-66 5-10-16,-72 10-5 15,-69 13 7 1,-51 1 23-16,-44-3 0 0,-36-9 9 15,-10-8-5-15,0-2 4 0,-15-12-2 16,-46-6 0-16,-24-4 0 16,-20-3 0-16,-21 14 1 15,-35 20 6-15,-31 22-2 16,-34 19-1-16,-30 20 4 16,-18 21-11-16,-21 16 7 15,13 23 5-15,13 6-4 0,16 21 17 16,1 36-20-1,11 20-3-15,8 27-4 0,15 24 1 16,24 28-4-16,27 14 0 16,24 6 2-16,27-4 0 15,27-5 0-15,32 1-1 16,37-2-2-16,20 8 1 16,0 4 2-1,10 2 1-15,49-8-1 0,20-13 0 16,29-22 0-16,33-24-1 15,56-26-7-15,54-31-1 16,39-34 4 0,61-22 1-16,21-45-3 0,43-45 7 0,15-34-2 15,11-29 2-15,-39-18 0 16,-43-10 0-16,-62 2 0 16,-63 6 3-16,-76 2-2 15,-65 8 12-15,-55 1-8 16,-38 1 4-16,-10-2 2 31,-82-2-6-31,-42 7 1 16,-40 21-6-16,-44 33 5 0,-43 42-10 15,-36 35 4 1,-34 27-31-16,-10 23-70 0,-7 34-101 16,4 18-201-16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04T09:22:21.100"/>
    </inkml:context>
    <inkml:brush xml:id="br0">
      <inkml:brushProperty name="width" value="0.05292" units="cm"/>
      <inkml:brushProperty name="height" value="0.05292" units="cm"/>
      <inkml:brushProperty name="color" value="#002060"/>
    </inkml:brush>
  </inkml:definitions>
  <inkml:trace contextRef="#ctx0" brushRef="#br0">477 6248 915 0,'-333'32'98'0,"5"16"-95"0,18 9 49 0,51-6 85 0,65-16-44 16,94-7-14-16,100-8-20 16,110 0-58-16,156 4 13 15,167-5 6-15,147-19-8 16,119 0-3-16,103-31-1 16,46-21-7-16,36-5-1 0,3-6 0 15,-31 4 6-15,-54 2-6 16,-100-1-9-16,-112 8-4 15,-137 9-2-15,-168 8 0 16,-127 11-23-16,-132 14-50 16,-64 8 1-16,-149 0 3 15,-111 39-64-15,-68 26-18 16,-67 13-49-16,-31 9-341 16</inkml:trace>
  <inkml:trace contextRef="#ctx0" brushRef="#br0" timeOffset="363.26">1408 7644 686 0,'0'0'93'0,"0"0"22"16,-344-6 25-1,239 0-34-15,33 3-10 0,29 3-33 16,27 0-23-16,16 0-24 16,105 0-12-16,129 0 15 15,147 0 22-15,129 0-19 16,111 0-10-16,76-15-7 16,71-12-4-16,29-9 4 15,13-3-4-15,-16-3-1 16,-81-2-8-16,-90 1 8 15,-131 9-26 1,-154 3 2-16,-136 11 0 0,-130 5-61 0,-72 5 9 16,-149 10-7-16,-112 0-97 15,-77 31 23-15,-57 16-43 16,-25 0-115 0</inkml:trace>
  <inkml:trace contextRef="#ctx0" brushRef="#br0" timeOffset="899.8">1715 8724 565 0,'-331'10'352'0,"29"13"-322"0,38-6 33 16,77 0 77-16,72-4-25 0,94-7-23 0,85 0-47 16,193-6-28-16,163 0 18 15,156 0-3-15,116-37-11 0,82-16-3 16,39-3-5-16,-6-3-4 31,-38-4-3-31,-62 8-6 0,-90 1-1 0,-114 10-1 16,-137 8-1-16,-143 13-7 15,-121 5-24-15,-102 5-34 16,-74 10 8-16,-128 3-153 16,-75 10-28-16,-46 31-17 15,-28 11-153 1</inkml:trace>
  <inkml:trace contextRef="#ctx0" brushRef="#br0" timeOffset="1514.98">4042 8938 85 0,'0'0'491'0,"141"-173"-309"0,-103 128-15 0,-7 21-46 0,-31 22-5 16,0 4-16-16,-64 92-40 15,-90 67-13-15,-79 76-17 0,-57 69 16 16,-35 23-1-16,-16 18 5 15,0-1-40-15,24-9-2 16,35-27-1-16,41-39-5 16,54-34 0-16,61-56-4 15,49-41-7-15,52-38-19 16,25-42-39-16,25-37-77 16,55-23-43-16,22-62-10 15,8-61-172-15</inkml:trace>
  <inkml:trace contextRef="#ctx0" brushRef="#br0" timeOffset="1831.33">4488 8800 502 0,'0'0'92'0,"166"-199"-31"15,-145 158 89-15,-21 22-37 16,0 19 2-16,-39 0-21 15,-71 70-12-15,-64 53-63 16,-72 68 27-16,-28 64 36 16,-47 53-20-16,-22 27 6 0,-18 29-15 15,-1 4-20 1,24-1 7-16,36-24-4 0,51-33-35 16,51-26 9-16,46-49-8 15,39-38 2-15,33-36-4 16,38-41-16-16,26-36 1 15,18-34-29-15,0-29-72 16,13-21-83-16,36-18-14 16,-3-60-20-16,0-32-352 15</inkml:trace>
  <inkml:trace contextRef="#ctx0" brushRef="#br0" timeOffset="2083.01">772 11742 748 0,'-310'53'136'16,"13"1"-14"-16,30 0-9 15,55-15 22-15,83-15-47 16,104-21-7-16,91-3-44 0,219-55-16 16,191-36-14-16,168-38-2 15,137-29-5-15,93-15-12 16,28-6-23-16,21 6-41 15,-42 13-15-15,-79 13-23 16,-130 16-9-16,-191 30-82 16,-224 28-127-16</inkml:trace>
  <inkml:trace contextRef="#ctx0" brushRef="#br0" timeOffset="2259.69">4667 10645 326 0,'-951'131'287'15,"-10"15"-56"-15,6 20-63 0,76 0-29 16,141-15 11-16,210-32-2 15,241-49-24-15,248-26-41 16,193-36-76-16,305-8-1 16,256-59 13-16,200-57-15 15,151-36-4-15,84-13-51 16,8-1-69-16,-68 4-5 16,-145 1-220-16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4700F8-41D5-4EBC-BC22-637A5136D08F}"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290889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4700F8-41D5-4EBC-BC22-637A5136D08F}"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403596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4700F8-41D5-4EBC-BC22-637A5136D08F}"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3805240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4700F8-41D5-4EBC-BC22-637A5136D08F}" type="datetimeFigureOut">
              <a:rPr lang="en-IN" smtClean="0"/>
              <a:t>04-02-2025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312224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4700F8-41D5-4EBC-BC22-637A5136D08F}" type="datetimeFigureOut">
              <a:rPr lang="en-IN" smtClean="0"/>
              <a:t>04-02-2025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1268646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4700F8-41D5-4EBC-BC22-637A5136D08F}" type="datetimeFigureOut">
              <a:rPr lang="en-IN" smtClean="0"/>
              <a:t>04-02-2025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178436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4700F8-41D5-4EBC-BC22-637A5136D08F}" type="datetimeFigureOut">
              <a:rPr lang="en-IN" smtClean="0"/>
              <a:t>04-02-2025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3319819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4700F8-41D5-4EBC-BC22-637A5136D08F}" type="datetimeFigureOut">
              <a:rPr lang="en-IN" smtClean="0"/>
              <a:t>04-02-2025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3503026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4700F8-41D5-4EBC-BC22-637A5136D08F}" type="datetimeFigureOut">
              <a:rPr lang="en-IN" smtClean="0"/>
              <a:t>04-02-2025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2929008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4700F8-41D5-4EBC-BC22-637A5136D08F}"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1217530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4700F8-41D5-4EBC-BC22-637A5136D08F}"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5DF3D-0B04-40CB-8483-5F5E73548760}" type="slidenum">
              <a:rPr lang="en-IN" smtClean="0"/>
              <a:t>‹#›</a:t>
            </a:fld>
            <a:endParaRPr lang="en-IN"/>
          </a:p>
        </p:txBody>
      </p:sp>
    </p:spTree>
    <p:extLst>
      <p:ext uri="{BB962C8B-B14F-4D97-AF65-F5344CB8AC3E}">
        <p14:creationId xmlns:p14="http://schemas.microsoft.com/office/powerpoint/2010/main" val="3632236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4700F8-41D5-4EBC-BC22-637A5136D08F}" type="datetimeFigureOut">
              <a:rPr lang="en-IN" smtClean="0"/>
              <a:t>04-02-2025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5DF3D-0B04-40CB-8483-5F5E73548760}" type="slidenum">
              <a:rPr lang="en-IN" smtClean="0"/>
              <a:t>‹#›</a:t>
            </a:fld>
            <a:endParaRPr lang="en-IN"/>
          </a:p>
        </p:txBody>
      </p:sp>
    </p:spTree>
    <p:extLst>
      <p:ext uri="{BB962C8B-B14F-4D97-AF65-F5344CB8AC3E}">
        <p14:creationId xmlns:p14="http://schemas.microsoft.com/office/powerpoint/2010/main" val="18289130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EBA-9483-4B24-A763-1A3BB5C441D2}"/>
              </a:ext>
            </a:extLst>
          </p:cNvPr>
          <p:cNvSpPr>
            <a:spLocks noGrp="1"/>
          </p:cNvSpPr>
          <p:nvPr>
            <p:ph type="ctrTitle"/>
          </p:nvPr>
        </p:nvSpPr>
        <p:spPr>
          <a:xfrm>
            <a:off x="304060" y="908151"/>
            <a:ext cx="7772400" cy="2387600"/>
          </a:xfrm>
        </p:spPr>
        <p:txBody>
          <a:bodyPr>
            <a:normAutofit/>
          </a:bodyPr>
          <a:lstStyle/>
          <a:p>
            <a:r>
              <a:rPr lang="en-US" sz="4800" dirty="0">
                <a:solidFill>
                  <a:schemeClr val="accent1">
                    <a:lumMod val="50000"/>
                  </a:schemeClr>
                </a:solidFill>
                <a:latin typeface="Georgia" panose="02040502050405020303" pitchFamily="18" charset="0"/>
              </a:rPr>
              <a:t>Ranking</a:t>
            </a:r>
            <a:endParaRPr lang="en-IN" sz="4800" dirty="0">
              <a:solidFill>
                <a:schemeClr val="accent1">
                  <a:lumMod val="50000"/>
                </a:schemeClr>
              </a:solidFill>
              <a:latin typeface="Georgia" panose="02040502050405020303" pitchFamily="18" charset="0"/>
            </a:endParaRPr>
          </a:p>
        </p:txBody>
      </p:sp>
      <p:sp>
        <p:nvSpPr>
          <p:cNvPr id="3" name="Subtitle 2">
            <a:extLst>
              <a:ext uri="{FF2B5EF4-FFF2-40B4-BE49-F238E27FC236}">
                <a16:creationId xmlns:a16="http://schemas.microsoft.com/office/drawing/2014/main" id="{158E7AFC-B640-4391-8C66-9589B7766FE3}"/>
              </a:ext>
            </a:extLst>
          </p:cNvPr>
          <p:cNvSpPr>
            <a:spLocks noGrp="1"/>
          </p:cNvSpPr>
          <p:nvPr>
            <p:ph type="subTitle" idx="1"/>
          </p:nvPr>
        </p:nvSpPr>
        <p:spPr>
          <a:xfrm>
            <a:off x="0" y="1887739"/>
            <a:ext cx="3109404" cy="428424"/>
          </a:xfrm>
          <a:solidFill>
            <a:schemeClr val="accent1">
              <a:lumMod val="40000"/>
              <a:lumOff val="60000"/>
            </a:schemeClr>
          </a:solidFill>
          <a:ln>
            <a:noFill/>
          </a:ln>
          <a:effectLst>
            <a:glow rad="635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l"/>
            <a:r>
              <a:rPr lang="en-US" sz="2800" dirty="0">
                <a:latin typeface="Calisto MT" panose="02040603050505030304" pitchFamily="18" charset="0"/>
              </a:rPr>
              <a:t>Logical Reasoning</a:t>
            </a:r>
            <a:endParaRPr lang="en-IN" sz="2800" dirty="0">
              <a:latin typeface="Calisto MT" panose="0204060305050503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A473150-4136-A45E-1C51-9BF4C583FD89}"/>
                  </a:ext>
                </a:extLst>
              </p14:cNvPr>
              <p14:cNvContentPartPr/>
              <p14:nvPr/>
            </p14:nvContentPartPr>
            <p14:xfrm>
              <a:off x="1163520" y="769320"/>
              <a:ext cx="6930360" cy="4696200"/>
            </p14:xfrm>
          </p:contentPart>
        </mc:Choice>
        <mc:Fallback>
          <p:pic>
            <p:nvPicPr>
              <p:cNvPr id="4" name="Ink 3">
                <a:extLst>
                  <a:ext uri="{FF2B5EF4-FFF2-40B4-BE49-F238E27FC236}">
                    <a16:creationId xmlns:a16="http://schemas.microsoft.com/office/drawing/2014/main" id="{0A473150-4136-A45E-1C51-9BF4C583FD89}"/>
                  </a:ext>
                </a:extLst>
              </p:cNvPr>
              <p:cNvPicPr/>
              <p:nvPr/>
            </p:nvPicPr>
            <p:blipFill>
              <a:blip r:embed="rId3"/>
              <a:stretch>
                <a:fillRect/>
              </a:stretch>
            </p:blipFill>
            <p:spPr>
              <a:xfrm>
                <a:off x="1154160" y="759960"/>
                <a:ext cx="6949080" cy="4714920"/>
              </a:xfrm>
              <a:prstGeom prst="rect">
                <a:avLst/>
              </a:prstGeom>
            </p:spPr>
          </p:pic>
        </mc:Fallback>
      </mc:AlternateContent>
    </p:spTree>
    <p:extLst>
      <p:ext uri="{BB962C8B-B14F-4D97-AF65-F5344CB8AC3E}">
        <p14:creationId xmlns:p14="http://schemas.microsoft.com/office/powerpoint/2010/main" val="1816904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28650" y="931514"/>
            <a:ext cx="7886700" cy="1325563"/>
          </a:xfrm>
        </p:spPr>
        <p:txBody>
          <a:bodyPr>
            <a:normAutofit/>
          </a:bodyPr>
          <a:lstStyle/>
          <a:p>
            <a:r>
              <a:rPr lang="en-US" sz="2000" dirty="0">
                <a:latin typeface="+mn-lt"/>
              </a:rPr>
              <a:t>Arun ranks 17</a:t>
            </a:r>
            <a:r>
              <a:rPr lang="en-US" sz="2000" baseline="30000" dirty="0">
                <a:latin typeface="+mn-lt"/>
              </a:rPr>
              <a:t>th</a:t>
            </a:r>
            <a:r>
              <a:rPr lang="en-US" sz="2000" dirty="0">
                <a:latin typeface="+mn-lt"/>
              </a:rPr>
              <a:t> in a class of 31 students. What is his rank from the last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28650" y="2382008"/>
            <a:ext cx="7886700" cy="4351338"/>
          </a:xfrm>
        </p:spPr>
        <p:txBody>
          <a:bodyPr>
            <a:normAutofit/>
          </a:bodyPr>
          <a:lstStyle/>
          <a:p>
            <a:pPr marL="514350" indent="-514350">
              <a:buAutoNum type="alphaUcParenR"/>
            </a:pPr>
            <a:r>
              <a:rPr lang="en-US" sz="2000" dirty="0"/>
              <a:t>14</a:t>
            </a:r>
          </a:p>
          <a:p>
            <a:pPr marL="514350" indent="-514350">
              <a:buAutoNum type="alphaUcParenR"/>
            </a:pPr>
            <a:r>
              <a:rPr lang="en-US" sz="2000" dirty="0"/>
              <a:t>15</a:t>
            </a:r>
          </a:p>
          <a:p>
            <a:pPr marL="514350" indent="-514350">
              <a:buAutoNum type="alphaUcParenR"/>
            </a:pPr>
            <a:r>
              <a:rPr lang="en-US" sz="2000" dirty="0"/>
              <a:t>16</a:t>
            </a:r>
          </a:p>
          <a:p>
            <a:pPr marL="514350" indent="-514350">
              <a:buAutoNum type="alphaUcParenR"/>
            </a:pPr>
            <a:r>
              <a:rPr lang="en-US" sz="2000" dirty="0"/>
              <a:t>17</a:t>
            </a:r>
            <a:endParaRPr lang="en-IN" sz="2000"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CD6832DF-09A1-8245-72EA-DCD697EFC78E}"/>
                  </a:ext>
                </a:extLst>
              </p14:cNvPr>
              <p14:cNvContentPartPr/>
              <p14:nvPr/>
            </p14:nvContentPartPr>
            <p14:xfrm>
              <a:off x="185760" y="865080"/>
              <a:ext cx="8767800" cy="2357640"/>
            </p14:xfrm>
          </p:contentPart>
        </mc:Choice>
        <mc:Fallback>
          <p:pic>
            <p:nvPicPr>
              <p:cNvPr id="5" name="Ink 4">
                <a:extLst>
                  <a:ext uri="{FF2B5EF4-FFF2-40B4-BE49-F238E27FC236}">
                    <a16:creationId xmlns:a16="http://schemas.microsoft.com/office/drawing/2014/main" id="{CD6832DF-09A1-8245-72EA-DCD697EFC78E}"/>
                  </a:ext>
                </a:extLst>
              </p:cNvPr>
              <p:cNvPicPr/>
              <p:nvPr/>
            </p:nvPicPr>
            <p:blipFill>
              <a:blip r:embed="rId3"/>
              <a:stretch>
                <a:fillRect/>
              </a:stretch>
            </p:blipFill>
            <p:spPr>
              <a:xfrm>
                <a:off x="176400" y="855720"/>
                <a:ext cx="8786520" cy="2376360"/>
              </a:xfrm>
              <a:prstGeom prst="rect">
                <a:avLst/>
              </a:prstGeom>
            </p:spPr>
          </p:pic>
        </mc:Fallback>
      </mc:AlternateContent>
    </p:spTree>
    <p:extLst>
      <p:ext uri="{BB962C8B-B14F-4D97-AF65-F5344CB8AC3E}">
        <p14:creationId xmlns:p14="http://schemas.microsoft.com/office/powerpoint/2010/main" val="2547142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38215" y="768911"/>
            <a:ext cx="7886700" cy="1325563"/>
          </a:xfrm>
        </p:spPr>
        <p:txBody>
          <a:bodyPr>
            <a:normAutofit/>
          </a:bodyPr>
          <a:lstStyle/>
          <a:p>
            <a:r>
              <a:rPr lang="en-US" sz="2000" dirty="0">
                <a:latin typeface="+mn-lt"/>
              </a:rPr>
              <a:t>Rahul ranks 8</a:t>
            </a:r>
            <a:r>
              <a:rPr lang="en-US" sz="2000" baseline="30000" dirty="0">
                <a:latin typeface="+mn-lt"/>
              </a:rPr>
              <a:t>th</a:t>
            </a:r>
            <a:r>
              <a:rPr lang="en-US" sz="2000" dirty="0">
                <a:latin typeface="+mn-lt"/>
              </a:rPr>
              <a:t>  from the top and 22</a:t>
            </a:r>
            <a:r>
              <a:rPr lang="en-US" sz="2000" baseline="30000" dirty="0">
                <a:latin typeface="+mn-lt"/>
              </a:rPr>
              <a:t>nd</a:t>
            </a:r>
            <a:r>
              <a:rPr lang="en-US" sz="2000" dirty="0">
                <a:latin typeface="+mn-lt"/>
              </a:rPr>
              <a:t> from the bottom in a class how many students are there in the class</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95604" y="2028108"/>
            <a:ext cx="7886700" cy="4351338"/>
          </a:xfrm>
        </p:spPr>
        <p:txBody>
          <a:bodyPr>
            <a:normAutofit/>
          </a:bodyPr>
          <a:lstStyle/>
          <a:p>
            <a:pPr marL="514350" indent="-514350">
              <a:buAutoNum type="alphaUcParenR"/>
            </a:pPr>
            <a:r>
              <a:rPr lang="en-US" sz="2000" dirty="0"/>
              <a:t>29</a:t>
            </a:r>
          </a:p>
          <a:p>
            <a:pPr marL="514350" indent="-514350">
              <a:buAutoNum type="alphaUcParenR"/>
            </a:pPr>
            <a:r>
              <a:rPr lang="en-US" sz="2000" dirty="0"/>
              <a:t>27</a:t>
            </a:r>
          </a:p>
          <a:p>
            <a:pPr marL="514350" indent="-514350">
              <a:buAutoNum type="alphaUcParenR"/>
            </a:pPr>
            <a:r>
              <a:rPr lang="en-US" sz="2000" dirty="0"/>
              <a:t>21</a:t>
            </a:r>
          </a:p>
          <a:p>
            <a:pPr marL="514350" indent="-514350">
              <a:buAutoNum type="alphaUcParenR"/>
            </a:pPr>
            <a:r>
              <a:rPr lang="en-US" sz="2000" dirty="0"/>
              <a:t>22</a:t>
            </a:r>
            <a:endParaRPr lang="en-IN" sz="2000"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DDF555B-627D-A51E-9387-99BBA1D5B0BE}"/>
                  </a:ext>
                </a:extLst>
              </p14:cNvPr>
              <p14:cNvContentPartPr/>
              <p14:nvPr/>
            </p14:nvContentPartPr>
            <p14:xfrm>
              <a:off x="487440" y="1866960"/>
              <a:ext cx="8498520" cy="2901960"/>
            </p14:xfrm>
          </p:contentPart>
        </mc:Choice>
        <mc:Fallback>
          <p:pic>
            <p:nvPicPr>
              <p:cNvPr id="5" name="Ink 4">
                <a:extLst>
                  <a:ext uri="{FF2B5EF4-FFF2-40B4-BE49-F238E27FC236}">
                    <a16:creationId xmlns:a16="http://schemas.microsoft.com/office/drawing/2014/main" id="{1DDF555B-627D-A51E-9387-99BBA1D5B0BE}"/>
                  </a:ext>
                </a:extLst>
              </p:cNvPr>
              <p:cNvPicPr/>
              <p:nvPr/>
            </p:nvPicPr>
            <p:blipFill>
              <a:blip r:embed="rId3"/>
              <a:stretch>
                <a:fillRect/>
              </a:stretch>
            </p:blipFill>
            <p:spPr>
              <a:xfrm>
                <a:off x="478080" y="1857600"/>
                <a:ext cx="8517240" cy="2920680"/>
              </a:xfrm>
              <a:prstGeom prst="rect">
                <a:avLst/>
              </a:prstGeom>
            </p:spPr>
          </p:pic>
        </mc:Fallback>
      </mc:AlternateContent>
    </p:spTree>
    <p:extLst>
      <p:ext uri="{BB962C8B-B14F-4D97-AF65-F5344CB8AC3E}">
        <p14:creationId xmlns:p14="http://schemas.microsoft.com/office/powerpoint/2010/main" val="3825003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28650" y="969773"/>
            <a:ext cx="7886700" cy="1325563"/>
          </a:xfrm>
        </p:spPr>
        <p:txBody>
          <a:bodyPr>
            <a:normAutofit/>
          </a:bodyPr>
          <a:lstStyle/>
          <a:p>
            <a:r>
              <a:rPr lang="en-US" sz="2000" dirty="0">
                <a:latin typeface="+mn-lt"/>
              </a:rPr>
              <a:t>Manish is 15</a:t>
            </a:r>
            <a:r>
              <a:rPr lang="en-US" sz="2000" baseline="30000" dirty="0">
                <a:latin typeface="+mn-lt"/>
              </a:rPr>
              <a:t>th</a:t>
            </a:r>
            <a:r>
              <a:rPr lang="en-US" sz="2000" dirty="0">
                <a:latin typeface="+mn-lt"/>
              </a:rPr>
              <a:t> from the right end in a row of 50 boys. What is his position from the left end</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95604" y="2295924"/>
            <a:ext cx="7886700" cy="4351338"/>
          </a:xfrm>
        </p:spPr>
        <p:txBody>
          <a:bodyPr>
            <a:normAutofit/>
          </a:bodyPr>
          <a:lstStyle/>
          <a:p>
            <a:pPr marL="514350" indent="-514350">
              <a:buAutoNum type="alphaUcParenR"/>
            </a:pPr>
            <a:r>
              <a:rPr lang="en-US" sz="2000" dirty="0"/>
              <a:t>35</a:t>
            </a:r>
          </a:p>
          <a:p>
            <a:pPr marL="514350" indent="-514350">
              <a:buAutoNum type="alphaUcParenR"/>
            </a:pPr>
            <a:r>
              <a:rPr lang="en-US" sz="2000" dirty="0"/>
              <a:t>36</a:t>
            </a:r>
          </a:p>
          <a:p>
            <a:pPr marL="514350" indent="-514350">
              <a:buAutoNum type="alphaUcParenR"/>
            </a:pPr>
            <a:r>
              <a:rPr lang="en-US" sz="2000" dirty="0"/>
              <a:t>32</a:t>
            </a:r>
          </a:p>
          <a:p>
            <a:pPr marL="514350" indent="-514350">
              <a:buAutoNum type="alphaUcParenR"/>
            </a:pPr>
            <a:r>
              <a:rPr lang="en-US" sz="2000" dirty="0"/>
              <a:t>30</a:t>
            </a:r>
            <a:endParaRPr lang="en-IN" sz="2000"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A93011F-6161-7A15-FA99-A4B23D7973F1}"/>
                  </a:ext>
                </a:extLst>
              </p14:cNvPr>
              <p14:cNvContentPartPr/>
              <p14:nvPr/>
            </p14:nvContentPartPr>
            <p14:xfrm>
              <a:off x="312840" y="2653200"/>
              <a:ext cx="8466480" cy="747360"/>
            </p14:xfrm>
          </p:contentPart>
        </mc:Choice>
        <mc:Fallback>
          <p:pic>
            <p:nvPicPr>
              <p:cNvPr id="5" name="Ink 4">
                <a:extLst>
                  <a:ext uri="{FF2B5EF4-FFF2-40B4-BE49-F238E27FC236}">
                    <a16:creationId xmlns:a16="http://schemas.microsoft.com/office/drawing/2014/main" id="{0A93011F-6161-7A15-FA99-A4B23D7973F1}"/>
                  </a:ext>
                </a:extLst>
              </p:cNvPr>
              <p:cNvPicPr/>
              <p:nvPr/>
            </p:nvPicPr>
            <p:blipFill>
              <a:blip r:embed="rId3"/>
              <a:stretch>
                <a:fillRect/>
              </a:stretch>
            </p:blipFill>
            <p:spPr>
              <a:xfrm>
                <a:off x="303480" y="2643840"/>
                <a:ext cx="8485200" cy="766080"/>
              </a:xfrm>
              <a:prstGeom prst="rect">
                <a:avLst/>
              </a:prstGeom>
            </p:spPr>
          </p:pic>
        </mc:Fallback>
      </mc:AlternateContent>
    </p:spTree>
    <p:extLst>
      <p:ext uri="{BB962C8B-B14F-4D97-AF65-F5344CB8AC3E}">
        <p14:creationId xmlns:p14="http://schemas.microsoft.com/office/powerpoint/2010/main" val="2638774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69022" y="1356911"/>
            <a:ext cx="7886700" cy="1325563"/>
          </a:xfrm>
        </p:spPr>
        <p:txBody>
          <a:bodyPr>
            <a:normAutofit/>
          </a:bodyPr>
          <a:lstStyle/>
          <a:p>
            <a:r>
              <a:rPr lang="en-US" sz="2000" dirty="0">
                <a:latin typeface="+mn-lt"/>
              </a:rPr>
              <a:t>In a row of girls </a:t>
            </a:r>
            <a:r>
              <a:rPr lang="en-US" sz="2000" dirty="0" err="1">
                <a:latin typeface="+mn-lt"/>
              </a:rPr>
              <a:t>Janvi</a:t>
            </a:r>
            <a:r>
              <a:rPr lang="en-US" sz="2000" dirty="0">
                <a:latin typeface="+mn-lt"/>
              </a:rPr>
              <a:t> is 5</a:t>
            </a:r>
            <a:r>
              <a:rPr lang="en-US" sz="2000" baseline="30000" dirty="0">
                <a:latin typeface="+mn-lt"/>
              </a:rPr>
              <a:t>th </a:t>
            </a:r>
            <a:r>
              <a:rPr lang="en-US" sz="2000" dirty="0">
                <a:latin typeface="+mn-lt"/>
              </a:rPr>
              <a:t> from the start and 12</a:t>
            </a:r>
            <a:r>
              <a:rPr lang="en-US" sz="2000" baseline="30000" dirty="0">
                <a:latin typeface="+mn-lt"/>
              </a:rPr>
              <a:t>th</a:t>
            </a:r>
            <a:r>
              <a:rPr lang="en-US" sz="2000" dirty="0">
                <a:latin typeface="+mn-lt"/>
              </a:rPr>
              <a:t> from the end. If other row of girls, Varsha is 9</a:t>
            </a:r>
            <a:r>
              <a:rPr lang="en-US" sz="2000" baseline="30000" dirty="0">
                <a:latin typeface="+mn-lt"/>
              </a:rPr>
              <a:t>th</a:t>
            </a:r>
            <a:r>
              <a:rPr lang="en-US" sz="2000" dirty="0">
                <a:latin typeface="+mn-lt"/>
              </a:rPr>
              <a:t> from the start and 11</a:t>
            </a:r>
            <a:r>
              <a:rPr lang="en-US" sz="2000" baseline="30000" dirty="0">
                <a:latin typeface="+mn-lt"/>
              </a:rPr>
              <a:t>th</a:t>
            </a:r>
            <a:r>
              <a:rPr lang="en-US" sz="2000" dirty="0">
                <a:latin typeface="+mn-lt"/>
              </a:rPr>
              <a:t> from the end. How many girls are there in both the rows together?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2931160"/>
            <a:ext cx="7886700" cy="4351338"/>
          </a:xfrm>
        </p:spPr>
        <p:txBody>
          <a:bodyPr>
            <a:normAutofit/>
          </a:bodyPr>
          <a:lstStyle/>
          <a:p>
            <a:pPr marL="514350" indent="-514350">
              <a:buAutoNum type="alphaUcParenR"/>
            </a:pPr>
            <a:r>
              <a:rPr lang="en-US" sz="2000" dirty="0"/>
              <a:t>30</a:t>
            </a:r>
          </a:p>
          <a:p>
            <a:pPr marL="514350" indent="-514350">
              <a:buAutoNum type="alphaUcParenR"/>
            </a:pPr>
            <a:r>
              <a:rPr lang="en-US" sz="2000" dirty="0"/>
              <a:t>35</a:t>
            </a:r>
          </a:p>
          <a:p>
            <a:pPr marL="514350" indent="-514350">
              <a:buAutoNum type="alphaUcParenR"/>
            </a:pPr>
            <a:r>
              <a:rPr lang="en-US" sz="2000" dirty="0"/>
              <a:t>21</a:t>
            </a:r>
          </a:p>
          <a:p>
            <a:pPr marL="514350" indent="-514350">
              <a:buAutoNum type="alphaUcParenR"/>
            </a:pPr>
            <a:r>
              <a:rPr lang="en-US" sz="2000" dirty="0"/>
              <a:t>19</a:t>
            </a: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280BC59-3DD7-A223-B38A-C04071DF24B9}"/>
                  </a:ext>
                </a:extLst>
              </p14:cNvPr>
              <p14:cNvContentPartPr/>
              <p14:nvPr/>
            </p14:nvContentPartPr>
            <p14:xfrm>
              <a:off x="233640" y="2787840"/>
              <a:ext cx="7328880" cy="3923640"/>
            </p14:xfrm>
          </p:contentPart>
        </mc:Choice>
        <mc:Fallback>
          <p:pic>
            <p:nvPicPr>
              <p:cNvPr id="3" name="Ink 2">
                <a:extLst>
                  <a:ext uri="{FF2B5EF4-FFF2-40B4-BE49-F238E27FC236}">
                    <a16:creationId xmlns:a16="http://schemas.microsoft.com/office/drawing/2014/main" id="{B280BC59-3DD7-A223-B38A-C04071DF24B9}"/>
                  </a:ext>
                </a:extLst>
              </p:cNvPr>
              <p:cNvPicPr/>
              <p:nvPr/>
            </p:nvPicPr>
            <p:blipFill>
              <a:blip r:embed="rId3"/>
              <a:stretch>
                <a:fillRect/>
              </a:stretch>
            </p:blipFill>
            <p:spPr>
              <a:xfrm>
                <a:off x="224280" y="2778480"/>
                <a:ext cx="7347600" cy="3942360"/>
              </a:xfrm>
              <a:prstGeom prst="rect">
                <a:avLst/>
              </a:prstGeom>
            </p:spPr>
          </p:pic>
        </mc:Fallback>
      </mc:AlternateContent>
    </p:spTree>
    <p:extLst>
      <p:ext uri="{BB962C8B-B14F-4D97-AF65-F5344CB8AC3E}">
        <p14:creationId xmlns:p14="http://schemas.microsoft.com/office/powerpoint/2010/main" val="759941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69022" y="1356911"/>
            <a:ext cx="7886700" cy="1325563"/>
          </a:xfrm>
        </p:spPr>
        <p:txBody>
          <a:bodyPr>
            <a:normAutofit/>
          </a:bodyPr>
          <a:lstStyle/>
          <a:p>
            <a:r>
              <a:rPr lang="en-US" sz="2000" dirty="0">
                <a:latin typeface="+mn-lt"/>
                <a:cs typeface="Calibri"/>
              </a:rPr>
              <a:t>Alex is 12th from the right and fourth from the left in a row of boys. How many boys should be added to row such that there are 35 boys in the row?</a:t>
            </a: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2931160"/>
            <a:ext cx="7886700" cy="4351338"/>
          </a:xfrm>
        </p:spPr>
        <p:txBody>
          <a:bodyPr vert="horz" lIns="91440" tIns="45720" rIns="91440" bIns="45720" rtlCol="0" anchor="t">
            <a:normAutofit/>
          </a:bodyPr>
          <a:lstStyle/>
          <a:p>
            <a:pPr marL="514350" indent="-514350">
              <a:buAutoNum type="alphaUcParenR"/>
            </a:pPr>
            <a:r>
              <a:rPr lang="en-US" sz="2000" dirty="0">
                <a:cs typeface="Calibri"/>
              </a:rPr>
              <a:t>22</a:t>
            </a:r>
          </a:p>
          <a:p>
            <a:pPr marL="514350" indent="-514350">
              <a:buAutoNum type="alphaUcParenR"/>
            </a:pPr>
            <a:r>
              <a:rPr lang="en-US" sz="2000" dirty="0">
                <a:cs typeface="Calibri"/>
              </a:rPr>
              <a:t>24</a:t>
            </a:r>
          </a:p>
          <a:p>
            <a:pPr marL="514350" indent="-514350">
              <a:buAutoNum type="alphaUcParenR"/>
            </a:pPr>
            <a:r>
              <a:rPr lang="en-US" sz="2000" dirty="0">
                <a:cs typeface="Calibri"/>
              </a:rPr>
              <a:t>20</a:t>
            </a:r>
          </a:p>
          <a:p>
            <a:pPr marL="514350" indent="-514350">
              <a:buAutoNum type="alphaUcParenR"/>
            </a:pPr>
            <a:r>
              <a:rPr lang="en-US" sz="2000" dirty="0">
                <a:cs typeface="Calibri"/>
              </a:rPr>
              <a:t>35</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5DC83D0-3632-7195-6A98-2DE4B9EFBBEB}"/>
                  </a:ext>
                </a:extLst>
              </p14:cNvPr>
              <p14:cNvContentPartPr/>
              <p14:nvPr/>
            </p14:nvContentPartPr>
            <p14:xfrm>
              <a:off x="480960" y="2828160"/>
              <a:ext cx="7993800" cy="2367720"/>
            </p14:xfrm>
          </p:contentPart>
        </mc:Choice>
        <mc:Fallback>
          <p:pic>
            <p:nvPicPr>
              <p:cNvPr id="5" name="Ink 4">
                <a:extLst>
                  <a:ext uri="{FF2B5EF4-FFF2-40B4-BE49-F238E27FC236}">
                    <a16:creationId xmlns:a16="http://schemas.microsoft.com/office/drawing/2014/main" id="{05DC83D0-3632-7195-6A98-2DE4B9EFBBEB}"/>
                  </a:ext>
                </a:extLst>
              </p:cNvPr>
              <p:cNvPicPr/>
              <p:nvPr/>
            </p:nvPicPr>
            <p:blipFill>
              <a:blip r:embed="rId3"/>
              <a:stretch>
                <a:fillRect/>
              </a:stretch>
            </p:blipFill>
            <p:spPr>
              <a:xfrm>
                <a:off x="471600" y="2818800"/>
                <a:ext cx="8012520" cy="2386440"/>
              </a:xfrm>
              <a:prstGeom prst="rect">
                <a:avLst/>
              </a:prstGeom>
            </p:spPr>
          </p:pic>
        </mc:Fallback>
      </mc:AlternateContent>
    </p:spTree>
    <p:extLst>
      <p:ext uri="{BB962C8B-B14F-4D97-AF65-F5344CB8AC3E}">
        <p14:creationId xmlns:p14="http://schemas.microsoft.com/office/powerpoint/2010/main" val="1871341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28650" y="683950"/>
            <a:ext cx="7886700" cy="1325563"/>
          </a:xfrm>
        </p:spPr>
        <p:txBody>
          <a:bodyPr>
            <a:normAutofit/>
          </a:bodyPr>
          <a:lstStyle/>
          <a:p>
            <a:r>
              <a:rPr lang="en-US" sz="2000" dirty="0">
                <a:latin typeface="+mn-lt"/>
              </a:rPr>
              <a:t>P, Q, R, S and T are standing in a line. P is taller than S but shorter than Q. T is shorter than S but taller than R. who is the second tallest of them all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8587" y="1991458"/>
            <a:ext cx="7886700" cy="4351338"/>
          </a:xfrm>
        </p:spPr>
        <p:txBody>
          <a:bodyPr>
            <a:normAutofit/>
          </a:bodyPr>
          <a:lstStyle/>
          <a:p>
            <a:pPr marL="514350" indent="-514350">
              <a:buAutoNum type="alphaUcParenR"/>
            </a:pPr>
            <a:r>
              <a:rPr lang="en-US" sz="2000" dirty="0"/>
              <a:t>T</a:t>
            </a:r>
          </a:p>
          <a:p>
            <a:pPr marL="514350" indent="-514350">
              <a:buAutoNum type="alphaUcParenR"/>
            </a:pPr>
            <a:r>
              <a:rPr lang="en-US" sz="2000" dirty="0"/>
              <a:t>S</a:t>
            </a:r>
          </a:p>
          <a:p>
            <a:pPr marL="514350" indent="-514350">
              <a:buAutoNum type="alphaUcParenR"/>
            </a:pPr>
            <a:r>
              <a:rPr lang="en-US" sz="2000" dirty="0"/>
              <a:t>R</a:t>
            </a:r>
          </a:p>
          <a:p>
            <a:pPr marL="514350" indent="-514350">
              <a:buAutoNum type="alphaUcParenR"/>
            </a:pPr>
            <a:r>
              <a:rPr lang="en-US" sz="2000" dirty="0"/>
              <a:t>P</a:t>
            </a: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2958DCF-EAC0-A5A5-3AAB-67C7C6EBCC04}"/>
                  </a:ext>
                </a:extLst>
              </p14:cNvPr>
              <p14:cNvContentPartPr/>
              <p14:nvPr/>
            </p14:nvContentPartPr>
            <p14:xfrm>
              <a:off x="276120" y="1517040"/>
              <a:ext cx="7652520" cy="4196520"/>
            </p14:xfrm>
          </p:contentPart>
        </mc:Choice>
        <mc:Fallback>
          <p:pic>
            <p:nvPicPr>
              <p:cNvPr id="3" name="Ink 2">
                <a:extLst>
                  <a:ext uri="{FF2B5EF4-FFF2-40B4-BE49-F238E27FC236}">
                    <a16:creationId xmlns:a16="http://schemas.microsoft.com/office/drawing/2014/main" id="{32958DCF-EAC0-A5A5-3AAB-67C7C6EBCC04}"/>
                  </a:ext>
                </a:extLst>
              </p:cNvPr>
              <p:cNvPicPr/>
              <p:nvPr/>
            </p:nvPicPr>
            <p:blipFill>
              <a:blip r:embed="rId3"/>
              <a:stretch>
                <a:fillRect/>
              </a:stretch>
            </p:blipFill>
            <p:spPr>
              <a:xfrm>
                <a:off x="266760" y="1507680"/>
                <a:ext cx="7671240" cy="4215240"/>
              </a:xfrm>
              <a:prstGeom prst="rect">
                <a:avLst/>
              </a:prstGeom>
            </p:spPr>
          </p:pic>
        </mc:Fallback>
      </mc:AlternateContent>
    </p:spTree>
    <p:extLst>
      <p:ext uri="{BB962C8B-B14F-4D97-AF65-F5344CB8AC3E}">
        <p14:creationId xmlns:p14="http://schemas.microsoft.com/office/powerpoint/2010/main" val="2987542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735976" y="1117790"/>
            <a:ext cx="7886700" cy="1325563"/>
          </a:xfrm>
        </p:spPr>
        <p:txBody>
          <a:bodyPr>
            <a:normAutofit/>
          </a:bodyPr>
          <a:lstStyle/>
          <a:p>
            <a:r>
              <a:rPr lang="en-US" sz="2000" dirty="0">
                <a:latin typeface="+mn-lt"/>
              </a:rPr>
              <a:t>Radha is 29</a:t>
            </a:r>
            <a:r>
              <a:rPr lang="en-US" sz="2000" baseline="30000" dirty="0">
                <a:latin typeface="+mn-lt"/>
              </a:rPr>
              <a:t>th</a:t>
            </a:r>
            <a:r>
              <a:rPr lang="en-US" sz="2000" dirty="0">
                <a:latin typeface="+mn-lt"/>
              </a:rPr>
              <a:t> from the right end and 39</a:t>
            </a:r>
            <a:r>
              <a:rPr lang="en-US" sz="2000" baseline="30000" dirty="0">
                <a:latin typeface="+mn-lt"/>
              </a:rPr>
              <a:t>th</a:t>
            </a:r>
            <a:r>
              <a:rPr lang="en-US" sz="2000" dirty="0">
                <a:latin typeface="+mn-lt"/>
              </a:rPr>
              <a:t> from the left end. </a:t>
            </a:r>
            <a:r>
              <a:rPr lang="en-US" sz="2000" dirty="0" err="1">
                <a:latin typeface="+mn-lt"/>
              </a:rPr>
              <a:t>Rishaw</a:t>
            </a:r>
            <a:r>
              <a:rPr lang="en-US" sz="2000" dirty="0">
                <a:latin typeface="+mn-lt"/>
              </a:rPr>
              <a:t> is exactly in the middle of the row, then what is his place from both ends?</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8587" y="2596390"/>
            <a:ext cx="7886700" cy="4351338"/>
          </a:xfrm>
        </p:spPr>
        <p:txBody>
          <a:bodyPr>
            <a:normAutofit/>
          </a:bodyPr>
          <a:lstStyle/>
          <a:p>
            <a:pPr marL="514350" indent="-514350">
              <a:buAutoNum type="alphaUcParenR"/>
            </a:pPr>
            <a:r>
              <a:rPr lang="en-US" sz="2000" dirty="0"/>
              <a:t>39</a:t>
            </a:r>
            <a:r>
              <a:rPr lang="en-US" sz="2000" baseline="30000" dirty="0"/>
              <a:t>th</a:t>
            </a:r>
            <a:endParaRPr lang="en-US" sz="2000" dirty="0"/>
          </a:p>
          <a:p>
            <a:pPr marL="514350" indent="-514350">
              <a:buAutoNum type="alphaUcParenR"/>
            </a:pPr>
            <a:r>
              <a:rPr lang="en-US" sz="2000" dirty="0"/>
              <a:t>38</a:t>
            </a:r>
            <a:r>
              <a:rPr lang="en-US" sz="2000" baseline="30000" dirty="0"/>
              <a:t>th</a:t>
            </a:r>
            <a:endParaRPr lang="en-US" sz="2000" dirty="0"/>
          </a:p>
          <a:p>
            <a:pPr marL="514350" indent="-514350">
              <a:buAutoNum type="alphaUcParenR"/>
            </a:pPr>
            <a:r>
              <a:rPr lang="en-US" sz="2000" dirty="0"/>
              <a:t>35</a:t>
            </a:r>
            <a:r>
              <a:rPr lang="en-US" sz="2000" baseline="30000" dirty="0"/>
              <a:t>th</a:t>
            </a:r>
          </a:p>
          <a:p>
            <a:pPr marL="514350" indent="-514350">
              <a:buAutoNum type="alphaUcParenR"/>
            </a:pPr>
            <a:r>
              <a:rPr lang="en-US" sz="2000" dirty="0"/>
              <a:t>34</a:t>
            </a:r>
            <a:r>
              <a:rPr lang="en-US" sz="2000" baseline="30000" dirty="0"/>
              <a:t>th</a:t>
            </a:r>
          </a:p>
          <a:p>
            <a:pPr marL="0" indent="0">
              <a:buNone/>
            </a:pPr>
            <a:endParaRPr lang="en-US" sz="2000" dirty="0"/>
          </a:p>
          <a:p>
            <a:pPr marL="514350" indent="-514350">
              <a:buAutoNum type="alphaUcParenR"/>
            </a:pP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59AEE21-DA3E-17D4-9A86-82AC68604B8B}"/>
                  </a:ext>
                </a:extLst>
              </p14:cNvPr>
              <p14:cNvContentPartPr/>
              <p14:nvPr/>
            </p14:nvContentPartPr>
            <p14:xfrm>
              <a:off x="362880" y="2078280"/>
              <a:ext cx="7790040" cy="4153320"/>
            </p14:xfrm>
          </p:contentPart>
        </mc:Choice>
        <mc:Fallback>
          <p:pic>
            <p:nvPicPr>
              <p:cNvPr id="3" name="Ink 2">
                <a:extLst>
                  <a:ext uri="{FF2B5EF4-FFF2-40B4-BE49-F238E27FC236}">
                    <a16:creationId xmlns:a16="http://schemas.microsoft.com/office/drawing/2014/main" id="{F59AEE21-DA3E-17D4-9A86-82AC68604B8B}"/>
                  </a:ext>
                </a:extLst>
              </p:cNvPr>
              <p:cNvPicPr/>
              <p:nvPr/>
            </p:nvPicPr>
            <p:blipFill>
              <a:blip r:embed="rId3"/>
              <a:stretch>
                <a:fillRect/>
              </a:stretch>
            </p:blipFill>
            <p:spPr>
              <a:xfrm>
                <a:off x="353520" y="2068920"/>
                <a:ext cx="7808760" cy="4172040"/>
              </a:xfrm>
              <a:prstGeom prst="rect">
                <a:avLst/>
              </a:prstGeom>
            </p:spPr>
          </p:pic>
        </mc:Fallback>
      </mc:AlternateContent>
    </p:spTree>
    <p:extLst>
      <p:ext uri="{BB962C8B-B14F-4D97-AF65-F5344CB8AC3E}">
        <p14:creationId xmlns:p14="http://schemas.microsoft.com/office/powerpoint/2010/main" val="2389147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1050836"/>
            <a:ext cx="7886700" cy="1325563"/>
          </a:xfrm>
        </p:spPr>
        <p:txBody>
          <a:bodyPr>
            <a:normAutofit/>
          </a:bodyPr>
          <a:lstStyle/>
          <a:p>
            <a:r>
              <a:rPr lang="en-US" sz="2000" dirty="0" err="1">
                <a:latin typeface="+mn-lt"/>
              </a:rPr>
              <a:t>Priti</a:t>
            </a:r>
            <a:r>
              <a:rPr lang="en-US" sz="2000" dirty="0">
                <a:latin typeface="+mn-lt"/>
              </a:rPr>
              <a:t> scored more than Rahul. Yamuna scored as much as </a:t>
            </a:r>
            <a:r>
              <a:rPr lang="en-US" sz="2000" dirty="0" err="1">
                <a:latin typeface="+mn-lt"/>
              </a:rPr>
              <a:t>Divya</a:t>
            </a:r>
            <a:r>
              <a:rPr lang="en-US" sz="2000" dirty="0">
                <a:latin typeface="+mn-lt"/>
              </a:rPr>
              <a:t>. </a:t>
            </a:r>
            <a:r>
              <a:rPr lang="en-US" sz="2000" dirty="0" err="1">
                <a:latin typeface="+mn-lt"/>
              </a:rPr>
              <a:t>Lokita</a:t>
            </a:r>
            <a:r>
              <a:rPr lang="en-US" sz="2000" dirty="0">
                <a:latin typeface="+mn-lt"/>
              </a:rPr>
              <a:t> scored less than Manju. Rahul scored more than Yamuna. Manju scored less than </a:t>
            </a:r>
            <a:r>
              <a:rPr lang="en-US" sz="2000" dirty="0" err="1">
                <a:latin typeface="+mn-lt"/>
              </a:rPr>
              <a:t>Divya</a:t>
            </a:r>
            <a:r>
              <a:rPr lang="en-US" sz="2000" dirty="0">
                <a:latin typeface="+mn-lt"/>
              </a:rPr>
              <a:t>. Who scored the lowest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80939" y="2366834"/>
            <a:ext cx="7886700" cy="4351338"/>
          </a:xfrm>
        </p:spPr>
        <p:txBody>
          <a:bodyPr>
            <a:normAutofit/>
          </a:bodyPr>
          <a:lstStyle/>
          <a:p>
            <a:pPr marL="514350" indent="-514350">
              <a:buAutoNum type="alphaUcParenR"/>
            </a:pPr>
            <a:r>
              <a:rPr lang="en-US" sz="2000" dirty="0" err="1"/>
              <a:t>Lokita</a:t>
            </a:r>
            <a:endParaRPr lang="en-US" sz="2000" dirty="0"/>
          </a:p>
          <a:p>
            <a:pPr marL="514350" indent="-514350">
              <a:buAutoNum type="alphaUcParenR"/>
            </a:pPr>
            <a:r>
              <a:rPr lang="en-US" sz="2000" dirty="0"/>
              <a:t>Rahul</a:t>
            </a:r>
          </a:p>
          <a:p>
            <a:pPr marL="514350" indent="-514350">
              <a:buAutoNum type="alphaUcParenR"/>
            </a:pPr>
            <a:r>
              <a:rPr lang="en-US" sz="2000" dirty="0"/>
              <a:t>Manju</a:t>
            </a:r>
          </a:p>
          <a:p>
            <a:pPr marL="514350" indent="-514350">
              <a:buAutoNum type="alphaUcParenR"/>
            </a:pPr>
            <a:r>
              <a:rPr lang="en-US" sz="2000" dirty="0"/>
              <a:t>Yamuna</a:t>
            </a: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61BDE43-77CB-C96D-3A9E-2550466A86F8}"/>
                  </a:ext>
                </a:extLst>
              </p14:cNvPr>
              <p14:cNvContentPartPr/>
              <p14:nvPr/>
            </p14:nvContentPartPr>
            <p14:xfrm>
              <a:off x="212400" y="1869120"/>
              <a:ext cx="8333640" cy="1757160"/>
            </p14:xfrm>
          </p:contentPart>
        </mc:Choice>
        <mc:Fallback>
          <p:pic>
            <p:nvPicPr>
              <p:cNvPr id="3" name="Ink 2">
                <a:extLst>
                  <a:ext uri="{FF2B5EF4-FFF2-40B4-BE49-F238E27FC236}">
                    <a16:creationId xmlns:a16="http://schemas.microsoft.com/office/drawing/2014/main" id="{B61BDE43-77CB-C96D-3A9E-2550466A86F8}"/>
                  </a:ext>
                </a:extLst>
              </p:cNvPr>
              <p:cNvPicPr/>
              <p:nvPr/>
            </p:nvPicPr>
            <p:blipFill>
              <a:blip r:embed="rId3"/>
              <a:stretch>
                <a:fillRect/>
              </a:stretch>
            </p:blipFill>
            <p:spPr>
              <a:xfrm>
                <a:off x="203040" y="1859760"/>
                <a:ext cx="8352360" cy="1775880"/>
              </a:xfrm>
              <a:prstGeom prst="rect">
                <a:avLst/>
              </a:prstGeom>
            </p:spPr>
          </p:pic>
        </mc:Fallback>
      </mc:AlternateContent>
    </p:spTree>
    <p:extLst>
      <p:ext uri="{BB962C8B-B14F-4D97-AF65-F5344CB8AC3E}">
        <p14:creationId xmlns:p14="http://schemas.microsoft.com/office/powerpoint/2010/main" val="377957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A got more marks than B who got more marks than C. D got less marks than C who got less marks than A. E got less marks than C but more marks than F. who got highest marks</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A</a:t>
            </a:r>
          </a:p>
          <a:p>
            <a:pPr marL="514350" indent="-514350">
              <a:buAutoNum type="alphaUcParenR"/>
            </a:pPr>
            <a:r>
              <a:rPr lang="en-US" sz="2000" dirty="0"/>
              <a:t>B</a:t>
            </a:r>
          </a:p>
          <a:p>
            <a:pPr marL="514350" indent="-514350">
              <a:buAutoNum type="alphaUcParenR"/>
            </a:pPr>
            <a:r>
              <a:rPr lang="en-US" sz="2000" dirty="0"/>
              <a:t>E</a:t>
            </a:r>
          </a:p>
          <a:p>
            <a:pPr marL="514350" indent="-514350">
              <a:buAutoNum type="alphaUcParenR"/>
            </a:pPr>
            <a:r>
              <a:rPr lang="en-US" sz="2000" dirty="0"/>
              <a:t>F</a:t>
            </a:r>
            <a:endParaRPr lang="en-IN" sz="2000"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C4667FA6-CEEB-3740-BFF2-9B4DB1C075DF}"/>
                  </a:ext>
                </a:extLst>
              </p14:cNvPr>
              <p14:cNvContentPartPr/>
              <p14:nvPr/>
            </p14:nvContentPartPr>
            <p14:xfrm>
              <a:off x="238320" y="1018440"/>
              <a:ext cx="8303760" cy="5899320"/>
            </p14:xfrm>
          </p:contentPart>
        </mc:Choice>
        <mc:Fallback>
          <p:pic>
            <p:nvPicPr>
              <p:cNvPr id="5" name="Ink 4">
                <a:extLst>
                  <a:ext uri="{FF2B5EF4-FFF2-40B4-BE49-F238E27FC236}">
                    <a16:creationId xmlns:a16="http://schemas.microsoft.com/office/drawing/2014/main" id="{C4667FA6-CEEB-3740-BFF2-9B4DB1C075DF}"/>
                  </a:ext>
                </a:extLst>
              </p:cNvPr>
              <p:cNvPicPr/>
              <p:nvPr/>
            </p:nvPicPr>
            <p:blipFill>
              <a:blip r:embed="rId3"/>
              <a:stretch>
                <a:fillRect/>
              </a:stretch>
            </p:blipFill>
            <p:spPr>
              <a:xfrm>
                <a:off x="228960" y="1009080"/>
                <a:ext cx="8322480" cy="5918040"/>
              </a:xfrm>
              <a:prstGeom prst="rect">
                <a:avLst/>
              </a:prstGeom>
            </p:spPr>
          </p:pic>
        </mc:Fallback>
      </mc:AlternateContent>
    </p:spTree>
    <p:extLst>
      <p:ext uri="{BB962C8B-B14F-4D97-AF65-F5344CB8AC3E}">
        <p14:creationId xmlns:p14="http://schemas.microsoft.com/office/powerpoint/2010/main" val="3161354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In five persons P is elder than T who is younger than R. R is elder than Q but younger than P. S is younger than T but elder than Q. who is youngest between them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T</a:t>
            </a:r>
          </a:p>
          <a:p>
            <a:pPr marL="514350" indent="-514350">
              <a:buAutoNum type="alphaUcParenR"/>
            </a:pPr>
            <a:r>
              <a:rPr lang="en-US" sz="2000" dirty="0"/>
              <a:t>P</a:t>
            </a:r>
          </a:p>
          <a:p>
            <a:pPr marL="514350" indent="-514350">
              <a:buAutoNum type="alphaUcParenR"/>
            </a:pPr>
            <a:r>
              <a:rPr lang="en-US" sz="2000" dirty="0"/>
              <a:t>S</a:t>
            </a:r>
          </a:p>
          <a:p>
            <a:pPr marL="514350" indent="-514350">
              <a:buAutoNum type="alphaUcParenR"/>
            </a:pPr>
            <a:r>
              <a:rPr lang="en-US" sz="2000" dirty="0"/>
              <a:t>Q</a:t>
            </a:r>
            <a:endParaRPr lang="en-IN" sz="2000"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84AEE01-29AC-7116-DEE8-E670657AF7F9}"/>
                  </a:ext>
                </a:extLst>
              </p14:cNvPr>
              <p14:cNvContentPartPr/>
              <p14:nvPr/>
            </p14:nvContentPartPr>
            <p14:xfrm>
              <a:off x="-5400" y="1324440"/>
              <a:ext cx="6926760" cy="5269680"/>
            </p14:xfrm>
          </p:contentPart>
        </mc:Choice>
        <mc:Fallback>
          <p:pic>
            <p:nvPicPr>
              <p:cNvPr id="5" name="Ink 4">
                <a:extLst>
                  <a:ext uri="{FF2B5EF4-FFF2-40B4-BE49-F238E27FC236}">
                    <a16:creationId xmlns:a16="http://schemas.microsoft.com/office/drawing/2014/main" id="{084AEE01-29AC-7116-DEE8-E670657AF7F9}"/>
                  </a:ext>
                </a:extLst>
              </p:cNvPr>
              <p:cNvPicPr/>
              <p:nvPr/>
            </p:nvPicPr>
            <p:blipFill>
              <a:blip r:embed="rId3"/>
              <a:stretch>
                <a:fillRect/>
              </a:stretch>
            </p:blipFill>
            <p:spPr>
              <a:xfrm>
                <a:off x="-14760" y="1315080"/>
                <a:ext cx="6945480" cy="5288400"/>
              </a:xfrm>
              <a:prstGeom prst="rect">
                <a:avLst/>
              </a:prstGeom>
            </p:spPr>
          </p:pic>
        </mc:Fallback>
      </mc:AlternateContent>
    </p:spTree>
    <p:extLst>
      <p:ext uri="{BB962C8B-B14F-4D97-AF65-F5344CB8AC3E}">
        <p14:creationId xmlns:p14="http://schemas.microsoft.com/office/powerpoint/2010/main" val="2247732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700226" y="683950"/>
            <a:ext cx="7886700" cy="1325563"/>
          </a:xfrm>
        </p:spPr>
        <p:txBody>
          <a:bodyPr>
            <a:normAutofit fontScale="90000"/>
          </a:bodyPr>
          <a:lstStyle/>
          <a:p>
            <a:r>
              <a:rPr lang="en-US" sz="2000">
                <a:latin typeface="+mn-lt"/>
              </a:rPr>
              <a:t>There are six containers in a stack with different volumes. Every container has its volume in odd numbers only. Only C is heavier than E. F is not the lowest. A is heavier than F. second lowest container volume is 15 and the second highest container is 33. B is heavier than D but lighter than F</a:t>
            </a:r>
            <a:br>
              <a:rPr lang="en-US" sz="2000">
                <a:latin typeface="+mn-lt"/>
              </a:rPr>
            </a:br>
            <a:r>
              <a:rPr lang="en-US" sz="2000">
                <a:latin typeface="+mn-lt"/>
              </a:rPr>
              <a:t>If F volume is 17, then which of the following is true</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700226" y="2160363"/>
            <a:ext cx="7886700" cy="4351338"/>
          </a:xfrm>
        </p:spPr>
        <p:txBody>
          <a:bodyPr>
            <a:normAutofit/>
          </a:bodyPr>
          <a:lstStyle/>
          <a:p>
            <a:pPr marL="514350" indent="-514350">
              <a:buAutoNum type="alphaUcParenR"/>
            </a:pPr>
            <a:r>
              <a:rPr lang="en-US" sz="2000" dirty="0"/>
              <a:t>A’s volume can be 21</a:t>
            </a:r>
          </a:p>
          <a:p>
            <a:pPr marL="514350" indent="-514350">
              <a:buFont typeface="Arial" panose="020B0604020202020204" pitchFamily="34" charset="0"/>
              <a:buAutoNum type="alphaUcParenR"/>
            </a:pPr>
            <a:r>
              <a:rPr lang="en-US" sz="2000" dirty="0"/>
              <a:t>A’s volume can be 37</a:t>
            </a:r>
          </a:p>
          <a:p>
            <a:pPr marL="514350" indent="-514350">
              <a:buFont typeface="Arial" panose="020B0604020202020204" pitchFamily="34" charset="0"/>
              <a:buAutoNum type="alphaUcParenR"/>
            </a:pPr>
            <a:r>
              <a:rPr lang="en-US" sz="2000" dirty="0"/>
              <a:t>A’s volume can be 9</a:t>
            </a:r>
          </a:p>
          <a:p>
            <a:pPr marL="514350" indent="-514350">
              <a:buFont typeface="Arial" panose="020B0604020202020204" pitchFamily="34" charset="0"/>
              <a:buAutoNum type="alphaUcParenR"/>
            </a:pPr>
            <a:r>
              <a:rPr lang="en-US" sz="2000" dirty="0"/>
              <a:t>A’s volume can be 15</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B416713-A185-6EB4-AEC5-66680775E55B}"/>
                  </a:ext>
                </a:extLst>
              </p14:cNvPr>
              <p14:cNvContentPartPr/>
              <p14:nvPr/>
            </p14:nvContentPartPr>
            <p14:xfrm>
              <a:off x="-33840" y="1892880"/>
              <a:ext cx="9472680" cy="4409640"/>
            </p14:xfrm>
          </p:contentPart>
        </mc:Choice>
        <mc:Fallback>
          <p:pic>
            <p:nvPicPr>
              <p:cNvPr id="3" name="Ink 2">
                <a:extLst>
                  <a:ext uri="{FF2B5EF4-FFF2-40B4-BE49-F238E27FC236}">
                    <a16:creationId xmlns:a16="http://schemas.microsoft.com/office/drawing/2014/main" id="{9B416713-A185-6EB4-AEC5-66680775E55B}"/>
                  </a:ext>
                </a:extLst>
              </p:cNvPr>
              <p:cNvPicPr/>
              <p:nvPr/>
            </p:nvPicPr>
            <p:blipFill>
              <a:blip r:embed="rId3"/>
              <a:stretch>
                <a:fillRect/>
              </a:stretch>
            </p:blipFill>
            <p:spPr>
              <a:xfrm>
                <a:off x="-43200" y="1883520"/>
                <a:ext cx="9491400" cy="4428360"/>
              </a:xfrm>
              <a:prstGeom prst="rect">
                <a:avLst/>
              </a:prstGeom>
            </p:spPr>
          </p:pic>
        </mc:Fallback>
      </mc:AlternateContent>
    </p:spTree>
    <p:extLst>
      <p:ext uri="{BB962C8B-B14F-4D97-AF65-F5344CB8AC3E}">
        <p14:creationId xmlns:p14="http://schemas.microsoft.com/office/powerpoint/2010/main" val="3563700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700226" y="683950"/>
            <a:ext cx="7886700" cy="1325563"/>
          </a:xfrm>
        </p:spPr>
        <p:txBody>
          <a:bodyPr>
            <a:normAutofit fontScale="90000"/>
          </a:bodyPr>
          <a:lstStyle/>
          <a:p>
            <a:r>
              <a:rPr lang="en-US" sz="2000" dirty="0">
                <a:latin typeface="+mn-lt"/>
              </a:rPr>
              <a:t>There are six containers in a stack with different volumes. Every container has its volume in odd numbers only. Only C is heavier than E. F is not the lowest. A is heavier than F. second lowest container volume is 15 and the second highest container is 33. B is heavier than D but lighter than F</a:t>
            </a:r>
            <a:br>
              <a:rPr lang="en-US" sz="2000" dirty="0">
                <a:latin typeface="+mn-lt"/>
              </a:rPr>
            </a:br>
            <a:r>
              <a:rPr lang="en-US" sz="2000" dirty="0">
                <a:latin typeface="+mn-lt"/>
              </a:rPr>
              <a:t>what is the possible weight of D</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700226" y="2160363"/>
            <a:ext cx="7886700" cy="4351338"/>
          </a:xfrm>
        </p:spPr>
        <p:txBody>
          <a:bodyPr>
            <a:normAutofit/>
          </a:bodyPr>
          <a:lstStyle/>
          <a:p>
            <a:pPr marL="514350" indent="-514350">
              <a:buAutoNum type="alphaUcParenR"/>
            </a:pPr>
            <a:r>
              <a:rPr lang="en-US" sz="2000" dirty="0"/>
              <a:t>21</a:t>
            </a:r>
          </a:p>
          <a:p>
            <a:pPr marL="514350" indent="-514350">
              <a:buAutoNum type="alphaUcParenR"/>
            </a:pPr>
            <a:r>
              <a:rPr lang="en-US" sz="2000" dirty="0"/>
              <a:t>33</a:t>
            </a:r>
          </a:p>
          <a:p>
            <a:pPr marL="514350" indent="-514350">
              <a:buAutoNum type="alphaUcParenR"/>
            </a:pPr>
            <a:r>
              <a:rPr lang="en-US" sz="2000" dirty="0"/>
              <a:t>41</a:t>
            </a:r>
          </a:p>
          <a:p>
            <a:pPr marL="514350" indent="-514350">
              <a:buAutoNum type="alphaUcParenR"/>
            </a:pPr>
            <a:r>
              <a:rPr lang="en-US" sz="2000" dirty="0"/>
              <a:t>13</a:t>
            </a:r>
          </a:p>
          <a:p>
            <a:pPr marL="514350" indent="-514350">
              <a:buAutoNum type="alphaUcParenR"/>
            </a:pP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54719A9-16FC-3756-E3FF-548A94FB84CE}"/>
                  </a:ext>
                </a:extLst>
              </p14:cNvPr>
              <p14:cNvContentPartPr/>
              <p14:nvPr/>
            </p14:nvContentPartPr>
            <p14:xfrm>
              <a:off x="-376920" y="2178360"/>
              <a:ext cx="3611880" cy="2403720"/>
            </p14:xfrm>
          </p:contentPart>
        </mc:Choice>
        <mc:Fallback>
          <p:pic>
            <p:nvPicPr>
              <p:cNvPr id="3" name="Ink 2">
                <a:extLst>
                  <a:ext uri="{FF2B5EF4-FFF2-40B4-BE49-F238E27FC236}">
                    <a16:creationId xmlns:a16="http://schemas.microsoft.com/office/drawing/2014/main" id="{D54719A9-16FC-3756-E3FF-548A94FB84CE}"/>
                  </a:ext>
                </a:extLst>
              </p:cNvPr>
              <p:cNvPicPr/>
              <p:nvPr/>
            </p:nvPicPr>
            <p:blipFill>
              <a:blip r:embed="rId3"/>
              <a:stretch>
                <a:fillRect/>
              </a:stretch>
            </p:blipFill>
            <p:spPr>
              <a:xfrm>
                <a:off x="-386280" y="2169000"/>
                <a:ext cx="3630600" cy="2422440"/>
              </a:xfrm>
              <a:prstGeom prst="rect">
                <a:avLst/>
              </a:prstGeom>
            </p:spPr>
          </p:pic>
        </mc:Fallback>
      </mc:AlternateContent>
    </p:spTree>
    <p:extLst>
      <p:ext uri="{BB962C8B-B14F-4D97-AF65-F5344CB8AC3E}">
        <p14:creationId xmlns:p14="http://schemas.microsoft.com/office/powerpoint/2010/main" val="376094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EBA-9483-4B24-A763-1A3BB5C441D2}"/>
              </a:ext>
            </a:extLst>
          </p:cNvPr>
          <p:cNvSpPr>
            <a:spLocks noGrp="1"/>
          </p:cNvSpPr>
          <p:nvPr>
            <p:ph type="ctrTitle"/>
          </p:nvPr>
        </p:nvSpPr>
        <p:spPr>
          <a:xfrm>
            <a:off x="304060" y="908151"/>
            <a:ext cx="7772400" cy="2387600"/>
          </a:xfrm>
        </p:spPr>
        <p:txBody>
          <a:bodyPr>
            <a:normAutofit/>
          </a:bodyPr>
          <a:lstStyle/>
          <a:p>
            <a:r>
              <a:rPr lang="en-US" sz="4800" dirty="0" err="1">
                <a:solidFill>
                  <a:schemeClr val="accent1">
                    <a:lumMod val="50000"/>
                  </a:schemeClr>
                </a:solidFill>
                <a:latin typeface="Georgia" panose="02040502050405020303" pitchFamily="18" charset="0"/>
              </a:rPr>
              <a:t>Anology</a:t>
            </a:r>
            <a:endParaRPr lang="en-IN" sz="4800" dirty="0">
              <a:solidFill>
                <a:schemeClr val="accent1">
                  <a:lumMod val="50000"/>
                </a:schemeClr>
              </a:solidFill>
              <a:latin typeface="Georgia" panose="02040502050405020303" pitchFamily="18" charset="0"/>
            </a:endParaRPr>
          </a:p>
        </p:txBody>
      </p:sp>
      <p:sp>
        <p:nvSpPr>
          <p:cNvPr id="3" name="Subtitle 2">
            <a:extLst>
              <a:ext uri="{FF2B5EF4-FFF2-40B4-BE49-F238E27FC236}">
                <a16:creationId xmlns:a16="http://schemas.microsoft.com/office/drawing/2014/main" id="{158E7AFC-B640-4391-8C66-9589B7766FE3}"/>
              </a:ext>
            </a:extLst>
          </p:cNvPr>
          <p:cNvSpPr>
            <a:spLocks noGrp="1"/>
          </p:cNvSpPr>
          <p:nvPr>
            <p:ph type="subTitle" idx="1"/>
          </p:nvPr>
        </p:nvSpPr>
        <p:spPr>
          <a:xfrm>
            <a:off x="0" y="1887739"/>
            <a:ext cx="3109404" cy="428424"/>
          </a:xfrm>
          <a:solidFill>
            <a:schemeClr val="accent1">
              <a:lumMod val="40000"/>
              <a:lumOff val="60000"/>
            </a:schemeClr>
          </a:solidFill>
          <a:ln>
            <a:noFill/>
          </a:ln>
          <a:effectLst>
            <a:glow rad="635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l"/>
            <a:r>
              <a:rPr lang="en-US" sz="2800" dirty="0">
                <a:latin typeface="Calisto MT" panose="02040603050505030304" pitchFamily="18" charset="0"/>
              </a:rPr>
              <a:t>Logical Reasoning</a:t>
            </a:r>
            <a:endParaRPr lang="en-IN" sz="2800" dirty="0">
              <a:latin typeface="Calisto MT" panose="02040603050505030304" pitchFamily="18" charset="0"/>
            </a:endParaRPr>
          </a:p>
        </p:txBody>
      </p:sp>
    </p:spTree>
    <p:extLst>
      <p:ext uri="{BB962C8B-B14F-4D97-AF65-F5344CB8AC3E}">
        <p14:creationId xmlns:p14="http://schemas.microsoft.com/office/powerpoint/2010/main" val="903322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Select the option that is related to the third word in the same way as the second word is related to the first word</a:t>
            </a:r>
            <a:br>
              <a:rPr lang="en-US" sz="2000" dirty="0">
                <a:latin typeface="+mn-lt"/>
              </a:rPr>
            </a:br>
            <a:r>
              <a:rPr lang="en-US" sz="2000" dirty="0">
                <a:latin typeface="+mn-lt"/>
              </a:rPr>
              <a:t>Energy: Joule :: Power</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Watt</a:t>
            </a:r>
          </a:p>
          <a:p>
            <a:pPr marL="514350" indent="-514350">
              <a:buAutoNum type="alphaUcParenR"/>
            </a:pPr>
            <a:r>
              <a:rPr lang="en-US" sz="2000" dirty="0"/>
              <a:t>Energy</a:t>
            </a:r>
          </a:p>
          <a:p>
            <a:pPr marL="514350" indent="-514350">
              <a:buAutoNum type="alphaUcParenR"/>
            </a:pPr>
            <a:r>
              <a:rPr lang="en-US" sz="2000" dirty="0"/>
              <a:t>Work</a:t>
            </a:r>
          </a:p>
          <a:p>
            <a:pPr marL="514350" indent="-514350">
              <a:buAutoNum type="alphaUcParenR"/>
            </a:pPr>
            <a:r>
              <a:rPr lang="en-US" sz="2000" dirty="0"/>
              <a:t>Newton</a:t>
            </a:r>
            <a:endParaRPr lang="en-IN" sz="2000" dirty="0"/>
          </a:p>
        </p:txBody>
      </p:sp>
    </p:spTree>
    <p:extLst>
      <p:ext uri="{BB962C8B-B14F-4D97-AF65-F5344CB8AC3E}">
        <p14:creationId xmlns:p14="http://schemas.microsoft.com/office/powerpoint/2010/main" val="2433291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Select the option that is related to the third word in the same way as the second word is related to the first word</a:t>
            </a:r>
            <a:br>
              <a:rPr lang="en-US" sz="2000" dirty="0">
                <a:latin typeface="+mn-lt"/>
              </a:rPr>
            </a:br>
            <a:r>
              <a:rPr lang="en-US" sz="2000" dirty="0">
                <a:latin typeface="+mn-lt"/>
              </a:rPr>
              <a:t>Farmer : Plough :: Painter :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Brush </a:t>
            </a:r>
          </a:p>
          <a:p>
            <a:pPr marL="514350" indent="-514350">
              <a:buAutoNum type="alphaUcParenR"/>
            </a:pPr>
            <a:r>
              <a:rPr lang="en-US" sz="2000" dirty="0"/>
              <a:t>Harrow</a:t>
            </a:r>
          </a:p>
          <a:p>
            <a:pPr marL="514350" indent="-514350">
              <a:buAutoNum type="alphaUcParenR"/>
            </a:pPr>
            <a:r>
              <a:rPr lang="en-US" sz="2000" dirty="0"/>
              <a:t>Axe</a:t>
            </a:r>
          </a:p>
          <a:p>
            <a:pPr marL="514350" indent="-514350">
              <a:buAutoNum type="alphaUcParenR"/>
            </a:pPr>
            <a:r>
              <a:rPr lang="en-US" sz="2000" dirty="0"/>
              <a:t>Knife</a:t>
            </a:r>
            <a:endParaRPr lang="en-IN" sz="2000" dirty="0"/>
          </a:p>
        </p:txBody>
      </p:sp>
    </p:spTree>
    <p:extLst>
      <p:ext uri="{BB962C8B-B14F-4D97-AF65-F5344CB8AC3E}">
        <p14:creationId xmlns:p14="http://schemas.microsoft.com/office/powerpoint/2010/main" val="3925724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Select the option that is related to the third word in the same way as the second word is related to the first word</a:t>
            </a:r>
            <a:br>
              <a:rPr lang="en-US" sz="2000" dirty="0">
                <a:latin typeface="+mn-lt"/>
              </a:rPr>
            </a:br>
            <a:r>
              <a:rPr lang="en-US" sz="2000" dirty="0">
                <a:latin typeface="+mn-lt"/>
              </a:rPr>
              <a:t>SUMO : PRJL :: TAXI :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WDXJ</a:t>
            </a:r>
          </a:p>
          <a:p>
            <a:pPr marL="514350" indent="-514350">
              <a:buAutoNum type="alphaUcParenR"/>
            </a:pPr>
            <a:r>
              <a:rPr lang="en-US" sz="2000" dirty="0"/>
              <a:t>QDVF</a:t>
            </a:r>
          </a:p>
          <a:p>
            <a:pPr marL="514350" indent="-514350">
              <a:buAutoNum type="alphaUcParenR"/>
            </a:pPr>
            <a:r>
              <a:rPr lang="en-US" sz="2000" dirty="0"/>
              <a:t>QXUF</a:t>
            </a:r>
          </a:p>
          <a:p>
            <a:pPr marL="514350" indent="-514350">
              <a:buAutoNum type="alphaUcParenR"/>
            </a:pPr>
            <a:r>
              <a:rPr lang="en-US" sz="2000" dirty="0"/>
              <a:t>QDNF</a:t>
            </a:r>
            <a:endParaRPr lang="en-IN" sz="2000" dirty="0"/>
          </a:p>
        </p:txBody>
      </p:sp>
    </p:spTree>
    <p:extLst>
      <p:ext uri="{BB962C8B-B14F-4D97-AF65-F5344CB8AC3E}">
        <p14:creationId xmlns:p14="http://schemas.microsoft.com/office/powerpoint/2010/main" val="2455819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Select the option that is related to the third word in the same way as the second word is related to the first word</a:t>
            </a:r>
            <a:br>
              <a:rPr lang="en-US" sz="2000" dirty="0">
                <a:latin typeface="+mn-lt"/>
              </a:rPr>
            </a:br>
            <a:r>
              <a:rPr lang="en-US" sz="2000" dirty="0">
                <a:latin typeface="+mn-lt"/>
              </a:rPr>
              <a:t>OPMN : JKHI :: TURS :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OPMN</a:t>
            </a:r>
          </a:p>
          <a:p>
            <a:pPr marL="514350" indent="-514350">
              <a:buAutoNum type="alphaUcParenR"/>
            </a:pPr>
            <a:r>
              <a:rPr lang="en-US" sz="2000" dirty="0"/>
              <a:t>POMN</a:t>
            </a:r>
          </a:p>
          <a:p>
            <a:pPr marL="514350" indent="-514350">
              <a:buAutoNum type="alphaUcParenR"/>
            </a:pPr>
            <a:r>
              <a:rPr lang="en-US" sz="2000" dirty="0"/>
              <a:t>OPNM</a:t>
            </a:r>
          </a:p>
          <a:p>
            <a:pPr marL="514350" indent="-514350">
              <a:buAutoNum type="alphaUcParenR"/>
            </a:pPr>
            <a:r>
              <a:rPr lang="en-US" sz="2000" dirty="0"/>
              <a:t>NMOP</a:t>
            </a:r>
          </a:p>
        </p:txBody>
      </p:sp>
    </p:spTree>
    <p:extLst>
      <p:ext uri="{BB962C8B-B14F-4D97-AF65-F5344CB8AC3E}">
        <p14:creationId xmlns:p14="http://schemas.microsoft.com/office/powerpoint/2010/main" val="3306981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Select the related number from the given alternatives</a:t>
            </a:r>
            <a:br>
              <a:rPr lang="en-US" sz="2000" dirty="0">
                <a:latin typeface="+mn-lt"/>
              </a:rPr>
            </a:br>
            <a:r>
              <a:rPr lang="en-US" sz="2000" dirty="0">
                <a:latin typeface="+mn-lt"/>
              </a:rPr>
              <a:t>5 : 124 :: 6 :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215</a:t>
            </a:r>
          </a:p>
          <a:p>
            <a:pPr marL="514350" indent="-514350">
              <a:buAutoNum type="alphaUcParenR"/>
            </a:pPr>
            <a:r>
              <a:rPr lang="en-US" sz="2000" dirty="0"/>
              <a:t>216</a:t>
            </a:r>
          </a:p>
          <a:p>
            <a:pPr marL="514350" indent="-514350">
              <a:buAutoNum type="alphaUcParenR"/>
            </a:pPr>
            <a:r>
              <a:rPr lang="en-US" sz="2000" dirty="0"/>
              <a:t>217</a:t>
            </a:r>
          </a:p>
          <a:p>
            <a:pPr marL="514350" indent="-514350">
              <a:buAutoNum type="alphaUcParenR"/>
            </a:pPr>
            <a:r>
              <a:rPr lang="en-US" sz="2000" dirty="0"/>
              <a:t>220</a:t>
            </a:r>
          </a:p>
        </p:txBody>
      </p:sp>
    </p:spTree>
    <p:extLst>
      <p:ext uri="{BB962C8B-B14F-4D97-AF65-F5344CB8AC3E}">
        <p14:creationId xmlns:p14="http://schemas.microsoft.com/office/powerpoint/2010/main" val="1448830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Select the related word from the given alternatives</a:t>
            </a:r>
            <a:br>
              <a:rPr lang="en-US" sz="2000" dirty="0">
                <a:latin typeface="+mn-lt"/>
              </a:rPr>
            </a:br>
            <a:r>
              <a:rPr lang="en-US" sz="2000" dirty="0">
                <a:latin typeface="+mn-lt"/>
              </a:rPr>
              <a:t>India : Mango :: New Zealand : ?</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Apples</a:t>
            </a:r>
          </a:p>
          <a:p>
            <a:pPr marL="514350" indent="-514350">
              <a:buAutoNum type="alphaUcParenR"/>
            </a:pPr>
            <a:r>
              <a:rPr lang="en-US" sz="2000" dirty="0"/>
              <a:t>Kiwi</a:t>
            </a:r>
          </a:p>
          <a:p>
            <a:pPr marL="514350" indent="-514350">
              <a:buAutoNum type="alphaUcParenR"/>
            </a:pPr>
            <a:r>
              <a:rPr lang="en-US" sz="2000" dirty="0"/>
              <a:t>Grapes</a:t>
            </a:r>
          </a:p>
          <a:p>
            <a:pPr marL="514350" indent="-514350">
              <a:buAutoNum type="alphaUcParenR"/>
            </a:pPr>
            <a:r>
              <a:rPr lang="en-US" sz="2000" dirty="0"/>
              <a:t>Bananas</a:t>
            </a:r>
            <a:endParaRPr lang="en-IN" sz="2000" dirty="0"/>
          </a:p>
        </p:txBody>
      </p:sp>
    </p:spTree>
    <p:extLst>
      <p:ext uri="{BB962C8B-B14F-4D97-AF65-F5344CB8AC3E}">
        <p14:creationId xmlns:p14="http://schemas.microsoft.com/office/powerpoint/2010/main" val="2751870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Select the option that is related to the fourth term in the same way as the first term is related to the second term</a:t>
            </a:r>
            <a:br>
              <a:rPr lang="en-US" sz="2000" dirty="0">
                <a:latin typeface="+mn-lt"/>
              </a:rPr>
            </a:br>
            <a:r>
              <a:rPr lang="en-US" sz="2000" dirty="0">
                <a:latin typeface="+mn-lt"/>
              </a:rPr>
              <a:t>EI : VR :: ? : PN</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KM</a:t>
            </a:r>
          </a:p>
          <a:p>
            <a:pPr marL="514350" indent="-514350">
              <a:buAutoNum type="alphaUcParenR"/>
            </a:pPr>
            <a:r>
              <a:rPr lang="en-US" sz="2000" dirty="0"/>
              <a:t>OT</a:t>
            </a:r>
          </a:p>
          <a:p>
            <a:pPr marL="514350" indent="-514350">
              <a:buAutoNum type="alphaUcParenR"/>
            </a:pPr>
            <a:r>
              <a:rPr lang="en-US" sz="2000" dirty="0"/>
              <a:t>MT</a:t>
            </a:r>
          </a:p>
          <a:p>
            <a:pPr marL="514350" indent="-514350">
              <a:buAutoNum type="alphaUcParenR"/>
            </a:pPr>
            <a:r>
              <a:rPr lang="en-US" sz="2000" dirty="0"/>
              <a:t>NT</a:t>
            </a:r>
            <a:endParaRPr lang="en-IN" sz="2000" dirty="0"/>
          </a:p>
        </p:txBody>
      </p:sp>
    </p:spTree>
    <p:extLst>
      <p:ext uri="{BB962C8B-B14F-4D97-AF65-F5344CB8AC3E}">
        <p14:creationId xmlns:p14="http://schemas.microsoft.com/office/powerpoint/2010/main" val="854663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EBA-9483-4B24-A763-1A3BB5C441D2}"/>
              </a:ext>
            </a:extLst>
          </p:cNvPr>
          <p:cNvSpPr>
            <a:spLocks noGrp="1"/>
          </p:cNvSpPr>
          <p:nvPr>
            <p:ph type="ctrTitle"/>
          </p:nvPr>
        </p:nvSpPr>
        <p:spPr>
          <a:xfrm>
            <a:off x="304060" y="908151"/>
            <a:ext cx="7772400" cy="2387600"/>
          </a:xfrm>
        </p:spPr>
        <p:txBody>
          <a:bodyPr>
            <a:normAutofit/>
          </a:bodyPr>
          <a:lstStyle/>
          <a:p>
            <a:r>
              <a:rPr lang="en-US" sz="4800" dirty="0">
                <a:solidFill>
                  <a:schemeClr val="accent1">
                    <a:lumMod val="50000"/>
                  </a:schemeClr>
                </a:solidFill>
                <a:latin typeface="Georgia" panose="02040502050405020303" pitchFamily="18" charset="0"/>
              </a:rPr>
              <a:t>Odd one out</a:t>
            </a:r>
            <a:endParaRPr lang="en-IN" sz="4800" dirty="0">
              <a:solidFill>
                <a:schemeClr val="accent1">
                  <a:lumMod val="50000"/>
                </a:schemeClr>
              </a:solidFill>
              <a:latin typeface="Georgia" panose="02040502050405020303" pitchFamily="18" charset="0"/>
            </a:endParaRPr>
          </a:p>
        </p:txBody>
      </p:sp>
      <p:sp>
        <p:nvSpPr>
          <p:cNvPr id="3" name="Subtitle 2">
            <a:extLst>
              <a:ext uri="{FF2B5EF4-FFF2-40B4-BE49-F238E27FC236}">
                <a16:creationId xmlns:a16="http://schemas.microsoft.com/office/drawing/2014/main" id="{158E7AFC-B640-4391-8C66-9589B7766FE3}"/>
              </a:ext>
            </a:extLst>
          </p:cNvPr>
          <p:cNvSpPr>
            <a:spLocks noGrp="1"/>
          </p:cNvSpPr>
          <p:nvPr>
            <p:ph type="subTitle" idx="1"/>
          </p:nvPr>
        </p:nvSpPr>
        <p:spPr>
          <a:xfrm>
            <a:off x="0" y="1887739"/>
            <a:ext cx="3109404" cy="428424"/>
          </a:xfrm>
          <a:solidFill>
            <a:schemeClr val="accent1">
              <a:lumMod val="40000"/>
              <a:lumOff val="60000"/>
            </a:schemeClr>
          </a:solidFill>
          <a:ln>
            <a:noFill/>
          </a:ln>
          <a:effectLst>
            <a:glow rad="635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l"/>
            <a:r>
              <a:rPr lang="en-US" sz="2800" dirty="0">
                <a:latin typeface="Calisto MT" panose="02040603050505030304" pitchFamily="18" charset="0"/>
              </a:rPr>
              <a:t>Logical Reasoning</a:t>
            </a:r>
            <a:endParaRPr lang="en-IN" sz="2800" dirty="0">
              <a:latin typeface="Calisto MT" panose="02040603050505030304" pitchFamily="18" charset="0"/>
            </a:endParaRPr>
          </a:p>
        </p:txBody>
      </p:sp>
    </p:spTree>
    <p:extLst>
      <p:ext uri="{BB962C8B-B14F-4D97-AF65-F5344CB8AC3E}">
        <p14:creationId xmlns:p14="http://schemas.microsoft.com/office/powerpoint/2010/main" val="4130848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Odd one out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FJKL</a:t>
            </a:r>
          </a:p>
          <a:p>
            <a:pPr marL="514350" indent="-514350">
              <a:buAutoNum type="alphaUcParenR"/>
            </a:pPr>
            <a:r>
              <a:rPr lang="en-US" sz="2000" dirty="0"/>
              <a:t>IDWG</a:t>
            </a:r>
          </a:p>
          <a:p>
            <a:pPr marL="514350" indent="-514350">
              <a:buAutoNum type="alphaUcParenR"/>
            </a:pPr>
            <a:r>
              <a:rPr lang="en-US" sz="2000" dirty="0"/>
              <a:t>EMNK</a:t>
            </a:r>
          </a:p>
          <a:p>
            <a:pPr marL="514350" indent="-514350">
              <a:buAutoNum type="alphaUcParenR"/>
            </a:pPr>
            <a:r>
              <a:rPr lang="en-US" sz="2000" dirty="0"/>
              <a:t>BTGN</a:t>
            </a:r>
            <a:endParaRPr lang="en-IN" sz="2000" dirty="0"/>
          </a:p>
        </p:txBody>
      </p:sp>
    </p:spTree>
    <p:extLst>
      <p:ext uri="{BB962C8B-B14F-4D97-AF65-F5344CB8AC3E}">
        <p14:creationId xmlns:p14="http://schemas.microsoft.com/office/powerpoint/2010/main" val="1167827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Odd one out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65-78</a:t>
            </a:r>
          </a:p>
          <a:p>
            <a:pPr marL="514350" indent="-514350">
              <a:buAutoNum type="alphaUcParenR"/>
            </a:pPr>
            <a:r>
              <a:rPr lang="en-US" sz="2000" dirty="0"/>
              <a:t>76-89</a:t>
            </a:r>
          </a:p>
          <a:p>
            <a:pPr marL="514350" indent="-514350">
              <a:buAutoNum type="alphaUcParenR"/>
            </a:pPr>
            <a:r>
              <a:rPr lang="en-US" sz="2000" dirty="0"/>
              <a:t>32-45</a:t>
            </a:r>
          </a:p>
          <a:p>
            <a:pPr marL="514350" indent="-514350">
              <a:buAutoNum type="alphaUcParenR"/>
            </a:pPr>
            <a:r>
              <a:rPr lang="en-US" sz="2000" dirty="0"/>
              <a:t>73-68</a:t>
            </a:r>
          </a:p>
          <a:p>
            <a:pPr marL="0" indent="0">
              <a:buNone/>
            </a:pPr>
            <a:endParaRPr lang="en-IN" sz="2000" dirty="0"/>
          </a:p>
        </p:txBody>
      </p:sp>
    </p:spTree>
    <p:extLst>
      <p:ext uri="{BB962C8B-B14F-4D97-AF65-F5344CB8AC3E}">
        <p14:creationId xmlns:p14="http://schemas.microsoft.com/office/powerpoint/2010/main" val="1182152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Odd one out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27</a:t>
            </a:r>
          </a:p>
          <a:p>
            <a:pPr marL="514350" indent="-514350">
              <a:buAutoNum type="alphaUcParenR"/>
            </a:pPr>
            <a:r>
              <a:rPr lang="en-US" sz="2000" dirty="0"/>
              <a:t>64</a:t>
            </a:r>
          </a:p>
          <a:p>
            <a:pPr marL="514350" indent="-514350">
              <a:buAutoNum type="alphaUcParenR"/>
            </a:pPr>
            <a:r>
              <a:rPr lang="en-US" sz="2000" dirty="0"/>
              <a:t>125</a:t>
            </a:r>
          </a:p>
          <a:p>
            <a:pPr marL="514350" indent="-514350">
              <a:buAutoNum type="alphaUcParenR"/>
            </a:pPr>
            <a:r>
              <a:rPr lang="en-US" sz="2000" dirty="0"/>
              <a:t>216</a:t>
            </a:r>
          </a:p>
          <a:p>
            <a:pPr marL="514350" indent="-514350">
              <a:buAutoNum type="alphaUcParenR"/>
            </a:pPr>
            <a:r>
              <a:rPr lang="en-US" sz="2000" dirty="0"/>
              <a:t>384</a:t>
            </a:r>
          </a:p>
        </p:txBody>
      </p:sp>
    </p:spTree>
    <p:extLst>
      <p:ext uri="{BB962C8B-B14F-4D97-AF65-F5344CB8AC3E}">
        <p14:creationId xmlns:p14="http://schemas.microsoft.com/office/powerpoint/2010/main" val="3194800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Odd one out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Eye</a:t>
            </a:r>
          </a:p>
          <a:p>
            <a:pPr marL="514350" indent="-514350">
              <a:buAutoNum type="alphaUcParenR"/>
            </a:pPr>
            <a:r>
              <a:rPr lang="en-US" sz="2000" dirty="0"/>
              <a:t>Tongue</a:t>
            </a:r>
          </a:p>
          <a:p>
            <a:pPr marL="514350" indent="-514350">
              <a:buAutoNum type="alphaUcParenR"/>
            </a:pPr>
            <a:r>
              <a:rPr lang="en-US" sz="2000" dirty="0"/>
              <a:t>Ear</a:t>
            </a:r>
          </a:p>
          <a:p>
            <a:pPr marL="514350" indent="-514350">
              <a:buAutoNum type="alphaUcParenR"/>
            </a:pPr>
            <a:r>
              <a:rPr lang="en-US" sz="2000" dirty="0"/>
              <a:t>Nose </a:t>
            </a:r>
          </a:p>
        </p:txBody>
      </p:sp>
    </p:spTree>
    <p:extLst>
      <p:ext uri="{BB962C8B-B14F-4D97-AF65-F5344CB8AC3E}">
        <p14:creationId xmlns:p14="http://schemas.microsoft.com/office/powerpoint/2010/main" val="1294294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Odd one out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MN</a:t>
            </a:r>
          </a:p>
          <a:p>
            <a:pPr marL="514350" indent="-514350">
              <a:buAutoNum type="alphaUcParenR"/>
            </a:pPr>
            <a:r>
              <a:rPr lang="en-US" sz="2000" dirty="0"/>
              <a:t>NM</a:t>
            </a:r>
          </a:p>
          <a:p>
            <a:pPr marL="514350" indent="-514350">
              <a:buAutoNum type="alphaUcParenR"/>
            </a:pPr>
            <a:r>
              <a:rPr lang="en-US" sz="2000" dirty="0"/>
              <a:t>OL</a:t>
            </a:r>
          </a:p>
          <a:p>
            <a:pPr marL="514350" indent="-514350">
              <a:buAutoNum type="alphaUcParenR"/>
            </a:pPr>
            <a:r>
              <a:rPr lang="en-US" sz="2000" dirty="0"/>
              <a:t>ET</a:t>
            </a:r>
            <a:endParaRPr lang="en-IN" sz="2000" dirty="0"/>
          </a:p>
        </p:txBody>
      </p:sp>
    </p:spTree>
    <p:extLst>
      <p:ext uri="{BB962C8B-B14F-4D97-AF65-F5344CB8AC3E}">
        <p14:creationId xmlns:p14="http://schemas.microsoft.com/office/powerpoint/2010/main" val="2238576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r>
              <a:rPr lang="en-US" sz="2000" dirty="0">
                <a:latin typeface="+mn-lt"/>
              </a:rPr>
              <a:t>Odd one out</a:t>
            </a:r>
            <a:endParaRPr lang="en-IN" sz="2000" dirty="0">
              <a:latin typeface="+mn-lt"/>
            </a:endParaRPr>
          </a:p>
        </p:txBody>
      </p:sp>
      <p:sp>
        <p:nvSpPr>
          <p:cNvPr id="4" name="Content Placeholder 3">
            <a:extLst>
              <a:ext uri="{FF2B5EF4-FFF2-40B4-BE49-F238E27FC236}">
                <a16:creationId xmlns:a16="http://schemas.microsoft.com/office/drawing/2014/main" id="{AC9ABB67-B391-4CE2-8C31-0CABBC587467}"/>
              </a:ext>
            </a:extLst>
          </p:cNvPr>
          <p:cNvSpPr>
            <a:spLocks noGrp="1"/>
          </p:cNvSpPr>
          <p:nvPr>
            <p:ph idx="1"/>
          </p:nvPr>
        </p:nvSpPr>
        <p:spPr>
          <a:xfrm>
            <a:off x="671374" y="1840767"/>
            <a:ext cx="7886700" cy="4351338"/>
          </a:xfrm>
        </p:spPr>
        <p:txBody>
          <a:bodyPr>
            <a:normAutofit/>
          </a:bodyPr>
          <a:lstStyle/>
          <a:p>
            <a:pPr marL="514350" indent="-514350">
              <a:buAutoNum type="alphaUcParenR"/>
            </a:pPr>
            <a:r>
              <a:rPr lang="en-US" sz="2000" dirty="0"/>
              <a:t>Second</a:t>
            </a:r>
          </a:p>
          <a:p>
            <a:pPr marL="514350" indent="-514350">
              <a:buAutoNum type="alphaUcParenR"/>
            </a:pPr>
            <a:r>
              <a:rPr lang="en-US" sz="2000" dirty="0"/>
              <a:t>Minute</a:t>
            </a:r>
          </a:p>
          <a:p>
            <a:pPr marL="514350" indent="-514350">
              <a:buAutoNum type="alphaUcParenR"/>
            </a:pPr>
            <a:r>
              <a:rPr lang="en-US" sz="2000" dirty="0"/>
              <a:t>Time</a:t>
            </a:r>
          </a:p>
          <a:p>
            <a:pPr marL="514350" indent="-514350">
              <a:buAutoNum type="alphaUcParenR"/>
            </a:pPr>
            <a:r>
              <a:rPr lang="en-US" sz="2000" dirty="0"/>
              <a:t>Hour</a:t>
            </a:r>
            <a:endParaRPr lang="en-IN" sz="2000" dirty="0"/>
          </a:p>
        </p:txBody>
      </p:sp>
    </p:spTree>
    <p:extLst>
      <p:ext uri="{BB962C8B-B14F-4D97-AF65-F5344CB8AC3E}">
        <p14:creationId xmlns:p14="http://schemas.microsoft.com/office/powerpoint/2010/main" val="1119564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endParaRPr lang="en-IN" sz="2000" dirty="0">
              <a:latin typeface="+mn-lt"/>
            </a:endParaRPr>
          </a:p>
        </p:txBody>
      </p:sp>
      <p:pic>
        <p:nvPicPr>
          <p:cNvPr id="6" name="Content Placeholder 5">
            <a:extLst>
              <a:ext uri="{FF2B5EF4-FFF2-40B4-BE49-F238E27FC236}">
                <a16:creationId xmlns:a16="http://schemas.microsoft.com/office/drawing/2014/main" id="{965CBEA7-628D-4707-8F4C-77C3A9B20B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8091" y="1007209"/>
            <a:ext cx="6477000" cy="4010025"/>
          </a:xfrm>
        </p:spPr>
      </p:pic>
    </p:spTree>
    <p:extLst>
      <p:ext uri="{BB962C8B-B14F-4D97-AF65-F5344CB8AC3E}">
        <p14:creationId xmlns:p14="http://schemas.microsoft.com/office/powerpoint/2010/main" val="2381198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865</TotalTime>
  <Words>819</Words>
  <Application>Microsoft Office PowerPoint</Application>
  <PresentationFormat>On-screen Show (4:3)</PresentationFormat>
  <Paragraphs>133</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Calisto MT</vt:lpstr>
      <vt:lpstr>Georgia</vt:lpstr>
      <vt:lpstr>Office Theme</vt:lpstr>
      <vt:lpstr>Ranking</vt:lpstr>
      <vt:lpstr>Arun ranks 17th in a class of 31 students. What is his rank from the last</vt:lpstr>
      <vt:lpstr>Rahul ranks 8th  from the top and 22nd from the bottom in a class how many students are there in the class</vt:lpstr>
      <vt:lpstr>Manish is 15th from the right end in a row of 50 boys. What is his position from the left end</vt:lpstr>
      <vt:lpstr>In a row of girls Janvi is 5th  from the start and 12th from the end. If other row of girls, Varsha is 9th from the start and 11th from the end. How many girls are there in both the rows together? </vt:lpstr>
      <vt:lpstr>Alex is 12th from the right and fourth from the left in a row of boys. How many boys should be added to row such that there are 35 boys in the row?</vt:lpstr>
      <vt:lpstr>P, Q, R, S and T are standing in a line. P is taller than S but shorter than Q. T is shorter than S but taller than R. who is the second tallest of them all </vt:lpstr>
      <vt:lpstr>Radha is 29th from the right end and 39th from the left end. Rishaw is exactly in the middle of the row, then what is his place from both ends?</vt:lpstr>
      <vt:lpstr>Priti scored more than Rahul. Yamuna scored as much as Divya. Lokita scored less than Manju. Rahul scored more than Yamuna. Manju scored less than Divya. Who scored the lowest</vt:lpstr>
      <vt:lpstr>A got more marks than B who got more marks than C. D got less marks than C who got less marks than A. E got less marks than C but more marks than F. who got highest marks</vt:lpstr>
      <vt:lpstr>In five persons P is elder than T who is younger than R. R is elder than Q but younger than P. S is younger than T but elder than Q. who is youngest between them </vt:lpstr>
      <vt:lpstr>There are six containers in a stack with different volumes. Every container has its volume in odd numbers only. Only C is heavier than E. F is not the lowest. A is heavier than F. second lowest container volume is 15 and the second highest container is 33. B is heavier than D but lighter than F If F volume is 17, then which of the following is true</vt:lpstr>
      <vt:lpstr>There are six containers in a stack with different volumes. Every container has its volume in odd numbers only. Only C is heavier than E. F is not the lowest. A is heavier than F. second lowest container volume is 15 and the second highest container is 33. B is heavier than D but lighter than F what is the possible weight of D</vt:lpstr>
      <vt:lpstr>Anology</vt:lpstr>
      <vt:lpstr>Select the option that is related to the third word in the same way as the second word is related to the first word Energy: Joule :: Power</vt:lpstr>
      <vt:lpstr>Select the option that is related to the third word in the same way as the second word is related to the first word Farmer : Plough :: Painter : ?</vt:lpstr>
      <vt:lpstr>Select the option that is related to the third word in the same way as the second word is related to the first word SUMO : PRJL :: TAXI : ?</vt:lpstr>
      <vt:lpstr>Select the option that is related to the third word in the same way as the second word is related to the first word OPMN : JKHI :: TURS : ?</vt:lpstr>
      <vt:lpstr>Select the related number from the given alternatives 5 : 124 :: 6 : ?</vt:lpstr>
      <vt:lpstr>Select the related word from the given alternatives India : Mango :: New Zealand : ?</vt:lpstr>
      <vt:lpstr>Select the option that is related to the fourth term in the same way as the first term is related to the second term EI : VR :: ? : PN</vt:lpstr>
      <vt:lpstr>Odd one out</vt:lpstr>
      <vt:lpstr>Odd one out</vt:lpstr>
      <vt:lpstr>Odd one out</vt:lpstr>
      <vt:lpstr>Odd one out</vt:lpstr>
      <vt:lpstr>Odd one out</vt:lpstr>
      <vt:lpstr>Odd one out</vt:lpstr>
      <vt:lpstr>Odd one out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Ranking</dc:title>
  <dc:creator>Pavithra Kura</dc:creator>
  <cp:lastModifiedBy>Pavithra Kura</cp:lastModifiedBy>
  <cp:revision>70</cp:revision>
  <dcterms:created xsi:type="dcterms:W3CDTF">2022-01-17T08:17:17Z</dcterms:created>
  <dcterms:modified xsi:type="dcterms:W3CDTF">2025-02-04T10:22:25Z</dcterms:modified>
</cp:coreProperties>
</file>