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3" r:id="rId1"/>
  </p:sldMasterIdLst>
  <p:sldIdLst>
    <p:sldId id="256" r:id="rId2"/>
    <p:sldId id="299" r:id="rId3"/>
    <p:sldId id="300" r:id="rId4"/>
    <p:sldId id="257" r:id="rId5"/>
    <p:sldId id="303" r:id="rId6"/>
    <p:sldId id="258" r:id="rId7"/>
    <p:sldId id="304" r:id="rId8"/>
    <p:sldId id="259" r:id="rId9"/>
    <p:sldId id="305" r:id="rId10"/>
    <p:sldId id="306" r:id="rId11"/>
    <p:sldId id="307" r:id="rId12"/>
    <p:sldId id="260" r:id="rId13"/>
    <p:sldId id="308" r:id="rId14"/>
    <p:sldId id="309" r:id="rId15"/>
    <p:sldId id="263" r:id="rId16"/>
    <p:sldId id="310" r:id="rId17"/>
    <p:sldId id="264" r:id="rId18"/>
    <p:sldId id="311" r:id="rId19"/>
    <p:sldId id="312" r:id="rId20"/>
    <p:sldId id="302" r:id="rId21"/>
    <p:sldId id="265" r:id="rId22"/>
    <p:sldId id="314" r:id="rId23"/>
    <p:sldId id="313" r:id="rId24"/>
    <p:sldId id="315" r:id="rId25"/>
    <p:sldId id="266" r:id="rId26"/>
    <p:sldId id="267" r:id="rId27"/>
    <p:sldId id="316" r:id="rId28"/>
    <p:sldId id="268" r:id="rId29"/>
    <p:sldId id="270" r:id="rId30"/>
    <p:sldId id="301" r:id="rId31"/>
    <p:sldId id="317" r:id="rId32"/>
    <p:sldId id="271" r:id="rId33"/>
    <p:sldId id="273" r:id="rId34"/>
    <p:sldId id="318" r:id="rId35"/>
    <p:sldId id="319" r:id="rId36"/>
    <p:sldId id="28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GANTA" userId="04d4457b2c6f4d58" providerId="LiveId" clId="{415B0607-3D18-4380-816B-9D66A004EED0}"/>
    <pc:docChg chg="custSel addSld modSld">
      <pc:chgData name="KIRAN KUMAR GANTA" userId="04d4457b2c6f4d58" providerId="LiveId" clId="{415B0607-3D18-4380-816B-9D66A004EED0}" dt="2022-12-03T13:27:18.705" v="6110" actId="20577"/>
      <pc:docMkLst>
        <pc:docMk/>
      </pc:docMkLst>
      <pc:sldChg chg="modSp mod">
        <pc:chgData name="KIRAN KUMAR GANTA" userId="04d4457b2c6f4d58" providerId="LiveId" clId="{415B0607-3D18-4380-816B-9D66A004EED0}" dt="2022-11-22T09:44:02.084" v="109" actId="113"/>
        <pc:sldMkLst>
          <pc:docMk/>
          <pc:sldMk cId="2745039445" sldId="259"/>
        </pc:sldMkLst>
        <pc:spChg chg="mod">
          <ac:chgData name="KIRAN KUMAR GANTA" userId="04d4457b2c6f4d58" providerId="LiveId" clId="{415B0607-3D18-4380-816B-9D66A004EED0}" dt="2022-11-22T09:44:02.084" v="109" actId="113"/>
          <ac:spMkLst>
            <pc:docMk/>
            <pc:sldMk cId="2745039445" sldId="259"/>
            <ac:spMk id="3" creationId="{3F7F7275-821A-7B23-BE3E-B9410147340D}"/>
          </ac:spMkLst>
        </pc:spChg>
      </pc:sldChg>
      <pc:sldChg chg="delSp modSp new mod">
        <pc:chgData name="KIRAN KUMAR GANTA" userId="04d4457b2c6f4d58" providerId="LiveId" clId="{415B0607-3D18-4380-816B-9D66A004EED0}" dt="2022-11-22T09:45:58.981" v="253" actId="113"/>
        <pc:sldMkLst>
          <pc:docMk/>
          <pc:sldMk cId="3259336835" sldId="260"/>
        </pc:sldMkLst>
        <pc:spChg chg="del mod">
          <ac:chgData name="KIRAN KUMAR GANTA" userId="04d4457b2c6f4d58" providerId="LiveId" clId="{415B0607-3D18-4380-816B-9D66A004EED0}" dt="2022-11-22T09:44:16.597" v="112" actId="478"/>
          <ac:spMkLst>
            <pc:docMk/>
            <pc:sldMk cId="3259336835" sldId="260"/>
            <ac:spMk id="2" creationId="{C99E18C2-BC0C-7ED6-C1EA-F75EE7BAD2FC}"/>
          </ac:spMkLst>
        </pc:spChg>
        <pc:spChg chg="mod">
          <ac:chgData name="KIRAN KUMAR GANTA" userId="04d4457b2c6f4d58" providerId="LiveId" clId="{415B0607-3D18-4380-816B-9D66A004EED0}" dt="2022-11-22T09:45:58.981" v="253" actId="113"/>
          <ac:spMkLst>
            <pc:docMk/>
            <pc:sldMk cId="3259336835" sldId="260"/>
            <ac:spMk id="3" creationId="{BD0CAEFC-D594-A38A-CE5E-25A0316665E1}"/>
          </ac:spMkLst>
        </pc:spChg>
      </pc:sldChg>
      <pc:sldChg chg="delSp modSp new mod">
        <pc:chgData name="KIRAN KUMAR GANTA" userId="04d4457b2c6f4d58" providerId="LiveId" clId="{415B0607-3D18-4380-816B-9D66A004EED0}" dt="2022-11-22T09:47:48.159" v="368" actId="113"/>
        <pc:sldMkLst>
          <pc:docMk/>
          <pc:sldMk cId="3231654361" sldId="261"/>
        </pc:sldMkLst>
        <pc:spChg chg="del mod">
          <ac:chgData name="KIRAN KUMAR GANTA" userId="04d4457b2c6f4d58" providerId="LiveId" clId="{415B0607-3D18-4380-816B-9D66A004EED0}" dt="2022-11-22T09:46:11.354" v="256" actId="478"/>
          <ac:spMkLst>
            <pc:docMk/>
            <pc:sldMk cId="3231654361" sldId="261"/>
            <ac:spMk id="2" creationId="{B92F98AE-B313-6351-8B77-07F241C7A521}"/>
          </ac:spMkLst>
        </pc:spChg>
        <pc:spChg chg="mod">
          <ac:chgData name="KIRAN KUMAR GANTA" userId="04d4457b2c6f4d58" providerId="LiveId" clId="{415B0607-3D18-4380-816B-9D66A004EED0}" dt="2022-11-22T09:47:48.159" v="368" actId="113"/>
          <ac:spMkLst>
            <pc:docMk/>
            <pc:sldMk cId="3231654361" sldId="261"/>
            <ac:spMk id="3" creationId="{0A237550-1DE1-9F96-6294-BBF931B4F42B}"/>
          </ac:spMkLst>
        </pc:spChg>
      </pc:sldChg>
      <pc:sldChg chg="delSp modSp new mod">
        <pc:chgData name="KIRAN KUMAR GANTA" userId="04d4457b2c6f4d58" providerId="LiveId" clId="{415B0607-3D18-4380-816B-9D66A004EED0}" dt="2022-11-22T09:49:35.756" v="490" actId="113"/>
        <pc:sldMkLst>
          <pc:docMk/>
          <pc:sldMk cId="2471644895" sldId="262"/>
        </pc:sldMkLst>
        <pc:spChg chg="del mod">
          <ac:chgData name="KIRAN KUMAR GANTA" userId="04d4457b2c6f4d58" providerId="LiveId" clId="{415B0607-3D18-4380-816B-9D66A004EED0}" dt="2022-11-22T09:48:00.071" v="371" actId="478"/>
          <ac:spMkLst>
            <pc:docMk/>
            <pc:sldMk cId="2471644895" sldId="262"/>
            <ac:spMk id="2" creationId="{000AA207-4125-EFA2-9E98-39906A0019E9}"/>
          </ac:spMkLst>
        </pc:spChg>
        <pc:spChg chg="mod">
          <ac:chgData name="KIRAN KUMAR GANTA" userId="04d4457b2c6f4d58" providerId="LiveId" clId="{415B0607-3D18-4380-816B-9D66A004EED0}" dt="2022-11-22T09:49:35.756" v="490" actId="113"/>
          <ac:spMkLst>
            <pc:docMk/>
            <pc:sldMk cId="2471644895" sldId="262"/>
            <ac:spMk id="3" creationId="{ED5E6109-DE52-D3E6-2B6D-0F9DD5E9BD64}"/>
          </ac:spMkLst>
        </pc:spChg>
      </pc:sldChg>
      <pc:sldChg chg="delSp modSp new mod">
        <pc:chgData name="KIRAN KUMAR GANTA" userId="04d4457b2c6f4d58" providerId="LiveId" clId="{415B0607-3D18-4380-816B-9D66A004EED0}" dt="2022-11-22T09:51:13.335" v="609" actId="113"/>
        <pc:sldMkLst>
          <pc:docMk/>
          <pc:sldMk cId="3406206606" sldId="263"/>
        </pc:sldMkLst>
        <pc:spChg chg="del mod">
          <ac:chgData name="KIRAN KUMAR GANTA" userId="04d4457b2c6f4d58" providerId="LiveId" clId="{415B0607-3D18-4380-816B-9D66A004EED0}" dt="2022-11-22T09:49:42.789" v="493" actId="478"/>
          <ac:spMkLst>
            <pc:docMk/>
            <pc:sldMk cId="3406206606" sldId="263"/>
            <ac:spMk id="2" creationId="{47AD252D-8EA7-E794-9CA2-A244515ADA72}"/>
          </ac:spMkLst>
        </pc:spChg>
        <pc:spChg chg="mod">
          <ac:chgData name="KIRAN KUMAR GANTA" userId="04d4457b2c6f4d58" providerId="LiveId" clId="{415B0607-3D18-4380-816B-9D66A004EED0}" dt="2022-11-22T09:51:13.335" v="609" actId="113"/>
          <ac:spMkLst>
            <pc:docMk/>
            <pc:sldMk cId="3406206606" sldId="263"/>
            <ac:spMk id="3" creationId="{83435682-F3C7-456E-8725-FBF18D75BED0}"/>
          </ac:spMkLst>
        </pc:spChg>
      </pc:sldChg>
      <pc:sldChg chg="delSp modSp new mod">
        <pc:chgData name="KIRAN KUMAR GANTA" userId="04d4457b2c6f4d58" providerId="LiveId" clId="{415B0607-3D18-4380-816B-9D66A004EED0}" dt="2022-11-22T09:52:56.447" v="734" actId="113"/>
        <pc:sldMkLst>
          <pc:docMk/>
          <pc:sldMk cId="2366335118" sldId="264"/>
        </pc:sldMkLst>
        <pc:spChg chg="del mod">
          <ac:chgData name="KIRAN KUMAR GANTA" userId="04d4457b2c6f4d58" providerId="LiveId" clId="{415B0607-3D18-4380-816B-9D66A004EED0}" dt="2022-11-22T09:51:26.456" v="612" actId="478"/>
          <ac:spMkLst>
            <pc:docMk/>
            <pc:sldMk cId="2366335118" sldId="264"/>
            <ac:spMk id="2" creationId="{700A2CCF-64AC-D193-C5D6-C51F72224C5B}"/>
          </ac:spMkLst>
        </pc:spChg>
        <pc:spChg chg="mod">
          <ac:chgData name="KIRAN KUMAR GANTA" userId="04d4457b2c6f4d58" providerId="LiveId" clId="{415B0607-3D18-4380-816B-9D66A004EED0}" dt="2022-11-22T09:52:56.447" v="734" actId="113"/>
          <ac:spMkLst>
            <pc:docMk/>
            <pc:sldMk cId="2366335118" sldId="264"/>
            <ac:spMk id="3" creationId="{12232249-F00A-336E-BF6A-27A16CE2F241}"/>
          </ac:spMkLst>
        </pc:spChg>
      </pc:sldChg>
      <pc:sldChg chg="delSp modSp new mod">
        <pc:chgData name="KIRAN KUMAR GANTA" userId="04d4457b2c6f4d58" providerId="LiveId" clId="{415B0607-3D18-4380-816B-9D66A004EED0}" dt="2022-11-22T09:54:43.339" v="856" actId="113"/>
        <pc:sldMkLst>
          <pc:docMk/>
          <pc:sldMk cId="3726046492" sldId="265"/>
        </pc:sldMkLst>
        <pc:spChg chg="del mod">
          <ac:chgData name="KIRAN KUMAR GANTA" userId="04d4457b2c6f4d58" providerId="LiveId" clId="{415B0607-3D18-4380-816B-9D66A004EED0}" dt="2022-11-22T09:53:05.392" v="737" actId="478"/>
          <ac:spMkLst>
            <pc:docMk/>
            <pc:sldMk cId="3726046492" sldId="265"/>
            <ac:spMk id="2" creationId="{A1B099E4-C240-C94B-53B7-D1EE52C04EBE}"/>
          </ac:spMkLst>
        </pc:spChg>
        <pc:spChg chg="mod">
          <ac:chgData name="KIRAN KUMAR GANTA" userId="04d4457b2c6f4d58" providerId="LiveId" clId="{415B0607-3D18-4380-816B-9D66A004EED0}" dt="2022-11-22T09:54:43.339" v="856" actId="113"/>
          <ac:spMkLst>
            <pc:docMk/>
            <pc:sldMk cId="3726046492" sldId="265"/>
            <ac:spMk id="3" creationId="{9F32EDFA-9473-79EE-0F35-48D6FE17308F}"/>
          </ac:spMkLst>
        </pc:spChg>
      </pc:sldChg>
      <pc:sldChg chg="delSp modSp new mod">
        <pc:chgData name="KIRAN KUMAR GANTA" userId="04d4457b2c6f4d58" providerId="LiveId" clId="{415B0607-3D18-4380-816B-9D66A004EED0}" dt="2022-11-22T09:56:56.173" v="987" actId="113"/>
        <pc:sldMkLst>
          <pc:docMk/>
          <pc:sldMk cId="1208186571" sldId="266"/>
        </pc:sldMkLst>
        <pc:spChg chg="del mod">
          <ac:chgData name="KIRAN KUMAR GANTA" userId="04d4457b2c6f4d58" providerId="LiveId" clId="{415B0607-3D18-4380-816B-9D66A004EED0}" dt="2022-11-22T09:55:10.225" v="859" actId="478"/>
          <ac:spMkLst>
            <pc:docMk/>
            <pc:sldMk cId="1208186571" sldId="266"/>
            <ac:spMk id="2" creationId="{51117EEC-5E2D-DC41-081A-DE5B29DCAD03}"/>
          </ac:spMkLst>
        </pc:spChg>
        <pc:spChg chg="mod">
          <ac:chgData name="KIRAN KUMAR GANTA" userId="04d4457b2c6f4d58" providerId="LiveId" clId="{415B0607-3D18-4380-816B-9D66A004EED0}" dt="2022-11-22T09:56:56.173" v="987" actId="113"/>
          <ac:spMkLst>
            <pc:docMk/>
            <pc:sldMk cId="1208186571" sldId="266"/>
            <ac:spMk id="3" creationId="{F1C208E4-8FE0-3F9B-F449-7A80C294134C}"/>
          </ac:spMkLst>
        </pc:spChg>
      </pc:sldChg>
      <pc:sldChg chg="delSp modSp new mod">
        <pc:chgData name="KIRAN KUMAR GANTA" userId="04d4457b2c6f4d58" providerId="LiveId" clId="{415B0607-3D18-4380-816B-9D66A004EED0}" dt="2022-11-22T09:59:46.615" v="1143" actId="113"/>
        <pc:sldMkLst>
          <pc:docMk/>
          <pc:sldMk cId="1105230622" sldId="267"/>
        </pc:sldMkLst>
        <pc:spChg chg="del mod">
          <ac:chgData name="KIRAN KUMAR GANTA" userId="04d4457b2c6f4d58" providerId="LiveId" clId="{415B0607-3D18-4380-816B-9D66A004EED0}" dt="2022-11-22T09:57:06.958" v="990" actId="478"/>
          <ac:spMkLst>
            <pc:docMk/>
            <pc:sldMk cId="1105230622" sldId="267"/>
            <ac:spMk id="2" creationId="{A9803699-48FA-E108-82F9-8F99BEB1DDE4}"/>
          </ac:spMkLst>
        </pc:spChg>
        <pc:spChg chg="mod">
          <ac:chgData name="KIRAN KUMAR GANTA" userId="04d4457b2c6f4d58" providerId="LiveId" clId="{415B0607-3D18-4380-816B-9D66A004EED0}" dt="2022-11-22T09:59:46.615" v="1143" actId="113"/>
          <ac:spMkLst>
            <pc:docMk/>
            <pc:sldMk cId="1105230622" sldId="267"/>
            <ac:spMk id="3" creationId="{4FE0DC40-B0EA-D63B-E4B6-70164DE9D2E3}"/>
          </ac:spMkLst>
        </pc:spChg>
      </pc:sldChg>
      <pc:sldChg chg="delSp modSp new mod">
        <pc:chgData name="KIRAN KUMAR GANTA" userId="04d4457b2c6f4d58" providerId="LiveId" clId="{415B0607-3D18-4380-816B-9D66A004EED0}" dt="2022-11-22T10:02:17.532" v="1283" actId="113"/>
        <pc:sldMkLst>
          <pc:docMk/>
          <pc:sldMk cId="921741312" sldId="268"/>
        </pc:sldMkLst>
        <pc:spChg chg="del mod">
          <ac:chgData name="KIRAN KUMAR GANTA" userId="04d4457b2c6f4d58" providerId="LiveId" clId="{415B0607-3D18-4380-816B-9D66A004EED0}" dt="2022-11-22T09:59:55.647" v="1146" actId="478"/>
          <ac:spMkLst>
            <pc:docMk/>
            <pc:sldMk cId="921741312" sldId="268"/>
            <ac:spMk id="2" creationId="{04D77D2A-BBD0-DE84-C6A0-43773C1F5757}"/>
          </ac:spMkLst>
        </pc:spChg>
        <pc:spChg chg="mod">
          <ac:chgData name="KIRAN KUMAR GANTA" userId="04d4457b2c6f4d58" providerId="LiveId" clId="{415B0607-3D18-4380-816B-9D66A004EED0}" dt="2022-11-22T10:02:17.532" v="1283" actId="113"/>
          <ac:spMkLst>
            <pc:docMk/>
            <pc:sldMk cId="921741312" sldId="268"/>
            <ac:spMk id="3" creationId="{837DD3FD-F0EB-8CF6-8476-A685D9C43EF1}"/>
          </ac:spMkLst>
        </pc:spChg>
      </pc:sldChg>
      <pc:sldChg chg="delSp modSp new mod">
        <pc:chgData name="KIRAN KUMAR GANTA" userId="04d4457b2c6f4d58" providerId="LiveId" clId="{415B0607-3D18-4380-816B-9D66A004EED0}" dt="2022-11-22T10:04:53.768" v="1456" actId="113"/>
        <pc:sldMkLst>
          <pc:docMk/>
          <pc:sldMk cId="3188229740" sldId="269"/>
        </pc:sldMkLst>
        <pc:spChg chg="del mod">
          <ac:chgData name="KIRAN KUMAR GANTA" userId="04d4457b2c6f4d58" providerId="LiveId" clId="{415B0607-3D18-4380-816B-9D66A004EED0}" dt="2022-11-22T10:02:25.180" v="1286" actId="478"/>
          <ac:spMkLst>
            <pc:docMk/>
            <pc:sldMk cId="3188229740" sldId="269"/>
            <ac:spMk id="2" creationId="{65A2866E-01DA-5730-F139-DAEA0DF26248}"/>
          </ac:spMkLst>
        </pc:spChg>
        <pc:spChg chg="mod">
          <ac:chgData name="KIRAN KUMAR GANTA" userId="04d4457b2c6f4d58" providerId="LiveId" clId="{415B0607-3D18-4380-816B-9D66A004EED0}" dt="2022-11-22T10:04:53.768" v="1456" actId="113"/>
          <ac:spMkLst>
            <pc:docMk/>
            <pc:sldMk cId="3188229740" sldId="269"/>
            <ac:spMk id="3" creationId="{4D6EDC61-D907-181C-909A-F0EF15A8407C}"/>
          </ac:spMkLst>
        </pc:spChg>
      </pc:sldChg>
      <pc:sldChg chg="delSp modSp new mod">
        <pc:chgData name="KIRAN KUMAR GANTA" userId="04d4457b2c6f4d58" providerId="LiveId" clId="{415B0607-3D18-4380-816B-9D66A004EED0}" dt="2022-11-22T10:07:37.006" v="1631" actId="123"/>
        <pc:sldMkLst>
          <pc:docMk/>
          <pc:sldMk cId="1343770880" sldId="270"/>
        </pc:sldMkLst>
        <pc:spChg chg="del mod">
          <ac:chgData name="KIRAN KUMAR GANTA" userId="04d4457b2c6f4d58" providerId="LiveId" clId="{415B0607-3D18-4380-816B-9D66A004EED0}" dt="2022-11-22T10:05:03.868" v="1459" actId="478"/>
          <ac:spMkLst>
            <pc:docMk/>
            <pc:sldMk cId="1343770880" sldId="270"/>
            <ac:spMk id="2" creationId="{70195E2B-9811-C77D-1275-65B827A46264}"/>
          </ac:spMkLst>
        </pc:spChg>
        <pc:spChg chg="mod">
          <ac:chgData name="KIRAN KUMAR GANTA" userId="04d4457b2c6f4d58" providerId="LiveId" clId="{415B0607-3D18-4380-816B-9D66A004EED0}" dt="2022-11-22T10:07:37.006" v="1631" actId="123"/>
          <ac:spMkLst>
            <pc:docMk/>
            <pc:sldMk cId="1343770880" sldId="270"/>
            <ac:spMk id="3" creationId="{1FEB0B71-DE53-634B-274E-6F27A9B49692}"/>
          </ac:spMkLst>
        </pc:spChg>
      </pc:sldChg>
      <pc:sldChg chg="delSp modSp new mod">
        <pc:chgData name="KIRAN KUMAR GANTA" userId="04d4457b2c6f4d58" providerId="LiveId" clId="{415B0607-3D18-4380-816B-9D66A004EED0}" dt="2022-11-22T10:10:35.974" v="1858" actId="123"/>
        <pc:sldMkLst>
          <pc:docMk/>
          <pc:sldMk cId="2758500736" sldId="271"/>
        </pc:sldMkLst>
        <pc:spChg chg="del mod">
          <ac:chgData name="KIRAN KUMAR GANTA" userId="04d4457b2c6f4d58" providerId="LiveId" clId="{415B0607-3D18-4380-816B-9D66A004EED0}" dt="2022-11-22T10:07:47.174" v="1634" actId="478"/>
          <ac:spMkLst>
            <pc:docMk/>
            <pc:sldMk cId="2758500736" sldId="271"/>
            <ac:spMk id="2" creationId="{EFDCD9D6-3741-07CB-6466-D105E37F06DA}"/>
          </ac:spMkLst>
        </pc:spChg>
        <pc:spChg chg="mod">
          <ac:chgData name="KIRAN KUMAR GANTA" userId="04d4457b2c6f4d58" providerId="LiveId" clId="{415B0607-3D18-4380-816B-9D66A004EED0}" dt="2022-11-22T10:10:35.974" v="1858" actId="123"/>
          <ac:spMkLst>
            <pc:docMk/>
            <pc:sldMk cId="2758500736" sldId="271"/>
            <ac:spMk id="3" creationId="{84B8E209-D197-54D2-FA90-614220DCAA3C}"/>
          </ac:spMkLst>
        </pc:spChg>
      </pc:sldChg>
      <pc:sldChg chg="delSp modSp new mod">
        <pc:chgData name="KIRAN KUMAR GANTA" userId="04d4457b2c6f4d58" providerId="LiveId" clId="{415B0607-3D18-4380-816B-9D66A004EED0}" dt="2022-11-22T10:13:59.747" v="2077" actId="123"/>
        <pc:sldMkLst>
          <pc:docMk/>
          <pc:sldMk cId="3653190127" sldId="272"/>
        </pc:sldMkLst>
        <pc:spChg chg="del mod">
          <ac:chgData name="KIRAN KUMAR GANTA" userId="04d4457b2c6f4d58" providerId="LiveId" clId="{415B0607-3D18-4380-816B-9D66A004EED0}" dt="2022-11-22T10:10:43.954" v="1861" actId="478"/>
          <ac:spMkLst>
            <pc:docMk/>
            <pc:sldMk cId="3653190127" sldId="272"/>
            <ac:spMk id="2" creationId="{78291E25-DB65-D67D-55E1-1C04E811F0A3}"/>
          </ac:spMkLst>
        </pc:spChg>
        <pc:spChg chg="mod">
          <ac:chgData name="KIRAN KUMAR GANTA" userId="04d4457b2c6f4d58" providerId="LiveId" clId="{415B0607-3D18-4380-816B-9D66A004EED0}" dt="2022-11-22T10:13:59.747" v="2077" actId="123"/>
          <ac:spMkLst>
            <pc:docMk/>
            <pc:sldMk cId="3653190127" sldId="272"/>
            <ac:spMk id="3" creationId="{506F231C-6208-F025-E6AF-A625BE35EB83}"/>
          </ac:spMkLst>
        </pc:spChg>
      </pc:sldChg>
      <pc:sldChg chg="addSp delSp modSp new mod">
        <pc:chgData name="KIRAN KUMAR GANTA" userId="04d4457b2c6f4d58" providerId="LiveId" clId="{415B0607-3D18-4380-816B-9D66A004EED0}" dt="2022-11-23T00:22:07.413" v="2634" actId="123"/>
        <pc:sldMkLst>
          <pc:docMk/>
          <pc:sldMk cId="3695859695" sldId="273"/>
        </pc:sldMkLst>
        <pc:spChg chg="del mod">
          <ac:chgData name="KIRAN KUMAR GANTA" userId="04d4457b2c6f4d58" providerId="LiveId" clId="{415B0607-3D18-4380-816B-9D66A004EED0}" dt="2022-11-22T10:14:55.718" v="2080" actId="478"/>
          <ac:spMkLst>
            <pc:docMk/>
            <pc:sldMk cId="3695859695" sldId="273"/>
            <ac:spMk id="2" creationId="{94BB2080-21D0-F1DE-A9D1-FCD4990E2124}"/>
          </ac:spMkLst>
        </pc:spChg>
        <pc:spChg chg="mod">
          <ac:chgData name="KIRAN KUMAR GANTA" userId="04d4457b2c6f4d58" providerId="LiveId" clId="{415B0607-3D18-4380-816B-9D66A004EED0}" dt="2022-11-23T00:22:07.413" v="2634" actId="123"/>
          <ac:spMkLst>
            <pc:docMk/>
            <pc:sldMk cId="3695859695" sldId="273"/>
            <ac:spMk id="3" creationId="{08FB23B5-8DA9-7542-5D8E-8BA2B36C5599}"/>
          </ac:spMkLst>
        </pc:spChg>
        <pc:spChg chg="add mod">
          <ac:chgData name="KIRAN KUMAR GANTA" userId="04d4457b2c6f4d58" providerId="LiveId" clId="{415B0607-3D18-4380-816B-9D66A004EED0}" dt="2022-11-22T10:47:23.601" v="2338" actId="20577"/>
          <ac:spMkLst>
            <pc:docMk/>
            <pc:sldMk cId="3695859695" sldId="273"/>
            <ac:spMk id="4" creationId="{0386C79C-5562-CBCF-7E50-5E77E83F5C66}"/>
          </ac:spMkLst>
        </pc:spChg>
      </pc:sldChg>
      <pc:sldChg chg="delSp modSp new mod">
        <pc:chgData name="KIRAN KUMAR GANTA" userId="04d4457b2c6f4d58" providerId="LiveId" clId="{415B0607-3D18-4380-816B-9D66A004EED0}" dt="2022-11-23T00:25:42.108" v="2859" actId="123"/>
        <pc:sldMkLst>
          <pc:docMk/>
          <pc:sldMk cId="2026968352" sldId="274"/>
        </pc:sldMkLst>
        <pc:spChg chg="del mod">
          <ac:chgData name="KIRAN KUMAR GANTA" userId="04d4457b2c6f4d58" providerId="LiveId" clId="{415B0607-3D18-4380-816B-9D66A004EED0}" dt="2022-11-23T00:22:23.940" v="2637" actId="478"/>
          <ac:spMkLst>
            <pc:docMk/>
            <pc:sldMk cId="2026968352" sldId="274"/>
            <ac:spMk id="2" creationId="{150100BA-6C40-A5E0-D970-7D222207E89F}"/>
          </ac:spMkLst>
        </pc:spChg>
        <pc:spChg chg="mod">
          <ac:chgData name="KIRAN KUMAR GANTA" userId="04d4457b2c6f4d58" providerId="LiveId" clId="{415B0607-3D18-4380-816B-9D66A004EED0}" dt="2022-11-23T00:25:42.108" v="2859" actId="123"/>
          <ac:spMkLst>
            <pc:docMk/>
            <pc:sldMk cId="2026968352" sldId="274"/>
            <ac:spMk id="3" creationId="{668703F4-1813-892A-D70C-11718D503101}"/>
          </ac:spMkLst>
        </pc:spChg>
      </pc:sldChg>
      <pc:sldChg chg="delSp modSp new mod">
        <pc:chgData name="KIRAN KUMAR GANTA" userId="04d4457b2c6f4d58" providerId="LiveId" clId="{415B0607-3D18-4380-816B-9D66A004EED0}" dt="2022-11-23T00:28:56.357" v="3087" actId="123"/>
        <pc:sldMkLst>
          <pc:docMk/>
          <pc:sldMk cId="2957383491" sldId="275"/>
        </pc:sldMkLst>
        <pc:spChg chg="del mod">
          <ac:chgData name="KIRAN KUMAR GANTA" userId="04d4457b2c6f4d58" providerId="LiveId" clId="{415B0607-3D18-4380-816B-9D66A004EED0}" dt="2022-11-23T00:25:52.933" v="2862" actId="478"/>
          <ac:spMkLst>
            <pc:docMk/>
            <pc:sldMk cId="2957383491" sldId="275"/>
            <ac:spMk id="2" creationId="{6B4DC175-5F8F-02D1-67EF-989E7DD6CB0E}"/>
          </ac:spMkLst>
        </pc:spChg>
        <pc:spChg chg="mod">
          <ac:chgData name="KIRAN KUMAR GANTA" userId="04d4457b2c6f4d58" providerId="LiveId" clId="{415B0607-3D18-4380-816B-9D66A004EED0}" dt="2022-11-23T00:28:56.357" v="3087" actId="123"/>
          <ac:spMkLst>
            <pc:docMk/>
            <pc:sldMk cId="2957383491" sldId="275"/>
            <ac:spMk id="3" creationId="{9C531A27-11BB-3D0C-6631-5379D78E199B}"/>
          </ac:spMkLst>
        </pc:spChg>
      </pc:sldChg>
      <pc:sldChg chg="delSp modSp new mod">
        <pc:chgData name="KIRAN KUMAR GANTA" userId="04d4457b2c6f4d58" providerId="LiveId" clId="{415B0607-3D18-4380-816B-9D66A004EED0}" dt="2022-11-23T00:34:22.033" v="3367" actId="14100"/>
        <pc:sldMkLst>
          <pc:docMk/>
          <pc:sldMk cId="2146524995" sldId="276"/>
        </pc:sldMkLst>
        <pc:spChg chg="del">
          <ac:chgData name="KIRAN KUMAR GANTA" userId="04d4457b2c6f4d58" providerId="LiveId" clId="{415B0607-3D18-4380-816B-9D66A004EED0}" dt="2022-11-23T00:29:08.611" v="3089" actId="478"/>
          <ac:spMkLst>
            <pc:docMk/>
            <pc:sldMk cId="2146524995" sldId="276"/>
            <ac:spMk id="2" creationId="{16BE8993-1ECF-8345-24B7-572F81021BD5}"/>
          </ac:spMkLst>
        </pc:spChg>
        <pc:spChg chg="mod">
          <ac:chgData name="KIRAN KUMAR GANTA" userId="04d4457b2c6f4d58" providerId="LiveId" clId="{415B0607-3D18-4380-816B-9D66A004EED0}" dt="2022-11-23T00:34:22.033" v="3367" actId="14100"/>
          <ac:spMkLst>
            <pc:docMk/>
            <pc:sldMk cId="2146524995" sldId="276"/>
            <ac:spMk id="3" creationId="{03CF843A-ACC6-4F63-ED60-590DDF5B439D}"/>
          </ac:spMkLst>
        </pc:spChg>
      </pc:sldChg>
      <pc:sldChg chg="delSp modSp new mod">
        <pc:chgData name="KIRAN KUMAR GANTA" userId="04d4457b2c6f4d58" providerId="LiveId" clId="{415B0607-3D18-4380-816B-9D66A004EED0}" dt="2022-11-23T00:41:50.348" v="3594" actId="123"/>
        <pc:sldMkLst>
          <pc:docMk/>
          <pc:sldMk cId="1414182164" sldId="277"/>
        </pc:sldMkLst>
        <pc:spChg chg="del mod">
          <ac:chgData name="KIRAN KUMAR GANTA" userId="04d4457b2c6f4d58" providerId="LiveId" clId="{415B0607-3D18-4380-816B-9D66A004EED0}" dt="2022-11-23T00:34:40.034" v="3370" actId="478"/>
          <ac:spMkLst>
            <pc:docMk/>
            <pc:sldMk cId="1414182164" sldId="277"/>
            <ac:spMk id="2" creationId="{6251E59C-7F51-2616-1C3F-48746BCD2CA9}"/>
          </ac:spMkLst>
        </pc:spChg>
        <pc:spChg chg="mod">
          <ac:chgData name="KIRAN KUMAR GANTA" userId="04d4457b2c6f4d58" providerId="LiveId" clId="{415B0607-3D18-4380-816B-9D66A004EED0}" dt="2022-11-23T00:41:50.348" v="3594" actId="123"/>
          <ac:spMkLst>
            <pc:docMk/>
            <pc:sldMk cId="1414182164" sldId="277"/>
            <ac:spMk id="3" creationId="{BBA4833D-A393-F722-CAA9-C34A2200418A}"/>
          </ac:spMkLst>
        </pc:spChg>
      </pc:sldChg>
      <pc:sldChg chg="delSp modSp new mod">
        <pc:chgData name="KIRAN KUMAR GANTA" userId="04d4457b2c6f4d58" providerId="LiveId" clId="{415B0607-3D18-4380-816B-9D66A004EED0}" dt="2022-11-23T00:45:58.846" v="3789" actId="123"/>
        <pc:sldMkLst>
          <pc:docMk/>
          <pc:sldMk cId="3434561862" sldId="278"/>
        </pc:sldMkLst>
        <pc:spChg chg="del mod">
          <ac:chgData name="KIRAN KUMAR GANTA" userId="04d4457b2c6f4d58" providerId="LiveId" clId="{415B0607-3D18-4380-816B-9D66A004EED0}" dt="2022-11-23T00:42:01.803" v="3597" actId="478"/>
          <ac:spMkLst>
            <pc:docMk/>
            <pc:sldMk cId="3434561862" sldId="278"/>
            <ac:spMk id="2" creationId="{51FD3476-EC2A-18A1-8DFC-50FFB694F4A4}"/>
          </ac:spMkLst>
        </pc:spChg>
        <pc:spChg chg="mod">
          <ac:chgData name="KIRAN KUMAR GANTA" userId="04d4457b2c6f4d58" providerId="LiveId" clId="{415B0607-3D18-4380-816B-9D66A004EED0}" dt="2022-11-23T00:45:58.846" v="3789" actId="123"/>
          <ac:spMkLst>
            <pc:docMk/>
            <pc:sldMk cId="3434561862" sldId="278"/>
            <ac:spMk id="3" creationId="{F1CC810F-4B1C-0B6C-E977-549B0ADCCC3B}"/>
          </ac:spMkLst>
        </pc:spChg>
      </pc:sldChg>
      <pc:sldChg chg="delSp modSp new mod">
        <pc:chgData name="KIRAN KUMAR GANTA" userId="04d4457b2c6f4d58" providerId="LiveId" clId="{415B0607-3D18-4380-816B-9D66A004EED0}" dt="2022-11-23T00:48:57.612" v="3974" actId="123"/>
        <pc:sldMkLst>
          <pc:docMk/>
          <pc:sldMk cId="3425082150" sldId="279"/>
        </pc:sldMkLst>
        <pc:spChg chg="del mod">
          <ac:chgData name="KIRAN KUMAR GANTA" userId="04d4457b2c6f4d58" providerId="LiveId" clId="{415B0607-3D18-4380-816B-9D66A004EED0}" dt="2022-11-23T00:46:06.762" v="3792" actId="478"/>
          <ac:spMkLst>
            <pc:docMk/>
            <pc:sldMk cId="3425082150" sldId="279"/>
            <ac:spMk id="2" creationId="{04D80463-BE7B-ED63-7CF7-8B00AAF58365}"/>
          </ac:spMkLst>
        </pc:spChg>
        <pc:spChg chg="mod">
          <ac:chgData name="KIRAN KUMAR GANTA" userId="04d4457b2c6f4d58" providerId="LiveId" clId="{415B0607-3D18-4380-816B-9D66A004EED0}" dt="2022-11-23T00:48:57.612" v="3974" actId="123"/>
          <ac:spMkLst>
            <pc:docMk/>
            <pc:sldMk cId="3425082150" sldId="279"/>
            <ac:spMk id="3" creationId="{98EAFA4C-BD9E-0554-C08A-C8929C9E1305}"/>
          </ac:spMkLst>
        </pc:spChg>
      </pc:sldChg>
      <pc:sldChg chg="delSp modSp new mod">
        <pc:chgData name="KIRAN KUMAR GANTA" userId="04d4457b2c6f4d58" providerId="LiveId" clId="{415B0607-3D18-4380-816B-9D66A004EED0}" dt="2022-11-23T00:51:35.466" v="4163" actId="123"/>
        <pc:sldMkLst>
          <pc:docMk/>
          <pc:sldMk cId="2076612004" sldId="280"/>
        </pc:sldMkLst>
        <pc:spChg chg="del mod">
          <ac:chgData name="KIRAN KUMAR GANTA" userId="04d4457b2c6f4d58" providerId="LiveId" clId="{415B0607-3D18-4380-816B-9D66A004EED0}" dt="2022-11-23T00:49:08.086" v="3977" actId="478"/>
          <ac:spMkLst>
            <pc:docMk/>
            <pc:sldMk cId="2076612004" sldId="280"/>
            <ac:spMk id="2" creationId="{32E994F3-2019-6BB5-6074-5471C45CE759}"/>
          </ac:spMkLst>
        </pc:spChg>
        <pc:spChg chg="mod">
          <ac:chgData name="KIRAN KUMAR GANTA" userId="04d4457b2c6f4d58" providerId="LiveId" clId="{415B0607-3D18-4380-816B-9D66A004EED0}" dt="2022-11-23T00:51:35.466" v="4163" actId="123"/>
          <ac:spMkLst>
            <pc:docMk/>
            <pc:sldMk cId="2076612004" sldId="280"/>
            <ac:spMk id="3" creationId="{C9242765-0CE3-2B9A-CE0B-990E2FFC66CC}"/>
          </ac:spMkLst>
        </pc:spChg>
      </pc:sldChg>
      <pc:sldChg chg="delSp modSp new mod">
        <pc:chgData name="KIRAN KUMAR GANTA" userId="04d4457b2c6f4d58" providerId="LiveId" clId="{415B0607-3D18-4380-816B-9D66A004EED0}" dt="2022-11-23T00:55:14.908" v="4405" actId="123"/>
        <pc:sldMkLst>
          <pc:docMk/>
          <pc:sldMk cId="2711076953" sldId="281"/>
        </pc:sldMkLst>
        <pc:spChg chg="del mod">
          <ac:chgData name="KIRAN KUMAR GANTA" userId="04d4457b2c6f4d58" providerId="LiveId" clId="{415B0607-3D18-4380-816B-9D66A004EED0}" dt="2022-11-23T00:51:44.714" v="4166" actId="478"/>
          <ac:spMkLst>
            <pc:docMk/>
            <pc:sldMk cId="2711076953" sldId="281"/>
            <ac:spMk id="2" creationId="{FF2080A3-272E-BDE3-98DB-B27B0EF8FD2A}"/>
          </ac:spMkLst>
        </pc:spChg>
        <pc:spChg chg="mod">
          <ac:chgData name="KIRAN KUMAR GANTA" userId="04d4457b2c6f4d58" providerId="LiveId" clId="{415B0607-3D18-4380-816B-9D66A004EED0}" dt="2022-11-23T00:55:14.908" v="4405" actId="123"/>
          <ac:spMkLst>
            <pc:docMk/>
            <pc:sldMk cId="2711076953" sldId="281"/>
            <ac:spMk id="3" creationId="{D50209E1-216A-4AEC-B69A-024ED48ABF25}"/>
          </ac:spMkLst>
        </pc:spChg>
      </pc:sldChg>
      <pc:sldChg chg="delSp modSp new mod">
        <pc:chgData name="KIRAN KUMAR GANTA" userId="04d4457b2c6f4d58" providerId="LiveId" clId="{415B0607-3D18-4380-816B-9D66A004EED0}" dt="2022-11-23T00:58:55.957" v="4644" actId="123"/>
        <pc:sldMkLst>
          <pc:docMk/>
          <pc:sldMk cId="2851204071" sldId="282"/>
        </pc:sldMkLst>
        <pc:spChg chg="del mod">
          <ac:chgData name="KIRAN KUMAR GANTA" userId="04d4457b2c6f4d58" providerId="LiveId" clId="{415B0607-3D18-4380-816B-9D66A004EED0}" dt="2022-11-23T00:55:24.765" v="4408" actId="478"/>
          <ac:spMkLst>
            <pc:docMk/>
            <pc:sldMk cId="2851204071" sldId="282"/>
            <ac:spMk id="2" creationId="{AE04B9A2-5ECE-C2B2-E826-56D8B800CA23}"/>
          </ac:spMkLst>
        </pc:spChg>
        <pc:spChg chg="mod">
          <ac:chgData name="KIRAN KUMAR GANTA" userId="04d4457b2c6f4d58" providerId="LiveId" clId="{415B0607-3D18-4380-816B-9D66A004EED0}" dt="2022-11-23T00:58:55.957" v="4644" actId="123"/>
          <ac:spMkLst>
            <pc:docMk/>
            <pc:sldMk cId="2851204071" sldId="282"/>
            <ac:spMk id="3" creationId="{F12BD6D4-CBAA-AEA2-A98E-E5FE37EC7961}"/>
          </ac:spMkLst>
        </pc:spChg>
      </pc:sldChg>
      <pc:sldChg chg="delSp modSp new mod">
        <pc:chgData name="KIRAN KUMAR GANTA" userId="04d4457b2c6f4d58" providerId="LiveId" clId="{415B0607-3D18-4380-816B-9D66A004EED0}" dt="2022-11-23T01:04:41.489" v="4902" actId="123"/>
        <pc:sldMkLst>
          <pc:docMk/>
          <pc:sldMk cId="554223680" sldId="283"/>
        </pc:sldMkLst>
        <pc:spChg chg="del mod">
          <ac:chgData name="KIRAN KUMAR GANTA" userId="04d4457b2c6f4d58" providerId="LiveId" clId="{415B0607-3D18-4380-816B-9D66A004EED0}" dt="2022-11-23T00:59:08.369" v="4647" actId="478"/>
          <ac:spMkLst>
            <pc:docMk/>
            <pc:sldMk cId="554223680" sldId="283"/>
            <ac:spMk id="2" creationId="{196DAEF5-56C2-DB92-93AA-6780322E9EF4}"/>
          </ac:spMkLst>
        </pc:spChg>
        <pc:spChg chg="mod">
          <ac:chgData name="KIRAN KUMAR GANTA" userId="04d4457b2c6f4d58" providerId="LiveId" clId="{415B0607-3D18-4380-816B-9D66A004EED0}" dt="2022-11-23T01:04:41.489" v="4902" actId="123"/>
          <ac:spMkLst>
            <pc:docMk/>
            <pc:sldMk cId="554223680" sldId="283"/>
            <ac:spMk id="3" creationId="{07EFD1C8-9DB6-76A3-652E-782D67431108}"/>
          </ac:spMkLst>
        </pc:spChg>
      </pc:sldChg>
      <pc:sldChg chg="delSp modSp new mod">
        <pc:chgData name="KIRAN KUMAR GANTA" userId="04d4457b2c6f4d58" providerId="LiveId" clId="{415B0607-3D18-4380-816B-9D66A004EED0}" dt="2022-11-23T01:08:07.642" v="5138" actId="123"/>
        <pc:sldMkLst>
          <pc:docMk/>
          <pc:sldMk cId="3048807994" sldId="284"/>
        </pc:sldMkLst>
        <pc:spChg chg="del mod">
          <ac:chgData name="KIRAN KUMAR GANTA" userId="04d4457b2c6f4d58" providerId="LiveId" clId="{415B0607-3D18-4380-816B-9D66A004EED0}" dt="2022-11-23T01:04:50.569" v="4905" actId="478"/>
          <ac:spMkLst>
            <pc:docMk/>
            <pc:sldMk cId="3048807994" sldId="284"/>
            <ac:spMk id="2" creationId="{3EB8A20C-1B53-A039-533F-016C23B9E282}"/>
          </ac:spMkLst>
        </pc:spChg>
        <pc:spChg chg="mod">
          <ac:chgData name="KIRAN KUMAR GANTA" userId="04d4457b2c6f4d58" providerId="LiveId" clId="{415B0607-3D18-4380-816B-9D66A004EED0}" dt="2022-11-23T01:08:07.642" v="5138" actId="123"/>
          <ac:spMkLst>
            <pc:docMk/>
            <pc:sldMk cId="3048807994" sldId="284"/>
            <ac:spMk id="3" creationId="{F1A50A26-F082-840C-73DB-10EA2A889E6D}"/>
          </ac:spMkLst>
        </pc:spChg>
      </pc:sldChg>
      <pc:sldChg chg="delSp modSp new mod">
        <pc:chgData name="KIRAN KUMAR GANTA" userId="04d4457b2c6f4d58" providerId="LiveId" clId="{415B0607-3D18-4380-816B-9D66A004EED0}" dt="2022-11-23T01:13:14.652" v="5413" actId="123"/>
        <pc:sldMkLst>
          <pc:docMk/>
          <pc:sldMk cId="3989849634" sldId="285"/>
        </pc:sldMkLst>
        <pc:spChg chg="del mod">
          <ac:chgData name="KIRAN KUMAR GANTA" userId="04d4457b2c6f4d58" providerId="LiveId" clId="{415B0607-3D18-4380-816B-9D66A004EED0}" dt="2022-11-23T01:08:17.001" v="5141" actId="478"/>
          <ac:spMkLst>
            <pc:docMk/>
            <pc:sldMk cId="3989849634" sldId="285"/>
            <ac:spMk id="2" creationId="{14128927-5B53-CE8A-5136-7B4C64070892}"/>
          </ac:spMkLst>
        </pc:spChg>
        <pc:spChg chg="mod">
          <ac:chgData name="KIRAN KUMAR GANTA" userId="04d4457b2c6f4d58" providerId="LiveId" clId="{415B0607-3D18-4380-816B-9D66A004EED0}" dt="2022-11-23T01:13:14.652" v="5413" actId="123"/>
          <ac:spMkLst>
            <pc:docMk/>
            <pc:sldMk cId="3989849634" sldId="285"/>
            <ac:spMk id="3" creationId="{E585D727-34B0-2473-5288-8831680C0560}"/>
          </ac:spMkLst>
        </pc:spChg>
      </pc:sldChg>
      <pc:sldChg chg="delSp modSp new mod">
        <pc:chgData name="KIRAN KUMAR GANTA" userId="04d4457b2c6f4d58" providerId="LiveId" clId="{415B0607-3D18-4380-816B-9D66A004EED0}" dt="2022-11-23T01:20:11.285" v="5761" actId="123"/>
        <pc:sldMkLst>
          <pc:docMk/>
          <pc:sldMk cId="2385653247" sldId="286"/>
        </pc:sldMkLst>
        <pc:spChg chg="del mod">
          <ac:chgData name="KIRAN KUMAR GANTA" userId="04d4457b2c6f4d58" providerId="LiveId" clId="{415B0607-3D18-4380-816B-9D66A004EED0}" dt="2022-11-23T01:13:23.214" v="5416" actId="478"/>
          <ac:spMkLst>
            <pc:docMk/>
            <pc:sldMk cId="2385653247" sldId="286"/>
            <ac:spMk id="2" creationId="{F5D3699B-8D4A-41D8-1DB2-8CA44D85E84E}"/>
          </ac:spMkLst>
        </pc:spChg>
        <pc:spChg chg="mod">
          <ac:chgData name="KIRAN KUMAR GANTA" userId="04d4457b2c6f4d58" providerId="LiveId" clId="{415B0607-3D18-4380-816B-9D66A004EED0}" dt="2022-11-23T01:20:11.285" v="5761" actId="123"/>
          <ac:spMkLst>
            <pc:docMk/>
            <pc:sldMk cId="2385653247" sldId="286"/>
            <ac:spMk id="3" creationId="{365A3785-C94D-22E4-D230-91E8CF97454C}"/>
          </ac:spMkLst>
        </pc:spChg>
      </pc:sldChg>
      <pc:sldChg chg="delSp modSp new mod">
        <pc:chgData name="KIRAN KUMAR GANTA" userId="04d4457b2c6f4d58" providerId="LiveId" clId="{415B0607-3D18-4380-816B-9D66A004EED0}" dt="2022-11-23T01:26:34.543" v="6035" actId="20577"/>
        <pc:sldMkLst>
          <pc:docMk/>
          <pc:sldMk cId="1075459983" sldId="287"/>
        </pc:sldMkLst>
        <pc:spChg chg="del mod">
          <ac:chgData name="KIRAN KUMAR GANTA" userId="04d4457b2c6f4d58" providerId="LiveId" clId="{415B0607-3D18-4380-816B-9D66A004EED0}" dt="2022-11-23T01:20:52.199" v="5764" actId="478"/>
          <ac:spMkLst>
            <pc:docMk/>
            <pc:sldMk cId="1075459983" sldId="287"/>
            <ac:spMk id="2" creationId="{618C51CF-C869-B4C1-72A7-13CFA0C2E98F}"/>
          </ac:spMkLst>
        </pc:spChg>
        <pc:spChg chg="mod">
          <ac:chgData name="KIRAN KUMAR GANTA" userId="04d4457b2c6f4d58" providerId="LiveId" clId="{415B0607-3D18-4380-816B-9D66A004EED0}" dt="2022-11-23T01:26:34.543" v="6035" actId="20577"/>
          <ac:spMkLst>
            <pc:docMk/>
            <pc:sldMk cId="1075459983" sldId="287"/>
            <ac:spMk id="3" creationId="{67861C45-1915-7E28-1458-CDD63317952B}"/>
          </ac:spMkLst>
        </pc:spChg>
      </pc:sldChg>
      <pc:sldChg chg="delSp modSp new mod">
        <pc:chgData name="KIRAN KUMAR GANTA" userId="04d4457b2c6f4d58" providerId="LiveId" clId="{415B0607-3D18-4380-816B-9D66A004EED0}" dt="2022-12-03T13:27:18.705" v="6110" actId="20577"/>
        <pc:sldMkLst>
          <pc:docMk/>
          <pc:sldMk cId="2121323624" sldId="288"/>
        </pc:sldMkLst>
        <pc:spChg chg="del mod">
          <ac:chgData name="KIRAN KUMAR GANTA" userId="04d4457b2c6f4d58" providerId="LiveId" clId="{415B0607-3D18-4380-816B-9D66A004EED0}" dt="2022-11-23T01:26:04.018" v="6032" actId="478"/>
          <ac:spMkLst>
            <pc:docMk/>
            <pc:sldMk cId="2121323624" sldId="288"/>
            <ac:spMk id="2" creationId="{D085BAA4-022D-23C4-1CB1-74F0D72F0B4B}"/>
          </ac:spMkLst>
        </pc:spChg>
        <pc:spChg chg="mod">
          <ac:chgData name="KIRAN KUMAR GANTA" userId="04d4457b2c6f4d58" providerId="LiveId" clId="{415B0607-3D18-4380-816B-9D66A004EED0}" dt="2022-12-03T13:27:18.705" v="6110" actId="20577"/>
          <ac:spMkLst>
            <pc:docMk/>
            <pc:sldMk cId="2121323624" sldId="288"/>
            <ac:spMk id="3" creationId="{D2CB2731-D2D5-7C95-FAB3-D88A823FF975}"/>
          </ac:spMkLst>
        </pc:spChg>
      </pc:sldChg>
    </pc:docChg>
  </pc:docChgLst>
  <pc:docChgLst>
    <pc:chgData name="KIRAN KUMAR GANTA" userId="04d4457b2c6f4d58" providerId="LiveId" clId="{7732D2CA-B0F2-4067-A0C8-DF1E5A25DBD1}"/>
    <pc:docChg chg="modSld">
      <pc:chgData name="KIRAN KUMAR GANTA" userId="04d4457b2c6f4d58" providerId="LiveId" clId="{7732D2CA-B0F2-4067-A0C8-DF1E5A25DBD1}" dt="2023-02-24T17:12:34.270" v="113" actId="14100"/>
      <pc:docMkLst>
        <pc:docMk/>
      </pc:docMkLst>
      <pc:sldChg chg="modSp mod">
        <pc:chgData name="KIRAN KUMAR GANTA" userId="04d4457b2c6f4d58" providerId="LiveId" clId="{7732D2CA-B0F2-4067-A0C8-DF1E5A25DBD1}" dt="2023-02-24T17:03:12.634" v="5" actId="20577"/>
        <pc:sldMkLst>
          <pc:docMk/>
          <pc:sldMk cId="254231029" sldId="257"/>
        </pc:sldMkLst>
        <pc:spChg chg="mod">
          <ac:chgData name="KIRAN KUMAR GANTA" userId="04d4457b2c6f4d58" providerId="LiveId" clId="{7732D2CA-B0F2-4067-A0C8-DF1E5A25DBD1}" dt="2023-02-24T17:03:12.634" v="5" actId="20577"/>
          <ac:spMkLst>
            <pc:docMk/>
            <pc:sldMk cId="254231029" sldId="257"/>
            <ac:spMk id="3" creationId="{8D25DC3E-2454-8DA3-9DD3-8254F51563EE}"/>
          </ac:spMkLst>
        </pc:spChg>
      </pc:sldChg>
      <pc:sldChg chg="modSp mod">
        <pc:chgData name="KIRAN KUMAR GANTA" userId="04d4457b2c6f4d58" providerId="LiveId" clId="{7732D2CA-B0F2-4067-A0C8-DF1E5A25DBD1}" dt="2023-02-24T17:03:31.551" v="8" actId="14100"/>
        <pc:sldMkLst>
          <pc:docMk/>
          <pc:sldMk cId="692752379" sldId="258"/>
        </pc:sldMkLst>
        <pc:spChg chg="mod">
          <ac:chgData name="KIRAN KUMAR GANTA" userId="04d4457b2c6f4d58" providerId="LiveId" clId="{7732D2CA-B0F2-4067-A0C8-DF1E5A25DBD1}" dt="2023-02-24T17:03:31.551" v="8" actId="14100"/>
          <ac:spMkLst>
            <pc:docMk/>
            <pc:sldMk cId="692752379" sldId="258"/>
            <ac:spMk id="3" creationId="{69CE144C-5F01-EF62-C9C7-477277A47638}"/>
          </ac:spMkLst>
        </pc:spChg>
      </pc:sldChg>
      <pc:sldChg chg="modSp mod">
        <pc:chgData name="KIRAN KUMAR GANTA" userId="04d4457b2c6f4d58" providerId="LiveId" clId="{7732D2CA-B0F2-4067-A0C8-DF1E5A25DBD1}" dt="2023-02-24T17:03:46.565" v="11" actId="14100"/>
        <pc:sldMkLst>
          <pc:docMk/>
          <pc:sldMk cId="2745039445" sldId="259"/>
        </pc:sldMkLst>
        <pc:spChg chg="mod">
          <ac:chgData name="KIRAN KUMAR GANTA" userId="04d4457b2c6f4d58" providerId="LiveId" clId="{7732D2CA-B0F2-4067-A0C8-DF1E5A25DBD1}" dt="2023-02-24T17:03:46.565" v="11" actId="14100"/>
          <ac:spMkLst>
            <pc:docMk/>
            <pc:sldMk cId="2745039445" sldId="259"/>
            <ac:spMk id="3" creationId="{3F7F7275-821A-7B23-BE3E-B9410147340D}"/>
          </ac:spMkLst>
        </pc:spChg>
      </pc:sldChg>
      <pc:sldChg chg="modSp mod">
        <pc:chgData name="KIRAN KUMAR GANTA" userId="04d4457b2c6f4d58" providerId="LiveId" clId="{7732D2CA-B0F2-4067-A0C8-DF1E5A25DBD1}" dt="2023-02-24T17:04:02.466" v="14" actId="14100"/>
        <pc:sldMkLst>
          <pc:docMk/>
          <pc:sldMk cId="3259336835" sldId="260"/>
        </pc:sldMkLst>
        <pc:spChg chg="mod">
          <ac:chgData name="KIRAN KUMAR GANTA" userId="04d4457b2c6f4d58" providerId="LiveId" clId="{7732D2CA-B0F2-4067-A0C8-DF1E5A25DBD1}" dt="2023-02-24T17:04:02.466" v="14" actId="14100"/>
          <ac:spMkLst>
            <pc:docMk/>
            <pc:sldMk cId="3259336835" sldId="260"/>
            <ac:spMk id="3" creationId="{BD0CAEFC-D594-A38A-CE5E-25A0316665E1}"/>
          </ac:spMkLst>
        </pc:spChg>
      </pc:sldChg>
      <pc:sldChg chg="modSp mod">
        <pc:chgData name="KIRAN KUMAR GANTA" userId="04d4457b2c6f4d58" providerId="LiveId" clId="{7732D2CA-B0F2-4067-A0C8-DF1E5A25DBD1}" dt="2023-02-24T17:04:16.622" v="17" actId="14100"/>
        <pc:sldMkLst>
          <pc:docMk/>
          <pc:sldMk cId="3231654361" sldId="261"/>
        </pc:sldMkLst>
        <pc:spChg chg="mod">
          <ac:chgData name="KIRAN KUMAR GANTA" userId="04d4457b2c6f4d58" providerId="LiveId" clId="{7732D2CA-B0F2-4067-A0C8-DF1E5A25DBD1}" dt="2023-02-24T17:04:16.622" v="17" actId="14100"/>
          <ac:spMkLst>
            <pc:docMk/>
            <pc:sldMk cId="3231654361" sldId="261"/>
            <ac:spMk id="3" creationId="{0A237550-1DE1-9F96-6294-BBF931B4F42B}"/>
          </ac:spMkLst>
        </pc:spChg>
      </pc:sldChg>
      <pc:sldChg chg="modSp mod">
        <pc:chgData name="KIRAN KUMAR GANTA" userId="04d4457b2c6f4d58" providerId="LiveId" clId="{7732D2CA-B0F2-4067-A0C8-DF1E5A25DBD1}" dt="2023-02-24T17:04:30.103" v="20" actId="14100"/>
        <pc:sldMkLst>
          <pc:docMk/>
          <pc:sldMk cId="2471644895" sldId="262"/>
        </pc:sldMkLst>
        <pc:spChg chg="mod">
          <ac:chgData name="KIRAN KUMAR GANTA" userId="04d4457b2c6f4d58" providerId="LiveId" clId="{7732D2CA-B0F2-4067-A0C8-DF1E5A25DBD1}" dt="2023-02-24T17:04:30.103" v="20" actId="14100"/>
          <ac:spMkLst>
            <pc:docMk/>
            <pc:sldMk cId="2471644895" sldId="262"/>
            <ac:spMk id="3" creationId="{ED5E6109-DE52-D3E6-2B6D-0F9DD5E9BD64}"/>
          </ac:spMkLst>
        </pc:spChg>
      </pc:sldChg>
      <pc:sldChg chg="modSp mod">
        <pc:chgData name="KIRAN KUMAR GANTA" userId="04d4457b2c6f4d58" providerId="LiveId" clId="{7732D2CA-B0F2-4067-A0C8-DF1E5A25DBD1}" dt="2023-02-24T17:04:43.647" v="23" actId="14100"/>
        <pc:sldMkLst>
          <pc:docMk/>
          <pc:sldMk cId="3406206606" sldId="263"/>
        </pc:sldMkLst>
        <pc:spChg chg="mod">
          <ac:chgData name="KIRAN KUMAR GANTA" userId="04d4457b2c6f4d58" providerId="LiveId" clId="{7732D2CA-B0F2-4067-A0C8-DF1E5A25DBD1}" dt="2023-02-24T17:04:43.647" v="23" actId="14100"/>
          <ac:spMkLst>
            <pc:docMk/>
            <pc:sldMk cId="3406206606" sldId="263"/>
            <ac:spMk id="3" creationId="{83435682-F3C7-456E-8725-FBF18D75BED0}"/>
          </ac:spMkLst>
        </pc:spChg>
      </pc:sldChg>
      <pc:sldChg chg="modSp mod">
        <pc:chgData name="KIRAN KUMAR GANTA" userId="04d4457b2c6f4d58" providerId="LiveId" clId="{7732D2CA-B0F2-4067-A0C8-DF1E5A25DBD1}" dt="2023-02-24T17:04:59.908" v="26" actId="14100"/>
        <pc:sldMkLst>
          <pc:docMk/>
          <pc:sldMk cId="2366335118" sldId="264"/>
        </pc:sldMkLst>
        <pc:spChg chg="mod">
          <ac:chgData name="KIRAN KUMAR GANTA" userId="04d4457b2c6f4d58" providerId="LiveId" clId="{7732D2CA-B0F2-4067-A0C8-DF1E5A25DBD1}" dt="2023-02-24T17:04:59.908" v="26" actId="14100"/>
          <ac:spMkLst>
            <pc:docMk/>
            <pc:sldMk cId="2366335118" sldId="264"/>
            <ac:spMk id="3" creationId="{12232249-F00A-336E-BF6A-27A16CE2F241}"/>
          </ac:spMkLst>
        </pc:spChg>
      </pc:sldChg>
      <pc:sldChg chg="modSp mod">
        <pc:chgData name="KIRAN KUMAR GANTA" userId="04d4457b2c6f4d58" providerId="LiveId" clId="{7732D2CA-B0F2-4067-A0C8-DF1E5A25DBD1}" dt="2023-02-24T17:05:19.355" v="30" actId="14100"/>
        <pc:sldMkLst>
          <pc:docMk/>
          <pc:sldMk cId="3726046492" sldId="265"/>
        </pc:sldMkLst>
        <pc:spChg chg="mod">
          <ac:chgData name="KIRAN KUMAR GANTA" userId="04d4457b2c6f4d58" providerId="LiveId" clId="{7732D2CA-B0F2-4067-A0C8-DF1E5A25DBD1}" dt="2023-02-24T17:05:19.355" v="30" actId="14100"/>
          <ac:spMkLst>
            <pc:docMk/>
            <pc:sldMk cId="3726046492" sldId="265"/>
            <ac:spMk id="3" creationId="{9F32EDFA-9473-79EE-0F35-48D6FE17308F}"/>
          </ac:spMkLst>
        </pc:spChg>
      </pc:sldChg>
      <pc:sldChg chg="modSp mod">
        <pc:chgData name="KIRAN KUMAR GANTA" userId="04d4457b2c6f4d58" providerId="LiveId" clId="{7732D2CA-B0F2-4067-A0C8-DF1E5A25DBD1}" dt="2023-02-24T17:05:39.297" v="34" actId="14100"/>
        <pc:sldMkLst>
          <pc:docMk/>
          <pc:sldMk cId="1208186571" sldId="266"/>
        </pc:sldMkLst>
        <pc:spChg chg="mod">
          <ac:chgData name="KIRAN KUMAR GANTA" userId="04d4457b2c6f4d58" providerId="LiveId" clId="{7732D2CA-B0F2-4067-A0C8-DF1E5A25DBD1}" dt="2023-02-24T17:05:39.297" v="34" actId="14100"/>
          <ac:spMkLst>
            <pc:docMk/>
            <pc:sldMk cId="1208186571" sldId="266"/>
            <ac:spMk id="3" creationId="{F1C208E4-8FE0-3F9B-F449-7A80C294134C}"/>
          </ac:spMkLst>
        </pc:spChg>
      </pc:sldChg>
      <pc:sldChg chg="modSp mod">
        <pc:chgData name="KIRAN KUMAR GANTA" userId="04d4457b2c6f4d58" providerId="LiveId" clId="{7732D2CA-B0F2-4067-A0C8-DF1E5A25DBD1}" dt="2023-02-24T17:05:59.654" v="37" actId="14100"/>
        <pc:sldMkLst>
          <pc:docMk/>
          <pc:sldMk cId="1105230622" sldId="267"/>
        </pc:sldMkLst>
        <pc:spChg chg="mod">
          <ac:chgData name="KIRAN KUMAR GANTA" userId="04d4457b2c6f4d58" providerId="LiveId" clId="{7732D2CA-B0F2-4067-A0C8-DF1E5A25DBD1}" dt="2023-02-24T17:05:59.654" v="37" actId="14100"/>
          <ac:spMkLst>
            <pc:docMk/>
            <pc:sldMk cId="1105230622" sldId="267"/>
            <ac:spMk id="3" creationId="{4FE0DC40-B0EA-D63B-E4B6-70164DE9D2E3}"/>
          </ac:spMkLst>
        </pc:spChg>
      </pc:sldChg>
      <pc:sldChg chg="modSp mod">
        <pc:chgData name="KIRAN KUMAR GANTA" userId="04d4457b2c6f4d58" providerId="LiveId" clId="{7732D2CA-B0F2-4067-A0C8-DF1E5A25DBD1}" dt="2023-02-24T17:06:15.554" v="40" actId="14100"/>
        <pc:sldMkLst>
          <pc:docMk/>
          <pc:sldMk cId="921741312" sldId="268"/>
        </pc:sldMkLst>
        <pc:spChg chg="mod">
          <ac:chgData name="KIRAN KUMAR GANTA" userId="04d4457b2c6f4d58" providerId="LiveId" clId="{7732D2CA-B0F2-4067-A0C8-DF1E5A25DBD1}" dt="2023-02-24T17:06:15.554" v="40" actId="14100"/>
          <ac:spMkLst>
            <pc:docMk/>
            <pc:sldMk cId="921741312" sldId="268"/>
            <ac:spMk id="3" creationId="{837DD3FD-F0EB-8CF6-8476-A685D9C43EF1}"/>
          </ac:spMkLst>
        </pc:spChg>
      </pc:sldChg>
      <pc:sldChg chg="modSp mod">
        <pc:chgData name="KIRAN KUMAR GANTA" userId="04d4457b2c6f4d58" providerId="LiveId" clId="{7732D2CA-B0F2-4067-A0C8-DF1E5A25DBD1}" dt="2023-02-24T17:06:38.871" v="43" actId="14100"/>
        <pc:sldMkLst>
          <pc:docMk/>
          <pc:sldMk cId="3188229740" sldId="269"/>
        </pc:sldMkLst>
        <pc:spChg chg="mod">
          <ac:chgData name="KIRAN KUMAR GANTA" userId="04d4457b2c6f4d58" providerId="LiveId" clId="{7732D2CA-B0F2-4067-A0C8-DF1E5A25DBD1}" dt="2023-02-24T17:06:38.871" v="43" actId="14100"/>
          <ac:spMkLst>
            <pc:docMk/>
            <pc:sldMk cId="3188229740" sldId="269"/>
            <ac:spMk id="3" creationId="{4D6EDC61-D907-181C-909A-F0EF15A8407C}"/>
          </ac:spMkLst>
        </pc:spChg>
      </pc:sldChg>
      <pc:sldChg chg="modSp mod">
        <pc:chgData name="KIRAN KUMAR GANTA" userId="04d4457b2c6f4d58" providerId="LiveId" clId="{7732D2CA-B0F2-4067-A0C8-DF1E5A25DBD1}" dt="2023-02-24T17:06:54.493" v="46" actId="14100"/>
        <pc:sldMkLst>
          <pc:docMk/>
          <pc:sldMk cId="1343770880" sldId="270"/>
        </pc:sldMkLst>
        <pc:spChg chg="mod">
          <ac:chgData name="KIRAN KUMAR GANTA" userId="04d4457b2c6f4d58" providerId="LiveId" clId="{7732D2CA-B0F2-4067-A0C8-DF1E5A25DBD1}" dt="2023-02-24T17:06:54.493" v="46" actId="14100"/>
          <ac:spMkLst>
            <pc:docMk/>
            <pc:sldMk cId="1343770880" sldId="270"/>
            <ac:spMk id="3" creationId="{1FEB0B71-DE53-634B-274E-6F27A9B49692}"/>
          </ac:spMkLst>
        </pc:spChg>
      </pc:sldChg>
      <pc:sldChg chg="modSp mod">
        <pc:chgData name="KIRAN KUMAR GANTA" userId="04d4457b2c6f4d58" providerId="LiveId" clId="{7732D2CA-B0F2-4067-A0C8-DF1E5A25DBD1}" dt="2023-02-24T17:07:10.669" v="49" actId="14100"/>
        <pc:sldMkLst>
          <pc:docMk/>
          <pc:sldMk cId="2758500736" sldId="271"/>
        </pc:sldMkLst>
        <pc:spChg chg="mod">
          <ac:chgData name="KIRAN KUMAR GANTA" userId="04d4457b2c6f4d58" providerId="LiveId" clId="{7732D2CA-B0F2-4067-A0C8-DF1E5A25DBD1}" dt="2023-02-24T17:07:10.669" v="49" actId="14100"/>
          <ac:spMkLst>
            <pc:docMk/>
            <pc:sldMk cId="2758500736" sldId="271"/>
            <ac:spMk id="3" creationId="{84B8E209-D197-54D2-FA90-614220DCAA3C}"/>
          </ac:spMkLst>
        </pc:spChg>
      </pc:sldChg>
      <pc:sldChg chg="modSp mod">
        <pc:chgData name="KIRAN KUMAR GANTA" userId="04d4457b2c6f4d58" providerId="LiveId" clId="{7732D2CA-B0F2-4067-A0C8-DF1E5A25DBD1}" dt="2023-02-24T17:07:27.253" v="52" actId="14100"/>
        <pc:sldMkLst>
          <pc:docMk/>
          <pc:sldMk cId="3653190127" sldId="272"/>
        </pc:sldMkLst>
        <pc:spChg chg="mod">
          <ac:chgData name="KIRAN KUMAR GANTA" userId="04d4457b2c6f4d58" providerId="LiveId" clId="{7732D2CA-B0F2-4067-A0C8-DF1E5A25DBD1}" dt="2023-02-24T17:07:27.253" v="52" actId="14100"/>
          <ac:spMkLst>
            <pc:docMk/>
            <pc:sldMk cId="3653190127" sldId="272"/>
            <ac:spMk id="3" creationId="{506F231C-6208-F025-E6AF-A625BE35EB83}"/>
          </ac:spMkLst>
        </pc:spChg>
      </pc:sldChg>
      <pc:sldChg chg="modSp mod">
        <pc:chgData name="KIRAN KUMAR GANTA" userId="04d4457b2c6f4d58" providerId="LiveId" clId="{7732D2CA-B0F2-4067-A0C8-DF1E5A25DBD1}" dt="2023-02-24T17:07:49.071" v="56" actId="14100"/>
        <pc:sldMkLst>
          <pc:docMk/>
          <pc:sldMk cId="3695859695" sldId="273"/>
        </pc:sldMkLst>
        <pc:spChg chg="mod">
          <ac:chgData name="KIRAN KUMAR GANTA" userId="04d4457b2c6f4d58" providerId="LiveId" clId="{7732D2CA-B0F2-4067-A0C8-DF1E5A25DBD1}" dt="2023-02-24T17:07:49.071" v="56" actId="14100"/>
          <ac:spMkLst>
            <pc:docMk/>
            <pc:sldMk cId="3695859695" sldId="273"/>
            <ac:spMk id="3" creationId="{08FB23B5-8DA9-7542-5D8E-8BA2B36C5599}"/>
          </ac:spMkLst>
        </pc:spChg>
      </pc:sldChg>
      <pc:sldChg chg="modSp mod">
        <pc:chgData name="KIRAN KUMAR GANTA" userId="04d4457b2c6f4d58" providerId="LiveId" clId="{7732D2CA-B0F2-4067-A0C8-DF1E5A25DBD1}" dt="2023-02-24T17:08:11.762" v="60" actId="14100"/>
        <pc:sldMkLst>
          <pc:docMk/>
          <pc:sldMk cId="2026968352" sldId="274"/>
        </pc:sldMkLst>
        <pc:spChg chg="mod">
          <ac:chgData name="KIRAN KUMAR GANTA" userId="04d4457b2c6f4d58" providerId="LiveId" clId="{7732D2CA-B0F2-4067-A0C8-DF1E5A25DBD1}" dt="2023-02-24T17:08:11.762" v="60" actId="14100"/>
          <ac:spMkLst>
            <pc:docMk/>
            <pc:sldMk cId="2026968352" sldId="274"/>
            <ac:spMk id="3" creationId="{668703F4-1813-892A-D70C-11718D503101}"/>
          </ac:spMkLst>
        </pc:spChg>
      </pc:sldChg>
      <pc:sldChg chg="modSp mod">
        <pc:chgData name="KIRAN KUMAR GANTA" userId="04d4457b2c6f4d58" providerId="LiveId" clId="{7732D2CA-B0F2-4067-A0C8-DF1E5A25DBD1}" dt="2023-02-24T17:08:29.604" v="64" actId="14100"/>
        <pc:sldMkLst>
          <pc:docMk/>
          <pc:sldMk cId="2957383491" sldId="275"/>
        </pc:sldMkLst>
        <pc:spChg chg="mod">
          <ac:chgData name="KIRAN KUMAR GANTA" userId="04d4457b2c6f4d58" providerId="LiveId" clId="{7732D2CA-B0F2-4067-A0C8-DF1E5A25DBD1}" dt="2023-02-24T17:08:29.604" v="64" actId="14100"/>
          <ac:spMkLst>
            <pc:docMk/>
            <pc:sldMk cId="2957383491" sldId="275"/>
            <ac:spMk id="3" creationId="{9C531A27-11BB-3D0C-6631-5379D78E199B}"/>
          </ac:spMkLst>
        </pc:spChg>
      </pc:sldChg>
      <pc:sldChg chg="modSp mod">
        <pc:chgData name="KIRAN KUMAR GANTA" userId="04d4457b2c6f4d58" providerId="LiveId" clId="{7732D2CA-B0F2-4067-A0C8-DF1E5A25DBD1}" dt="2023-02-24T17:08:47.273" v="68" actId="14100"/>
        <pc:sldMkLst>
          <pc:docMk/>
          <pc:sldMk cId="2146524995" sldId="276"/>
        </pc:sldMkLst>
        <pc:spChg chg="mod">
          <ac:chgData name="KIRAN KUMAR GANTA" userId="04d4457b2c6f4d58" providerId="LiveId" clId="{7732D2CA-B0F2-4067-A0C8-DF1E5A25DBD1}" dt="2023-02-24T17:08:47.273" v="68" actId="14100"/>
          <ac:spMkLst>
            <pc:docMk/>
            <pc:sldMk cId="2146524995" sldId="276"/>
            <ac:spMk id="3" creationId="{03CF843A-ACC6-4F63-ED60-590DDF5B439D}"/>
          </ac:spMkLst>
        </pc:spChg>
      </pc:sldChg>
      <pc:sldChg chg="modSp mod">
        <pc:chgData name="KIRAN KUMAR GANTA" userId="04d4457b2c6f4d58" providerId="LiveId" clId="{7732D2CA-B0F2-4067-A0C8-DF1E5A25DBD1}" dt="2023-02-24T17:09:06.537" v="72" actId="14100"/>
        <pc:sldMkLst>
          <pc:docMk/>
          <pc:sldMk cId="1414182164" sldId="277"/>
        </pc:sldMkLst>
        <pc:spChg chg="mod">
          <ac:chgData name="KIRAN KUMAR GANTA" userId="04d4457b2c6f4d58" providerId="LiveId" clId="{7732D2CA-B0F2-4067-A0C8-DF1E5A25DBD1}" dt="2023-02-24T17:09:06.537" v="72" actId="14100"/>
          <ac:spMkLst>
            <pc:docMk/>
            <pc:sldMk cId="1414182164" sldId="277"/>
            <ac:spMk id="3" creationId="{BBA4833D-A393-F722-CAA9-C34A2200418A}"/>
          </ac:spMkLst>
        </pc:spChg>
      </pc:sldChg>
      <pc:sldChg chg="modSp mod">
        <pc:chgData name="KIRAN KUMAR GANTA" userId="04d4457b2c6f4d58" providerId="LiveId" clId="{7732D2CA-B0F2-4067-A0C8-DF1E5A25DBD1}" dt="2023-02-24T17:09:32.334" v="76" actId="14100"/>
        <pc:sldMkLst>
          <pc:docMk/>
          <pc:sldMk cId="3434561862" sldId="278"/>
        </pc:sldMkLst>
        <pc:spChg chg="mod">
          <ac:chgData name="KIRAN KUMAR GANTA" userId="04d4457b2c6f4d58" providerId="LiveId" clId="{7732D2CA-B0F2-4067-A0C8-DF1E5A25DBD1}" dt="2023-02-24T17:09:32.334" v="76" actId="14100"/>
          <ac:spMkLst>
            <pc:docMk/>
            <pc:sldMk cId="3434561862" sldId="278"/>
            <ac:spMk id="3" creationId="{F1CC810F-4B1C-0B6C-E977-549B0ADCCC3B}"/>
          </ac:spMkLst>
        </pc:spChg>
      </pc:sldChg>
      <pc:sldChg chg="modSp mod">
        <pc:chgData name="KIRAN KUMAR GANTA" userId="04d4457b2c6f4d58" providerId="LiveId" clId="{7732D2CA-B0F2-4067-A0C8-DF1E5A25DBD1}" dt="2023-02-24T17:09:48.758" v="80" actId="14100"/>
        <pc:sldMkLst>
          <pc:docMk/>
          <pc:sldMk cId="3425082150" sldId="279"/>
        </pc:sldMkLst>
        <pc:spChg chg="mod">
          <ac:chgData name="KIRAN KUMAR GANTA" userId="04d4457b2c6f4d58" providerId="LiveId" clId="{7732D2CA-B0F2-4067-A0C8-DF1E5A25DBD1}" dt="2023-02-24T17:09:48.758" v="80" actId="14100"/>
          <ac:spMkLst>
            <pc:docMk/>
            <pc:sldMk cId="3425082150" sldId="279"/>
            <ac:spMk id="3" creationId="{98EAFA4C-BD9E-0554-C08A-C8929C9E1305}"/>
          </ac:spMkLst>
        </pc:spChg>
      </pc:sldChg>
      <pc:sldChg chg="modSp mod">
        <pc:chgData name="KIRAN KUMAR GANTA" userId="04d4457b2c6f4d58" providerId="LiveId" clId="{7732D2CA-B0F2-4067-A0C8-DF1E5A25DBD1}" dt="2023-02-24T17:10:06.144" v="84" actId="14100"/>
        <pc:sldMkLst>
          <pc:docMk/>
          <pc:sldMk cId="2076612004" sldId="280"/>
        </pc:sldMkLst>
        <pc:spChg chg="mod">
          <ac:chgData name="KIRAN KUMAR GANTA" userId="04d4457b2c6f4d58" providerId="LiveId" clId="{7732D2CA-B0F2-4067-A0C8-DF1E5A25DBD1}" dt="2023-02-24T17:10:06.144" v="84" actId="14100"/>
          <ac:spMkLst>
            <pc:docMk/>
            <pc:sldMk cId="2076612004" sldId="280"/>
            <ac:spMk id="3" creationId="{C9242765-0CE3-2B9A-CE0B-990E2FFC66CC}"/>
          </ac:spMkLst>
        </pc:spChg>
      </pc:sldChg>
      <pc:sldChg chg="modSp mod">
        <pc:chgData name="KIRAN KUMAR GANTA" userId="04d4457b2c6f4d58" providerId="LiveId" clId="{7732D2CA-B0F2-4067-A0C8-DF1E5A25DBD1}" dt="2023-02-24T17:10:30.935" v="89" actId="14100"/>
        <pc:sldMkLst>
          <pc:docMk/>
          <pc:sldMk cId="2711076953" sldId="281"/>
        </pc:sldMkLst>
        <pc:spChg chg="mod">
          <ac:chgData name="KIRAN KUMAR GANTA" userId="04d4457b2c6f4d58" providerId="LiveId" clId="{7732D2CA-B0F2-4067-A0C8-DF1E5A25DBD1}" dt="2023-02-24T17:10:30.935" v="89" actId="14100"/>
          <ac:spMkLst>
            <pc:docMk/>
            <pc:sldMk cId="2711076953" sldId="281"/>
            <ac:spMk id="3" creationId="{D50209E1-216A-4AEC-B69A-024ED48ABF25}"/>
          </ac:spMkLst>
        </pc:spChg>
      </pc:sldChg>
      <pc:sldChg chg="modSp mod">
        <pc:chgData name="KIRAN KUMAR GANTA" userId="04d4457b2c6f4d58" providerId="LiveId" clId="{7732D2CA-B0F2-4067-A0C8-DF1E5A25DBD1}" dt="2023-02-24T17:10:48.382" v="93" actId="14100"/>
        <pc:sldMkLst>
          <pc:docMk/>
          <pc:sldMk cId="2851204071" sldId="282"/>
        </pc:sldMkLst>
        <pc:spChg chg="mod">
          <ac:chgData name="KIRAN KUMAR GANTA" userId="04d4457b2c6f4d58" providerId="LiveId" clId="{7732D2CA-B0F2-4067-A0C8-DF1E5A25DBD1}" dt="2023-02-24T17:10:48.382" v="93" actId="14100"/>
          <ac:spMkLst>
            <pc:docMk/>
            <pc:sldMk cId="2851204071" sldId="282"/>
            <ac:spMk id="3" creationId="{F12BD6D4-CBAA-AEA2-A98E-E5FE37EC7961}"/>
          </ac:spMkLst>
        </pc:spChg>
      </pc:sldChg>
      <pc:sldChg chg="modSp mod">
        <pc:chgData name="KIRAN KUMAR GANTA" userId="04d4457b2c6f4d58" providerId="LiveId" clId="{7732D2CA-B0F2-4067-A0C8-DF1E5A25DBD1}" dt="2023-02-24T17:11:15.358" v="97" actId="14100"/>
        <pc:sldMkLst>
          <pc:docMk/>
          <pc:sldMk cId="554223680" sldId="283"/>
        </pc:sldMkLst>
        <pc:spChg chg="mod">
          <ac:chgData name="KIRAN KUMAR GANTA" userId="04d4457b2c6f4d58" providerId="LiveId" clId="{7732D2CA-B0F2-4067-A0C8-DF1E5A25DBD1}" dt="2023-02-24T17:11:15.358" v="97" actId="14100"/>
          <ac:spMkLst>
            <pc:docMk/>
            <pc:sldMk cId="554223680" sldId="283"/>
            <ac:spMk id="3" creationId="{07EFD1C8-9DB6-76A3-652E-782D67431108}"/>
          </ac:spMkLst>
        </pc:spChg>
      </pc:sldChg>
      <pc:sldChg chg="modSp mod">
        <pc:chgData name="KIRAN KUMAR GANTA" userId="04d4457b2c6f4d58" providerId="LiveId" clId="{7732D2CA-B0F2-4067-A0C8-DF1E5A25DBD1}" dt="2023-02-24T17:11:35.047" v="101" actId="14100"/>
        <pc:sldMkLst>
          <pc:docMk/>
          <pc:sldMk cId="3048807994" sldId="284"/>
        </pc:sldMkLst>
        <pc:spChg chg="mod">
          <ac:chgData name="KIRAN KUMAR GANTA" userId="04d4457b2c6f4d58" providerId="LiveId" clId="{7732D2CA-B0F2-4067-A0C8-DF1E5A25DBD1}" dt="2023-02-24T17:11:35.047" v="101" actId="14100"/>
          <ac:spMkLst>
            <pc:docMk/>
            <pc:sldMk cId="3048807994" sldId="284"/>
            <ac:spMk id="3" creationId="{F1A50A26-F082-840C-73DB-10EA2A889E6D}"/>
          </ac:spMkLst>
        </pc:spChg>
      </pc:sldChg>
      <pc:sldChg chg="modSp mod">
        <pc:chgData name="KIRAN KUMAR GANTA" userId="04d4457b2c6f4d58" providerId="LiveId" clId="{7732D2CA-B0F2-4067-A0C8-DF1E5A25DBD1}" dt="2023-02-24T17:11:55.034" v="105" actId="14100"/>
        <pc:sldMkLst>
          <pc:docMk/>
          <pc:sldMk cId="3989849634" sldId="285"/>
        </pc:sldMkLst>
        <pc:spChg chg="mod">
          <ac:chgData name="KIRAN KUMAR GANTA" userId="04d4457b2c6f4d58" providerId="LiveId" clId="{7732D2CA-B0F2-4067-A0C8-DF1E5A25DBD1}" dt="2023-02-24T17:11:55.034" v="105" actId="14100"/>
          <ac:spMkLst>
            <pc:docMk/>
            <pc:sldMk cId="3989849634" sldId="285"/>
            <ac:spMk id="3" creationId="{E585D727-34B0-2473-5288-8831680C0560}"/>
          </ac:spMkLst>
        </pc:spChg>
      </pc:sldChg>
      <pc:sldChg chg="modSp mod">
        <pc:chgData name="KIRAN KUMAR GANTA" userId="04d4457b2c6f4d58" providerId="LiveId" clId="{7732D2CA-B0F2-4067-A0C8-DF1E5A25DBD1}" dt="2023-02-24T17:12:13.890" v="109" actId="14100"/>
        <pc:sldMkLst>
          <pc:docMk/>
          <pc:sldMk cId="2385653247" sldId="286"/>
        </pc:sldMkLst>
        <pc:spChg chg="mod">
          <ac:chgData name="KIRAN KUMAR GANTA" userId="04d4457b2c6f4d58" providerId="LiveId" clId="{7732D2CA-B0F2-4067-A0C8-DF1E5A25DBD1}" dt="2023-02-24T17:12:13.890" v="109" actId="14100"/>
          <ac:spMkLst>
            <pc:docMk/>
            <pc:sldMk cId="2385653247" sldId="286"/>
            <ac:spMk id="3" creationId="{365A3785-C94D-22E4-D230-91E8CF97454C}"/>
          </ac:spMkLst>
        </pc:spChg>
      </pc:sldChg>
      <pc:sldChg chg="modSp mod">
        <pc:chgData name="KIRAN KUMAR GANTA" userId="04d4457b2c6f4d58" providerId="LiveId" clId="{7732D2CA-B0F2-4067-A0C8-DF1E5A25DBD1}" dt="2023-02-24T17:12:34.270" v="113" actId="14100"/>
        <pc:sldMkLst>
          <pc:docMk/>
          <pc:sldMk cId="1075459983" sldId="287"/>
        </pc:sldMkLst>
        <pc:spChg chg="mod">
          <ac:chgData name="KIRAN KUMAR GANTA" userId="04d4457b2c6f4d58" providerId="LiveId" clId="{7732D2CA-B0F2-4067-A0C8-DF1E5A25DBD1}" dt="2023-02-24T17:12:34.270" v="113" actId="14100"/>
          <ac:spMkLst>
            <pc:docMk/>
            <pc:sldMk cId="1075459983" sldId="287"/>
            <ac:spMk id="3" creationId="{67861C45-1915-7E28-1458-CDD63317952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19354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65629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05311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19713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851153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64323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28872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472754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10582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9997367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2449493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1611154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1740646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4423532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5239985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077988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68375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5/16/2026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541464920"/>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90B5FE8-6557-CECB-03C7-D17DBF541B1B}"/>
              </a:ext>
            </a:extLst>
          </p:cNvPr>
          <p:cNvSpPr>
            <a:spLocks noGrp="1"/>
          </p:cNvSpPr>
          <p:nvPr>
            <p:ph type="ctrTitle"/>
          </p:nvPr>
        </p:nvSpPr>
        <p:spPr>
          <a:xfrm>
            <a:off x="924709" y="1041400"/>
            <a:ext cx="9001462" cy="2387600"/>
          </a:xfrm>
        </p:spPr>
        <p:txBody>
          <a:bodyPr>
            <a:normAutofit fontScale="90000"/>
          </a:bodyPr>
          <a:lstStyle/>
          <a:p>
            <a:pPr>
              <a:lnSpc>
                <a:spcPct val="150000"/>
              </a:lnSpc>
            </a:pPr>
            <a:r>
              <a:rPr lang="en-IN" sz="3600" dirty="0"/>
              <a:t>Ratio </a:t>
            </a:r>
            <a:br>
              <a:rPr lang="en-IN" sz="3600" dirty="0"/>
            </a:br>
            <a:r>
              <a:rPr lang="en-IN" sz="3600" dirty="0"/>
              <a:t>and </a:t>
            </a:r>
            <a:br>
              <a:rPr lang="en-IN" sz="3600" dirty="0"/>
            </a:br>
            <a:r>
              <a:rPr lang="en-IN" sz="3600" dirty="0"/>
              <a:t>proportion</a:t>
            </a:r>
          </a:p>
        </p:txBody>
      </p:sp>
      <p:pic>
        <p:nvPicPr>
          <p:cNvPr id="2" name="Picture 1" descr="A yellow and blue sign with words">
            <a:extLst>
              <a:ext uri="{FF2B5EF4-FFF2-40B4-BE49-F238E27FC236}">
                <a16:creationId xmlns:a16="http://schemas.microsoft.com/office/drawing/2014/main" id="{D78FC8E3-0049-8396-7787-23FB82D60B6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09622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2F241EAB-A11F-ABFE-0C6E-8C99B1031CBC}"/>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523177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3AF80C32-DFC6-B791-2056-A1D0F16E5A2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90385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5DC3E-2454-8DA3-9DD3-8254F51563EE}"/>
              </a:ext>
            </a:extLst>
          </p:cNvPr>
          <p:cNvSpPr>
            <a:spLocks noGrp="1"/>
          </p:cNvSpPr>
          <p:nvPr>
            <p:ph idx="1"/>
          </p:nvPr>
        </p:nvSpPr>
        <p:spPr>
          <a:xfrm>
            <a:off x="991704" y="139111"/>
            <a:ext cx="9724446" cy="5911389"/>
          </a:xfrm>
        </p:spPr>
        <p:txBody>
          <a:bodyPr>
            <a:no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1. </a:t>
            </a:r>
            <a:r>
              <a:rPr lang="en-US" sz="2400" b="1" dirty="0">
                <a:effectLst/>
                <a:latin typeface="Bookman Old Style" panose="02050604050505020204" pitchFamily="18" charset="0"/>
              </a:rPr>
              <a:t>If A: B is 3: 4 and B: C is 2: 5. Find A:B:C </a:t>
            </a:r>
          </a:p>
          <a:p>
            <a:pPr marL="0" indent="0" algn="just">
              <a:lnSpc>
                <a:spcPct val="150000"/>
              </a:lnSpc>
              <a:buNone/>
            </a:pPr>
            <a:r>
              <a:rPr lang="en-IN" sz="2400" b="1" dirty="0">
                <a:effectLst/>
                <a:latin typeface="Bookman Old Style" pitchFamily="18" charset="0"/>
                <a:cs typeface="Times New Roman" panose="02020603050405020304" pitchFamily="18" charset="0"/>
              </a:rPr>
              <a:t>   a. 3:2:5          b. 3:6:5          c. 3:4:10           d. 2:3:4</a:t>
            </a:r>
          </a:p>
          <a:p>
            <a:pPr marL="0" indent="0" algn="just">
              <a:lnSpc>
                <a:spcPct val="150000"/>
              </a:lnSpc>
              <a:buNone/>
            </a:pP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F352627-5AA5-9B11-23D0-627E0D70540A}"/>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4231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08024-A739-E07B-53CD-4639B289CB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607FEA-3086-ADB3-D9F2-83F83E623525}"/>
              </a:ext>
            </a:extLst>
          </p:cNvPr>
          <p:cNvSpPr>
            <a:spLocks noGrp="1"/>
          </p:cNvSpPr>
          <p:nvPr>
            <p:ph idx="1"/>
          </p:nvPr>
        </p:nvSpPr>
        <p:spPr>
          <a:xfrm>
            <a:off x="991704" y="139111"/>
            <a:ext cx="9724446" cy="5911389"/>
          </a:xfrm>
        </p:spPr>
        <p:txBody>
          <a:bodyPr>
            <a:no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2. If A:B is 4:5 and B:C = 6:7, find A :C</a:t>
            </a:r>
          </a:p>
          <a:p>
            <a:pPr marL="0" indent="0" algn="just">
              <a:lnSpc>
                <a:spcPct val="150000"/>
              </a:lnSpc>
              <a:buNone/>
            </a:pPr>
            <a:r>
              <a:rPr lang="en-IN" sz="2400" b="1" dirty="0">
                <a:effectLst/>
                <a:latin typeface="Bookman Old Style" pitchFamily="18" charset="0"/>
                <a:cs typeface="Times New Roman" panose="02020603050405020304" pitchFamily="18" charset="0"/>
              </a:rPr>
              <a:t>  a. 24 : 35         b. 35:30        c. 8: 6:7        d. none</a:t>
            </a:r>
          </a:p>
          <a:p>
            <a:pPr marL="0" indent="0" algn="just">
              <a:lnSpc>
                <a:spcPct val="150000"/>
              </a:lnSpc>
              <a:buNone/>
            </a:pP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75D168A-0E03-4ADA-EBC3-166BCCBF80E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374635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CE144C-5F01-EF62-C9C7-477277A47638}"/>
              </a:ext>
            </a:extLst>
          </p:cNvPr>
          <p:cNvSpPr>
            <a:spLocks noGrp="1"/>
          </p:cNvSpPr>
          <p:nvPr>
            <p:ph idx="1"/>
          </p:nvPr>
        </p:nvSpPr>
        <p:spPr>
          <a:xfrm>
            <a:off x="333954" y="612818"/>
            <a:ext cx="10161767" cy="5016706"/>
          </a:xfrm>
        </p:spPr>
        <p:txBody>
          <a:bodyPr>
            <a:no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3. If a:b=2:3 , b:c=4:5 and c:d=6:7, then a:b:c:d is</a:t>
            </a:r>
          </a:p>
          <a:p>
            <a:pPr marL="0" indent="0" algn="just">
              <a:lnSpc>
                <a:spcPct val="150000"/>
              </a:lnSpc>
              <a:buNone/>
            </a:pPr>
            <a:r>
              <a:rPr lang="en-IN" sz="2400" b="1" dirty="0">
                <a:effectLst/>
                <a:latin typeface="Bookman Old Style" pitchFamily="18" charset="0"/>
                <a:cs typeface="Times New Roman" panose="02020603050405020304" pitchFamily="18" charset="0"/>
              </a:rPr>
              <a:t> a. 16:24:30:70     b.16:24:30:35        c. 32:48:30:70     d. none</a:t>
            </a:r>
          </a:p>
          <a:p>
            <a:pPr marL="0" indent="0" algn="just">
              <a:lnSpc>
                <a:spcPct val="150000"/>
              </a:lnSpc>
              <a:buNone/>
            </a:pP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B9F1D770-8EEE-86FA-E6E8-77AC23AB160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69275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573ED-7285-9B70-87C2-E4E4867A7FF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3613AF-AC38-1FC2-2E7C-BAFD2264C716}"/>
              </a:ext>
            </a:extLst>
          </p:cNvPr>
          <p:cNvSpPr>
            <a:spLocks noGrp="1"/>
          </p:cNvSpPr>
          <p:nvPr>
            <p:ph idx="1"/>
          </p:nvPr>
        </p:nvSpPr>
        <p:spPr>
          <a:xfrm>
            <a:off x="333955" y="612818"/>
            <a:ext cx="10059726" cy="5016706"/>
          </a:xfrm>
        </p:spPr>
        <p:txBody>
          <a:bodyPr>
            <a:no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4. A </a:t>
            </a:r>
            <a:r>
              <a:rPr lang="en-IN" sz="2400" b="1" dirty="0">
                <a:effectLst/>
                <a:latin typeface="Bookman Old Style" pitchFamily="18" charset="0"/>
                <a:cs typeface="Times New Roman" panose="02020603050405020304" pitchFamily="18" charset="0"/>
                <a:sym typeface="Wingdings" pitchFamily="2" charset="2"/>
              </a:rPr>
              <a:t>: (B+C)=2:3, C:(A+B)=5:7 then find A:B:C</a:t>
            </a:r>
          </a:p>
          <a:p>
            <a:pPr marL="0" indent="0" algn="just">
              <a:lnSpc>
                <a:spcPct val="150000"/>
              </a:lnSpc>
              <a:buNone/>
            </a:pPr>
            <a:r>
              <a:rPr lang="en-IN" sz="2400" b="1" dirty="0">
                <a:effectLst/>
                <a:latin typeface="Bookman Old Style" pitchFamily="18" charset="0"/>
                <a:cs typeface="Times New Roman" panose="02020603050405020304" pitchFamily="18" charset="0"/>
                <a:sym typeface="Wingdings" pitchFamily="2" charset="2"/>
              </a:rPr>
              <a:t>  a. 24:25:11       b. 26:31:14        c. 24:11:25        d. 32:11:26</a:t>
            </a: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B050673-2DE3-535B-A544-4130B879D62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739191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7F7275-821A-7B23-BE3E-B9410147340D}"/>
                  </a:ext>
                </a:extLst>
              </p:cNvPr>
              <p:cNvSpPr>
                <a:spLocks noGrp="1"/>
              </p:cNvSpPr>
              <p:nvPr>
                <p:ph idx="1"/>
              </p:nvPr>
            </p:nvSpPr>
            <p:spPr>
              <a:xfrm>
                <a:off x="250009" y="417047"/>
                <a:ext cx="10010502" cy="4293217"/>
              </a:xfrm>
            </p:spPr>
            <p:txBody>
              <a:bodyPr>
                <a:noAutofit/>
              </a:bodyPr>
              <a:lstStyle/>
              <a:p>
                <a:pPr marL="0" indent="0" algn="just">
                  <a:lnSpc>
                    <a:spcPct val="150000"/>
                  </a:lnSpc>
                  <a:buNone/>
                </a:pPr>
                <a:r>
                  <a:rPr lang="en-IN" sz="2400" b="1" dirty="0">
                    <a:effectLst/>
                    <a:latin typeface="+mj-lt"/>
                    <a:cs typeface="Times New Roman" panose="02020603050405020304" pitchFamily="18" charset="0"/>
                  </a:rPr>
                  <a:t>5. If (10</a:t>
                </a:r>
                <a14:m>
                  <m:oMath xmlns:m="http://schemas.openxmlformats.org/officeDocument/2006/math">
                    <m:sSup>
                      <m:sSupPr>
                        <m:ctrlPr>
                          <a:rPr lang="en-IN" sz="2400" b="1" i="1" smtClean="0">
                            <a:effectLst/>
                            <a:latin typeface="Cambria Math" panose="02040503050406030204" pitchFamily="18" charset="0"/>
                            <a:cs typeface="Times New Roman" panose="02020603050405020304" pitchFamily="18" charset="0"/>
                          </a:rPr>
                        </m:ctrlPr>
                      </m:sSupPr>
                      <m:e>
                        <m:r>
                          <a:rPr lang="en-US" sz="2400" b="1" i="1" smtClean="0">
                            <a:effectLst/>
                            <a:latin typeface="Cambria Math" panose="02040503050406030204" pitchFamily="18" charset="0"/>
                            <a:cs typeface="Times New Roman" panose="02020603050405020304" pitchFamily="18" charset="0"/>
                          </a:rPr>
                          <m:t>𝒂</m:t>
                        </m:r>
                      </m:e>
                      <m:sup>
                        <m:r>
                          <a:rPr lang="en-US" sz="2400" b="1" i="1" smtClean="0">
                            <a:effectLst/>
                            <a:latin typeface="Cambria Math" panose="02040503050406030204" pitchFamily="18" charset="0"/>
                            <a:cs typeface="Times New Roman" panose="02020603050405020304" pitchFamily="18" charset="0"/>
                          </a:rPr>
                          <m:t>𝟑</m:t>
                        </m:r>
                      </m:sup>
                    </m:sSup>
                  </m:oMath>
                </a14:m>
                <a:r>
                  <a:rPr lang="en-IN" sz="2400" b="1" dirty="0">
                    <a:effectLst/>
                    <a:latin typeface="+mj-lt"/>
                    <a:cs typeface="Times New Roman" panose="02020603050405020304" pitchFamily="18" charset="0"/>
                  </a:rPr>
                  <a:t> + 4 </a:t>
                </a:r>
                <a14:m>
                  <m:oMath xmlns:m="http://schemas.openxmlformats.org/officeDocument/2006/math">
                    <m:sSup>
                      <m:sSupPr>
                        <m:ctrlPr>
                          <a:rPr lang="en-IN" sz="2400" b="1" i="1">
                            <a:effectLst/>
                            <a:latin typeface="Cambria Math" panose="02040503050406030204" pitchFamily="18" charset="0"/>
                            <a:cs typeface="Times New Roman" panose="02020603050405020304" pitchFamily="18" charset="0"/>
                          </a:rPr>
                        </m:ctrlPr>
                      </m:sSupPr>
                      <m:e>
                        <m:r>
                          <a:rPr lang="en-US" sz="2400" b="1" i="1" smtClean="0">
                            <a:effectLst/>
                            <a:latin typeface="Cambria Math" panose="02040503050406030204" pitchFamily="18" charset="0"/>
                            <a:cs typeface="Times New Roman" panose="02020603050405020304" pitchFamily="18" charset="0"/>
                          </a:rPr>
                          <m:t>𝒃</m:t>
                        </m:r>
                      </m:e>
                      <m:sup>
                        <m:r>
                          <a:rPr lang="en-US" sz="2400" b="1" i="1">
                            <a:effectLst/>
                            <a:latin typeface="Cambria Math" panose="02040503050406030204" pitchFamily="18" charset="0"/>
                            <a:cs typeface="Times New Roman" panose="02020603050405020304" pitchFamily="18" charset="0"/>
                          </a:rPr>
                          <m:t>𝟑</m:t>
                        </m:r>
                      </m:sup>
                    </m:sSup>
                  </m:oMath>
                </a14:m>
                <a:r>
                  <a:rPr lang="en-IN" sz="2400" b="1" dirty="0">
                    <a:effectLst/>
                    <a:latin typeface="+mj-lt"/>
                    <a:cs typeface="Times New Roman" panose="02020603050405020304" pitchFamily="18" charset="0"/>
                  </a:rPr>
                  <a:t>) : (11 </a:t>
                </a:r>
                <a14:m>
                  <m:oMath xmlns:m="http://schemas.openxmlformats.org/officeDocument/2006/math">
                    <m:sSup>
                      <m:sSupPr>
                        <m:ctrlPr>
                          <a:rPr lang="en-IN" sz="2400" b="1" i="1">
                            <a:effectLst/>
                            <a:latin typeface="Cambria Math" panose="02040503050406030204" pitchFamily="18" charset="0"/>
                            <a:cs typeface="Times New Roman" panose="02020603050405020304" pitchFamily="18" charset="0"/>
                          </a:rPr>
                        </m:ctrlPr>
                      </m:sSupPr>
                      <m:e>
                        <m:r>
                          <a:rPr lang="en-US" sz="2400" b="1" i="1">
                            <a:effectLst/>
                            <a:latin typeface="Cambria Math" panose="02040503050406030204" pitchFamily="18" charset="0"/>
                            <a:cs typeface="Times New Roman" panose="02020603050405020304" pitchFamily="18" charset="0"/>
                          </a:rPr>
                          <m:t>𝒂</m:t>
                        </m:r>
                      </m:e>
                      <m:sup>
                        <m:r>
                          <a:rPr lang="en-US" sz="2400" b="1" i="1">
                            <a:effectLst/>
                            <a:latin typeface="Cambria Math" panose="02040503050406030204" pitchFamily="18" charset="0"/>
                            <a:cs typeface="Times New Roman" panose="02020603050405020304" pitchFamily="18" charset="0"/>
                          </a:rPr>
                          <m:t>𝟑</m:t>
                        </m:r>
                      </m:sup>
                    </m:sSup>
                    <m:r>
                      <a:rPr lang="en-US" sz="2400" b="1" i="1" smtClean="0">
                        <a:effectLst/>
                        <a:latin typeface="Cambria Math" panose="02040503050406030204" pitchFamily="18" charset="0"/>
                        <a:ea typeface="Cambria Math"/>
                        <a:cs typeface="Times New Roman" panose="02020603050405020304" pitchFamily="18" charset="0"/>
                      </a:rPr>
                      <m:t>−</m:t>
                    </m:r>
                    <m:r>
                      <a:rPr lang="en-US" sz="2400" b="1" i="1" smtClean="0">
                        <a:effectLst/>
                        <a:latin typeface="Cambria Math" panose="02040503050406030204" pitchFamily="18" charset="0"/>
                        <a:ea typeface="Cambria Math"/>
                        <a:cs typeface="Times New Roman" panose="02020603050405020304" pitchFamily="18" charset="0"/>
                      </a:rPr>
                      <m:t>𝟏𝟓</m:t>
                    </m:r>
                    <m:sSup>
                      <m:sSupPr>
                        <m:ctrlPr>
                          <a:rPr lang="en-IN" sz="2400" b="1" i="1">
                            <a:effectLst/>
                            <a:latin typeface="Cambria Math" panose="02040503050406030204" pitchFamily="18" charset="0"/>
                            <a:cs typeface="Times New Roman" panose="02020603050405020304" pitchFamily="18" charset="0"/>
                          </a:rPr>
                        </m:ctrlPr>
                      </m:sSupPr>
                      <m:e>
                        <m:r>
                          <a:rPr lang="en-US" sz="2400" b="1" i="1" smtClean="0">
                            <a:effectLst/>
                            <a:latin typeface="Cambria Math" panose="02040503050406030204" pitchFamily="18" charset="0"/>
                            <a:cs typeface="Times New Roman" panose="02020603050405020304" pitchFamily="18" charset="0"/>
                          </a:rPr>
                          <m:t>𝒃</m:t>
                        </m:r>
                      </m:e>
                      <m:sup>
                        <m:r>
                          <a:rPr lang="en-US" sz="2400" b="1" i="1">
                            <a:effectLst/>
                            <a:latin typeface="Cambria Math" panose="02040503050406030204" pitchFamily="18" charset="0"/>
                            <a:cs typeface="Times New Roman" panose="02020603050405020304" pitchFamily="18" charset="0"/>
                          </a:rPr>
                          <m:t>𝟑</m:t>
                        </m:r>
                      </m:sup>
                    </m:sSup>
                  </m:oMath>
                </a14:m>
                <a:r>
                  <a:rPr lang="en-IN" sz="2400" b="1" dirty="0">
                    <a:effectLst/>
                    <a:latin typeface="+mj-lt"/>
                    <a:cs typeface="Times New Roman" panose="02020603050405020304" pitchFamily="18" charset="0"/>
                  </a:rPr>
                  <a:t>) = 7:5 then, (3a+5b) : (9a-2b) =?</a:t>
                </a:r>
              </a:p>
              <a:p>
                <a:pPr marL="0" indent="0" algn="just">
                  <a:lnSpc>
                    <a:spcPct val="150000"/>
                  </a:lnSpc>
                  <a:buNone/>
                </a:pPr>
                <a:r>
                  <a:rPr lang="en-IN" sz="2400" b="1" dirty="0">
                    <a:effectLst/>
                    <a:latin typeface="+mj-lt"/>
                    <a:cs typeface="Times New Roman" panose="02020603050405020304" pitchFamily="18" charset="0"/>
                  </a:rPr>
                  <a:t>a. 10:13              </a:t>
                </a:r>
              </a:p>
              <a:p>
                <a:pPr marL="0" indent="0" algn="just">
                  <a:lnSpc>
                    <a:spcPct val="150000"/>
                  </a:lnSpc>
                  <a:buNone/>
                </a:pPr>
                <a:r>
                  <a:rPr lang="en-IN" sz="2400" b="1" dirty="0">
                    <a:effectLst/>
                    <a:latin typeface="+mj-lt"/>
                    <a:cs typeface="Times New Roman" panose="02020603050405020304" pitchFamily="18" charset="0"/>
                  </a:rPr>
                  <a:t>b. 8:7           </a:t>
                </a:r>
              </a:p>
              <a:p>
                <a:pPr marL="0" indent="0" algn="just">
                  <a:lnSpc>
                    <a:spcPct val="150000"/>
                  </a:lnSpc>
                  <a:buNone/>
                </a:pPr>
                <a:r>
                  <a:rPr lang="en-IN" sz="2400" b="1" dirty="0">
                    <a:effectLst/>
                    <a:latin typeface="+mj-lt"/>
                    <a:cs typeface="Times New Roman" panose="02020603050405020304" pitchFamily="18" charset="0"/>
                  </a:rPr>
                  <a:t>c. 5:4         </a:t>
                </a:r>
              </a:p>
              <a:p>
                <a:pPr marL="0" indent="0" algn="just">
                  <a:lnSpc>
                    <a:spcPct val="150000"/>
                  </a:lnSpc>
                  <a:buNone/>
                </a:pPr>
                <a:r>
                  <a:rPr lang="en-IN" sz="2400" b="1" dirty="0">
                    <a:effectLst/>
                    <a:latin typeface="+mj-lt"/>
                    <a:cs typeface="Times New Roman" panose="02020603050405020304" pitchFamily="18" charset="0"/>
                  </a:rPr>
                  <a:t> d. 3:2</a:t>
                </a:r>
              </a:p>
              <a:p>
                <a:pPr marL="0" indent="0" algn="just">
                  <a:lnSpc>
                    <a:spcPct val="150000"/>
                  </a:lnSpc>
                  <a:buNone/>
                </a:pPr>
                <a:endParaRPr lang="en-IN" sz="2400" b="1" dirty="0">
                  <a:effectLst/>
                  <a:latin typeface="+mj-lt"/>
                  <a:cs typeface="Times New Roman" panose="02020603050405020304" pitchFamily="18" charset="0"/>
                </a:endParaRPr>
              </a:p>
              <a:p>
                <a:pPr marL="0" indent="0" algn="just">
                  <a:lnSpc>
                    <a:spcPct val="150000"/>
                  </a:lnSpc>
                  <a:buNone/>
                </a:pPr>
                <a:endParaRPr lang="en-IN" sz="2400" b="1" dirty="0">
                  <a:effectLst/>
                  <a:latin typeface="+mj-lt"/>
                  <a:cs typeface="Times New Roman" panose="02020603050405020304" pitchFamily="18" charset="0"/>
                </a:endParaRPr>
              </a:p>
              <a:p>
                <a:pPr marL="0" indent="0" algn="just">
                  <a:lnSpc>
                    <a:spcPct val="150000"/>
                  </a:lnSpc>
                  <a:buNone/>
                </a:pPr>
                <a:endParaRPr lang="en-IN" sz="2400" b="1" dirty="0">
                  <a:effectLst/>
                  <a:latin typeface="+mj-lt"/>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3F7F7275-821A-7B23-BE3E-B9410147340D}"/>
                  </a:ext>
                </a:extLst>
              </p:cNvPr>
              <p:cNvSpPr>
                <a:spLocks noGrp="1" noRot="1" noChangeAspect="1" noMove="1" noResize="1" noEditPoints="1" noAdjustHandles="1" noChangeArrowheads="1" noChangeShapeType="1" noTextEdit="1"/>
              </p:cNvSpPr>
              <p:nvPr>
                <p:ph idx="1"/>
              </p:nvPr>
            </p:nvSpPr>
            <p:spPr>
              <a:xfrm>
                <a:off x="250009" y="417047"/>
                <a:ext cx="10010502" cy="4293217"/>
              </a:xfrm>
              <a:blipFill>
                <a:blip r:embed="rId2"/>
                <a:stretch>
                  <a:fillRect l="-914" r="-974"/>
                </a:stretch>
              </a:blipFill>
            </p:spPr>
            <p:txBody>
              <a:bodyPr/>
              <a:lstStyle/>
              <a:p>
                <a:r>
                  <a:rPr lang="en-IN">
                    <a:noFill/>
                  </a:rPr>
                  <a:t> </a:t>
                </a:r>
              </a:p>
            </p:txBody>
          </p:sp>
        </mc:Fallback>
      </mc:AlternateContent>
      <p:pic>
        <p:nvPicPr>
          <p:cNvPr id="2" name="Picture 1" descr="A yellow and blue sign with words">
            <a:extLst>
              <a:ext uri="{FF2B5EF4-FFF2-40B4-BE49-F238E27FC236}">
                <a16:creationId xmlns:a16="http://schemas.microsoft.com/office/drawing/2014/main" id="{E64B90AE-C531-98CD-5524-B0CADC731DEC}"/>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745039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9F44D-DF1C-AD27-54EB-B6E76448888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A6BD6F-E3B7-78D3-4E87-4CEFAC3D305E}"/>
                  </a:ext>
                </a:extLst>
              </p:cNvPr>
              <p:cNvSpPr>
                <a:spLocks noGrp="1"/>
              </p:cNvSpPr>
              <p:nvPr>
                <p:ph idx="1"/>
              </p:nvPr>
            </p:nvSpPr>
            <p:spPr>
              <a:xfrm>
                <a:off x="263913" y="264647"/>
                <a:ext cx="10837338" cy="4293217"/>
              </a:xfrm>
            </p:spPr>
            <p:txBody>
              <a:bodyPr>
                <a:noAutofit/>
              </a:bodyPr>
              <a:lstStyle/>
              <a:p>
                <a:pPr marL="0" indent="0" algn="just">
                  <a:lnSpc>
                    <a:spcPct val="150000"/>
                  </a:lnSpc>
                  <a:buNone/>
                </a:pPr>
                <a:r>
                  <a:rPr lang="en-IN" sz="2400" b="1" dirty="0">
                    <a:effectLst/>
                    <a:latin typeface="+mj-lt"/>
                    <a:cs typeface="Times New Roman" panose="02020603050405020304" pitchFamily="18" charset="0"/>
                  </a:rPr>
                  <a:t>6. If a:b:c = </a:t>
                </a:r>
                <a14:m>
                  <m:oMath xmlns:m="http://schemas.openxmlformats.org/officeDocument/2006/math">
                    <m:f>
                      <m:fPr>
                        <m:ctrlPr>
                          <a:rPr lang="en-IN" sz="2800" b="1" i="1" smtClean="0">
                            <a:effectLst/>
                            <a:latin typeface="Cambria Math" panose="02040503050406030204" pitchFamily="18" charset="0"/>
                            <a:cs typeface="Times New Roman" panose="02020603050405020304" pitchFamily="18" charset="0"/>
                          </a:rPr>
                        </m:ctrlPr>
                      </m:fPr>
                      <m:num>
                        <m:r>
                          <a:rPr lang="en-US" sz="2800" b="1" i="1" smtClean="0">
                            <a:effectLst/>
                            <a:latin typeface="Cambria Math" panose="02040503050406030204" pitchFamily="18" charset="0"/>
                            <a:cs typeface="Times New Roman" panose="02020603050405020304" pitchFamily="18" charset="0"/>
                          </a:rPr>
                          <m:t>𝟏</m:t>
                        </m:r>
                      </m:num>
                      <m:den>
                        <m:r>
                          <a:rPr lang="en-US" sz="2800" b="1" i="1" smtClean="0">
                            <a:effectLst/>
                            <a:latin typeface="Cambria Math" panose="02040503050406030204" pitchFamily="18" charset="0"/>
                            <a:cs typeface="Times New Roman" panose="02020603050405020304" pitchFamily="18" charset="0"/>
                          </a:rPr>
                          <m:t>𝟒</m:t>
                        </m:r>
                      </m:den>
                    </m:f>
                  </m:oMath>
                </a14:m>
                <a:r>
                  <a:rPr lang="en-IN" sz="2800" b="1" dirty="0">
                    <a:effectLst/>
                    <a:latin typeface="+mj-lt"/>
                    <a:cs typeface="Times New Roman" panose="02020603050405020304" pitchFamily="18" charset="0"/>
                  </a:rPr>
                  <a:t> : </a:t>
                </a:r>
                <a14:m>
                  <m:oMath xmlns:m="http://schemas.openxmlformats.org/officeDocument/2006/math">
                    <m:f>
                      <m:fPr>
                        <m:ctrlPr>
                          <a:rPr lang="en-IN" sz="2800" b="1" i="1">
                            <a:effectLst/>
                            <a:latin typeface="Cambria Math" panose="02040503050406030204" pitchFamily="18" charset="0"/>
                            <a:cs typeface="Times New Roman" panose="02020603050405020304" pitchFamily="18" charset="0"/>
                          </a:rPr>
                        </m:ctrlPr>
                      </m:fPr>
                      <m:num>
                        <m:r>
                          <a:rPr lang="en-US" sz="2800" b="1" i="1">
                            <a:effectLst/>
                            <a:latin typeface="Cambria Math" panose="02040503050406030204" pitchFamily="18" charset="0"/>
                            <a:cs typeface="Times New Roman" panose="02020603050405020304" pitchFamily="18" charset="0"/>
                          </a:rPr>
                          <m:t>𝟏</m:t>
                        </m:r>
                      </m:num>
                      <m:den>
                        <m:r>
                          <a:rPr lang="en-US" sz="2800" b="1" i="1" smtClean="0">
                            <a:effectLst/>
                            <a:latin typeface="Cambria Math" panose="02040503050406030204" pitchFamily="18" charset="0"/>
                            <a:cs typeface="Times New Roman" panose="02020603050405020304" pitchFamily="18" charset="0"/>
                          </a:rPr>
                          <m:t>𝟑</m:t>
                        </m:r>
                      </m:den>
                    </m:f>
                  </m:oMath>
                </a14:m>
                <a:r>
                  <a:rPr lang="en-IN" sz="2800" b="1" dirty="0">
                    <a:effectLst/>
                    <a:latin typeface="+mj-lt"/>
                    <a:cs typeface="Times New Roman" panose="02020603050405020304" pitchFamily="18" charset="0"/>
                  </a:rPr>
                  <a:t>  : </a:t>
                </a:r>
                <a14:m>
                  <m:oMath xmlns:m="http://schemas.openxmlformats.org/officeDocument/2006/math">
                    <m:f>
                      <m:fPr>
                        <m:ctrlPr>
                          <a:rPr lang="en-IN" sz="2800" b="1" i="1">
                            <a:effectLst/>
                            <a:latin typeface="Cambria Math" panose="02040503050406030204" pitchFamily="18" charset="0"/>
                            <a:cs typeface="Times New Roman" panose="02020603050405020304" pitchFamily="18" charset="0"/>
                          </a:rPr>
                        </m:ctrlPr>
                      </m:fPr>
                      <m:num>
                        <m:r>
                          <a:rPr lang="en-US" sz="2800" b="1" i="1">
                            <a:effectLst/>
                            <a:latin typeface="Cambria Math" panose="02040503050406030204" pitchFamily="18" charset="0"/>
                            <a:cs typeface="Times New Roman" panose="02020603050405020304" pitchFamily="18" charset="0"/>
                          </a:rPr>
                          <m:t>𝟏</m:t>
                        </m:r>
                      </m:num>
                      <m:den>
                        <m:r>
                          <a:rPr lang="en-US" sz="2800" b="1" i="1" smtClean="0">
                            <a:effectLst/>
                            <a:latin typeface="Cambria Math" panose="02040503050406030204" pitchFamily="18" charset="0"/>
                            <a:cs typeface="Times New Roman" panose="02020603050405020304" pitchFamily="18" charset="0"/>
                          </a:rPr>
                          <m:t>𝟐</m:t>
                        </m:r>
                      </m:den>
                    </m:f>
                  </m:oMath>
                </a14:m>
                <a:r>
                  <a:rPr lang="en-IN" sz="2800" b="1" dirty="0">
                    <a:effectLst/>
                    <a:latin typeface="+mj-lt"/>
                    <a:cs typeface="Times New Roman" panose="02020603050405020304" pitchFamily="18" charset="0"/>
                  </a:rPr>
                  <a:t> </a:t>
                </a:r>
                <a:r>
                  <a:rPr lang="en-IN" sz="2400" b="1" dirty="0">
                    <a:effectLst/>
                    <a:latin typeface="+mj-lt"/>
                    <a:cs typeface="Times New Roman" panose="02020603050405020304" pitchFamily="18" charset="0"/>
                  </a:rPr>
                  <a:t>, then </a:t>
                </a:r>
                <a14:m>
                  <m:oMath xmlns:m="http://schemas.openxmlformats.org/officeDocument/2006/math">
                    <m:f>
                      <m:fPr>
                        <m:ctrlPr>
                          <a:rPr lang="en-IN" sz="2800" b="1" i="1">
                            <a:effectLst/>
                            <a:latin typeface="Cambria Math" panose="02040503050406030204" pitchFamily="18" charset="0"/>
                            <a:cs typeface="Times New Roman" panose="02020603050405020304" pitchFamily="18" charset="0"/>
                          </a:rPr>
                        </m:ctrlPr>
                      </m:fPr>
                      <m:num>
                        <m:r>
                          <a:rPr lang="en-US" sz="2800" b="1" i="1" smtClean="0">
                            <a:effectLst/>
                            <a:latin typeface="Cambria Math" panose="02040503050406030204" pitchFamily="18" charset="0"/>
                            <a:cs typeface="Times New Roman" panose="02020603050405020304" pitchFamily="18" charset="0"/>
                          </a:rPr>
                          <m:t>𝒂</m:t>
                        </m:r>
                      </m:num>
                      <m:den>
                        <m:r>
                          <a:rPr lang="en-US" sz="2800" b="1" i="1" smtClean="0">
                            <a:effectLst/>
                            <a:latin typeface="Cambria Math" panose="02040503050406030204" pitchFamily="18" charset="0"/>
                            <a:cs typeface="Times New Roman" panose="02020603050405020304" pitchFamily="18" charset="0"/>
                          </a:rPr>
                          <m:t>𝒃</m:t>
                        </m:r>
                      </m:den>
                    </m:f>
                  </m:oMath>
                </a14:m>
                <a:r>
                  <a:rPr lang="en-IN" sz="2800" b="1" dirty="0">
                    <a:effectLst/>
                    <a:latin typeface="+mj-lt"/>
                    <a:cs typeface="Times New Roman" panose="02020603050405020304" pitchFamily="18" charset="0"/>
                  </a:rPr>
                  <a:t>  : </a:t>
                </a:r>
                <a14:m>
                  <m:oMath xmlns:m="http://schemas.openxmlformats.org/officeDocument/2006/math">
                    <m:f>
                      <m:fPr>
                        <m:ctrlPr>
                          <a:rPr lang="en-IN" sz="2800" b="1" i="1">
                            <a:effectLst/>
                            <a:latin typeface="Cambria Math" panose="02040503050406030204" pitchFamily="18" charset="0"/>
                            <a:cs typeface="Times New Roman" panose="02020603050405020304" pitchFamily="18" charset="0"/>
                          </a:rPr>
                        </m:ctrlPr>
                      </m:fPr>
                      <m:num>
                        <m:r>
                          <a:rPr lang="en-US" sz="2800" b="1" i="1" smtClean="0">
                            <a:effectLst/>
                            <a:latin typeface="Cambria Math" panose="02040503050406030204" pitchFamily="18" charset="0"/>
                            <a:cs typeface="Times New Roman" panose="02020603050405020304" pitchFamily="18" charset="0"/>
                          </a:rPr>
                          <m:t>𝒃</m:t>
                        </m:r>
                      </m:num>
                      <m:den>
                        <m:r>
                          <a:rPr lang="en-US" sz="2800" b="1" i="1" smtClean="0">
                            <a:effectLst/>
                            <a:latin typeface="Cambria Math" panose="02040503050406030204" pitchFamily="18" charset="0"/>
                            <a:cs typeface="Times New Roman" panose="02020603050405020304" pitchFamily="18" charset="0"/>
                          </a:rPr>
                          <m:t>𝒄</m:t>
                        </m:r>
                      </m:den>
                    </m:f>
                  </m:oMath>
                </a14:m>
                <a:r>
                  <a:rPr lang="en-IN" sz="2800" b="1" dirty="0">
                    <a:effectLst/>
                    <a:latin typeface="+mj-lt"/>
                    <a:cs typeface="Times New Roman" panose="02020603050405020304" pitchFamily="18" charset="0"/>
                  </a:rPr>
                  <a:t>  : </a:t>
                </a:r>
                <a14:m>
                  <m:oMath xmlns:m="http://schemas.openxmlformats.org/officeDocument/2006/math">
                    <m:f>
                      <m:fPr>
                        <m:ctrlPr>
                          <a:rPr lang="en-IN" sz="2800" b="1" i="1">
                            <a:effectLst/>
                            <a:latin typeface="Cambria Math" panose="02040503050406030204" pitchFamily="18" charset="0"/>
                            <a:cs typeface="Times New Roman" panose="02020603050405020304" pitchFamily="18" charset="0"/>
                          </a:rPr>
                        </m:ctrlPr>
                      </m:fPr>
                      <m:num>
                        <m:r>
                          <a:rPr lang="en-US" sz="2800" b="1" i="1" smtClean="0">
                            <a:effectLst/>
                            <a:latin typeface="Cambria Math" panose="02040503050406030204" pitchFamily="18" charset="0"/>
                            <a:cs typeface="Times New Roman" panose="02020603050405020304" pitchFamily="18" charset="0"/>
                          </a:rPr>
                          <m:t>𝒄</m:t>
                        </m:r>
                      </m:num>
                      <m:den>
                        <m:r>
                          <a:rPr lang="en-US" sz="2800" b="1" i="1" smtClean="0">
                            <a:effectLst/>
                            <a:latin typeface="Cambria Math" panose="02040503050406030204" pitchFamily="18" charset="0"/>
                            <a:cs typeface="Times New Roman" panose="02020603050405020304" pitchFamily="18" charset="0"/>
                          </a:rPr>
                          <m:t>𝒂</m:t>
                        </m:r>
                      </m:den>
                    </m:f>
                  </m:oMath>
                </a14:m>
                <a:r>
                  <a:rPr lang="en-IN" sz="2800" b="1" dirty="0">
                    <a:effectLst/>
                    <a:latin typeface="+mj-lt"/>
                    <a:cs typeface="Times New Roman" panose="02020603050405020304" pitchFamily="18" charset="0"/>
                  </a:rPr>
                  <a:t> </a:t>
                </a:r>
                <a:r>
                  <a:rPr lang="en-IN" sz="2400" b="1" dirty="0">
                    <a:effectLst/>
                    <a:latin typeface="+mj-lt"/>
                    <a:cs typeface="Times New Roman" panose="02020603050405020304" pitchFamily="18" charset="0"/>
                  </a:rPr>
                  <a:t>= ?</a:t>
                </a:r>
              </a:p>
              <a:p>
                <a:pPr marL="0" indent="0" algn="just">
                  <a:lnSpc>
                    <a:spcPct val="150000"/>
                  </a:lnSpc>
                  <a:buNone/>
                </a:pPr>
                <a:r>
                  <a:rPr lang="en-IN" sz="2400" b="1" dirty="0">
                    <a:effectLst/>
                    <a:latin typeface="+mj-lt"/>
                    <a:cs typeface="Times New Roman" panose="02020603050405020304" pitchFamily="18" charset="0"/>
                  </a:rPr>
                  <a:t> a. 12:9:8          </a:t>
                </a:r>
              </a:p>
              <a:p>
                <a:pPr marL="0" indent="0" algn="just">
                  <a:lnSpc>
                    <a:spcPct val="150000"/>
                  </a:lnSpc>
                  <a:buNone/>
                </a:pPr>
                <a:r>
                  <a:rPr lang="en-IN" sz="2400" b="1" dirty="0">
                    <a:effectLst/>
                    <a:latin typeface="+mj-lt"/>
                    <a:cs typeface="Times New Roman" panose="02020603050405020304" pitchFamily="18" charset="0"/>
                  </a:rPr>
                  <a:t>  b. 9:8:24         </a:t>
                </a:r>
              </a:p>
              <a:p>
                <a:pPr marL="0" indent="0" algn="just">
                  <a:lnSpc>
                    <a:spcPct val="150000"/>
                  </a:lnSpc>
                  <a:buNone/>
                </a:pPr>
                <a:r>
                  <a:rPr lang="en-IN" sz="2400" b="1" dirty="0">
                    <a:effectLst/>
                    <a:latin typeface="+mj-lt"/>
                    <a:cs typeface="Times New Roman" panose="02020603050405020304" pitchFamily="18" charset="0"/>
                  </a:rPr>
                  <a:t> c. 8:9:24        </a:t>
                </a:r>
              </a:p>
              <a:p>
                <a:pPr marL="0" indent="0" algn="just">
                  <a:lnSpc>
                    <a:spcPct val="150000"/>
                  </a:lnSpc>
                  <a:buNone/>
                </a:pPr>
                <a:r>
                  <a:rPr lang="en-IN" sz="2400" b="1" dirty="0">
                    <a:effectLst/>
                    <a:latin typeface="+mj-lt"/>
                    <a:cs typeface="Times New Roman" panose="02020603050405020304" pitchFamily="18" charset="0"/>
                  </a:rPr>
                  <a:t>  d. 9:12:8</a:t>
                </a:r>
              </a:p>
              <a:p>
                <a:pPr marL="0" indent="0" algn="just">
                  <a:lnSpc>
                    <a:spcPct val="150000"/>
                  </a:lnSpc>
                  <a:buNone/>
                </a:pPr>
                <a:endParaRPr lang="en-IN" sz="2400" b="1" dirty="0">
                  <a:effectLst/>
                  <a:latin typeface="+mj-lt"/>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44A6BD6F-E3B7-78D3-4E87-4CEFAC3D305E}"/>
                  </a:ext>
                </a:extLst>
              </p:cNvPr>
              <p:cNvSpPr>
                <a:spLocks noGrp="1" noRot="1" noChangeAspect="1" noMove="1" noResize="1" noEditPoints="1" noAdjustHandles="1" noChangeArrowheads="1" noChangeShapeType="1" noTextEdit="1"/>
              </p:cNvSpPr>
              <p:nvPr>
                <p:ph idx="1"/>
              </p:nvPr>
            </p:nvSpPr>
            <p:spPr>
              <a:xfrm>
                <a:off x="263913" y="264647"/>
                <a:ext cx="10837338" cy="4293217"/>
              </a:xfrm>
              <a:blipFill>
                <a:blip r:embed="rId2"/>
                <a:stretch>
                  <a:fillRect l="-844"/>
                </a:stretch>
              </a:blipFill>
            </p:spPr>
            <p:txBody>
              <a:bodyPr/>
              <a:lstStyle/>
              <a:p>
                <a:r>
                  <a:rPr lang="en-IN">
                    <a:noFill/>
                  </a:rPr>
                  <a:t> </a:t>
                </a:r>
              </a:p>
            </p:txBody>
          </p:sp>
        </mc:Fallback>
      </mc:AlternateContent>
      <p:pic>
        <p:nvPicPr>
          <p:cNvPr id="2" name="Picture 1" descr="A yellow and blue sign with words">
            <a:extLst>
              <a:ext uri="{FF2B5EF4-FFF2-40B4-BE49-F238E27FC236}">
                <a16:creationId xmlns:a16="http://schemas.microsoft.com/office/drawing/2014/main" id="{C16BAF67-74FA-ABE3-A294-40C0CCCCD1AE}"/>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095303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EA60F-84FE-7F0F-FAEB-6412311FCBC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681B66-D986-88A1-3ABC-718C515E877B}"/>
              </a:ext>
            </a:extLst>
          </p:cNvPr>
          <p:cNvSpPr>
            <a:spLocks noGrp="1"/>
          </p:cNvSpPr>
          <p:nvPr>
            <p:ph idx="1"/>
          </p:nvPr>
        </p:nvSpPr>
        <p:spPr>
          <a:xfrm>
            <a:off x="263913" y="335767"/>
            <a:ext cx="10837338" cy="4293217"/>
          </a:xfrm>
        </p:spPr>
        <p:txBody>
          <a:bodyPr>
            <a:noAutofit/>
          </a:bodyPr>
          <a:lstStyle/>
          <a:p>
            <a:pPr marL="0" indent="0" algn="just">
              <a:lnSpc>
                <a:spcPct val="150000"/>
              </a:lnSpc>
              <a:buNone/>
            </a:pPr>
            <a:r>
              <a:rPr lang="en-IN" sz="2400" b="1" dirty="0">
                <a:effectLst/>
                <a:latin typeface="+mj-lt"/>
                <a:cs typeface="Times New Roman" panose="02020603050405020304" pitchFamily="18" charset="0"/>
              </a:rPr>
              <a:t>7. </a:t>
            </a:r>
            <a:r>
              <a:rPr lang="en-US" sz="2400" b="1" dirty="0">
                <a:latin typeface="Bookman Old Style" pitchFamily="18" charset="0"/>
                <a:cs typeface="Times New Roman" panose="02020603050405020304" pitchFamily="18" charset="0"/>
              </a:rPr>
              <a:t>Divide 581 among A, B, C so that 4A = 5B = 7C</a:t>
            </a:r>
            <a:endParaRPr lang="en-IN" sz="2400" b="1" dirty="0">
              <a:effectLst/>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AC1B9687-1DA9-E182-9604-46F71E86CF48}"/>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609190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00418-0C6E-916F-BBB2-170E656B0B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171567-2FE5-BC4D-9E58-E5B002580EC3}"/>
              </a:ext>
            </a:extLst>
          </p:cNvPr>
          <p:cNvSpPr>
            <a:spLocks noGrp="1"/>
          </p:cNvSpPr>
          <p:nvPr>
            <p:ph idx="1"/>
          </p:nvPr>
        </p:nvSpPr>
        <p:spPr>
          <a:xfrm>
            <a:off x="263913" y="335767"/>
            <a:ext cx="9672567" cy="4293217"/>
          </a:xfrm>
        </p:spPr>
        <p:txBody>
          <a:bodyPr>
            <a:noAutofit/>
          </a:bodyPr>
          <a:lstStyle/>
          <a:p>
            <a:pPr marL="0" indent="0" algn="just">
              <a:lnSpc>
                <a:spcPct val="150000"/>
              </a:lnSpc>
              <a:buNone/>
            </a:pPr>
            <a:r>
              <a:rPr lang="en-IN" sz="2400" b="1" dirty="0">
                <a:effectLst/>
                <a:latin typeface="+mj-lt"/>
                <a:cs typeface="Times New Roman" panose="02020603050405020304" pitchFamily="18" charset="0"/>
              </a:rPr>
              <a:t>8 . </a:t>
            </a:r>
            <a:r>
              <a:rPr lang="en-US" sz="2400" b="1" dirty="0">
                <a:latin typeface="Bookman Old Style" pitchFamily="18" charset="0"/>
                <a:cs typeface="Times New Roman" panose="02020603050405020304" pitchFamily="18" charset="0"/>
              </a:rPr>
              <a:t>a : b = 2 : 3 and b : c = 5 : 7, then find </a:t>
            </a:r>
          </a:p>
          <a:p>
            <a:pPr marL="0" indent="0" algn="just">
              <a:lnSpc>
                <a:spcPct val="150000"/>
              </a:lnSpc>
              <a:buNone/>
            </a:pPr>
            <a:r>
              <a:rPr lang="en-US" sz="2400" b="1" dirty="0">
                <a:latin typeface="Bookman Old Style" pitchFamily="18" charset="0"/>
                <a:cs typeface="Times New Roman" panose="02020603050405020304" pitchFamily="18" charset="0"/>
              </a:rPr>
              <a:t>(3a + 6b + 2c) / (2a + b + 3c)</a:t>
            </a:r>
          </a:p>
          <a:p>
            <a:pPr marL="0" indent="0" algn="just">
              <a:lnSpc>
                <a:spcPct val="150000"/>
              </a:lnSpc>
              <a:buNone/>
            </a:pPr>
            <a:r>
              <a:rPr lang="en-US" sz="2400" b="1" dirty="0">
                <a:latin typeface="Bookman Old Style" pitchFamily="18" charset="0"/>
                <a:cs typeface="Times New Roman" panose="02020603050405020304" pitchFamily="18" charset="0"/>
              </a:rPr>
              <a:t>A. 243/98</a:t>
            </a:r>
          </a:p>
          <a:p>
            <a:pPr marL="0" indent="0" algn="just">
              <a:lnSpc>
                <a:spcPct val="150000"/>
              </a:lnSpc>
              <a:buNone/>
            </a:pPr>
            <a:r>
              <a:rPr lang="en-US" sz="2400" b="1" dirty="0">
                <a:latin typeface="Bookman Old Style" pitchFamily="18" charset="0"/>
                <a:cs typeface="Times New Roman" panose="02020603050405020304" pitchFamily="18" charset="0"/>
              </a:rPr>
              <a:t>B. 81/39</a:t>
            </a:r>
          </a:p>
          <a:p>
            <a:pPr marL="0" indent="0" algn="just">
              <a:lnSpc>
                <a:spcPct val="150000"/>
              </a:lnSpc>
              <a:buNone/>
            </a:pPr>
            <a:r>
              <a:rPr lang="en-US" sz="2400" b="1" dirty="0">
                <a:latin typeface="Bookman Old Style" pitchFamily="18" charset="0"/>
                <a:cs typeface="Times New Roman" panose="02020603050405020304" pitchFamily="18" charset="0"/>
              </a:rPr>
              <a:t>C. 81/49</a:t>
            </a:r>
          </a:p>
          <a:p>
            <a:pPr marL="0" indent="0" algn="just">
              <a:lnSpc>
                <a:spcPct val="150000"/>
              </a:lnSpc>
              <a:buNone/>
            </a:pPr>
            <a:r>
              <a:rPr lang="en-US" sz="2400" b="1" dirty="0">
                <a:latin typeface="Bookman Old Style" pitchFamily="18" charset="0"/>
                <a:cs typeface="Times New Roman" panose="02020603050405020304" pitchFamily="18" charset="0"/>
              </a:rPr>
              <a:t>D. 162/49</a:t>
            </a:r>
          </a:p>
          <a:p>
            <a:pPr marL="0" indent="0" algn="just">
              <a:lnSpc>
                <a:spcPct val="150000"/>
              </a:lnSpc>
              <a:buNone/>
            </a:pPr>
            <a:endParaRPr lang="en-IN" sz="2400" b="1" dirty="0">
              <a:effectLst/>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06333EF-F6A4-49B2-8980-2F6A33AD8453}"/>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529716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CAEFC-D594-A38A-CE5E-25A0316665E1}"/>
              </a:ext>
            </a:extLst>
          </p:cNvPr>
          <p:cNvSpPr>
            <a:spLocks noGrp="1"/>
          </p:cNvSpPr>
          <p:nvPr>
            <p:ph idx="1"/>
          </p:nvPr>
        </p:nvSpPr>
        <p:spPr>
          <a:xfrm>
            <a:off x="356925" y="353164"/>
            <a:ext cx="9488115" cy="4594313"/>
          </a:xfrm>
        </p:spPr>
        <p:txBody>
          <a:bodyPr>
            <a:noAutofit/>
          </a:bodyPr>
          <a:lstStyle/>
          <a:p>
            <a:pPr marL="0" indent="0" algn="just">
              <a:lnSpc>
                <a:spcPct val="150000"/>
              </a:lnSpc>
              <a:buNone/>
            </a:pPr>
            <a:r>
              <a:rPr lang="en-IN" sz="2400" b="1" dirty="0">
                <a:latin typeface="Bookman Old Style" pitchFamily="18" charset="0"/>
                <a:cs typeface="Times New Roman" panose="02020603050405020304" pitchFamily="18" charset="0"/>
              </a:rPr>
              <a:t>9. If x is the Mean proportional between 12.8 and 64.8 then find the value of x ?</a:t>
            </a:r>
          </a:p>
          <a:p>
            <a:pPr marL="0" indent="0" algn="just">
              <a:lnSpc>
                <a:spcPct val="150000"/>
              </a:lnSpc>
              <a:buNone/>
            </a:pPr>
            <a:r>
              <a:rPr lang="en-IN" sz="2400" b="1" dirty="0">
                <a:latin typeface="Bookman Old Style" pitchFamily="18" charset="0"/>
                <a:cs typeface="Times New Roman" panose="02020603050405020304" pitchFamily="18" charset="0"/>
              </a:rPr>
              <a:t>  a. 32            b. 34          c. 28.8         d. 26.4</a:t>
            </a:r>
          </a:p>
          <a:p>
            <a:pPr marL="0" indent="0" algn="just">
              <a:lnSpc>
                <a:spcPct val="150000"/>
              </a:lnSpc>
              <a:buNone/>
            </a:pPr>
            <a:endParaRPr lang="en-IN" sz="2400" b="1" dirty="0">
              <a:latin typeface="Bookman Old Style" pitchFamily="18" charset="0"/>
              <a:cs typeface="Times New Roman" panose="02020603050405020304" pitchFamily="18" charset="0"/>
            </a:endParaRPr>
          </a:p>
          <a:p>
            <a:pPr marL="0" indent="0" algn="just">
              <a:lnSpc>
                <a:spcPct val="150000"/>
              </a:lnSpc>
              <a:buNone/>
            </a:pPr>
            <a:endParaRPr lang="en-IN" sz="2400" b="1" dirty="0">
              <a:latin typeface="Bookman Old Style" pitchFamily="18" charset="0"/>
              <a:cs typeface="Times New Roman" panose="02020603050405020304" pitchFamily="18" charset="0"/>
            </a:endParaRPr>
          </a:p>
        </p:txBody>
      </p:sp>
      <p:pic>
        <p:nvPicPr>
          <p:cNvPr id="5" name="Picture 4" descr="A yellow and blue sign with words">
            <a:extLst>
              <a:ext uri="{FF2B5EF4-FFF2-40B4-BE49-F238E27FC236}">
                <a16:creationId xmlns:a16="http://schemas.microsoft.com/office/drawing/2014/main" id="{EBA0A5FC-B289-6DA7-FF9E-387D8DE1FE3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259336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D885B-A1AC-4D4F-27BD-92EEA34B36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2B67FE-A0B4-CE3A-8CBB-543B7EB01C07}"/>
              </a:ext>
            </a:extLst>
          </p:cNvPr>
          <p:cNvSpPr>
            <a:spLocks noGrp="1"/>
          </p:cNvSpPr>
          <p:nvPr>
            <p:ph idx="1"/>
          </p:nvPr>
        </p:nvSpPr>
        <p:spPr>
          <a:xfrm>
            <a:off x="356925" y="353164"/>
            <a:ext cx="9488115" cy="4594313"/>
          </a:xfrm>
        </p:spPr>
        <p:txBody>
          <a:bodyPr>
            <a:noAutofit/>
          </a:bodyPr>
          <a:lstStyle/>
          <a:p>
            <a:pPr marL="0" indent="0" algn="just">
              <a:lnSpc>
                <a:spcPct val="150000"/>
              </a:lnSpc>
              <a:buNone/>
            </a:pPr>
            <a:r>
              <a:rPr lang="en-IN" sz="2400" b="1" dirty="0">
                <a:latin typeface="Bookman Old Style" pitchFamily="18" charset="0"/>
                <a:cs typeface="Times New Roman" panose="02020603050405020304" pitchFamily="18" charset="0"/>
              </a:rPr>
              <a:t>10. What will be the mean proportion between ( 6 + √8 ) and ( 3 - √2 ) </a:t>
            </a:r>
          </a:p>
          <a:p>
            <a:pPr marL="457200" indent="-457200" algn="just">
              <a:lnSpc>
                <a:spcPct val="150000"/>
              </a:lnSpc>
              <a:buAutoNum type="alphaUcPeriod"/>
            </a:pPr>
            <a:r>
              <a:rPr lang="en-IN" sz="2400" b="1" dirty="0">
                <a:latin typeface="Bookman Old Style" pitchFamily="18" charset="0"/>
                <a:cs typeface="Times New Roman" panose="02020603050405020304" pitchFamily="18" charset="0"/>
              </a:rPr>
              <a:t>2√12</a:t>
            </a:r>
          </a:p>
          <a:p>
            <a:pPr marL="0" indent="0" algn="just">
              <a:lnSpc>
                <a:spcPct val="150000"/>
              </a:lnSpc>
              <a:buNone/>
            </a:pPr>
            <a:r>
              <a:rPr lang="en-IN" sz="2400" b="1" dirty="0">
                <a:latin typeface="Bookman Old Style" pitchFamily="18" charset="0"/>
                <a:cs typeface="Times New Roman" panose="02020603050405020304" pitchFamily="18" charset="0"/>
              </a:rPr>
              <a:t>B. √14</a:t>
            </a:r>
          </a:p>
          <a:p>
            <a:pPr marL="0" indent="0" algn="just">
              <a:lnSpc>
                <a:spcPct val="150000"/>
              </a:lnSpc>
              <a:buNone/>
            </a:pPr>
            <a:r>
              <a:rPr lang="en-IN" sz="2400" b="1" dirty="0">
                <a:latin typeface="Bookman Old Style" pitchFamily="18" charset="0"/>
                <a:cs typeface="Times New Roman" panose="02020603050405020304" pitchFamily="18" charset="0"/>
              </a:rPr>
              <a:t>C. 6 - √8</a:t>
            </a:r>
          </a:p>
          <a:p>
            <a:pPr marL="0" indent="0" algn="just">
              <a:lnSpc>
                <a:spcPct val="150000"/>
              </a:lnSpc>
              <a:buNone/>
            </a:pPr>
            <a:r>
              <a:rPr lang="en-IN" sz="2400" b="1" dirty="0">
                <a:latin typeface="Bookman Old Style" pitchFamily="18" charset="0"/>
                <a:cs typeface="Times New Roman" panose="02020603050405020304" pitchFamily="18" charset="0"/>
              </a:rPr>
              <a:t>D. √15  - 7</a:t>
            </a:r>
          </a:p>
          <a:p>
            <a:pPr marL="0" indent="0" algn="just">
              <a:lnSpc>
                <a:spcPct val="150000"/>
              </a:lnSpc>
              <a:buNone/>
            </a:pPr>
            <a:endParaRPr lang="en-IN" sz="2400" b="1" dirty="0">
              <a:latin typeface="Bookman Old Style" pitchFamily="18" charset="0"/>
              <a:cs typeface="Times New Roman" panose="02020603050405020304" pitchFamily="18" charset="0"/>
            </a:endParaRPr>
          </a:p>
        </p:txBody>
      </p:sp>
      <p:pic>
        <p:nvPicPr>
          <p:cNvPr id="5" name="Picture 4" descr="A yellow and blue sign with words">
            <a:extLst>
              <a:ext uri="{FF2B5EF4-FFF2-40B4-BE49-F238E27FC236}">
                <a16:creationId xmlns:a16="http://schemas.microsoft.com/office/drawing/2014/main" id="{B7CABA04-00E0-4F13-A420-A4A4ADC56943}"/>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628303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8A80D-85FB-85B6-F57B-A88360BC78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05605A-D955-BFFB-E39E-BD964D2CE4B1}"/>
              </a:ext>
            </a:extLst>
          </p:cNvPr>
          <p:cNvSpPr>
            <a:spLocks noGrp="1"/>
          </p:cNvSpPr>
          <p:nvPr>
            <p:ph idx="1"/>
          </p:nvPr>
        </p:nvSpPr>
        <p:spPr>
          <a:xfrm>
            <a:off x="356925" y="353164"/>
            <a:ext cx="9488115" cy="4594313"/>
          </a:xfrm>
        </p:spPr>
        <p:txBody>
          <a:bodyPr>
            <a:noAutofit/>
          </a:bodyPr>
          <a:lstStyle/>
          <a:p>
            <a:pPr marL="0" indent="0" algn="just">
              <a:lnSpc>
                <a:spcPct val="150000"/>
              </a:lnSpc>
              <a:buNone/>
            </a:pPr>
            <a:r>
              <a:rPr lang="en-IN" sz="2400" b="1" dirty="0">
                <a:latin typeface="Bookman Old Style" pitchFamily="18" charset="0"/>
                <a:cs typeface="Times New Roman" panose="02020603050405020304" pitchFamily="18" charset="0"/>
              </a:rPr>
              <a:t>11. </a:t>
            </a:r>
            <a:r>
              <a:rPr lang="en-US" sz="2400" b="1" dirty="0">
                <a:latin typeface="Bookman Old Style" pitchFamily="18" charset="0"/>
                <a:cs typeface="Times New Roman" panose="02020603050405020304" pitchFamily="18" charset="0"/>
              </a:rPr>
              <a:t>What is the ratio of the mean proportional between 1.6 and 3.6 and the third proportional of 5 &amp; 8.</a:t>
            </a:r>
          </a:p>
          <a:p>
            <a:pPr marL="0" indent="0" algn="just">
              <a:lnSpc>
                <a:spcPct val="150000"/>
              </a:lnSpc>
              <a:buNone/>
            </a:pPr>
            <a:r>
              <a:rPr lang="en-US" sz="2400" b="1" dirty="0">
                <a:latin typeface="Bookman Old Style" pitchFamily="18" charset="0"/>
                <a:cs typeface="Times New Roman" panose="02020603050405020304" pitchFamily="18" charset="0"/>
              </a:rPr>
              <a:t>a. 2 : 15</a:t>
            </a:r>
          </a:p>
          <a:p>
            <a:pPr marL="0" indent="0" algn="just">
              <a:lnSpc>
                <a:spcPct val="150000"/>
              </a:lnSpc>
              <a:buNone/>
            </a:pPr>
            <a:r>
              <a:rPr lang="en-US" sz="2400" b="1" dirty="0">
                <a:latin typeface="Bookman Old Style" pitchFamily="18" charset="0"/>
                <a:cs typeface="Times New Roman" panose="02020603050405020304" pitchFamily="18" charset="0"/>
              </a:rPr>
              <a:t>b. 5 : 16</a:t>
            </a:r>
          </a:p>
          <a:p>
            <a:pPr marL="0" indent="0" algn="just">
              <a:lnSpc>
                <a:spcPct val="150000"/>
              </a:lnSpc>
              <a:buNone/>
            </a:pPr>
            <a:r>
              <a:rPr lang="en-US" sz="2400" b="1" dirty="0">
                <a:latin typeface="Bookman Old Style" pitchFamily="18" charset="0"/>
                <a:cs typeface="Times New Roman" panose="02020603050405020304" pitchFamily="18" charset="0"/>
              </a:rPr>
              <a:t>c. 3 : 16</a:t>
            </a:r>
          </a:p>
          <a:p>
            <a:pPr marL="0" indent="0" algn="just">
              <a:lnSpc>
                <a:spcPct val="150000"/>
              </a:lnSpc>
              <a:buNone/>
            </a:pPr>
            <a:r>
              <a:rPr lang="en-US" sz="2400" b="1" dirty="0">
                <a:latin typeface="Bookman Old Style" pitchFamily="18" charset="0"/>
                <a:cs typeface="Times New Roman" panose="02020603050405020304" pitchFamily="18" charset="0"/>
              </a:rPr>
              <a:t>d. 4 : 15</a:t>
            </a:r>
            <a:endParaRPr lang="en-IN" sz="2400" b="1" dirty="0">
              <a:latin typeface="Bookman Old Style" pitchFamily="18" charset="0"/>
              <a:cs typeface="Times New Roman" panose="02020603050405020304" pitchFamily="18" charset="0"/>
            </a:endParaRPr>
          </a:p>
          <a:p>
            <a:pPr marL="0" indent="0" algn="just">
              <a:lnSpc>
                <a:spcPct val="150000"/>
              </a:lnSpc>
              <a:buNone/>
            </a:pPr>
            <a:endParaRPr lang="en-IN" sz="2400" b="1" dirty="0">
              <a:latin typeface="Bookman Old Style" pitchFamily="18" charset="0"/>
              <a:cs typeface="Times New Roman" panose="02020603050405020304" pitchFamily="18" charset="0"/>
            </a:endParaRPr>
          </a:p>
        </p:txBody>
      </p:sp>
      <p:pic>
        <p:nvPicPr>
          <p:cNvPr id="5" name="Picture 4" descr="A yellow and blue sign with words">
            <a:extLst>
              <a:ext uri="{FF2B5EF4-FFF2-40B4-BE49-F238E27FC236}">
                <a16:creationId xmlns:a16="http://schemas.microsoft.com/office/drawing/2014/main" id="{52BBE8D6-4DC3-CA73-5AC2-3A2F901EB77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129426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435682-F3C7-456E-8725-FBF18D75BED0}"/>
              </a:ext>
            </a:extLst>
          </p:cNvPr>
          <p:cNvSpPr>
            <a:spLocks noGrp="1"/>
          </p:cNvSpPr>
          <p:nvPr>
            <p:ph idx="1"/>
          </p:nvPr>
        </p:nvSpPr>
        <p:spPr>
          <a:xfrm>
            <a:off x="359575" y="249204"/>
            <a:ext cx="9780105" cy="5515933"/>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12. The ratio of the marks of Ravi and Krishna is 7:8 and that of Krishna and Harish is 5:6 . The marks obtained by Ravi is 350. Find the marks of Harish ?</a:t>
            </a:r>
          </a:p>
          <a:p>
            <a:pPr marL="0" indent="0" algn="just">
              <a:lnSpc>
                <a:spcPct val="150000"/>
              </a:lnSpc>
              <a:buNone/>
            </a:pPr>
            <a:r>
              <a:rPr lang="en-IN" sz="2400" b="1" dirty="0">
                <a:effectLst/>
                <a:latin typeface="Bookman Old Style" pitchFamily="18" charset="0"/>
                <a:cs typeface="Times New Roman" panose="02020603050405020304" pitchFamily="18" charset="0"/>
              </a:rPr>
              <a:t>  a. 460    </a:t>
            </a:r>
          </a:p>
          <a:p>
            <a:pPr marL="0" indent="0" algn="just">
              <a:lnSpc>
                <a:spcPct val="150000"/>
              </a:lnSpc>
              <a:buNone/>
            </a:pPr>
            <a:r>
              <a:rPr lang="en-IN" sz="2400" b="1" dirty="0">
                <a:effectLst/>
                <a:latin typeface="Bookman Old Style" pitchFamily="18" charset="0"/>
                <a:cs typeface="Times New Roman" panose="02020603050405020304" pitchFamily="18" charset="0"/>
              </a:rPr>
              <a:t>  b. 480    </a:t>
            </a:r>
          </a:p>
          <a:p>
            <a:pPr marL="0" indent="0" algn="just">
              <a:lnSpc>
                <a:spcPct val="150000"/>
              </a:lnSpc>
              <a:buNone/>
            </a:pPr>
            <a:r>
              <a:rPr lang="en-IN" sz="2400" b="1" dirty="0">
                <a:effectLst/>
                <a:latin typeface="Bookman Old Style" pitchFamily="18" charset="0"/>
                <a:cs typeface="Times New Roman" panose="02020603050405020304" pitchFamily="18" charset="0"/>
              </a:rPr>
              <a:t>  c. 520 </a:t>
            </a:r>
          </a:p>
          <a:p>
            <a:pPr marL="0" indent="0" algn="just">
              <a:lnSpc>
                <a:spcPct val="150000"/>
              </a:lnSpc>
              <a:buNone/>
            </a:pPr>
            <a:r>
              <a:rPr lang="en-IN" sz="2400" b="1" dirty="0">
                <a:effectLst/>
                <a:latin typeface="Bookman Old Style" pitchFamily="18" charset="0"/>
                <a:cs typeface="Times New Roman" panose="02020603050405020304" pitchFamily="18" charset="0"/>
              </a:rPr>
              <a:t>  d. 360</a:t>
            </a:r>
          </a:p>
          <a:p>
            <a:pPr marL="0" indent="0" algn="just">
              <a:lnSpc>
                <a:spcPct val="150000"/>
              </a:lnSpc>
              <a:buNone/>
            </a:pP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p:txBody>
      </p:sp>
      <p:pic>
        <p:nvPicPr>
          <p:cNvPr id="5" name="Picture 4" descr="A yellow and blue sign with words">
            <a:extLst>
              <a:ext uri="{FF2B5EF4-FFF2-40B4-BE49-F238E27FC236}">
                <a16:creationId xmlns:a16="http://schemas.microsoft.com/office/drawing/2014/main" id="{8DE67CC2-1DDC-7D94-A6B2-8D882596A73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406206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359E8-EC1D-6A92-A955-6566A8017C9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ECDCD7-4A4C-BB5F-418D-4596879C68A8}"/>
              </a:ext>
            </a:extLst>
          </p:cNvPr>
          <p:cNvSpPr>
            <a:spLocks noGrp="1"/>
          </p:cNvSpPr>
          <p:nvPr>
            <p:ph idx="1"/>
          </p:nvPr>
        </p:nvSpPr>
        <p:spPr>
          <a:xfrm>
            <a:off x="359575" y="249204"/>
            <a:ext cx="9780105" cy="5515933"/>
          </a:xfrm>
        </p:spPr>
        <p:txBody>
          <a:bodyPr>
            <a:normAutofit/>
          </a:bodyPr>
          <a:lstStyle/>
          <a:p>
            <a:pPr marL="0" indent="0" algn="just">
              <a:lnSpc>
                <a:spcPct val="150000"/>
              </a:lnSpc>
              <a:buNone/>
            </a:pPr>
            <a:r>
              <a:rPr lang="en-IN" sz="2400" b="1" dirty="0">
                <a:effectLst/>
                <a:latin typeface="Bookman Old Style" pitchFamily="18" charset="0"/>
                <a:cs typeface="Times New Roman" panose="02020603050405020304" pitchFamily="18" charset="0"/>
              </a:rPr>
              <a:t>13. </a:t>
            </a:r>
            <a:r>
              <a:rPr lang="en-US" sz="2400" b="1" dirty="0">
                <a:latin typeface="Bookman Old Style" pitchFamily="18" charset="0"/>
                <a:cs typeface="Times New Roman" panose="02020603050405020304" pitchFamily="18" charset="0"/>
              </a:rPr>
              <a:t>The sum of 5250 is divided among A, B, C and D such that A:B = B:C = C:D = 3:4. What is the sum of A and B shares?</a:t>
            </a:r>
            <a:endParaRPr lang="en-IN" sz="2400" b="1" dirty="0">
              <a:effectLst/>
              <a:latin typeface="Bookman Old Style" pitchFamily="18" charset="0"/>
              <a:cs typeface="Times New Roman" panose="02020603050405020304" pitchFamily="18" charset="0"/>
            </a:endParaRPr>
          </a:p>
          <a:p>
            <a:pPr marL="0" indent="0" algn="just">
              <a:lnSpc>
                <a:spcPct val="150000"/>
              </a:lnSpc>
              <a:buNone/>
            </a:pPr>
            <a:endParaRPr lang="en-IN" sz="2400" b="1" dirty="0">
              <a:effectLst/>
              <a:latin typeface="Bookman Old Style" pitchFamily="18" charset="0"/>
              <a:cs typeface="Times New Roman" panose="02020603050405020304" pitchFamily="18" charset="0"/>
            </a:endParaRPr>
          </a:p>
        </p:txBody>
      </p:sp>
      <p:pic>
        <p:nvPicPr>
          <p:cNvPr id="5" name="Picture 4" descr="A yellow and blue sign with words">
            <a:extLst>
              <a:ext uri="{FF2B5EF4-FFF2-40B4-BE49-F238E27FC236}">
                <a16:creationId xmlns:a16="http://schemas.microsoft.com/office/drawing/2014/main" id="{AFF354C2-BEBE-319B-DE59-FB7AC8CE3BEC}"/>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45456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232249-F00A-336E-BF6A-27A16CE2F241}"/>
              </a:ext>
            </a:extLst>
          </p:cNvPr>
          <p:cNvSpPr>
            <a:spLocks noGrp="1"/>
          </p:cNvSpPr>
          <p:nvPr>
            <p:ph idx="1"/>
          </p:nvPr>
        </p:nvSpPr>
        <p:spPr>
          <a:xfrm>
            <a:off x="385417" y="353670"/>
            <a:ext cx="9581544" cy="598617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14. An amount of Rs. 7800 is divided among Suman, Pardhu and Karthik. The sum of the shares of Pardhu and Karthik is equal to thrice the shares of Suman. The sum of the shares of Suman and Karthik is equal to two-third the shares of Pardhu. Find the ratio of share of Karthik and Suman.</a:t>
            </a:r>
          </a:p>
          <a:p>
            <a:pPr marL="0" indent="0" algn="just">
              <a:lnSpc>
                <a:spcPct val="150000"/>
              </a:lnSpc>
              <a:buNone/>
            </a:pPr>
            <a:r>
              <a:rPr lang="en-IN" sz="2300" b="1" dirty="0">
                <a:effectLst/>
                <a:latin typeface="Bookman Old Style" pitchFamily="18" charset="0"/>
                <a:cs typeface="Times New Roman" panose="02020603050405020304" pitchFamily="18" charset="0"/>
              </a:rPr>
              <a:t> A. 2 : 7 	</a:t>
            </a:r>
          </a:p>
          <a:p>
            <a:pPr marL="0" indent="0" algn="just">
              <a:lnSpc>
                <a:spcPct val="150000"/>
              </a:lnSpc>
              <a:buNone/>
            </a:pPr>
            <a:r>
              <a:rPr lang="en-IN" sz="2300" b="1" dirty="0">
                <a:effectLst/>
                <a:latin typeface="Bookman Old Style" pitchFamily="18" charset="0"/>
                <a:cs typeface="Times New Roman" panose="02020603050405020304" pitchFamily="18" charset="0"/>
              </a:rPr>
              <a:t>B. 3 : 5	</a:t>
            </a:r>
          </a:p>
          <a:p>
            <a:pPr marL="0" indent="0" algn="just">
              <a:lnSpc>
                <a:spcPct val="150000"/>
              </a:lnSpc>
              <a:buNone/>
            </a:pPr>
            <a:r>
              <a:rPr lang="en-IN" sz="2300" b="1" dirty="0">
                <a:effectLst/>
                <a:latin typeface="Bookman Old Style" pitchFamily="18" charset="0"/>
                <a:cs typeface="Times New Roman" panose="02020603050405020304" pitchFamily="18" charset="0"/>
              </a:rPr>
              <a:t>C. 8 : 9 </a:t>
            </a:r>
          </a:p>
          <a:p>
            <a:pPr marL="0" indent="0" algn="just">
              <a:lnSpc>
                <a:spcPct val="150000"/>
              </a:lnSpc>
              <a:buNone/>
            </a:pPr>
            <a:r>
              <a:rPr lang="en-IN" sz="2300" b="1" dirty="0">
                <a:effectLst/>
                <a:latin typeface="Bookman Old Style" pitchFamily="18" charset="0"/>
                <a:cs typeface="Times New Roman" panose="02020603050405020304" pitchFamily="18" charset="0"/>
              </a:rPr>
              <a:t>D. 5 : 3</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5" name="Picture 4" descr="A yellow and blue sign with words">
            <a:extLst>
              <a:ext uri="{FF2B5EF4-FFF2-40B4-BE49-F238E27FC236}">
                <a16:creationId xmlns:a16="http://schemas.microsoft.com/office/drawing/2014/main" id="{CA0C58DD-3AA8-D8AA-56EA-1B7606F0D6D7}"/>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366335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CFB70-7911-96FD-0F08-63369D1CCD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14510F-2414-9A68-2765-D4A6DB3CF72C}"/>
              </a:ext>
            </a:extLst>
          </p:cNvPr>
          <p:cNvSpPr>
            <a:spLocks noGrp="1"/>
          </p:cNvSpPr>
          <p:nvPr>
            <p:ph idx="1"/>
          </p:nvPr>
        </p:nvSpPr>
        <p:spPr>
          <a:xfrm>
            <a:off x="385417" y="231750"/>
            <a:ext cx="9581544" cy="598617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15. </a:t>
            </a:r>
            <a:r>
              <a:rPr lang="en-US" sz="2400" b="1" dirty="0">
                <a:latin typeface="Bookman Old Style" pitchFamily="18" charset="0"/>
                <a:cs typeface="Times New Roman" panose="02020603050405020304" pitchFamily="18" charset="0"/>
              </a:rPr>
              <a:t>Rs. 5625 are divided among A, B and C so that A receives 1/2 as much as B and C together receive and B receives 1/4 of what A and C together receive. The Share of A is more than B by?</a:t>
            </a:r>
          </a:p>
          <a:p>
            <a:pPr marL="0" indent="0" algn="just">
              <a:lnSpc>
                <a:spcPct val="150000"/>
              </a:lnSpc>
              <a:buNone/>
            </a:pPr>
            <a:r>
              <a:rPr lang="en-US" sz="2400" b="1" dirty="0">
                <a:latin typeface="Bookman Old Style" pitchFamily="18" charset="0"/>
                <a:cs typeface="Times New Roman" panose="02020603050405020304" pitchFamily="18" charset="0"/>
              </a:rPr>
              <a:t>a) Rs. 750</a:t>
            </a:r>
          </a:p>
          <a:p>
            <a:pPr marL="0" indent="0" algn="just">
              <a:lnSpc>
                <a:spcPct val="150000"/>
              </a:lnSpc>
              <a:buNone/>
            </a:pPr>
            <a:r>
              <a:rPr lang="en-US" sz="2400" b="1" dirty="0">
                <a:latin typeface="Bookman Old Style" pitchFamily="18" charset="0"/>
                <a:cs typeface="Times New Roman" panose="02020603050405020304" pitchFamily="18" charset="0"/>
              </a:rPr>
              <a:t>b) Rs. 775</a:t>
            </a:r>
          </a:p>
          <a:p>
            <a:pPr marL="0" indent="0" algn="just">
              <a:lnSpc>
                <a:spcPct val="150000"/>
              </a:lnSpc>
              <a:buNone/>
            </a:pPr>
            <a:r>
              <a:rPr lang="en-US" sz="2400" b="1" dirty="0">
                <a:latin typeface="Bookman Old Style" pitchFamily="18" charset="0"/>
                <a:cs typeface="Times New Roman" panose="02020603050405020304" pitchFamily="18" charset="0"/>
              </a:rPr>
              <a:t>c) Rs. 1500</a:t>
            </a:r>
          </a:p>
          <a:p>
            <a:pPr marL="0" indent="0" algn="just">
              <a:lnSpc>
                <a:spcPct val="150000"/>
              </a:lnSpc>
              <a:buNone/>
            </a:pPr>
            <a:r>
              <a:rPr lang="en-US" sz="2400" b="1" dirty="0">
                <a:latin typeface="Bookman Old Style" pitchFamily="18" charset="0"/>
                <a:cs typeface="Times New Roman" panose="02020603050405020304" pitchFamily="18" charset="0"/>
              </a:rPr>
              <a:t>d) Rs. 1600</a:t>
            </a:r>
            <a:endParaRPr lang="en-IN" sz="2400" b="1" dirty="0">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5" name="Picture 4" descr="A yellow and blue sign with words">
            <a:extLst>
              <a:ext uri="{FF2B5EF4-FFF2-40B4-BE49-F238E27FC236}">
                <a16:creationId xmlns:a16="http://schemas.microsoft.com/office/drawing/2014/main" id="{6534CFC8-CF08-3D11-837D-CF4E906E61F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495928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948C2-C0D7-99FE-3879-7D8C9EF09D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D27545-6911-A948-50C9-5AA6ABB998B8}"/>
              </a:ext>
            </a:extLst>
          </p:cNvPr>
          <p:cNvSpPr>
            <a:spLocks noGrp="1"/>
          </p:cNvSpPr>
          <p:nvPr>
            <p:ph idx="1"/>
          </p:nvPr>
        </p:nvSpPr>
        <p:spPr>
          <a:xfrm>
            <a:off x="385417" y="231750"/>
            <a:ext cx="9581544" cy="598617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16. </a:t>
            </a:r>
            <a:r>
              <a:rPr lang="en-US" sz="2400" b="1" dirty="0">
                <a:latin typeface="Bookman Old Style" pitchFamily="18" charset="0"/>
                <a:cs typeface="Times New Roman" panose="02020603050405020304" pitchFamily="18" charset="0"/>
              </a:rPr>
              <a:t>If the salaries of A, B, C, D are in the ratio 1/4 : 1/8 : 1/12 : 1/16. If their total salary is 50000, Find the difference of the salaries between B and C?</a:t>
            </a: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5" name="Picture 4" descr="A yellow and blue sign with words">
            <a:extLst>
              <a:ext uri="{FF2B5EF4-FFF2-40B4-BE49-F238E27FC236}">
                <a16:creationId xmlns:a16="http://schemas.microsoft.com/office/drawing/2014/main" id="{9CC58AF4-47D3-9F58-83D8-6D7ACBB4CCF4}"/>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250385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7A15F-8E83-7DD5-EAF3-F542E12033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E1288C-70A5-67B8-7113-172DED16B63D}"/>
              </a:ext>
            </a:extLst>
          </p:cNvPr>
          <p:cNvSpPr>
            <a:spLocks noGrp="1"/>
          </p:cNvSpPr>
          <p:nvPr>
            <p:ph idx="1"/>
          </p:nvPr>
        </p:nvSpPr>
        <p:spPr>
          <a:xfrm>
            <a:off x="333953" y="445110"/>
            <a:ext cx="9754927" cy="5319586"/>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17. Rs.1024 were divided among P, Q and R such that if P had received Rs.16 more, Q had received Rs.18 more and R had received Rs.22 more, their shares would be in the ratio of 3:4:5. What is the share of R(initially) ?</a:t>
            </a:r>
          </a:p>
          <a:p>
            <a:pPr marL="0" indent="0" algn="just">
              <a:lnSpc>
                <a:spcPct val="150000"/>
              </a:lnSpc>
              <a:buNone/>
            </a:pPr>
            <a:r>
              <a:rPr lang="en-IN" sz="2300" b="1" dirty="0">
                <a:effectLst/>
                <a:latin typeface="Bookman Old Style" pitchFamily="18" charset="0"/>
                <a:cs typeface="Times New Roman" panose="02020603050405020304" pitchFamily="18" charset="0"/>
              </a:rPr>
              <a:t> a. 450         </a:t>
            </a:r>
          </a:p>
          <a:p>
            <a:pPr marL="0" indent="0" algn="just">
              <a:lnSpc>
                <a:spcPct val="150000"/>
              </a:lnSpc>
              <a:buNone/>
            </a:pPr>
            <a:r>
              <a:rPr lang="en-IN" sz="2300" b="1" dirty="0">
                <a:effectLst/>
                <a:latin typeface="Bookman Old Style" pitchFamily="18" charset="0"/>
                <a:cs typeface="Times New Roman" panose="02020603050405020304" pitchFamily="18" charset="0"/>
              </a:rPr>
              <a:t>  b. 438       </a:t>
            </a:r>
          </a:p>
          <a:p>
            <a:pPr marL="0" indent="0" algn="just">
              <a:lnSpc>
                <a:spcPct val="150000"/>
              </a:lnSpc>
              <a:buNone/>
            </a:pPr>
            <a:r>
              <a:rPr lang="en-IN" sz="2300" b="1" dirty="0">
                <a:effectLst/>
                <a:latin typeface="Bookman Old Style" pitchFamily="18" charset="0"/>
                <a:cs typeface="Times New Roman" panose="02020603050405020304" pitchFamily="18" charset="0"/>
              </a:rPr>
              <a:t> c. 428       </a:t>
            </a:r>
          </a:p>
          <a:p>
            <a:pPr marL="0" indent="0" algn="just">
              <a:lnSpc>
                <a:spcPct val="150000"/>
              </a:lnSpc>
              <a:buNone/>
            </a:pPr>
            <a:r>
              <a:rPr lang="en-IN" sz="2300" b="1" dirty="0">
                <a:effectLst/>
                <a:latin typeface="Bookman Old Style" pitchFamily="18" charset="0"/>
                <a:cs typeface="Times New Roman" panose="02020603050405020304" pitchFamily="18" charset="0"/>
              </a:rPr>
              <a:t>  d. 408</a:t>
            </a:r>
          </a:p>
        </p:txBody>
      </p:sp>
      <p:pic>
        <p:nvPicPr>
          <p:cNvPr id="2" name="Picture 1" descr="A yellow and blue sign with words">
            <a:extLst>
              <a:ext uri="{FF2B5EF4-FFF2-40B4-BE49-F238E27FC236}">
                <a16:creationId xmlns:a16="http://schemas.microsoft.com/office/drawing/2014/main" id="{8DD2E8A4-720B-391E-DD87-DC4217B28619}"/>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78702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32EDFA-9473-79EE-0F35-48D6FE17308F}"/>
              </a:ext>
            </a:extLst>
          </p:cNvPr>
          <p:cNvSpPr>
            <a:spLocks noGrp="1"/>
          </p:cNvSpPr>
          <p:nvPr>
            <p:ph idx="1"/>
          </p:nvPr>
        </p:nvSpPr>
        <p:spPr>
          <a:xfrm>
            <a:off x="365760" y="231806"/>
            <a:ext cx="9702800" cy="5437474"/>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18. The ratio of two numbers A and B is 5:8. If 5 is added to each of A and B then ratio of A and B becomes 2:3. The sum of A and B is :</a:t>
            </a:r>
          </a:p>
          <a:p>
            <a:pPr marL="0" indent="0" algn="just">
              <a:lnSpc>
                <a:spcPct val="150000"/>
              </a:lnSpc>
              <a:buNone/>
            </a:pPr>
            <a:r>
              <a:rPr lang="en-IN" sz="2300" b="1" dirty="0">
                <a:effectLst/>
                <a:latin typeface="Bookman Old Style" pitchFamily="18" charset="0"/>
                <a:cs typeface="Times New Roman" panose="02020603050405020304" pitchFamily="18" charset="0"/>
              </a:rPr>
              <a:t> a. 42           b. 78           c. 65            d. 91</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64583954-618C-4E4F-27AC-85126D1E40E3}"/>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726046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4FE87-7FCE-F677-543E-0B53F5B7A49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E998F4-8D2F-C4A7-79BA-506E988842E9}"/>
              </a:ext>
            </a:extLst>
          </p:cNvPr>
          <p:cNvSpPr>
            <a:spLocks noGrp="1"/>
          </p:cNvSpPr>
          <p:nvPr>
            <p:ph idx="1"/>
          </p:nvPr>
        </p:nvSpPr>
        <p:spPr>
          <a:xfrm>
            <a:off x="365760" y="231806"/>
            <a:ext cx="9702800" cy="5437474"/>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19. </a:t>
            </a:r>
            <a:r>
              <a:rPr lang="en-US" sz="2400" b="1" dirty="0">
                <a:latin typeface="Bookman Old Style" pitchFamily="18" charset="0"/>
                <a:cs typeface="Times New Roman" panose="02020603050405020304" pitchFamily="18" charset="0"/>
              </a:rPr>
              <a:t>Two numbers are in the ratio of 3:5. If 3 is added to the first number and 9 is added to the 2nd number, their ratio becomes 4:7. The sum of the original numbers is.</a:t>
            </a:r>
          </a:p>
          <a:p>
            <a:pPr marL="0" indent="0" algn="just">
              <a:lnSpc>
                <a:spcPct val="150000"/>
              </a:lnSpc>
              <a:buNone/>
            </a:pPr>
            <a:r>
              <a:rPr lang="en-US" sz="2400" b="1" dirty="0">
                <a:latin typeface="Bookman Old Style" pitchFamily="18" charset="0"/>
                <a:cs typeface="Times New Roman" panose="02020603050405020304" pitchFamily="18" charset="0"/>
              </a:rPr>
              <a:t>A. 120</a:t>
            </a:r>
          </a:p>
          <a:p>
            <a:pPr marL="0" indent="0" algn="just">
              <a:lnSpc>
                <a:spcPct val="150000"/>
              </a:lnSpc>
              <a:buNone/>
            </a:pPr>
            <a:r>
              <a:rPr lang="en-US" sz="2400" b="1" dirty="0">
                <a:latin typeface="Bookman Old Style" pitchFamily="18" charset="0"/>
                <a:cs typeface="Times New Roman" panose="02020603050405020304" pitchFamily="18" charset="0"/>
              </a:rPr>
              <a:t>B. 150</a:t>
            </a:r>
          </a:p>
          <a:p>
            <a:pPr marL="0" indent="0" algn="just">
              <a:lnSpc>
                <a:spcPct val="150000"/>
              </a:lnSpc>
              <a:buNone/>
            </a:pPr>
            <a:r>
              <a:rPr lang="en-US" sz="2400" b="1" dirty="0">
                <a:latin typeface="Bookman Old Style" pitchFamily="18" charset="0"/>
                <a:cs typeface="Times New Roman" panose="02020603050405020304" pitchFamily="18" charset="0"/>
              </a:rPr>
              <a:t>C. 105 </a:t>
            </a:r>
          </a:p>
          <a:p>
            <a:pPr marL="0" indent="0" algn="just">
              <a:lnSpc>
                <a:spcPct val="150000"/>
              </a:lnSpc>
              <a:buNone/>
            </a:pPr>
            <a:r>
              <a:rPr lang="en-US" sz="2400" b="1" dirty="0">
                <a:latin typeface="Bookman Old Style" pitchFamily="18" charset="0"/>
                <a:cs typeface="Times New Roman" panose="02020603050405020304" pitchFamily="18" charset="0"/>
              </a:rPr>
              <a:t>D. 135</a:t>
            </a: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027A7F6-FCEA-DBBE-E31E-037D08F0717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587879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B10A7-8408-B4FA-E5AB-18E8FC53559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26606-AA67-363B-5972-36778C5D29EA}"/>
              </a:ext>
            </a:extLst>
          </p:cNvPr>
          <p:cNvSpPr>
            <a:spLocks noGrp="1"/>
          </p:cNvSpPr>
          <p:nvPr>
            <p:ph idx="1"/>
          </p:nvPr>
        </p:nvSpPr>
        <p:spPr>
          <a:xfrm>
            <a:off x="365760" y="231806"/>
            <a:ext cx="9723120" cy="5437474"/>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20. The ratio of the incomes of A and B is 3:5 , where as the ratio of their expenditure is 4:7 respectively . If A and B save Rs.16000 and Rs.26000 respectively. Then what is the income of A</a:t>
            </a:r>
          </a:p>
          <a:p>
            <a:pPr marL="0" indent="0" algn="just">
              <a:lnSpc>
                <a:spcPct val="150000"/>
              </a:lnSpc>
              <a:buNone/>
            </a:pPr>
            <a:r>
              <a:rPr lang="en-IN" sz="2300" b="1" dirty="0">
                <a:effectLst/>
                <a:latin typeface="Bookman Old Style" pitchFamily="18" charset="0"/>
                <a:cs typeface="Times New Roman" panose="02020603050405020304" pitchFamily="18" charset="0"/>
              </a:rPr>
              <a:t> a.24000       </a:t>
            </a:r>
          </a:p>
          <a:p>
            <a:pPr marL="0" indent="0" algn="just">
              <a:lnSpc>
                <a:spcPct val="150000"/>
              </a:lnSpc>
              <a:buNone/>
            </a:pPr>
            <a:r>
              <a:rPr lang="en-IN" sz="2300" b="1" dirty="0">
                <a:effectLst/>
                <a:latin typeface="Bookman Old Style" pitchFamily="18" charset="0"/>
                <a:cs typeface="Times New Roman" panose="02020603050405020304" pitchFamily="18" charset="0"/>
              </a:rPr>
              <a:t> b. 40000   </a:t>
            </a:r>
          </a:p>
          <a:p>
            <a:pPr marL="0" indent="0" algn="just">
              <a:lnSpc>
                <a:spcPct val="150000"/>
              </a:lnSpc>
              <a:buNone/>
            </a:pPr>
            <a:r>
              <a:rPr lang="en-IN" sz="2300" b="1" dirty="0">
                <a:effectLst/>
                <a:latin typeface="Bookman Old Style" pitchFamily="18" charset="0"/>
                <a:cs typeface="Times New Roman" panose="02020603050405020304" pitchFamily="18" charset="0"/>
              </a:rPr>
              <a:t> c. 64000  </a:t>
            </a:r>
          </a:p>
          <a:p>
            <a:pPr marL="0" indent="0" algn="just">
              <a:lnSpc>
                <a:spcPct val="150000"/>
              </a:lnSpc>
              <a:buNone/>
            </a:pPr>
            <a:r>
              <a:rPr lang="en-IN" sz="2300" b="1" dirty="0">
                <a:effectLst/>
                <a:latin typeface="Bookman Old Style" pitchFamily="18" charset="0"/>
                <a:cs typeface="Times New Roman" panose="02020603050405020304" pitchFamily="18" charset="0"/>
              </a:rPr>
              <a:t> d. none</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445FB7B-B89B-E239-D0D9-DC7954803057}"/>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608166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916E7-AA4D-C16B-AB0D-7548696007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F7553C-3746-AB38-A919-167A8487E4ED}"/>
              </a:ext>
            </a:extLst>
          </p:cNvPr>
          <p:cNvSpPr>
            <a:spLocks noGrp="1"/>
          </p:cNvSpPr>
          <p:nvPr>
            <p:ph idx="1"/>
          </p:nvPr>
        </p:nvSpPr>
        <p:spPr>
          <a:xfrm>
            <a:off x="365760" y="231806"/>
            <a:ext cx="9723120" cy="5437474"/>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21. </a:t>
            </a:r>
            <a:r>
              <a:rPr lang="en-US" sz="2400" b="1" dirty="0">
                <a:latin typeface="Bookman Old Style" pitchFamily="18" charset="0"/>
                <a:cs typeface="Times New Roman" panose="02020603050405020304" pitchFamily="18" charset="0"/>
              </a:rPr>
              <a:t>A and B earn in the ratio 2 : 1. They spend in the ratio 5 : 3 and save in the ratio of 4 : 1. Find the monthly income of each if the total monthly savings of both A and B together is Rs. 5000 ?</a:t>
            </a:r>
          </a:p>
          <a:p>
            <a:pPr marL="0" indent="0" algn="just">
              <a:lnSpc>
                <a:spcPct val="150000"/>
              </a:lnSpc>
              <a:buNone/>
            </a:pPr>
            <a:r>
              <a:rPr lang="en-US" sz="2400" b="1" dirty="0">
                <a:latin typeface="Bookman Old Style" pitchFamily="18" charset="0"/>
                <a:cs typeface="Times New Roman" panose="02020603050405020304" pitchFamily="18" charset="0"/>
              </a:rPr>
              <a:t>A. 14000, 7000</a:t>
            </a:r>
          </a:p>
          <a:p>
            <a:pPr marL="0" indent="0" algn="just">
              <a:lnSpc>
                <a:spcPct val="150000"/>
              </a:lnSpc>
              <a:buNone/>
            </a:pPr>
            <a:r>
              <a:rPr lang="en-US" sz="2400" b="1" dirty="0">
                <a:latin typeface="Bookman Old Style" pitchFamily="18" charset="0"/>
                <a:cs typeface="Times New Roman" panose="02020603050405020304" pitchFamily="18" charset="0"/>
              </a:rPr>
              <a:t>B. 10000, 11000</a:t>
            </a:r>
          </a:p>
          <a:p>
            <a:pPr marL="0" indent="0" algn="just">
              <a:lnSpc>
                <a:spcPct val="150000"/>
              </a:lnSpc>
              <a:buNone/>
            </a:pPr>
            <a:r>
              <a:rPr lang="en-US" sz="2400" b="1" dirty="0">
                <a:latin typeface="Bookman Old Style" pitchFamily="18" charset="0"/>
                <a:cs typeface="Times New Roman" panose="02020603050405020304" pitchFamily="18" charset="0"/>
              </a:rPr>
              <a:t>C. 16000, 5000</a:t>
            </a:r>
          </a:p>
          <a:p>
            <a:pPr marL="0" indent="0" algn="just">
              <a:lnSpc>
                <a:spcPct val="150000"/>
              </a:lnSpc>
              <a:buNone/>
            </a:pPr>
            <a:r>
              <a:rPr lang="en-US" sz="2400" b="1" dirty="0">
                <a:latin typeface="Bookman Old Style" pitchFamily="18" charset="0"/>
                <a:cs typeface="Times New Roman" panose="02020603050405020304" pitchFamily="18" charset="0"/>
              </a:rPr>
              <a:t>D. None</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A37ED9F-7F3E-59D5-1954-28F19A5CD01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626777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C208E4-8FE0-3F9B-F449-7A80C294134C}"/>
              </a:ext>
            </a:extLst>
          </p:cNvPr>
          <p:cNvSpPr>
            <a:spLocks noGrp="1"/>
          </p:cNvSpPr>
          <p:nvPr>
            <p:ph idx="1"/>
          </p:nvPr>
        </p:nvSpPr>
        <p:spPr>
          <a:xfrm>
            <a:off x="349857" y="386045"/>
            <a:ext cx="9789823" cy="5267331"/>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22. The ratio of monthly incomes of A and B is 4:5 and that of their monthly expenditures is 3:8. If income of A is equal to expenditure of B then What is the ratio of savings of A and B</a:t>
            </a:r>
          </a:p>
          <a:p>
            <a:pPr marL="0" indent="0" algn="just">
              <a:lnSpc>
                <a:spcPct val="150000"/>
              </a:lnSpc>
              <a:buNone/>
            </a:pPr>
            <a:r>
              <a:rPr lang="en-IN" sz="2300" b="1" dirty="0">
                <a:effectLst/>
                <a:latin typeface="Bookman Old Style" pitchFamily="18" charset="0"/>
                <a:cs typeface="Times New Roman" panose="02020603050405020304" pitchFamily="18" charset="0"/>
              </a:rPr>
              <a:t> a. 4:3        </a:t>
            </a:r>
          </a:p>
          <a:p>
            <a:pPr marL="0" indent="0" algn="just">
              <a:lnSpc>
                <a:spcPct val="150000"/>
              </a:lnSpc>
              <a:buNone/>
            </a:pPr>
            <a:r>
              <a:rPr lang="en-IN" sz="2300" b="1" dirty="0">
                <a:effectLst/>
                <a:latin typeface="Bookman Old Style" pitchFamily="18" charset="0"/>
                <a:cs typeface="Times New Roman" panose="02020603050405020304" pitchFamily="18" charset="0"/>
              </a:rPr>
              <a:t> b. 5:3    </a:t>
            </a:r>
          </a:p>
          <a:p>
            <a:pPr marL="0" indent="0" algn="just">
              <a:lnSpc>
                <a:spcPct val="150000"/>
              </a:lnSpc>
              <a:buNone/>
            </a:pPr>
            <a:r>
              <a:rPr lang="en-IN" sz="2300" b="1" dirty="0">
                <a:effectLst/>
                <a:latin typeface="Bookman Old Style" pitchFamily="18" charset="0"/>
                <a:cs typeface="Times New Roman" panose="02020603050405020304" pitchFamily="18" charset="0"/>
              </a:rPr>
              <a:t> c. 5:2     </a:t>
            </a:r>
          </a:p>
          <a:p>
            <a:pPr marL="0" indent="0" algn="just">
              <a:lnSpc>
                <a:spcPct val="150000"/>
              </a:lnSpc>
              <a:buNone/>
            </a:pPr>
            <a:r>
              <a:rPr lang="en-IN" sz="2300" b="1" dirty="0">
                <a:effectLst/>
                <a:latin typeface="Bookman Old Style" pitchFamily="18" charset="0"/>
                <a:cs typeface="Times New Roman" panose="02020603050405020304" pitchFamily="18" charset="0"/>
              </a:rPr>
              <a:t> d. 4:1</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6E6DE6AF-E100-07BF-D3AF-5700CCB22BE2}"/>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208186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E0DC40-B0EA-D63B-E4B6-70164DE9D2E3}"/>
              </a:ext>
            </a:extLst>
          </p:cNvPr>
          <p:cNvSpPr>
            <a:spLocks noGrp="1"/>
          </p:cNvSpPr>
          <p:nvPr>
            <p:ph idx="1"/>
          </p:nvPr>
        </p:nvSpPr>
        <p:spPr>
          <a:xfrm>
            <a:off x="341906" y="456875"/>
            <a:ext cx="9929854" cy="535552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23. In a mixture of 36 litres, the ratio of milk and water is 3:1. Another 6 litres of water is added to the mixture. Find the ratio of milk and water in the resulting mixture.</a:t>
            </a:r>
          </a:p>
          <a:p>
            <a:pPr marL="0" indent="0" algn="just">
              <a:lnSpc>
                <a:spcPct val="150000"/>
              </a:lnSpc>
              <a:buNone/>
            </a:pPr>
            <a:r>
              <a:rPr lang="en-IN" sz="2300" b="1" dirty="0">
                <a:effectLst/>
                <a:latin typeface="Bookman Old Style" pitchFamily="18" charset="0"/>
                <a:cs typeface="Times New Roman" panose="02020603050405020304" pitchFamily="18" charset="0"/>
              </a:rPr>
              <a:t> a. 8:9        </a:t>
            </a:r>
          </a:p>
          <a:p>
            <a:pPr marL="0" indent="0" algn="just">
              <a:lnSpc>
                <a:spcPct val="150000"/>
              </a:lnSpc>
              <a:buNone/>
            </a:pPr>
            <a:r>
              <a:rPr lang="en-IN" sz="2300" b="1" dirty="0">
                <a:effectLst/>
                <a:latin typeface="Bookman Old Style" pitchFamily="18" charset="0"/>
                <a:cs typeface="Times New Roman" panose="02020603050405020304" pitchFamily="18" charset="0"/>
              </a:rPr>
              <a:t>  b. 4:3        </a:t>
            </a:r>
          </a:p>
          <a:p>
            <a:pPr marL="0" indent="0" algn="just">
              <a:lnSpc>
                <a:spcPct val="150000"/>
              </a:lnSpc>
              <a:buNone/>
            </a:pPr>
            <a:r>
              <a:rPr lang="en-IN" sz="2300" b="1" dirty="0">
                <a:effectLst/>
                <a:latin typeface="Bookman Old Style" pitchFamily="18" charset="0"/>
                <a:cs typeface="Times New Roman" panose="02020603050405020304" pitchFamily="18" charset="0"/>
              </a:rPr>
              <a:t>  c. 9:5        </a:t>
            </a:r>
          </a:p>
          <a:p>
            <a:pPr marL="0" indent="0" algn="just">
              <a:lnSpc>
                <a:spcPct val="150000"/>
              </a:lnSpc>
              <a:buNone/>
            </a:pPr>
            <a:r>
              <a:rPr lang="en-IN" sz="2300" b="1" dirty="0">
                <a:effectLst/>
                <a:latin typeface="Bookman Old Style" pitchFamily="18" charset="0"/>
                <a:cs typeface="Times New Roman" panose="02020603050405020304" pitchFamily="18" charset="0"/>
              </a:rPr>
              <a:t> d. 7:4</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B320C8A-1A88-181B-FD8F-C1DBD04E956E}"/>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105230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1F326-F8F6-71DA-3C4E-754197AF90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E5DDD-6183-6EC4-3697-C079C8429154}"/>
              </a:ext>
            </a:extLst>
          </p:cNvPr>
          <p:cNvSpPr>
            <a:spLocks noGrp="1"/>
          </p:cNvSpPr>
          <p:nvPr>
            <p:ph idx="1"/>
          </p:nvPr>
        </p:nvSpPr>
        <p:spPr>
          <a:xfrm>
            <a:off x="341906" y="456875"/>
            <a:ext cx="9929854" cy="535552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24. In a mixture of 45 litres the ratio of milk and water is 3:2. If we want to convert the ratio to 2:3, how much water should be added?</a:t>
            </a:r>
          </a:p>
          <a:p>
            <a:pPr marL="0" indent="0" algn="just">
              <a:lnSpc>
                <a:spcPct val="150000"/>
              </a:lnSpc>
              <a:buNone/>
            </a:pPr>
            <a:r>
              <a:rPr lang="en-IN" sz="2300" b="1" dirty="0">
                <a:effectLst/>
                <a:latin typeface="Bookman Old Style" pitchFamily="18" charset="0"/>
                <a:cs typeface="Times New Roman" panose="02020603050405020304" pitchFamily="18" charset="0"/>
              </a:rPr>
              <a:t>  a. 13.5   </a:t>
            </a:r>
          </a:p>
          <a:p>
            <a:pPr marL="0" indent="0" algn="just">
              <a:lnSpc>
                <a:spcPct val="150000"/>
              </a:lnSpc>
              <a:buNone/>
            </a:pPr>
            <a:r>
              <a:rPr lang="en-IN" sz="2300" b="1" dirty="0">
                <a:effectLst/>
                <a:latin typeface="Bookman Old Style" pitchFamily="18" charset="0"/>
                <a:cs typeface="Times New Roman" panose="02020603050405020304" pitchFamily="18" charset="0"/>
              </a:rPr>
              <a:t>   b. 14   </a:t>
            </a:r>
          </a:p>
          <a:p>
            <a:pPr marL="0" indent="0" algn="just">
              <a:lnSpc>
                <a:spcPct val="150000"/>
              </a:lnSpc>
              <a:buNone/>
            </a:pPr>
            <a:r>
              <a:rPr lang="en-IN" sz="2300" b="1" dirty="0">
                <a:effectLst/>
                <a:latin typeface="Bookman Old Style" pitchFamily="18" charset="0"/>
                <a:cs typeface="Times New Roman" panose="02020603050405020304" pitchFamily="18" charset="0"/>
              </a:rPr>
              <a:t>   c. 15.5   </a:t>
            </a:r>
          </a:p>
          <a:p>
            <a:pPr marL="0" indent="0" algn="just">
              <a:lnSpc>
                <a:spcPct val="150000"/>
              </a:lnSpc>
              <a:buNone/>
            </a:pPr>
            <a:r>
              <a:rPr lang="en-IN" sz="2300" b="1" dirty="0">
                <a:effectLst/>
                <a:latin typeface="Bookman Old Style" pitchFamily="18" charset="0"/>
                <a:cs typeface="Times New Roman" panose="02020603050405020304" pitchFamily="18" charset="0"/>
              </a:rPr>
              <a:t>   d. 22.5</a:t>
            </a:r>
          </a:p>
        </p:txBody>
      </p:sp>
      <p:pic>
        <p:nvPicPr>
          <p:cNvPr id="2" name="Picture 1" descr="A yellow and blue sign with words">
            <a:extLst>
              <a:ext uri="{FF2B5EF4-FFF2-40B4-BE49-F238E27FC236}">
                <a16:creationId xmlns:a16="http://schemas.microsoft.com/office/drawing/2014/main" id="{0E2F1F69-024C-B8D0-080C-519472968B28}"/>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570547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7DD3FD-F0EB-8CF6-8476-A685D9C43EF1}"/>
              </a:ext>
            </a:extLst>
          </p:cNvPr>
          <p:cNvSpPr>
            <a:spLocks noGrp="1"/>
          </p:cNvSpPr>
          <p:nvPr>
            <p:ph idx="1"/>
          </p:nvPr>
        </p:nvSpPr>
        <p:spPr>
          <a:xfrm>
            <a:off x="373711" y="314807"/>
            <a:ext cx="9511969" cy="5529402"/>
          </a:xfrm>
        </p:spPr>
        <p:txBody>
          <a:bodyPr>
            <a:normAutofit/>
          </a:bodyPr>
          <a:lstStyle/>
          <a:p>
            <a:pPr marL="0" indent="0" algn="just">
              <a:lnSpc>
                <a:spcPct val="160000"/>
              </a:lnSpc>
              <a:buNone/>
            </a:pPr>
            <a:r>
              <a:rPr lang="en-IN" sz="2300" b="1" dirty="0">
                <a:effectLst/>
                <a:latin typeface="Bookman Old Style" pitchFamily="18" charset="0"/>
                <a:cs typeface="Times New Roman" panose="02020603050405020304" pitchFamily="18" charset="0"/>
              </a:rPr>
              <a:t>25. In an office , they reduced the employees in the ratio of 25:18. They increased their wages in the ratio of 9:14. Then find the ratio of wages bill of previous salaries and present salaries of the employees ?</a:t>
            </a:r>
          </a:p>
          <a:p>
            <a:pPr marL="0" indent="0" algn="just">
              <a:lnSpc>
                <a:spcPct val="160000"/>
              </a:lnSpc>
              <a:buNone/>
            </a:pPr>
            <a:r>
              <a:rPr lang="en-IN" sz="2300" b="1" dirty="0">
                <a:effectLst/>
                <a:latin typeface="Bookman Old Style" pitchFamily="18" charset="0"/>
                <a:cs typeface="Times New Roman" panose="02020603050405020304" pitchFamily="18" charset="0"/>
              </a:rPr>
              <a:t> a. 25:8        </a:t>
            </a:r>
          </a:p>
          <a:p>
            <a:pPr marL="0" indent="0" algn="just">
              <a:lnSpc>
                <a:spcPct val="160000"/>
              </a:lnSpc>
              <a:buNone/>
            </a:pPr>
            <a:r>
              <a:rPr lang="en-IN" sz="2300" b="1" dirty="0">
                <a:effectLst/>
                <a:latin typeface="Bookman Old Style" pitchFamily="18" charset="0"/>
                <a:cs typeface="Times New Roman" panose="02020603050405020304" pitchFamily="18" charset="0"/>
              </a:rPr>
              <a:t>b. 25:28         </a:t>
            </a:r>
          </a:p>
          <a:p>
            <a:pPr marL="0" indent="0" algn="just">
              <a:lnSpc>
                <a:spcPct val="160000"/>
              </a:lnSpc>
              <a:buNone/>
            </a:pPr>
            <a:r>
              <a:rPr lang="en-IN" sz="2300" b="1" dirty="0">
                <a:effectLst/>
                <a:latin typeface="Bookman Old Style" pitchFamily="18" charset="0"/>
                <a:cs typeface="Times New Roman" panose="02020603050405020304" pitchFamily="18" charset="0"/>
              </a:rPr>
              <a:t>c. 14:18        </a:t>
            </a:r>
          </a:p>
          <a:p>
            <a:pPr marL="0" indent="0" algn="just">
              <a:lnSpc>
                <a:spcPct val="160000"/>
              </a:lnSpc>
              <a:buNone/>
            </a:pPr>
            <a:r>
              <a:rPr lang="en-IN" sz="2300" b="1" dirty="0">
                <a:effectLst/>
                <a:latin typeface="Bookman Old Style" pitchFamily="18" charset="0"/>
                <a:cs typeface="Times New Roman" panose="02020603050405020304" pitchFamily="18" charset="0"/>
              </a:rPr>
              <a:t> d. 25:18</a:t>
            </a:r>
          </a:p>
          <a:p>
            <a:pPr marL="0" indent="0" algn="just">
              <a:lnSpc>
                <a:spcPct val="160000"/>
              </a:lnSpc>
              <a:buNone/>
            </a:pPr>
            <a:endParaRPr lang="en-IN" sz="2300" b="1" dirty="0">
              <a:effectLst/>
              <a:latin typeface="Bookman Old Style" pitchFamily="18" charset="0"/>
              <a:cs typeface="Times New Roman" panose="02020603050405020304" pitchFamily="18" charset="0"/>
            </a:endParaRPr>
          </a:p>
          <a:p>
            <a:pPr marL="0" indent="0" algn="just">
              <a:lnSpc>
                <a:spcPct val="16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1EA19C59-D154-3AB5-C85D-BCBE6E277EE4}"/>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921741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EB0B71-DE53-634B-274E-6F27A9B49692}"/>
              </a:ext>
            </a:extLst>
          </p:cNvPr>
          <p:cNvSpPr>
            <a:spLocks noGrp="1"/>
          </p:cNvSpPr>
          <p:nvPr>
            <p:ph idx="1"/>
          </p:nvPr>
        </p:nvSpPr>
        <p:spPr>
          <a:xfrm>
            <a:off x="409051" y="271777"/>
            <a:ext cx="9415670" cy="6088383"/>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26. In an examination, the number of successful students was 3 times the number of unsuccessful students. If there were 15 less students and number of unsuccessful students were 9 more , then the ratio of their successful to unsuccessful students would have been 3:2. Find the total number of students?</a:t>
            </a:r>
          </a:p>
          <a:p>
            <a:pPr marL="0" indent="0" algn="just">
              <a:lnSpc>
                <a:spcPct val="150000"/>
              </a:lnSpc>
              <a:buNone/>
            </a:pPr>
            <a:r>
              <a:rPr lang="en-IN" sz="2300" b="1" dirty="0">
                <a:effectLst/>
                <a:latin typeface="Bookman Old Style" pitchFamily="18" charset="0"/>
                <a:cs typeface="Times New Roman" panose="02020603050405020304" pitchFamily="18" charset="0"/>
              </a:rPr>
              <a:t>  a. 150         </a:t>
            </a:r>
          </a:p>
          <a:p>
            <a:pPr marL="0" indent="0" algn="just">
              <a:lnSpc>
                <a:spcPct val="150000"/>
              </a:lnSpc>
              <a:buNone/>
            </a:pPr>
            <a:r>
              <a:rPr lang="en-IN" sz="2300" b="1" dirty="0">
                <a:effectLst/>
                <a:latin typeface="Bookman Old Style" pitchFamily="18" charset="0"/>
                <a:cs typeface="Times New Roman" panose="02020603050405020304" pitchFamily="18" charset="0"/>
              </a:rPr>
              <a:t>  b. 155        </a:t>
            </a:r>
          </a:p>
          <a:p>
            <a:pPr marL="0" indent="0" algn="just">
              <a:lnSpc>
                <a:spcPct val="150000"/>
              </a:lnSpc>
              <a:buNone/>
            </a:pPr>
            <a:r>
              <a:rPr lang="en-IN" sz="2300" b="1" dirty="0">
                <a:effectLst/>
                <a:latin typeface="Bookman Old Style" pitchFamily="18" charset="0"/>
                <a:cs typeface="Times New Roman" panose="02020603050405020304" pitchFamily="18" charset="0"/>
              </a:rPr>
              <a:t>  c. 160 </a:t>
            </a:r>
          </a:p>
          <a:p>
            <a:pPr marL="0" indent="0" algn="just">
              <a:lnSpc>
                <a:spcPct val="150000"/>
              </a:lnSpc>
              <a:buNone/>
            </a:pPr>
            <a:r>
              <a:rPr lang="en-IN" sz="2300" b="1" dirty="0">
                <a:effectLst/>
                <a:latin typeface="Bookman Old Style" pitchFamily="18" charset="0"/>
                <a:cs typeface="Times New Roman" panose="02020603050405020304" pitchFamily="18" charset="0"/>
              </a:rPr>
              <a:t>   d.100    </a:t>
            </a:r>
          </a:p>
        </p:txBody>
      </p:sp>
      <p:pic>
        <p:nvPicPr>
          <p:cNvPr id="2" name="Picture 1" descr="A yellow and blue sign with words">
            <a:extLst>
              <a:ext uri="{FF2B5EF4-FFF2-40B4-BE49-F238E27FC236}">
                <a16:creationId xmlns:a16="http://schemas.microsoft.com/office/drawing/2014/main" id="{8B8D7573-BCF9-2F2D-1446-4023DE7877D4}"/>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343770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798" y="361167"/>
            <a:ext cx="9458962" cy="6403228"/>
          </a:xfrm>
          <a:prstGeom prst="rect">
            <a:avLst/>
          </a:prstGeom>
        </p:spPr>
        <p:txBody>
          <a:bodyPr wrap="square">
            <a:spAutoFit/>
          </a:bodyPr>
          <a:lstStyle/>
          <a:p>
            <a:pPr algn="just">
              <a:lnSpc>
                <a:spcPct val="150000"/>
              </a:lnSpc>
            </a:pPr>
            <a:r>
              <a:rPr lang="en-IN" sz="2300" b="1" dirty="0">
                <a:latin typeface="Bookman Old Style" pitchFamily="18" charset="0"/>
                <a:cs typeface="Times New Roman" panose="02020603050405020304" pitchFamily="18" charset="0"/>
              </a:rPr>
              <a:t>27. Mukesh had a kiddy bank . In this kiddy bank , one rupee coins, two rupee coins and five rupee coins are in the ratio 15:23:16. The total value of the coins was Rs.1128. Find the number of 5 rupee coins.</a:t>
            </a:r>
          </a:p>
          <a:p>
            <a:pPr algn="just">
              <a:lnSpc>
                <a:spcPct val="150000"/>
              </a:lnSpc>
            </a:pPr>
            <a:r>
              <a:rPr lang="en-IN" sz="2300" b="1" dirty="0">
                <a:latin typeface="Bookman Old Style" pitchFamily="18" charset="0"/>
                <a:cs typeface="Times New Roman" panose="02020603050405020304" pitchFamily="18" charset="0"/>
              </a:rPr>
              <a:t>  a. 128       </a:t>
            </a:r>
          </a:p>
          <a:p>
            <a:pPr algn="just">
              <a:lnSpc>
                <a:spcPct val="150000"/>
              </a:lnSpc>
            </a:pPr>
            <a:r>
              <a:rPr lang="en-IN" sz="2300" b="1" dirty="0">
                <a:latin typeface="Bookman Old Style" pitchFamily="18" charset="0"/>
                <a:cs typeface="Times New Roman" panose="02020603050405020304" pitchFamily="18" charset="0"/>
              </a:rPr>
              <a:t>   b. 125       </a:t>
            </a:r>
          </a:p>
          <a:p>
            <a:pPr algn="just">
              <a:lnSpc>
                <a:spcPct val="150000"/>
              </a:lnSpc>
            </a:pPr>
            <a:r>
              <a:rPr lang="en-IN" sz="2300" b="1" dirty="0">
                <a:latin typeface="Bookman Old Style" pitchFamily="18" charset="0"/>
                <a:cs typeface="Times New Roman" panose="02020603050405020304" pitchFamily="18" charset="0"/>
              </a:rPr>
              <a:t>   c. 129   </a:t>
            </a:r>
          </a:p>
          <a:p>
            <a:pPr algn="just">
              <a:lnSpc>
                <a:spcPct val="150000"/>
              </a:lnSpc>
            </a:pPr>
            <a:r>
              <a:rPr lang="en-IN" sz="2300" b="1" dirty="0">
                <a:latin typeface="Bookman Old Style" pitchFamily="18" charset="0"/>
                <a:cs typeface="Times New Roman" panose="02020603050405020304" pitchFamily="18" charset="0"/>
              </a:rPr>
              <a:t>   d. 132</a:t>
            </a:r>
          </a:p>
          <a:p>
            <a:pPr algn="just">
              <a:lnSpc>
                <a:spcPct val="150000"/>
              </a:lnSpc>
            </a:pPr>
            <a:endParaRPr lang="en-IN" sz="2300" b="1" dirty="0">
              <a:latin typeface="Bookman Old Style" pitchFamily="18" charset="0"/>
              <a:cs typeface="Times New Roman" panose="02020603050405020304" pitchFamily="18" charset="0"/>
            </a:endParaRPr>
          </a:p>
          <a:p>
            <a:pPr algn="just">
              <a:lnSpc>
                <a:spcPct val="150000"/>
              </a:lnSpc>
            </a:pPr>
            <a:endParaRPr lang="en-IN" sz="2300" b="1" dirty="0">
              <a:latin typeface="Bookman Old Style" pitchFamily="18" charset="0"/>
              <a:cs typeface="Times New Roman" panose="02020603050405020304" pitchFamily="18" charset="0"/>
            </a:endParaRPr>
          </a:p>
          <a:p>
            <a:pPr algn="just">
              <a:lnSpc>
                <a:spcPct val="150000"/>
              </a:lnSpc>
            </a:pPr>
            <a:endParaRPr lang="en-IN" sz="2300" b="1" dirty="0">
              <a:latin typeface="Bookman Old Style" pitchFamily="18" charset="0"/>
              <a:cs typeface="Times New Roman" panose="02020603050405020304" pitchFamily="18" charset="0"/>
            </a:endParaRPr>
          </a:p>
          <a:p>
            <a:pPr algn="just">
              <a:lnSpc>
                <a:spcPct val="150000"/>
              </a:lnSpc>
            </a:pPr>
            <a:r>
              <a:rPr lang="en-IN" sz="2300" b="1" dirty="0">
                <a:latin typeface="Bookman Old Style" pitchFamily="18" charset="0"/>
                <a:cs typeface="Times New Roman" panose="02020603050405020304" pitchFamily="18" charset="0"/>
              </a:rPr>
              <a:t> </a:t>
            </a:r>
          </a:p>
        </p:txBody>
      </p:sp>
      <p:pic>
        <p:nvPicPr>
          <p:cNvPr id="3" name="Picture 2" descr="A yellow and blue sign with words">
            <a:extLst>
              <a:ext uri="{FF2B5EF4-FFF2-40B4-BE49-F238E27FC236}">
                <a16:creationId xmlns:a16="http://schemas.microsoft.com/office/drawing/2014/main" id="{EDAF5DCA-30BC-CB5A-8539-EF2F1F46B441}"/>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336815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7BBC4-2592-FB3C-F456-322704A0713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7EDE34-CA51-A179-BE9D-8207E9BDF75B}"/>
              </a:ext>
            </a:extLst>
          </p:cNvPr>
          <p:cNvSpPr/>
          <p:nvPr/>
        </p:nvSpPr>
        <p:spPr>
          <a:xfrm>
            <a:off x="304798" y="361167"/>
            <a:ext cx="9458962" cy="6054093"/>
          </a:xfrm>
          <a:prstGeom prst="rect">
            <a:avLst/>
          </a:prstGeom>
        </p:spPr>
        <p:txBody>
          <a:bodyPr wrap="square">
            <a:spAutoFit/>
          </a:bodyPr>
          <a:lstStyle/>
          <a:p>
            <a:pPr algn="just">
              <a:lnSpc>
                <a:spcPct val="150000"/>
              </a:lnSpc>
            </a:pPr>
            <a:r>
              <a:rPr lang="en-IN" sz="2300" b="1" dirty="0">
                <a:latin typeface="Bookman Old Style" pitchFamily="18" charset="0"/>
                <a:cs typeface="Times New Roman" panose="02020603050405020304" pitchFamily="18" charset="0"/>
              </a:rPr>
              <a:t>28. </a:t>
            </a:r>
            <a:r>
              <a:rPr lang="en-US" sz="2400" b="1" dirty="0">
                <a:latin typeface="Bookman Old Style" pitchFamily="18" charset="0"/>
                <a:cs typeface="Times New Roman" panose="02020603050405020304" pitchFamily="18" charset="0"/>
              </a:rPr>
              <a:t>The ratio of the number of coins of 25 paise, 50 paise, Rs. 2 and Rs. 5 is 5 : 4 : 3 : 1, respectively. If the total amount of the coins is Rs. 285, then the difference between the number of 25 paise and Rs. 5 coins is?</a:t>
            </a:r>
          </a:p>
          <a:p>
            <a:pPr algn="just">
              <a:lnSpc>
                <a:spcPct val="150000"/>
              </a:lnSpc>
            </a:pPr>
            <a:r>
              <a:rPr lang="en-US" sz="2400" b="1" dirty="0">
                <a:latin typeface="Bookman Old Style" pitchFamily="18" charset="0"/>
                <a:cs typeface="Times New Roman" panose="02020603050405020304" pitchFamily="18" charset="0"/>
              </a:rPr>
              <a:t>a. 60</a:t>
            </a:r>
          </a:p>
          <a:p>
            <a:pPr algn="just">
              <a:lnSpc>
                <a:spcPct val="150000"/>
              </a:lnSpc>
            </a:pPr>
            <a:r>
              <a:rPr lang="en-US" sz="2400" b="1" dirty="0">
                <a:latin typeface="Bookman Old Style" pitchFamily="18" charset="0"/>
                <a:cs typeface="Times New Roman" panose="02020603050405020304" pitchFamily="18" charset="0"/>
              </a:rPr>
              <a:t>b. 30</a:t>
            </a:r>
          </a:p>
          <a:p>
            <a:pPr algn="just">
              <a:lnSpc>
                <a:spcPct val="150000"/>
              </a:lnSpc>
            </a:pPr>
            <a:r>
              <a:rPr lang="en-US" sz="2400" b="1" dirty="0">
                <a:latin typeface="Bookman Old Style" pitchFamily="18" charset="0"/>
                <a:cs typeface="Times New Roman" panose="02020603050405020304" pitchFamily="18" charset="0"/>
              </a:rPr>
              <a:t>c. 80</a:t>
            </a:r>
          </a:p>
          <a:p>
            <a:pPr algn="just">
              <a:lnSpc>
                <a:spcPct val="150000"/>
              </a:lnSpc>
            </a:pPr>
            <a:r>
              <a:rPr lang="en-US" sz="2400" b="1" dirty="0">
                <a:latin typeface="Bookman Old Style" pitchFamily="18" charset="0"/>
                <a:cs typeface="Times New Roman" panose="02020603050405020304" pitchFamily="18" charset="0"/>
              </a:rPr>
              <a:t>d. 40</a:t>
            </a:r>
            <a:endParaRPr lang="en-IN" sz="2300" b="1" dirty="0">
              <a:latin typeface="Bookman Old Style" pitchFamily="18" charset="0"/>
              <a:cs typeface="Times New Roman" panose="02020603050405020304" pitchFamily="18" charset="0"/>
            </a:endParaRPr>
          </a:p>
          <a:p>
            <a:pPr algn="just">
              <a:lnSpc>
                <a:spcPct val="150000"/>
              </a:lnSpc>
            </a:pPr>
            <a:endParaRPr lang="en-IN" sz="2300" b="1" dirty="0">
              <a:latin typeface="Bookman Old Style" pitchFamily="18" charset="0"/>
              <a:cs typeface="Times New Roman" panose="02020603050405020304" pitchFamily="18" charset="0"/>
            </a:endParaRPr>
          </a:p>
          <a:p>
            <a:pPr algn="just">
              <a:lnSpc>
                <a:spcPct val="150000"/>
              </a:lnSpc>
            </a:pPr>
            <a:endParaRPr lang="en-IN" sz="2300" b="1" dirty="0">
              <a:latin typeface="Bookman Old Style" pitchFamily="18" charset="0"/>
              <a:cs typeface="Times New Roman" panose="02020603050405020304" pitchFamily="18" charset="0"/>
            </a:endParaRPr>
          </a:p>
          <a:p>
            <a:pPr algn="just">
              <a:lnSpc>
                <a:spcPct val="150000"/>
              </a:lnSpc>
            </a:pPr>
            <a:r>
              <a:rPr lang="en-IN" sz="2300" b="1" dirty="0">
                <a:latin typeface="Bookman Old Style" pitchFamily="18" charset="0"/>
                <a:cs typeface="Times New Roman" panose="02020603050405020304" pitchFamily="18" charset="0"/>
              </a:rPr>
              <a:t> </a:t>
            </a:r>
          </a:p>
        </p:txBody>
      </p:sp>
      <p:pic>
        <p:nvPicPr>
          <p:cNvPr id="3" name="Picture 2" descr="A yellow and blue sign with words">
            <a:extLst>
              <a:ext uri="{FF2B5EF4-FFF2-40B4-BE49-F238E27FC236}">
                <a16:creationId xmlns:a16="http://schemas.microsoft.com/office/drawing/2014/main" id="{02D7C2E1-3444-A42C-2717-CF350BD975E5}"/>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6242601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B8E209-D197-54D2-FA90-614220DCAA3C}"/>
              </a:ext>
            </a:extLst>
          </p:cNvPr>
          <p:cNvSpPr>
            <a:spLocks noGrp="1"/>
          </p:cNvSpPr>
          <p:nvPr>
            <p:ph idx="1"/>
          </p:nvPr>
        </p:nvSpPr>
        <p:spPr>
          <a:xfrm>
            <a:off x="310100" y="413468"/>
            <a:ext cx="9382540" cy="4953662"/>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29. If 378 coins consist of rupees, 50 paisa and 25 paisa coins, whose values are in the ratio of 13 : 11: 7 . The number of 50 paisa coins will be:</a:t>
            </a:r>
          </a:p>
          <a:p>
            <a:pPr marL="0" indent="0" algn="just">
              <a:lnSpc>
                <a:spcPct val="150000"/>
              </a:lnSpc>
              <a:buNone/>
            </a:pPr>
            <a:r>
              <a:rPr lang="en-IN" sz="2300" b="1" dirty="0">
                <a:effectLst/>
                <a:latin typeface="Bookman Old Style" pitchFamily="18" charset="0"/>
                <a:cs typeface="Times New Roman" panose="02020603050405020304" pitchFamily="18" charset="0"/>
              </a:rPr>
              <a:t> a. 132          </a:t>
            </a:r>
          </a:p>
          <a:p>
            <a:pPr marL="0" indent="0" algn="just">
              <a:lnSpc>
                <a:spcPct val="150000"/>
              </a:lnSpc>
              <a:buNone/>
            </a:pPr>
            <a:r>
              <a:rPr lang="en-IN" sz="2300" b="1" dirty="0">
                <a:effectLst/>
                <a:latin typeface="Bookman Old Style" pitchFamily="18" charset="0"/>
                <a:cs typeface="Times New Roman" panose="02020603050405020304" pitchFamily="18" charset="0"/>
              </a:rPr>
              <a:t>  b. 128         </a:t>
            </a:r>
          </a:p>
          <a:p>
            <a:pPr marL="0" indent="0" algn="just">
              <a:lnSpc>
                <a:spcPct val="150000"/>
              </a:lnSpc>
              <a:buNone/>
            </a:pPr>
            <a:r>
              <a:rPr lang="en-IN" sz="2300" b="1" dirty="0">
                <a:effectLst/>
                <a:latin typeface="Bookman Old Style" pitchFamily="18" charset="0"/>
                <a:cs typeface="Times New Roman" panose="02020603050405020304" pitchFamily="18" charset="0"/>
              </a:rPr>
              <a:t>  c. 136           </a:t>
            </a:r>
          </a:p>
          <a:p>
            <a:pPr marL="0" indent="0" algn="just">
              <a:lnSpc>
                <a:spcPct val="150000"/>
              </a:lnSpc>
              <a:buNone/>
            </a:pPr>
            <a:r>
              <a:rPr lang="en-IN" sz="2300" b="1" dirty="0">
                <a:effectLst/>
                <a:latin typeface="Bookman Old Style" pitchFamily="18" charset="0"/>
                <a:cs typeface="Times New Roman" panose="02020603050405020304" pitchFamily="18" charset="0"/>
              </a:rPr>
              <a:t> d. 133 </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870241C8-93D8-097E-8CE7-1B88A44DECF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7585007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FB23B5-8DA9-7542-5D8E-8BA2B36C5599}"/>
              </a:ext>
            </a:extLst>
          </p:cNvPr>
          <p:cNvSpPr>
            <a:spLocks noGrp="1"/>
          </p:cNvSpPr>
          <p:nvPr>
            <p:ph idx="1"/>
          </p:nvPr>
        </p:nvSpPr>
        <p:spPr>
          <a:xfrm>
            <a:off x="258173" y="340485"/>
            <a:ext cx="9800227" cy="5130012"/>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30. There are two variables x and y, where x varies directly as the cube root of y. when y=8, x=24. Find x when y = 216.</a:t>
            </a:r>
          </a:p>
          <a:p>
            <a:pPr marL="0" indent="0" algn="just">
              <a:lnSpc>
                <a:spcPct val="150000"/>
              </a:lnSpc>
              <a:buNone/>
            </a:pPr>
            <a:r>
              <a:rPr lang="en-IN" sz="2300" b="1" dirty="0">
                <a:effectLst/>
                <a:latin typeface="Bookman Old Style" pitchFamily="18" charset="0"/>
                <a:cs typeface="Times New Roman" panose="02020603050405020304" pitchFamily="18" charset="0"/>
              </a:rPr>
              <a:t>  a. 72         </a:t>
            </a:r>
          </a:p>
          <a:p>
            <a:pPr marL="0" indent="0" algn="just">
              <a:lnSpc>
                <a:spcPct val="150000"/>
              </a:lnSpc>
              <a:buNone/>
            </a:pPr>
            <a:r>
              <a:rPr lang="en-IN" sz="2300" b="1" dirty="0">
                <a:effectLst/>
                <a:latin typeface="Bookman Old Style" pitchFamily="18" charset="0"/>
                <a:cs typeface="Times New Roman" panose="02020603050405020304" pitchFamily="18" charset="0"/>
              </a:rPr>
              <a:t> b. 36          </a:t>
            </a:r>
          </a:p>
          <a:p>
            <a:pPr marL="0" indent="0" algn="just">
              <a:lnSpc>
                <a:spcPct val="150000"/>
              </a:lnSpc>
              <a:buNone/>
            </a:pPr>
            <a:r>
              <a:rPr lang="en-IN" sz="2300" b="1" dirty="0">
                <a:effectLst/>
                <a:latin typeface="Bookman Old Style" pitchFamily="18" charset="0"/>
                <a:cs typeface="Times New Roman" panose="02020603050405020304" pitchFamily="18" charset="0"/>
              </a:rPr>
              <a:t> c. 108        </a:t>
            </a:r>
          </a:p>
          <a:p>
            <a:pPr marL="0" indent="0" algn="just">
              <a:lnSpc>
                <a:spcPct val="150000"/>
              </a:lnSpc>
              <a:buNone/>
            </a:pPr>
            <a:r>
              <a:rPr lang="en-IN" sz="2300" b="1" dirty="0">
                <a:effectLst/>
                <a:latin typeface="Bookman Old Style" pitchFamily="18" charset="0"/>
                <a:cs typeface="Times New Roman" panose="02020603050405020304" pitchFamily="18" charset="0"/>
              </a:rPr>
              <a:t> d. 144</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386C79C-5562-CBCF-7E50-5E77E83F5C66}"/>
              </a:ext>
            </a:extLst>
          </p:cNvPr>
          <p:cNvSpPr txBox="1"/>
          <p:nvPr/>
        </p:nvSpPr>
        <p:spPr>
          <a:xfrm>
            <a:off x="5640355" y="2962469"/>
            <a:ext cx="65" cy="276999"/>
          </a:xfrm>
          <a:prstGeom prst="rect">
            <a:avLst/>
          </a:prstGeom>
          <a:noFill/>
        </p:spPr>
        <p:txBody>
          <a:bodyPr wrap="none" lIns="0" tIns="0" rIns="0" bIns="0" rtlCol="0">
            <a:spAutoFit/>
          </a:bodyPr>
          <a:lstStyle/>
          <a:p>
            <a:endParaRPr lang="en-IN" dirty="0"/>
          </a:p>
        </p:txBody>
      </p:sp>
      <p:pic>
        <p:nvPicPr>
          <p:cNvPr id="2" name="Picture 1" descr="A yellow and blue sign with words">
            <a:extLst>
              <a:ext uri="{FF2B5EF4-FFF2-40B4-BE49-F238E27FC236}">
                <a16:creationId xmlns:a16="http://schemas.microsoft.com/office/drawing/2014/main" id="{CCDD8824-9A52-7484-F407-0428800F966C}"/>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6958596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9EF38-A2A3-8404-508F-B06AF80C60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B50B97-A08A-D63F-B1C5-21803BDC7CA6}"/>
              </a:ext>
            </a:extLst>
          </p:cNvPr>
          <p:cNvSpPr>
            <a:spLocks noGrp="1"/>
          </p:cNvSpPr>
          <p:nvPr>
            <p:ph idx="1"/>
          </p:nvPr>
        </p:nvSpPr>
        <p:spPr>
          <a:xfrm>
            <a:off x="258173" y="340485"/>
            <a:ext cx="9820547" cy="5130012"/>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31. The price of gold is directly proportional to square of its weight . A person broke down the gold  in the ratio of 3 : 2: 1 and when sold incurs a loss of Rs.4620. Find the initial price of gold</a:t>
            </a:r>
          </a:p>
          <a:p>
            <a:pPr marL="0" indent="0" algn="just">
              <a:lnSpc>
                <a:spcPct val="150000"/>
              </a:lnSpc>
              <a:buNone/>
            </a:pPr>
            <a:r>
              <a:rPr lang="en-IN" sz="2300" b="1" dirty="0">
                <a:effectLst/>
                <a:latin typeface="Bookman Old Style" pitchFamily="18" charset="0"/>
                <a:cs typeface="Times New Roman" panose="02020603050405020304" pitchFamily="18" charset="0"/>
              </a:rPr>
              <a:t> a. 7260      </a:t>
            </a:r>
          </a:p>
          <a:p>
            <a:pPr marL="0" indent="0" algn="just">
              <a:lnSpc>
                <a:spcPct val="150000"/>
              </a:lnSpc>
              <a:buNone/>
            </a:pPr>
            <a:r>
              <a:rPr lang="en-IN" sz="2300" b="1" dirty="0">
                <a:effectLst/>
                <a:latin typeface="Bookman Old Style" pitchFamily="18" charset="0"/>
                <a:cs typeface="Times New Roman" panose="02020603050405020304" pitchFamily="18" charset="0"/>
              </a:rPr>
              <a:t> b. 7500  </a:t>
            </a:r>
          </a:p>
          <a:p>
            <a:pPr marL="0" indent="0" algn="just">
              <a:lnSpc>
                <a:spcPct val="150000"/>
              </a:lnSpc>
              <a:buNone/>
            </a:pPr>
            <a:r>
              <a:rPr lang="en-IN" sz="2300" b="1" dirty="0">
                <a:effectLst/>
                <a:latin typeface="Bookman Old Style" pitchFamily="18" charset="0"/>
                <a:cs typeface="Times New Roman" panose="02020603050405020304" pitchFamily="18" charset="0"/>
              </a:rPr>
              <a:t> c. 7560       </a:t>
            </a:r>
          </a:p>
          <a:p>
            <a:pPr marL="0" indent="0" algn="just">
              <a:lnSpc>
                <a:spcPct val="150000"/>
              </a:lnSpc>
              <a:buNone/>
            </a:pPr>
            <a:r>
              <a:rPr lang="en-IN" sz="2300" b="1" dirty="0">
                <a:effectLst/>
                <a:latin typeface="Bookman Old Style" pitchFamily="18" charset="0"/>
                <a:cs typeface="Times New Roman" panose="02020603050405020304" pitchFamily="18" charset="0"/>
              </a:rPr>
              <a:t> d. 8000</a:t>
            </a:r>
          </a:p>
        </p:txBody>
      </p:sp>
      <p:sp>
        <p:nvSpPr>
          <p:cNvPr id="4" name="TextBox 3">
            <a:extLst>
              <a:ext uri="{FF2B5EF4-FFF2-40B4-BE49-F238E27FC236}">
                <a16:creationId xmlns:a16="http://schemas.microsoft.com/office/drawing/2014/main" id="{EC10E7B4-FDFA-5118-9566-D58319A88B17}"/>
              </a:ext>
            </a:extLst>
          </p:cNvPr>
          <p:cNvSpPr txBox="1"/>
          <p:nvPr/>
        </p:nvSpPr>
        <p:spPr>
          <a:xfrm>
            <a:off x="5640355" y="2962469"/>
            <a:ext cx="65" cy="276999"/>
          </a:xfrm>
          <a:prstGeom prst="rect">
            <a:avLst/>
          </a:prstGeom>
          <a:noFill/>
        </p:spPr>
        <p:txBody>
          <a:bodyPr wrap="none" lIns="0" tIns="0" rIns="0" bIns="0" rtlCol="0">
            <a:spAutoFit/>
          </a:bodyPr>
          <a:lstStyle/>
          <a:p>
            <a:endParaRPr lang="en-IN" dirty="0"/>
          </a:p>
        </p:txBody>
      </p:sp>
      <p:pic>
        <p:nvPicPr>
          <p:cNvPr id="2" name="Picture 1" descr="A yellow and blue sign with words">
            <a:extLst>
              <a:ext uri="{FF2B5EF4-FFF2-40B4-BE49-F238E27FC236}">
                <a16:creationId xmlns:a16="http://schemas.microsoft.com/office/drawing/2014/main" id="{FB2708EC-91F1-2727-561E-D8DC7A13C9F9}"/>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826912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5C234-6687-E279-1710-EDB9AE80CE2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A95C89-779C-4A42-7C17-D24A3BAB48FA}"/>
              </a:ext>
            </a:extLst>
          </p:cNvPr>
          <p:cNvSpPr>
            <a:spLocks noGrp="1"/>
          </p:cNvSpPr>
          <p:nvPr>
            <p:ph idx="1"/>
          </p:nvPr>
        </p:nvSpPr>
        <p:spPr>
          <a:xfrm>
            <a:off x="258173" y="340484"/>
            <a:ext cx="9820547" cy="5775835"/>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32. </a:t>
            </a:r>
            <a:r>
              <a:rPr lang="en-US" sz="2400" b="1" dirty="0">
                <a:latin typeface="Bookman Old Style" pitchFamily="18" charset="0"/>
                <a:cs typeface="Times New Roman" panose="02020603050405020304" pitchFamily="18" charset="0"/>
              </a:rPr>
              <a:t>The ratio of salary of A and B is 5 : 7 and that of B and C is 3 : 5. The salary of A is Rs. 165000 and C spends 28.56% of his salary on rent. How much money is left with C after expenditure on rent?</a:t>
            </a:r>
          </a:p>
          <a:p>
            <a:pPr marL="0" indent="0" algn="just">
              <a:lnSpc>
                <a:spcPct val="150000"/>
              </a:lnSpc>
              <a:buNone/>
            </a:pPr>
            <a:r>
              <a:rPr lang="en-US" sz="2400" b="1" dirty="0">
                <a:latin typeface="Bookman Old Style" pitchFamily="18" charset="0"/>
                <a:cs typeface="Times New Roman" panose="02020603050405020304" pitchFamily="18" charset="0"/>
              </a:rPr>
              <a:t> A. Rs. 296000</a:t>
            </a:r>
          </a:p>
          <a:p>
            <a:pPr marL="0" indent="0" algn="just">
              <a:lnSpc>
                <a:spcPct val="150000"/>
              </a:lnSpc>
              <a:buNone/>
            </a:pPr>
            <a:r>
              <a:rPr lang="en-US" sz="2400" b="1" dirty="0">
                <a:latin typeface="Bookman Old Style" pitchFamily="18" charset="0"/>
                <a:cs typeface="Times New Roman" panose="02020603050405020304" pitchFamily="18" charset="0"/>
              </a:rPr>
              <a:t> B. Rs. 268000 </a:t>
            </a:r>
          </a:p>
          <a:p>
            <a:pPr marL="0" indent="0" algn="just">
              <a:lnSpc>
                <a:spcPct val="150000"/>
              </a:lnSpc>
              <a:buNone/>
            </a:pPr>
            <a:r>
              <a:rPr lang="en-US" sz="2400" b="1" dirty="0">
                <a:latin typeface="Bookman Old Style" pitchFamily="18" charset="0"/>
                <a:cs typeface="Times New Roman" panose="02020603050405020304" pitchFamily="18" charset="0"/>
              </a:rPr>
              <a:t> C. Rs. 282000 </a:t>
            </a:r>
          </a:p>
          <a:p>
            <a:pPr marL="0" indent="0" algn="just">
              <a:lnSpc>
                <a:spcPct val="150000"/>
              </a:lnSpc>
              <a:buNone/>
            </a:pPr>
            <a:r>
              <a:rPr lang="en-US" sz="2400" b="1" dirty="0">
                <a:latin typeface="Bookman Old Style" pitchFamily="18" charset="0"/>
                <a:cs typeface="Times New Roman" panose="02020603050405020304" pitchFamily="18" charset="0"/>
              </a:rPr>
              <a:t> D. Rs. 275000 </a:t>
            </a:r>
          </a:p>
          <a:p>
            <a:pPr marL="0" indent="0" algn="just">
              <a:lnSpc>
                <a:spcPct val="150000"/>
              </a:lnSpc>
              <a:buNone/>
            </a:pPr>
            <a:r>
              <a:rPr lang="en-US" sz="2400" b="1" dirty="0">
                <a:latin typeface="Bookman Old Style" pitchFamily="18" charset="0"/>
                <a:cs typeface="Times New Roman" panose="02020603050405020304" pitchFamily="18" charset="0"/>
              </a:rPr>
              <a:t> E. None of these</a:t>
            </a:r>
            <a:endParaRPr lang="en-IN" sz="2400" b="1" dirty="0">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43F06C4-E48A-92C1-113E-8CF024E82E67}"/>
              </a:ext>
            </a:extLst>
          </p:cNvPr>
          <p:cNvSpPr txBox="1"/>
          <p:nvPr/>
        </p:nvSpPr>
        <p:spPr>
          <a:xfrm>
            <a:off x="5640355" y="2962469"/>
            <a:ext cx="65" cy="276999"/>
          </a:xfrm>
          <a:prstGeom prst="rect">
            <a:avLst/>
          </a:prstGeom>
          <a:noFill/>
        </p:spPr>
        <p:txBody>
          <a:bodyPr wrap="none" lIns="0" tIns="0" rIns="0" bIns="0" rtlCol="0">
            <a:spAutoFit/>
          </a:bodyPr>
          <a:lstStyle/>
          <a:p>
            <a:endParaRPr lang="en-IN" dirty="0"/>
          </a:p>
        </p:txBody>
      </p:sp>
      <p:pic>
        <p:nvPicPr>
          <p:cNvPr id="2" name="Picture 1" descr="A yellow and blue sign with words">
            <a:extLst>
              <a:ext uri="{FF2B5EF4-FFF2-40B4-BE49-F238E27FC236}">
                <a16:creationId xmlns:a16="http://schemas.microsoft.com/office/drawing/2014/main" id="{344D4B35-B2CB-F41A-6828-9E1625871F0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438217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CB2731-D2D5-7C95-FAB3-D88A823FF975}"/>
              </a:ext>
            </a:extLst>
          </p:cNvPr>
          <p:cNvSpPr>
            <a:spLocks noGrp="1"/>
          </p:cNvSpPr>
          <p:nvPr>
            <p:ph idx="1"/>
          </p:nvPr>
        </p:nvSpPr>
        <p:spPr>
          <a:xfrm>
            <a:off x="1407823" y="985520"/>
            <a:ext cx="7908897" cy="2275840"/>
          </a:xfrm>
        </p:spPr>
        <p:txBody>
          <a:bodyPr>
            <a:normAutofit fontScale="92500" lnSpcReduction="10000"/>
          </a:bodyPr>
          <a:lstStyle/>
          <a:p>
            <a:pPr marL="0" indent="0" algn="just">
              <a:lnSpc>
                <a:spcPct val="150000"/>
              </a:lnSpc>
              <a:buNone/>
            </a:pPr>
            <a:endParaRPr lang="en-IN" sz="3200" dirty="0">
              <a:latin typeface="Bookman Old Style" pitchFamily="18" charset="0"/>
            </a:endParaRPr>
          </a:p>
          <a:p>
            <a:pPr marL="0" indent="0" algn="just">
              <a:lnSpc>
                <a:spcPct val="150000"/>
              </a:lnSpc>
              <a:buNone/>
            </a:pPr>
            <a:endParaRPr lang="en-IN" sz="3200" b="1" i="1" dirty="0">
              <a:latin typeface="Bookman Old Style" pitchFamily="18" charset="0"/>
            </a:endParaRPr>
          </a:p>
          <a:p>
            <a:pPr marL="0" indent="0" algn="just">
              <a:lnSpc>
                <a:spcPct val="150000"/>
              </a:lnSpc>
              <a:buNone/>
            </a:pPr>
            <a:r>
              <a:rPr lang="en-IN" sz="3200" b="1" i="1" dirty="0">
                <a:latin typeface="Bookman Old Style" pitchFamily="18" charset="0"/>
              </a:rPr>
              <a:t>                         THE END</a:t>
            </a:r>
          </a:p>
          <a:p>
            <a:pPr marL="0" indent="0" algn="just">
              <a:lnSpc>
                <a:spcPct val="150000"/>
              </a:lnSpc>
              <a:buNone/>
            </a:pPr>
            <a:endParaRPr lang="en-IN" sz="3200" b="1" i="1" dirty="0">
              <a:latin typeface="Bookman Old Style" pitchFamily="18" charset="0"/>
            </a:endParaRPr>
          </a:p>
          <a:p>
            <a:pPr marL="0" indent="0" algn="just">
              <a:lnSpc>
                <a:spcPct val="150000"/>
              </a:lnSpc>
              <a:buNone/>
            </a:pPr>
            <a:endParaRPr lang="en-IN" sz="3200" b="1" i="1" dirty="0">
              <a:latin typeface="Bookman Old Style" pitchFamily="18" charset="0"/>
            </a:endParaRPr>
          </a:p>
          <a:p>
            <a:pPr marL="0" indent="0" algn="just">
              <a:lnSpc>
                <a:spcPct val="150000"/>
              </a:lnSpc>
              <a:buNone/>
            </a:pPr>
            <a:endParaRPr lang="en-IN" sz="3200" b="1" i="1" dirty="0">
              <a:latin typeface="Bookman Old Style" pitchFamily="18" charset="0"/>
            </a:endParaRPr>
          </a:p>
          <a:p>
            <a:pPr marL="0" indent="0" algn="just">
              <a:lnSpc>
                <a:spcPct val="150000"/>
              </a:lnSpc>
              <a:buNone/>
            </a:pPr>
            <a:endParaRPr lang="en-IN" sz="3200" dirty="0">
              <a:latin typeface="Bookman Old Style" pitchFamily="18" charset="0"/>
            </a:endParaRPr>
          </a:p>
        </p:txBody>
      </p:sp>
      <p:pic>
        <p:nvPicPr>
          <p:cNvPr id="2" name="Picture 1" descr="A yellow and blue sign with words">
            <a:extLst>
              <a:ext uri="{FF2B5EF4-FFF2-40B4-BE49-F238E27FC236}">
                <a16:creationId xmlns:a16="http://schemas.microsoft.com/office/drawing/2014/main" id="{1DDD3F9A-81FF-4E9B-75D2-2B551ECBE76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121323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2561</TotalTime>
  <Words>1725</Words>
  <Application>Microsoft Office PowerPoint</Application>
  <PresentationFormat>Widescreen</PresentationFormat>
  <Paragraphs>155</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Bookman Old Style</vt:lpstr>
      <vt:lpstr>Cambria Math</vt:lpstr>
      <vt:lpstr>Rockwell</vt:lpstr>
      <vt:lpstr>Damask</vt:lpstr>
      <vt:lpstr>Ratio  and  proportion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AVERAGES </dc:title>
  <dc:creator>KIRAN KUMAR GANTA</dc:creator>
  <cp:lastModifiedBy>harikrishnareddy pagadam</cp:lastModifiedBy>
  <cp:revision>260</cp:revision>
  <dcterms:created xsi:type="dcterms:W3CDTF">2022-11-22T09:07:37Z</dcterms:created>
  <dcterms:modified xsi:type="dcterms:W3CDTF">2026-05-16T01:16:10Z</dcterms:modified>
</cp:coreProperties>
</file>