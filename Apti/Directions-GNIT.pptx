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55" r:id="rId3"/>
    <p:sldId id="292" r:id="rId4"/>
    <p:sldId id="269" r:id="rId5"/>
    <p:sldId id="296" r:id="rId6"/>
    <p:sldId id="293" r:id="rId7"/>
    <p:sldId id="294" r:id="rId8"/>
    <p:sldId id="290" r:id="rId9"/>
    <p:sldId id="291" r:id="rId10"/>
    <p:sldId id="286" r:id="rId11"/>
    <p:sldId id="270" r:id="rId12"/>
    <p:sldId id="272" r:id="rId13"/>
    <p:sldId id="274" r:id="rId14"/>
    <p:sldId id="346" r:id="rId15"/>
    <p:sldId id="348" r:id="rId16"/>
    <p:sldId id="349" r:id="rId17"/>
    <p:sldId id="350" r:id="rId18"/>
    <p:sldId id="351" r:id="rId19"/>
    <p:sldId id="352" r:id="rId20"/>
    <p:sldId id="353" r:id="rId21"/>
    <p:sldId id="354" r:id="rId22"/>
    <p:sldId id="356" r:id="rId23"/>
    <p:sldId id="300"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15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4T04:01:37.861"/>
    </inkml:context>
    <inkml:brush xml:id="br0">
      <inkml:brushProperty name="width" value="0.05292" units="cm"/>
      <inkml:brushProperty name="height" value="0.05292" units="cm"/>
      <inkml:brushProperty name="color" value="#C00000"/>
    </inkml:brush>
  </inkml:definitions>
  <inkml:trace contextRef="#ctx0" brushRef="#br0">10102 6087 0,'0'-52'0,"0"26"16,-26 78 15,26 1-31,0 52 16,-27-27-16,27 1 15,0 26 1,0-26-16,0-27 0,0 1 16,0-27-16</inkml:trace>
  <inkml:trace contextRef="#ctx0" brushRef="#br0" timeOffset="195.98">10023 6324 0,'0'-27'0,"0"1"0,0 0 15,26 52 17,53 27-32,0 25 15,26-25 1,0 25-16,0-25 16,26-1-16,-26 1 15,0-27-15,-26-26 16</inkml:trace>
  <inkml:trace contextRef="#ctx0" brushRef="#br0" timeOffset="458.33">11020 6114 0,'-52'-53'16,"26"-26"0,-1 27-16,1-1 15,0 27-15,0 26 31,-1 0-31,27 53 16,-26 25-16,26 1 16,-26 26-16,26 0 15,0 0-15,0 0 16,26 0-16,27-26 16,-27-1-16,26-25 15,-25-27-15,25 0 16,-26 1-16,27-27 15</inkml:trace>
  <inkml:trace contextRef="#ctx0" brushRef="#br0" timeOffset="768.43">11361 6324 0,'0'-27'0,"-26"1"15,0 26 16,26 26-15,-26 27-16,-1-1 16,27 27-16,0-27 15,0 1-15,0-1 0,53 1 16,-27-27 0,27-26-16,-1 0 0,1 0 15,-27 0-15,26-26 16,-25-27-16,-1 1 15,-26-1-15,0 1 16,0 0-16,-26-1 16,-27 27-16,1 0 15,-1 26-15,27 26 16,-27 0-16</inkml:trace>
  <inkml:trace contextRef="#ctx0" brushRef="#br0" timeOffset="1059.24">11545 6429 0,'26'-53'0,"27"27"16,-27 0-16,26 26 15,1 0-15,-1 0 16,-25 52-16,25 1 16,1 25-16,-1-25 15,-26-1-15,1 1 16,-1-27-16,-26-52 47,-26-27-47,-1 1 15,27-27-15,0 0 16,0 1-16,27 25 16,25 27-16,1 0 15,-1-1-15</inkml:trace>
  <inkml:trace contextRef="#ctx0" brushRef="#br0" timeOffset="1223.65">12411 6035 0,'0'-26'16,"0"-1"-16,0 1 15,0 79 17,26-1-17,0 27-15,1 0 0,-1-1 16,0-25-16,0 26 15,1-1-15,-27-25 16</inkml:trace>
  <inkml:trace contextRef="#ctx0" brushRef="#br0" timeOffset="1711.21">12254 6297 0,'0'-52'0,"26"26"15,52-1 1,1-25-16,0 26 16,0-27-1,-27 27-15,1-27 0,-1-25 16,-26 25-16,1 1 16,-27-1-16,0 27 15,0 0 1,-27 52-1,1 27 1,0-1-16,26 53 16,0-26-16,0-1 15,0 1-15,0 26 0,26-52 16,0-1-16,1 1 16,25-53-16,-26 26 15,27-26-15,-1-26 16,1-27-16,-27 1 15,26-1-15,-25 1 16,-1 52-16,-26-27 16,26 27-16,-26 27 15,26-1-15,1 53 16,-1-27-16,26 1 0,1-1 16,-1-26-1,1 0-15,-1 1 0,1-27 16,25 0-16</inkml:trace>
  <inkml:trace contextRef="#ctx0" brushRef="#br0" timeOffset="1915.45">14248 6297 0,'-27'0'15,"80"0"1,78 0-16,0 0 16,1 0-1,-1 0-15,0 0 0,-26 27 16,26-27-16,27 26 16,-27-26-16</inkml:trace>
  <inkml:trace contextRef="#ctx0" brushRef="#br0" timeOffset="2292.42">16373 6087 0,'-26'0'15,"0"-26"-15,26 0 31,26 26-31,26-26 16,1 26-16,26 0 16,-1 0-16,-25 26 15,-1 26-15,-26 27 16,-26 0-16,0 0 16,0-1-16,-78-25 15,25-1-15,-25-26 0,25 1 16,1-1-16,25-26 15,1 0-15,52 0 47,53 0-47,26 0 16,26-26-16,27-1 16,-27 1-16,0 0 15</inkml:trace>
  <inkml:trace contextRef="#ctx0" brushRef="#br0" timeOffset="2669.5">17449 6140 0,'-26'-26'0,"-1"-1"16,27 1-1,27 26 16,-1 0-31,26 0 16,-25 26-16,25 27 16,1-1-16,-27 27 0,-26-26 15,0 25-15,0-51 16,-53 25-16,1-26 16,-1 0-16,1 1 15,26-27-15,-1 0 16,80 0 31,26 0-47,26 0 15,0-27-15,-27 1 0,27 0 16</inkml:trace>
  <inkml:trace contextRef="#ctx0" brushRef="#br0" timeOffset="3046.99">18184 5982 0,'-27'-26'16,"27"52"31,-26 27-47,26-1 15,-26 1-15,0-1 16,26-25-16,-27-1 0,27 0 15,27-52 32,25 0-31,1-1-16,25 1 16,-25 26-16,26 0 15,-27 0-15,27 0 16,-27 26-16,1 27 15,-1 26-15,-26-1 16,-26 1 0,0 0-16,-26-27 15,-26 1-15,-1-27 16,1 0-16,-1 0 16,-25-26-16,51 0 15,-25 0-15</inkml:trace>
  <inkml:trace contextRef="#ctx0" brushRef="#br0" timeOffset="3204.26">18262 6009 0,'0'-27'0,"27"27"16,25 0-16,1 0 15,25 0-15,1-26 16,0 26-16,-27 0 15</inkml:trace>
  <inkml:trace contextRef="#ctx0" brushRef="#br0" timeOffset="3456.1">18682 5536 0,'-26'0'0,"26"27"31,26-1-15,27-26-16,-27 0 16,26 0-16,-25 0 15,-1-26-15,-26-1 16,0 1-16,0 0 16,0 0-16,-26 26 15,-27-27-15,-26 27 16,1 27-16,-1 25 0,0 1 15</inkml:trace>
  <inkml:trace contextRef="#ctx0" brushRef="#br0" timeOffset="5624.14">20230 6009 0,'0'-27'16,"0"1"-16,-26 26 1031,0 0-671,0 26-345,-27 27-15,1 26 16,-1-1 0,1 27-16,26-26 0,-27 0 0,27-1 15,0-25-15,-1-27 16,27 0-1,0-78 32,27-1-47,-1-25 16,26-1-16,1 0 16,-1 1-16,1-1 15,-1 26-15,-26 27 0,1 26 16,-27-26-16,26 52 47,0 27-47,0-1 15,27 27-15,-27 0 16,0-1-16,1-25 16,-1-1-16,0 1 15,0-1-15,-26-26 16,27 1-1,-27-1-15,-27 0 32</inkml:trace>
  <inkml:trace contextRef="#ctx0" brushRef="#br0" timeOffset="5767.35">19758 6586 0,'-52'0'16,"25"-26"-16,54-1 31,51 27-15,80 0-16,-1-26 0,1 0 31,-1 26-31,-52-26 16</inkml:trace>
  <inkml:trace contextRef="#ctx0" brushRef="#br0" timeOffset="6064.04">20860 6429 0,'26'0'16,"-52"0"30,0 0-30,0 0 0</inkml:trace>
  <inkml:trace contextRef="#ctx0" brushRef="#br0" timeOffset="6347.06">21857 5904 0,'-26'-27'16,"0"1"-1,-27 26-15,27 0 16,-53 0-16,27 26 16,-27 1-16,27 25 15,-1 1-15,27-1 16,26 27-16,0-27 0,0 1 16,52-27-16,27 0 15,0 1-15,0-1 16,26-26-16,-1 0 15,1 0-15,-26 0 16</inkml:trace>
  <inkml:trace contextRef="#ctx0" brushRef="#br0" timeOffset="6473.05">22592 6087 0,'-26'0'15,"26"-26"-15</inkml:trace>
  <inkml:trace contextRef="#ctx0" brushRef="#br0" timeOffset="6992.53">22749 5877 0,'0'-26'0,"0"52"31,0 27-31,27 26 16,-1-27-16,-26 1 16,26-1-16,0-26 15,-26 1-15,27-27 16,-1-27-1,0-25 1,27-1 0,-1-25-16,-26 25 0,27 27 15,-27-27-15,0 53 16,0 0 0,1 53-1,25-1 1,-26 27-16,27-26 15,-1-27-15,27 26 16,-26-25-16,25-27 16,-25 0-16,25 0 15,1 0-15,-26-53 16,-1 27-16,1-53 0,-27 0 16,-26 1-16,0-27 15,0 26-15,-53 0 16,-25 27-16,-1-1 15,0 53-15,-26 0 16,0 0 0,-26 53-16,0-1 0,0 1 15</inkml:trace>
  <inkml:trace contextRef="#ctx0" brushRef="#br0" timeOffset="7353.75">19679 7504 0,'-262'0'0,"26"27"15,105-27-15,52 26 16,184-26-16,157 0 16,184-26-16,132-1 15,78-25-15,78-27 16,53 27 0,-52-1-16,-53 1 0,-78-1 15,-106 27-15,-156 0 16,-132 0-16,-106 26 15,-208 0 1,-80 0-16,-52 0 16</inkml:trace>
  <inkml:trace contextRef="#ctx0" brushRef="#br0" timeOffset="10076.23">12122 9315 0,'-26'-26'0,"26"104"15,0 27 1,0 27 0,53 51-16,-27 27 0,26 53 15,27 25-15,0 27 16,26 26-16,0 26 15,-27-25-15,27-1 16,-52-26 0,-1-27-16,-25-25 0,-1-1 15,-26-52-15,0-53 16,0-25-16,0-54 16,0-25-16,0-27 15,0-105-15</inkml:trace>
  <inkml:trace contextRef="#ctx0" brushRef="#br0" timeOffset="10373.81">9341 12123 0,'-26'-27'15,"131"1"-15,78 0 16,106 0 0,105-1-16,104-25 0,53 26 15,79-1-15,78 1 16,27 0 0,0 0-16,-53 26 0,-26-27 15,-79 1-15,-52 0 16,-105 0-16,-105-1 15,-105 1-15,-105 0 16,-79 0-16,-26-1 16,-79 1-16</inkml:trace>
  <inkml:trace contextRef="#ctx0" brushRef="#br0" timeOffset="10987.77">12332 8292 0,'0'-27'0,"0"1"16,0 52 15,0 27-31,0 25 16,0 1-16,0 0 15,26 0-15,1-1 16,-1-25-16,0-1 16,0-25-16</inkml:trace>
  <inkml:trace contextRef="#ctx0" brushRef="#br0" timeOffset="11176.48">12254 8449 0,'0'-26'16,"0"-1"-16,0 1 15,26 26 1,0 0-16,53 0 16,-1 26-16,27 27 15,0-1-15,0-25 16,0 25-16,0 1 16,-26-27-16,-27 0 15,1 0-15</inkml:trace>
  <inkml:trace contextRef="#ctx0" brushRef="#br0" timeOffset="11411.89">13014 8029 0,'-52'-52'0,"26"25"16,26 1-16,-26 0 15,26 52 16,0 27-31,0 25 16,26 1-16,0 0 16,0 0-16,0 25 15,1-25-15,-1 0 16,-26 26-16,0-26 0,0-1 16</inkml:trace>
  <inkml:trace contextRef="#ctx0" brushRef="#br0" timeOffset="12104.19">17948 10915 0,'0'-52'16,"-27"26"-1,27 52 1,0 26-16,0 27 16,0 26-16,0-26 15,0 26-15,0-26 16,0-1-16,0 1 15,0-27-15,0 1 16,0-27-16</inkml:trace>
  <inkml:trace contextRef="#ctx0" brushRef="#br0" timeOffset="12340.67">17895 11047 0,'-26'-27'0,"26"1"16,0 0 0,52 26-1,27 0 1,-27 0-16,27 0 16,-26 0-16,25 0 15,-25 0-15,-1 0 0,1 26 16,-27 0-1</inkml:trace>
  <inkml:trace contextRef="#ctx0" brushRef="#br0" timeOffset="12544.88">18000 11414 0,'-26'26'0,"78"-26"31,1 0-15,52 0-16,-27 0 16,1 0-16,-26 0 0,-1 0 15,-26 0-15</inkml:trace>
  <inkml:trace contextRef="#ctx0" brushRef="#br0" timeOffset="12717.33">18079 11624 0,'0'26'15,"52"-26"-15,1 26 16,25-26-16,1 0 16,26 0-16,0 0 0,0 0 31,-26-26-31,-1 26 0,-51-26 0</inkml:trace>
  <inkml:trace contextRef="#ctx0" brushRef="#br0" timeOffset="13362.9">13198 14353 0,'0'-26'16,"-26"-1"-16,-27 1 16,1 26-16,-1 0 15,-25 0-15,52 0 16,-27 26-16,27 1 0,26-1 15,0 26-15,0 1 16,52-1-16,53 1 16,0-1-16,-26 1 15,0-1-15,-27-26 16,-26 27-16,-26-27 16,0 0-16,-26-26 15,-26 27-15,-53-27 0,26 0 16,0 0-16,-26 0 15,27-53-15,-27 27 16,52-27-16,-26 27 16</inkml:trace>
  <inkml:trace contextRef="#ctx0" brushRef="#br0" timeOffset="14400.97">7583 11939 0,'0'-26'0,"-26"-1"0,26 54 47,0 51-31,0 1-16,0 0 16,0-27-16,0 1 15,0-1-15,0-26 16,0 1-16,0-1 31,26-52-15,0-1-16,27-25 0,-1-1 15,27 1 1,-27 0-16,1 25 0,-1 1 16,1 0-16,-27 26 31,0 26-31,0 27 15,27-1-15,-1 27 16,27-27-16,-26-26 16,-1 1-16,1-1 15,-27 0-15,0-26 0,0 0 32,0 0-32,1-52 0,-27-1 15,26-26-15,-26 27 16,0-53-16,0 26 15,-53 1-15,1-1 16,0 26-16,25 1 16,-25 52-16,26-26 15,-27 26-15,27 0 16</inkml:trace>
  <inkml:trace contextRef="#ctx0" brushRef="#br0" timeOffset="21893.64">2335 10155 0,'-26'0'0,"26"52"63,26 27-48,0-27-15,0 27 0,27-27 16,-27 1-16,0-1 15,1-25-15,-27-1 16,26 26-16,-26-25 16,26-1-16,-26 26 15,26-52-15</inkml:trace>
  <inkml:trace contextRef="#ctx0" brushRef="#br0" timeOffset="22546.05">2886 10260 0,'0'-27'0,"0"1"15,-26 26-15,-1 0 16,-25 0-16,26 0 16,-53 0-16,27 26 15,-1 1-15,1 25 16,25-26-16,27 0 15,0 27-15,0-27 16,27 0 0,25 27-16,27-27 0,0 0 0,-1 1 15,-52-1 1,1 0-16,-27 0 0,0 1 16,0-54 30,-27-25-46,27-1 16,0-25-16,0-1 16,0 26-16,27 1 15,25 26-15,1-27 16,-1 27-16,1 26 16,-27 0-16,26 0 15,-25 0-15,-1 26 0,26 27 16,-25-1-16,25 1 15,-26-27-15,27 26 16,-27-25-16,0-1 16,0 0-16,1-26 15,-1 0 1,0 0 0,0-26-16,27-27 0,-27 1 0,-26 26 15,0-27-15,0 1 16,0 26-16,0-27 15,-52 1-15,-27 25 16,26 27-16,-25-26 16,25 26-1,1 0-15,-1 0 0,-25 26 16,25 27 0,-26-1-16</inkml:trace>
  <inkml:trace contextRef="#ctx0" brushRef="#br0" timeOffset="22844.27">2309 11624 0,'52'0'63,"1"0"-63,25-26 0,-25-1 15,-1 1 1,1 26-16,-1-26 15,-25 26-15,25-26 16,-52 0-16</inkml:trace>
  <inkml:trace contextRef="#ctx0" brushRef="#br0" timeOffset="23049.55">2440 11257 0,'-26'0'0,"26"52"31,0-26-31,0 27 16,52-1-16,-26 1 15,27-1-15,-1 1 16,-25-1-16,25 1 16,1-27-16,-1 0 15</inkml:trace>
  <inkml:trace contextRef="#ctx0" brushRef="#br0" timeOffset="23497.03">3096 11073 0,'-26'0'0,"-1"0"15,54 52 16,-1-25-15,26 25-16,-25-26 16,25 1-16,1-1 0,-1 0 15,-26-26-15,1 0 16,-1 0-16,0 0 16,0-26-16,0 0 15,-26-27-15,27 27 16,-27-27-16,0 1 15,0 26-15,-27-1 16,1 27 0,26 53 31,0-1-47,26 1 0,1-1 15,-1-25-15,0 25 16,0-26-16,1 1 15,-27-1-15,26-26 16,0 26-16,0-26 16,1 0-16</inkml:trace>
  <inkml:trace contextRef="#ctx0" brushRef="#br0" timeOffset="23709.97">3988 10863 0,'-26'0'0,"52"-26"31,26 0-15,27 26-16,-26-27 15,25 1-15,-25 0 16,-27 26-16,0 0 15</inkml:trace>
  <inkml:trace contextRef="#ctx0" brushRef="#br0" timeOffset="24150.81">3909 10863 0,'0'26'31,"0"0"-31,0 1 16,27 25-16,-1-26 0,-26 27 15,0-27 1,26 0-16,-26 1 0,0-1 16,0-52 46,0-1-46,26 1-16,0 0 15,27 0-15,-1-1 0,-25 27 16,25-26-16,1 26 16,-27 0-16,26 0 15,-25 0-15,-1 0 16,26 26-16,-25 27 15,-27-27-15,0 27 16,0-27 0,0 26-16,-27 1 0,-25-27 15,-1 27-15,1-1 16,-27-26-16</inkml:trace>
  <inkml:trace contextRef="#ctx0" brushRef="#br0" timeOffset="24512.97">2440 12359 0,'-53'26'15,"80"-26"17,51 0-32,54-53 0,-1 1 15,52-1-15,27 1 16,53-27 0,52-26-16,-1 27 15,1-1-15,0 0 0,-26 0 16,-27 27-16,-78-1 15,-79 27-15,-53 0 16,-25 26-16,-54 0 16,-78 52-1,0 1-15</inkml:trace>
  <inkml:trace contextRef="#ctx0" brushRef="#br0" timeOffset="24969.08">2833 12805 0,'-26'0'15,"26"-26"-15,0-27 16,26 1-16,27-1 16,-1 27-16,1 0 15,-1-1-15,-25 27 16,-1 0-16,0 0 16,0 27-16,1 25 15,-27 1 1,26-1-16,-26 1 0,0-1 0,0 0 15,-26 1-15,-1-27 16,-25 27-16,26-27 16,-1 0-16,27 0 15,79-26 32,0-52-31,26 26-16,0-53 15,0 26-15,-27 1 16</inkml:trace>
  <inkml:trace contextRef="#ctx0" brushRef="#br0" timeOffset="25330.07">3857 12595 0,'-26'-26'0,"-1"-1"16,27 1-16,0 0 15,27-27 1,25 53-16,-26-26 16,27 26-16,-27 0 15,0 26 1,0 1-16,-26 25 16,0-26-16,0 27 0,0-27 15,0 27 1,0-27-16,-52 26 0,26-25 15,-27-1-15,27 0 16,0 0-16,26 0 16,52-26 15,27-26-15,0-26-16,26-1 15,-27 1-15,54-1 16,-27 27-16,-27-26 15,1-1-15</inkml:trace>
  <inkml:trace contextRef="#ctx0" brushRef="#br0" timeOffset="25581.12">4696 12280 0,'-26'0'16,"52"0"15,1 0-31,25 0 16,1-26-16,-1-1 0,1 1 16,-1 0-16,1 26 15,-27-26-15,-26 52 31</inkml:trace>
  <inkml:trace contextRef="#ctx0" brushRef="#br0" timeOffset="26052.02">4749 12280 0,'-26'0'16,"26"26"15,0 0-31,0 27 16,0-27-16,0 27 15,0-27-15,0 0 16,0 0-16,0 1 16,0-1-16,0 0 15,26-26 1,-26-26 46,0-27-62,0 27 0,26 0 16,0 0-16,1-1 16,25 1-16,1 26 15,25-26-15,-25 0 16,26 26-16,-1 0 15,1 0-15,-53 26 16,0 26-16,1 1 16,-27 26-16,0-27 15,-79 27-15,0-27 16,1 27-16,-1-27 0,0-25 16,0-1-16,1 0 15,-1-26-15</inkml:trace>
  <inkml:trace contextRef="#ctx0" brushRef="#br0" timeOffset="26570.13">2571 13986 0,'-105'26'0,"53"-26"16,52 26-16,105-52 16,78-27-1,80-25-15,52-27 16,52 0-16,53 0 15,26 0-15,-26 0 16,-27 0-16,-52 0 16,-52 26-16,-79 27 15,-79 25-15,-78 1 16,-80 26 0,-78 26-16,-26 1 0,26 25 15,-26-26-15,26 27 16</inkml:trace>
  <inkml:trace contextRef="#ctx0" brushRef="#br0" timeOffset="39380.69">3280 9499 0,'-132'0'15,"1"-27"-15,-26 27 16,-1 0-16,-25 0 15,51 27-15,-25 25 16,0 27-16,-1-1 16,1 1-16,25 26 15,54 0-15,-1 26 16,0-26-16,53 26 16,0-26-16,26 0 0,0 0 15,26-52-15,53-1 16,52 1-16,53-27 15,26 0-15,26-26 16,26 0-16,-26-26 16,27-26-16,-1-27 15,0-26-15,-52 0 16,-26 0-16,-53 0 16,-52 0-16,-53-26 15,-26 0-15,-79-1 16,-78 1-16,-53 0 15,-26 0-15,0 78 16,-27 27-16,54 26 0,-28 79 16,1 26-16,0 52 15</inkml:trace>
  <inkml:trace contextRef="#ctx0" brushRef="#br0" timeOffset="50486.5">12280 9945 0</inkml:trace>
  <inkml:trace contextRef="#ctx0" brushRef="#br0" timeOffset="51083.84">12122 9052 0,'-26'27'78,"0"25"-78,-27 1 16,27 25-16,-26 1 15,25 0-15,-25-27 16,26 27-16,-1-53 16,27 1-16,27-80 47,-1 1-32,26-27-15,-25 0 16,-1 27-16,26-27 15,-25 26-15,25 27 16,-26 0-16,-26 0 16,27 26 15,-1 0-15,53 26-16,25 0 15,1 0-15,27 27 0,-27-27 16,0 27-16,-27-1 15</inkml:trace>
  <inkml:trace contextRef="#ctx0" brushRef="#br0" timeOffset="52812.24">12358 10155 0,'-26'0'78,"0"0"-63,0 0-15,0 0 16,-1 0 0,1 0-16,0 0 15,0 0-15,-27 0 0,27 0 16,0 0-16,-1 26 16,-25-26-16,26 0 15,-1 26-15,1-26 16,-26 26-16,25 1 15,-25-1-15,26 0 0,-1-26 16,-25 26-16,26 0 16,0 1-16,-1-27 15,1 26-15,0-26 16,0 26-16,-1-26 16,1 26-16,0 1 15,0-1 1,-27 0-1,27 27-15,0-27 0,-1 0 16,1 0-16,0 1 16,0-1-16,-1 0 15,1-26-15,0 26 16,26 1-16,-26-27 0,26 26 16,-27 0-16,27 0 15,-26-26-15,26 53 16,-26-27-16,0 0 15,0 0-15,-1 27 16,27-27-16,-26 0 16,0 27-16,26-27 15,-26 0-15,-1 1 16,27-1-16,-26 0 16,26 0-16,-26-26 0,26 27 15,-26-1-15,26 26 16,0-25-16,0-1 15,0 26-15,0-26 16,0 1-16,0-1 16,0 0-1,0 0-15,0 1 0,0-1 16,0 0-16,0 0 16,0 1-16,0-1 15,26 26-15,0-25 16,-26 25-16,26-26 15,1 1-15,-27-1 0,26 0 16,-26 0-16,26 1 16,0-1-16,-26 0 15,27 0-15,-1 0 16,0-26-16,0 27 16,0-1-16,1-26 15,-1 26-15,-26 0 16,26-26-1,0 27-15,1-27 16,-1 26-16,0 0 16,0 0-16,27-26 15,-27 27-15,-26-1 16,53-26-16,-53 26 0,26-26 16,0 26-1,0-26-15,1 27 0,25-27 16,1 26-16,-27 0 15,52-26-15,-51 26 16,51 1-16,-25-1 16,-1-26-16,1 26 15,-1-26-15,1 26 16,-1-26 0,-25 0-16,25 27 0,1-27 15,-27 0-15,26 0 0,-26 26 16,27-26-16,-27 0 15,0 26-15,27-26 16,-27 26 0,0-26-16,27 0 15,-27 26-15,27-26 0,-27 27 16,26-27-16,-25 0 16,-1 26-16,0-26 15,0 0 1,1 0-16,-27 26 0,26-26 15,0 0 1,-26 26 31,-26-26-31,-27 27-16</inkml:trace>
  <inkml:trace contextRef="#ctx0" brushRef="#br0" timeOffset="54369.62">13146 13881 0,'0'-27'16,"0"1"-16,0 0 15,0-27-15,0 1 16,0 26-16,-27-1 16,27-25-16,0 26 15,-26 26-15,26-27 16,-26 27-1,0 0 17,26 53-1,0-1-15,0 27-16,0 0 15,0 0-15,0-27 16,0 27-16,0-53 0,0 0 15,0 0-15,0 1 16,26-27 0,-26-53-1,0 1 1,0-53-16,0 0 16,-26 0-16,26 0 15,-27 0-15,27 26 16,-26 27-16,26-1 15,-26 27-15,26 0 0,-26 26 47,26 26-31,0 53-16,0 0 16,0-1-16,0 27 15,26-26-15,0 26 16,-26-53-16,26 1 15,-26-1-15,0-25 16,0-1-16,0-79 47,0-25-31,-26-27-16,0-27 0,0 27 15,0 1-15,26 25 16,0 26-16,0 1 15,0 26-15,-27 26 47,27 26-31,0 53-16,0-1 16,0 53-16,27-26 15,-27 0-15,0 0 0,26-26 16,-26-26-16,0-1 15,0-26-15,26-26 16,-26 26-16,0-52 31,0-52-15,0-54 0,0 1-16,-26-26 0,0 52 15,26 52-15,0 27 16,-27 26-1,27 26-15,0 27 0,0 52 16,0-27-16,-26 1 16</inkml:trace>
  <inkml:trace contextRef="#ctx0" brushRef="#br0" timeOffset="58960.89">12910 12936 0,'-27'0'0,"27"-26"32,0 52 46,53-26-78,-1 52 15,27-25-15,0-1 16,-1 0-16,27-26 16,-26 26-16,26 1 15,-26-27-15,-1 0 16,27 0-16,-26 0 0,-26-27 16,-1 1-16,1 0 15,-1 26-15,-26-26 16,1-1-16,-27 1 15,-27 0 470</inkml:trace>
  <inkml:trace contextRef="#ctx0" brushRef="#br0" timeOffset="59542.61">12437 11755 0,'-26'0'16,"78"0"15,27 53-16,26 25-15,53 27 16,25 27-16,27 25 16,26 0-16,53-25 0,-27 25 15,1-26-15,-27 0 16,0 1-16,0-54 16,-26 27-16,0-26 15,-26-26 1,-27 25-16,-26-25 0,-26-1 15,-26 1-15,0-53 16,-1 26-16,-51-26 16,25 0-16,-104 0 47,-53 0-47</inkml:trace>
  <inkml:trace contextRef="#ctx0" brushRef="#br0" timeOffset="61938.01">20913 8239 0,'0'-26'0,"-53"26"62,1 0-62,-1 26 0,1 27 0,-1-27 16,1 26 0,25-26-16,27 27 0,0-27 15,0 27-15,27-27 16,51 0-16,27 27 16,0-27-16,-26 0 15,26 27-15,-26-27 16,-27 0-16,-26 0 15,1 27 1,-27-27-16,0 0 0,-53 1 16,-25-1-16,-27 0 15,0 0-15,26 0 0,0-26 16,27 0-16,-1 0 16,27-26-16,26 0 15,0 0 1</inkml:trace>
  <inkml:trace contextRef="#ctx0" brushRef="#br0" timeOffset="62235.96">21411 8370 0,'0'-26'0,"26"26"0,-26-26 16,27 78 46,-1 1-62,-26 25 16,26 1-16,0-26 16,-26 25-16,27-25 15,-1 26-15,0-53 16,-26 26-16,0-25 15,26-27-15,-26 26 16,0 0-16,27-26 16,-27-26-16</inkml:trace>
  <inkml:trace contextRef="#ctx0" brushRef="#br0" timeOffset="62487.46">21437 8423 0,'-26'0'16,"26"-27"-16,0 1 16,53 0-1,-1 26-15,1-26 16,-1 26-16,1 0 16,-1 0-16,1-26 0,-27 26 15,0 0-15,26 0 16,-25 0-1,-27 26 1,0 26-16,0-26 16</inkml:trace>
  <inkml:trace contextRef="#ctx0" brushRef="#br0" timeOffset="62707.79">21595 8738 0,'26'0'31,"27"0"-15,-1 0-16,27-27 15,-27 27-15,1 0 16,-1-26-16,-26 26 16,27 0-16,-27-26 15,0 26-15,1 0 16,-1 0-16</inkml:trace>
  <inkml:trace contextRef="#ctx0" brushRef="#br0" timeOffset="62896.86">21752 9000 0,'0'26'15,"0"0"1,27-26-16,25 27 15,0-27-15,1 0 16,-1 26-16,27-26 0,0 0 16,-27 0-16,1 0 15,-1-26-15,1-1 16,-27 1-16</inkml:trace>
  <inkml:trace contextRef="#ctx0" brushRef="#br0" timeOffset="71152.24">12411 4775 0,'-26'-26'0,"-1"0"16,54 26 47,-1 52-48,26 27-15,1 0 16,-1 0-16,-25-27 0,-1 27 15,0-27-15,0-26 16,1 27-16,-27-27 16</inkml:trace>
  <inkml:trace contextRef="#ctx0" brushRef="#br0" timeOffset="71362.57">12463 4749 0,'0'-52'15,"0"25"-15,0 1 16,27 26 15,-1-26-31,26 26 16,1 0-16,-1 0 15,-25 0-15,25 0 16,-26 0-16,1 0 16,-1 26-16,-26 27 15</inkml:trace>
  <inkml:trace contextRef="#ctx0" brushRef="#br0" timeOffset="71583.7">12673 5038 0,'53'0'31,"26"0"-15,-1-26-16,1 26 16,-27-27-16,1 27 15,-1 0-15,-25 0 0,-1 0 16</inkml:trace>
  <inkml:trace contextRef="#ctx0" brushRef="#br0" timeOffset="71755.73">12857 5300 0,'26'0'16,"1"0"-16,51 0 0,-25 0 15,25 0 1,1-26-16,0 26 0,-27 0 16,1-26-16,-1 26 15</inkml:trace>
  <inkml:trace contextRef="#ctx0" brushRef="#br0" timeOffset="72982.17">14038 5038 0,'0'-26'15,"0"-1"1,0 1-16,0 0 15,0 0-15,0-1 16,-26 1-16,-1 26 16,1 0-16,-26 0 15,-1 0-15,1 0 16,-1 26-16,1 1 0,25 25 16,1-26-1,26 27-15,0-27 16,0 0-16,26 1 0,1-27 15,-1 26-15,0-26 16,0 0-16,1 0 16,-1 0-16,0-26 15,0-1-15,1 1 16,-1 0-16,-26-27 16,26 27-16,0 0 15,-26 0-15,27 26 47,-27 26-31,26 26-16,0-25 15,27 25 1,-27-26-16,0 1 0,-26-1 16,26-26-16,0 0 15,1 0 16,25-26-15,-26-27-16,27 1 16,-27-1-16,0 1 0,1-1 15,-27 1-15,26-1 16,-26 27 0,-26 26-1,-1 0 1,-25 0-16,26 0 15,-1 0 1,27 26-16,0 0 0,0 1 16,0-1-16,0 0 15,53 0-15,-1 1 0,27-1 16,-26 0 0,-1 0-16,1 1 0,-27-27 15,0 26 1,-26 0-16,0 0 15,-52-26-15,-1 27 16,1-27-16,-1 0 16,1 0-16,25 0 15,27-53 1,0 1-16,53-1 16,-1 1-16,53-1 15,-26 1-15,0-27 0,-27 26 16,1-25-16,-27 25 15,-26-25-15,0 25 16,0 1-16,0 25 16,0-25-16,-26 52 15,26-26 1,-27 26-16,27 52 62,27 1-62,-1 25 16,0 1-16,0 0 16,-26-1-16,27 1 0,-1 26 15,0-52-15,27 25 16,-27-25-16,0-1 16,0-25-16,1-1 15,-27-52 32,0-1-47</inkml:trace>
  <inkml:trace contextRef="#ctx0" brushRef="#br0" timeOffset="74057.81">15035 4670 0,'-26'0'0,"78"0"31,27-26-15,26 26-16,-26-26 15,-1 26-15,-25 0 16,-1-26-16,-26 26 16</inkml:trace>
  <inkml:trace contextRef="#ctx0" brushRef="#br0" timeOffset="74498.02">16085 4828 0,'52'0'31,"0"0"-15,27 0-16,0 0 15,26 0-15,-26-26 16,26-1-16,-1 27 16,-25-26-16,0 26 0,-27-26 15,-25 26-15,-1 0 16,0 0-16,-26-26 31,-26 26 32,-27 0-63</inkml:trace>
  <inkml:trace contextRef="#ctx0" brushRef="#br0" timeOffset="77356.74">17659 4119 0,'0'-26'0,"0"79"62,0 25-62,26 1 16,0 0-16,1 0 16,-1-1-16,0 1 15,0-27-15,-26 27 16,27-53-16,-27 27 15,26-27-15,0-26 16</inkml:trace>
  <inkml:trace contextRef="#ctx0" brushRef="#br0" timeOffset="78660.49">18131 4670 0,'53'-26'47,"-1"0"-47,1 0 16,-1-1-16,1-25 15,-27 26-15,-26-27 0,0 27 16,0 0 0,0 0-16,-26 26 15,-27 0-15,1 0 31,25 26-31,-25 26 0,26 1 0,26-1 32,0 1-32,0-1 0,26 1 0,53-27 15,-1 0-15,1-26 16,26 0-16,26 0 16,-26-52-16,-26-1 15,0 1-15,-27-27 16,-26 27-16,1-27 0,-27 0 15,0 0-15,-53 27 16,27-1-16,-27 1 16,27 26-16,0-1 15,26 1 1,0 52 46,0 27-62,0 26 16,0-1-16,26 27 0,0-26 16,27 26-16,-27 0 15,27 0-15,-27 0 16,0 0-16,0 0 16,1-26-16,-1-1 15,0-25-15,0-27 16,1 26-16,-1-25 31,0-27-15,-26-27-16,52-25 15,-25-1-15,-1-25 16,-26-27-16,0 26 16,0 0-16,-26 1 0,-53-1 15,27 26-15,-27 27 16,0 0-16,27 26 15,-1-26-15,27 26 16,26-27 0,52 27-1,27-26-15,26-26 16,-52 26-16,25-27 16,-25 1-16,-1-27 15,-26 26-15,-26-25 0,0 25 16,0-26-16,0 27 15,-26 0-15,0-1 16,0 27-16,-1 0 16,27-1-1,0 54 17,0 25-32,0 1 15,0 51-15,53 1 16,-27 0-16,0 0 15,27 0-15,-1 0 0,27-26 16,-53 0-16,27-27 16,-1 1-16,-25-27 15,-1-26 1,-26 26-16,0-78 31,0-27-31,0 26 16,0-25-16,-53 25 15,27 27-15,-26 0 16,-1 0-16,27 26 16,0 0-16,26-27 15,26 27 1,53-26-16,-1 26 16,54-26-16,-54 0 15,1 26-15,0-27 16,-53 27-16,0 0 15,-52 0 32,0 0-31,-27 0-16</inkml:trace>
  <inkml:trace contextRef="#ctx0" brushRef="#br0" timeOffset="81235.14">21018 3726 0,'-27'-26'0,"1"26"15,26 52 32,0 27-31,26 0-16,1-1 16,25 27-16,-26-26 15,1 0-15,-27-1 16,26-25-16,-26-1 15,26-25-15,-26-1 0,0 0 16</inkml:trace>
  <inkml:trace contextRef="#ctx0" brushRef="#br0" timeOffset="81658.7">21018 3910 0,'0'-53'0,"0"27"16,52 0-16,1-1 16,-1 27-16,0 0 15,1 0-15,-1 0 16,1 27-16,-27-1 0,0 26 16,1 27-16,-27-27 15,0 27-15,0-26 16,-53-1-16,-26 1 15,1-27-15,-1 0 16,27 0-16,25-26 16,1 0-16,52-26 62,1 26-62,-1 0 16,26 0-16,1 0 0,25 0 15,1 26-15,0 27 16,0-27-16,-1 0 16,1 1-16,-26-27 15,-1 26-15,-26-26 16,27 0-16,-27 0 16,0 0-16,-26-26 15</inkml:trace>
  <inkml:trace contextRef="#ctx0" brushRef="#br0" timeOffset="81847.59">21962 4356 0,'0'-27'15,"0"1"-15,0 0 16,-26 0-16,26-1 16,0 54 31,0-1-47,0 26 15,0-25-15,0 25 16,0-26-16,0 1 15,26-1-15</inkml:trace>
  <inkml:trace contextRef="#ctx0" brushRef="#br0" timeOffset="82099.11">21910 3805 0,'-53'0'0,"53"26"31,26 0-15,27-26-16,-1 0 15,-25 0-15,-1 0 16,0 0 0,-26-26-1,0 0-15,0-1 0,-26 1 16,0 26-1,-27 0-15,-26 0 0,27 26 16,-27 27-16</inkml:trace>
  <inkml:trace contextRef="#ctx0" brushRef="#br0" timeOffset="83297.12">22566 4408 0,'0'-52'0,"26"25"16,-26-25-16,0-1 15,0 1-15,0-1 16,-26 27-16,-27 0 16,1 26-16,-27 0 15,0 0-15,1 52 16,25-25-16,27 25 15,0 1-15,26-27 16,0 0-16,26 0 16,26 1-16,1-27 0,-1 0 15,1 0-15,-1 0 16,1 0-16,-27-27 16,0 1-16,0 0 15,1 0-15,-1 26 16,-26-27-16,0 80 47,52 26-47,-25-1 15,25 1-15,1 26 16,-1-26-16,-26 26 16,1-27-16,-27-25 15,0-1-15,0 1 16,-53-27-16,-26 0 15,1-26-15,-1 0 16,0 0-16,-26-26 16,53-26-16,-1-27 15,27 0-15,26-26 16,0 0-16,79 0 16,26 0-16,0 27 15,0-1 1,26 0-16,-52-26 0,-1 26 0,-25-25 15,-27-1-15,-26 26 16,0 0-16,-26 27 16,-27-1-16,1 27 15,-1 26-15,1-26 16,26 26-16,26 26 16,0 26-1,0 27 1,0 0-16,0 26 0,26 0 15,0 0-15,0 0 16,1-27-16,-1-25 16,26-1-16,-25-25 15,-1-1 1,0-26-16,0 0 16,0-53-16,1 1 15,-1-1-15,0-25 16,-26 25-16,0 1 15,0 25-15,26 27 32,1 27-32,-1 25 15,26 1-15,-25-1 16,25 1-16,1-27 16,-27-26-16,0 0 15,0 0-15,1 0 16,-1-26-16,0-27 15,-26 1-15,0-27 16,0 0-16,0-26 16,0 27-16,0-1 15,-52 26-15,52 27 16,-27 0-16,27 78 47,0 1-47,0 52 15,27-53-15,-1 27 16,0 0 0,0-1-16,1-25 0,-27-27 15,26 0-15,0 1 16,-26-1-16</inkml:trace>
  <inkml:trace contextRef="#ctx0" brushRef="#br0" timeOffset="83453.92">23563 4093 0,'0'-26'0,"0"-27"15,26 27-15,53-26 16,26-1-16,0 1 16,26-1-16,0 27 15,-26 0-15,-52 0 16,-27 26-16,-79 0 15</inkml:trace>
  <inkml:trace contextRef="#ctx0" brushRef="#br0" timeOffset="83831.37">18210 5300 0,'-341'26'0,"26"-26"0,26 0 16,53 0-16,105 0 15,52 0-15,184 0 16,131 0-1,158-26-15,104 0 16,80-27-16,104 1 16,53 0-16,26-27 15,-27 26-15,-25-25 16,-79 25-16,-106 1 16,-104-1-16,-105 1 0,-79-1 15,-131 27-15,-79 0 16,-157 26-1</inkml:trace>
  <inkml:trace contextRef="#ctx0" brushRef="#br0" timeOffset="86897.35">20152 3358 0,'0'-26'0,"0"52"15,-79 27 1,-78 78-16,-80 27 15,1 52-15,-52 52 16,-1 0-16,0 1 16,-26-1-16,27 0 15,52 1-15,26-79 16,78-1-16</inkml:trace>
  <inkml:trace contextRef="#ctx0" brushRef="#br0" timeOffset="87259.07">23353 2755 0,'0'-26'16,"26"26"-1,-26 26 1,-79 53-1,-52 78-15,-52 53 16,-80 26-16,-25 27 0,-54 51 16,-51 1-16,-27-26 15,26 0-15</inkml:trace>
  <inkml:trace contextRef="#ctx0" brushRef="#br0" timeOffset="100024.33">20965 11020 0,'-26'-52'0,"26"-1"16,0 27-16,0 0 16,0 0-16,0 0 15,0 104 32,26 1-47,0 0 16,-26-1-16,27 1 15,-27 0-15,0-27 16,26 1-16,-26-1 16,0 1-16,26-1 15,-26-26-15,26 1 16</inkml:trace>
  <inkml:trace contextRef="#ctx0" brushRef="#br0" timeOffset="100432.45">21490 11020 0,'-26'-26'0,"-1"26"63,27 53-63,0-1 0,0 1 15,0-1-15,0 1 16,27-1-16,-1 1 16,0-27-16,27 26 15,-27-25-15,26-27 16,1 26-16,-27-26 16,53 0-16,-27 0 15,1-26-15,-1-1 16,-26-25-16,1-1 15,-1-25-15,-26-1 16,0 26-16,-26-25 0,-1 25 16,1 27-1,-26 0-15,25 26 0,-25 0 16,0 0-16,-1 0 16,27 26-16,-27 0 15,1 27-15,26-27 16</inkml:trace>
  <inkml:trace contextRef="#ctx0" brushRef="#br0" timeOffset="100793.75">22303 10915 0,'0'-52'16,"0"26"-16,0 0 16,0-1-1,0 54 17,27 25-17,-1 27-15,0-1 0,0 1 16,1-26-16,-27 25 15,26-25-15,-26-1 32,0-25-32,0-1 0,0 0 0,0 0 15</inkml:trace>
  <inkml:trace contextRef="#ctx0" brushRef="#br0" timeOffset="101626.38">22776 10994 0,'0'-26'0,"0"0"0,-53 26 31,1 0-31,-1 26 16,-26 0-16,27 27 16,-27-1-16,27-26 15,-1 27-15,53-1 16,0-25-16,0 25 15,0-26-15,105 1 16,0-27-16,0 0 16,26 0-16,-26 0 15,-26 0-15,0-27 16,-27 1 0,-26-26-16,1 25 0,-27-25 0,0-1 15,0 27-15,0-26 16,0 25-16,0 1 15,0 79 32,0-27-47,0 26 16,0 1-16,0-1 16,0 1-16,0-27 15,0 0-15,0 1 0,0-54 63,0 1-63,-27-26 15,27-1-15,0 1 16,0-1-16,0 1 16,0 25-16,27 1 15,-1 26-15,26 0 16,-25 0-1,25 0-15,-26 53 0,27-1 16,-1 1-16,-25 25 16,-1-25-16,-26-1 0,26 1 15,-26-27-15,0 0 16,0 1 0,0-80 15,0 1-16,0-1-15,0 1 16,0-27-16,0 0 16,0 27-16,26-1 31,-26 27-31,27 26 0,-1 0 16,26 0-16,-25 26 15,25 27-15,0-1 16,1 1-16,-1-1 15,-25 1-15,-1-1 16,-26 1-16,0-27 16,0 26-16,-26-25 15,-27-27-15</inkml:trace>
  <inkml:trace contextRef="#ctx0" brushRef="#br0" timeOffset="102606.79">19364 10601 0,'-104'0'0,"25"0"0,-26 0 16,0 0-16,52 0 16,1 0-16,78 0 31,158-27-31,104 27 15,159 0-15,130 0 16,105-26-16,53 0 16,-1-27-16,-25 27 15,-132-26-15,-78 25 16,-106-25-16,-130 26 16,-80 0-16,-104-1 0,-53 1 15,-78 26 16,-53 0-31,-26 26 16,0 1-16,-27-1 16</inkml:trace>
  <inkml:trace contextRef="#ctx0" brushRef="#br0" timeOffset="103014.99">19889 10574 0,'-157'0'0,"52"0"16,26 0-16,27 0 15,25 0-15,54 0 31,104 0-31,53 0 16,78-26-16,53 0 16,105 0-16,78-1 0,53-25 15,53 26-15,-27-1 16,0-25-16,-78 26 16,-79-27-16,-79 27 31,-79-26-31,-104 25 0,-80 1 0,-51 26 15,-54 0 1,-78 0 0,-52 0-16,0 26 15</inkml:trace>
  <inkml:trace contextRef="#ctx0" brushRef="#br0" timeOffset="106164.21">19916 13356 0,'-53'0'0,"27"0"16,0-26-16,-1-1 15,27 1-15,0 0 16,-26-27-16,26 27 16,0-26-16,0 25 0,0 1 15,53 26 1,-1-26-16,1 0 0,-1 26 16,0 0-16,27 0 15,-26 0-15,-1 26 16,1 26-16,-1-25 15,-26 25-15,1 1 16,-27-1-16,0 1 16,0-27-16,0 0 15,0 0-15,-27-52 47,1-26-47,-26-1 16,25-26-16,1 1 15,0 25-15,26 1 16,0 25-16,0 1 16,0 0-16,26 26 31,27 26-31,25 0 16,-25-26-16</inkml:trace>
  <inkml:trace contextRef="#ctx0" brushRef="#br0" timeOffset="106430.57">20703 13015 0,'0'-27'16,"0"54"62,0 25-78,0 1 16,0-27-16,26 26 15,0-25-15,-26-1 0,26 0 16,-26 0-16,27-26 16</inkml:trace>
  <inkml:trace contextRef="#ctx0" brushRef="#br0" timeOffset="106698.41">20571 12700 0,'-26'0'0,"26"26"16,0 0-16,53 1 15,-1-27 1,-26 0-16,27 0 15,-27 0-15,0 0 16,1-27-16,-1-25 16,0 26-16,-26-1 15,0 1 1,0 0-16,-52 0 0,25 26 16,1 0-16,-26 0 15,-1 52-15,1-26 16,25 27-16</inkml:trace>
  <inkml:trace contextRef="#ctx0" brushRef="#br0" timeOffset="108033.67">21437 13041 0,'27'-26'16,"-27"-1"-16,0-25 15,0 26 1,0-27-16,0 27 0,0 0 0,-27 26 16,-25-26-16,-1 26 15,27 0-15,-26 26 16,-1 0-16,53 0 16,0 0-16,0 1 15,0-1-15,26 0 16,27 0-16,-27-26 15,0 27-15,1-27 16,-1 0 0,0-27-16,0 1 15,1 0-15,-27 0 16,26 26-16,-26-27 0,0 54 47,0-1-32,26 53-15,0 26 16,1-27-16,-1 54 16,-26-27-16,0-1 15,0 1 1,0-26-16,0-26 0,0-27 16,-26 0-16,26 0 15,-27-26 1,1 0-1,-53-52-15,27-27 0,-27-26 16,27 26-16,25-25 16,27-1-16,0 0 15,27 26-15,51 0 16,27 27-16,0-1 16,0 1-16,0-1 15,0-25-15,-52 25 16,25 1-16,-51-1 15,-27 27 1,0-27-16,0 27 0,0 0 16,-27 26-16,27-26 0,-26 26 15,0 0-15,0 26 63,26 0-63,-27 53 0,27 0 15,0-1-15,0 1 16,0 0-16,27-27 16,-1 1-16,0-27 15,-26 0-15,26 0 0,-26-52 63,0-26-48,0-27-15,0 26 16,0 1-16,0 0 16,0 25-16,0 1 15,27 52 17,-1 1-17,0 25-15,27 0 16,-27 1-16,26-1 0,-25-25 15,-1 25-15,0-26 16,0 1-16,1-27 16,-1 0-16,0 0 15,0 0 1,-26-27-16,53-25 16,-53-27-16,0 0 15,0 1-15,0-1 16,0 0-16,-26 27 15,-27-1-15,27 27 16,26 0-16,-26 26 0,26 26 63,0 27-63,0-1 15,26 27-15,-26 0 16,26-27-16,0 27 15,1-27-15,-1 1 16,0-27-16,0 26 16,0-25-16,1-27 15,-27 26-15,26-26 16</inkml:trace>
  <inkml:trace contextRef="#ctx0" brushRef="#br0" timeOffset="108899.48">22592 12883 0,'26'0'16,"27"-26"-16,25 26 16,-25-26-16,26 26 15,-53 0-15,26 0 16,-52-26-16</inkml:trace>
  <inkml:trace contextRef="#ctx0" brushRef="#br0" timeOffset="109513.82">23510 12595 0,'-26'0'15,"26"26"1,0 0 0,0 1-16,0 25 0,0-26 15,0 27-15,0-27 16,0 0-16,0 0 15,0 1 1,0-54 47,0 1-48,26-26-15,27 52 16,-27-26-16,27 26 0,-1-27 15,0 27 1,1 0-16,-27 0 0,27 0 16,-1 27-16,-26-1 15,27 26-15,-27-26 16,0 27-16,-26-27 16,0 0-16,0 1 15,0-1-15,0 0 16,-26 0-1,-26-26-15,-1 27 16,1-1-16,-1-26 0,1 26 16,25-26-16,1 0 15,26-26-15</inkml:trace>
  <inkml:trace contextRef="#ctx0" brushRef="#br0" timeOffset="109797.57">23589 12621 0,'-26'0'0,"52"0"47,27 0-16,-1 0-31,27-26 0,-27 26 0,1-26 31,-1 26-31,-26 0 16,1 0-1</inkml:trace>
  <inkml:trace contextRef="#ctx0" brushRef="#br0" timeOffset="110126.29">24114 12516 0,'0'-26'0,"0"0"15,0-1 1,0 1-1,26 52 32,0 27-31,1-27-16,-1 53 16,-26-27-16,26 1 15,0-1-15,-26 1 16,0-1-16,0-26 15,0 27-15,0-27 16,0 0-16,0 1 16</inkml:trace>
  <inkml:trace contextRef="#ctx0" brushRef="#br0" timeOffset="110410.05">24586 12569 0,'0'-27'16,"-26"27"15,-27 0-31,-25 0 16,25 27-16,-25 25 16,25-26-16,1 1 0,25 25 15,27-26-15,0 1 16,0-1-16,27 0 15,25 0-15,1 0 16,-1-26-16,0 0 16,1 27-16,-1-27 15,1 0-15,-1 0 16,1-27-16</inkml:trace>
  <inkml:trace contextRef="#ctx0" brushRef="#br0" timeOffset="111023.22">24717 12621 0,'0'-26'0,"0"78"63,0-25-63,0 25 15,0 1-15,0-27 16,0 26-16,0-26 15,0 1-15,0-1 16,0-52 31,0-1-47,0-25 16,0 0-16,0-1 15,0 27-15,0 0 16,27 26-1,-1 0 1,0 0 0,27 0-16,-1 52 15,-26-26-15,1 27 16,-1-27-16,0 0 16,-26 27-16,0-27 15,0-52 48,0-27-63,0 1 15,0-1-15,0 1 16,0-1-16,0 27 16,0 0-16,26 26 15,0 0-15,1 0 16,25 0-16,1 26 15,-1 0-15,1 27 0,-1-27 16,-26 27-16,-26-1 16,0 27-16,-52-27 15,-79 27-15,-1 0 16</inkml:trace>
  <inkml:trace contextRef="#ctx0" brushRef="#br0" timeOffset="132131.79">13093 12044 0,'0'-26'16,"0"-1"31,0 1-32</inkml:trace>
  <inkml:trace contextRef="#ctx0" brushRef="#br0" timeOffset="133341.14">12805 11860 0,'-27'-26'0,"1"26"15,0 0-15,26-26 16,-26 26-16,-1 0 15,27-27 1,79 27 78,26-26-94,52 26 0,1 0 15,-1 0-15,27 0 16,-27 0-16,1 0 16,-27 0-16,0 0 15,0 0-15,-26 0 16,-26 0-16,-26 0 16,-27 0-16,0 0 15,-52 0 16,-27 0-15,-78 0-16,-26 0 0,-27-26 16,0 26-16,-26 0 15,1 0-15,-1-26 16,26 26-16,0 0 16,53 0-16,0 0 15,26 0-15,52 0 16,-25 0-16,52 0 15,-27 0-15,132 0 63,52 0-63,53 26 31,-1-26-31,53 0 0,27 0 0,-1 0 16,1 0-16,-27 0 15,-26 0-15,0 0 16,0 0-16,-53 0 16,27 0-16,-53 0 15,-26 0 1,-26 0-16,-53 0 0,0 0 16,-105 0 30,1 0-46,-80 0 16,1 0-16,-53 0 16,0 0-16,-26 0 15,-27 0-15,1 0 16,0 0-16,52 26 16,26-26-16,53 0 15,26 0-15,52 0 16,27 0-16,52 0 31,53 0-15,52 0-16,27 26 15,52-26-15,26 0 16,26 0-16,1 0 16,-1 0-16,0 0 15,-26 0-15,1 0 16,-1 0-16,-26-26 15,0 26-15,-53 0 16,-26 0-16,-52 0 16,-27-26-16,-130 26 78,-27 0-78,-53-26 15</inkml:trace>
  <inkml:trace contextRef="#ctx0" brushRef="#br0" timeOffset="133843.56">13854 10679 0,'0'-26'0,"-26"0"15,26 0 1,-26 26-16,-1 26 47,1 53-47,26-1 15,-26 1-15,0 0 16,26-27-16,0 27 16,0-27-1,0 27-15,0-26 0,0-27 0,26 0 16,0-26-16</inkml:trace>
  <inkml:trace contextRef="#ctx0" brushRef="#br0" timeOffset="134204.63">14038 10837 0,'0'-26'15,"0"-1"-15,0 1 16,0 0-16,0 78 47,0 1-32,0-1-15,0 1 16,0-1-16,0 27 16,26-53-16,0 27 15,1-27-15,-1 0 16,0-26-16,26 0 15,-25 0-15,25 0 16,-26-26-16,27 0 0,-1-53 16,-25 26-1,-27-25-15,0 25 0,0-25 16,0 51-16,-27-25 16,-25 52-16,-1-26 15,-25 26-15,-1 0 16,27 26-16,-27 26 15,53-25-15,26-1 16</inkml:trace>
  <inkml:trace contextRef="#ctx0" brushRef="#br0" timeOffset="134487.29">14589 10706 0,'0'-27'15,"0"1"-15,0 79 63,0-1-47,26 1-16,-26 25 15,0-25-15,0 25 16,0 1-16,0 0 15,0-27-15,0-25 0,0-1 16</inkml:trace>
  <inkml:trace contextRef="#ctx0" brushRef="#br0" timeOffset="135306.53">14956 10811 0,'0'-27'0,"-26"1"15,0 26-15,-1 0 16,1 0-16,0 0 0,0 0 16,0 26-1,-27 1-15,53 25 0,-26 27 16,26-27-16,0 1 16,0-27-16,52 26 15,1-52-15,25 27 16,-25-27-16,-1 0 15,1 0-15,-1-53 16,-25 27-16,25-27 16,-26 1-16,-26-1 15,27 27-15,-27 0 16,0 0-16,0 0 16,26 78 15,-26-26-16,0 27-15,26-1 16,-26 1-16,26-27 16,-26 0-1,0-52 17,0-27-17,0-25-15,0 25 16,27 1-16,-1 26 15,26-27-15,1 27 16,-1 26-16,-26 0 16,27 0-1,-1 0-15,1 26 0,-27 0 16,0 27-16,-26-1 16,0-26-16,0 27 15,0-27-15,0 0 16,0-52 31,0-26-47,0-1 15,0 1-15,0-1 16,0 1-16,0 26 16,27-1-16,25 1 15,-26 26-15,27 0 16,-1 0-16,1 0 15,-1 26-15,1 27 16,-27-27-16,0 27 0,-26-27 16,0 26-16,0-26 15,0 27-15,-26-1 16,-26 1-16,25-1 16,-51 1-1</inkml:trace>
  <inkml:trace contextRef="#ctx0" brushRef="#br0" timeOffset="138777.82">16189 11650 0,'-26'0'16,"26"26"109,0 1-125,0-1 0,0 0 31,0 0 32,0 1-48,0-1-15,0 0 0,0 0 0,0 1 16,26-1 0,-26 26-16,0-25 0,0-1 15,0 0-15,27 0 16,-27 27-16,0-27 15,0 26 1,26-25-16,-26 25 0,0-26 16,0 1-16,0-1 15,0 26-15,0-25 16,0-1-16,26 0 16,-26 0-16,0 1 15,0 25-15,0-26 0,0 1 16,0-1-1,0 0-15,0 0 0,0 1 32,0-1-32,0 0 15,0 0-15,26 0 16,-26 1 0,0-1-16,0 0 15,0 0 1,0 1-1,0-1 1,0 0 0,0 0-1,0 1 17,0-1-1,0 0 0,0 0 16,0 1-16,0-1 0,0 0 32,0 0-1,0 1 1735,0 25-1781,0-26 0,0 27-16,0-27 15,0 26-15,0 1 0,0-27 16,0 27-1,0-1-15,0 1 0,0-27 16,0 0-16,0 0 16,0 1-16,0-1 15,0 0 63,27-26-46,-1-26-32,0-27 15,27 1-15</inkml:trace>
  <inkml:trace contextRef="#ctx0" brushRef="#br0" timeOffset="139359.18">16872 13041 0,'0'-26'0,"26"26"0,-26-27 32,0 54 30,0-1-46,0 0-1,0 0-15,0 1 16,0-1-16,0 0 16,0 0-1,26-52 79,0 26-94,1-26 16,25 26-16,1-26 15,-1 26-15,1 0 16,25 0-1,-25 0-15,-27 0 0,26 26 0,-25 0 16,-1 0 0,-26 1-16,0-1 0,0 0 15,0 0-15,0 1 16,-26-1-16,-53 0 16,27 0-16,-1-26 15,1 27-15,-1-27 16,27 0-16,-27 0 15,53-53-15,-26 1 16,0-1-16</inkml:trace>
  <inkml:trace contextRef="#ctx0" brushRef="#br0" timeOffset="139611.91">17003 12910 0,'79'-27'47,"26"27"-47,0-26 16,-1 0-1,1 0 1,-26 26-16,-26-26 16,-1 26-16,-78 26 78</inkml:trace>
  <inkml:trace contextRef="#ctx0" brushRef="#br0" timeOffset="139909.87">17869 12805 0,'26'26'78,"0"0"-63,1 0-15,-1 1 16,0-1-16,0-26 16,-26 26-16,0 0 15,0 1-15,0-1 0,0 26 16,-26-25-16,0-1 16,0-26-16</inkml:trace>
  <inkml:trace contextRef="#ctx0" brushRef="#br0" timeOffset="140759.1">18157 12831 0,'0'-26'0,"-26"26"16,0 0 0,0 0-16,-1 0 0,1 26 15,0 0 1,0 0-16,0 27 0,26-27 15,0 0-15,0 1 16,0-1 0,26-26-16,26 26 15,1-26-15,-27 0 16,26 0-16,-25-26 16,25 26-16,-26-26 15,27-27-15,-27 27 16,0-27-16,1 27 15,-27 0-15,0 0 0,26 26 63,-26 52-63,26-26 16,-26 1-16,0-1 15,26 0-15,-26 0 16,0-52 31,-26 0-32,26 0 1,0-27-16,0 1 16,0 26-16,0-1 0,26 1 15,1 26-15,-1 0 16,0 0-1,0 0-15,1 0 16,-1 26-16,0 1 16,0-1-16,0 0 15,-26 0-15,0 0 0,0-78 78,0 0-78,0-27 16,53 53 0,-27-27-16,0 27 0,-26 0 15,27 26-15,-1 0 16,0 0 0,0 52-16,27-26 15,-27 27-15,0-27 16,1 0-16,-27 27 0,0-27 15,0 0-15,0 0 16,-27 27-16,-51-27 16,-27 0-16</inkml:trace>
  <inkml:trace contextRef="#ctx0" brushRef="#br0" timeOffset="142362.22">12673 11991 0,'-26'0'16,"26"-26"-1,79 79 17,26 25-32,52 1 15,27 52-15,52 0 16,53 1-16,26-1 15,-1-26-15,1 0 16,0 0-16,0 0 0,-26 0 16,-53-27-16,-52 1 15,-27 0-15,-52-53 16,-53 26 0,-25-52-16,-1 0 0,-26-26 46,-79-26-46,-52-27 16,-53-26-16,-26 0 16,-52 0-16,-27-26 15,-26 26-15,27-26 0,-1 26 16,27 0-16,26 26 16,52 27-16,27-27 15,25 26-15,54 27 16,25-26-16,1 52 15,25-26-15,54 52 63,51 52-47,54 1-16,-1 0 15,52 0-15,1 26 0,0-27 16,-1 27-1,27-26-15,-26 0 0,0 26 16,-1-27-16,1 27 16,-26-26-16,25 0 15,-52 0-15,-26-27 16,0-26-16,-52 0 16,-27-26-16,-26-26 46,-52-52-46,-53-27 16,-27 0-16,-51-27 16,-27 27-16,0 0 15,0 1-15,-26 25 16,26 0 0,0 0-1,26 27-15,27-1 16,-1 27-16,53-26 15,27 52-15,25-27 16,27 27 0,26-26 15,53 52-15,25 1-16,53 51 15,27 1-15,52 26 16,-27-26-16,27 26 15,0 26-15,-26-52 16,26 26-16,0-27 16,-26-25-16,-27-1 15,-26 1-15,-26-27 16,-26 0-16,-53-26 16,0 27-16,-26-54 31,-52-25-16,-53-27-15,-53-26 16,-51 0-16,-28-26 16,1 0-16,-52 0 15,25 26-15,1 0 16,-1 26-16,53 26 16,27 1-16,78 26 15,26 26-15,27-27 16,25 80-1,1 26-15,0-1 16</inkml:trace>
  <inkml:trace contextRef="#ctx0" brushRef="#br0" timeOffset="145139.79">17633 15796 0,'0'-26'15,"26"26"1,53 52 0,26 53-16,26-26 15,0 26-15,-26-26 16,26-1 0,-52-25-16,-27-1 0,1-25 15,-27-27 1,-26-79 15,0 0-31,-26-78 0,-27-27 16,-25 0-16,-27 1 15,0 25-15,0 27 16,0 26 0,26 26-16,0 27 0,53 26 15,0-1-15,0 27 16,78 0 15,79-26-31,79 26 16,79-52-16,78 25 15,53-25 1,26-1-16,0 27 0,26-52 16,-52 51-16,-26-25 0,-53-1 15,-52 27-15,-53-26 16,-52 25-16,-53 1 15,-53 26-15,-25 0 16,-132 0 15,-78 26-31,-53 1 16</inkml:trace>
  <inkml:trace contextRef="#ctx0" brushRef="#br0" timeOffset="145516.6">18945 15271 0,'-27'0'15,"27"-26"1,0 79 15,0-1-31,0 27 16,27-1-16,-1-25 15,-26 26-15,26-27 16,0 1-16,1-1 16,-1 1-16,0-27 15,0 0-15,1-26 16,-1 0-16</inkml:trace>
  <inkml:trace contextRef="#ctx0" brushRef="#br0" timeOffset="146286.67">19469 15324 0,'0'-26'15,"-26"26"32,26 52-16,0-26-31,0 0 16,0 27-16,0-27 16,0 0-16,0 1 0,0-1 15,0 0-15,26 0 16,1 1-16,-1-27 16,26 0-16,27 0 15,-26 0-15,25 0 16,-25 0-16,-1 0 15,-25 0-15,-27-27 16,0 1-16,0-26 16,-27 25-1,-25 1-15,-1-26 0,-52 25 16,53 1-16,-27 0 16,27 0-16,25 0 15,27-1 1,0 1-1,27 26-15,51-26 16,1-27-16,26 53 16,-26-26-16,0 26 15,-1 0-15,-25 0 16,-1 0-16,-26 26 16,1 27-16,-1-27 0,-26 27 15,0-1-15,0-26 16,0 27-16,26-27 15,-26 0-15,26 27 16,27-27-16,-1-26 16,1 26-16,-1-26 15,1 0-15,-1 0 16,1 0-16,-27 0 16,0 0-16,0-26 15,-26-27-15,27 1 0,-27-1 16,0 1-1,0-27-15,-53 27 16,1-1-16,-1 27 0,-25 0 16,25 26-16,1 0 15,-27 0-15,26 26 16,1 0-16,-1 27 16</inkml:trace>
  <inkml:trace contextRef="#ctx0" brushRef="#br0" timeOffset="146554.04">21201 15376 0,'26'0'31,"1"0"-31,25 0 15,1-26-15,25 0 16,1 26-16,26-26 16,-26-1-16,-27 27 15,1 0-15,-53-26 16,26 26-16,-78 0 16</inkml:trace>
  <inkml:trace contextRef="#ctx0" brushRef="#br0" timeOffset="146773.82">21437 15061 0,'-26'0'15,"26"53"17,26-1-17,27 1-15,-27 26 16,0-27-16,1 0 0,-1 27 15,0-26 1,-26-27-16,0 26 0,0-25 16,26-1-16,1 0 15,-1-26-15</inkml:trace>
  <inkml:trace contextRef="#ctx0" brushRef="#br0" timeOffset="147435.15">22093 15245 0,'-26'0'0,"26"-26"15,0 0-15,0-1 16,26-25-16,1 26 16,25-1-1,1 1-15,-1 26 0,-26 0 16,27 0-16,-27 0 15,0 0-15,1 53 16,-1-1-16,-26 1 16,0 25-16,-26-25 15,-1-1-15,-25-26 16,26 27-16,-1-27 0,1-26 16,52 0 46,53 0-62,0-52 16,26 25-16,-27-25 15,1 0-15,0-1 16,-27 27-16,-52 0 16,27-1-16,-27 1 0,0 0 31,-27 26-31,1 0 15,26 26 32,0 27-47,0 25 16,26-51-16,27 25 16,-1 0-16,27-25 15,0 25-15,-1-26 16,-25 1-16,-1-1 15,-25-26-15,-27 26 16,-27 0 0,-51 1-1,-1-27-15,-26 26 16,26-26-16,1 0 16,-1-53-1</inkml:trace>
  <inkml:trace contextRef="#ctx0" brushRef="#br0" timeOffset="147639.22">22881 15114 0,'52'-26'16,"27"-1"-16,26 1 16,0-26-16,26 25 15,-26-25-15,-26 26 16,-1-1-16,-51 1 15,-1 0-15,-52 26 32,-79 0-17,-27 26-15</inkml:trace>
  <inkml:trace contextRef="#ctx0" brushRef="#br0" timeOffset="148310">19994 17685 0,'-26'0'16,"26"53"-1,52-1 1,27 1-16,0-1 15,26 1-15,0-27 16,-26 26-16,-27-52 16,0 0-16,-25 0 15,-27-26 1,0-26 0,0-27-16,-53-26 15,1 0-15,-27-26 16,-26 26-16,0 26 15,0 0-15,0 1 16,0 52-16,53-1 16,-1 1-16,53 0 15,79 26 1,52-53 0,53 27-16,52-26 0,26-27 15,27 26-15,0-25 16,52-1-16,-53 0 15,1 1-15,-53 25 16,-26 1-16,-79 25 16,-26 1-16,-78 26 15,-27-26-15,-79 78 32,-52 27-17,-27 0-15</inkml:trace>
  <inkml:trace contextRef="#ctx0" brushRef="#br0" timeOffset="148551.6">20913 17161 0,'0'52'15,"78"27"1,-25-27 0,-1 27-16,1 0 0,-1-1 15,-26-25-15,27-1 16,-27-25-16,0 25 16,-26-26-16,53 1 15,-27-27 1</inkml:trace>
  <inkml:trace contextRef="#ctx0" brushRef="#br0" timeOffset="149336.26">21700 17370 0,'-79'0'0,"53"-26"15,0 26-15,26-26 16,0 0-16,0-1 15,0-25-15,52 0 16,27 25-16,-27 1 16,27 26-16,-27 0 15,1 0-15,-1 0 16,-25 0-16,25 53 16,-26-1-16,-26 27 0,0-27 15,0 1-15,-26-1 16,-26 1-16,-1-27 15,1 26-15,-1-25 16,1-1-16,26-26 16,52-26 31,0-1-47,0 27 15,0-26-15,27 26 16,26-26-16,-1 26 15,27-26-15,-26-1 16,0 1-16,-27 0 0,27 0 16,-27-27-16,-25 27 15,-1-27-15,0 1 16,-26 26-16,0-27 16,0 27-16,0 0 15,-26 26 1,0-26-16,-1 26 15,1 0 1,0 0-16,0 0 16,26 52-16,0-26 15,0 27-15,0-27 16,26 26-16,53 1 0,-27-27 16,1 0-1,25 1-15,27-1 0,-26-26 16,0 26-16,-1-26 15,1 26-15,-26-26 16,-27 27-16,0-1 16,-26 0-16,0 0 15,0 1-15,-52-1 16,-1 0-16,-26 0 16,1-26-16,25 0 15,-25 0-15,25 0 16,1 0-1,25-26-15,1-26 0,0-27 0</inkml:trace>
  <inkml:trace contextRef="#ctx0" brushRef="#br0" timeOffset="149571.78">22644 17134 0,'-26'-26'0,"0"26"15,105-26 16,52-27-31,0 27 16,26-26-16,-25-1 0,-1 1 16,-52-1-1,-1 27-15,-51 0 0,-54 26 47,-51 0-47,-27 52 16,-27 27-16,-51-27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4T04:06:42.488"/>
    </inkml:context>
    <inkml:brush xml:id="br0">
      <inkml:brushProperty name="width" value="0.05292" units="cm"/>
      <inkml:brushProperty name="height" value="0.05292" units="cm"/>
      <inkml:brushProperty name="color" value="#C00000"/>
    </inkml:brush>
  </inkml:definitions>
  <inkml:trace contextRef="#ctx0" brushRef="#br0">19627 3254 0,'0'26'31,"0"26"-15,0 1-16,0 25 15,0 1-15,26 0 16,0 26-16,-26-26 15,0 26-15,27-27 16,-27 1-16,26-27 0,-26 1 16,0-1-16,0-25 15,0-1-15,-53-26 16</inkml:trace>
  <inkml:trace contextRef="#ctx0" brushRef="#br0" timeOffset="205.12">18918 3805 0,'79'-27'0,"26"27"16,26 0-16,0-26 0,53 0 15,-26 26-15,-1-26 16,-52 26-16,0-27 15</inkml:trace>
  <inkml:trace contextRef="#ctx0" brushRef="#br0" timeOffset="472.54">19732 3070 0,'0'-26'16,"0"52"31,0 26-32,0-25-15,0 25 16,0-26-16,0 1 15,-26-27-15,26 26 0,-27-26 16</inkml:trace>
  <inkml:trace contextRef="#ctx0" brushRef="#br0" timeOffset="802.2">19627 3122 0,'0'-26'16,"0"0"-1,26 26-15,0 0 16,1 0-16,25 0 15,1 26-15,25 0 16,-25 1-16,25-1 16,-25 0-16,-1-26 15,-25 0-15,-27-26 32,0-27-17,0 27-15,0-26 16,0 25-16,0 1 15,0 0 1,0 52 31,0 0-47,0 27 16,26-1-16,-26 27 0,26-26 15</inkml:trace>
  <inkml:trace contextRef="#ctx0" brushRef="#br0" timeOffset="1006.9">20388 3516 0,'0'-26'0,"0"52"62,0 0-62,0 27 16,0-27-16,26 0 16,-26 0-16,26 1 15</inkml:trace>
  <inkml:trace contextRef="#ctx0" brushRef="#br0" timeOffset="1242.76">20440 3490 0,'0'-27'0,"0"1"15,27 26 17,25 0-32,-26 0 15,0 0-15,27 0 16,-27 0-16,0 0 15,1 0-15,-1 0 16,-26 26 0</inkml:trace>
  <inkml:trace contextRef="#ctx0" brushRef="#br0" timeOffset="1446.43">20519 3647 0,'26'0'32,"0"0"-32,27-26 15,-1 26-15,-25 0 16,25 0-16,-26 0 16,1-26-16</inkml:trace>
  <inkml:trace contextRef="#ctx0" brushRef="#br0" timeOffset="1620.26">20571 3778 0,'27'0'15,"-1"0"-15,26 0 16,1 0-16,-1 0 15,1 0-15,-1-26 16,1 26-16</inkml:trace>
  <inkml:trace contextRef="#ctx0" brushRef="#br0" timeOffset="3482.94">19863 4618 0,'0'-26'0,"0"-1"16,0 1 0,-26 26-1,0 0 1,-1 0-16,-25 0 16,-1 26-16,1-26 15,26 27-15,-1-1 16,27 0-16,0 0 15,53-26-15,-1 27 16,1-1 0,26 0-16,-1 0 0,-25-26 15,25 27-15,-51-1 0,-1-26 16,-26 26 0,-26 0-1,-53-26 1,0 0-1,-26 0-15,0 0 0,0 0 32,0 0-32</inkml:trace>
  <inkml:trace contextRef="#ctx0" brushRef="#br0" timeOffset="4193.84">17606 3673 0,'0'-26'15,"0"52"16,0 27-15,0 26-16,27-27 16,-1 1-16,0-1 15,27-26-15,-27 0 16,0-26-16,0 0 16,1 0-16,-1-26 31,0-26-31,0 26 0,-26-27 15,27 27-15,-27 0 16,26 26 0,0 26-1,26 0 1,-25 27-16,25-27 16,1 26-16,-1-26 15,-26-26-15,1 27 16,-1-27-16,0 0 0,0 0 15,1-53 1,-27 27-16,0-53 16,0 27-16,0-27 15,0 27-15,-53-27 16,27 53-16,0-1 16,-1 1-16,1 26 15,0 0 1,0 0-16</inkml:trace>
  <inkml:trace contextRef="#ctx0" brushRef="#br0" timeOffset="7610.69">12096 8948 0,'-26'0'0,"0"0"16,26-27 46,26 27-46,0-26 0,0 26-16,1 0 15,-1-26-15,0 26 16,-26 26 15,0 0-15,0 1-1,0-54 32,0 1-31,0 0 0,-26 26 46,78 0 313,1 0-359,25 26-16,-25-26 15,26 0-15,-1 0 16,1 26-16,0-26 0,26 0 16,26 0-16,-26 0 15,26 0-15,-26 0 16,0 0-16,0 0 15,-26 0-15,-1 0 16,27 0-16,0 0 16,27 0-16,-1 0 15,26 0-15,1 0 16,-1 0-16,1 27 16,-27-27-16,0 0 15,0 0-15,27 0 0,-27 0 16,0 0-1,0 0-15,27 0 0,-27 0 16,0 0-16,-26-27 16,0 27-16,0 0 15,0 0-15,-26 0 16,-1 0-16,-25 0 16,25 0-16,-25 0 15,26 0-15,-1 0 16,27 0-16,0-26 15,-26 26-15,0 0 16,26 0-16,0 0 0,0 0 16,-27 0-16,1 0 15,0 0-15,-27 0 16,-26 0-16,27 0 16,-27 0-16,-52 0 78,-53-26-78,-78 26 15</inkml:trace>
  <inkml:trace contextRef="#ctx0" brushRef="#br0" timeOffset="8099.68">10522 7845 0,'0'-26'31,"52"26"-15,1 0 0,25-26-16,1 26 15,26 0-15,0 0 16,0 0-16,-26 0 15,26 26-15,-53 0 16,1-26-16</inkml:trace>
  <inkml:trace contextRef="#ctx0" brushRef="#br0" timeOffset="8490.62">11125 7767 0,'0'26'47,"0"0"-32,0 27-15,0-1 16,0 1-16,0-1 16,0 1-16,0-1 15,0 1-15,0-1 16,0-26-16,0 1 0,0-1 15,0 0-15,0 0 16,-26 0 0,-27 1-1,27-27-15,-26 0 16,-1 0-16,-25 0 16,-1 0-16,26 0 15,-25-27-15,25 1 16,27 26-16,0-26 15,78 26 1</inkml:trace>
  <inkml:trace contextRef="#ctx0" brushRef="#br0" timeOffset="8957.86">14195 7898 0,'0'-26'0,"0"52"47,0 26-47,-26 27 16,0 0-16,-27-27 15,27 1-15,0-1 16,0 1-16,26-27 16,-27-26-16,54 0 62,25 0-62,1 0 16,-1 0-16,27 0 15,-1 0-15,1 0 16,0 0-16,-27 0 16,27 0-16,-26 0 15,-1 0-15,1 0 16,-27 0-16,0 0 15</inkml:trace>
  <inkml:trace contextRef="#ctx0" brushRef="#br0" timeOffset="9228.11">14563 8082 0,'-27'0'15,"27"-27"-15,0 54 63,0 25-63,0 27 15,0-27-15,0 1 16,0-1-16,0 1 0,27-1 16,-27-26-1,26 1-15,-26 25 0,26-26 16,-26 1-16,0-1 15</inkml:trace>
  <inkml:trace contextRef="#ctx0" brushRef="#br0" timeOffset="9621.69">14956 8187 0,'0'-27'15,"0"1"-15,-26 26 47,26 26-31,-26 1-16,26 25 16,0-26-16,0 27 15,0-27-15,0 26 16,26-25-16,0-1 0,0 0 15,1-26 1,25 26-16,-26-26 0,1 0 16,25 0-16,-26 0 15,1-26-15,-1 0 32,0-27-32,-26 27 0,0-26 0,0-1 15,0 1 1,-52 26-16,-1-1 0,1 1 15,25 0-15,-25 26 16,26 0-16,-27 0 16,27 26-16,0 0 15</inkml:trace>
  <inkml:trace contextRef="#ctx0" brushRef="#br0" timeOffset="10281.48">15350 8187 0,'26'0'31,"0"0"-15,1 26-1,-1 26-15,-26 1 0,26-27 16,-26 0-16,0 0 15,0 1-15,0-1 16,-26-52 47,0-1-63,-1 1 15,27-26-15,0 26 16,0-1-16,27 1 15,-1 26-15,26 0 0,1 0 16,-1 0 0,1 0-16,-27 26 15,26 1-15,-25 25 16,25-26-16,-52 0 16,26 1-16,-26-1 15,0-79 48,0 27-63,27-26 15,-27-1-15,52 27 16,-26-26-16,1 25 0,25 27 16,-26-26-16,27 26 15,-27 0-15,0 0 16,0 26-16,27 1 15,-27-1-15,-26 0 16,26 27-16,-26-27 16,0 26-16,0-26 15,0 27-15,0-27 16,0 0-16,0 1 16,0-1-16</inkml:trace>
  <inkml:trace contextRef="#ctx0" brushRef="#br0" timeOffset="10691.83">17921 7924 0,'0'-26'31,"0"52"1,0 0-17,0 1-15,27 25 16,-27 1-16,26-1 15,0-26-15,0 27 16,0-1-16,-26-25 0,27 25 16,-27-26-16,26 0 15,-26 1-15,26-1 16,-26 0 0</inkml:trace>
  <inkml:trace contextRef="#ctx0" brushRef="#br0" timeOffset="11099.53">18577 8055 0,'-26'0'31,"-26"27"-15,-1-1-16,-26 0 16,27 0-16,-1 1 15,1-1-15,26 0 16,-1-26-16,1 0 16,52 0 30,1 0-46,25 0 16,1 26-16,-1-26 16,1 27-16,-1-1 15,27 0-15,-27 0 16,27 0-16,-27 1 16,1-1-16,-1 0 15,1 0-15,-27 1 16,0-27-16,-26 26 15</inkml:trace>
  <inkml:trace contextRef="#ctx0" brushRef="#br0" timeOffset="13280.12">14589 2598 0,'-131'0'0,"26"0"15,26 0-15,53 0 0,104 0 32,54 26-32,51-26 15,53 26-15,53-26 16,26 0-16,26 0 16,-26 0-16,-26 0 0,-1 0 15,-78 0-15,-26 0 16,-79 0-16,-53 0 15,-25 0-15,-80 0 32,-26 0-17,-52 0-15,-26 0 16</inkml:trace>
  <inkml:trace contextRef="#ctx0" brushRef="#br0" timeOffset="13578.49">14117 2676 0,'-79'0'16,"26"0"-16,27 0 16,79 26-1,78-26-15,52 0 16,27 0-16,27 27 15,77-27-15,1 0 16,26 0-16,-26 0 16,0 0-16,-79 0 15,-26 0-15,-79 0 0,-52 0 16,-53 0-16,1 0 16,-54 0 30,-25 0-46</inkml:trace>
  <inkml:trace contextRef="#ctx0" brushRef="#br0" timeOffset="17026.66">12254 9000 0,'0'-26'16,"0"52"203,0 0-204,0 0-15,0 1 16,0-1-16,0 0 16,26 0-16,-26 1 15,0 25-15,0-26 0,0 27 16,0-1-16,0-25 16,0 25-1,0-26-15,0 27 16,0-27-16,0 0 0,0 27 15,0-27-15,0 0 16,0 27-16,0-27 16,0 26-16,0-25 15,0-1-15,0 0 16,0 0-16,0 1 16,0-1-16,0 0 15,0 0-15,26 1 16,-26-1-16,0 0 0,0 0 15,26 27-15,-26-27 16,26 27-16,-26-27 16,0 26-16,27-26 15,-27 27 1,0-27-16,0 27 0,0-27 16,0 26-16,0-25 15,0-1-15,0 0 16,0 0-16,26 27 15,-26-27-15,0 0 16,0 1-16,26-1 0,-26 26 16,26-26-1,-26 27-15,0-27 0,27 0 16,-27 27-16,0-27 16,0 0-16,0 27 15,0-27-15,0 0 16,0 1-16,0-1 15,26 0 1,-26 27-16,0-27 0,0 0 16,0 0-16,0 27 15,0-27-15,0 0 16,26 27-16,-26-27 0,0 0 16,0 0-16,0 1 15,0 25 1,0-26-16,0 27 0,26-27 15,-26 27-15,0-1 16,27 1-16,-27-1 16,0 1-16,26-1 15,0 0-15,-26 1 16,26-27-16,1 27 16,-27-1-16,26 1 0,-26-27 15,26 26 1,-26 1-16,26-27 15,-26 27-15,0-27 0,0 0 16,0 0-16,0 1 16,0-1-16,27 0 15,-27 0 1,0 0-16,0 1 16,0-1-16,0 0 15,0 0-15,0 1 16,0-1-1,-53-26 32</inkml:trace>
  <inkml:trace contextRef="#ctx0" brushRef="#br0" timeOffset="17703.04">11860 13566 0,'26'-27'0,"-26"1"0,26 26 16,-26 26 31,0 1-31,0 25-16,0 1 15,27-1-15,-27 1 16,0-27-16,26 26 15,-26-25-15,0-1 16,0 0-16,0 0 16,26-26 62,0 0-63,27 0-15,26 0 16,-1 0-16,1-26 16,26 0-16,0 26 0,0-26 15,-26-1 1,-1 27-16,-25-26 0,-1 0 16,-25 26-16,-1 0 15,-26-26-15,0-1 16,-53 1-1</inkml:trace>
  <inkml:trace contextRef="#ctx0" brushRef="#br0" timeOffset="18473.5">9236 11204 0,'-26'-26'0,"26"0"16,0-1-1,0 1-15,0 0 16,52 0-16,-26-1 16,27 1-16,-27 26 15,27 0-15,-27 0 16,26 0-16,-25 0 15,-1 26-15,-26 27 16,26-1-16,-26 1 16,0-1-16,0 27 15,0-26-15,-52-1 16,-1-26-16,1 27 0,-1-27 16,-26-26-16,53 26 15,-26 0-15,25-26 16,1 27-1,52-27 32,27 0-31,26 0-16,26 0 16,-27 0-16,1 0 0,0 0 15,0-27-15,-27 27 16,0 0-1,1 0-15,-27-26 0</inkml:trace>
  <inkml:trace contextRef="#ctx0" brushRef="#br0" timeOffset="18930.54">9997 11283 0,'-26'0'62,"26"26"-30,0 0-32,0 27 15,0-27-15,0 27 16,0-27-16,0 26 15,0-26-15,26 1 16,0-27-16,0 26 16,1-26-16,25 0 15,1 0-15,-27-26 0,26-1 16,1 1-16,-27 0 16,0 0-1,-26-27-15,0 27 0,0-26 16,0 25-16,0 1 15,-52 0 1,26 0-16,-1-1 0,-25 27 16,26 0-16,-1 0 15,1 0-15,0 0 16,0 27-16,26-1 0,0 0 16,0 0-1,0 1-15</inkml:trace>
  <inkml:trace contextRef="#ctx0" brushRef="#br0" timeOffset="19669.25">10574 11283 0,'0'-26'0,"0"52"47,0 0-31,0 0-16,0 27 15,0-27-15,0 0 16,0 1-16,0-1 16,0 0 15,0-52 16,0 0-47,0-27 15,0 27-15,0-27 16,26 27-16,-26 0 31,27 0-31,-1-1 0,0 27 16,-26 27-1,26-27 1,1 52-16,-1-26 16,0 27-16,0-27 15,-26 0-15,27 27 16,-27-27-16,0 0 16,0-78 46,0 26-46,0-27-16,26 1 15,0 25-15,0 1 16,1 0-16,-1 0 16,0 26-16,26 0 15,-25 0-15,25 0 0,-26 0 16,27 0-1,-27 26 1,0 0-16,1 27 0,-27-27 0,0 26 16,0 1-16,0-1 15,0-26 1,-27 1-16,1 25 0,0-26 16,-27 1-16,27-27 15</inkml:trace>
  <inkml:trace contextRef="#ctx0" brushRef="#br0" timeOffset="23410.9">18551 2493 0,'-79'-27'0,"27"27"16,-1 0-16,1-26 15,26 26-15,-1 0 0,54 0 47,104 0-47,53 0 16,78 26-16,53-26 16,52 0-16,1 0 15,25 0-15,1 0 16,-1 0-16,-52 0 15,1 0-15,-80 0 16,-78 0-16,-27 0 16,-78 0-16,-53 0 0,-52 0 31,-27 0-15,-52 0-16</inkml:trace>
  <inkml:trace contextRef="#ctx0" brushRef="#br0" timeOffset="25816.18">12201 4644 0,'-26'0'63,"-27"0"-63,1 0 15,26 0-15,-1-26 16,1 0-1,26-1-15,0 1 16,0 0 0,26 26 15,1 0-31,-1 0 0,0 0 16,0 0-16,1 26 15,-1 0-15,-26 1 16,0-1-1,-26-26 1,-27 26 0,1-26-16,-1 0 15,27 0-15,0 0 16,-1 0-16,27-26 16,0 0-16,27-1 15,25 27 1,-26 0-16,1 0 0</inkml:trace>
  <inkml:trace contextRef="#ctx0" brushRef="#br0" timeOffset="27137.22">11991 4618 0,'0'-26'16,"0"52"46,0 0-46,0 0-16,0 1 16,0 25-16,0-26 15,0 1-15,0 25 16,0-26-16,-26 27 16,26-1-16,0-25 0,-26 25 15,26 1-15,-27-1 16,27 0-16,0 1 15,-26-1-15,0-25 16,26 25-16,0 1 16,0-27-16,-26 26 15,26-25-15,0-1 16,-27 26-16,27-25 16,0 25-16,0-26 15,0 1-15,-26 25 0,26-26 16,0 0-1,0 27-15,0-27 0,0 0 16,-26 27-16,26-27 16,0 0-16,0 1 15,0 25-15,-26-26 16,26 1-16,0-1 16,0 0-16,0 0 15,0 1-15,0-1 16,0 0-16,0 0 0,0 1 15,0 25-15,0-26 16,-27 0 0,27 27-16,0-27 0,0 0 15,0 1-15,0 25 16,0-26-16,0 1 16,0-1-16,0 0 15,0 0-15,0 27 16,0-1-16,0-25 15,0 25-15,0 1 16,0-27 0,-26 26-16,26-26 0,0 1 15,0 25-15,0-26 0,0 1 16,0-1-16,0 0 16,0 0-16,0 1 15,0-1-15,0 0 16,0 0-16,0 1 15,0-1-15,0 0 16,0 0-16,0 1 16,0-1-16,0 0 15,0 0-15,0 27 16,0-27-16,0 0 0,0 0 16,0 27-1,0-27-15,0 0 16,0 1-16,0-1 0,0 0 15,-26 0-15,26 1 16,0-1-16,0 0 16,0 0-16,0 1 15,0-1-15,0 0 16,0 0 0,0 1-16,0-1 0,0 0 15,26 0-15,-26 0 16,26 1-16,-26 25 0,27-26 15,-1 1-15,-26 25 32,26-26-32,0 1 0,1 25 0,-1-26 15,0 1-15,0-1 16,1 0-16,-1-26 16,0 26-16,0 1 15,-26-1-15,27 0 16,-1 0-1,-26-78 32</inkml:trace>
  <inkml:trace contextRef="#ctx0" brushRef="#br0" timeOffset="28253.37">10154 4382 0,'0'-26'16,"0"78"31,0-26-32,0 27-15,0-1 16,0 1-16,0-27 16,0 0-16,0 0 0,-26-26 15,26-52 32,-26-1-31,26 1-16,0 0 15,0 25-15,0-25 16,0 26 0,26 26-16,0 0 15,1 0 1,25 26-1,1 26-15,-27 1 0,26-27 16,-26 26-16,1-25 16,-1 25-16,-26-26 15,0-52 48,0-26-48,0-1-15,0 1 16,0-1-16,0 27 0,26 0 16,0 26-16,1 0 15,-1-26-15,0 26 16,0 0 0,27 26-16,-27 0 15,0 0-15,1 1 16,-1 25-16,0-26 15,-26 0-15,0 1 16,0-1-16,0 0 16,0 27-16,-26-27 15</inkml:trace>
  <inkml:trace contextRef="#ctx0" brushRef="#br0" timeOffset="28786.97">9183 6087 0,'-26'-26'16,"0"-26"-16,26 25 0,0 1 16,0 0-16,0 0 15,0-1-15,52 27 16,-25-26-16,25 26 15,-26 0-15,27 0 0,-27 0 16,0 26 0,1 1-16,-27-1 0,0 26 15,0 1-15,-27-1 16,-25-25-16,-1 25 16,1-26-16,-1 1 15,1-1-15,26-26 16,0 26-16,78-26 62,0 0-62,27 0 16,0-26-16,0 26 16</inkml:trace>
  <inkml:trace contextRef="#ctx0" brushRef="#br0" timeOffset="29212.13">9682 5956 0,'-26'0'0,"26"26"62,0 1-62,0 25 16,0 1-16,0-27 15,0 26 1,0-25-16,26-1 0,0 0 16,1 0-16,-1-26 15,0 27-15,26-27 16,1 0-16,-27 0 15,27-27-15,-27 1 0,-26 0 16,26 0 0,-26-27-16,0 1 15,0-1-15,0 1 0,-26 25 16,0 1-16,-1 0 16,1 26-16,0 0 15,0 0-15,-1 0 16,-25 0-16,26 0 15,-27 0-15</inkml:trace>
  <inkml:trace contextRef="#ctx0" brushRef="#br0" timeOffset="29903.72">10154 6009 0,'0'-27'15,"27"27"1,-1 27 31,-26 25-31,0-26-16,0 1 15,0-1-15,0 0 16,0-52 46,0-27-46,0 27-16,0 0 0,0 0 16,0-1-16,0 1 15,26 26-15,0 0 16,1 0-1,-1 0 1,0 0-16,0 0 16,0 53-16,1-27 0,-1 0 15,0 27-15,-26-27 16,26 0-16,-26 0 16,0 1-1,0-54 32,0 1-47,0 0 16,0-27-16,0 27 0,0-26 15,53 25-15,-27 1 16,0 0-16,27 26 16,-27-26-16,27 26 15,-27 0 1,26 26-16,1 0 0,-1 0 15,1 27-15,-27-27 16,0 27-16,-26-27 16,0 26-16,-26 1 15,-79-1-15,0 1 16</inkml:trace>
  <inkml:trace contextRef="#ctx0" brushRef="#br0" timeOffset="38318.04">12017 3306 0,'-26'0'0,"26"-26"62,26 26-62,27 0 32,26 0-32,-1 0 0,27 0 0,0 0 15,0 0-15,-26-26 16,0 26-16,-53 0 16</inkml:trace>
  <inkml:trace contextRef="#ctx0" brushRef="#br0" timeOffset="38464.37">12149 3358 0,'-27'0'0,"54"0"32,25 0-17,27 27-15,-1-27 16,27 0-16,-26 0 15,0 0-15</inkml:trace>
  <inkml:trace contextRef="#ctx0" brushRef="#br0" timeOffset="42311.92">12070 4749 0,'0'-26'31,"52"26"32,27 0-63,26 0 0,52 0 16,53 0-16,0 0 15,26 0 1,27 0-16,-27 26 0,26-26 15,-25 0-15,-1 0 16,0 0-16,-26 0 16,-27 0-1,1 0-15,-26 0 0,-27 0 16,0 0-16,-26 0 16,0 0-16,-26 0 0,26 26 15,-27-26 1,1 0-16,-27 0 0,27 27 15,-53-27-15,27 0 16,-27 0 0,0 0 15,1 0-31,-1 0 16,0 0-16,27 0 15,-27 0-15,0 0 16,0 0-16,1 0 15,-27 26 95</inkml:trace>
  <inkml:trace contextRef="#ctx0" brushRef="#br0" timeOffset="42799.47">17396 4697 0,'0'-27'0,"0"1"15,0 0 1,0 78 46,0-25-46,0 25-16,27 1 16,-27-27-16,0 26 15,26-25-15,-26 25 16,0-26-16,0 1 16,0-1-16</inkml:trace>
  <inkml:trace contextRef="#ctx0" brushRef="#br0" timeOffset="43227.47">17423 4775 0,'0'-26'0,"26"26"31,0 0-15,0 0-16,27 26 15,26 27-15,-27-27 16,1 27-16,-1-27 15,1 0-15,-27 0 16,26 1-16,-25-27 16,25 26-16,-26-26 15,0 0-15,1 0 16,-27-53-16,26 27 16,-26-26-16,0-1 0,0-26 15,0 27-15,0 26 16,-26-27-16,26 27 15,0 0-15,0-1 16,-27 27 15,27 27 1,0-1-32,0 26 15,0 27-15,0-26 16,0-1-16,0 1 15,0-1-15,0 1 16,-26-27-16</inkml:trace>
  <inkml:trace contextRef="#ctx0" brushRef="#br0" timeOffset="43882.78">14458 3857 0,'0'-26'0,"0"52"47,-27 0-32,-25 27-15,-1-1 16,1-26-16,26 27 0,-1-27 16,27 0-16,-26-26 15,26 27-15,0-1 16,0 0-16,0 0 16,26 1-1,53-1-15,0-26 16,0 26-16,-1-26 15,27 0 1,0 0-16,-26 0 0,0 0 16,-53 0-16,0 0 15</inkml:trace>
  <inkml:trace contextRef="#ctx0" brushRef="#br0" timeOffset="44150.25">14589 4041 0,'-26'0'0,"26"-27"31,0 54 0,0 25-31,0 1 0,0-1 16,0 1-16,0-1 15,0 1-15,0-1 16,0-26-16,0 27 16,0-27-16,0 0 15,0 0 1,0 1-16</inkml:trace>
  <inkml:trace contextRef="#ctx0" brushRef="#br0" timeOffset="44559.49">14904 4067 0,'-27'-26'0,"1"26"16,0 0 46,26 26-62,0 0 16,-26 27-16,26-27 15,0 26-15,0 1 0,0-27 16,0 0-16,0 1 16,0-1-1,26-26 1,0 0-16,0 0 15,-26-26 1,27-1-16,-27-25 16,0 26-16,0-1 15,0-25-15,0-1 16,-27 27-16,-25-26 16,26 52-1,26-27-15,-26 27 0,-1 0 0,1 0 16</inkml:trace>
  <inkml:trace contextRef="#ctx0" brushRef="#br0" timeOffset="45297.98">15166 4067 0,'26'0'63,"-26"26"-63,0 0 0,0 1 15,0 25-15,0-26 16,0 1-16,0-1 16,0 0-1,0-52 63,-26 0-78,26-27 0,0 27 16,0-27-16,0 27 16,0 0-16,0 0 15,26 26 1,1 0-1,-1 0-15,26 0 16,-25 26-16,25 0 16,1 0-16,-27 27 15,26-27-15,-26 0 16,-26 1-16,27-1 0,-27 0 16,0-52 77,0-27-93,26 27 16,-26-26-16,26 25 16,27 1-16,-27 0 15,0 0-15,0 26 16,1 0-1,25 0-15,-26 0 0,53 0 16,-26 26-16,-1 26 16,1-25-16,-27 25 15,0-26-15,-26 27 16,0-1-16,0-25 16,-79 25-16,1 1 15,-54-1-15</inkml:trace>
  <inkml:trace contextRef="#ctx0" brushRef="#br0" timeOffset="55669.35">18052 4329 0,'53'-52'0,"-1"-1"16,1 1-16,-1 26 15,-52-1-15,0 1 16,0 0 0,-26 0-16,-53-1 0,-52 27 15,-52 0-15,-54 27 16,-25 25-16,0 53 16,-27 0-16,53 26 15,26 0-15,52 27 0,54-1 16,51 1-16,53-1 15,0-26-15,105 1 16,52-1-16,53-26 16,79-26-16,26-27 15,26-26-15,26-26 16,1 0-16,-27-26 16,-53-53-16,-25 1 15,-53-27 1,-27-27-16,-78-25 0,0-53 15,-52 0-15,-53-26 16,-26-26-16,-106 25 0,-51 28 16,-53 77-16,-53 27 15,-78 53-15,-1 52 16,-52 0-16,27 79 16,-1-1-16</inkml:trace>
  <inkml:trace contextRef="#ctx0" brushRef="#br0" timeOffset="57106.43">12778 11965 0,'-78'0'0,"-27"0"16,26 0-16,-26 0 0,-26 26 15,26 27-15,0 26 16,-26 25-16,52 28 16,0-1-16,0 0 15,79 0-15,-26 0 16,26-26-16,26 0 16,27-26-16,52-26 15,0-1-15,52-52 0,1 26 16,25-26-16,-25-26 31,52-26-31,-53-27 0,1-26 0,-27 26 16,-52-26-16,-27 0 15,-26 0-15,-26-26 16,-78 0-16,-54 0 16,1 26-16,-26 26 15,-1 53-15,27 0 16,52-1-1,1 27-15,25 0 0,27 0 0</inkml:trace>
  <inkml:trace contextRef="#ctx0" brushRef="#br0" timeOffset="57374">12726 12149 0,'0'-26'31,"52"-27"-31,27-26 16,26 1-16,26-27 15,-26 0-15,26-27 16,-26 1-16,0 0 31,-52-26-31</inkml:trace>
  <inkml:trace contextRef="#ctx0" brushRef="#br0" timeOffset="57609.88">13854 10679 0,'0'-26'0,"0"0"16,0-53-16,53 0 0,25 1 15,27-27-15,-26 0 16,26 0-16,0-26 16</inkml:trace>
  <inkml:trace contextRef="#ctx0" brushRef="#br0" timeOffset="57845.75">15114 9000 0,'52'-79'0,"27"1"16,0-1-16,-1 0 15,27 0-15,0 1 16,-26-27-16,0 26 15,-1 0-15,-25 1 16</inkml:trace>
  <inkml:trace contextRef="#ctx0" brushRef="#br0" timeOffset="58002.39">16058 8003 0,'0'-26'0,"0"-1"15,53 1-15,-1-26 16,27-1-16,-27 1 16,27-1-16,0-25 15,0 25-15,-1-26 16</inkml:trace>
  <inkml:trace contextRef="#ctx0" brushRef="#br0" timeOffset="58190.79">17108 6953 0,'0'-52'0,"26"26"16,0-27-16,27 1 16,-27-1-16,27 27 15,-1-27-15,0 1 16,-25 26-16</inkml:trace>
  <inkml:trace contextRef="#ctx0" brushRef="#br0" timeOffset="58363.77">17659 6324 0,'0'-27'0,"-26"1"16,26 0-16,0 0 15,0-27-15,52 27 16,1-27-16,-1 27 15,1 0-15,25-27 16,-25 27-16</inkml:trace>
  <inkml:trace contextRef="#ctx0" brushRef="#br0" timeOffset="58882.59">18420 5458 0,'26'-27'0,"27"1"15,25-26-15,-25-1 16,25 27-16,1-53 16,26 53-16,-26-53 15,0 53-15,-27-26 16,27-1-16,0 1 15,-1-1-15,-25 27 16,-1 0-16,-26-1 16</inkml:trace>
  <inkml:trace contextRef="#ctx0" brushRef="#br0" timeOffset="59306.82">19050 4670 0,'52'-26'0,"-26"0"16,53 0-16,-26-1 15,25 1-15,-25 0 16,25 0-16,-25 0 16,-1 26-16,1-27 15,-27 27-15,0 0 16,1 27 46,-1 25-62,26 0 0,1 1 16,-1-27 0,1 0-16,-1 1 0,-26-1 15,1 0-15,-1 0 16,-26 1-16,0-1 16,0 0-16,-26 27 15</inkml:trace>
  <inkml:trace contextRef="#ctx0" brushRef="#br0" timeOffset="60517.38">865 7452 0,'-52'26'0,"26"-26"16,0 26-16,78-52 31,27-26-31,26-27 16,52-26-1,27-26-15,26 26 0,26-26 16,0 26-16,26 26 16,-25-26-16,-27 26 15,-27 1-15,-52 25 16,-26 27-16,-26 0 15,-53 26-15,1 0 16,-27 26 0,-79 26-1,-52 53-15,-27 0 16</inkml:trace>
  <inkml:trace contextRef="#ctx0" brushRef="#br0" timeOffset="60800.2">892 7714 0,'52'-52'0,"27"-27"16,78-26-16,53-26 16,53 0-16,52 0 15,-1-27-15,28 27 16,-1-27-16,-53 27 15,1 0-15,0 0 0,-80 52 16,-51 27-16,-53-1 16,-79 53-16,0 0 15,-52 0 1,-53 0 0,-52 53-16,-26 25 15,-1 27-15</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4T04:09:57.700"/>
    </inkml:context>
    <inkml:brush xml:id="br0">
      <inkml:brushProperty name="width" value="0.05292" units="cm"/>
      <inkml:brushProperty name="height" value="0.05292" units="cm"/>
      <inkml:brushProperty name="color" value="#92D050"/>
    </inkml:brush>
    <inkml:brush xml:id="br1">
      <inkml:brushProperty name="width" value="0.05292" units="cm"/>
      <inkml:brushProperty name="height" value="0.05292" units="cm"/>
      <inkml:brushProperty name="color" value="#C00000"/>
    </inkml:brush>
  </inkml:definitions>
  <inkml:trace contextRef="#ctx0" brushRef="#br0">14930 5668 0,'-26'-27'0,"26"1"16,0 0-1,0 52 17,0 27-17,0-1-15,0 1 16,0 25-16,0 1 15,0 0-15,0 26 0,0 0 16,0 26 0,0-26-16,0 26 0,0-26 15,0 0-15,0 26 16,0-26-16,26 26 16,-26-26-16,26 26 15,-26 1-15,0-1 16,0 0-16,0 26 15,0-25-15,0 25 16,0-26-16,-26 27 16,26 25-16,0-25 0,0 25 15,0-25 1,0 26-16,0-1 16,0 1-16,0 0 0,0-1 15,0 1-15,0 0 16,0-1-16,0 1 15,26 26-15,-26-26 16,26-1-16,-26 27 16,27-26-16,-27 0 15,0 25-15,0-25 16,0 26-16,0-26 16,0-1-16,0 1 0,0 26 15,0-26-15,0-1 16,0 27-16,0-26 15,0 26-15,0-26 16,0-27 0,26 27-16,0-53 0,0 26 15,-26-52-15,27 0 16,-1-26-16,-26 0 16,0-27-16,26-26 15,-26-52 1,0-53-1</inkml:trace>
  <inkml:trace contextRef="#ctx0" brushRef="#br0" timeOffset="1385.42">7452 10574 0,'-27'0'15,"1"0"-15,79 0 78,52 0-78,52 27 16,79-27-16,79 0 16,52 0-16,80 0 15,25 0-15,53 0 16,52 0-16,0 0 16,53 0-16,52-27 15,27 27 1,-1 0-16,1 0 0,-1 0 0,-26 0 15,-52 0-15,-26 0 16,-53 0-16,-27 27 16,-78-27-16,-52 0 15,0 0-15,-27 0 16,-52 0-16,-27 0 16,-25 0-16,-27 0 15,-26 0-15,0 0 16,-26 0-16,-1 0 0,-25 0 15,-1 0 1,1 0-16,-27 0 0,-26 0 16,0 0-16,-27 0 15,-25 0-15,-1 0 16,-25 0 0,-54 0 15,-51-27-16,-27 27-15</inkml:trace>
  <inkml:trace contextRef="#ctx0" brushRef="#br0" timeOffset="2359.67">15087 4461 0,'0'-27'0,"-26"54"63,26 25-48,-26 27-15,0-1 16,26 1-16,0 0 16,-27 0-16,27-27 0,0 1 15,-26-27-15,26 0 16</inkml:trace>
  <inkml:trace contextRef="#ctx0" brushRef="#br0" timeOffset="2563.14">15087 4487 0,'0'26'47,"0"26"-47,53 1 15,-1-1-15,27 27 16,0-53-16,0 27 16,-1-1-16,1-25 15,0-1-15,-27 0 16,1 0-16,-27-26 16</inkml:trace>
  <inkml:trace contextRef="#ctx0" brushRef="#br0" timeOffset="2814.53">15875 4303 0,'0'-52'0,"0"25"16,0 1-16,0 52 47,0 27-47,0 26 15,0 26-15,0-27 16,0 27-16,0-26 0,-27 0 16,27-1-16,0 1 31,-26-26-31</inkml:trace>
  <inkml:trace contextRef="#ctx0" brushRef="#br0" timeOffset="3646.19">22671 9184 0,'0'-53'15,"0"1"-15,0 25 16,0 1 0,0 52 15,0 27-15,0 26-16,0 26 15,0-27-15,26 1 16,-26 0-16,0 0 15,0-27-15,0 0 0,0-25 16,0-1-16</inkml:trace>
  <inkml:trace contextRef="#ctx0" brushRef="#br0" timeOffset="3865.32">22618 9105 0,'0'-26'0,"0"-1"16,0 1 0,53 0-16,-1 26 15,1-26-15,52 26 0,-27 0 16,1 0-16,-27 0 16,27 0-16,-53 0 15,27 26-15,-27-26 16,-26 26-16</inkml:trace>
  <inkml:trace contextRef="#ctx0" brushRef="#br0" timeOffset="4055.32">22697 9315 0,'-26'26'16,"78"-26"-1,1 26 1,25-26-16,27 0 15,0 0-15,-26 0 16,-27 0-16,1-26 16,-27 26-16,0 0 15,-26 26 1,-52 1-16</inkml:trace>
  <inkml:trace contextRef="#ctx0" brushRef="#br0" timeOffset="4243.64">22749 9630 0,'0'26'0,"27"-26"16,25 0-1,53 26-15,0-26 16,0 0-16,26 0 16,-52-26-16,0 26 15,-1-26-15,-51 26 16,-1 0-16,-26-26 15</inkml:trace>
  <inkml:trace contextRef="#ctx0" brushRef="#br0" timeOffset="5250.14">15665 16085 0,'0'-27'0,"0"1"16,26 0-16,-26 0 15,0 0-15,-26 26 47,-27 0-47,-26 0 0,1 52 16,-1 0-16,27 1 15,25-1-15,27 1 16,0-1-16,53-25 16,26 25-16,-1-26 0,27 1 15,0-1 1,-26 0-16,-27 0 0,1-26 15,-27 27-15,0-27 16,-26 26-16,0 0 16,-52 0-1,-27-26-15,-26 27 16,0-27-16,-26 0 16,26 0-16,-26-27 15,26 1-15,0-26 16,26-1-16,0 1 0,27-1 15</inkml:trace>
  <inkml:trace contextRef="#ctx0" brushRef="#br0" timeOffset="6476.14">6376 10391 0,'0'-27'0,"-26"-25"16,26 26-16,0 0 15,0-1-15,0 1 16,-27 26 15,27 26-31,-26 27 16,26-1-16,-26 27 15,26 0-15,0-1 16,0-25-16,0-27 16,26 27-1,0-53-15,1 26 16,-1-26-1,0-53 1,27 1 0,-27-1-16,26 1 15,-25 26-15,-1-27 16,0 53-16,0-26 16,0 52 15,-26 27-31,53-1 15,-27 1-15,27-27 16,-27 26-16,0-25 16,27-27-16,-27 26 15,0-26 1,0 0 0,27-26-1,-27-1-15,0-25 16,1-1-16,-27-25 15,0-27-15,0 26 16,0 0-16,0 27 16,0-1-16,0 1 0,-27 26 15,1-1-15,0 27 16,0-26-16,-1 26 31,1 53-15,-26-27-16</inkml:trace>
  <inkml:trace contextRef="#ctx0" brushRef="#br1" timeOffset="13715.46">9708 10627 0,'-26'0'15,"26"-26"126,26 26-125,27 0 15,-1 0-31,1 0 15,25 0-15,1 0 16,0 26-16,-27-26 16,27 0-16,-26 0 15,25 0-15,-25 26 0,-1-26 16,27 0-16,-27 0 16,1 0-16,-1 0 15,1 0-15,26 0 16,-27 0-16,27 0 15,-27 0-15,27 0 16,-27 0-16,1 0 16,26 0-16,-27 0 15,1 0-15,-1 0 16,1 0-16,-1 0 16,1 0-16,-1 0 0,-26 0 15,27 0 1,-1 0-16,27 0 0,-27 0 15,1-26-15,26 26 16,-27 0-16,27 0 16,-27 0-16,-25 0 15,-1 0-15,26 0 16,-26 0-16,1 0 16,-1 0-16,26 0 15,-25 0-15,25 0 16,1 0-16,-1 0 15,27 0-15,-27 0 0,1-26 16,-1 26-16,-25 0 16,25 0-16,0 0 15,-25 0-15,25 0 16,1 0-16,25-27 16,-25 27-16,-1 0 15,1 0-15,-27 0 16,27 0-16,-27 0 15,26 0-15,-26 0 16,27 0-16,-27 0 16,0 0-16,1 0 15,25 0-15,-26 0 16,27 0-16,-27 0 0,27 0 16,-1 0-16,1 0 15,-1 0-15,1 0 16,-27 0-1,0 0-15,26 0 0,-25 0 16,-1 0-16,26 0 16,-25 0-16,25 0 15,-26 0-15,27 0 16,-27 0-16,0 0 16,1 0-16,-1 0 15,0 0-15,0 0 16,1 0-16,-1 0 15,0 0 1,0 0 0,1 0 15,-1 0-15,0 0-16,0 0 15,0 0-15,1 0 16,-80 0 93,-25 0-93</inkml:trace>
  <inkml:trace contextRef="#ctx0" brushRef="#br1" timeOffset="14656.91">10889 9577 0,'-26'0'16,"26"-26"15,26 26-31,0 0 15,1-26-15,-1 26 16,26 0-16,-26 0 0,53-26 16,-26 26-16,-1 0 15,1 0-15,-1 0 16,-26 26 0,1-26-16,-27 26 0,0 0 15,0 27-15,0-27 16,0 0-16,-53 0 15,1 1-15,-1 25 16,1-52-16,25 26 16,1 1-16,-26-1 15,25 0 1,27 0-16,0 1 0,53-27 16,-1 26-16,27-26 15,0 0-15,0 26 16,-27-26-16,1 26 15,-27-26-15,0 27 32,-26-1-32,-26 0 15,0-26 1,-1 0-16,-25 0 16,-1 26-1,1-26-15,-27 0 0,27 0 16,-1 0-16,27 0 15,0-26-15,-1 26 0,27-26 16,0 0-16,27 26 16</inkml:trace>
  <inkml:trace contextRef="#ctx0" brushRef="#br1" timeOffset="15096.99">11755 9761 0,'0'-26'0,"26"-1"0,-26 1 32,0 52 15,-26 1-32,26 25-15,-26-26 16,26 27-16,0-27 15,0 27-15,0-27 16,0 26-16,26-25 16,26-27-16,-25 26 15,25-26-15,-26 0 0,27 0 16,-1 0-16,-25 0 16,-1-26-16,26-1 15,-52 1-15,27-26 16,-27-1-16,0-26 15,0 27-15,-27 26 16,-25-27 0,26 27-16,-1 26 0,27-26 15,-52 26-15,26 0 16,-1 0-16,1 26 16,0 0-16,26 0 15,-26 1-15</inkml:trace>
  <inkml:trace contextRef="#ctx0" brushRef="#br1" timeOffset="15851.71">12463 9735 0,'0'-27'16,"27"54"-1,-27-1 1,0 0-16,0 27 16,0-27-16,0 0 15,0 27-15,0-27 16,0 0 0,0-52 62,-27-27-78,27 27 31,0-26-31,0 25 0,0 1 16,27 0-16,-1 0 15,-26-1-15,52 27 16,-25 0-1,25 0-15,-26 0 16,1 0-16,-1 0 16,26 27-16,-25-1 15,-27 0-15,26 0 16,-26 27-16,0-27 16,0 0-16,0 1 15,0-54 48,0-25-48,0 26-15,0-27 16,0 1-16,26 25 16,0 1-16,1 0 15,-1 26 1,26 0-16,-26 0 15,1 0-15,-1 0 16,0 0-16,0 26 0,1 0 16,-1 1-16,-26-1 15,0 26-15,0-25 16,0-1-16,0 0 16,-26 27-16,-27-27 15,1 0-15,25-26 16</inkml:trace>
  <inkml:trace contextRef="#ctx0" brushRef="#br1" timeOffset="20778.06">9787 10548 0,'0'-26'188,"0"0"-173,0-1-15,0 1 16,0-26-16,0 25 0,26-25 16,0 0-16,-26-27 15,0 26-15,27-25 16,-27 25-16,0-26 15,0 27-15,0-27 16,0 27-16,0-27 16,0 27-16,0-27 15,-27 0-15,1 27 16,26-1-16,0-26 16,0 27-16,0-1 0,0 1 15,0-27 1,26 27-16,-26-1 0,0 1 15,27-27-15,-27 27 16,26-1-16,-26 1 16,26-1-16,-26 1 15,0-27-15,0 26 16,0-25-16,26 25 16,-26-25-16,0-1 15,0 0-15,0 0 16,0 1-16,0 25 15,0-26-15,0 27 16,0-27-16,0 27 0,0-1 16,0 1-16,0-27 15,0 27-15,0-1 16,0 1-16,0 25 16,0-25-16,0 26 15,0 0-15,0-27 16,-26 27-16,26 0 15,0-1-15,0-25 16,0 26-16,0-27 16,0 1-16,0 25 15,0 1-15,0 0 0,0-27 16,0 27-16,0 0 16,0 0-16,0-1 15,0 1-15,0 0 16,0 0-16,-26 0 15,-27 52 142,1 26-157</inkml:trace>
  <inkml:trace contextRef="#ctx0" brushRef="#br1" timeOffset="21548.28">6979 7898 0,'0'-26'15,"0"-1"-15,27 1 16,51 0-16,-25 0 16,-1-1-16,1 27 15,-27-26-15,0 26 0,0 0 16,1 26-1,-27 1-15,0 25 16,0-26-16,0 27 16,0-1-16,-27 1 15,-25-27-15,-1 0 16,27 1-16,0-1 16,78-26 30,1 0-46,-1 0 0,27 26 16,-26-26-16,-27 26 16,26 1-16,-52-1 15,27 0-15,-27 0 16,0 1-16,0-1 16,-27-26-16,-25 0 15,26 26-15,-27-26 16,1 0-16,-1 0 15,1 0-15,-1 0 16,27-26-16,26 0 16,-26-1-1,26 1-15,0-26 0</inkml:trace>
  <inkml:trace contextRef="#ctx0" brushRef="#br1" timeOffset="21972.45">7819 7793 0,'0'-26'15,"-26"52"32,0 0-31,26 0-1,0 1 1,0-1 0,26-26-16,26 26 15,1-26-15,-1 26 16,1-26-16,-1 0 16,1 27-1,-1-27-15,1 26 0,-27 0 0,0 0 16,0 1-16,-26-1 15,0 0-15,0 0 16,-52 1 0,-1-1-16,1 0 15,-27-26-15,0 0 16,27 0-16,-1 0 16,27 0-16,0-52 15,0-1-15</inkml:trace>
  <inkml:trace contextRef="#ctx0" brushRef="#br1" timeOffset="22145.9">7845 7793 0,'0'-26'0,"26"-1"31,53 27-31,26-26 16,-26 0-16,0 26 15,-1 0 1,-25 0 0,-27 0-16</inkml:trace>
  <inkml:trace contextRef="#ctx0" brushRef="#br1" timeOffset="22758.79">8396 7688 0,'27'0'31,"-1"0"0,0 26-31,0 0 16,0 27-16,27-27 15,-27 27-15,-26-27 16,0 0-16,0 0 16,0 1-16,0-54 46,0-25-30,0-1-16,0 1 16,0 26-16,0-27 15,0 27-15,26 0 16,1 26-16,-1 0 16,0 0-16,0 0 15,1 0-15,-1 0 16,0 26-16,27 26 0,-27-25 15,0-1 1,0 26-16,-26-25 0,27-1 16,-27 0-1,0-52 32,0-27-31,0 1-16,0 26 15,0-27-15,26 27 16,0 0 0,27 26-16,-1 0 15,0 0-15,-25 0 16,51 26-16,-51 0 16,25 0-16,-26 1 15,-26 25-15,0-26 16,0 27-1,-26-27-15,-26 27 0,-1-27 16</inkml:trace>
  <inkml:trace contextRef="#ctx0" brushRef="#br1" timeOffset="25394.8">10049 6586 0,'-26'-26'0,"0"26"15,0-27 1,52 27 124,53 0-140,-1 27 16,27-27-16,0 0 16,26 26-16,-26-26 15,27 26-15,-27-26 16,0 0-16,26 0 16,0 0-16,-26 0 15,26 0-15,27 0 16,-27 0-16,26 0 15,1 0-15,-1 0 16,0 0-16,-25 0 16,-1 0-16,-26 0 0,0 0 15,-26 0-15,25 0 32,-25 0-32,26 0 0,0 0 0,-26 0 15,26 0-15,-53 0 16,27 0-16,-27 0 15,1 0-15,-1 0 16,-25 0-16,25 0 16,-26 0-16,27 0 15,-1 0-15,1 26 16,26-26-16,-27 0 0,0 0 16,-25 0-16,25 0 15,-26 0-15,1 0 16,25 0-16,-26 0 15,27 0-15,-1 0 32,1 0-32,-1 0 0,-25 0 0,25 0 15,-26-26-15,1 26 16,-1 0 0,0 0-16,0 0 31,0 0-31,1 0 15,-1 0-15,0 0 0,0 0 16,1 0-16,-1 0 16,0 0-1,-52 0 63,-27 0-78,-52-26 16</inkml:trace>
  <inkml:trace contextRef="#ctx0" brushRef="#br1" timeOffset="26290.69">11099 5668 0,'-26'-27'0,"26"1"16,52 0 0,1 0-16,25 26 0,1-27 15,-26 27-15,-1-26 16,1 26-16,-27 0 16,0 0-16,0 26 15,-26 1-15,0 25 16,0-26-16,0 27 15,-26-1-15,-26 1 16,-1-27-16,1 0 16,-1 0-16,27 1 15,0-1-15,-1-26 16,27 26-16,0 0 16,0 1-1,27-1-15,-1 0 16,53 0-16,-27-26 15,1 27-15,-1-1 16,1 0-16,-27 0 16,0 1-16,-26-1 15,0 0-15,0 0 16,-26-26 0,-27 0-16,1 27 0,-27-27 15,27 0 1,-27 0-16,26 0 0,1 0 15,-1 0-15,1-27 16,52 1-16,0 0 16,0 0-16,0-1 15</inkml:trace>
  <inkml:trace contextRef="#ctx0" brushRef="#br1" timeOffset="26761.9">12017 5877 0,'0'-26'0,"0"52"63,0 1-48,-26 25-15,0 1 16,26-1-16,0-26 16,0 27-16,0-27 15,0 27-15,26-53 0,0 26 16,27 0-16,-1-26 16,-25 0-16,25 0 15,1 0-15,-27 0 16,26-26-16,-26 0 15,1-1-15,-1 1 16,-26-26-16,0-1 16,0 1-16,0 25 15,-53-25-15,1 26 16,26-1-16,0 1 16,-27 26-16,27-26 15,0 26-15,-1 0 0,1 0 16,0 0-16,0 26 15,-1 0-15,27 1 16</inkml:trace>
  <inkml:trace contextRef="#ctx0" brushRef="#br1" timeOffset="27501.24">12700 5982 0,'0'27'78,"0"-1"-62,0 26-16,0-25 15,0 25-15,0-26 16,0 1-16,0-1 16,0-52 31,0-1-32,0 1-15,-27-26 16,27 25-16,0 1 15,0 0-15,0 0 16,27 26 0,-1-27-16,26 27 0,-25 0 15,-1 0-15,26 0 16,-25 0-16,25 0 0,0 27 16,-25-1-1,-1 26-15,0-25 0,0 25 16,-26-26-16,0 1 15,0-1 1,0-52 47,0-1-63,0-25 15,0-1 1,0 27-16,0-26 0,27 25 15,25 27-15,-26 0 0,1-26 16,-1 26-16,26 0 16,-25 0-16,25 26 15,-26 1-15,27 25 16,-27 1 0,0-27-16,-26 26 0,0-25 15,0 25-15,-26 1 16,-53-27-16,1 26 15,-1-25-15</inkml:trace>
  <inkml:trace contextRef="#ctx0" brushRef="#br1" timeOffset="30159.7">17738 3411 0,'-79'0'0,"-26"-26"16,26 26-16,0 0 0,27 0 16,0 0-16,25 0 15,27-27 17,53 27-17,25 0 1,80 0-16,26 0 0,26 0 15,-1 0-15,28 27 16,-27-27-16,-53 0 16,-26 0-16,-78 0 15,-1 0-15,-104 0 32,-80 26-32,1-26 0,-26 0 15,-1 26-15,-25-26 16,25 26-16,-25-26 15,51 0-15,-25 27 16,26-27-16,52 0 16,53 0-16,0 26 15,78-26 1,27 0-16,78 0 16,1 0-16,25 0 15,1 0-15,0 0 16,-1 0-16,-51 0 15,-28 0-15,-25-26 0,-53 26 16,-52 0 0</inkml:trace>
  <inkml:trace contextRef="#ctx0" brushRef="#br1" timeOffset="37751.06">15087 4539 0,'0'26'172,"0"1"-172,0-1 15,0 0 1,0 27-16,0-27 0,-26 26 16,26-25-16,0-1 15,0 26-15,0-25 16,0-1-16,0 26 15,0-25-15,0 25 16,0-26-16,0 27 16,0-27-16,0 0 15,0 0 1,0 27-16,0-27 0,0 0 16,0 1-16,0-1 0,0 0 15,0 0 1,0 1-16,-26-1 0,26 0 15,0 0 1,0 1-16,0-1 0,-26 0 16,26 0-1,0 1 1,0-1 0,0 0-16,0 0 15,0 1 1,0-1-16,0 0 15,0 0-15,0 0 16,-27-26-16,27 27 16,0-1-1,0 0 1,0 0 0,0 1-1,0-1 1,0 0-1,-26-26 1,26 26-16,0 1 0,0-1 16,0 0-1,0 0 1,0 1 0,0-1-1,0 0 1,0 0-1,0 1 1,0-1 0,0 0-1,0 0 1,0 1-16,0-1 16,0 0-1,0 0 1,0 0-1,0 1 1,0-1-16,-26 0 16,26 0-1,0 1 1,0-1 0,0 0 30,0 0 33,-26-52 436,26 0-499,0 0-16,-27-1 15,27 1-15,0 0 16,-26-27-16,26 1 16,0 26-16,0-27 0,0 27 15,0-26-15,0-1 16,0 27-16,0-27 16,0 1-16,0 26 15,0-27-15,0 27 16,0-27-16,0 27 15,0 0-15,0 0 16,0-1 0,0 1-16,0 0 15,0 0-15,0-27 16,0 27-16,0 0 16,0 0-16,0-27 0,26 27 15,-26 0-15,0-1 16,0 1-1,0 0-15,0 0 16,0-1 0,0 1-16,0 0 15,0 0-15,27-27 16,-27 27-16,0 0 16,0-1-16,0 1 15,0 0-15,0 0 16,0 0-16,0-1 0,0 1 15,0 0-15,0 0 16,0-1-16,0 1 16,0 0-16,26 0 15,-26-27-15,0 27 16,0 0-16,0-27 16,0 27-16,0 0 15,0-1-15,0-25 16,0 26-16,0-1 15,0 1-15,0 0 0,0 0 16,0 0-16,0-1 16,0 1-16,26 26 15,-26-26 1,0 0 15,0-1-15,26 1-1,-26 0-15,0 0 16,27 52 109,-27 26-109,26 27-16,0 0 15,0-27-15,1 27 16,-27 26-16,0-26 16,0-1-16,0 1 0,0 0 15,0-27-15,0 1 31,-27-1-31,27 1 0,-26-27 0,26 0 16,0 0-16,-26-26 16,26-26 46,0-26-46,0-53-16,0 26 15,0-26-15,0-26 16,0 26-16,0 0 0,0 26 16,0-26-16,0 53 15,0 26-15,0-1 16,0 1-16,0 105 62,0 0-62,-26 25 16,26 1-16,-27 0 16,27 0-1,0 0-15,-26 0 0,0 0 0,0 0 16,-1 0-16,27-26 16,0 0-16,-26-1 15,26 1-15,0 0 16,0-1-16,0 1 15,53-53-15</inkml:trace>
  <inkml:trace contextRef="#ctx0" brushRef="#br1" timeOffset="38285.5">15822 5353 0,'-26'-27'0,"26"1"16,0 52 46,0 27-62,-26-1 0,26 27 16,0-26-16,0-1 16,0 1-16,0-1 15,0-26-15,0 1 16,0-1-16,0 0 15,-27-26-15,27 26 16</inkml:trace>
  <inkml:trace contextRef="#ctx0" brushRef="#br1" timeOffset="38867.33">16216 5536 0,'-27'0'0,"1"-26"47,26 0-31,-26 0-16,26-1 0,0 1 15,0 0 1,0 0-16,0-1 0,52 1 16,-25 26-16,25 0 15,1 0-15,-1 0 16,1 0-16,-1 0 16,1 26-16,-27 27 15,0-27-15,0 27 16,-26-1-16,0 1 15,-52-1-15,-1 1 16,-25-27-16,25 26 16,-26-25-16,27-1 0,26-26 15,-1 26-15,1-26 16,52 0 62,27 0-78,26 0 16,26 0-16,0-26 15,0 26-15,-27 0 16,1 0-16,-53 0 0,0 0 16,1 0-1,-27-26 1</inkml:trace>
  <inkml:trace contextRef="#ctx0" brushRef="#br1" timeOffset="39574.04">16977 5458 0,'-27'0'0,"27"26"62,0 26-46,0-25-16,0 25 16,0-26-16,0 1 15,0-1-15,0 0 16,0-52 46,0 0-62,0-27 0,0 27 16,0-27-16,0 1 16,0 26-16,0-1 15,27 1 1,25 26-16,-26 0 15,27 0-15,-1 0 16,1 0-16,-1 0 16,-25 26-16,-1 27 15,0-27-15,-26 27 16,26-1-16,-26 1 0,0-27 16,0 26-16,0-25 15,0-54 48,0-25-48,0-1-15,0 1 16,0-1-16,0 1 16,53 26-16,-27-1 15,26 27-15,-25 0 0,-1 0 16,26 0-1,1 0-15,-1 53 0,-25-27 16,25 27-16,-26-1 16,-26 27-16,0-27 15,0 1-15,-26-1 16,-53 1 0,1-27-16,-27 26 0</inkml:trace>
  <inkml:trace contextRef="#ctx0" brushRef="#br1" timeOffset="55284.88">14956 4461 0,'0'-27'0,"-26"27"16,26 27 93,26-27-93,0 0-16,1 0 31,-1-27-31,0 1 16,-26 0 0,0 0 15,-52 26-16,-27 0-15,26 0 16,1 0-16,0 26 16,-1-26-16,27 0 15,0 26-15,26 0 16,0 1 0,26-1-1,0-26-15,0 26 16,27-26-16,-27 0 15,0 0-15,27 0 16,-27 0-16,26 0 16,-25-26-16,-1 0 15,0-1-15,-26 1 16,0 0 0,-26 26-1,0 0 1,-1 0-1,1 0 1,0 26 0,0-26-16,-1 26 0,27 1 15,-26-27-15,26 26 16,-26-26-16,26 26 16,26-26 15,0 0-31,27 0 15,-27 0-15,0 0 0,1 0 16,-1 0 0,0-26-16,0 0 0,1-1 15,-27 1-15,0 0 16,0 0 0,-27 26-1,1 0-15,-26 0 16,25 0-16,-25 0 15,-1 0-15,1 0 16,26 0-16,0 26 16,-1-26-16,27 26 15,-26-26-15,26 26 0,0 1 16,0-1 0,26-26-16,1 26 15,25-26-15,-26 0 16,27 0-16,-27 0 15,26 0-15,-25 0 16,25 0-16,-26-26 16,1 26-16,-27-26 15,0-1 1,-27 27 15,1 0-31,-26 0 16,25 0-16,-25 0 15,26 0-15,-1 0 16,1 0 0,26 27-16,0-1 31,0 0-15,26-26-1,1 0-15,-1 0 16,0 0-16,0 0 0,1 0 15,25 0-15,-26-26 16,1 26-16,-1-26 16,0-1-16,0 27 15,-78 0 48,-1 0-48,1 0-15,-1 0 16,1 0-16,26 0 16,26 27 109,0-1-125</inkml:trace>
  <inkml:trace contextRef="#ctx0" brushRef="#br1" timeOffset="56848.9">14536 10469 0,'-26'27'0,"0"-27"15,26 26-15,-26-26 16,26 26-16,0 0 31,26-26-15,26 0-16,-25 0 15,-1 0 1,0 0-16,0 0 16,-26-26-16,27 0 15,-27 0-15,0-1 16,0 1-1,-27 26 1,27-26-16,-26 26 16,0 0-16,0 0 15,-1 0 1,27 26 0,0 0-1,0 1-15,0-1 16,53-26-16,-53 26 15,26-26-15,0 26 0,1-26 16,-1 0 31,-26-26-31,0 0-16,0 0 15,0 52 63,0 0-62,0 0 0,26-26-1,0 27-15,1-27 16,-1 0-1,0 0 1,-26-27 0,26 27-16,0-26 15,-26 0-15,0 0 32,-52 26-32,26 0 15,-27 0 1,27 0-16,0 0 0,0 26 15,26 0 1,0 0 15</inkml:trace>
  <inkml:trace contextRef="#ctx0" brushRef="#br1" timeOffset="58387.11">10338 7163 0,'-26'0'0,"26"-26"16,26 0 0,26 26-16,27-26 15,-26 26-15,-1 0 16,-26 26-16,27 26 16,-27 1-16,-26-1 15,0 27-15,0-27 16,-26 27-16,0 0 15,-27-27-15,1 27 16,52 0-16,-27-1 16,27 1-16,0 0 0,0 0 15,0-27 1,53 1-16,-27 25 0,27-51 16,-1-1-16,-26 0 15,1 0-15,-54 0 78,-25 1-78,-27-1 16,27 26-16,-27 1 16,26 26-16,27-1 0,0 27 15,26 27-15,0-28 16,52 1-16,27 27 15,-26-1-15,25-26 16,1 26-16,-26-26 16,-1 0-16,-26 0 15,-26 0-15,0 0 16,0 0-16,-26-27 16,-26 1-16,-1 0 15,1-27-15,25-25 16,1-1-16,0-26 15</inkml:trace>
  <inkml:trace contextRef="#ctx0" brushRef="#br1" timeOffset="59428.36">15114 4697 0,'0'-27'0,"26"1"16,26 26-16,1-26 31,-1 26-31,-25 0 16,-1 0-16,0 0 15,0 0 1,1 26 0,-27 0 46,0 1-46,-27-1-16,27 0 15,-26-26-15,0 26 16,26 1-16</inkml:trace>
  <inkml:trace contextRef="#ctx0" brushRef="#br1" timeOffset="60293.02">14668 6717 0,'0'53'31,"-53"-1"-15,1 1-16,-1-1 15,27 1-15,-27-27 16,27 26-16,0-25 16,26-1-16,0-52 46,0-27-30,26 1-16,0-1 16,27 1-16,-27 25 15,0 1-15,1 0 16,-1 26 0,26 0 15,1 26-31,26 0 15,25 27-15,1-1 0,0 1 16,0-1-16,0 1 16,-52-27-16,-1 26 15</inkml:trace>
  <inkml:trace contextRef="#ctx0" brushRef="#br1" timeOffset="61298.76">14248 10076 0,'-27'0'16,"27"-26"0,0 52 31,27 0-47,25 0 15,-26 1-15,27 25 16,-27-26-16,27 27 15,-1-1-15,-26 1 16,27-1-16,-27-26 16,0 1-16,1-1 15,-27 0 1,26-26-16,0-52 31,27-1-15,-1-26-16,27 1 15,-27-1-15,1 27 16,-1-1-16,-26 1 16,1 25-1,-27 1 110</inkml:trace>
  <inkml:trace contextRef="#ctx0" brushRef="#br1" timeOffset="61959.32">16085 8738 0,'-53'-27'0,"53"1"16,0 0-1,0 0-15,53 26 16,-1-27-16,0 27 16,-25 0-16,25 0 15,-26 0-15,1 0 0,-1 0 31,-26 27-31,0-1 0,0 26 16,0-25-16,0-1 16,0 26-16,-53-25 15,27-1-15,-26 0 16,25 0-16,1-26 16,0 27-1,0-27-15,26 26 0,0 0 16,26-26 15,0 26-31,27-26 16,-1 26-16,1 1 15,-1-27-15,-26 26 32,27 0-32,-53 0 15,0 1 1,-26-27-1,-27 26 1,1-26-16,-1 26 16,1-26-16,-1 0 15,1 0-15,-1 0 16,27 0-16,0 0 0,0-26 16,26 0-16,0-27 15,0 27-15</inkml:trace>
  <inkml:trace contextRef="#ctx0" brushRef="#br1" timeOffset="62431.33">16793 8606 0,'0'-26'0,"-26"26"63,-1 0-63,1 0 15,0 26-15,0 27 16,0-27-16,26 0 16,0 1-16,0 25 15,26-26-15,0 1 16,26-1-16,1 0 0,-1-26 15,1 0 1,-1 26-16,1-26 0,-1 0 16,1 27-16,-1-27 15,-25 26-15,-1-26 16,-26 26-16,26 0 16,-26 0-16,0 1 15,-26-1 1,-27-26-16,-25 26 15,25-26-15,-26 26 0,1-26 16,51 0-16,-25 0 16,26 0-16,-1 0 15,27-26-15,0 0 16</inkml:trace>
  <inkml:trace contextRef="#ctx0" brushRef="#br1" timeOffset="62682.4">16478 8633 0,'0'-27'0,"26"27"31,27 0-31,26 0 16,-1-26-1,1 26-15,0-26 0,-1 0 16,-25 26-16,-1-27 16,-25 27-1</inkml:trace>
  <inkml:trace contextRef="#ctx0" brushRef="#br1" timeOffset="63515.47">17292 8528 0,'0'-27'0,"26"27"0,0 27 62,-26 25-62,26 27 0,0-27 16,1 1-16,-1-1 16,0 1-16,-26-27 15,26-26-15,-26 26 16,0-52 31,0-26-47,0-1 0,0-26 15,0 27-15,0-1 16,0 1-16,0 26 16,53 26 30,-27 0-46,53 0 16,-27 26-16,1 26 16,-1 1-16,-25-27 15,-1 27-15,0-27 16,-26 26-16,0-25 16,0-1-1,0-79 32,0 1-47,0-1 16,0-25-16,0 51 15,0-25-15,0 26 16,26-1 0,1 27 15,-1 0-16,0 53-15,26-27 16,-25 27-16,25-27 16,-26 26-1,1-25-15,-27-1 0,26 0 16,-26 0 0,0 1-1,0-54 16,0 1-15</inkml:trace>
  <inkml:trace contextRef="#ctx0" brushRef="#br1" timeOffset="64128.09">18630 7845 0,'0'-26'16,"-26"-26"-16,-27 25 16,27 1-16,-27-26 15,-25 26-15,-1-1 16,-26 1-16,-26 0 0,-27 0 16,-52 26-1,0 0-15,-52 0 0,-27 0 16,1 26-16,-1 0 15,1 27-15,25-1 16,1 27-16,78-1 16,0 27-16,53 27 15,26-1-15,0 52 16,53 1 0,-1 26-16,27-26 0,26-1 15,0 1-15,26-26 16,53-1-16,52-26 15,27 0-15,25-26 0,27-26 16,0-26-16,53-27 16,-1-26-1,27 0-15,25 0 0,-25-26 16,-27-53-16,1 26 16,-27 1-16,0-27 15,-26 0-15,-26-26 16,-1 1-16,-25-28 15,-1 1-15,-52-26 16,0-27-16,-26-26 16,-53 26-16,-26-26 15,0 53-15,-52 0 0,-79 25 16,-53 27-16,-52 0 16,-27 27-16,-52 52 15,-26-1-15,0 27 16,0 0-1</inkml:trace>
  <inkml:trace contextRef="#ctx0" brushRef="#br1" timeOffset="65229.89">17449 4749 0,'0'-26'0,"0"-27"16,-53 1-16,-51 26 15,-28-27-15,-25 27 16,-27 0-16,-52 26 16,0 0-16,-26 52 15,-1 27-15,27 26 16,26 26-16,53 27 15,52 25-15,52 1 16,53-27-16,0 27 16,53-27-16,25 1 0,27-27 15,53-26-15,-27-26 16,53-27-16,-1 1 16,27-27-16,26-26 15,27 0-15,25-26 16,1-27-16,-27-25 15,1-27-15,-53 0 16,0-53-16,-53 1 16,-52-27-16,-26 0 15,-79 1-15,0 25 0,-105 1 16,-53 52 0,-52 0-16,-26 52 0,-26 1 15,-27 52-15,1 26 16,25 27-16,-25-1 15</inkml:trace>
  <inkml:trace contextRef="#ctx0" brushRef="#br1" timeOffset="66173.5">19574 13487 0,'-26'-52'16,"0"25"-16,26-25 15,-26 26-15,26-1 32,-27 54-1,27 25-31,-26 27 16,26 26-16,-26-27 15,26 1-15,-26-26 0,26-27 16,-27 26-16,27-25 15,-26-27 1,79 0 31,25 0-47,54-27 16,-1 27-16,0-26 15,0 0-15,-26 26 16,0-26-16,-52 26 15,-1 0-15,-26 0 0</inkml:trace>
  <inkml:trace contextRef="#ctx0" brushRef="#br1" timeOffset="66457.02">19942 13487 0,'-26'-26'16,"26"78"31,0 27-47,0 0 15,26 26-15,0-27 16,0 1-16,0 26 15,1-26-15,-27-27 16,26 27-16,-26-27 16,26 1-16,-26-27 15,26 0-15,-26 1 16,27-1 0,-1-26-16,0-26 0</inkml:trace>
  <inkml:trace contextRef="#ctx0" brushRef="#br1" timeOffset="67069.45">20519 13592 0,'0'-26'16,"0"-1"15,26 1 0,53 0-31,0-26 16,26 25-16,-27 1 15,1 26-15,-26-26 16,-27 26-16,26 0 16,-52-26-16,0-1 62,27 27-46,-27-26-16,0 0 31,-27 26 16,27 26 15,0 53-62,0 0 16,0-1-16,0 27 0,0-26 16,0 26-1,0-26-15,0-1 0,0 27 16,0-52-16,0 25 15,0-25-15,0-1 16,0 1-16,0-27 16,0 0-16,0 1 31,-26-27-15,-26-27-16</inkml:trace>
  <inkml:trace contextRef="#ctx0" brushRef="#br1" timeOffset="67289.57">20545 14222 0,'0'-27'15,"26"27"1,53-26 0,26 0-16,26-27 15,1 27-15,25-26 16,-26-1-16,-26 27 15,-26 0-15,-53 0 16,0-1-16,1 27 16,-54 0-1</inkml:trace>
  <inkml:trace contextRef="#ctx0" brushRef="#br1" timeOffset="67572.12">19312 15324 0,'-52'26'16,"52"0"-16,0 0 16,157-26-16,132-52 0,78-27 15,131-52 1,54 0-16,25-27 0,-26 27 15,-53 26-15,-78 0 16,-79 27-16,-105-1 16,-78 0-16,-79 53 15,-53-27-15,-105 53 16,-26 0 0,-52 0-16</inkml:trace>
  <inkml:trace contextRef="#ctx0" brushRef="#br1" timeOffset="68714.77">1469 10023 0,'-79'27'0,"27"-1"16,26-26 0,78-53-1,79-25 1,79-54-16,53 1 16,25 0-16,27 0 15,0-27 1,-53 27-16,-25 26 0,-28 0 15,-77 27-15,-80 51 32,-26 1-32,-52 52 31,-53 1-15,-26 25-16,-26 27 15</inkml:trace>
  <inkml:trace contextRef="#ctx0" brushRef="#br1" timeOffset="68975.55">1679 10023 0,'52'-52'15,"80"-27"-15,78-26 16,26 0-16,52-26 15,-25 26-15,-1-26 16,1 26-16,-27-26 16,-26 52-16,-79 0 15,-26 1-15,-53 51 16,-26 1-16,-26 0 16,-78 26-1,-27 26 1,0 0-16,0 27 15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4T04:18:59.734"/>
    </inkml:context>
    <inkml:brush xml:id="br0">
      <inkml:brushProperty name="width" value="0.05292" units="cm"/>
      <inkml:brushProperty name="height" value="0.05292" units="cm"/>
      <inkml:brushProperty name="color" value="#C00000"/>
    </inkml:brush>
  </inkml:definitions>
  <inkml:trace contextRef="#ctx0" brushRef="#br0">11624 9289 0,'-26'0'16,"-1"0"62,1 0-63,0 0 32</inkml:trace>
  <inkml:trace contextRef="#ctx0" brushRef="#br0" timeOffset="930.64">11493 9289 0,'-27'0'16,"1"0"-1,79 0 63,-1 0-62,27 0-16,-1 0 16,1 0-16,0 0 15,26 0-15,26 0 16,0 0-16,0 0 15,27-27-15,26 27 16,-1 0-16,-25-26 0,25 26 16,1-26-16,0 26 15,-27 0-15,1-26 16,-1 26-16,0 0 16,-25 0-16,-1-27 15,0 27-15,-26 0 16,0 0-16,0-26 15,0 26-15,26 0 16,-26 0-16,0-26 16,0 26-16,26-26 15,-26 26-15,26-27 16,-26 27-16,27 0 16,-1 0-16,-26-26 0,-27 26 15,27 0-15,-26 0 16,-26-26-16,25 26 15,-25 0-15,25 0 16,-25-26-16,-1 26 16,27 0-16,-26-26 15,-1 26-15,1 0 16,-1-27-16,1 27 16,-27 0-16,26 0 15,-26 0-15,27 0 0,-27 0 16,0 0-16,-26-26 109</inkml:trace>
  <inkml:trace contextRef="#ctx0" brushRef="#br0" timeOffset="1543.09">17816 8318 0,'0'-53'0,"0"27"16,27-26-16,-27-1 15,0 27-15,26-27 16,-26 27-16,26 26 15,-26-26 1,0 52 31,0 27-47,0 25 16,0-25-16,26 26 15,-26-1-15,0-25 0,27 25 16,-27 1-16,26 0 15,-26-27-15,0 1 16,0-27-16,0 0 16,0 1-16,26-27 15,-26-53 17</inkml:trace>
  <inkml:trace contextRef="#ctx0" brushRef="#br0" timeOffset="1857.25">17895 8187 0,'-26'0'0,"26"-27"0,0 1 16,0 0-16,26 26 15,27-26-15,25-1 16,1 27-16,0 0 15,-1-26-15,-25 26 16,-1 0-16,1 26 0,-27 1 16,-26-1-1,0 26-15,0 1 16,-26-1-16,-53 1 0,0 25 16,1-51-16,-1 25 15,0 1-15,1-27 16,25 0-16,1-26 15,25 0 1</inkml:trace>
  <inkml:trace contextRef="#ctx0" brushRef="#br0" timeOffset="2108.67">17816 8528 0,'27'0'15,"-1"0"1,0 0 0,27 26-16,25 0 0,-25 0 15,-1 1-15,27 25 16,0-26-16,-1 1 16,1-1-1,0 0-15,-27-26 0,27 26 0,-53-26 16,0 27-16,1-27 15,-27 26 1</inkml:trace>
  <inkml:trace contextRef="#ctx0" brushRef="#br0" timeOffset="3096.67">11361 8134 0,'0'-26'0,"-26"0"16,0-1-16,0 1 15,-27 0-15,27 26 16,-27 0-16,-25 0 0,-1 0 16,0 26-16,1 27 15,25-27-15,1 26 16,-1-25-16,53 25 15,0-26 1,0 1-16,0-1 0,26 0 16,27 0-16,-1-26 15,27 26-15,-26-26 16,25 27-16,1-27 16,-27 26-16,27 0 15,-26 0-15,-27 27 16,0-27-1,-26 0-15,0 1 16,0-1-16,0 0 16,-52 0-16,-1 1 15,-26-1-15,-26-26 16,-26 0-16,26 0 16,-26 0-16,26 0 15,26-26-15,27-1 16,-1-25-16,27 26 15,26-1-15,0-25 16</inkml:trace>
  <inkml:trace contextRef="#ctx0" brushRef="#br0" timeOffset="3898.54">14248 8239 0,'-53'-26'0,"1"0"16,26-1-16,26 1 15,-27 0-15,27 0 16,0-1-16,0 1 16,0 0-16,27 26 15,-1 0-15,0 0 16,26 0-16,1 0 15,-1 0-15,1 26 16,-27 0-16,0 27 0,1-1 16,-1 1-16,-26-27 15,0 27-15,-53-1 16,-25 0-16,-1-25 16,0 25-16,1-26 15,-1 1-15,53-1 16,-27-26-16,79 0 78,53-26-78,0-1 16,26 27-16,-27-26 15,27 26-15,-26 0 16,0 0-16,-27 0 15,-25 0-15</inkml:trace>
  <inkml:trace contextRef="#ctx0" brushRef="#br0" timeOffset="4290.99">14825 8134 0,'-26'0'0,"0"0"16,-1 0 15,1 26-15,26 1-16,0-1 0,0 26 15,0-25 1,0 25-16,0-26 0,0 27 16,53-27-16,-27 0 15,0 0-15,26-26 16,1 0-16,26 0 16,-27 0-16,1 0 15,-27 0-15,26-26 16,-52-26-16,27 25 15,-27-25-15,0 0 16,-27-1-16,-25 27 16,-27-27-16,27 53 15,-27-26-15,26 26 0,1 0 16,26 0-16,-27 0 16,27 53-16</inkml:trace>
  <inkml:trace contextRef="#ctx0" brushRef="#br0" timeOffset="5076.2">15612 8213 0,'0'-26'0,"0"52"47,0 0-32,0 0-15,0 1 16,26-1-16,1 0 15,-27 0-15,0 0 16,0 1 0,0-54 31,0-25-32,0 26-15,-27-27 16,27 27-16,0 0 15,0 0-15,0-1 16,27 27 15,25 27-15,1-1-16,-1 0 16,1 0-16,-27 1 15,26-1-15,-52 0 16,0 0-16,0 0 15,0-52 48,-26 0-47,26-26-16,0-1 15,0 1-15,26-1 16,1 27-1,25 0-15,1 26 0,-1 0 0,0 0 16,1 0 0,-1 26-16,1 26 0,-1-25 15,-25 25-15,-1 1 16,-26-1-16,0-26 16,0 27-16,-26-1 15,-53 1-15,26-1 16,-52 1-16</inkml:trace>
  <inkml:trace contextRef="#ctx0" brushRef="#br0" timeOffset="12903.96">8108 4093 0,'-27'0'16,"1"0"-16,26-26 15,-26 26 1,52 0 31,27 0-32,52 0-15,0 0 16,26 0-16,0 0 16,-26 0-16,-26 0 15,-27 0-15,1 0 16,-27 0-1,-52 0 32,-27 0-47,-26 0 16,1 0-16,-27 0 0,0 0 16,-26 0-1,-1 0-15,27 0 0,0 0 16,27 0-16,51 0 15,80 0 32,26 0-47,52 0 16,26 0-16,1 0 0,-1 0 16,1 0-16,-1-26 15,-52 26-15,-26 0 16,-27-27-16,-26 27 0,-52 0 47,0 0-32</inkml:trace>
  <inkml:trace contextRef="#ctx0" brushRef="#br0" timeOffset="14088.75">13356 4172 0,'-27'0'0,"1"0"16,79 0 31,25 26-47,1 0 15,52 1-15,-26-27 16,53 0-16,-1 0 16,-26 0-16,0 0 0,-26 0 15,-52 0-15,-27 0 16,0 0-16,-78 0 47,-53 26-32,0 0-15</inkml:trace>
  <inkml:trace contextRef="#ctx0" brushRef="#br0" timeOffset="14371.5">13277 4408 0,'-26'0'0,"52"0"31,26-26-16,53 26-15,0 0 16,26 0-16,27 0 16,-1 0-16,-25 0 15,-1 0-15,-26 0 16,-27 0-16,-25 0 16,-27 0-16</inkml:trace>
  <inkml:trace contextRef="#ctx0" brushRef="#br0" timeOffset="17113.66">10915 5773 0,'0'-27'0,"27"1"16,25 26 0,-26 0-16,27 0 15,-27 0-15,0 0 16,-26 26-1,0 1 1,-26-27-16,0 26 16,-1-26-16,1 0 15,0 0-15,0 0 16,0 0-16,-1 0 16,27-26-1</inkml:trace>
  <inkml:trace contextRef="#ctx0" brushRef="#br0" timeOffset="18353.58">11020 5773 0,'0'52'125,"0"-26"-109,0 0-16,0 1 16,0-1-16,0 26 15,0-25-15,0-1 16,0 26-16,0 1 16,0-1-16,0-25 15,0 25-15,0 1 16,0 25-16,0-25 0,0-27 15,0 26-15,0 1 16,0-1-16,0 1 16,0-27-16,0 27 15,0-1-15,0-26 16,26 27-16,-26-1 16,0-25-16,0 25 15,0 1-15,0-27 16,0 26-16,0 1 15,27-27-15,-27 0 16,0 27-16,0-27 16,0 0-16,0 0 15,0 1-15,0-1 0,0 0 16,0 0 0,0 1-16,0-1 0,26 0 15,-26 0 1,0 1-16,0-1 15,0 0 1,0 0-16,0 0 16,0 1-16,0-1 15,0 0 1,0 0-16,0 1 0,0-1 16,0 0-1,0 0-15,0 1 0,26-1 16,-26 0-16,0 0 15,0 1-15,0-1 16,26 0-16,-26 0 16,0 1-16,0 25 15,0-26-15,0 1 16,0-1 0,0 0-16,0 0 15,27 0-15,-27 1 16,0-1-16,0 0 15,26 0-15,-26 1 0,0-1 16,0 0 0,0 0-16,0 1 15,26-1-15,-26 0 16,0 0-16,0 1 16,0-1-16,0 0 15,26 0-15,-26 1 16,0-1-1,0 0-15,0 0 16,27-26 0,-27 27-16,0-1 15,0 0-15,0 0 16,0 0-16,0 1 16,0-1-1,0 0-15,0 0 16,0 1-1,26-27-15,-26 26 16,26-26 0,-26 26 15,0-52 31</inkml:trace>
  <inkml:trace contextRef="#ctx0" brushRef="#br0" timeOffset="19486.04">9551 5117 0,'79'0'62,"-27"0"-46,53 0-16,-26 0 15,-1 0-15,-25 0 16,-1 0-16,-25 0 16,-54 26 124,-25 26-140,-1 1 16,-25-1-16,25 1 15,1-1-15,-1-26 16,1 1-16,26-1 16,-1 0-16,1-26 15,52 0 79,27 0-94,26 0 16,25 0-1,-25 0-15,26 0 0,-26 0 16,0 0-16,-27-26 16,-26 26-16,1 0 15,-27-26-15,0 52 47,-27 0-47,-25 0 0</inkml:trace>
  <inkml:trace contextRef="#ctx0" brushRef="#br0" timeOffset="20225.68">8737 6927 0,'-26'0'16,"26"-26"-1,0 52 32,0 0-31,0 27-16,26-1 15,1 1-15,-1-1 0,0 1 16,0-1-16,-26 1 16,27-1-16,-27-26 15,0 27-15,0-27 16,0 0 15,26-26-31</inkml:trace>
  <inkml:trace contextRef="#ctx0" brushRef="#br0" timeOffset="20649.82">9105 7085 0,'-26'0'78,"26"26"-78,-27 26 16,27-26-16,-26 27 16,26-27-16,0 27 0,0-27 15,0 26-15,0-25 16,53-1-16,-1 0 15,-26-26 1,0 0-16,27 0 16,-27 0-16,0-26 15,27 0-15,-27-1 16,-26 1-16,26 0 16,-26-27-16,0 1 15,0 26-15,-26-27 16,0 27-16,-27 0 15,1 26-15,26-26 16,-1 26-16,1 0 16,26 26-1,0 0 1</inkml:trace>
  <inkml:trace contextRef="#ctx0" brushRef="#br0" timeOffset="21373.52">9472 7111 0,'0'-26'16,"26"26"31,-26 26-47,27 0 15,-27 26-15,26-25 16,-26 25-16,0-26 16,0 1-16,0-1 15,0-79 48,-26 27-63,26 0 15,0-27-15,0 27 16,0-26 0,26 26-16,26-1 15,1 27 1,-27 0 0,0 0-16,1 0 15,-1 27-15,0-1 16,0 26-16,0 1 15,-26-27-15,0 26 0,0-25 16,0-1-16,0 0 16,0 0-16,0-78 62,0 26-46,0-53-16,0 26 15,0 27-15,0-26 16,27 26-16,-1-1 0,26 1 16,-25 26-1,-1-26-15,0 26 0,0 0 16,1 0 0,-1 0-16,26 26 0,-25 27 15,-27-27-15,26 26 16,-26 1-16,0-1 15,0 1-15,-26-1 16,-1 1-16,-25-1 16,-1-26-16</inkml:trace>
  <inkml:trace contextRef="#ctx0" brushRef="#br0" timeOffset="34035.99">12254 3568 0,'-27'0'16,"27"-26"15,27 26-16,25 0-15,27 0 16,-1-26-16,1 26 16,0 0-16,-27 0 15,1 0-15,-1 0 0,1-26 16,-1 26-16,-25 0 16</inkml:trace>
  <inkml:trace contextRef="#ctx0" brushRef="#br0" timeOffset="34916.81">15376 3411 0,'-79'0'0,"1"0"15,51 0-15,-25 0 16,26 0-16,52 0 31,53 0-15,52 0-16,26 26 16,53-26-16,-26 0 15,26 0-15,26 0 16,-26-26-16,0 26 0,-27-26 15,-51 26-15,-54 0 16,1 0-16,-53-27 16,1 27-16,-54 0 47,-25 0-47</inkml:trace>
  <inkml:trace contextRef="#ctx0" brushRef="#br0" timeOffset="35513.62">17816 3358 0,'-26'0'15,"26"27"1,26-27-16,27 0 15,-1 0-15,53 0 16,0 26-16,0-26 0,26 0 16,1 0-16,-27 0 15</inkml:trace>
  <inkml:trace contextRef="#ctx0" brushRef="#br0" timeOffset="37693.73">11020 5720 0,'-26'0'47,"0"0"-32,0 0 17,78 0 93,0 0-125,1 0 15,26 0-15,-1 0 16,1 0-16,0 0 15,-27 0-15,1 0 0,-1 0 16,1 0-16,-27 0 16,26 0-16,-25 0 15,25 0-15,-26 0 16,27 0-16,-1 0 16,-25 0-16,-1 0 31,0 0-31,0-26 0,27 26 0,-1 0 15,-25 0-15,25 0 16,1 0-16,-1 0 16,-26 0-16,27 0 15,-27 0-15,0 0 0,27 0 16,-1 0 0,1 0-16,-1 0 0,1 0 15,25 0-15,-25-26 16,-1 26-16,-25 0 15,25 0-15,-26 0 16,0 0-16,1 0 16,25 0-16,-26 0 15,27 0-15,-27 0 16,27 0-16,-1 0 16,1 0-16,-1 0 15,-26 0-15,27 0 0,-27 0 16,26 0-16,-25 0 15,-1 0-15,26 0 32,1 0-32,-27 0 0,27 0 0,-27 0 15,26 0-15,-25 0 16,25 0-16,-26 0 16,1 0-16,-1 0 15,0 0 16,0 0-15,1 0 0,-1 0 15,0 0-15,26 0-16,-25 0 15,25 0-15,-26 0 16,1 0-16,-1 0 15,0 0 173,-78 0-16</inkml:trace>
  <inkml:trace contextRef="#ctx0" brushRef="#br0" timeOffset="39706.57">14589 5117 0,'0'-27'0,"-26"27"31,-1 27-16,27-1-15,-26 0 16,26 0-16,-26 27 16,26-1-16,0 1 15,0-27 1,0 26-16,26-25 0,0 25 16,1-26-16,25-26 15,1 27-15,-27-27 0,26 0 16,-25 0-16,25 0 15,-26-53-15,27 27 16,-27-27 0,-26 27-16,26-26 0,-26-1 15,0 1-15,0-1 16,-52 27-16,25 0 16,-25 0-16,-27-1 15,1 27-15,-1 0 16,-26 27-16</inkml:trace>
  <inkml:trace contextRef="#ctx0" brushRef="#br0" timeOffset="40472.91">12017 5012 0,'-26'0'15,"26"-27"-15,-26 27 16,26 27 31,0 25-32,0 1-15,0 25 16,0-25-16,0 25 0,0-25 16,0-1-1,0 1-15,0-27 0,0 0 16,0 1-1,26-27 1</inkml:trace>
  <inkml:trace contextRef="#ctx0" brushRef="#br0" timeOffset="40929.58">12385 5143 0,'0'-26'16,"-27"26"46,1 26-62,0 0 16,0 0-16,0 27 16,26-27-16,-27 26 15,27 1-15,0-1 16,0-25-16,27 25 0,-1-26 15,26 1-15,1-27 16,-1 26-16,1-26 16,25 0-16,-25 0 15,-27 0-15,27-26 16,-53-1-16,26 1 16,-26-26-16,0 25 15,0 1-15,-53 0 16,1 0-16,-1 26 15,1 0-15,-1 0 16,1 0-16,26 0 16,-27 0-16,27 0 15,26 26-15,-26 0 0,26 0 16,0 1-16,0-1 16,0 0-1,52-26-15</inkml:trace>
  <inkml:trace contextRef="#ctx0" brushRef="#br0" timeOffset="41652.51">12988 5221 0,'0'27'62,"0"25"-62,0-26 16,0 27-16,0-1 16,0-25-16,0-1 15,0 0 1,0-52 31,0-27-47,0 27 15,0-26-15,0 25 16,0 1-16,0 0 16,0 0-1,26 26-15,1 0 16,-1 0-16,0 0 15,0 0-15,1 0 16,-1 26-16,0 0 0,0 0 16,1 27-16,-1-27 15,0 0-15,-26 1 16,0-1 0,0-52 46,0-1-62,0-25 16,0 26-16,0-27 15,0 27-15,26 0 16,1 26-16,25 0 16,-26-27-16,1 27 0,-1 0 15,0 0-15,0 0 16,0 27-16,1-1 15,-1 0-15,0 27 16,-26-1-16,0-26 16,0 27-16,-26-27 15,-27 27-15,1-27 16,-27 0-16</inkml:trace>
  <inkml:trace contextRef="#ctx0" brushRef="#br0" timeOffset="51038.91">14353 5746 0,'0'-26'16,"0"0"46,0 52 79,0 0-141,0 27 0,26-1 15,-26 1-15,0-1 16,26 1-16,-26-1 16,26 1-16,-26-1 15,0 1-15,0-1 16,0 1-16,0-1 15,0 1-15,0-1 0,0 27 16,0-27-16,0 27 16,0-27-16,0 27 15,0-26-15,0 25 16,0-25-16,0 26 16,0-1-16,0 1 15,0 0 1,0-1-16,0 1 0,0 0 15,0-27-15,0 27 16,0-27-16,0 1 16,0 26-16,0-27 15,0 27-15,0-27 16,0 1-16,0-1 16,0 27-16,0-26 0,0-27 15,0 26-15,0 1 16,0-1-16,0 1 15,0-1-15,0 1 16,0-27-16,0 26 31,0 1-31,0-1 0,0 1 16,27-27-16,-27 27 0,0-27 16,0 26-16,0 1 0,0-27 15,26 26-15,-26 1 16,0-1-16,0 1 31,0-1-31,0 1 0,26-27 16,-26 27-1,0-1-15,0 1 16,0-27-16,0 26 16,0 1-16,0-1 15,0 1-15,0-1 16,0-26-16,0 27 15,0-1-15,0 1 0,0-27 16,0 27 0,0-27-16,26 0 0,-26 27 15,0-27-15,0 26 16,0-26-16,0 27 16,0-1-16,0-25 15,0 25-15,0 1 16,0-27-16,0 26 15,0 1-15,0-27 16,0 27-16,0-1 16,0-26-16,0 27 15,0-1-15,0-26 16,0 27-16,0-1 16,0-25-16,0 25 0,-26-26 15,26 27-15,0-27 16,0 0-16,0 27 15,0-1-15,0-25 16,-26 25-16,26-26 16,0 0-16,0 1 15,0-1-15,0 0 16,0 0 0,0 1-1,0-1 1,-26 0-1,26 0-15,0 1 16,-27-1-16,27 0 16,0 0-1,0 1 1,0-1 0,-26-26 15,26 26-16,0 0 1</inkml:trace>
  <inkml:trace contextRef="#ctx0" brushRef="#br0" timeOffset="51965.19">14720 12149 0,'-26'-26'15,"26"-1"1,0 54 31,0-1-47,0 26 15,0 1-15,0-27 16,0 26-16,0 1 16,0-27-16,0 27 15,0-27-15,0 0 16,0 0-1,0-52 17,0 0-17,-26-27-15,26 1 16,-27-1-16,27-25 16,0 25-16,0-25 15,27 25-15,-1 1 16,26 25-16,-25-25 15,25 26-15,-26-1 16,27 27-16,-27-26 16,26 26-16,-25 0 15,-1 0 1,0 26-16,-26 1 0,0-1 16,0 26-16,0-25 15,0 25-15,-26 1 16,0-27-16,-27 0 15,1 0-15,25 0 16,1 1-16,0-27 16,78 0 31,1-27-32,-1 27-15,1 0 16,-1 0-16,1 0 0,-1 0 15,-25 0 1,-1 27-16,0-1 0,0 0 16,-26 0-16,0 1 15,0-1-15,0 0 16,-26-26-16,-26 26 16,-27 1-16,26-1 15,-52-26-15,27 26 16,-1-26-16,0 0 15,27-26-15,-1-27 0</inkml:trace>
  <inkml:trace contextRef="#ctx0" brushRef="#br0" timeOffset="53084.23">15245 7111 0,'-26'0'16,"26"-26"31,-27-1-32,27 1 1,0 0-1,53 26 1,-27 0 0,27 0-16,-27 0 15,0 26-15,27 0 0,-27 1 16,0 25-16,-26 0 16,0-25-16,0 25 15,0 1-15,-26-1 16,-27-26-16,1 1 15,-1-1-15,1 0 16,26-26-16,-1 0 16,54 0 62,25 0-63,27 0-15,0 0 16,-1 0-16,1 0 16,0 0-16,-27 0 15,1 0-15,-27 0 16,-26-26 46</inkml:trace>
  <inkml:trace contextRef="#ctx0" brushRef="#br0" timeOffset="53492.94">15770 7137 0,'-27'0'15,"27"26"32,0 27-31,0-27-16,0 0 0,0 27 15,0-27 1,0 26-16,53-25 0,-27-1 16,0 0-16,27-26 15,-27 0-15,0 0 16,27 0-16,-27 0 15,0 0-15,1 0 16,-27-26-16,0 0 16,26-1-16,-26 1 15,0-26-15,0 25 16,-26-25-16,-1 26 16,1-1-16,-26 1 0,25 26 15,1 0-15,0 0 16,0 0-1</inkml:trace>
  <inkml:trace contextRef="#ctx0" brushRef="#br0" timeOffset="54215.22">16242 7137 0,'0'52'62,"0"-25"-46,26-1-16,-26 26 15,26-25-15,-26-1 16,0 0-16,0 0 16,0-52 31,0 0-32,0-27-15,-26 27 16,26-26-16,0 25 15,0 1-15,0 0 16,26 26-16,1-26 16,-1 26-1,0 0 1,27 0-16,-27 0 16,26 26-16,1 0 15,-27 0-15,0 27 0,1-27 16,-27 27-16,26-27 15,-26 0-15,0 0 32,0-52-1,-26 0-15,26-27-1,-27 27-15,27-26 0,0-1 16,0 27-16,0 0 0,0 0 15,27-1-15,25 27 16,-26 0-16,0 0 16,27 0-16,-1 0 15,-25 0-15,25 53 16,-26-27-16,1 26 16,-1 1-16,-26-1 15,0 1-15,0-1 16,0 1-16,-26-1 15,-27-25-15</inkml:trace>
  <inkml:trace contextRef="#ctx0" brushRef="#br0" timeOffset="64235.16">12463 11755 0,'-26'0'0,"0"0"16,0 0-1,52 0 79,0 0-78,27 0-16,-1 0 15,1 0-15,-1 0 16,1 0-16,25 0 16,-25 0-16,-1 0 15,1 0 1,-1 0-16,1 0 0,-1 0 16,1 0-16,-1 0 0,1 26 15,-1-26-15,1 0 16,-1 0-16,1 0 15,25 0-15,-25 0 16,-1 0-16,1 0 16,-1 0-16,-26 0 15,1 0-15,-1 0 16,0 0-16,0 0 16,1 0-1,-1 0-15,0 0 16,0 0-16,1 0 15,-1 0 1,0 0-16,0 0 31,1 0-31,-1 0 0,26 0 16,-26 0-16,1 0 16,25 0-16,-26 0 0,1 0 15,-1 0 1,0 0-1,0 0 1,1-26 0,25 26-16,-26 0 0,27 0 15,-27-26-15,0 26 16,1 0 0,-80 0 30</inkml:trace>
  <inkml:trace contextRef="#ctx0" brushRef="#br0" timeOffset="64975.2">11676 10863 0,'0'-26'31,"-26"26"0,26 26 1,0 0-32,0 0 15,26 27-15,0-27 16,1 27-16,-27 25 15,26-25-15,-26-1 16,26-25-16,-26 25 16,0-26-16,26 1 15,-26-1 1,-26-52 46</inkml:trace>
  <inkml:trace contextRef="#ctx0" brushRef="#br0" timeOffset="65462.75">11676 10863 0,'-26'0'0,"78"0"125,-25 0-125,25 0 0,1 0 16,-27 0-16,26 0 15,1 0-15,-27 0 16,27 0-16,-27 0 16,0 26-16,0-26 15,-26 26 1,27 1-16,-27-1 15,0 26 1,0-25-16,0-1 16,0 0-16,-27 0 15,1 27-15,0-27 0,-27 0 16,27 1 0,-26-1-16,-1 0 0,1 0 15,-1 1-15,1-27 16,-1 26-16,1-26 15,26 26 1,-1-26-16</inkml:trace>
  <inkml:trace contextRef="#ctx0" brushRef="#br0" timeOffset="69265.71">13041 10942 0,'0'-27'0,"0"1"16,-27 79 31,1-27-32,-26 26-15,52 27 16,0-26-16,0-1 16,0 1-16,0-1 15,0-26-15,26 1 16,0-1-16,0-26 16,1 0-16,-1 0 15,0 0-15,0 0 31,1 0-31,-27-26 0,26-1 0,-26 1 16,0-26-16,0 25 16,0-25-16,0 26 15,0-1 1,-26 27-16,-1 0 16,1 0-16,0 0 15,0 27-15,-1-27 16,27 26-16,-26 0 15,26 0-15,0 1 0,0-1 16,0 0-16,0 0 16,0 1-16,26-27 15</inkml:trace>
  <inkml:trace contextRef="#ctx0" brushRef="#br0" timeOffset="69985.24">13303 11073 0,'26'0'47,"-26"26"-47,27 0 16,-27 27-16,26-27 15,0 0-15,-26 1 16,26-1 0,-26-52 77,0-1-93,0 1 0,0-26 0,0 25 16,0 1-16,0 0 16,27 0-16,-1 26 15,0 0 1,0 0 0,0 0-16,1 0 15,-1 26-15,0 26 16,0-25-16,1-1 15,-27 0-15,26 0 16,-26 1-16,0-1 0,0 0 31,0-78 16,0 25-47,0-25 16,0-1-16,0 1 15,0 26-15,0-1 16,26 1-16,0 26 16,27 0-1,-27 0-15,0 0 0,1 0 16,25 0-16,-26 26 0,1 27 16,-1-27-16,-26 27 15,0-27-15,0 26 16,0 1-16,-53-1 15,-25-25-15</inkml:trace>
  <inkml:trace contextRef="#ctx0" brushRef="#br0" timeOffset="73558.69">12411 10601 0,'0'-27'0,"0"-25"0,0 26 15,0-1-15,-26 1 16,-27 26-16,1-26 16,-1 26-16,1 0 0,-27 0 15,0 26-15,-26 0 16,0 1-16,0 25 16,27 1-16,-27-1 15,0 27-15,26-27 16,-26 53-16,53-26 15,-1 26-15,1 0 16,25 0-16,27 0 16,0-26-16,79-1 15,0-25-15,0 25 0,26-25 16,0-27-16,0 0 16,-1-26-16,28 0 15,-1 0-15,26-52 16,-25-1-16,-1 1 15,-26-53-15,-27 0 16,-25 0 0,-27-26-16,-26 0 0,-26-27 15,-53 53-15,-26 0 16,-26 53-16,0 26 16,-27-1-16,27 27 0</inkml:trace>
  <inkml:trace contextRef="#ctx0" brushRef="#br0" timeOffset="74657.22">12332 11703 0,'26'-27'125,"1"27"-125,-1-26 16,0 26-16,27 0 0,-27 0 15,26 0-15,-25 0 16,-1 0 0,-26 26 15,-26 1-15,-27-27-16,1 0 15,25 26 1,-25-26-16,26 0 15,26-26 1,0-1-16,0 1 16,26 26-1,0-26-15,0 26 16,1 0 0,-1 0-16,0 0 0,0 0 15,1 0-15,-1 26 16,-26 0-16,0 1 15,0-1 1,-26 0-16,-1-26 16,-25 0-16,-1 0 15,27 0-15,0 0 0,0 0 16,-1 0-16,27-26 16,0 0-16,0-1 15,0 1 1,27 0-16,-1 26 15,26 0 1,-25 0 0,-1 0-16,0 0 15,-26 26 1,0 0 0,-26-26-1,0 0-15,-1 27 0,1-27 31,0 0 32,0 0-63</inkml:trace>
  <inkml:trace contextRef="#ctx0" brushRef="#br0" timeOffset="75962.52">11125 5431 0,'0'-26'16,"-26"26"-16,0-26 15,-53 26-15,-26 0 16,0 0-16,-26 0 15,26 0-15,-26 26 16,26 27-16,0-1 0,26 1 16,0 25-16,27 1 15,26 26-15,26 0 16,0 0-16,0 26 16,0-52-16,52 26 15,27-26-15,0-27 16,52 0-16,0-25 15,0-27-15,27 0 16,25-27-16,1-25 16,26-27-16,-53-26 15,-25 0-15,-28 0 16,-51-26-16,-53 0 0,-26 0 16,-79-27-16,-79 53 15,-26 27-15,-26 25 16,-26 53-16,25 0 15,1 53-15,-26 25 16</inkml:trace>
  <inkml:trace contextRef="#ctx0" brushRef="#br0" timeOffset="79738.2">11073 4775 0,'0'27'16,"0"-1"-16,0 0 16,0 0-16,0 27 15,0-27-15,0 27 16,0 25-16,0-25 16,0 25-16,0 1 15,0 0-15,0 0 16,0 26-16,26-27 15,-26 27 1,0-26-16,0 26 0,0-26 0,0 26 16,0 0-16,0-27 15,0 27-15,0 0 16,0 0-16,0 0 16,0 0-16,0 0 15,0 26 1,0-26-16,0 0 0,0 26 15,0-26-15,0 0 16,0 0-16,0 0 0,0 0 16,0 0-16,0 0 15,0 0-15,-26 0 16,-1 0-16,27 0 16,-26 26-16,26-26 15,-26 0-15,26 0 16,0-26-16,26 26 15,-26 0-15,26 0 16,27 26-16,-53 0 16,0-26-16,26 26 15,-26-26 1,0 0 0,0 0-16,0 0 15,0-26-15,26-1 0,1 1 16,-1 0-16,0-27 15,0 27-15,-26 0 16,27-1-16,-27 1 16,0 0-16,0 0 15,0 26-15,0-27 16,-27 1-16,27 0 16,0-27-16,0 27 15,0-27-15,0 1 16,0 26-16,0-1 15,0 27-15,0 0 16,0 0-16,0 0 0,27 0 16,-1 0-16,-26 0 15,26 0-15,0-26 16,1 26-16,-1-27 16,-26 27-16,26-26 15,-26 0-15,0 0 16,0-27-16,0 27 15,0-27-15,0 1 16,0-1-16,0 1 16,0-27-16</inkml:trace>
  <inkml:trace contextRef="#ctx0" brushRef="#br0" timeOffset="80712.64">11335 14930 0,'0'-26'31,"-26"26"-15,26-26-16,-26 26 15,-1 0-15,-25 0 16,-1 0-16,1 26 15,-1 26-15,1-25 16,26-1-16,26 26 16,0-25-16,0 25 15,52-26-15,27 27 16,0-27-16,-1 0 16,1 1-16,0-27 15,-27 26-15,1 0 0,-27-26 16,0 26-1,-26 0-15,0 1 16,0-1-16,0 0 0,-26 0 16,0-26-16,-27 27 15,1-27-15,-1 0 16,-25 0-16,-1 0 16,0 0-16,0 0 15,27-27-15,26-25 16,0 26-16,26-27 15,0 27-15,0 0 16</inkml:trace>
  <inkml:trace contextRef="#ctx0" brushRef="#br0" timeOffset="81168.28">11755 15166 0,'0'-26'0,"0"52"63,-26 27-63,26-1 0,0 1 15,0-27-15,0 26 16,0 1-16,26-27 15,26 0-15,-25 1 16,25-1-16,-26-26 16,27 0-16,-1 0 15,1 0-15,26-26 16,-53-1-16,26 1 16,-25-26-16,-27 25 15,0-25-15,0 0 16,0-1-16,-53 1 0,1 25 15,-1 1 1,1 0-16,25 0 0,-25 26 16,26 0-16,-1 0 15,1 0-15,0 0 16,26 26-16</inkml:trace>
  <inkml:trace contextRef="#ctx0" brushRef="#br0" timeOffset="81750">12568 15140 0,'-26'0'0,"0"0"15,26 53 32,0-27-47,0 26 16,0 1-16,0-1 0,0 1 16,26-27-16,27 0 15,-27 0-15,26 1 16,1-27-16,-1 0 15,-25 0-15,-1 0 16,26 0-16,-25 0 16,-27-27-1,26 1-15,0 0 0,-26 0 16,0-27-16,0 27 16,0 0-16,0 0 0,0-1 15,-26 27 1,0 0-16,26 53 78,0-27-78,0 26 16,0-25-16,0-1 15,0 0-15,26 0 16,0-26-16,0 27 15,0-27-15,27 0 16,-27 0-16,27 0 0,-27 0 16,26 0-16</inkml:trace>
  <inkml:trace contextRef="#ctx0" brushRef="#br0" timeOffset="82048.61">13382 15088 0,'0'-27'0,"-26"27"31,26 27 1,0 25-32,0 1 15,0-1-15,0 1 16,0 25-16,0-25 15,26-1-15,0 1 16,-26-27-16,26 26 31,-26-25-31,27-1 0,-27 0 16,-27-26 0</inkml:trace>
  <inkml:trace contextRef="#ctx0" brushRef="#br0" timeOffset="82630.52">13146 15350 0,'52'-26'16,"1"26"-16,52-26 15,-27-1-15,27 1 16,-26 26-16,-27-26 15,1 0-15,-27-1 0,-26 1 16,0 0-16,0 0 16,0-1-16,0 1 15,-26 0-15,0 0 16,-1-1-16,27 1 16,-26 26-1,26 26 16,-26 27-31,26-1 16,-26 27-16,26-26 16,-27 25-16,27-25 15,0 25-15,0-25 16,0-27-16,0 27 0,27-27 16,-1-26-16,0 0 15,-26 26-15,26-26 16,1 0-16,-1 0 15,0-26-15,0 0 16,1-27-16,-1 27 16,0 26 31,27 0-47,-1 0 0,1 26 15,-1 0-15,1 1 16,-1-1-16,0-26 15,-25 26-15,-1-26 16,-26 26-16,26-26 16,0 0-16</inkml:trace>
  <inkml:trace contextRef="#ctx0" brushRef="#br0" timeOffset="83039.64">10207 16767 0,'-131'0'16,"78"0"-16,27 0 15,78 0 1,80 0-16,77 0 16,54 0-16,52-26 0,26-1 15,26 1-15,-26 0 16,0 26-16,1-26 16,-54 26-16,-52 0 15,-26 0-15,-26 0 16,-53 0-16,-52 0 15,-27 0-15,-25 0 16,-80 0 15,-26 0-31,-26 26 16,0 0-16,-52 0 0</inkml:trace>
  <inkml:trace contextRef="#ctx0" brushRef="#br0" timeOffset="83322.63">11230 16924 0,'-236'27'0,"26"-1"16,26 0-16,53-26 15,52 26-15,53-26 16,0 0-16,157 0 16,53 0-16,78 0 15,27 0-15,52 0 16,26-26-1,-25 0-15,-28 0 0,1-1 16,-79 1-16,-26 0 16,-52 0-16,-80-1 15,1 27-15,-53-26 16,-26 0 15</inkml:trace>
  <inkml:trace contextRef="#ctx0" brushRef="#br0" timeOffset="84627.3">10600 5012 0,'0'26'47,"27"26"-31,25 27-16,-26 26 15,27 0-15,-1 0 16,1 26-16,26 0 15,-27 0-15,0 1 32,1-1-32,-27 0 15</inkml:trace>
  <inkml:trace contextRef="#ctx0" brushRef="#br0" timeOffset="86566.17">11178 6927 0,'-27'0'0,"1"-26"15,52 26 32,1 52-47,25 1 16,1 26-16,-1-1 16,-26 27-16,1 0 15,-1 0-15,-26 0 16</inkml:trace>
  <inkml:trace contextRef="#ctx0" brushRef="#br0" timeOffset="86817.39">11624 8318 0,'26'26'78,"0"0"-62,27 53-16,-1-27 15,-26 27-15,27 0 16</inkml:trace>
  <inkml:trace contextRef="#ctx0" brushRef="#br0" timeOffset="86958.54">12122 9604 0,'0'26'15,"0"0"1,27 0-16,25 27 15,1-27-15,-1 26 16</inkml:trace>
  <inkml:trace contextRef="#ctx0" brushRef="#br0" timeOffset="87131.78">12673 11020 0,'0'27'0,"0"25"16,27-26-16,25 27 16,1-1-16,25 27 15,-25-26-15</inkml:trace>
  <inkml:trace contextRef="#ctx0" brushRef="#br0" timeOffset="87226.42">13251 12070 0,'26'53'0,"0"25"16,-26-25-16,0-1 16</inkml:trace>
  <inkml:trace contextRef="#ctx0" brushRef="#br0" timeOffset="89443.84">1180 6350 0,'-26'0'15,"0"0"-15,26-26 16,0-1-16,52-25 16,27-27-16,52-26 15,53 0-15,26-26 16,26 0-16,0-27 15,0 53-15,-26-26 16,-52 52-16,-80 27 16,-25 26-16,-27 0 15,-52 78 1,-79 27 0,-52 52-16,-1 0 15,-52 27-15,0-27 16</inkml:trace>
  <inkml:trace contextRef="#ctx0" brushRef="#br0" timeOffset="89663.46">813 6691 0,'52'-53'16,"80"-25"0,25-80-16,79 1 15,27-1-15,25 1 16,1-27-16,0 27 15,-1-1-15,-104 27 16,-27 52-16,-78 27 16,-53 26-16,1 26 0,-27 26 15,-79 53 1,-52 26-16,-1 0 16</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4T04:24:54.118"/>
    </inkml:context>
    <inkml:brush xml:id="br0">
      <inkml:brushProperty name="width" value="0.05292" units="cm"/>
      <inkml:brushProperty name="height" value="0.05292" units="cm"/>
      <inkml:brushProperty name="color" value="#FF0000"/>
    </inkml:brush>
  </inkml:definitions>
  <inkml:trace contextRef="#ctx0" brushRef="#br0">16452 8528 0,'-26'-27'79,"-27"27"-79,-26 0 15,1 0-15,-27 0 16,-26 0-16,-1 0 15,-25 27-15,-1-27 16,-25 0-16,-1 0 16,27 0-16,-1 0 15,1 26-15,26-26 0,-1 0 16,1 26-16,0-26 16,0 0-16,-27 0 15,1 0-15,-27 0 16,1 0-16,-27-26 15,0 26-15,26 0 16,0 0-16,1 0 16,-1 0-16,53 0 15,26 0-15,52 0 16,27 0-16,0-26 16</inkml:trace>
  <inkml:trace contextRef="#ctx0" brushRef="#br0" timeOffset="692.1">12962 7478 0,'0'-26'15,"0"0"1,0 52 46,0 0-62,0 27 16,0 25-16,0-25 16,0 25-16,0-25 15,0-1-15,26 1 16,-26-27-16,0 0 0,26-26 15,-26-26 17,0-26-17,0 25-15,27-25 16,-27 26-16,52-1 16,-26 1-16,1 0 15,-1 26-15,26 0 16,1 0-16,26 0 15,-27 0 1,27 26-16,-27 0 0,27 27 16,-53-1-16,0-25 0,-26 25 15,0 1-15,0-27 16,-26 26-16,-26-25 16,-27-1-1,0 0-15,27 0 0,-27-26 16,27 0-16</inkml:trace>
  <inkml:trace contextRef="#ctx0" brushRef="#br0" timeOffset="1007.4">13014 7504 0,'-52'-26'16,"78"26"15,53 0-15,26 0-16,26 0 0,27 0 16,-27 0-16,-26 0 0,-27 0 15,-25 0-15,-27 0 16,-78 0 15,25 0-15,-25 0-16,-1 26 15,27-26-15</inkml:trace>
  <inkml:trace contextRef="#ctx0" brushRef="#br0" timeOffset="1839.64">13880 7636 0,'0'-27'15,"0"54"32,0 25-31,0 0-1,27 1-15,-1-1 0,-26-25 32,26 25-32,-26-26 15,0 1-15,26-27 0,-26-53 63,0 1-63,0-1 15,0 1-15,0-1 16,0 27-16,0 0 16,0 0-16,27 26 15,-1-27-15,0 27 16,0 0-16,1 0 16,25 0-16,-26 53 15,27-27-15,-27 26 16,0 1-16,0-1 15,-26 1-15,0-27 0,0 27 16,0-27-16,0 0 16,0-52 31,0 0-47,0-27 15,-26 1-15,26-1 16,0 1-16,0-1 15,0 27-15,0 0 16,26 0-16,27 26 16,-27 0-16,0 0 0,27 0 15,-1 0-15,27 0 16,-26 52-16,-1-26 16,1 27-1,-27-1-15,-26 1 0,0 25 16,0-25-16,-53 26 15,-25-1-15,-1-25 16</inkml:trace>
  <inkml:trace contextRef="#ctx0" brushRef="#br0" timeOffset="2882.61">16137 8501 0</inkml:trace>
  <inkml:trace contextRef="#ctx0" brushRef="#br0" timeOffset="4108.09">16452 8475 0,'-26'26'31,"-1"-26"-31,1 27 16,0-27-16,0 0 15,-1 0 1,27-27 0,53 27 46,-27 0-62,0 0 16,1 0-1,-27 27 1,-27-1 15,1-26-31,0 0 16,0 0-16,-1 0 15,1 0-15,0-26 16,26-1 0,0 1-1,0 0-15,26 26 32,0 0-17,1 0-15,-1 0 16,0 0-16,0 26 0,-26 0 31,0 1-31,0-1 0,-26 0 16,0 0-16,0-26 15,-1-26 17,27 0-17,0-27-15,0 27 16,0 0-16,27 0 15,-1 26-15,0-27 16,0 27-16,27 0 16,-27 0-16,0 0 15,1 0-15,-1 0 0,-26 27 16,26-1-16,-26 0 16,0 0-16,-26 1 15,0-27 1,-1 26-16,-25-26 15,26 0-15,-1 0 16,1 0-16,0 0 16,26-26-16,0-1 15,0 1 1,26 26 62,-78 0 172</inkml:trace>
  <inkml:trace contextRef="#ctx0" brushRef="#br0" timeOffset="14248.2">11939 8659 0,'0'-26'32,"0"-1"14,-27 27 236,27 27-267,0 25-15,0-26 16,-26-26-16,26 27 16,0-1-16,-26-26 15,26 26 1,0 0-1,0 1-15,0-1 16,0 0-16,0 27 16,0-27-16,0 26 15,26-26-15,-26 27 16,26-27-16,-26 0 16,0 1-16,0 25 15,27-26-15,-27 1 16,26 25-16,-26-26 15,0 27-15,26-27 16,-26 27-16,26-27 16,-26 26-16,0-25 0,0-1 15,0 26-15,27-26 16,-27 1-16,0 25 16,0-26-16,26 27 15,-26-1-15,0-25 16,26 25-16,-26-26 15,0 27-15,0-27 16,26 0-16,-26 1 16,0-1-16,0 0 15,0 27-15,0-27 16,0 0-16,27 0 16,-27 27-16,0-1 0,0-26 15,26 27-15,-26-27 16,0 27-16,0-1 15,26-26-15,-26 27 16,0-27-16,0 0 16,0 27-16,26-27 15,-26 0-15,0 27 16,0-27-16,0 26 16,27-25-16,-27 25 15,0 1-15,26-27 16,-26 26-16,0 1 0,0-27 15,26 27 1,-26-27-16,0 26 0,0-25 16,26-1-16,-26 26 15,0-26-15,0 1 16,26-1-16,-26 0 16,27 0-1,-27 1 1,0-1 31,-79-26-32,-26 0-15</inkml:trace>
  <inkml:trace contextRef="#ctx0" brushRef="#br0" timeOffset="15019.29">9630 10233 0,'-27'0'0,"27"-26"16,-26 26-16,26 53 62,-26-1-62,26-26 0,0 27 16,0-27-16,0 0 15,0 0-15,0 1 16,0-54 46,52 1-46,-25 0-16,-1 0 16,26 26-16,-25 0 0,25 0 15,0 0-15,-25 0 16,25 26-16,1 0 16,-1 0-16,-26 27 15,1-27-15,-27 0 16,0 1-16,0-1 15,-27 26-15,-25-52 16,26 27-16,-27-1 16,1-26-16,25 0 15,-25 0 1</inkml:trace>
  <inkml:trace contextRef="#ctx0" brushRef="#br0" timeOffset="15283.22">9577 10207 0,'-52'0'15,"25"0"1,54 0 0,25 0-1,27-26-15,26 26 16,0 0-16,-27 0 0,-25-26 31,-1 26-31,-25 0 0,-54 26 63</inkml:trace>
  <inkml:trace contextRef="#ctx0" brushRef="#br0" timeOffset="16151.92">10259 10338 0,'0'-26'32,"0"52"46,27 0-78,-27 27 15,26-1-15,0 1 16,-26-27-16,26 27 16,-26-27-16,26 0 15,-26 0 1,0-78 15,0 26-15,0-27-16,0 27 31,0-27-31,0 27 0,0-26 0,27 52 16,-27-27-16,26 1 15,0 26-15,0-26 16,1 26 0,-1 0-16,0 0 15,0 0 1,27 26-16,-27 0 0,0 1 0,1-1 31,-1 0-31,0 0 16,-26 1-16,0-1 15,0-52 79,0-1-94,0 1 16,0 0-16,0 0 15,26 26-15,-26-27 16,27 27-16,-1 0 0,0 0 16,0 0-16,1 0 15,25 0-15,0 0 16,-25 0-16,25 0 15,-26 27-15,1-1 16,-27 0-16,0 0 16,0 1-16,0 25 15,0-26-15,-27 1 16,-25-1-16,-1 0 16,-25 0-16</inkml:trace>
  <inkml:trace contextRef="#ctx0" brushRef="#br0" timeOffset="21359.91">12280 11650 0,'-26'0'16,"78"0"77,-26 26-77,27-26-16,-27 0 16,26 0-16,1 0 15,-1 0-15,1 0 0,26 0 16,26 0-16,0-26 16,-1 26-16,28-26 15,25 26-15,-26-26 16,0 26-16,1 0 15,-27-27-15,26 27 16,-26 0-16,0 0 16,26 0-16,-26 0 15,26 0-15,0 0 16,1 0-16,-1 0 16,0 0-16,-26 0 15,0 0-15,0 0 16,-26 0-16,-27 0 15,0 0-15,1 0 0,-1 0 16,1 0-16,-1 0 16,-25 0-16,25 0 15,-26 0-15,1 0 16,-1 0 0,0 0-1,27 0 1,-27 0-16,0 0 15,27 0-15,-27 0 0,0 0 16,0 0-16,0 0 16,1 0-1,-1 0 1,0 0 0,0 0-1,1 0 63,-1 0-62,0 0-16,0 0 16,1 0 15,-1 0-16,0 0-15,27 0 16,-1 0-16,1 0 16,-27 0-16,0 0 15,0 0-15,0 0 16,-104 0 62,-1 0-62,0 0-16</inkml:trace>
  <inkml:trace contextRef="#ctx0" brushRef="#br0" timeOffset="22145.48">13880 12175 0,'0'-26'16,"-26"26"-16,26 52 62,0-26-62,0 27 0,0-1 16,0-25-16,0-1 16,26 0-16,1-26 78,-1 0-63,0 0-15,0-26 16,27 26-16,-1-26 16,1 26-16,-1 0 15,1 0-15,-1 0 16,1 0 0,-1 26-16,-26-26 0,1 26 15,-27 27-15,0-27 16,0 26-16,-27-25 15,-51 25-15,-1-26 16,26 1-16,1-1 16,0 0-16,25-26 15,-25 0-15,26 0 0,-27-52 16,1-1 0</inkml:trace>
  <inkml:trace contextRef="#ctx0" brushRef="#br0" timeOffset="22334.05">13880 12227 0,'27'0'31,"25"0"-15,1-26-16,25 26 15,1 0-15,0 0 0,-1 0 16,-25 0-1</inkml:trace>
  <inkml:trace contextRef="#ctx0" brushRef="#br0" timeOffset="23056">14773 12201 0,'0'26'47,"0"1"-31,0 25 0,26 1-16,-26-1 0,0-26 15,26 27-15,-26-27 16,0 0-1,0-52 32,0 0-47,0 0 0,0-27 16,0 27-16,0 0 16,0-1-16,0 1 15,0 0-15,26 26 16,0-26-16,1 26 15,-1 0-15,26 0 32,1 0-32,-1 0 0,-25 26 0,25 0 15,-26 0-15,1 1 16,-1-1-16,-26 0 16,26-26-16,-26 26 15,0 1 1,0-54 31,0 1-32,-26 0-15,26-27 0,0 27 16,0 0-16,0 0 16,52-1-16,-25 27 15,25 0-15,1 0 16,-1 0-16,0 0 15,1 0-15,-1 0 0,-25 27 16,25-1-16,-26 26 16,-26-25-16,0 25 15,0-26-15,0 27 32,-26-1-32,-26 1 15,-1-27-15,-26 27 16</inkml:trace>
  <inkml:trace contextRef="#ctx0" brushRef="#br0" timeOffset="26879.16">16662 11493 0,'0'-26'15,"-26"26"-15,-1 0 78,27-27 1,27 27 124,25 0-203,-26 0 15,0 0-15,-26 27 203,-26-27-187,0 0-16,0 26 16,0-26-16,26 26 125,26-26-110</inkml:trace>
  <inkml:trace contextRef="#ctx0" brushRef="#br0" timeOffset="27318.75">17055 11335 0,'0'-26'0,"0"0"31,0 0-31,0 52 62,0 26-62,0 1 16,0-1-16,27 27 16,-1-27-16,-26 1 15,0-1-15,26-25 16,-26-1-16,0 0 16,26-26-16</inkml:trace>
  <inkml:trace contextRef="#ctx0" brushRef="#br0" timeOffset="27601.32">17055 11257 0,'0'-27'15,"27"1"17,-1 26-32,26 0 0,1-26 15,-27 26-15,27 0 16,-27 0 0,-26 26 30,0 0-46</inkml:trace>
  <inkml:trace contextRef="#ctx0" brushRef="#br0" timeOffset="27853.49">17134 11571 0,'26'0'47,"1"0"-31,-1 0-16,26 0 0,-25 0 15,-1 0-15,26-26 16,-26 26-16,1 0 16,-1 0-16</inkml:trace>
  <inkml:trace contextRef="#ctx0" brushRef="#br0" timeOffset="28104.72">17160 11808 0,'-26'26'15,"26"0"1,26-26 0,27 0-1,-1 0-15,1 0 16,25 0-16,-25-26 0,26 0 16,-27 26-16,1-27 15,-27 27-15,0 0 16,-26-26-16,-52 52 31</inkml:trace>
  <inkml:trace contextRef="#ctx0" brushRef="#br0" timeOffset="30874.22">20598 6901 0,'-27'0'15,"1"-26"-15,26-27 16,0 27-16,26-27 0,27 1 15,26 26-15,-1-27 16,27 27-16,-26 0 16,0 26-16,0 0 15,-1 0-15,-25 26 16,-1 26-16,-26 1 16,-26 26-16,0-1 15,0-25-15,-26 26 16,-53-27-16,1 1 15,-1-1-15,-26-26 16,53 0-16,-1 1 16,27-27-16,0 0 15,52 0 32,0 0-31,27 0-16,25 0 15,-25-27-15,26 27 16,-1-26-16,1 26 16,0-26-16,-1 0 15</inkml:trace>
  <inkml:trace contextRef="#ctx0" brushRef="#br0" timeOffset="31314.57">21726 6796 0,'-26'0'16,"26"-26"-16,0-1 16,0 1-16,0 0 15,26 0-15,0-1 0,27 27 16,-27 0-16,26 0 15,1 0-15,-27 0 16,0 0-16,27 53 16,-27-27-16,-26 27 15,0 25-15,0-25 16,-26-1-16,-27-25 16,1 25-16,-27-26 15,27 1-15,26-1 0,-1-26 16,80 0 46,-1 0-62,27 0 0,26 0 16,-26 0-16,-1-26 16,-25 26-16,-1 0 15</inkml:trace>
  <inkml:trace contextRef="#ctx0" brushRef="#br0" timeOffset="31833.41">22513 6612 0,'-26'0'0,"26"53"63,0-27-63,0 26 15,0-25-15,0 25 16,0-26-16,0 1 16,-26-1-1,26-52 48,26 26-63,0-27 15,0 1-15,1 26 16,25-26-16,1 0 16,-1 26-16,1 0 15,-1 0-15,1 0 16,-1 0-16,-26 26 15,27 26-15,-27-25 16,0 25-16,-26 1 0,0-27 16,0 26-1,0-25-15,-52 25 0,-1-26 16,1 0-16,-1 1 16,1-27-16,-1 26 15,27-26-15,-26 0 16,25 0-16,1-53 15</inkml:trace>
  <inkml:trace contextRef="#ctx0" brushRef="#br0" timeOffset="32116.29">22356 6691 0,'-53'0'16,"27"0"-1,26-26-15,26 26 16,27 0 0,52 0-16,0-27 15,0 1-15,26 26 16,-26-26-16,0 0 0,-27 26 16,-25 0-1,-27 0-15,-78 0 31,-1 26-15,-25 0-16,-1 0 16</inkml:trace>
  <inkml:trace contextRef="#ctx0" brushRef="#br0" timeOffset="36306.08">22986 5799 0,'-132'-53'0,"-25"1"0,-27 26 0,-26-27 16,-26 53-16,-26 0 15,-27 0-15,0 79 16,-25 26-16,-1 52 16,26 27-16,27 26 15,78 26-15,27 0 16,104-26-16,53 0 15,26-26-15,79-1 16,53-52-16,52 1 0,26-54 16,0 1-1,53-26-15,-1-53 0,27 0 32,0-27-32,26-25 0,0-53 0,0 0 15,-52-26-15,-53 0 16,-52-27-16,-79 1 15,-79-53-15,-26 26 16,-79-26-16,-78 0 16,-27 27-16,-52 25 15,-26 53-15,25 53 16,-25-1 0,26 53-1,26 0-15,0 79 0,0 0 16</inkml:trace>
  <inkml:trace contextRef="#ctx0" brushRef="#br0" timeOffset="36872.12">21490 9105 0,'-53'-53'0,"27"1"15,0 26 1,0 26-16,26-26 16,0 78-1,0 0-15,0 53 16,0-26-16,0 0 15,0 0-15,0-1 16,0-25-16,0-1 16,0 27-16,0-27 15,0-25-15,26-1 16</inkml:trace>
  <inkml:trace contextRef="#ctx0" brushRef="#br0" timeOffset="37532.18">22093 9131 0,'-52'-52'0,"-1"52"16,27-27-16,-26 27 16,-1 0-16,1 0 15,26 0-15,-27 27 16,27-1-16,26 26 15,0 1-15,0-27 16,26 27-16,53-1 0,-27 1 16,1-27-16,-1 26 15,-26 1-15,-26-1 16,0-25-16,0-1 16,-52 0-16,26 0 15,-27-26-15,27 0 16,0 0-16,0-26 15,26-26-15,0-1 16,0 27-16,26-27 16,52 1-16,-25 26 0,26-1 15,-1 1 1,-25 0-16,-1 26 16,1 0-16,-27 0 0,0 0 15,1 0-15,-1 0 16,0 26-16,-26 27 15,26-1-15,-26 1 16,0-1-16,27 1 16,-1-27-16,0 26 15,0-52-15,0 26 16,1-26-16,25 0 16,1 0-16,-1-26 15,1-26-15,-1-1 0,-26 1 16,-26-27-16,0 27 15,0-27-15,-26 26 16,-26 1-16,-27-1 16,26 27-16,-25 0 15,-1 26-15,27 0 16,-27 26-16,-26 27 16,0-1-16</inkml:trace>
  <inkml:trace contextRef="#ctx0" brushRef="#br0" timeOffset="37783.79">20650 10679 0,'26'0'16,"79"0"0,0 0-16,53-26 15,-27 26-15,0-26 0,-26 26 16,-52-26-16,-27 26 16</inkml:trace>
  <inkml:trace contextRef="#ctx0" brushRef="#br0" timeOffset="37988.35">21018 10391 0,'-27'0'0,"27"52"32,0 1-17,27-1-15,-1 1 16,0 25-16,27-25 15,-53 26-15,26-27 16,0 0-16</inkml:trace>
  <inkml:trace contextRef="#ctx0" brushRef="#br0" timeOffset="38412.08">21647 10417 0,'-26'-26'0,"0"26"16,0 0-16,26 52 47,26 1-47,26-1 16,-25 1-16,-1-27 15,26 0-15,-25 0 16,-1-26-16,0 0 15,0 0 1,0 0-16,1-26 16,-1-26-16,0-1 15,-26 1 1,26 25-16,-26-25 0,0 26 0,0 52 62,27 26-62,-27 27 16,26-26-16,0-1 16,-26-26-16,26 27 15,1-1-15,-1-25 16,0 25-16,0-26 16</inkml:trace>
  <inkml:trace contextRef="#ctx0" brushRef="#br0" timeOffset="38616.44">22513 10469 0,'26'-26'16,"27"0"-1,26 26 1,-1-26-16,-25 26 0,-1 0 15,1 0-15,-79 26 16</inkml:trace>
  <inkml:trace contextRef="#ctx0" brushRef="#br0" timeOffset="39011.68">22487 10496 0,'-26'52'63,"26"-26"-63,0 27 0,0-27 31,0 27-31,0-27 0,0 0 0,0 0 16,0 1-1,0-54 48,0 1-63,52 0 0,1 0 15,-27-1-15,53 27 16,-27-26-16,1 26 16,25 0-16,-25 0 15,-27 26-15,0 1 0,-26 25 16,0 1-16,0-1 31,-52-26-31,-27 27 16,0-27-16,-26 0 15,27 0-15,-27-26 16,0 0-16,26-26 16</inkml:trace>
  <inkml:trace contextRef="#ctx0" brushRef="#br0" timeOffset="53218.16">16111 11676 0,'-26'0'31,"-1"0"-15,1 0 15,79 0 0,-1 0-15,27 0-16,26 0 15,0-26-15,0 26 16,26 0-16,-26-26 0,-27 26 16,-25-26-16,-1 26 15,-25 0 1,-27-27-1,26 1-15,0 0 16,0 0-16,-26 0 16,27-1-16,-27-25 15,0 26-15,0-1 16,0 1-16,-27 26 16,27-26-16,-26 26 15,26 26 16,0 27-15,0-27 0,0 0-16,26 0 0,27 1 15,-1-1-15,1 0 16,-1-26-16,1 26 16,-27-26-16,0 0 15,-26 26 1,-26 1 46,0-1-62,0 0 16,-27 27-16,27-27 16,-27 0-16,27 0 15,0 1-15,0-1 16,-1-26-16,27 26 15,-26-26-15,26 26 16</inkml:trace>
  <inkml:trace contextRef="#ctx0" brushRef="#br0" timeOffset="54822.4">17187 11755 0,'0'-26'0,"0"0"31,0-1-31,0 1 31,0 52 94,0 1-125,0-1 0,0 0 16,0 0-16,0 27 16,0-27-16,0 0 15,-27 1-15,27 25 16,0-26-16,0 1 15,-26-1-15,26 0 16,-26 0-16,0 1 16,-1-1-16,27 0 15,-52-26-15,-1 26 16,27 0-16,-26 1 16,-1-27-16,-26 26 15,27-26-15,0 26 16,-1-26-16,27 0 15,-27 0-15,27 26 16,-26-26-16,-1 0 16,1 0-16,25 0 15,-25 0-15,26 0 16,-27 0-16,27 0 16,-26 0-16,-1 0 15,1-26-15,-1 0 16,1 0-16,-1-27 0,27 27 15,-27 0-15,1 0 16,26-1-16,-1 1 16,1-26-16,0 25 15,0 1-15,-1 0 16,1 0-16,0-1 16,0 1-16,0-26 15,-1 25-15,27 1 16,-26-26-16,0 52 15,26-27-15,0 1 0,0 0 16,-26 26 109</inkml:trace>
  <inkml:trace contextRef="#ctx0" brushRef="#br0" timeOffset="56877.97">16137 11545 0,'0'-26'0,"-26"0"16,0 26-1,-27 0-15,-26 0 16,-26 0-16,0 26 16,0-26-16,-26 26 15,0 0-15,26 1 16,0-27-16,53 0 16,-1 0-16,27 0 15,0 0-15,52 0 31,26 0-15,27 0-16,26 0 16,26 0-16,0 0 15,1 0-15,-1 0 16,0 0-16,-52 0 16,0 0-16,-27 0 15,0 0-15,-25-27 16,-1 27-16,-26-26 47,-79 26-47,1 0 15,-27 0-15,0 0 0,-27 0 16,-25 0-16,0 26 16,52-26-16,0 27 15,52-27-15,1 0 16,104 26 31,27-26-32,26 0-15,0 0 16,26 0-16,0 0 16,-26 0-16,0 0 0,0 0 15,-26 0-15,-1 0 16,-25 0-16,-27 0 15,-78-26 32,-27 26-47,-26-27 16,-26 27-16,-27 0 16,27 0-16,0 0 15,0 27-15,26-1 16,26-26-16,27 26 15,25-26-15,1 0 0,52 0 79,27 0-64,26 0-15,-1 0 16,1 0-1,0 0-15,-27 0 0,27 0 16,-53 0-16,27 0 16,-27 0-1,-26 26 954,-26 1-953,-53-1-16</inkml:trace>
  <inkml:trace contextRef="#ctx0" brushRef="#br0" timeOffset="58145.54">23222 10155 0,'-53'-53'0,"-52"27"15,-26 0 1,-26-1-16,-27 27 0,0-26 16,-52 26-16,-26 26 15,-27 27-15,-26 26 16,0 26-16,0 26 15,27 26-15,78 27 16,79-1-16,104 1 16,27-26-16,132-1 15,130-26-15,79-26 16,105-26 0,27-53-16,25-26 0,-26-26 15,-78-53-15,-53-26 0,-52-52 16,-79-1-16,-53-25 15,-131-27-15,-26-26 16,-105-1-16,-78 1 16,-53 26-16,-106 53 15,-51 78-15,-53 53 16,-53 26-16</inkml:trace>
  <inkml:trace contextRef="#ctx0" brushRef="#br0" timeOffset="59340.41">17055 11519 0,'-26'0'78,"0"-26"-78,-27 0 15,1-1-15,-1 1 16,-25-26 0,-1-1-1,0 1-15,-26-27 16,27 0-16,-27 0 15,0 1-15,0 25 16,26-25-16,-26 25 16,0 1-16,0-27 15,26 26-15,-26 1 16,27-1-16,-1 27 0,27 0 16,-1 0-16,1-1 15,25 1-15,-25 0 16,26 0-1,-1 26-15,27-26 16,-26 26-16,0 0 16,26-27-16,-26 27 15,26 27 204,0-1-219</inkml:trace>
  <inkml:trace contextRef="#ctx0" brushRef="#br0" timeOffset="59985.73">14877 9551 0,'0'-26'0,"-26"0"16,26-1-16,-26 27 31,26 53 0,0-1-15,52 27-16,-25-27 15,-1 1-15,-26-27 16,26 27-16,0-27 0,1-26 16</inkml:trace>
  <inkml:trace contextRef="#ctx0" brushRef="#br0" timeOffset="60221.82">14904 9577 0,'0'-26'15,"26"52"17,53 1-32,26 25 15,0-26-15,0 0 16,0-26-16,-27 27 16,-25-27-16,-1 0 15,-26 0-15,1 0 16,-27-27-16,0-25 15,0 0-15,0-1 16</inkml:trace>
  <inkml:trace contextRef="#ctx0" brushRef="#br0" timeOffset="61038.89">15455 9210 0,'-26'-26'15,"-1"26"-15,27-27 16,0 54 46,0-1-62,0 26 16,27 1-16,-1-1 16,26-25-16,-26 25 15,1 1-15,-1-27 16,0 0-16,0 0 0,-26 1 15,27-27 1,-27 26-16,26-26 172,-52 26 219,-27-26-391</inkml:trace>
  <inkml:trace contextRef="#ctx0" brushRef="#br0" timeOffset="62028.69">15927 9236 0,'0'-26'31,"-26"26"-31,0 52 31,26 1-31,0-1 16,0 1-16,0-1 16,26 1-16,0-27 15,0 0-15,27-26 16,-27 0-16,0 0 15,1-52 17,-27 26-32,0-27 15,0 1-15,0 25 16,0 1-16,26 26 62,26 26-62,1 1 16,-1 25-16,1-26 16,-1 1-16,-26-27 15,1 0-15,-27-27 47,0 1-47,0-26 16,0-1-16,0-26 15,-27 27-15,-25-1 0,-1 27 16,1-26 0,-1 52-16,-25 0 0,25 0 15,1 0-15,26 26 16,26 0-16</inkml:trace>
  <inkml:trace contextRef="#ctx0" brushRef="#br0" timeOffset="62515.37">16242 8580 0,'-79'-26'0,"1"0"16,-1 26-16,-26-27 15,-26 1-15,-1 0 16,-51 26-16,-53 0 15,26 26-15,-26 27 16,-1-1-16,27 53 16,27 0-16,25 26 15,27 27-15,52-27 16,27 26-16,26-25 16,26 25-16,26-26 0,53-26 15,26 0-15,52 0 16,-26-52-16,53-1 15,26-26-15,26-26 16,26 0-16,53-26 16,0-53-16,26 1 15,-26-54-15,0 1 16,-53-26-16,-78-1 16,-53-25-16,-78-1 15,-53 0-15,-53 1 16,-104 25-16,-27 27 15,-52 52-15,-53 27 0,27 52 16,0 0-16,25 26 16,1 53-16,53 26 15,-1 0-15</inkml:trace>
  <inkml:trace contextRef="#ctx0" brushRef="#br0" timeOffset="63332.24">1469 9761 0,'-79'26'0,"27"0"16,-1 27-16,27-53 15,0 0-15,52 0 31,79-79-31,79 0 16,52-52-16,26 0 16,27-26-16,-27 25 15,1-25-15,-53 52 16,-53 26-16,-78 53 16,-27 0-16,-78 52 15,-105 53-15,-27 52 16,-78 0-16,0 27 15</inkml:trace>
  <inkml:trace contextRef="#ctx0" brushRef="#br0" timeOffset="63489.91">1023 10338 0,'26'0'15,"53"-52"-15,105-53 16,78-26-16,53-53 0,26 0 15,0-26-15,0 53 16,-52-1-16,-79 27 16,-79 0-16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4T04:30:02.75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C00000"/>
    </inkml:brush>
  </inkml:definitions>
  <inkml:trace contextRef="#ctx0" brushRef="#br0">1784 11781 0,'-26'-26'0,"-1"26"0,1 26 47,0 27-47,0 52 15,26-26-15,-27-1 16,27 1-16,0 0 16,0-27-16,0-26 0,0 1 15,27-1-15,-1-26 16</inkml:trace>
  <inkml:trace contextRef="#ctx0" brushRef="#br0" timeOffset="189.04">1626 11939 0,'-26'0'0,"26"-26"0,0 52 47,79 0-47,26 27 0,26-1 16,0 1-16,0-1 15,-26 0-15,27-25 16,-27-1-16,-27-26 15,-25 0-15</inkml:trace>
  <inkml:trace contextRef="#ctx0" brushRef="#br0" timeOffset="487.53">2466 11414 0,'-26'-26'0,"0"0"15,26 52 32,0 26-47,0 1 16,26 52-16,0-27 16,0 1-16,1 26 15,-1-26-15,-26 26 16,26-53-16,0 27 15,1-27-15,-1-25 16,0-1-16,0 0 16</inkml:trace>
  <inkml:trace contextRef="#ctx0" brushRef="#br0" timeOffset="833.92">2807 11860 0,'26'-52'0,"-26"25"15,0 1 1,-26 52 31,26 27-47,-26-1 16,26 1-16,0 26 15,0-27-15,26 1 16,0-27-16,53 0 15,-26 0-15,-1-26 16,27 0-16,-27 0 16,1-26-16,-1-26 15,-52-1-15,0 1 16,0-1-16,0-26 16,-52 27-16,-27-1 0,27 27 15,-1 0-15,1 0 16,-1 26-16,27 0 15</inkml:trace>
  <inkml:trace contextRef="#ctx0" brushRef="#br0" timeOffset="1133.01">3385 11808 0,'0'-27'0,"0"1"0,0 0 15,52 26 1,0 0-16,27 0 16,-26 26-16,-1 27 15,-26-1-15,1 1 16,-27-27-16,0 26 16,0-25-16,-53-27 31,27 0-31,0 0 15,-1 0 1,1-53-16,0 1 0,26-1 16,0-26-16,26 27 15,53 26-15,0-27 0,-27 27 16</inkml:trace>
  <inkml:trace contextRef="#ctx0" brushRef="#br0" timeOffset="1368.96">4040 11362 0,'0'-53'0,"0"27"16,0 0-16,0-1 15,0 1-15,0 52 16,27 27 15,25 26-31,-26-27 16,27 27-16,-53-1 15,26-25-15,-26 26 16,0-27-16,0-26 16,0 27-16,0-27 15</inkml:trace>
  <inkml:trace contextRef="#ctx0" brushRef="#br0" timeOffset="1875.1">3909 11598 0,'0'-27'0,"0"1"0,53 0 16,25-26-16,1 25 15,0-25-15,0 26 16,-53-27-16,26 27 16,-25-27-16,-27 27 15,0 0-15,0 0 16,0-1-16,0 1 15,-27 26 1,27 26 0,0 27-1,0 26-15,0 26 16,0-27-16,0 27 16,27-26-16,-1-27 15,0 1-15,-26-27 16,26 0-16,-26 1 15,0-54 17,0-25-32,0-1 15,0 1-15,0-1 0,0 1 16,27 0-16,25 25 16,-26 27-1,1 0-15,25 0 0,0 0 16,1 53-16,-1-1 15,1 1-15,-27-27 16,0 26-16,-26 1 16,0-27-16,0 27 15,0-1-15,-52-26 16</inkml:trace>
  <inkml:trace contextRef="#ctx0" brushRef="#br0" timeOffset="2139.34">5064 11624 0,'0'-26'31,"52"26"-31,27 0 16,26 0-16,0 0 15,26-27-15,-26 1 0,0 26 16,0-26-16,-26 0 16,-27 26-16,-26 0 15,1-26-15</inkml:trace>
  <inkml:trace contextRef="#ctx0" brushRef="#br0" timeOffset="2454.19">5667 11309 0,'27'0'47,"25"0"-31,1 26-1,-1 1-15,1-27 0,-1 26 16,-26-26-16,27 0 15,-27 26-15,0-26 16,0 0 0,-52 26 46,-26 27-62,-1-1 0,1 27 16,-1 0-16,27-27 15,-53 53-15,27-52 16</inkml:trace>
  <inkml:trace contextRef="#ctx0" brushRef="#br0" timeOffset="7509.62">6507 11047 0,'-26'0'15,"0"-27"1,-1 1 0,1 26-16,26-26 0,-26 26 15,26 26 48,79 53-48,-27 0-15,1-27 16,-1 27-16,0-27 16,-25 1-16,-1-27 0,-26 27 15,0-27 1,0 0-1,-53-78 17,-25 25-17,25-51-15,-25 25 16,51-26-16,-25 1 16,52-1-16,0 26 15,0 1-15,0 26 16,26-27-16,53 27 15,0 26-15,-27-26 0,27 26 16,-27 0-16,1 0 16,-1 0-16,-26 52 15,1 1-15,-27-1 16,0 27-16,0-27 16,-53 27-16,1-26 15,-27-1-15,26-26 16,27 1-16,0-27 15,0 26-15,26-52 47,0-1-31,26 1 0,26 26-16,-25 0 0,51 0 15,-25 0-15,26 0 16,-1 26-16,1 1 15,-26-1-15,25 0 16,-52-26-16,27 26 16,-1-26-16,-25 27 15,25-27 1,-26 0-16</inkml:trace>
  <inkml:trace contextRef="#ctx0" brushRef="#br0" timeOffset="7820.68">7373 11125 0,'-26'-26'16,"26"0"-1,-27 26-15,27 52 63,53 1-47,-27-1-16,27 1 15,-27-27-15,0 0 16,27 1-16,-27-1 15</inkml:trace>
  <inkml:trace contextRef="#ctx0" brushRef="#br0" timeOffset="8094.76">7111 10837 0,'-27'0'0,"54"26"31,-1-26-15,26 0-16,1 0 15,-27 0-15,0 0 16,0 0-16,-26-26 16,0 0-16,0-1 0,0 1 15,0 0-15,-52 26 16,26-26-16,-27 26 15,1 0-15,-1 26 16,1 26-16,26 1 16,-1 25-16</inkml:trace>
  <inkml:trace contextRef="#ctx0" brushRef="#br0" timeOffset="8652.95">8160 11204 0,'0'-26'0,"0"0"16,-26-27-16,0 27 15,-27 0-15,1-1 16,-1 27-16,1 0 16,-27 0-16,27 0 15,-27 27-15,26-1 16,27 0-16,0 27 15,26-27-15,0 0 16,26 0-16,27 1 16,-27-27-16,26 0 0,1 0 15,-1 0 1,1-27-16,-27 27 0,0-26 16,0 0-16,1 0 15,-27-1-15,0 1 16,0 52 31,26 53-32,26 0-15,27 0 16,-26 26-16,-1-27 0,-26 1 16,1 0-16,-27-27 15,0-26-15,0 1 16,0-1-1,-27-26-15,1 0 16,-53 0-16,27-53 16,-27 27-16,0-53 15,53 27-15,0-27 16,26 27-16,0-27 16,79 27-16,-1-1 15,1-26-15</inkml:trace>
  <inkml:trace contextRef="#ctx0" brushRef="#br0" timeOffset="9359.49">8265 10653 0,'-52'-26'0,"-1"0"16,27 26-16,0-27 16,26 80 46,52 26-62,27-1 16,-27 27-16,27 0 0,-53-26 15,27 0-15,-27-27 16,0-26-16,-26 1 16,26-27-16,-26-27 31,0-51-16,0 25-15,0-26 16,-26 27-16,26-1 16,0 1-16,0 26 15,0 0 1,26 26-16,27 0 16,-27 52-1,53-26-15,0 27 0,-27-1 16,27 1-16,-27-27 15,1 0 1,-1-26-16,-25 0 16,-1 0-16,0 0 0,0-26 15,0 0-15,-26-27 16,0-26-16,0 1 16,-52-1-16,0 0 15,-1-26-15,-26 27 16,27 25-16,-1 1 15,27 25-15,0 27 0,26 27 47,26 25-31,27 27-16,25 0 16,-25-1-16,26-25 15,-27 26-15,0-27 16,1 0-16,-1-25 15,-25-1-15,-1 0 16,0-26-16,0 0 0</inkml:trace>
  <inkml:trace contextRef="#ctx0" brushRef="#br0" timeOffset="9501.12">9079 10679 0,'-27'0'0,"80"-26"32,52-26-32,0 25 15,26-25-15,-26 26 16,0-27-16,-53 27 16</inkml:trace>
  <inkml:trace contextRef="#ctx0" brushRef="#br0" timeOffset="30830.97">15035 4434 0,'-26'0'0,"-1"0"16,1 0-16,26 53 47,0-1-47,-26 1 0,26 25 16,0-25-16,0-1 15,0 1-15,-26-1 16,26-25-16,-27-1 15,1-26-15</inkml:trace>
  <inkml:trace contextRef="#ctx0" brushRef="#br0" timeOffset="31028.7">14825 4644 0,'0'-26'16,"0"0"-16,0-1 16,26 27 15,0 27-16,1-1-15,51 26 16,-25 1-16,52-1 16,-26-25-16,-1 25 15,1-26-15,-26 1 16,-1-1-16,-26-26 16,0 0-16</inkml:trace>
  <inkml:trace contextRef="#ctx0" brushRef="#br0" timeOffset="31254.78">15586 4513 0,'-26'-52'16,"-1"-1"-16,1 1 15,26 25-15,0 1 16,0 0-16,-26 26 31,26 52 0,0 1-31,0-1 16,0 1-16,0-1 16,26 27-16,0-27 0,1 27 31,-1-26-31,-26 25 0,0-25 0</inkml:trace>
  <inkml:trace contextRef="#ctx0" brushRef="#br0" timeOffset="32009.02">20703 8475 0,'0'-52'0,"0"25"31,0 1-31,0 52 47,0 53-32,0 0-15,0 0 16,0 26-16,0-27 16,0 1-16,0 0 15,26-27-15,-26-26 16,26 1-16,-26-1 16</inkml:trace>
  <inkml:trace contextRef="#ctx0" brushRef="#br0" timeOffset="32230.95">20755 8475 0,'0'-26'0,"0"0"16,0-1 0,26 27 15,27-26-31,-1 26 15,1 0-15,-1 0 0,1 0 16,-1 0-16,-25 26 16,-1-26-16,-26 27 15</inkml:trace>
  <inkml:trace contextRef="#ctx0" brushRef="#br0" timeOffset="32434.6">20755 8816 0,'-26'0'0,"52"0"32,27 0-17,25 0-15,27 0 16,-26 0-16,0 0 16,-1-26-16,-25 26 15,-27-26-15,-26 52 31</inkml:trace>
  <inkml:trace contextRef="#ctx0" brushRef="#br0" timeOffset="32622.24">20755 9105 0,'-26'0'16,"26"26"-16,52-26 15,1 0 1,26 0-16,-1 0 15,1 0-15,26 0 16,-26 0-16,-1-26 16,-25 26-16,-1 0 15</inkml:trace>
  <inkml:trace contextRef="#ctx0" brushRef="#br0" timeOffset="33313.96">16478 12490 0,'26'-26'15,"-26"-1"-15,-26 27 32,0 0-17,-27 0-15,1 53 16,-1-27-16,27 27 16,0-27-1,26 0-15,0 0 0,26 1 16,53-1-16,0 0 0,26 0 15,0 1-15,-27-1 16,1 26-16,-27-52 16,-52 26-16,0 1 15,0-1 1,-52 0-16,-53 0 16,26 1-16,-26-27 15,0 0-15,27 0 16,-1 0-16,0 0 15,27-53-15</inkml:trace>
  <inkml:trace contextRef="#ctx0" brushRef="#br0" timeOffset="34687.94">9682 8528 0,'0'52'62,"0"1"-46,0-1-16,26 1 15,1-27-15,-1 26 16,0-25-16,-26-1 16,26-26 15,-26-26-16,0-1-15,26-25 16,1-1-16,-1 1 16,0 26-16,0-1 15,1 1-15,-1 52 47,26 1-31,-25 25-16,25-26 15,-26 27-15,27-1 16,-27-25-16,27-1 16,-27 0-16,0 0 15,0-26 1,0 0 0,1 0-16,-1-52 15,0-1-15,0 1 16,-26-1-16,0 1 15,0-27-15,0 53 16,0-27-16,0 27 16,-26 0-16,-26 0 15,25 26-15,1-27 16,-26 27-16,26 0 16,-1 0-16,1 0 15,26-26-15,-26 26 16,0 0-16,-1 0 15</inkml:trace>
  <inkml:trace contextRef="#ctx0" brushRef="#br0" timeOffset="35640.21">2361 13749 0,'-52'-52'0,"-1"-1"16,27 1-16,0 26 16,26-1-1,0 54 17,0 25-17,26 27-15,26 26 16,1-26-16,-27-1 15,27 1-15,-1 0 16,-26-1-16,1-51 0,-1 25 16,0-26-16,0 1 15,-26-54 17,-26-25-32</inkml:trace>
  <inkml:trace contextRef="#ctx0" brushRef="#br0" timeOffset="35886.37">2177 13671 0,'-26'0'0,"26"-27"63,26 1-63,27 0 15,26 0-15,26-1 16,-53 1-16,27 0 16,-27 26-16,-25-26 15,-27 52 17,0 26-17</inkml:trace>
  <inkml:trace contextRef="#ctx0" brushRef="#br0" timeOffset="36106.18">2414 14012 0,'26'0'16,"0"-26"0,27-1-16,25 1 15,-25 0-15,-1 0 16,1 26-16,-1-27 15,-26 27-15,1-26 16,-27 52 15</inkml:trace>
  <inkml:trace contextRef="#ctx0" brushRef="#br0" timeOffset="36373.03">2597 14300 0,'53'0'31,"26"-26"-31,25 0 16,1 0-16,0-1 0,0-25 15,-26 26-15,-26 26 16,-27-27-16,-52 27 78</inkml:trace>
  <inkml:trace contextRef="#ctx0" brushRef="#br0" timeOffset="37896.47">3673 13644 0,'-26'-26'0,"26"0"16,-26 0-16,-27-1 15,27 27-15,0 0 16,-1 0-16,1 0 16,-26 0-16,26 0 15,-27 27-15,27 25 16,0 1-16,26-1 16,0 1-16,0-27 15,0 0-15,52 0 16,-26 1-16,27-1 0,-1-26 15,-26 0-15,1 0 16,25 0-16,-26-26 16,1-1-16,-1 1 15,0 0-15,-26-27 16,0 27-16,0-26 16,0 25-16,0 1 15,0 0 1,53 52 46,-27 0-46,0 1-16,27-1 16,-27 0-16,0 0 15,27 1-15,-27-27 16,0 0-16,0 0 15,0 0-15,1 0 16,-1 0-16,0 0 16,0-27-16,1-25 15,-1-1-15,0 1 16,-26-1-16,0-25 16,0 25-16,0 1 0,0 26 15,0-1-15,0 1 16,-26 26-16,-27 0 15,27 0-15,-26 0 16,25 0-16,1 26 16,0-26-16,26 27 15,0-1-15,26 0 16,27 0-16,-1-26 16,27 27-16,0-1 0,-1 0 15,1 0 1,-26 0-16,-1 1 0,-26-1 15,1 0-15,-27 0 16,0 1-16,0 25 16,-53-26-16,1 1 15,-1-27-15,1 0 16,-1 0-16,27 0 16,0-53-16,26 1 15,0-27-15,26 0 16,53 1-16,-1-27 15,-25 26-15,26-26 16,-53 26-16,0 0 0,-26 1 16,0-1-16,-26 27 15,0-1-15,-27 1 16,27 25-16,-27 27 16,27-26-16,0 26 15,52 26 48,27 53-63,-1-26 0,1 25 15,-1 1 1,27 26 0,-27-26-16,1-1 0,25 1 0,-25-26 15,-1 25-15,1-25 16,26-1-16,-53 1 15,26-27-15,-25 0 16,-1-26 0,-26-26 15,0-27-31,0 1 16</inkml:trace>
  <inkml:trace contextRef="#ctx0" brushRef="#br0" timeOffset="38069.62">4854 13251 0,'-53'0'32,"27"0"-32,26-26 31,26-1-31,27 27 16,26-52-16,-1 26 15,27-27-15,-26 27 16,0 0-1,-1-1-15,-51 1 0</inkml:trace>
  <inkml:trace contextRef="#ctx0" brushRef="#br0" timeOffset="38839.25">5772 13146 0,'-26'0'0,"-26"0"0,130 0 47,1 0-31,26-26-16,52-27 15,1 27-15,-27 0 16,0-1-16,-52 1 16,0 0-16,-27 26 31,-26 0-31,1 0 16,-27-26-1,0-1 1,-27 1-1,-25 0-15,-1 0 16,-25 0-16,-1-1 16,27 27-16,-1-26 15,27 26-15,0 0 16,52 0 46,26 26-62,27 1 16,-26-1-16,25-26 0,-25 26 16,25 0-16,-25-26 15,-27 0-15,0 0 16,1 0-16,-54 26 141,1 27-141,-26-1 15,-1 27-15,1-26 16,25 25-16,-51 1 15,25 0-15,1 0 16,-27-27-16</inkml:trace>
  <inkml:trace contextRef="#ctx0" brushRef="#br0" timeOffset="41976">9603 5668 0,'-52'-27'15,"-1"27"-15,-25 0 16,25 0-16,-26 27 16,27 25-16,-1 27 15,27-1-15,0 1 16,26-26-16,0 25 15,0-25-15,26-1 16,27-25-16,25-1 0,27 0 16,-26-26-1,26 0 1,-26-26-16,0 0 0,-1-27 0,-52 1 16,1-1-16,-27 1 15,0-1-15,0 1 16,-53-1-16,-25 1 15,-1 26-15,0-1 16,0 27-16,-26 0 16,0 0-16</inkml:trace>
  <inkml:trace contextRef="#ctx0" brushRef="#br0" timeOffset="42211.62">8737 5326 0,'-26'0'0,"26"27"47,53 25-47,-1-26 16,1 27-16,-27-1 0,26 1 15,-25-1-15,-27 1 16,26-27-16</inkml:trace>
  <inkml:trace contextRef="#ctx0" brushRef="#br0" timeOffset="42419.3">9210 5143 0,'0'-53'15,"-27"53"-15,27 53 63,0-1-63,27 27 16,-1-27-16,0 53 15,-26-52-15,0 26 16</inkml:trace>
  <inkml:trace contextRef="#ctx0" brushRef="#br0" timeOffset="42653.1">9603 5720 0,'-26'-26'0,"26"0"15,0-27 1,26 27-16,27-27 16,-1 1-16,27-1 15,-27 27-15,1-26 16,-27 25-16,0 27 16,-52 27-1</inkml:trace>
  <inkml:trace contextRef="#ctx0" brushRef="#br0" timeOffset="42920.23">8869 6009 0,'-27'26'0,"-25"-26"15,-1 26-15,-52 27 16,0-1-16,1-26 16,-1 53-16,26-26 15,0-1-15,0 1 16</inkml:trace>
  <inkml:trace contextRef="#ctx0" brushRef="#br0" timeOffset="43155.45">9420 6324 0,'-27'0'31,"1"52"-15,0 1-16,-27 25 15,53-25-15,-26-1 16,26 1-16,0-1 0,0 1 16</inkml:trace>
  <inkml:trace contextRef="#ctx0" brushRef="#br0" timeOffset="43360.09">9708 6035 0,'27'0'31,"25"0"-31,53 0 0,26 0 16,-26 0-16,0 0 16,0 0-16,0 0 15,-53 26-15,-25-26 16</inkml:trace>
  <inkml:trace contextRef="#ctx0" brushRef="#br0" timeOffset="43831.97">10522 6743 0,'-27'0'16,"80"0"15,26 0-16,52 0-15,0 27 16,0-1-16</inkml:trace>
  <inkml:trace contextRef="#ctx0" brushRef="#br0" timeOffset="65855.81">7006 12647 0,'-27'0'0,"27"-26"16,27 79 62,51-1-63,-25 1-15,-1-1 16,1 0-16,-1 27 16,1-53-16,-1 27 15,-26-27-15,-26 0 0,27-26 16,-27 27-16,26-27 15,-26 26-15,-26-26 32</inkml:trace>
  <inkml:trace contextRef="#ctx0" brushRef="#br0" timeOffset="66083.22">7032 12621 0,'-26'0'0,"26"-26"16,-27 0-16,27-1 15,0 1 1,27 0-16,-1 0 16,26-1-16,-25 1 15,25 26-15,-26 0 16,27-26-16,-27 26 15,26 0 1,1 0-16,-27 26 0,-26 27 16</inkml:trace>
  <inkml:trace contextRef="#ctx0" brushRef="#br0" timeOffset="66317.92">7268 12857 0,'26'-26'47,"27"0"-47,25 26 15,-25-26-15,-1-1 16,-25 27-16,-1-26 16,0 26 15,0-26-16</inkml:trace>
  <inkml:trace contextRef="#ctx0" brushRef="#br0" timeOffset="66805.13">7767 12779 0,'-53'0'0,"27"0"15,0-27-15,26 1 16,0 0-16,0 0 15,0-1 1,0 1-16,0 0 0,26 26 16,26-26-16,1 26 15,-1 0-15,1 0 0,25 0 16,-25 52-16,-1-26 16,1 27-16,-27-27 15,-26 0 1,0 1-16,0-54 47,-52 1-32,-1-26-15,27-1 16,0 1-16,26-1 31,0 27-31,0 0 0,0-1 0,52 27 0,1 0 16,-1 0-16</inkml:trace>
  <inkml:trace contextRef="#ctx0" brushRef="#br0" timeOffset="67119">8370 12437 0,'0'53'47,"0"-1"-32,0 1-15,0-27 0,0 0 16,53 1 0,-27-1-1,26-26-15,1 0 16,-27 0-16,26 0 16,1-26-16,-27-27 15,-26 27-15,0-27 16,0 1-16,0-1 15,-26 27-15,-27-26 16,1 25-16,-1 27 16,1 0-16,0 0 15,-1 27-15,1 25 16,-1 1-16</inkml:trace>
  <inkml:trace contextRef="#ctx0" brushRef="#br0" timeOffset="67810.13">8947 12332 0,'-26'-26'16,"52"52"15,1 27-31,-1-27 16,0 0-1,-26 27-15,26-27 0,-26 0 16,-26-78 31,-26 26-47,25-27 16,27 1-16,0-1 15,0 27-15,0-27 16,27 53-16,-1-26 15,26 0-15,-25 26 16,25 0-16,0 0 16,-25 26-16,51 27 0,-51-27 15,25 0-15,1 0 16,-1 1-16,-26-27 16,27 0-16,-27 0 15,27 0-15,-27-27 16,0-25-16,0 26 15,-26-53-15,0 27 16,0-27-16,-26 0 16,-26 0-16,-27 1 15,26 25-15,1 1 0,-1-1 16,27 27 0,0 26-16,52 52 46,27 1-30,-1 26-16,1-1 16,25 1-16,-25-26 15,-27 25-15,27-51 16,-1 25-16,0-26 16,-25-26-16,-1 26 15,0-26 1,-26-26-16,0 0 15</inkml:trace>
  <inkml:trace contextRef="#ctx0" brushRef="#br0" timeOffset="67984.08">9603 11991 0,'-52'0'0,"26"0"16,26-26-16,0 0 31,78 0-31,27-27 16,0 27-16,0-27 15,0 27-15,-26-26 0,0 52 16,-53-27-16</inkml:trace>
  <inkml:trace contextRef="#ctx0" brushRef="#br0" timeOffset="68965.74">3804 15219 0,'0'-26'0,"0"-1"15,-26 1-15,0 0 16,0 26-1,-1-26-15,1 26 0,-26 0 16,-1 26-16,1 0 16,-27 27-16,27-1 15,52 1-15,-27-27 16,27 26-16,0-26 16,79 27-16,-27-27 15,27-26-15,-26 26 16,25 1-16,1-27 15,-26 26-15,-1-26 16,-26 26-16,1-26 0,-1 26 16,-26 1-16,0-1 15,-26-26 1,-27 26-16,-26-26 16,1 0-16,-1 26 15,0-26-15,27 0 16,-1 0-16,27 0 15,0-26-15,26 0 16,0 0-16</inkml:trace>
  <inkml:trace contextRef="#ctx0" brushRef="#br0" timeOffset="69348.67">4119 15324 0,'-52'0'16,"52"-26"-16,-27 26 16,27 26 15,-26 26-15,26 1-16,0-1 0,0 1 15,0-27 1,0 0-16,26-26 15,27 26-15,-1-26 0,1 0 16,26 0-16,-27-26 16,1 0-16,-1 0 15,1-27-15,-53 27 16,0-27-16,0 1 16,0 26-16,-79-27 15,26 1-15,-25 26 16,-1-1-16,26 1 15,27 26-15,-26 0 0,25 26 16,27 27-16,0-1 16</inkml:trace>
  <inkml:trace contextRef="#ctx0" brushRef="#br0" timeOffset="69836.03">4618 15245 0,'-26'-26'0,"26"52"47,0 27-47,0-1 16,0 0-16,26-25 15,26-1-15,1 0 16,-27-26-16,26 26 16,-25-26-16,25 0 15,-26-26-15,27 0 16,-27-27-16,-26 1 16,0 0-16,0-1 0,0 1 15,-26-1-15,0 27 31,-1 0-31,1-1 0,0 27 0,26 53 47,0-1-31,52 1-16,1-27 16,-1 27-16,1-27 15,-1 0-15,1 0 0,-1-26 16,1 0-16,-27 0 15,26 0-15</inkml:trace>
  <inkml:trace contextRef="#ctx0" brushRef="#br0" timeOffset="70087.3">5248 14878 0,'-79'-79'0,"26"26"0,1 1 15,26 26-15,-1 0 16,27 52 31,27 26-32,25 27-15,1-27 0,-1 27 0,1-26 16,25 25-16,-25-25 16,-27-1-16,26-25 15,-52 25-15,27-26 31,-27 1-31,-27-27 16</inkml:trace>
  <inkml:trace contextRef="#ctx0" brushRef="#br0" timeOffset="70621.2">4985 15009 0,'0'-26'0,"26"26"16,27-27-16,26 1 15,26 0-15,-27 0 16,-25-1-16,-1 1 16,-26 0-16,-26 0 15,27-27-15,-27 27 16,0 0-16,0-27 16,-27 27-16,1 0 15,-26 0-15,25-1 16,1 27-16,26-26 15,-26 26-15,26 26 16,0 27 0,0-1-16,26 27 15,0 0-15,1-27 16,25 27-16,1-27 16,-27-25-16,0 25 15,0-52-15,1 26 16,-27-52 31,0-26-47,0-1 15,0 1-15,0 25 0,26-25 16,0 26 0,0 26-16,1 0 15,25 0-15,-26 26 16,53 0-16,-26 0 15,-27 27-15,26-27 16,-26 0-16,-26 1 16,27 25-16,-27-26 15,0 27-15,0-27 16</inkml:trace>
  <inkml:trace contextRef="#ctx0" brushRef="#br0" timeOffset="70842.02">6166 14825 0,'-26'0'0,"52"0"16,79-26 0,0 0-16,26-1 15,0-25-15,-26 26 0,-26 0 16,-27 26-16,-25-27 15</inkml:trace>
  <inkml:trace contextRef="#ctx0" brushRef="#br0" timeOffset="71126.07">6638 14510 0,'-26'0'0,"78"0"31,1 27-15,-1-27-16,1 0 16,-1 26-16,1-26 15,-27 0-15,0 26 16,1-26-16,-27 26 62,0 27-46,-53 25 0,1 1-16,25 0 0,-51 0 15,25-1-15,1 1 0</inkml:trace>
  <inkml:trace contextRef="#ctx0" brushRef="#br0" timeOffset="77485.95">18630 10863 0,'-26'-26'15,"-1"26"1,27-26-16,53 52 63,-1 0-48,27 0-15,-27-26 16,1 26-16,-27 1 0,27-27 15,-27 26-15,0-26 16,-26 26 93,0 0-109,-26 53 16,-27 0-16,-25 26 16,-1-26-16,-26 26 15,0-27 1</inkml:trace>
  <inkml:trace contextRef="#ctx0" brushRef="#br0" timeOffset="79986.88">7373 14064 0,'-53'-26'16,"53"0"-16,-26 0 15,0 26 1,26-27-16,0 80 47,0-27-47,0 53 16,52-27-16,-25 27 15,25-27-15,-26 1 16,1-1-16,-1-25 15,0-1-15,0-26 32,1 0-1,-1 0-15,53 0-1,-1 0-15,1-26 0,26-27 16,-26 27-16,-1 0 15,-51-1-15,25 27 16</inkml:trace>
  <inkml:trace contextRef="#ctx0" brushRef="#br0" timeOffset="81189.03">8160 14143 0,'-26'0'16,"78"0"-1,27 0-15,26-26 16,-52-1 0,-1 1-16,0 0 0,-52 0 15,27-27-15,-27 27 16,0 0-16,0 0 15,-53-1 1,27 1-16,-26 26 0,-1 0 16,1 0-16,25 0 15,1 53 1,26-1-16,0 1 16,0-1-16,26 0 15,53-25-15,-26 25 16,25-26-1,1-26-15,0 0 0,-1 0 0,1-26 32,0-26-32,-27-1 0,1 1 0,-27-1 31,0-25-31,-26 25 16,0-26-16,-52 1 15,-1 25-15,1 1 16,-1-1-16,1 27 15,26 0-15,26 78 63,0 1-63,26 25 16,0 27-16,27 0 15,-1-26-15,1 26 16,-1 0-16,1 0 15,25-26-15,1 26 16,-27-53-16,27 1 16,-26-27-16,-1 0 0,1 0 15,-27-26 1,0 0-16,-26-52 31,0-1-31,0-25 16,-26-1-16,-27 0 15,-25 0-15,-27 27 16,0-1-16,26 27 16,0 0-16,53 0 15,0 26-15,26-26 32,26 26-17,27-27-15,-1 1 16,0 0-16,1 0 0,-1-27 15,-25 1-15,-1-27 16,-26 0-16,0 0 16,0 27-16,0 0 15,0 25-15,-26-25 16,-1 52-16,27-26 16,-26 26-16,26 52 31,26 1-16,1 25-15,-1 27 16,26-26-16,1 0 0,26-1 16,-27-25-16,1-27 15,-27 27-15,0-53 16,27 26-16,-53-52 31,0-1-15,0-25-16,0-1 15,0 27-15,-53 0 16,27 0-16,-27-1 16,27 1-16,0 26 15,26-26-15,0 0 0,26-1 16,27-25-16,25-1 16,27 1-16,0 0 15,-26 25-15,-27 1 16,-25 26-16,-54 26 15</inkml:trace>
  <inkml:trace contextRef="#ctx0" brushRef="#br0" timeOffset="82002.41">5457 16111 0,'-52'0'0,"-1"0"15,27 52-15,26 1 0,0 26 16,0-27-16,26 1 16,27 25-16,26-51 15,-27 25-15,27-26 16,0-26-16,-27 0 15,-26 0-15,1 0 16,-1-26-16,0-26 16,-26-1-16,0 1 15,0-1-15,0 1 16,-26-1-16,0 27 16,26 0-16,-27 26 0,27 52 46,27 1-30,25-1-16,1-26 16,25 27-16,1-27 15,0-26-15,-27 26 16,1-26-16,-1 0 16,-26 0-16,1-26 15,-1-26-15,-26-1 16,0 1-16,0-1 15,0 1-15,-53-1 0,1 1 16,26-1 0,-1 53-16,1-26 0,26 52 31</inkml:trace>
  <inkml:trace contextRef="#ctx0" brushRef="#br0" timeOffset="82892.77">6822 16295 0,'0'-27'15,"0"1"1,52-26-16,-25-1 16,-27 1-16,26-1 15,-26-25-15,0 25 16,-26 27-16,-1 0 15,1-1-15,0 27 16,0 0-16,-1 0 16,1 27-16,0-1 15,0 0-15,-1 27 0,27-1 16,0 27-16,0-27 16,27-26-16,-1 27 15,53-27-15,-53 0 31,53 1-31,-27-27 0,1 0 0,-1 0 16,27 0-16,-27-27 16,1-25-16,25-1 15,-51 1-15,-1-27 16,0 1-16,-26-1 16,0 26-16,-52 1 15,-1 26-15,1-1 16,-1 27-16,1 0 0,26 0 15,26 27 1,0-1-16,0 26 0,26-25 16,79 25-16,0 1 15,0-27-15,0 26 16,0-26-16,-53 1 16,-26-1-16,1 0 15,-27 0 1,-27 1-16,-25-1 15,-1-26-15,1 0 0,26 0 16,-27-26-16,27-1 31,0-51-31,26-1 0,0 0 0,0 1 16,26-1-16,26-26 16,-25 26-16,-1 0 15,-26 1-15,0 25 16,0 1-16,0 26 15,0-1-15,0 1 16,-26 26 0,26 53 15,26-1-31,26 53 0,27-26 16,0-1-16,-1 1 15,-25 0-15,26 0 31,-27-27-31,-26 1 0,27-1 0,-27-26 16,-26 0-16,26-26 16,-26 27-16,0-54 31</inkml:trace>
  <inkml:trace contextRef="#ctx0" brushRef="#br0" timeOffset="83008.39">7793 15796 0,'-53'0'0,"1"-26"15,52 0 1,0-1-16,26 1 16,79 0-16,52-27 15,1 27-15,-1-26 16,1 25-16</inkml:trace>
  <inkml:trace contextRef="#ctx0" brushRef="#br0" timeOffset="83541.6">8711 15665 0,'-26'0'0,"52"0"31,53 0-31,26-26 16,26-1-16,0-25 16,0 26-16,-26-1 15,0 1-15,-52 0 0,-1 26 16,-25-26-16,-27-1 16,0 1-16,0 0 15,-53 0-15,1 26 16,-1-26-16,1-1 15,25 27-15,1 0 16,52 0 31,27 27-47,-1-27 16,1 26-16,26-26 15,-1 0-15,-25 0 16,25 0-16,-51 0 0,-1 0 15,0 0 1,-26 26 0,0 0-1,0 0-15,-26 27 16,0 26-16,-53-27 16,27 27-16,-1 0 15,1-1-15,25 1 16,-25-26-16,-1-1 15</inkml:trace>
  <inkml:trace contextRef="#ctx0" brushRef="#br0" timeOffset="93540.88">10102 14642 0,'-26'-27'0,"-1"27"0,1 0 15,26 27 16,0-1-15,0 26-16,53 27 16,-27-27-16,26 1 15,1-1-15,-1 1 16,-25-1-16,-1 1 16,0-27-16,0 0 15,0 1-15,-26-1 16</inkml:trace>
  <inkml:trace contextRef="#ctx0" brushRef="#br0" timeOffset="94028.79">10076 14720 0,'0'-52'0,"0"26"16,0-27-16,78 27 15,-25 0-15,-1 26 16,1-27-16,-27 27 15,26 0-15,-25 27 16,-1-1-16,0 0 16,-26 27-16,0-1 15,0 0-15,-52 1 0,-27-27 16,27 0-16,25 1 16,1-1-16,79-26 78,25-26-78,1 26 15,26 0-15,-26 0 16,26 0-16,-27 0 16,1 0-16,-26 26 0,-27 0 15,0 0-15,-26 1 16,0-1-1,-26 0-15,-53 0 0,0 1 16,1-1-16,-27-26 16,52 26-16,1-26 15,25 0-15,1 0 16,0 0-16,26-26 16,0-27-16,0 27 15</inkml:trace>
  <inkml:trace contextRef="#ctx0" brushRef="#br0" timeOffset="94500.14">11388 14746 0,'26'-26'0,"0"0"16,0-26-16,-26 25 16,27 1-16,-27 0 15,0 0 1,-53 26-1,1 0-15,-1 0 0,-26 0 16,27 26-16,-1 26 16,27-25-1,26-1-15,0 0 0,0 0 16,26 0-16,27-26 16,-27 27-16,27-27 15,-1 0-15,-26 0 16,1-27-16,-1 1 15,0 0-15,0 0 16,1 0-16,-27-27 16,0 27-16,0 0 15,26 26 32,-26 26-31,26 0-1,0 0-15,1 27 0,-1-27 16,0 0-16,-26 0 16,26 1-16,0-27 15,27 0 1,-27 0-16</inkml:trace>
  <inkml:trace contextRef="#ctx0" brushRef="#br0" timeOffset="94987.62">11965 14405 0,'0'-26'15,"0"0"-15,0 0 16,-26 26-16,-1 0 16,27-27-16,-26 27 15,0 0-15,0 0 16,-1 27-16,1 25 16,0-26-16,26 27 15,0-1-15,0-25 16,0 25-16,52-26 15,1-26-15,-1 0 0,27 0 16,0 0-16,0 0 16,-27 0-1,1-52-15,-1 26 0,0-27 16,1 1-16,-27-1 16,0-26-16,-26 1 15,0 25-15,0 1 16,0-1-16,0 1 15,-52 26-15,52-1 16,-26 27-16,26-26 16,0 52 15,0 1-31,0 25 16,0 0-16,26 27 15,-26-26-15,26-27 16,0 26-1,1-25-15,-1-1 0,0 0 16,0 0-16,1 1 16</inkml:trace>
  <inkml:trace contextRef="#ctx0" brushRef="#br0" timeOffset="95348.73">12778 14143 0,'0'-26'15,"0"-1"-15,0 1 32,-52 26-17,26 0-15,-53 26 16,26 1-16,-25 25 16,25-26-16,1 1 15,25-1-15,1 0 16,52-26 15,27 0-15,26 26-1,-1-26-15,27 0 0,-26 27 16,26-1-16,-26 0 16,-1 0-16,-25 1 15,-1-27-15,1 26 16,-27 0-16,0-26 15,-26 26-15,0 1 16,0 25-16,-78-26 16</inkml:trace>
  <inkml:trace contextRef="#ctx0" brushRef="#br1" timeOffset="120130.35">15743 6507 0,'-26'-26'0,"0"0"16,0 26-16,-1 0 15,27 52 63,0 27-78,0 0 16,0-1-16,0 27 16,0-26-16,0 52 15,0-26-15,0 53 16,0-27-16,0 0 15,0 26-15,0 1 16,0-1-16,0 27 0,27-27 16,-27 27-16,0 0 15,0 0-15,0-1 16,0 1-16,0-27 16,0 1-16,0-27 15,26 26 1,-26-25-16,26-27 0,-26 26 15,0 0-15,0 0 0,0 0 16,-26-26 0,0 26-16,26 1 15,0-1-15,0-26 0,0 26 16,0-26-16,0 0 16,0-26-16,26 26 15,-26-27-15,26 27 16,-26 0-16,0-26 15,0 0-15,0-27 16,0-26-16,-26-26 16,0 0-1,-27-26 1,-52-26-16</inkml:trace>
  <inkml:trace contextRef="#ctx0" brushRef="#br1" timeOffset="120899.83">11335 8948 0,'-52'0'15,"25"0"-15,1 0 16,0 0-16,78 0 31,53 0-31,53 0 16,25 0-16,80 0 15,52 0 1,52-27-16,79 1 0,26 26 16,27-26-16,26 26 15,26 0-15,-26 0 0,-1 0 16,1 0-16,-52 0 15,-1-26 1,-52 26-16,-27-27 16,-52 1-16,-26 0 0,-79 0 15,1-1-15,-54 1 16,-51 0-16,-28 0 16,-51 26-16,-27 0 15,0 0-15,1 0 47,-1 0-16,-52 0 1,-79 0-17</inkml:trace>
  <inkml:trace contextRef="#ctx0" brushRef="#br1" timeOffset="124046.88">15770 6980 0,'-27'0'16,"-25"0"-16,26 0 0,-27-27 15,1 27-15,-1 0 16,1 0-16,-27 0 15,-26 27-15,26-1 16,-26 26-16,0 27 16,27-27-16,-1 1 0,53 26 15,0-27-15,26-26 16,0 27-16,0-27 16,26 0-16,26 1 15,27-27-15,0 0 16,52 0-16,-26 0 15,26-53-15,0 27 16,-26-27-16,-26-25 16,0 25-16,-53 1 15,0-1-15,-26 1 16,0-1-16,0 27 16,-52 0-16,25 0 15,-25 26-15,-1 0 0,-25 0 16,-27 52-16</inkml:trace>
  <inkml:trace contextRef="#ctx0" brushRef="#br1" timeOffset="124330.45">15297 7321 0,'-26'52'47,"-53"1"-31,1 25-16,-27 27 15,26-26-15,0 0 16,1-1-16,25 1 15,-26-26-15,53-1 16,0-26-16</inkml:trace>
  <inkml:trace contextRef="#ctx0" brushRef="#br1" timeOffset="124567">15245 7583 0,'0'-26'16,"26"26"-16,0-26 16,1 26-1,25 0-15,1 0 0,25 26 16,27 0-16,0 27 16,0-1-1,0-26-15,0 27 0,-26-27 16,-27 26-16,-26-25 15,-26-1-15,0 0 16</inkml:trace>
  <inkml:trace contextRef="#ctx0" brushRef="#br1" timeOffset="124851.29">15350 7583 0,'-26'-26'16,"26"105"46,0-1-46,0 27-16,0-26 0,0 26 15,0 0 1,0-26-16,0 26 0,0-27 16,-53 1-16</inkml:trace>
  <inkml:trace contextRef="#ctx0" brushRef="#br1" timeOffset="125845.19">15612 11099 0,'-52'0'15,"-1"0"-15,-25 0 0,25 0 16,-26 0-16,1 0 16,-1 0-16,0 26 15,27 27-15,-27-1 16,53 1-16,-1-1 16,27 27-16,0-26 15,0-1-15,53 27 16,26-27-16,-1 1 15,27-27-15,0 0 16,27-26-16,-1 0 0,-26 0 16,0-26-1,0 0-15,-27-27 0,-25 27 16,-27-27-16,-26 1 16,0 0-16,0-1 15,0 1-15,-52-27 16,-1 26-16,1 1 15,25 26-15,1-1 16,-26 27-16,25 0 16,1 0-16,-26 0 15</inkml:trace>
  <inkml:trace contextRef="#ctx0" brushRef="#br1" timeOffset="126159.67">14982 10548 0,'-26'-26'0,"0"26"0,78 0 47,1 0-47,26 26 15,-1 27-15,-25-1 16,26 1-16,-1-1 16,1 1-16,-27-27 15,27 0-15,-26 0 16,-27 27 0,26-53-16,-25 26 0,-1 0 15,0-26-15</inkml:trace>
  <inkml:trace contextRef="#ctx0" brushRef="#br1" timeOffset="126443.31">16426 10312 0,'-27'0'16,"1"0"-1,0 0 1,-27 0-16,27 26 0,-26 27 16,-1 25-16,-25 1 15,-1 26-15,26 0 16,-25 0-16,-1-26 16,26 26-16,-25-27 15,25 1-15,1-26 16,25-27-1</inkml:trace>
  <inkml:trace contextRef="#ctx0" brushRef="#br1" timeOffset="126741.41">15586 10286 0,'0'-26'0,"0"-27"16,-26 27-1,26 105 32,0-1-47,0 27 16,0 26-16,0-26 15,0 0-15,0 0 16,0 0-16,0 0 16,-27-26-1</inkml:trace>
  <inkml:trace contextRef="#ctx0" brushRef="#br1" timeOffset="131971.69">13775 7662 0,'0'-26'0,"-26"-1"0,26 1 15,0 0 1,0 0 15,0 52 63,0 0-94,0 0 16,0 1-16,0 25 15,26-26 1,1 27-16,-1-1 0,0-26 16,-26 27-16,26-27 15,-26 27-15,27-27 16,-27 0-16,26 27 15,-26-27-15,0 0 16,26-26-16,-26 26 16,0 1-16,0-1 31,26-26 0,-78 26 32</inkml:trace>
  <inkml:trace contextRef="#ctx0" brushRef="#br1" timeOffset="132583.19">13513 8029 0,'0'-26'16,"26"52"62,0 0-78,1 1 0,-1-1 16,0 0-16,0 0 15,1 1 1,-1-1-16,26 0 0,1 0 16,-27 1-1,0-27 1,1 0-1,-1 0 17,0 0-17,0 0-15,27-27 16,26 1-16,-27-26 0,0 52 16,-25-27-16,25 1 15,-26 0-15,1 26 31,-27-26-15,-27 52 93,1-26-93</inkml:trace>
  <inkml:trace contextRef="#ctx0" brushRef="#br1" timeOffset="133258.73">13539 11388 0,'0'-26'78,"26"-1"-78,-26-25 0,27-27 15,-1 0-15,0-26 16,-26 0-16,0 27 16,0-27-16,0 26 15,0 27-15,0-27 16,0 53-16,0-27 31,0 27-31,0 0 0,0 78 110,-26-26-95</inkml:trace>
  <inkml:trace contextRef="#ctx0" brushRef="#br1" timeOffset="133652.46">13146 10653 0,'26'0'47,"0"0"-47,0 0 16,1 0-16,-1-26 15,0 0-15,27-27 16,-27 27-16,0-27 16,0 27-16,-26 0 15,27 0-15,-1-1 16,0 27 46,26 0-62,27 27 16,26-1-16,26 0 16,1 0-16,-1-26 15,-53 27-15</inkml:trace>
  <inkml:trace contextRef="#ctx0" brushRef="#br1" timeOffset="153197.94">13251 12254 0,'-27'0'0,"1"-27"0,0 1 16,26 0-1,-26 26 17,26 52-1,0 1-31,0-1 15,0 27-15,0-26 16,26 25-16,0-25 16,0-27-16,1 27 15,-1-27-15,-26 0 16,26-26-16,-26 26 31,0-52 16,0-26-47,-26 25 0,0-51 16,-1 25-16,1-26 31,0 27-31,0-1 0,26 1 0,0-1 31,0 1-31,26 26 0,26-27 0,27 1 31,0 26-31,0-1 0,-27 27 0,0-26 16,1 26-16,-27 0 31,0 26-31,27 27 16,-53-1-16,26 1 16,-26-1-16,0 1 15,-26-1-15,-27 1 0,-25-1 16,-1 27-16,-26-53 15,26 27-15,1-27 16,25 0-16,1-26 16,25 0-16,27-26 47,0 0-47,0-1 15,27 27-15,-1 0 16,0 0-16,27 0 15,-1 0-15,53 0 16,0 27-16,0-27 16,0 26-16,0 0 15,0-26-15,-26 0 16,-27 0-16,1 26 16,-106-26 46</inkml:trace>
  <inkml:trace contextRef="#ctx0" brushRef="#br1" timeOffset="153763.32">13408 11808 0,'0'-27'0,"0"1"15,0 0 1,26-27-16,-26 27 0,27-26 16,-27 25-16,0 1 15,0 0-15,0 0 16,0 0-16,-53 26 15,1-27-15,-53 27 16,0 0-16,0 0 16,-26 27-16,-1 25 15,1 27-15,0-1 16,26 27-16,0 27 16,26-1-16,27 26 15,52 1-15,0-1 0,0 1 16,79-1-1,-1-26-15,53-26 0,1 0 16,25-26-16,27-27 16,-27-25-16,27-1 15,0-26-15,-1 0 16,1-53-16,0 1 16,-53-1-16,26-52 15,-52 0-15,0 0 16,-26-52-16,-53 0 15,-26-1-15,0-26 16,-52-25-16,-80 25 0,-25 0 16,-53 53-1,-26 26-15,-53 79 0,-26 26 16,27 79-16,25 25 16,1 1-16</inkml:trace>
  <inkml:trace contextRef="#ctx0" brushRef="#br1" timeOffset="155738.72">12883 6192 0,'-52'-52'0,"26"-1"16,26 1-16,0 26 0,0-1 15,0 1 1,0 79 31,0-1-47,0 27 15,0 26-15,0-26 16,26 26-16,26-27 16,-25 1-16,25-27 15,-26 1-15,0-53 16</inkml:trace>
  <inkml:trace contextRef="#ctx0" brushRef="#br1" timeOffset="155967.95">13093 6114 0,'0'-53'16,"0"1"-16,0 25 16,0 54 31,26 25-47,1 27 15,-1 0-15,0-1 16,0 1-16,1-26 0,-1 25 15,0-25-15,0-1 16,-26 1-16</inkml:trace>
  <inkml:trace contextRef="#ctx0" brushRef="#br1" timeOffset="156156.81">12673 6455 0,'-26'0'16,"26"-26"-16,26 26 16,53-27-1,0 1-15,52 0 0,0 0 16,-26-1-16,0 1 16,-26 26-16,-27-26 15</inkml:trace>
  <inkml:trace contextRef="#ctx0" brushRef="#br1" timeOffset="156659.48">13329 5536 0,'-78'-52'0,"-1"26"0,-26-1 16,-26 27-1,0 0-15,-53 27 0,26 51 16,1 27-16,0 53 16,52-1-16,0 1 15,78 25-15,27-25 16,0-1-16,105-26 16,53-26-16,25-26 15,27-26-15,27-53 16,-1 0-1,26-27-15,-26-78 0,-26 0 16,-26-52-16,-53-27 0,-78 1 16,-53-27-16,-79 26 15,-131 0-15,-79 79 16,-26 27-16,-52 78 16,26 26-16,26 79 15</inkml:trace>
  <inkml:trace contextRef="#ctx0" brushRef="#br1" timeOffset="164753.23">13880 7478 0,'0'-52'0,"0"25"16,0 1-1,0 0 1,0 52 31,0 27-47,0 25 15,0 27-15,27 0 16,-1-26-16,0 26 16,0-26-16,1-1 15,-1-25-15,0-1 16,-26 1-16,0-27 15,26-26-15,-26 26 0,0 1 47,-26-27-31</inkml:trace>
  <inkml:trace contextRef="#ctx0" brushRef="#br1" timeOffset="166658.26">13539 7950 0,'0'-26'0,"26"52"62,27 27-62,-1-1 16,1 27-16,-1-26 16,1-1-16,-27-26 0,0 27 15,27-53-15,-27 26 16,0-26-16,1 0 16,25-26-16,27-27 15,-1 1-15,1-27 16,0-26-16,0 53 15,-1-1-15,-51 1 16,-1 52-16,-26-27 16,-26 54 1546,-1-27-1562</inkml:trace>
  <inkml:trace contextRef="#ctx0" brushRef="#br1" timeOffset="167860.08">20440 4775 0,'-210'0'15,"0"0"-15,1 27 16,51-27-16,53 26 15,53-26-15,157 0 16,157 0 0,158 0-16,157-26 15,79-27-15,0 1 16,0-1-16,-79 1 0,-52 25 16,-53-25-1,-130 26-15,-132 0 0,-106-1 16,-77 27-16,-80-26 15,-78 26 1,-53 0-16,-52 26 16,-26 1-16,52 25 15</inkml:trace>
  <inkml:trace contextRef="#ctx0" brushRef="#br1" timeOffset="172393.12">1469 7688 0,'-52'26'16,"-1"-26"-16,27 26 16,-27-26-16,27 27 15,0-27-15,105-27 94,26-25-94,52-27 16,53-26-16,0 27 15,0-27-15,0 26 16,-27-26-16,-51 53 0,-28-1 16,-25 27-16,-26 0 15,-27-1 1,-26 54 328,0-1-344</inkml:trace>
  <inkml:trace contextRef="#ctx0" brushRef="#br1" timeOffset="172707.31">1312 7950 0,'-27'0'15,"54"-52"1,78-27-16,78-26 15,80-26-15,-1 0 16,27 0-16,-1-1 16,-25 28-16,-27-1 15,-52 26-15,-27 0 16,-78 53-16,-27 0 16,-78 52 15,-53 26-16,27-25-15,-27 51 0,27-25 16,-53-1-16</inkml:trace>
  <inkml:trace contextRef="#ctx0" brushRef="#br1" timeOffset="172990.42">1390 7950 0,'-105'27'0,"53"-1"16,26 0-16,78-52 31,106-53-15,51 0-16,80-52 0,0 0 15,26-26-15,-1-1 16,-25 27-16,-53 0 15,-26 52-15,-79 0 16,-26 27-16,-78 52 16,-132 26-1,-27 27-15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FED88F-8232-408D-8A5E-2708FADAEAC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3396371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FED88F-8232-408D-8A5E-2708FADAEAC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1820315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FED88F-8232-408D-8A5E-2708FADAEAC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3360168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FED88F-8232-408D-8A5E-2708FADAEACE}"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3918422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FED88F-8232-408D-8A5E-2708FADAEACE}" type="datetimeFigureOut">
              <a:rPr lang="en-IN" smtClean="0"/>
              <a:t>14-03-2024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1512646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FED88F-8232-408D-8A5E-2708FADAEACE}" type="datetimeFigureOut">
              <a:rPr lang="en-IN" smtClean="0"/>
              <a:t>14-03-2024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426435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FED88F-8232-408D-8A5E-2708FADAEACE}" type="datetimeFigureOut">
              <a:rPr lang="en-IN" smtClean="0"/>
              <a:t>14-03-2024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3906337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FED88F-8232-408D-8A5E-2708FADAEACE}"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1070632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FED88F-8232-408D-8A5E-2708FADAEACE}"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3401521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FED88F-8232-408D-8A5E-2708FADAEAC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564711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FED88F-8232-408D-8A5E-2708FADAEAC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7B7E6-E1BA-4710-AAD7-82BAB65FDA1E}" type="slidenum">
              <a:rPr lang="en-IN" smtClean="0"/>
              <a:t>‹#›</a:t>
            </a:fld>
            <a:endParaRPr lang="en-IN"/>
          </a:p>
        </p:txBody>
      </p:sp>
    </p:spTree>
    <p:extLst>
      <p:ext uri="{BB962C8B-B14F-4D97-AF65-F5344CB8AC3E}">
        <p14:creationId xmlns:p14="http://schemas.microsoft.com/office/powerpoint/2010/main" val="1039538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FED88F-8232-408D-8A5E-2708FADAEACE}" type="datetimeFigureOut">
              <a:rPr lang="en-IN" smtClean="0"/>
              <a:t>14-03-2024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F7B7E6-E1BA-4710-AAD7-82BAB65FDA1E}" type="slidenum">
              <a:rPr lang="en-IN" smtClean="0"/>
              <a:t>‹#›</a:t>
            </a:fld>
            <a:endParaRPr lang="en-IN"/>
          </a:p>
        </p:txBody>
      </p:sp>
    </p:spTree>
    <p:extLst>
      <p:ext uri="{BB962C8B-B14F-4D97-AF65-F5344CB8AC3E}">
        <p14:creationId xmlns:p14="http://schemas.microsoft.com/office/powerpoint/2010/main" val="16983301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20862-C602-4D9C-91A6-B26591E76B62}"/>
              </a:ext>
            </a:extLst>
          </p:cNvPr>
          <p:cNvSpPr>
            <a:spLocks noGrp="1"/>
          </p:cNvSpPr>
          <p:nvPr>
            <p:ph type="ctrTitle"/>
          </p:nvPr>
        </p:nvSpPr>
        <p:spPr>
          <a:xfrm>
            <a:off x="2890281" y="2887929"/>
            <a:ext cx="8055244" cy="673773"/>
          </a:xfrm>
        </p:spPr>
        <p:txBody>
          <a:bodyPr>
            <a:noAutofit/>
          </a:bodyPr>
          <a:lstStyle/>
          <a:p>
            <a:pPr algn="l"/>
            <a:r>
              <a:rPr lang="en-IN" sz="5400" dirty="0">
                <a:solidFill>
                  <a:schemeClr val="accent1">
                    <a:lumMod val="75000"/>
                  </a:schemeClr>
                </a:solidFill>
                <a:effectLst>
                  <a:outerShdw blurRad="38100" dist="38100" dir="2700000" algn="tl">
                    <a:srgbClr val="000000">
                      <a:alpha val="43137"/>
                    </a:srgbClr>
                  </a:outerShdw>
                </a:effectLst>
                <a:latin typeface="Footlight MT Light" panose="0204060206030A020304" pitchFamily="18" charset="0"/>
              </a:rPr>
              <a:t>Directions</a:t>
            </a:r>
          </a:p>
        </p:txBody>
      </p:sp>
      <p:sp>
        <p:nvSpPr>
          <p:cNvPr id="5" name="TextBox 4">
            <a:extLst>
              <a:ext uri="{FF2B5EF4-FFF2-40B4-BE49-F238E27FC236}">
                <a16:creationId xmlns:a16="http://schemas.microsoft.com/office/drawing/2014/main" id="{E8CD3317-F680-4DF8-ABC2-8320E4D2B581}"/>
              </a:ext>
            </a:extLst>
          </p:cNvPr>
          <p:cNvSpPr txBox="1"/>
          <p:nvPr/>
        </p:nvSpPr>
        <p:spPr>
          <a:xfrm>
            <a:off x="747019" y="2118488"/>
            <a:ext cx="6059837" cy="769441"/>
          </a:xfrm>
          <a:prstGeom prst="rect">
            <a:avLst/>
          </a:prstGeom>
          <a:noFill/>
        </p:spPr>
        <p:txBody>
          <a:bodyPr wrap="square" rtlCol="0">
            <a:spAutoFit/>
          </a:bodyPr>
          <a:lstStyle/>
          <a:p>
            <a:r>
              <a:rPr lang="en-IN" sz="4400" dirty="0">
                <a:solidFill>
                  <a:srgbClr val="C00000"/>
                </a:solidFill>
                <a:latin typeface="Microsoft Himalaya" panose="01010100010101010101" pitchFamily="2" charset="0"/>
                <a:ea typeface="Microsoft Himalaya" panose="01010100010101010101" pitchFamily="2" charset="0"/>
                <a:cs typeface="Microsoft Himalaya" panose="01010100010101010101" pitchFamily="2" charset="0"/>
              </a:rPr>
              <a:t>LOGICAL REASONING</a:t>
            </a:r>
          </a:p>
        </p:txBody>
      </p:sp>
      <p:sp>
        <p:nvSpPr>
          <p:cNvPr id="8" name="Right Triangle 7">
            <a:extLst>
              <a:ext uri="{FF2B5EF4-FFF2-40B4-BE49-F238E27FC236}">
                <a16:creationId xmlns:a16="http://schemas.microsoft.com/office/drawing/2014/main" id="{969C53AF-5281-48D8-A209-DB074804AFC5}"/>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5587FDC-E463-EF7B-A1D4-0A98D16863B8}"/>
              </a:ext>
            </a:extLst>
          </p:cNvPr>
          <p:cNvSpPr txBox="1"/>
          <p:nvPr/>
        </p:nvSpPr>
        <p:spPr>
          <a:xfrm>
            <a:off x="415977" y="5788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2979919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E1121-BD90-9ED5-AB5B-9DD74864A9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FD4624-8D36-5416-D21C-30E180EC5BB5}"/>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9FE3EB6-A236-030C-7210-896CD0364A86}"/>
              </a:ext>
            </a:extLst>
          </p:cNvPr>
          <p:cNvPicPr>
            <a:picLocks noChangeAspect="1"/>
          </p:cNvPicPr>
          <p:nvPr/>
        </p:nvPicPr>
        <p:blipFill>
          <a:blip r:embed="rId2"/>
          <a:stretch>
            <a:fillRect/>
          </a:stretch>
        </p:blipFill>
        <p:spPr>
          <a:xfrm>
            <a:off x="89338" y="530054"/>
            <a:ext cx="8965323" cy="5797892"/>
          </a:xfrm>
          <a:prstGeom prst="rect">
            <a:avLst/>
          </a:prstGeom>
        </p:spPr>
      </p:pic>
    </p:spTree>
    <p:extLst>
      <p:ext uri="{BB962C8B-B14F-4D97-AF65-F5344CB8AC3E}">
        <p14:creationId xmlns:p14="http://schemas.microsoft.com/office/powerpoint/2010/main" val="22342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713E-BD9C-9B46-BFDA-357D8959EEE9}"/>
              </a:ext>
            </a:extLst>
          </p:cNvPr>
          <p:cNvSpPr>
            <a:spLocks noGrp="1"/>
          </p:cNvSpPr>
          <p:nvPr>
            <p:ph type="title"/>
          </p:nvPr>
        </p:nvSpPr>
        <p:spPr>
          <a:xfrm>
            <a:off x="457200" y="594180"/>
            <a:ext cx="8229600" cy="1143000"/>
          </a:xfrm>
        </p:spPr>
        <p:txBody>
          <a:bodyPr>
            <a:noAutofit/>
          </a:bodyPr>
          <a:lstStyle/>
          <a:p>
            <a:pPr algn="l"/>
            <a:r>
              <a:rPr lang="en-US" sz="2000" dirty="0">
                <a:latin typeface="+mn-lt"/>
              </a:rPr>
              <a:t>1. A starts walking towards north, turns left, again turns left, turns right, again turns left, and turns right. In which direction is A walking now?</a:t>
            </a:r>
            <a:br>
              <a:rPr lang="en-US" sz="2000" dirty="0">
                <a:latin typeface="+mn-lt"/>
              </a:rPr>
            </a:br>
            <a:r>
              <a:rPr lang="en-US" sz="2000" dirty="0">
                <a:latin typeface="+mn-lt"/>
              </a:rPr>
              <a:t>A) East     B) South    C) West    D) South-East</a:t>
            </a:r>
          </a:p>
        </p:txBody>
      </p:sp>
      <p:sp>
        <p:nvSpPr>
          <p:cNvPr id="3" name="Content Placeholder 2">
            <a:extLst>
              <a:ext uri="{FF2B5EF4-FFF2-40B4-BE49-F238E27FC236}">
                <a16:creationId xmlns:a16="http://schemas.microsoft.com/office/drawing/2014/main" id="{8DF4CD56-A4CC-3F47-B690-54EFF5C246B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1F01379-5E3C-B144-A7BC-23883FACA51A}"/>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D5C5E42-4180-C548-B3EC-A3937DBEAF00}"/>
              </a:ext>
            </a:extLst>
          </p:cNvPr>
          <p:cNvSpPr>
            <a:spLocks noGrp="1"/>
          </p:cNvSpPr>
          <p:nvPr>
            <p:ph type="sldNum" sz="quarter" idx="12"/>
          </p:nvPr>
        </p:nvSpPr>
        <p:spPr/>
        <p:txBody>
          <a:bodyPr/>
          <a:lstStyle/>
          <a:p>
            <a:fld id="{E6BE162A-C06E-41B6-AEA8-5AD0FEF31657}" type="slidenum">
              <a:rPr lang="en-IN" smtClean="0"/>
              <a:t>3</a:t>
            </a:fld>
            <a:endParaRPr lang="en-IN"/>
          </a:p>
        </p:txBody>
      </p:sp>
      <p:sp>
        <p:nvSpPr>
          <p:cNvPr id="8" name="Right Triangle 7">
            <a:extLst>
              <a:ext uri="{FF2B5EF4-FFF2-40B4-BE49-F238E27FC236}">
                <a16:creationId xmlns:a16="http://schemas.microsoft.com/office/drawing/2014/main" id="{7371A25B-0B08-DB69-C4C5-9A47C41AA6A3}"/>
              </a:ext>
            </a:extLst>
          </p:cNvPr>
          <p:cNvSpPr/>
          <p:nvPr/>
        </p:nvSpPr>
        <p:spPr>
          <a:xfrm>
            <a:off x="0" y="4352365"/>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FE861AA-3436-A98B-F29D-CC3EC9C9C508}"/>
              </a:ext>
            </a:extLst>
          </p:cNvPr>
          <p:cNvSpPr txBox="1"/>
          <p:nvPr/>
        </p:nvSpPr>
        <p:spPr>
          <a:xfrm>
            <a:off x="415977" y="5788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125793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71526-1813-994A-B61E-3806797FD2AB}"/>
              </a:ext>
            </a:extLst>
          </p:cNvPr>
          <p:cNvSpPr>
            <a:spLocks noGrp="1"/>
          </p:cNvSpPr>
          <p:nvPr>
            <p:ph type="title"/>
          </p:nvPr>
        </p:nvSpPr>
        <p:spPr>
          <a:xfrm>
            <a:off x="628650" y="829313"/>
            <a:ext cx="8095625" cy="1044457"/>
          </a:xfrm>
        </p:spPr>
        <p:txBody>
          <a:bodyPr>
            <a:noAutofit/>
          </a:bodyPr>
          <a:lstStyle/>
          <a:p>
            <a:pPr algn="l"/>
            <a:r>
              <a:rPr lang="en-US" sz="2000" dirty="0">
                <a:latin typeface="+mn-lt"/>
              </a:rPr>
              <a:t>2. Lucy went 15 km to the west from his house, then turned left and walked 20 km. He again turned left and Walked 25 km and finally turned left and covered 20 km, how far is he from his house?</a:t>
            </a:r>
            <a:br>
              <a:rPr lang="en-US" sz="2000" dirty="0">
                <a:latin typeface="+mn-lt"/>
              </a:rPr>
            </a:br>
            <a:r>
              <a:rPr lang="en-US" sz="2000" dirty="0">
                <a:latin typeface="+mn-lt"/>
              </a:rPr>
              <a:t>A) 15 km     B) 20 km    C) 25 km    D) 10 km</a:t>
            </a:r>
          </a:p>
        </p:txBody>
      </p:sp>
      <p:sp>
        <p:nvSpPr>
          <p:cNvPr id="4" name="Footer Placeholder 3">
            <a:extLst>
              <a:ext uri="{FF2B5EF4-FFF2-40B4-BE49-F238E27FC236}">
                <a16:creationId xmlns:a16="http://schemas.microsoft.com/office/drawing/2014/main" id="{DE6C5C71-C857-AE49-A24E-EBF6FAA5EC0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C21FCDC4-1BB3-BB44-A426-406FA569FF22}"/>
              </a:ext>
            </a:extLst>
          </p:cNvPr>
          <p:cNvSpPr>
            <a:spLocks noGrp="1"/>
          </p:cNvSpPr>
          <p:nvPr>
            <p:ph type="sldNum" sz="quarter" idx="12"/>
          </p:nvPr>
        </p:nvSpPr>
        <p:spPr/>
        <p:txBody>
          <a:bodyPr/>
          <a:lstStyle/>
          <a:p>
            <a:fld id="{E6BE162A-C06E-41B6-AEA8-5AD0FEF31657}" type="slidenum">
              <a:rPr lang="en-IN" smtClean="0"/>
              <a:t>4</a:t>
            </a:fld>
            <a:endParaRPr lang="en-IN"/>
          </a:p>
        </p:txBody>
      </p:sp>
      <p:sp>
        <p:nvSpPr>
          <p:cNvPr id="3" name="Right Triangle 2">
            <a:extLst>
              <a:ext uri="{FF2B5EF4-FFF2-40B4-BE49-F238E27FC236}">
                <a16:creationId xmlns:a16="http://schemas.microsoft.com/office/drawing/2014/main" id="{6475CC99-6EBF-C346-0A77-C69E31977C0A}"/>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0110887-B7DF-9AFE-2641-E652A4FAE731}"/>
              </a:ext>
            </a:extLst>
          </p:cNvPr>
          <p:cNvSpPr txBox="1"/>
          <p:nvPr/>
        </p:nvSpPr>
        <p:spPr>
          <a:xfrm>
            <a:off x="520439" y="629603"/>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4197501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821F7-81FC-4CC0-995E-A2843F5C6A33}"/>
              </a:ext>
            </a:extLst>
          </p:cNvPr>
          <p:cNvSpPr>
            <a:spLocks noGrp="1"/>
          </p:cNvSpPr>
          <p:nvPr>
            <p:ph type="title"/>
          </p:nvPr>
        </p:nvSpPr>
        <p:spPr>
          <a:xfrm>
            <a:off x="628650" y="338493"/>
            <a:ext cx="7886700" cy="1325563"/>
          </a:xfrm>
        </p:spPr>
        <p:txBody>
          <a:bodyPr>
            <a:normAutofit/>
          </a:bodyPr>
          <a:lstStyle/>
          <a:p>
            <a:r>
              <a:rPr lang="en-US" sz="2000" dirty="0">
                <a:latin typeface="+mn-lt"/>
              </a:rPr>
              <a:t>3. Ramesh drives his car 4 km to East, then takes left turn and drives 6 km. he again turns to his left hand side travels 4 km. how many km is Ramesh away from his standing place? </a:t>
            </a:r>
            <a:endParaRPr lang="en-IN" sz="2000" dirty="0">
              <a:latin typeface="+mn-lt"/>
            </a:endParaRPr>
          </a:p>
        </p:txBody>
      </p:sp>
      <p:sp>
        <p:nvSpPr>
          <p:cNvPr id="3" name="Content Placeholder 2">
            <a:extLst>
              <a:ext uri="{FF2B5EF4-FFF2-40B4-BE49-F238E27FC236}">
                <a16:creationId xmlns:a16="http://schemas.microsoft.com/office/drawing/2014/main" id="{D531230E-3A94-41AB-863E-E7CCB0FA2E36}"/>
              </a:ext>
            </a:extLst>
          </p:cNvPr>
          <p:cNvSpPr>
            <a:spLocks noGrp="1"/>
          </p:cNvSpPr>
          <p:nvPr>
            <p:ph idx="1"/>
          </p:nvPr>
        </p:nvSpPr>
        <p:spPr>
          <a:xfrm>
            <a:off x="761815" y="1577051"/>
            <a:ext cx="7886700" cy="4351338"/>
          </a:xfrm>
        </p:spPr>
        <p:txBody>
          <a:bodyPr>
            <a:normAutofit/>
          </a:bodyPr>
          <a:lstStyle/>
          <a:p>
            <a:pPr marL="0" indent="0">
              <a:buNone/>
            </a:pPr>
            <a:r>
              <a:rPr lang="en-US" sz="2000" dirty="0"/>
              <a:t>A) 6 km         B) 10 km     C) 4 km     D) 14 km</a:t>
            </a:r>
            <a:endParaRPr lang="en-IN" sz="2000" dirty="0"/>
          </a:p>
        </p:txBody>
      </p:sp>
      <p:sp>
        <p:nvSpPr>
          <p:cNvPr id="5" name="Right Triangle 4">
            <a:extLst>
              <a:ext uri="{FF2B5EF4-FFF2-40B4-BE49-F238E27FC236}">
                <a16:creationId xmlns:a16="http://schemas.microsoft.com/office/drawing/2014/main" id="{ACF6B83E-23D6-37A6-EA50-CEFE1446056E}"/>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1772E4A-3E85-F6F8-02B0-0F335F4BE540}"/>
              </a:ext>
            </a:extLst>
          </p:cNvPr>
          <p:cNvSpPr txBox="1"/>
          <p:nvPr/>
        </p:nvSpPr>
        <p:spPr>
          <a:xfrm>
            <a:off x="415977" y="338493"/>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2157220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E983-DBB0-5D43-8D24-B339CD49CF7C}"/>
              </a:ext>
            </a:extLst>
          </p:cNvPr>
          <p:cNvSpPr>
            <a:spLocks noGrp="1"/>
          </p:cNvSpPr>
          <p:nvPr>
            <p:ph type="title"/>
          </p:nvPr>
        </p:nvSpPr>
        <p:spPr>
          <a:xfrm>
            <a:off x="457200" y="457200"/>
            <a:ext cx="8229600" cy="1143000"/>
          </a:xfrm>
        </p:spPr>
        <p:txBody>
          <a:bodyPr>
            <a:noAutofit/>
          </a:bodyPr>
          <a:lstStyle/>
          <a:p>
            <a:pPr algn="l"/>
            <a:r>
              <a:rPr lang="en-US" sz="2000" dirty="0">
                <a:latin typeface="+mn-lt"/>
              </a:rPr>
              <a:t>4. Tina drives 45 km towards East, turns right and drives 65 kms, then turns left and drives 33 kms. In which direction is she facing now?</a:t>
            </a:r>
            <a:br>
              <a:rPr lang="en-US" sz="2000" dirty="0">
                <a:latin typeface="+mn-lt"/>
              </a:rPr>
            </a:br>
            <a:r>
              <a:rPr lang="en-US" sz="2000" dirty="0">
                <a:latin typeface="+mn-lt"/>
              </a:rPr>
              <a:t>A) East    B) North    C) West    D) South</a:t>
            </a:r>
          </a:p>
        </p:txBody>
      </p:sp>
      <p:sp>
        <p:nvSpPr>
          <p:cNvPr id="3" name="Content Placeholder 2">
            <a:extLst>
              <a:ext uri="{FF2B5EF4-FFF2-40B4-BE49-F238E27FC236}">
                <a16:creationId xmlns:a16="http://schemas.microsoft.com/office/drawing/2014/main" id="{AC33104D-7EBC-3442-9E70-CE193764A78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9145A78-4B62-9F40-8FC0-A07EE928BC5C}"/>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AECE167E-1668-594E-8E42-769EE6A1789F}"/>
              </a:ext>
            </a:extLst>
          </p:cNvPr>
          <p:cNvSpPr>
            <a:spLocks noGrp="1"/>
          </p:cNvSpPr>
          <p:nvPr>
            <p:ph type="sldNum" sz="quarter" idx="12"/>
          </p:nvPr>
        </p:nvSpPr>
        <p:spPr/>
        <p:txBody>
          <a:bodyPr/>
          <a:lstStyle/>
          <a:p>
            <a:fld id="{E6BE162A-C06E-41B6-AEA8-5AD0FEF31657}" type="slidenum">
              <a:rPr lang="en-IN" smtClean="0"/>
              <a:t>6</a:t>
            </a:fld>
            <a:endParaRPr lang="en-IN"/>
          </a:p>
        </p:txBody>
      </p:sp>
      <p:sp>
        <p:nvSpPr>
          <p:cNvPr id="7" name="Right Triangle 6">
            <a:extLst>
              <a:ext uri="{FF2B5EF4-FFF2-40B4-BE49-F238E27FC236}">
                <a16:creationId xmlns:a16="http://schemas.microsoft.com/office/drawing/2014/main" id="{AFDD05BF-4BB9-C94E-9AFD-B94F64559D84}"/>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E87498C-E495-D826-286C-EFADB730088A}"/>
              </a:ext>
            </a:extLst>
          </p:cNvPr>
          <p:cNvSpPr txBox="1"/>
          <p:nvPr/>
        </p:nvSpPr>
        <p:spPr>
          <a:xfrm>
            <a:off x="393492" y="443836"/>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386010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7FCE0-9C65-C249-8221-C86965635AA9}"/>
              </a:ext>
            </a:extLst>
          </p:cNvPr>
          <p:cNvSpPr>
            <a:spLocks noGrp="1"/>
          </p:cNvSpPr>
          <p:nvPr>
            <p:ph type="title"/>
          </p:nvPr>
        </p:nvSpPr>
        <p:spPr/>
        <p:txBody>
          <a:bodyPr>
            <a:noAutofit/>
          </a:bodyPr>
          <a:lstStyle/>
          <a:p>
            <a:pPr algn="l"/>
            <a:r>
              <a:rPr lang="en-US" sz="2000" dirty="0">
                <a:latin typeface="+mn-lt"/>
              </a:rPr>
              <a:t>5. A man walked 9 km towards East and then 12 km towards South. How far is he from the starting point?</a:t>
            </a:r>
            <a:br>
              <a:rPr lang="en-US" sz="2000" dirty="0">
                <a:latin typeface="+mn-lt"/>
              </a:rPr>
            </a:br>
            <a:r>
              <a:rPr lang="en-US" sz="2000" dirty="0">
                <a:latin typeface="+mn-lt"/>
              </a:rPr>
              <a:t>A) 8 km   B) 6 km   C) 15 km   D) 20 km</a:t>
            </a:r>
          </a:p>
        </p:txBody>
      </p:sp>
      <p:sp>
        <p:nvSpPr>
          <p:cNvPr id="3" name="Content Placeholder 2">
            <a:extLst>
              <a:ext uri="{FF2B5EF4-FFF2-40B4-BE49-F238E27FC236}">
                <a16:creationId xmlns:a16="http://schemas.microsoft.com/office/drawing/2014/main" id="{72BC3F25-0EA9-E240-9EE2-80DC016563B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02B02A6-F25E-E646-B841-B38220280D24}"/>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F10BBE90-9AF8-8E41-977C-7DF5D824869A}"/>
              </a:ext>
            </a:extLst>
          </p:cNvPr>
          <p:cNvSpPr>
            <a:spLocks noGrp="1"/>
          </p:cNvSpPr>
          <p:nvPr>
            <p:ph type="sldNum" sz="quarter" idx="12"/>
          </p:nvPr>
        </p:nvSpPr>
        <p:spPr/>
        <p:txBody>
          <a:bodyPr/>
          <a:lstStyle/>
          <a:p>
            <a:fld id="{E6BE162A-C06E-41B6-AEA8-5AD0FEF31657}" type="slidenum">
              <a:rPr lang="en-IN" smtClean="0"/>
              <a:t>7</a:t>
            </a:fld>
            <a:endParaRPr lang="en-IN"/>
          </a:p>
        </p:txBody>
      </p:sp>
      <p:sp>
        <p:nvSpPr>
          <p:cNvPr id="7" name="Right Triangle 6">
            <a:extLst>
              <a:ext uri="{FF2B5EF4-FFF2-40B4-BE49-F238E27FC236}">
                <a16:creationId xmlns:a16="http://schemas.microsoft.com/office/drawing/2014/main" id="{109D9324-41DC-1E8D-BF8F-A3B3A4BE5F80}"/>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CFBCB6E-DE1B-7E23-6EF2-30E789A51037}"/>
              </a:ext>
            </a:extLst>
          </p:cNvPr>
          <p:cNvSpPr txBox="1"/>
          <p:nvPr/>
        </p:nvSpPr>
        <p:spPr>
          <a:xfrm>
            <a:off x="415977" y="416880"/>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2753895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3AC7C-6195-1545-9A64-693794F36445}"/>
              </a:ext>
            </a:extLst>
          </p:cNvPr>
          <p:cNvSpPr>
            <a:spLocks noGrp="1"/>
          </p:cNvSpPr>
          <p:nvPr>
            <p:ph type="title"/>
          </p:nvPr>
        </p:nvSpPr>
        <p:spPr>
          <a:xfrm>
            <a:off x="522313" y="810475"/>
            <a:ext cx="8099373" cy="1186756"/>
          </a:xfrm>
        </p:spPr>
        <p:txBody>
          <a:bodyPr>
            <a:noAutofit/>
          </a:bodyPr>
          <a:lstStyle/>
          <a:p>
            <a:pPr algn="l"/>
            <a:r>
              <a:rPr lang="en-US" sz="2000" dirty="0">
                <a:latin typeface="+mn-lt"/>
              </a:rPr>
              <a:t>6. Rina drives 6 km west from her home and turns left and drives 3 km and then turns left again and drives 10 km. What is the shortest distance between Rina’s home and office?</a:t>
            </a:r>
            <a:br>
              <a:rPr lang="en-US" sz="2000" dirty="0">
                <a:latin typeface="+mn-lt"/>
              </a:rPr>
            </a:br>
            <a:r>
              <a:rPr lang="en-US" sz="2000" dirty="0">
                <a:latin typeface="+mn-lt"/>
              </a:rPr>
              <a:t>A) 9km       B) 10 km        C) 4 km         D) 5 km</a:t>
            </a:r>
          </a:p>
        </p:txBody>
      </p:sp>
      <p:sp>
        <p:nvSpPr>
          <p:cNvPr id="4" name="Footer Placeholder 3">
            <a:extLst>
              <a:ext uri="{FF2B5EF4-FFF2-40B4-BE49-F238E27FC236}">
                <a16:creationId xmlns:a16="http://schemas.microsoft.com/office/drawing/2014/main" id="{0206AC10-7B0F-6B4C-8887-515074C3045C}"/>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E5172DDE-B92D-AB46-8782-05ECAB663D4C}"/>
              </a:ext>
            </a:extLst>
          </p:cNvPr>
          <p:cNvSpPr>
            <a:spLocks noGrp="1"/>
          </p:cNvSpPr>
          <p:nvPr>
            <p:ph type="sldNum" sz="quarter" idx="12"/>
          </p:nvPr>
        </p:nvSpPr>
        <p:spPr/>
        <p:txBody>
          <a:bodyPr/>
          <a:lstStyle/>
          <a:p>
            <a:fld id="{E6BE162A-C06E-41B6-AEA8-5AD0FEF31657}" type="slidenum">
              <a:rPr lang="en-IN" smtClean="0"/>
              <a:t>8</a:t>
            </a:fld>
            <a:endParaRPr lang="en-IN"/>
          </a:p>
        </p:txBody>
      </p:sp>
      <p:sp>
        <p:nvSpPr>
          <p:cNvPr id="3" name="Right Triangle 2">
            <a:extLst>
              <a:ext uri="{FF2B5EF4-FFF2-40B4-BE49-F238E27FC236}">
                <a16:creationId xmlns:a16="http://schemas.microsoft.com/office/drawing/2014/main" id="{AB323087-4856-CF5F-73C6-AC1405C41F44}"/>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F0450A26-C1F8-1738-8BA9-1DB736546569}"/>
              </a:ext>
            </a:extLst>
          </p:cNvPr>
          <p:cNvSpPr txBox="1"/>
          <p:nvPr/>
        </p:nvSpPr>
        <p:spPr>
          <a:xfrm>
            <a:off x="415977" y="5788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403787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5D92-7FE1-A34D-9FAA-36F1B1D32091}"/>
              </a:ext>
            </a:extLst>
          </p:cNvPr>
          <p:cNvSpPr>
            <a:spLocks noGrp="1"/>
          </p:cNvSpPr>
          <p:nvPr>
            <p:ph type="title"/>
          </p:nvPr>
        </p:nvSpPr>
        <p:spPr>
          <a:xfrm>
            <a:off x="528515" y="840374"/>
            <a:ext cx="8124445" cy="1475605"/>
          </a:xfrm>
        </p:spPr>
        <p:txBody>
          <a:bodyPr>
            <a:noAutofit/>
          </a:bodyPr>
          <a:lstStyle/>
          <a:p>
            <a:pPr algn="l"/>
            <a:r>
              <a:rPr lang="en-US" sz="2000" dirty="0">
                <a:latin typeface="+mn-lt"/>
              </a:rPr>
              <a:t>7. A person walks 9 km to the south. From there he walks 5 km to the north. After this he walks 3 km to the west. In which direction and how far is he now from the starting point?</a:t>
            </a:r>
            <a:br>
              <a:rPr lang="en-US" sz="2000" dirty="0">
                <a:latin typeface="+mn-lt"/>
              </a:rPr>
            </a:br>
            <a:r>
              <a:rPr lang="en-US" sz="2000" dirty="0">
                <a:latin typeface="+mn-lt"/>
              </a:rPr>
              <a:t>A) 4 km south                       B) 4 km North  </a:t>
            </a:r>
            <a:br>
              <a:rPr lang="en-US" sz="2000" dirty="0">
                <a:latin typeface="+mn-lt"/>
              </a:rPr>
            </a:br>
            <a:r>
              <a:rPr lang="en-US" sz="2000" dirty="0">
                <a:latin typeface="+mn-lt"/>
              </a:rPr>
              <a:t>C) 5 km North-west             D) 5 km south-west</a:t>
            </a:r>
          </a:p>
        </p:txBody>
      </p:sp>
      <p:sp>
        <p:nvSpPr>
          <p:cNvPr id="4" name="Footer Placeholder 3">
            <a:extLst>
              <a:ext uri="{FF2B5EF4-FFF2-40B4-BE49-F238E27FC236}">
                <a16:creationId xmlns:a16="http://schemas.microsoft.com/office/drawing/2014/main" id="{7E6692D4-6082-944F-B32D-F7B343BDD16A}"/>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581FB209-C5C8-6F4D-8E18-10FC0925B09C}"/>
              </a:ext>
            </a:extLst>
          </p:cNvPr>
          <p:cNvSpPr>
            <a:spLocks noGrp="1"/>
          </p:cNvSpPr>
          <p:nvPr>
            <p:ph type="sldNum" sz="quarter" idx="12"/>
          </p:nvPr>
        </p:nvSpPr>
        <p:spPr/>
        <p:txBody>
          <a:bodyPr/>
          <a:lstStyle/>
          <a:p>
            <a:fld id="{E6BE162A-C06E-41B6-AEA8-5AD0FEF31657}" type="slidenum">
              <a:rPr lang="en-IN" smtClean="0"/>
              <a:t>9</a:t>
            </a:fld>
            <a:endParaRPr lang="en-IN"/>
          </a:p>
        </p:txBody>
      </p:sp>
      <p:sp>
        <p:nvSpPr>
          <p:cNvPr id="3" name="Right Triangle 2">
            <a:extLst>
              <a:ext uri="{FF2B5EF4-FFF2-40B4-BE49-F238E27FC236}">
                <a16:creationId xmlns:a16="http://schemas.microsoft.com/office/drawing/2014/main" id="{1A43486E-708E-77E4-26E1-BE1BDE9C9984}"/>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1F542C7-A7C1-D317-6B97-1B8CE087109B}"/>
              </a:ext>
            </a:extLst>
          </p:cNvPr>
          <p:cNvSpPr txBox="1"/>
          <p:nvPr/>
        </p:nvSpPr>
        <p:spPr>
          <a:xfrm>
            <a:off x="434714" y="629603"/>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162153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B07F3-2345-4847-B61A-718CEF3884FA}"/>
              </a:ext>
            </a:extLst>
          </p:cNvPr>
          <p:cNvSpPr>
            <a:spLocks noGrp="1"/>
          </p:cNvSpPr>
          <p:nvPr>
            <p:ph type="title"/>
          </p:nvPr>
        </p:nvSpPr>
        <p:spPr>
          <a:xfrm>
            <a:off x="457200" y="457200"/>
            <a:ext cx="8229600" cy="1143000"/>
          </a:xfrm>
        </p:spPr>
        <p:txBody>
          <a:bodyPr>
            <a:noAutofit/>
          </a:bodyPr>
          <a:lstStyle/>
          <a:p>
            <a:pPr algn="l"/>
            <a:r>
              <a:rPr lang="en-US" sz="2000" dirty="0">
                <a:latin typeface="+mn-lt"/>
              </a:rPr>
              <a:t>8. Radha facing north. She decide to turn 90° in clockwise direction and then 180° in the anti clockwise direction. In which direction is she facing now?</a:t>
            </a:r>
            <a:br>
              <a:rPr lang="en-US" sz="2000" dirty="0">
                <a:latin typeface="+mn-lt"/>
              </a:rPr>
            </a:br>
            <a:r>
              <a:rPr lang="en-US" sz="2000" dirty="0">
                <a:latin typeface="+mn-lt"/>
              </a:rPr>
              <a:t>A) North    B) west    C) East     D) south</a:t>
            </a:r>
          </a:p>
        </p:txBody>
      </p:sp>
      <p:sp>
        <p:nvSpPr>
          <p:cNvPr id="3" name="Content Placeholder 2">
            <a:extLst>
              <a:ext uri="{FF2B5EF4-FFF2-40B4-BE49-F238E27FC236}">
                <a16:creationId xmlns:a16="http://schemas.microsoft.com/office/drawing/2014/main" id="{B8CD7F5B-FEC3-1F4F-96D2-64E748E07BB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BB1B25A-E832-9847-8A9F-A7292172C2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FB1358C8-BC4E-F347-9947-F338E39E0A7B}"/>
              </a:ext>
            </a:extLst>
          </p:cNvPr>
          <p:cNvSpPr>
            <a:spLocks noGrp="1"/>
          </p:cNvSpPr>
          <p:nvPr>
            <p:ph type="sldNum" sz="quarter" idx="12"/>
          </p:nvPr>
        </p:nvSpPr>
        <p:spPr/>
        <p:txBody>
          <a:bodyPr/>
          <a:lstStyle/>
          <a:p>
            <a:fld id="{E6BE162A-C06E-41B6-AEA8-5AD0FEF31657}" type="slidenum">
              <a:rPr lang="en-IN" smtClean="0"/>
              <a:t>10</a:t>
            </a:fld>
            <a:endParaRPr lang="en-IN"/>
          </a:p>
        </p:txBody>
      </p:sp>
      <p:sp>
        <p:nvSpPr>
          <p:cNvPr id="8" name="Right Triangle 7">
            <a:extLst>
              <a:ext uri="{FF2B5EF4-FFF2-40B4-BE49-F238E27FC236}">
                <a16:creationId xmlns:a16="http://schemas.microsoft.com/office/drawing/2014/main" id="{16A41F4F-AC64-7B13-0B4D-8FACEA2F9E71}"/>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464D5FB-1C04-5E33-B0ED-86BF939BB94A}"/>
              </a:ext>
            </a:extLst>
          </p:cNvPr>
          <p:cNvSpPr txBox="1"/>
          <p:nvPr/>
        </p:nvSpPr>
        <p:spPr>
          <a:xfrm>
            <a:off x="415977" y="447041"/>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11578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1A14C-7A73-574D-BC83-7464C9B83B89}"/>
              </a:ext>
            </a:extLst>
          </p:cNvPr>
          <p:cNvSpPr>
            <a:spLocks noGrp="1"/>
          </p:cNvSpPr>
          <p:nvPr>
            <p:ph type="title"/>
          </p:nvPr>
        </p:nvSpPr>
        <p:spPr>
          <a:xfrm>
            <a:off x="457200" y="457200"/>
            <a:ext cx="8229600" cy="1143000"/>
          </a:xfrm>
        </p:spPr>
        <p:txBody>
          <a:bodyPr>
            <a:noAutofit/>
          </a:bodyPr>
          <a:lstStyle/>
          <a:p>
            <a:pPr algn="l"/>
            <a:r>
              <a:rPr lang="en-US" sz="2000" dirty="0">
                <a:latin typeface="+mn-lt"/>
              </a:rPr>
              <a:t>9. A man is facing towards East and turns 135° anticlockwise, again 45° anticlockwise then turns 90° clockwise. In which direction is he facing now?</a:t>
            </a:r>
            <a:br>
              <a:rPr lang="en-US" sz="2000" dirty="0">
                <a:latin typeface="+mn-lt"/>
              </a:rPr>
            </a:br>
            <a:r>
              <a:rPr lang="en-US" sz="2000" dirty="0">
                <a:latin typeface="+mn-lt"/>
              </a:rPr>
              <a:t>A) North west    B) South    C) North    D) Southwest</a:t>
            </a:r>
          </a:p>
        </p:txBody>
      </p:sp>
      <p:sp>
        <p:nvSpPr>
          <p:cNvPr id="3" name="Content Placeholder 2">
            <a:extLst>
              <a:ext uri="{FF2B5EF4-FFF2-40B4-BE49-F238E27FC236}">
                <a16:creationId xmlns:a16="http://schemas.microsoft.com/office/drawing/2014/main" id="{7C27D337-6312-1348-BD1D-5C7E3FFC679A}"/>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22BCCD27-F84E-5F40-BE78-EDF9C72C3409}"/>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B3EC6D8-EBCB-7E47-9A08-10A3E5037C51}"/>
              </a:ext>
            </a:extLst>
          </p:cNvPr>
          <p:cNvSpPr>
            <a:spLocks noGrp="1"/>
          </p:cNvSpPr>
          <p:nvPr>
            <p:ph type="sldNum" sz="quarter" idx="12"/>
          </p:nvPr>
        </p:nvSpPr>
        <p:spPr/>
        <p:txBody>
          <a:bodyPr/>
          <a:lstStyle/>
          <a:p>
            <a:fld id="{E6BE162A-C06E-41B6-AEA8-5AD0FEF31657}" type="slidenum">
              <a:rPr lang="en-IN" smtClean="0"/>
              <a:t>11</a:t>
            </a:fld>
            <a:endParaRPr lang="en-IN"/>
          </a:p>
        </p:txBody>
      </p:sp>
      <p:sp>
        <p:nvSpPr>
          <p:cNvPr id="7" name="Right Triangle 6">
            <a:extLst>
              <a:ext uri="{FF2B5EF4-FFF2-40B4-BE49-F238E27FC236}">
                <a16:creationId xmlns:a16="http://schemas.microsoft.com/office/drawing/2014/main" id="{11DF3939-3644-0AE6-1DAF-AD5E90CBF327}"/>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E26246A-972D-EEBF-EAC5-C61960B234B8}"/>
              </a:ext>
            </a:extLst>
          </p:cNvPr>
          <p:cNvSpPr txBox="1"/>
          <p:nvPr/>
        </p:nvSpPr>
        <p:spPr>
          <a:xfrm>
            <a:off x="415977" y="491490"/>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4041824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5BB15-A19E-6B43-8A83-6A984EFD5B08}"/>
              </a:ext>
            </a:extLst>
          </p:cNvPr>
          <p:cNvSpPr>
            <a:spLocks noGrp="1"/>
          </p:cNvSpPr>
          <p:nvPr>
            <p:ph type="title"/>
          </p:nvPr>
        </p:nvSpPr>
        <p:spPr>
          <a:xfrm>
            <a:off x="670811" y="772222"/>
            <a:ext cx="8057212" cy="1130356"/>
          </a:xfrm>
        </p:spPr>
        <p:txBody>
          <a:bodyPr>
            <a:noAutofit/>
          </a:bodyPr>
          <a:lstStyle/>
          <a:p>
            <a:pPr algn="l"/>
            <a:r>
              <a:rPr lang="en-US" sz="2000" dirty="0">
                <a:latin typeface="+mn-lt"/>
              </a:rPr>
              <a:t>10. Two friends Ram and Shyam are standing under the clear sky in the morning. Ram’s shadow is falling exactly on </a:t>
            </a:r>
            <a:r>
              <a:rPr lang="en-US" sz="2000" dirty="0" err="1">
                <a:latin typeface="+mn-lt"/>
              </a:rPr>
              <a:t>shyam’s</a:t>
            </a:r>
            <a:r>
              <a:rPr lang="en-US" sz="2000" dirty="0">
                <a:latin typeface="+mn-lt"/>
              </a:rPr>
              <a:t> back. In which direction Shyam is facing?</a:t>
            </a:r>
            <a:br>
              <a:rPr lang="en-US" sz="2000" dirty="0">
                <a:latin typeface="+mn-lt"/>
              </a:rPr>
            </a:br>
            <a:r>
              <a:rPr lang="en-US" sz="2000" dirty="0">
                <a:latin typeface="+mn-lt"/>
              </a:rPr>
              <a:t>A) North    B) South    C) East    D) West</a:t>
            </a:r>
          </a:p>
        </p:txBody>
      </p:sp>
      <p:sp>
        <p:nvSpPr>
          <p:cNvPr id="3" name="Content Placeholder 2">
            <a:extLst>
              <a:ext uri="{FF2B5EF4-FFF2-40B4-BE49-F238E27FC236}">
                <a16:creationId xmlns:a16="http://schemas.microsoft.com/office/drawing/2014/main" id="{F13DB74D-63B6-A244-8BE4-C350E949B83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1F3731B-D870-AA42-8875-BA73BA3B7E87}"/>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A2C455E-5644-FB47-B4C6-32F8D499DDDD}"/>
              </a:ext>
            </a:extLst>
          </p:cNvPr>
          <p:cNvSpPr>
            <a:spLocks noGrp="1"/>
          </p:cNvSpPr>
          <p:nvPr>
            <p:ph type="sldNum" sz="quarter" idx="12"/>
          </p:nvPr>
        </p:nvSpPr>
        <p:spPr/>
        <p:txBody>
          <a:bodyPr/>
          <a:lstStyle/>
          <a:p>
            <a:fld id="{E6BE162A-C06E-41B6-AEA8-5AD0FEF31657}" type="slidenum">
              <a:rPr lang="en-IN" smtClean="0"/>
              <a:t>12</a:t>
            </a:fld>
            <a:endParaRPr lang="en-IN"/>
          </a:p>
        </p:txBody>
      </p:sp>
      <p:sp>
        <p:nvSpPr>
          <p:cNvPr id="7" name="Right Triangle 6">
            <a:extLst>
              <a:ext uri="{FF2B5EF4-FFF2-40B4-BE49-F238E27FC236}">
                <a16:creationId xmlns:a16="http://schemas.microsoft.com/office/drawing/2014/main" id="{2B282DAD-A913-2737-625D-2D3797E6CA13}"/>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56878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3D5D-370A-7D43-8438-90690E428A10}"/>
              </a:ext>
            </a:extLst>
          </p:cNvPr>
          <p:cNvSpPr>
            <a:spLocks noGrp="1"/>
          </p:cNvSpPr>
          <p:nvPr>
            <p:ph type="title"/>
          </p:nvPr>
        </p:nvSpPr>
        <p:spPr>
          <a:xfrm>
            <a:off x="457200" y="559620"/>
            <a:ext cx="8229600" cy="1143000"/>
          </a:xfrm>
        </p:spPr>
        <p:txBody>
          <a:bodyPr>
            <a:noAutofit/>
          </a:bodyPr>
          <a:lstStyle/>
          <a:p>
            <a:pPr algn="l"/>
            <a:r>
              <a:rPr lang="en-US" sz="2000" dirty="0">
                <a:latin typeface="+mn-lt"/>
              </a:rPr>
              <a:t>11. A and B are standing in a park and facing towards each other early in the morning. A’s shadow is on his right hand side. B is facing in which direction?</a:t>
            </a:r>
            <a:br>
              <a:rPr lang="en-US" sz="2000" dirty="0">
                <a:latin typeface="+mn-lt"/>
              </a:rPr>
            </a:br>
            <a:r>
              <a:rPr lang="en-US" sz="2000" dirty="0">
                <a:latin typeface="+mn-lt"/>
              </a:rPr>
              <a:t>A) North    B) South    C) East    D) West</a:t>
            </a:r>
          </a:p>
        </p:txBody>
      </p:sp>
      <p:sp>
        <p:nvSpPr>
          <p:cNvPr id="3" name="Content Placeholder 2">
            <a:extLst>
              <a:ext uri="{FF2B5EF4-FFF2-40B4-BE49-F238E27FC236}">
                <a16:creationId xmlns:a16="http://schemas.microsoft.com/office/drawing/2014/main" id="{B9AC5FF7-8EB0-7240-BECF-D853D35AF65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0CEA174-FE10-FC4C-BBBE-2F067C3A030E}"/>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601E3CC5-B8AD-D54E-9986-57EA94763480}"/>
              </a:ext>
            </a:extLst>
          </p:cNvPr>
          <p:cNvSpPr>
            <a:spLocks noGrp="1"/>
          </p:cNvSpPr>
          <p:nvPr>
            <p:ph type="sldNum" sz="quarter" idx="12"/>
          </p:nvPr>
        </p:nvSpPr>
        <p:spPr/>
        <p:txBody>
          <a:bodyPr/>
          <a:lstStyle/>
          <a:p>
            <a:fld id="{E6BE162A-C06E-41B6-AEA8-5AD0FEF31657}" type="slidenum">
              <a:rPr lang="en-IN" smtClean="0"/>
              <a:t>13</a:t>
            </a:fld>
            <a:endParaRPr lang="en-IN"/>
          </a:p>
        </p:txBody>
      </p:sp>
      <p:sp>
        <p:nvSpPr>
          <p:cNvPr id="7" name="Right Triangle 6">
            <a:extLst>
              <a:ext uri="{FF2B5EF4-FFF2-40B4-BE49-F238E27FC236}">
                <a16:creationId xmlns:a16="http://schemas.microsoft.com/office/drawing/2014/main" id="{23297AC9-689A-863F-64C6-A5609EEF0674}"/>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03355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p:txBody>
          <a:bodyPr>
            <a:normAutofit/>
          </a:bodyPr>
          <a:lstStyle/>
          <a:p>
            <a:r>
              <a:rPr lang="en-US" sz="2000" b="0" i="0" dirty="0">
                <a:solidFill>
                  <a:srgbClr val="000000"/>
                </a:solidFill>
                <a:effectLst/>
                <a:latin typeface="-apple-system"/>
              </a:rPr>
              <a:t>12. P started from his house towards west. After walking a distance of 25 m. He turned to the right and walked 10 m. He then again turned to the right and walked 15 m. After this he is to turn right at 135o and to cover 30 m. In which direction should he go?</a:t>
            </a:r>
            <a:endParaRPr lang="en-IN" sz="2000" dirty="0"/>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p:txBody>
          <a:bodyPr>
            <a:normAutofit/>
          </a:bodyPr>
          <a:lstStyle/>
          <a:p>
            <a:pPr marL="514350" indent="-514350">
              <a:buAutoNum type="alphaUcPeriod"/>
            </a:pPr>
            <a:r>
              <a:rPr lang="en-IN" sz="2000" dirty="0"/>
              <a:t>West</a:t>
            </a:r>
          </a:p>
          <a:p>
            <a:pPr marL="514350" indent="-514350">
              <a:buAutoNum type="alphaUcPeriod"/>
            </a:pPr>
            <a:r>
              <a:rPr lang="en-IN" sz="2000" dirty="0"/>
              <a:t>South</a:t>
            </a:r>
          </a:p>
          <a:p>
            <a:pPr marL="514350" indent="-514350">
              <a:buAutoNum type="alphaUcPeriod"/>
            </a:pPr>
            <a:r>
              <a:rPr lang="en-IN" sz="2000" dirty="0"/>
              <a:t>South east</a:t>
            </a:r>
          </a:p>
          <a:p>
            <a:pPr marL="514350" indent="-514350">
              <a:buAutoNum type="alphaUcPeriod"/>
            </a:pPr>
            <a:r>
              <a:rPr lang="en-IN" sz="2000" dirty="0"/>
              <a:t>South west</a:t>
            </a: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9580C15-B9FE-DCA1-4C97-535E173C9EE0}"/>
              </a:ext>
            </a:extLst>
          </p:cNvPr>
          <p:cNvSpPr txBox="1"/>
          <p:nvPr/>
        </p:nvSpPr>
        <p:spPr>
          <a:xfrm>
            <a:off x="415977" y="365126"/>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1939836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a:xfrm>
            <a:off x="665189" y="500062"/>
            <a:ext cx="7886700" cy="1325563"/>
          </a:xfrm>
        </p:spPr>
        <p:txBody>
          <a:bodyPr>
            <a:normAutofit/>
          </a:bodyPr>
          <a:lstStyle/>
          <a:p>
            <a:r>
              <a:rPr lang="en-US" sz="2000" b="0" i="0" dirty="0">
                <a:solidFill>
                  <a:srgbClr val="000000"/>
                </a:solidFill>
                <a:effectLst/>
                <a:latin typeface="-apple-system"/>
              </a:rPr>
              <a:t>13. Point A is 20m north of point B. Point E is 15m south of point F and 15m east of point D. Point B is 10m north of point D. Point C is 10m west of point B. Point F is 20m west of point G.</a:t>
            </a:r>
            <a:br>
              <a:rPr lang="en-US" sz="2000" b="0" i="0" dirty="0">
                <a:solidFill>
                  <a:srgbClr val="000000"/>
                </a:solidFill>
                <a:effectLst/>
                <a:latin typeface="-apple-system"/>
              </a:rPr>
            </a:br>
            <a:r>
              <a:rPr lang="en-US" sz="2000" b="0" i="0" dirty="0">
                <a:solidFill>
                  <a:srgbClr val="000000"/>
                </a:solidFill>
                <a:effectLst/>
                <a:latin typeface="-apple-system"/>
              </a:rPr>
              <a:t>Point C is in which direction with respect to point E? </a:t>
            </a:r>
            <a:endParaRPr lang="en-IN" sz="2000" dirty="0"/>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p:txBody>
          <a:bodyPr>
            <a:normAutofit/>
          </a:bodyPr>
          <a:lstStyle/>
          <a:p>
            <a:pPr marL="514350" indent="-514350">
              <a:buAutoNum type="alphaUcPeriod"/>
            </a:pPr>
            <a:r>
              <a:rPr lang="en-IN" sz="2000" dirty="0"/>
              <a:t>West</a:t>
            </a:r>
          </a:p>
          <a:p>
            <a:pPr marL="514350" indent="-514350">
              <a:buAutoNum type="alphaUcPeriod"/>
            </a:pPr>
            <a:r>
              <a:rPr lang="en-IN" sz="2000" dirty="0"/>
              <a:t>South</a:t>
            </a:r>
          </a:p>
          <a:p>
            <a:pPr marL="514350" indent="-514350">
              <a:buAutoNum type="alphaUcPeriod"/>
            </a:pPr>
            <a:r>
              <a:rPr lang="en-IN" sz="2000" dirty="0"/>
              <a:t>South east</a:t>
            </a:r>
          </a:p>
          <a:p>
            <a:pPr marL="514350" indent="-514350">
              <a:buAutoNum type="alphaUcPeriod"/>
            </a:pPr>
            <a:r>
              <a:rPr lang="en-IN" sz="2000" dirty="0"/>
              <a:t>North west</a:t>
            </a: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34CECF1-156B-AEC1-4530-8AF4001CCCAA}"/>
              </a:ext>
            </a:extLst>
          </p:cNvPr>
          <p:cNvSpPr txBox="1"/>
          <p:nvPr/>
        </p:nvSpPr>
        <p:spPr>
          <a:xfrm>
            <a:off x="402834" y="500062"/>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3098062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p:txBody>
          <a:bodyPr>
            <a:normAutofit/>
          </a:bodyPr>
          <a:lstStyle/>
          <a:p>
            <a:r>
              <a:rPr lang="en-US" sz="2000" b="0" i="0" dirty="0">
                <a:solidFill>
                  <a:srgbClr val="000000"/>
                </a:solidFill>
                <a:effectLst/>
                <a:latin typeface="-apple-system"/>
              </a:rPr>
              <a:t>14. Point A is 20m north of point B. Point E is 15m south of point F and 15m east of point D. Point B is 10m north of point D. Point C is 10m west of point B. Point F is 20m west of point G.</a:t>
            </a:r>
            <a:br>
              <a:rPr lang="en-US" sz="2000" b="0" i="0" dirty="0">
                <a:solidFill>
                  <a:srgbClr val="000000"/>
                </a:solidFill>
                <a:effectLst/>
                <a:latin typeface="-apple-system"/>
              </a:rPr>
            </a:br>
            <a:r>
              <a:rPr lang="en-US" sz="2000" b="0" i="0" dirty="0">
                <a:solidFill>
                  <a:srgbClr val="000000"/>
                </a:solidFill>
                <a:effectLst/>
                <a:latin typeface="-apple-system"/>
              </a:rPr>
              <a:t>What is the shortest distance between B and F?</a:t>
            </a:r>
            <a:endParaRPr lang="en-IN" sz="2000" dirty="0"/>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a:xfrm>
            <a:off x="720360" y="1886341"/>
            <a:ext cx="7886700" cy="4351338"/>
          </a:xfrm>
        </p:spPr>
        <p:txBody>
          <a:bodyPr>
            <a:normAutofit/>
          </a:bodyPr>
          <a:lstStyle/>
          <a:p>
            <a:pPr marL="514350" indent="-514350">
              <a:buAutoNum type="alphaUcPeriod"/>
            </a:pPr>
            <a:r>
              <a:rPr lang="en-US" sz="2000" dirty="0"/>
              <a:t>7</a:t>
            </a:r>
            <a:r>
              <a:rPr lang="en-IN" sz="2000" b="0" i="0" dirty="0">
                <a:solidFill>
                  <a:schemeClr val="tx1">
                    <a:lumMod val="65000"/>
                    <a:lumOff val="35000"/>
                  </a:schemeClr>
                </a:solidFill>
                <a:effectLst/>
                <a:latin typeface="Google Sans"/>
              </a:rPr>
              <a:t>√13 m</a:t>
            </a:r>
          </a:p>
          <a:p>
            <a:pPr marL="514350" indent="-514350">
              <a:buAutoNum type="alphaUcPeriod"/>
            </a:pPr>
            <a:r>
              <a:rPr lang="en-IN" sz="2000" dirty="0">
                <a:solidFill>
                  <a:schemeClr val="tx1">
                    <a:lumMod val="65000"/>
                    <a:lumOff val="35000"/>
                  </a:schemeClr>
                </a:solidFill>
                <a:latin typeface="Google Sans"/>
              </a:rPr>
              <a:t>12m</a:t>
            </a:r>
          </a:p>
          <a:p>
            <a:pPr marL="514350" indent="-514350">
              <a:buAutoNum type="alphaUcPeriod"/>
            </a:pPr>
            <a:r>
              <a:rPr lang="en-IN" sz="2000" dirty="0">
                <a:solidFill>
                  <a:schemeClr val="tx1">
                    <a:lumMod val="65000"/>
                    <a:lumOff val="35000"/>
                  </a:schemeClr>
                </a:solidFill>
                <a:latin typeface="Google Sans"/>
              </a:rPr>
              <a:t>5</a:t>
            </a:r>
            <a:r>
              <a:rPr lang="en-IN" sz="2000" b="0" i="0" dirty="0">
                <a:solidFill>
                  <a:schemeClr val="tx1">
                    <a:lumMod val="65000"/>
                    <a:lumOff val="35000"/>
                  </a:schemeClr>
                </a:solidFill>
                <a:effectLst/>
                <a:latin typeface="Google Sans"/>
              </a:rPr>
              <a:t>√10 m</a:t>
            </a:r>
          </a:p>
          <a:p>
            <a:pPr marL="514350" indent="-514350">
              <a:buAutoNum type="alphaUcPeriod"/>
            </a:pPr>
            <a:r>
              <a:rPr lang="en-IN" sz="2000" dirty="0">
                <a:solidFill>
                  <a:schemeClr val="tx1">
                    <a:lumMod val="65000"/>
                    <a:lumOff val="35000"/>
                  </a:schemeClr>
                </a:solidFill>
                <a:latin typeface="Google Sans"/>
              </a:rPr>
              <a:t>8 m</a:t>
            </a:r>
            <a:endParaRPr lang="en-IN" sz="2000" dirty="0">
              <a:solidFill>
                <a:schemeClr val="tx1">
                  <a:lumMod val="65000"/>
                  <a:lumOff val="35000"/>
                </a:schemeClr>
              </a:solidFill>
            </a:endParaRP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04669D5-329E-94BD-1F8D-FEC02909A69C}"/>
              </a:ext>
            </a:extLst>
          </p:cNvPr>
          <p:cNvSpPr txBox="1"/>
          <p:nvPr/>
        </p:nvSpPr>
        <p:spPr>
          <a:xfrm>
            <a:off x="412737" y="3283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255D7EC-FE96-27A5-28E0-190BEB44A8B2}"/>
                  </a:ext>
                </a:extLst>
              </p14:cNvPr>
              <p14:cNvContentPartPr/>
              <p14:nvPr/>
            </p14:nvContentPartPr>
            <p14:xfrm>
              <a:off x="481680" y="982440"/>
              <a:ext cx="8775720" cy="5507280"/>
            </p14:xfrm>
          </p:contentPart>
        </mc:Choice>
        <mc:Fallback>
          <p:pic>
            <p:nvPicPr>
              <p:cNvPr id="4" name="Ink 3">
                <a:extLst>
                  <a:ext uri="{FF2B5EF4-FFF2-40B4-BE49-F238E27FC236}">
                    <a16:creationId xmlns:a16="http://schemas.microsoft.com/office/drawing/2014/main" id="{B255D7EC-FE96-27A5-28E0-190BEB44A8B2}"/>
                  </a:ext>
                </a:extLst>
              </p:cNvPr>
              <p:cNvPicPr/>
              <p:nvPr/>
            </p:nvPicPr>
            <p:blipFill>
              <a:blip r:embed="rId3"/>
              <a:stretch>
                <a:fillRect/>
              </a:stretch>
            </p:blipFill>
            <p:spPr>
              <a:xfrm>
                <a:off x="472320" y="973080"/>
                <a:ext cx="8794440" cy="5526000"/>
              </a:xfrm>
              <a:prstGeom prst="rect">
                <a:avLst/>
              </a:prstGeom>
            </p:spPr>
          </p:pic>
        </mc:Fallback>
      </mc:AlternateContent>
    </p:spTree>
    <p:extLst>
      <p:ext uri="{BB962C8B-B14F-4D97-AF65-F5344CB8AC3E}">
        <p14:creationId xmlns:p14="http://schemas.microsoft.com/office/powerpoint/2010/main" val="759887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p:txBody>
          <a:bodyPr>
            <a:normAutofit/>
          </a:bodyPr>
          <a:lstStyle/>
          <a:p>
            <a:r>
              <a:rPr lang="en-US" sz="2000" b="0" i="0" dirty="0">
                <a:solidFill>
                  <a:srgbClr val="000000"/>
                </a:solidFill>
                <a:effectLst/>
                <a:latin typeface="-apple-system"/>
              </a:rPr>
              <a:t>15. J is 40m to the west of K and 20m to the north of L. M is 20m to th</a:t>
            </a:r>
            <a:r>
              <a:rPr lang="en-US" sz="2000" dirty="0">
                <a:solidFill>
                  <a:srgbClr val="000000"/>
                </a:solidFill>
                <a:latin typeface="-apple-system"/>
              </a:rPr>
              <a:t>e north of J and 40m to the west of N</a:t>
            </a:r>
            <a:r>
              <a:rPr lang="en-US" sz="2000" b="0" i="0" dirty="0">
                <a:solidFill>
                  <a:srgbClr val="000000"/>
                </a:solidFill>
                <a:effectLst/>
                <a:latin typeface="-apple-system"/>
              </a:rPr>
              <a:t> .</a:t>
            </a:r>
            <a:br>
              <a:rPr lang="en-US" sz="2000" b="0" i="0" dirty="0">
                <a:solidFill>
                  <a:srgbClr val="000000"/>
                </a:solidFill>
                <a:effectLst/>
                <a:latin typeface="-apple-system"/>
              </a:rPr>
            </a:br>
            <a:r>
              <a:rPr lang="en-US" sz="2000" b="0" i="0" dirty="0">
                <a:solidFill>
                  <a:srgbClr val="000000"/>
                </a:solidFill>
                <a:effectLst/>
                <a:latin typeface="-apple-system"/>
              </a:rPr>
              <a:t>What is the direction of N with respect to L?</a:t>
            </a:r>
            <a:endParaRPr lang="en-IN" sz="2000" dirty="0"/>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a:xfrm>
            <a:off x="720360" y="1886341"/>
            <a:ext cx="7886700" cy="4351338"/>
          </a:xfrm>
        </p:spPr>
        <p:txBody>
          <a:bodyPr>
            <a:normAutofit/>
          </a:bodyPr>
          <a:lstStyle/>
          <a:p>
            <a:pPr marL="514350" indent="-514350">
              <a:buAutoNum type="alphaUcPeriod"/>
            </a:pPr>
            <a:r>
              <a:rPr lang="en-US" sz="2000" dirty="0">
                <a:solidFill>
                  <a:schemeClr val="tx1">
                    <a:lumMod val="65000"/>
                    <a:lumOff val="35000"/>
                  </a:schemeClr>
                </a:solidFill>
              </a:rPr>
              <a:t>South</a:t>
            </a:r>
          </a:p>
          <a:p>
            <a:pPr marL="514350" indent="-514350">
              <a:buAutoNum type="alphaUcPeriod"/>
            </a:pPr>
            <a:r>
              <a:rPr lang="en-US" sz="2000" dirty="0">
                <a:solidFill>
                  <a:schemeClr val="tx1">
                    <a:lumMod val="65000"/>
                    <a:lumOff val="35000"/>
                  </a:schemeClr>
                </a:solidFill>
              </a:rPr>
              <a:t>North east</a:t>
            </a:r>
          </a:p>
          <a:p>
            <a:pPr marL="514350" indent="-514350">
              <a:buAutoNum type="alphaUcPeriod"/>
            </a:pPr>
            <a:r>
              <a:rPr lang="en-US" sz="2000" dirty="0">
                <a:solidFill>
                  <a:schemeClr val="tx1">
                    <a:lumMod val="65000"/>
                    <a:lumOff val="35000"/>
                  </a:schemeClr>
                </a:solidFill>
              </a:rPr>
              <a:t>South west</a:t>
            </a:r>
          </a:p>
          <a:p>
            <a:pPr marL="514350" indent="-514350">
              <a:buAutoNum type="alphaUcPeriod"/>
            </a:pPr>
            <a:r>
              <a:rPr lang="en-US" sz="2000" dirty="0">
                <a:solidFill>
                  <a:schemeClr val="tx1">
                    <a:lumMod val="65000"/>
                    <a:lumOff val="35000"/>
                  </a:schemeClr>
                </a:solidFill>
              </a:rPr>
              <a:t>North</a:t>
            </a:r>
            <a:endParaRPr lang="en-IN" sz="2000" dirty="0">
              <a:solidFill>
                <a:schemeClr val="tx1">
                  <a:lumMod val="65000"/>
                  <a:lumOff val="35000"/>
                </a:schemeClr>
              </a:solidFill>
            </a:endParaRP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DAE878A-D457-D9F3-F6BF-7BBC619D60A0}"/>
              </a:ext>
            </a:extLst>
          </p:cNvPr>
          <p:cNvSpPr txBox="1"/>
          <p:nvPr/>
        </p:nvSpPr>
        <p:spPr>
          <a:xfrm>
            <a:off x="415977"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69A744B3-807A-C1E9-35C2-9BC30177EF50}"/>
                  </a:ext>
                </a:extLst>
              </p14:cNvPr>
              <p14:cNvContentPartPr/>
              <p14:nvPr/>
            </p14:nvContentPartPr>
            <p14:xfrm>
              <a:off x="273960" y="878400"/>
              <a:ext cx="7821720" cy="4147200"/>
            </p14:xfrm>
          </p:contentPart>
        </mc:Choice>
        <mc:Fallback>
          <p:pic>
            <p:nvPicPr>
              <p:cNvPr id="7" name="Ink 6">
                <a:extLst>
                  <a:ext uri="{FF2B5EF4-FFF2-40B4-BE49-F238E27FC236}">
                    <a16:creationId xmlns:a16="http://schemas.microsoft.com/office/drawing/2014/main" id="{69A744B3-807A-C1E9-35C2-9BC30177EF50}"/>
                  </a:ext>
                </a:extLst>
              </p:cNvPr>
              <p:cNvPicPr/>
              <p:nvPr/>
            </p:nvPicPr>
            <p:blipFill>
              <a:blip r:embed="rId3"/>
              <a:stretch>
                <a:fillRect/>
              </a:stretch>
            </p:blipFill>
            <p:spPr>
              <a:xfrm>
                <a:off x="264600" y="869040"/>
                <a:ext cx="7840440" cy="4165920"/>
              </a:xfrm>
              <a:prstGeom prst="rect">
                <a:avLst/>
              </a:prstGeom>
            </p:spPr>
          </p:pic>
        </mc:Fallback>
      </mc:AlternateContent>
    </p:spTree>
    <p:extLst>
      <p:ext uri="{BB962C8B-B14F-4D97-AF65-F5344CB8AC3E}">
        <p14:creationId xmlns:p14="http://schemas.microsoft.com/office/powerpoint/2010/main" val="2512456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p:txBody>
          <a:bodyPr>
            <a:normAutofit/>
          </a:bodyPr>
          <a:lstStyle/>
          <a:p>
            <a:r>
              <a:rPr lang="en-IN" sz="2000" dirty="0"/>
              <a:t>16. A person walks 30m towards west. He turns to his right and walks 35m. He again turns right and walks 30m. Further he moves 12m after turning to the left. How far is he from his original position?</a:t>
            </a:r>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a:xfrm>
            <a:off x="720360" y="1886341"/>
            <a:ext cx="7886700" cy="4351338"/>
          </a:xfrm>
        </p:spPr>
        <p:txBody>
          <a:bodyPr>
            <a:normAutofit/>
          </a:bodyPr>
          <a:lstStyle/>
          <a:p>
            <a:pPr marL="457200" indent="-457200">
              <a:buAutoNum type="alphaUcPeriod"/>
            </a:pPr>
            <a:r>
              <a:rPr lang="en-IN" sz="2000" dirty="0">
                <a:solidFill>
                  <a:schemeClr val="tx1">
                    <a:lumMod val="65000"/>
                    <a:lumOff val="35000"/>
                  </a:schemeClr>
                </a:solidFill>
              </a:rPr>
              <a:t>42m</a:t>
            </a:r>
          </a:p>
          <a:p>
            <a:pPr marL="457200" indent="-457200">
              <a:buAutoNum type="alphaUcPeriod"/>
            </a:pPr>
            <a:r>
              <a:rPr lang="en-IN" sz="2000" dirty="0">
                <a:solidFill>
                  <a:schemeClr val="tx1">
                    <a:lumMod val="65000"/>
                    <a:lumOff val="35000"/>
                  </a:schemeClr>
                </a:solidFill>
              </a:rPr>
              <a:t>65m</a:t>
            </a:r>
          </a:p>
          <a:p>
            <a:pPr marL="457200" indent="-457200">
              <a:buAutoNum type="alphaUcPeriod"/>
            </a:pPr>
            <a:r>
              <a:rPr lang="en-IN" sz="2000" dirty="0">
                <a:solidFill>
                  <a:schemeClr val="tx1">
                    <a:lumMod val="65000"/>
                    <a:lumOff val="35000"/>
                  </a:schemeClr>
                </a:solidFill>
              </a:rPr>
              <a:t>18m</a:t>
            </a:r>
          </a:p>
          <a:p>
            <a:pPr marL="457200" indent="-457200">
              <a:buAutoNum type="alphaUcPeriod"/>
            </a:pPr>
            <a:r>
              <a:rPr lang="en-IN" sz="2000" dirty="0">
                <a:solidFill>
                  <a:schemeClr val="tx1">
                    <a:lumMod val="65000"/>
                    <a:lumOff val="35000"/>
                  </a:schemeClr>
                </a:solidFill>
              </a:rPr>
              <a:t>None</a:t>
            </a: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DAE878A-D457-D9F3-F6BF-7BBC619D60A0}"/>
              </a:ext>
            </a:extLst>
          </p:cNvPr>
          <p:cNvSpPr txBox="1"/>
          <p:nvPr/>
        </p:nvSpPr>
        <p:spPr>
          <a:xfrm>
            <a:off x="507687"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2B611C5A-0D79-765E-9117-D18048442DB3}"/>
                  </a:ext>
                </a:extLst>
              </p14:cNvPr>
              <p14:cNvContentPartPr/>
              <p14:nvPr/>
            </p14:nvContentPartPr>
            <p14:xfrm>
              <a:off x="472320" y="1208880"/>
              <a:ext cx="8171280" cy="4771080"/>
            </p14:xfrm>
          </p:contentPart>
        </mc:Choice>
        <mc:Fallback>
          <p:pic>
            <p:nvPicPr>
              <p:cNvPr id="7" name="Ink 6">
                <a:extLst>
                  <a:ext uri="{FF2B5EF4-FFF2-40B4-BE49-F238E27FC236}">
                    <a16:creationId xmlns:a16="http://schemas.microsoft.com/office/drawing/2014/main" id="{2B611C5A-0D79-765E-9117-D18048442DB3}"/>
                  </a:ext>
                </a:extLst>
              </p:cNvPr>
              <p:cNvPicPr/>
              <p:nvPr/>
            </p:nvPicPr>
            <p:blipFill>
              <a:blip r:embed="rId3"/>
              <a:stretch>
                <a:fillRect/>
              </a:stretch>
            </p:blipFill>
            <p:spPr>
              <a:xfrm>
                <a:off x="462960" y="1199520"/>
                <a:ext cx="8190000" cy="4789800"/>
              </a:xfrm>
              <a:prstGeom prst="rect">
                <a:avLst/>
              </a:prstGeom>
            </p:spPr>
          </p:pic>
        </mc:Fallback>
      </mc:AlternateContent>
    </p:spTree>
    <p:extLst>
      <p:ext uri="{BB962C8B-B14F-4D97-AF65-F5344CB8AC3E}">
        <p14:creationId xmlns:p14="http://schemas.microsoft.com/office/powerpoint/2010/main" val="1047981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a:xfrm>
            <a:off x="720360" y="702405"/>
            <a:ext cx="7886700" cy="1325563"/>
          </a:xfrm>
        </p:spPr>
        <p:txBody>
          <a:bodyPr>
            <a:normAutofit/>
          </a:bodyPr>
          <a:lstStyle/>
          <a:p>
            <a:r>
              <a:rPr lang="en-IN" sz="1800" dirty="0">
                <a:latin typeface="+mn-lt"/>
              </a:rPr>
              <a:t>17. Point R is 20m east of point S. Point Z is 16m west of point O. point B is 20m south of point O. Point Z is 10m north of point S. point D is 6m west of point B.</a:t>
            </a:r>
            <a:br>
              <a:rPr lang="en-IN" sz="1800" dirty="0">
                <a:latin typeface="+mn-lt"/>
              </a:rPr>
            </a:br>
            <a:r>
              <a:rPr lang="en-IN" sz="1800" dirty="0">
                <a:latin typeface="+mn-lt"/>
              </a:rPr>
              <a:t>Point D is in which direction of point Z?</a:t>
            </a:r>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a:xfrm>
            <a:off x="720360" y="1886341"/>
            <a:ext cx="7886700" cy="4351338"/>
          </a:xfrm>
        </p:spPr>
        <p:txBody>
          <a:bodyPr>
            <a:normAutofit/>
          </a:bodyPr>
          <a:lstStyle/>
          <a:p>
            <a:pPr marL="457200" indent="-457200">
              <a:buAutoNum type="alphaUcPeriod"/>
            </a:pPr>
            <a:r>
              <a:rPr lang="en-IN" sz="2000" dirty="0">
                <a:solidFill>
                  <a:schemeClr val="tx1">
                    <a:lumMod val="65000"/>
                    <a:lumOff val="35000"/>
                  </a:schemeClr>
                </a:solidFill>
              </a:rPr>
              <a:t>South East</a:t>
            </a:r>
          </a:p>
          <a:p>
            <a:pPr marL="457200" indent="-457200">
              <a:buAutoNum type="alphaUcPeriod"/>
            </a:pPr>
            <a:r>
              <a:rPr lang="en-IN" sz="2000" dirty="0">
                <a:solidFill>
                  <a:schemeClr val="tx1">
                    <a:lumMod val="65000"/>
                    <a:lumOff val="35000"/>
                  </a:schemeClr>
                </a:solidFill>
              </a:rPr>
              <a:t>North west</a:t>
            </a:r>
          </a:p>
          <a:p>
            <a:pPr marL="457200" indent="-457200">
              <a:buAutoNum type="alphaUcPeriod"/>
            </a:pPr>
            <a:r>
              <a:rPr lang="en-IN" sz="2000" dirty="0">
                <a:solidFill>
                  <a:schemeClr val="tx1">
                    <a:lumMod val="65000"/>
                    <a:lumOff val="35000"/>
                  </a:schemeClr>
                </a:solidFill>
              </a:rPr>
              <a:t>South</a:t>
            </a:r>
          </a:p>
          <a:p>
            <a:pPr marL="457200" indent="-457200">
              <a:buAutoNum type="alphaUcPeriod"/>
            </a:pPr>
            <a:r>
              <a:rPr lang="en-IN" sz="2000" dirty="0">
                <a:solidFill>
                  <a:schemeClr val="tx1">
                    <a:lumMod val="65000"/>
                    <a:lumOff val="35000"/>
                  </a:schemeClr>
                </a:solidFill>
              </a:rPr>
              <a:t>South west</a:t>
            </a: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AFC6BF7-E7BA-E83A-D03C-E8BABBACAF95}"/>
              </a:ext>
            </a:extLst>
          </p:cNvPr>
          <p:cNvSpPr txBox="1"/>
          <p:nvPr/>
        </p:nvSpPr>
        <p:spPr>
          <a:xfrm>
            <a:off x="415977" y="70240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596BF8CB-E7B4-D3ED-44CC-26626392149A}"/>
                  </a:ext>
                </a:extLst>
              </p14:cNvPr>
              <p14:cNvContentPartPr/>
              <p14:nvPr/>
            </p14:nvContentPartPr>
            <p14:xfrm>
              <a:off x="292680" y="1208880"/>
              <a:ext cx="6452280" cy="4921920"/>
            </p14:xfrm>
          </p:contentPart>
        </mc:Choice>
        <mc:Fallback>
          <p:pic>
            <p:nvPicPr>
              <p:cNvPr id="6" name="Ink 5">
                <a:extLst>
                  <a:ext uri="{FF2B5EF4-FFF2-40B4-BE49-F238E27FC236}">
                    <a16:creationId xmlns:a16="http://schemas.microsoft.com/office/drawing/2014/main" id="{596BF8CB-E7B4-D3ED-44CC-26626392149A}"/>
                  </a:ext>
                </a:extLst>
              </p:cNvPr>
              <p:cNvPicPr/>
              <p:nvPr/>
            </p:nvPicPr>
            <p:blipFill>
              <a:blip r:embed="rId3"/>
              <a:stretch>
                <a:fillRect/>
              </a:stretch>
            </p:blipFill>
            <p:spPr>
              <a:xfrm>
                <a:off x="283320" y="1199520"/>
                <a:ext cx="6471000" cy="4940640"/>
              </a:xfrm>
              <a:prstGeom prst="rect">
                <a:avLst/>
              </a:prstGeom>
            </p:spPr>
          </p:pic>
        </mc:Fallback>
      </mc:AlternateContent>
    </p:spTree>
    <p:extLst>
      <p:ext uri="{BB962C8B-B14F-4D97-AF65-F5344CB8AC3E}">
        <p14:creationId xmlns:p14="http://schemas.microsoft.com/office/powerpoint/2010/main" val="3239781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a:xfrm>
            <a:off x="720360" y="702405"/>
            <a:ext cx="7886700" cy="1325563"/>
          </a:xfrm>
        </p:spPr>
        <p:txBody>
          <a:bodyPr>
            <a:normAutofit/>
          </a:bodyPr>
          <a:lstStyle/>
          <a:p>
            <a:r>
              <a:rPr lang="en-IN" sz="1800" dirty="0">
                <a:latin typeface="+mn-lt"/>
              </a:rPr>
              <a:t>18. </a:t>
            </a:r>
            <a:r>
              <a:rPr lang="en-IN" sz="1800" dirty="0" err="1">
                <a:latin typeface="+mn-lt"/>
              </a:rPr>
              <a:t>Amitha</a:t>
            </a:r>
            <a:r>
              <a:rPr lang="en-IN" sz="1800" dirty="0">
                <a:latin typeface="+mn-lt"/>
              </a:rPr>
              <a:t> walks 5m towards   west, then turns left and walks 5m. She again turns left and walks 5m. She takes a 225 degrees turn rightwards and starts walking straight. In which direction she walking now? </a:t>
            </a:r>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a:xfrm>
            <a:off x="743677" y="2093792"/>
            <a:ext cx="7886700" cy="4351338"/>
          </a:xfrm>
        </p:spPr>
        <p:txBody>
          <a:bodyPr>
            <a:normAutofit/>
          </a:bodyPr>
          <a:lstStyle/>
          <a:p>
            <a:pPr marL="457200" indent="-457200">
              <a:buAutoNum type="alphaUcPeriod"/>
            </a:pPr>
            <a:r>
              <a:rPr lang="en-IN" sz="1800" dirty="0">
                <a:solidFill>
                  <a:schemeClr val="tx1">
                    <a:lumMod val="65000"/>
                    <a:lumOff val="35000"/>
                  </a:schemeClr>
                </a:solidFill>
              </a:rPr>
              <a:t>North –East</a:t>
            </a:r>
          </a:p>
          <a:p>
            <a:pPr marL="457200" indent="-457200">
              <a:buAutoNum type="alphaUcPeriod"/>
            </a:pPr>
            <a:r>
              <a:rPr lang="en-IN" sz="1800" dirty="0">
                <a:solidFill>
                  <a:schemeClr val="tx1">
                    <a:lumMod val="65000"/>
                    <a:lumOff val="35000"/>
                  </a:schemeClr>
                </a:solidFill>
              </a:rPr>
              <a:t>South east</a:t>
            </a:r>
          </a:p>
          <a:p>
            <a:pPr marL="457200" indent="-457200">
              <a:buAutoNum type="alphaUcPeriod"/>
            </a:pPr>
            <a:r>
              <a:rPr lang="en-IN" sz="1800" dirty="0">
                <a:solidFill>
                  <a:schemeClr val="tx1">
                    <a:lumMod val="65000"/>
                    <a:lumOff val="35000"/>
                  </a:schemeClr>
                </a:solidFill>
              </a:rPr>
              <a:t>South west</a:t>
            </a:r>
          </a:p>
          <a:p>
            <a:pPr marL="457200" indent="-457200">
              <a:buAutoNum type="alphaUcPeriod"/>
            </a:pPr>
            <a:r>
              <a:rPr lang="en-IN" sz="1800" dirty="0">
                <a:solidFill>
                  <a:schemeClr val="tx1">
                    <a:lumMod val="65000"/>
                    <a:lumOff val="35000"/>
                  </a:schemeClr>
                </a:solidFill>
              </a:rPr>
              <a:t>North west</a:t>
            </a: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AFC6BF7-E7BA-E83A-D03C-E8BABBACAF95}"/>
              </a:ext>
            </a:extLst>
          </p:cNvPr>
          <p:cNvSpPr txBox="1"/>
          <p:nvPr/>
        </p:nvSpPr>
        <p:spPr>
          <a:xfrm>
            <a:off x="415977" y="70240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2EEBC149-0B55-8573-4A22-9E8633EA08FE}"/>
                  </a:ext>
                </a:extLst>
              </p14:cNvPr>
              <p14:cNvContentPartPr/>
              <p14:nvPr/>
            </p14:nvContentPartPr>
            <p14:xfrm>
              <a:off x="368280" y="2021400"/>
              <a:ext cx="8294040" cy="2560320"/>
            </p14:xfrm>
          </p:contentPart>
        </mc:Choice>
        <mc:Fallback>
          <p:pic>
            <p:nvPicPr>
              <p:cNvPr id="6" name="Ink 5">
                <a:extLst>
                  <a:ext uri="{FF2B5EF4-FFF2-40B4-BE49-F238E27FC236}">
                    <a16:creationId xmlns:a16="http://schemas.microsoft.com/office/drawing/2014/main" id="{2EEBC149-0B55-8573-4A22-9E8633EA08FE}"/>
                  </a:ext>
                </a:extLst>
              </p:cNvPr>
              <p:cNvPicPr/>
              <p:nvPr/>
            </p:nvPicPr>
            <p:blipFill>
              <a:blip r:embed="rId3"/>
              <a:stretch>
                <a:fillRect/>
              </a:stretch>
            </p:blipFill>
            <p:spPr>
              <a:xfrm>
                <a:off x="358920" y="2012040"/>
                <a:ext cx="8312760" cy="2579040"/>
              </a:xfrm>
              <a:prstGeom prst="rect">
                <a:avLst/>
              </a:prstGeom>
            </p:spPr>
          </p:pic>
        </mc:Fallback>
      </mc:AlternateContent>
    </p:spTree>
    <p:extLst>
      <p:ext uri="{BB962C8B-B14F-4D97-AF65-F5344CB8AC3E}">
        <p14:creationId xmlns:p14="http://schemas.microsoft.com/office/powerpoint/2010/main" val="1525474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6F65-D9CA-D102-112A-C69A121D5810}"/>
              </a:ext>
            </a:extLst>
          </p:cNvPr>
          <p:cNvSpPr>
            <a:spLocks noGrp="1"/>
          </p:cNvSpPr>
          <p:nvPr>
            <p:ph type="title"/>
          </p:nvPr>
        </p:nvSpPr>
        <p:spPr>
          <a:xfrm>
            <a:off x="720360" y="702405"/>
            <a:ext cx="7886700" cy="1325563"/>
          </a:xfrm>
        </p:spPr>
        <p:txBody>
          <a:bodyPr>
            <a:normAutofit/>
          </a:bodyPr>
          <a:lstStyle/>
          <a:p>
            <a:r>
              <a:rPr lang="en-IN" sz="1800" dirty="0">
                <a:latin typeface="+mn-lt"/>
              </a:rPr>
              <a:t>19. Ronald and Harry were discussing each other face to face In the evening before sunset. If Ronald’s shadow was exactly to his right side, which direction was harry facing? </a:t>
            </a:r>
          </a:p>
        </p:txBody>
      </p:sp>
      <p:sp>
        <p:nvSpPr>
          <p:cNvPr id="3" name="Content Placeholder 2">
            <a:extLst>
              <a:ext uri="{FF2B5EF4-FFF2-40B4-BE49-F238E27FC236}">
                <a16:creationId xmlns:a16="http://schemas.microsoft.com/office/drawing/2014/main" id="{021774E6-43F9-1802-C863-EF18A83290DD}"/>
              </a:ext>
            </a:extLst>
          </p:cNvPr>
          <p:cNvSpPr>
            <a:spLocks noGrp="1"/>
          </p:cNvSpPr>
          <p:nvPr>
            <p:ph idx="1"/>
          </p:nvPr>
        </p:nvSpPr>
        <p:spPr>
          <a:xfrm>
            <a:off x="743677" y="2093792"/>
            <a:ext cx="7886700" cy="4351338"/>
          </a:xfrm>
        </p:spPr>
        <p:txBody>
          <a:bodyPr>
            <a:normAutofit/>
          </a:bodyPr>
          <a:lstStyle/>
          <a:p>
            <a:pPr marL="457200" indent="-457200">
              <a:buAutoNum type="alphaUcPeriod"/>
            </a:pPr>
            <a:r>
              <a:rPr lang="en-IN" sz="1800" dirty="0">
                <a:solidFill>
                  <a:schemeClr val="tx1">
                    <a:lumMod val="65000"/>
                    <a:lumOff val="35000"/>
                  </a:schemeClr>
                </a:solidFill>
              </a:rPr>
              <a:t>North</a:t>
            </a:r>
          </a:p>
          <a:p>
            <a:pPr marL="457200" indent="-457200">
              <a:buAutoNum type="alphaUcPeriod"/>
            </a:pPr>
            <a:r>
              <a:rPr lang="en-IN" sz="1800" dirty="0">
                <a:solidFill>
                  <a:schemeClr val="tx1">
                    <a:lumMod val="65000"/>
                    <a:lumOff val="35000"/>
                  </a:schemeClr>
                </a:solidFill>
              </a:rPr>
              <a:t>South</a:t>
            </a:r>
          </a:p>
          <a:p>
            <a:pPr marL="457200" indent="-457200">
              <a:buAutoNum type="alphaUcPeriod"/>
            </a:pPr>
            <a:r>
              <a:rPr lang="en-IN" sz="1800" dirty="0">
                <a:solidFill>
                  <a:schemeClr val="tx1">
                    <a:lumMod val="65000"/>
                    <a:lumOff val="35000"/>
                  </a:schemeClr>
                </a:solidFill>
              </a:rPr>
              <a:t>East</a:t>
            </a:r>
          </a:p>
          <a:p>
            <a:pPr marL="457200" indent="-457200">
              <a:buAutoNum type="alphaUcPeriod"/>
            </a:pPr>
            <a:r>
              <a:rPr lang="en-IN" sz="1800" dirty="0">
                <a:solidFill>
                  <a:schemeClr val="tx1">
                    <a:lumMod val="65000"/>
                    <a:lumOff val="35000"/>
                  </a:schemeClr>
                </a:solidFill>
              </a:rPr>
              <a:t>west</a:t>
            </a:r>
          </a:p>
        </p:txBody>
      </p:sp>
      <p:sp>
        <p:nvSpPr>
          <p:cNvPr id="5" name="Right Triangle 4">
            <a:extLst>
              <a:ext uri="{FF2B5EF4-FFF2-40B4-BE49-F238E27FC236}">
                <a16:creationId xmlns:a16="http://schemas.microsoft.com/office/drawing/2014/main" id="{3AC071E3-B77F-3296-E1AC-7B2B0CE3056C}"/>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AFC6BF7-E7BA-E83A-D03C-E8BABBACAF95}"/>
              </a:ext>
            </a:extLst>
          </p:cNvPr>
          <p:cNvSpPr txBox="1"/>
          <p:nvPr/>
        </p:nvSpPr>
        <p:spPr>
          <a:xfrm>
            <a:off x="513623" y="70240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F20BB398-5D34-51EA-3BA1-BD071B60BC77}"/>
                  </a:ext>
                </a:extLst>
              </p14:cNvPr>
              <p14:cNvContentPartPr/>
              <p14:nvPr/>
            </p14:nvContentPartPr>
            <p14:xfrm>
              <a:off x="434520" y="1539720"/>
              <a:ext cx="8596440" cy="4430520"/>
            </p14:xfrm>
          </p:contentPart>
        </mc:Choice>
        <mc:Fallback>
          <p:pic>
            <p:nvPicPr>
              <p:cNvPr id="6" name="Ink 5">
                <a:extLst>
                  <a:ext uri="{FF2B5EF4-FFF2-40B4-BE49-F238E27FC236}">
                    <a16:creationId xmlns:a16="http://schemas.microsoft.com/office/drawing/2014/main" id="{F20BB398-5D34-51EA-3BA1-BD071B60BC77}"/>
                  </a:ext>
                </a:extLst>
              </p:cNvPr>
              <p:cNvPicPr/>
              <p:nvPr/>
            </p:nvPicPr>
            <p:blipFill>
              <a:blip r:embed="rId3"/>
              <a:stretch>
                <a:fillRect/>
              </a:stretch>
            </p:blipFill>
            <p:spPr>
              <a:xfrm>
                <a:off x="425160" y="1530360"/>
                <a:ext cx="8615160" cy="4449240"/>
              </a:xfrm>
              <a:prstGeom prst="rect">
                <a:avLst/>
              </a:prstGeom>
            </p:spPr>
          </p:pic>
        </mc:Fallback>
      </mc:AlternateContent>
    </p:spTree>
    <p:extLst>
      <p:ext uri="{BB962C8B-B14F-4D97-AF65-F5344CB8AC3E}">
        <p14:creationId xmlns:p14="http://schemas.microsoft.com/office/powerpoint/2010/main" val="2262329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43E43-007E-AB54-ADA2-CF5E185E3994}"/>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83A87215-DFDE-6336-DA03-26A84BF53315}"/>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49A0E25-2CC9-11CC-6D46-02DC4F64F108}"/>
              </a:ext>
            </a:extLst>
          </p:cNvPr>
          <p:cNvPicPr>
            <a:picLocks noChangeAspect="1"/>
          </p:cNvPicPr>
          <p:nvPr/>
        </p:nvPicPr>
        <p:blipFill>
          <a:blip r:embed="rId2"/>
          <a:stretch>
            <a:fillRect/>
          </a:stretch>
        </p:blipFill>
        <p:spPr>
          <a:xfrm>
            <a:off x="470810" y="365126"/>
            <a:ext cx="7851609" cy="5708941"/>
          </a:xfrm>
          <a:prstGeom prst="rect">
            <a:avLst/>
          </a:prstGeom>
        </p:spPr>
      </p:pic>
    </p:spTree>
    <p:extLst>
      <p:ext uri="{BB962C8B-B14F-4D97-AF65-F5344CB8AC3E}">
        <p14:creationId xmlns:p14="http://schemas.microsoft.com/office/powerpoint/2010/main" val="1861108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C94ECD-F1D7-4F0C-9488-370A10AB1C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5946" y="1073003"/>
            <a:ext cx="6477000" cy="4010025"/>
          </a:xfrm>
        </p:spPr>
      </p:pic>
      <p:sp>
        <p:nvSpPr>
          <p:cNvPr id="2" name="Right Triangle 1">
            <a:extLst>
              <a:ext uri="{FF2B5EF4-FFF2-40B4-BE49-F238E27FC236}">
                <a16:creationId xmlns:a16="http://schemas.microsoft.com/office/drawing/2014/main" id="{8A6713A4-8909-967D-E644-3EEE86013742}"/>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2750031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1319</TotalTime>
  <Words>1104</Words>
  <Application>Microsoft Office PowerPoint</Application>
  <PresentationFormat>On-screen Show (4:3)</PresentationFormat>
  <Paragraphs>453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-apple-system</vt:lpstr>
      <vt:lpstr>Arial</vt:lpstr>
      <vt:lpstr>Calibri</vt:lpstr>
      <vt:lpstr>Calibri Light</vt:lpstr>
      <vt:lpstr>Footlight MT Light</vt:lpstr>
      <vt:lpstr>Google Sans</vt:lpstr>
      <vt:lpstr>Microsoft Himalaya</vt:lpstr>
      <vt:lpstr>Office Theme</vt:lpstr>
      <vt:lpstr>Directions</vt:lpstr>
      <vt:lpstr>PowerPoint Presentation</vt:lpstr>
      <vt:lpstr>1. A starts walking towards north, turns left, again turns left, turns right, again turns left, and turns right. In which direction is A walking now? A) East     B) South    C) West    D) South-East</vt:lpstr>
      <vt:lpstr>2. Lucy went 15 km to the west from his house, then turned left and walked 20 km. He again turned left and Walked 25 km and finally turned left and covered 20 km, how far is he from his house? A) 15 km     B) 20 km    C) 25 km    D) 10 km</vt:lpstr>
      <vt:lpstr>3. Ramesh drives his car 4 km to East, then takes left turn and drives 6 km. he again turns to his left hand side travels 4 km. how many km is Ramesh away from his standing place? </vt:lpstr>
      <vt:lpstr>4. Tina drives 45 km towards East, turns right and drives 65 kms, then turns left and drives 33 kms. In which direction is she facing now? A) East    B) North    C) West    D) South</vt:lpstr>
      <vt:lpstr>5. A man walked 9 km towards East and then 12 km towards South. How far is he from the starting point? A) 8 km   B) 6 km   C) 15 km   D) 20 km</vt:lpstr>
      <vt:lpstr>6. Rina drives 6 km west from her home and turns left and drives 3 km and then turns left again and drives 10 km. What is the shortest distance between Rina’s home and office? A) 9km       B) 10 km        C) 4 km         D) 5 km</vt:lpstr>
      <vt:lpstr>7. A person walks 9 km to the south. From there he walks 5 km to the north. After this he walks 3 km to the west. In which direction and how far is he now from the starting point? A) 4 km south                       B) 4 km North   C) 5 km North-west             D) 5 km south-west</vt:lpstr>
      <vt:lpstr>8. Radha facing north. She decide to turn 90° in clockwise direction and then 180° in the anti clockwise direction. In which direction is she facing now? A) North    B) west    C) East     D) south</vt:lpstr>
      <vt:lpstr>9. A man is facing towards East and turns 135° anticlockwise, again 45° anticlockwise then turns 90° clockwise. In which direction is he facing now? A) North west    B) South    C) North    D) Southwest</vt:lpstr>
      <vt:lpstr>10. Two friends Ram and Shyam are standing under the clear sky in the morning. Ram’s shadow is falling exactly on shyam’s back. In which direction Shyam is facing? A) North    B) South    C) East    D) West</vt:lpstr>
      <vt:lpstr>11. A and B are standing in a park and facing towards each other early in the morning. A’s shadow is on his right hand side. B is facing in which direction? A) North    B) South    C) East    D) West</vt:lpstr>
      <vt:lpstr>12. P started from his house towards west. After walking a distance of 25 m. He turned to the right and walked 10 m. He then again turned to the right and walked 15 m. After this he is to turn right at 135o and to cover 30 m. In which direction should he go?</vt:lpstr>
      <vt:lpstr>13. Point A is 20m north of point B. Point E is 15m south of point F and 15m east of point D. Point B is 10m north of point D. Point C is 10m west of point B. Point F is 20m west of point G. Point C is in which direction with respect to point E? </vt:lpstr>
      <vt:lpstr>14. Point A is 20m north of point B. Point E is 15m south of point F and 15m east of point D. Point B is 10m north of point D. Point C is 10m west of point B. Point F is 20m west of point G. What is the shortest distance between B and F?</vt:lpstr>
      <vt:lpstr>15. J is 40m to the west of K and 20m to the north of L. M is 20m to the north of J and 40m to the west of N . What is the direction of N with respect to L?</vt:lpstr>
      <vt:lpstr>16. A person walks 30m towards west. He turns to his right and walks 35m. He again turns right and walks 30m. Further he moves 12m after turning to the left. How far is he from his original position?</vt:lpstr>
      <vt:lpstr>17. Point R is 20m east of point S. Point Z is 16m west of point O. point B is 20m south of point O. Point Z is 10m north of point S. point D is 6m west of point B. Point D is in which direction of point Z?</vt:lpstr>
      <vt:lpstr>18. Amitha walks 5m towards   west, then turns left and walks 5m. She again turns left and walks 5m. She takes a 225 degrees turn rightwards and starts walking straight. In which direction she walking now? </vt:lpstr>
      <vt:lpstr>19. Ronald and Harry were discussing each other face to face In the evening before sunset. If Ronald’s shadow was exactly to his right side, which direction was harry facing? </vt:lpstr>
      <vt:lpst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Directions</dc:title>
  <dc:creator>Pavithra Kura</dc:creator>
  <cp:lastModifiedBy>medari anusha</cp:lastModifiedBy>
  <cp:revision>21</cp:revision>
  <dcterms:created xsi:type="dcterms:W3CDTF">2021-12-24T06:39:55Z</dcterms:created>
  <dcterms:modified xsi:type="dcterms:W3CDTF">2024-03-14T06:58:25Z</dcterms:modified>
</cp:coreProperties>
</file>