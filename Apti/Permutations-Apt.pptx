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ink/ink8.xml" ContentType="application/inkml+xml"/>
  <Override PartName="/ppt/notesSlides/notesSlide10.xml" ContentType="application/vnd.openxmlformats-officedocument.presentationml.notesSlide+xml"/>
  <Override PartName="/ppt/ink/ink9.xml" ContentType="application/inkml+xml"/>
  <Override PartName="/ppt/notesSlides/notesSlide11.xml" ContentType="application/vnd.openxmlformats-officedocument.presentationml.notesSlide+xml"/>
  <Override PartName="/ppt/ink/ink10.xml" ContentType="application/inkml+xml"/>
  <Override PartName="/ppt/notesSlides/notesSlide12.xml" ContentType="application/vnd.openxmlformats-officedocument.presentationml.notesSlide+xml"/>
  <Override PartName="/ppt/ink/ink11.xml" ContentType="application/inkml+xml"/>
  <Override PartName="/ppt/notesSlides/notesSlide13.xml" ContentType="application/vnd.openxmlformats-officedocument.presentationml.notesSlide+xml"/>
  <Override PartName="/ppt/ink/ink12.xml" ContentType="application/inkml+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ink/ink15.xml" ContentType="application/inkml+xml"/>
  <Override PartName="/ppt/notesSlides/notesSlide17.xml" ContentType="application/vnd.openxmlformats-officedocument.presentationml.notesSlide+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67" r:id="rId2"/>
    <p:sldId id="283" r:id="rId3"/>
    <p:sldId id="326" r:id="rId4"/>
    <p:sldId id="323" r:id="rId5"/>
    <p:sldId id="284" r:id="rId6"/>
    <p:sldId id="324" r:id="rId7"/>
    <p:sldId id="285" r:id="rId8"/>
    <p:sldId id="286" r:id="rId9"/>
    <p:sldId id="287" r:id="rId10"/>
    <p:sldId id="288" r:id="rId11"/>
    <p:sldId id="290" r:id="rId12"/>
    <p:sldId id="291" r:id="rId13"/>
    <p:sldId id="292" r:id="rId14"/>
    <p:sldId id="325" r:id="rId15"/>
    <p:sldId id="293" r:id="rId16"/>
    <p:sldId id="294" r:id="rId17"/>
    <p:sldId id="295" r:id="rId18"/>
    <p:sldId id="296" r:id="rId19"/>
    <p:sldId id="297" r:id="rId20"/>
    <p:sldId id="327" r:id="rId21"/>
    <p:sldId id="328" r:id="rId22"/>
    <p:sldId id="329" r:id="rId23"/>
    <p:sldId id="330" r:id="rId24"/>
    <p:sldId id="331" r:id="rId25"/>
    <p:sldId id="332" r:id="rId26"/>
    <p:sldId id="333" r:id="rId27"/>
    <p:sldId id="334" r:id="rId28"/>
    <p:sldId id="281" r:id="rId29"/>
    <p:sldId id="29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8376" autoAdjust="0"/>
  </p:normalViewPr>
  <p:slideViewPr>
    <p:cSldViewPr snapToGrid="0">
      <p:cViewPr varScale="1">
        <p:scale>
          <a:sx n="64" d="100"/>
          <a:sy n="64" d="100"/>
        </p:scale>
        <p:origin x="20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7:55:22.765"/>
    </inkml:context>
    <inkml:brush xml:id="br0">
      <inkml:brushProperty name="width" value="0.05292" units="cm"/>
      <inkml:brushProperty name="height" value="0.05292" units="cm"/>
      <inkml:brushProperty name="color" value="#FF0000"/>
    </inkml:brush>
  </inkml:definitions>
  <inkml:trace contextRef="#ctx0" brushRef="#br0">9210 7216 0,'-27'-53'0,"1"27"16,26 0-1,0-27-15,53 27 0,25 0 16,1 26-1,-26 0-15,-27 0 0,0 26 16,0 53-16,-26-1 16,0 1-16,0 26 15,-78-52-15,-1 25 16,-26-25-16,0-1 16,26-25-16,1-1 15,25-26-15,106 0 47,52 0-47,52 0 16,27 0-16,-1-26 15,-25 26-15,-1-27 16,-26 27 0</inkml:trace>
  <inkml:trace contextRef="#ctx0" brushRef="#br0" timeOffset="330.67">10364 7189 0,'-78'0'0,"25"0"0,1 27 16,25 25-16,1-26 16,0 27-16,26-1 15,0 1-15,0-1 31,0 1-31,52-1 0,1-25 0,-1-1 32,1 0-32,-1-26 0,1 0 0,-1 0 15,1 0-15,-27-52 0,0 25 16,-26-25 0,0-27-16,-26 27 0,-27-1 15,-25 1-15,51 25 16,1 1-1,0 26-15,0 0 0,26 53 32,-26 25-32</inkml:trace>
  <inkml:trace contextRef="#ctx0" brushRef="#br0" timeOffset="591.42">11335 7373 0,'-26'-26'0,"52"26"47,27 26-47,52 27 15,-27 25-15,1-25 16,0 26-16,-1-27 15,-25 0-15,-1 1 16,1-1-16,-27-25 0,0-1 16</inkml:trace>
  <inkml:trace contextRef="#ctx0" brushRef="#br0" timeOffset="792.14">12017 7452 0,'0'-26'16,"-26"-1"-16,0 1 15,0 52 17,-1 27-32,-51 26 0,25-1 15,-26 1 1,27 0-16,-27-1 0,27 1 16,-1 0-16,1 0 15,26-27-15,26-26 16</inkml:trace>
  <inkml:trace contextRef="#ctx0" brushRef="#br0" timeOffset="1053.88">13041 7452 0,'0'-53'16,"0"27"-16,0 79 62,0 25-62,26 27 16,0-26-16,-26 0 16,26-1-16,1-25 15,-1-1-15,0 1 16,-26-1-16,53-25 0</inkml:trace>
  <inkml:trace contextRef="#ctx0" brushRef="#br0" timeOffset="1446.74">14326 7504 0,'-78'-52'0,"25"-1"16,-25 27-16,-1 0 15,26 26-15,-25 0 16,-1 0-16,26 26 16,1 0-16,-1 27 15,53-1-15,0 1 0,0-1 16,0 1-16,53-1 16,-1-26-16,1-26 15,-1 0-15,27 0 16,-26 0-16,-1-26 15,27-26-15,-53 26 16,26-27-16,-25 1 16,-1 25-16,0 1 15,-26 0-15,0 78 47,0 1-47,0 26 0,26-1 16,1 1-16,25 0 15,-26-27-15,27 1 16,-1-1-16,1-26 16</inkml:trace>
  <inkml:trace contextRef="#ctx0" brushRef="#br0" timeOffset="1665.94">15114 7478 0,'52'53'16,"27"-1"-1,26 1-15,26-1 16,0 27-16,-26-27 16,-26 1-1,-27-1-15,-25 1 0,-1-1 16,-26-26-16</inkml:trace>
  <inkml:trace contextRef="#ctx0" brushRef="#br0" timeOffset="1870.62">15848 7426 0,'-52'0'15,"-1"0"-15,1 0 16,-1 52-16,1 27 15,-1-27-15,1 27 16,0-27-16,-1 27 16,27 0-16,0-27 15,-1 27-15,1-26 16,26-1-16,0-26 16</inkml:trace>
  <inkml:trace contextRef="#ctx0" brushRef="#br0" timeOffset="2169.55">16845 7478 0,'-26'-26'15,"26"52"32,0 53-47,0-27 16,0 27-16,0-27 15,0 27-15,0-26 16,0-1-16,0 1 16,0-1-16,0-26 15,0 1-15,0-1 16</inkml:trace>
  <inkml:trace contextRef="#ctx0" brushRef="#br0" timeOffset="2672.12">17948 7452 0,'0'-53'0,"-27"27"16,1 0-16,-26 26 15,-27 0-15,26 0 16,-25 0-16,-1 0 16,26 26-16,27 0 15,0 27-15,26-1 16,0 1-16,0-1 16,52 1-16,1 25 0,52-25 31,0-1-31,0-25 0,-26 25 15,-1-26-15,-25 27 0,-1-27 16,-52 0 0,0 1-1,-52-27-15,-53 0 16,26 0-16,0 0 16,1 0-16,25-27 15,1 1-15,52-26 16,0-1-16,0 27 0,26-27 15,53-25-15,-27 25 16,27 1-16,0-1 16,-27 1-16,-26 26 15,0-27-15,-26 27 16,0 0-16,-26-1 16,-52 1-16,-1 26 15,-52 0-15,-1 0 16,1 0-16</inkml:trace>
  <inkml:trace contextRef="#ctx0" brushRef="#br0" timeOffset="5045.47">10102 8029 0,'26'0'31,"27"0"-15,25 0-16,-25 0 15,-1 0-15,1 0 16,-27 0-16,-79 0 47,1 0-32,0 0-15,-27 0 16,53 0-16,-1 0 16,54 0 31,25 0-47,27 26 0,-1-26 15,1 0-15,-26 0 16,-1 0-16,-26 0 15,-78 0 32,-1 0-47,-25 0 16,25 0-16,27 0 16,0 0-16,0 0 15,52 0 110,26 0-125,27 27 16,0-27-16</inkml:trace>
  <inkml:trace contextRef="#ctx0" brushRef="#br0" timeOffset="6004.16">14379 8554 0,'-26'0'0,"-1"0"0,80 0 47,-1 0-32,27-26-15,-53 26 16,27 0-16,-27 0 16,0 0-16,1 0 15,-80 0 32,-26 0-31,1 0-16,-1 0 15,-26 0-15,52 0 0,27 0 16,0 0-16,52 0 47,27 0-47,-1 26 15,1-26-15,-1 0 16,-26 0-16,1 0 16,-1 0-16,0 0 31,0 0-31,1 0 0</inkml:trace>
  <inkml:trace contextRef="#ctx0" brushRef="#br0" timeOffset="9232.66">17843 8344 0,'-79'0'16,"53"0"-16,-1 0 15,1 0-15,52 0 47,27 0-47,52 0 16,0 26-16,0-26 15,-27 0-15,-25 0 16,-53 26 0,-26-26-1,-27 0 1,-52 0-16,0 0 16,27 0-16,-27 0 0,52 0 15,27 0-15,0 0 16,52 0-1,53 0 1,26 0-16,26 0 16,-26 0-1</inkml:trace>
  <inkml:trace contextRef="#ctx0" brushRef="#br0" timeOffset="10429.68">10574 9761 0,'-52'0'62,"-1"52"-62,-26-25 16,1 51-16,25-25 15,53 26-15,-26-27 0,26 27 16,26-27-16,53 1 16,26-1-16,26-26 15,0-26-15,27 0 16,-53 0-16,0 0 15,-53 0-15,1-52 16,-27 26-16,0-53 16,-26 27-16,0-27 15,-79 26-15,27 1 16,-27-1-16,-26 27 16,27 0-16,-1 26 15,26 0-15,-25 0 16,51 0-16,1 52 15,26 1-15,0-1 0</inkml:trace>
  <inkml:trace contextRef="#ctx0" brushRef="#br0" timeOffset="10759.87">11729 9997 0,'-27'-26'16,"1"26"-16,26-26 0,53 78 47,-1 1-32,27-1-15,-27 27 16,27 0-16,0-27 15,0 27-15,-1-27 16,1-26-16,-27 1 16,1-1-16,-27 0 15,0-26-15,1 0 16,-27 26-16,26-26 16,-26-26-1</inkml:trace>
  <inkml:trace contextRef="#ctx0" brushRef="#br0" timeOffset="11015.76">12411 10102 0,'-26'-26'16,"-1"0"0,-25 52 15,0 26-31,-1 27 15,-26 0-15,27-1 0,-1 1 16,1-26-16,-1-1 16,27 1-16,0-27 15,0 0-15,26 0 16,26 1 0,0-27-16</inkml:trace>
  <inkml:trace contextRef="#ctx0" brushRef="#br0" timeOffset="11529.31">13487 10260 0,'0'-53'0,"-26"1"0,-1-1 15,1 27-15,0-27 16,0 27-16,-1 0 15,-25 26-15,26 0 16,-27 0-16,-26 0 16,27 0-16,-1 52 15,1-25-15,26 25 16,26 1-16,0-1 16,0 1-16,78-27 15,1 0-15,0-26 0,0 0 16,-1 0-16,1 0 15,0-26-15,-27 0 16,-26-27 0,1 27-16,-27 0 0,0-27 15,0 27-15,0 0 16,-27 78 31,27 1-32,0 25-15,0 1 0,0 0 16,0-27-16,27 27 16,-1-27-16,0 1 15,27-1-15,-27-25 16,26-27-16,-25 26 16,-1-26-16,26 0 15,-25-53-15</inkml:trace>
  <inkml:trace contextRef="#ctx0" brushRef="#br0" timeOffset="11733.34">14169 10207 0,'0'-26'0,"0"0"0,0 52 47,26 26-47,27 1 16,25 25-16,1 1 15,0-26-15,-27-1 16,27 1-16,-26-27 16,-1 0-16,1 0 15,-27-26-15,0 0 16</inkml:trace>
  <inkml:trace contextRef="#ctx0" brushRef="#br0" timeOffset="11952.82">14694 10207 0,'-26'0'16,"-1"0"-16,-25 0 15,26 53 1,-27 25-16,1 1 16,-1-27-16,27 27 15,-27-26-15,27-1 16,-26 1-16,25-1 15,27-26-15,0 1 0,0-1 16</inkml:trace>
  <inkml:trace contextRef="#ctx0" brushRef="#br0" timeOffset="12393.38">15612 10391 0,'0'-53'16,"0"-25"-16,0 25 16,-26 1-16,0 25 0,-27 1 15,27 26-15,-26-26 16,25 26 0,-25 0-16,-1 26 0,1 0 15,26 1-15,26 25 16,0 1-16,0-1 15,26 0-15,53 27 16,-1-26-16,27-1 16,-26-26-16,-27 27 15,1-27-15,-53 0 16,26 1-16,-26-1 16,-26-26-16,-53 0 15,0 0-15,27 0 16,-27 0-16,53 0 31,0-26-31,0-27 16,26 1-16,0-1 15,26 1-15,53-1 16,-1 1-16,27 25 16,-26 1-16,26 0 15</inkml:trace>
  <inkml:trace contextRef="#ctx0" brushRef="#br0" timeOffset="12645.11">16872 10443 0,'-27'0'0,"27"26"31,105-26-31,0 0 0,27 0 16,-27 0-16,-1 0 15,-51 0-15,-1 0 16</inkml:trace>
  <inkml:trace contextRef="#ctx0" brushRef="#br0" timeOffset="12802.02">16845 10679 0,'-26'0'0,"52"27"32,79-27-32,0 0 15,27 0-15,-1-27 16,0 27-16,0-26 15</inkml:trace>
  <inkml:trace contextRef="#ctx0" brushRef="#br0" timeOffset="13304.86">19338 10207 0,'-52'0'0,"52"-26"15,-26 26-15,-1 0 32,1 0-17,-26 0-15,-27 26 16,26 0-16,1 27 15,-1-1-15,27-26 16,26 27-16,0 26 0,0-27 16,0 1-16,26-27 15,27 26-15,-1-25 16,1-1-16,26 0 16,-1 0-16,1-26 15,0 0-15,-1 0 16,1-26-16,-26 0 15,-27 0-15,26-1 16,-52-25-16,0-1 16,0-25-16,0 25 15,0-26-15,-52 27 16,-1 0-16,1 25 16,-1 1-16,1 0 0,-1 26 15,1 0-15,0 0 16,25 0-16,-25 0 15,-1 52-15</inkml:trace>
  <inkml:trace contextRef="#ctx0" brushRef="#br0" timeOffset="13622.18">18551 11283 0,'-52'0'15,"-1"0"-15,53 26 16,79-26 0,52 26-1,0-26-15,53 0 16,-27 0-16,-25 0 15,-1 0-15,-26 0 0,-27 0 16,-51 0-16,-1 0 16,-79 0 15,-25 0-31,-54 27 16</inkml:trace>
  <inkml:trace contextRef="#ctx0" brushRef="#br0" timeOffset="13808.59">18341 11493 0,'-26'0'0,"78"0"16,80 0-16,51 26 31,27-26-31,0 0 0,0 0 0,0 0 16,-79 0-16,-26-26 15,-52 26-15,-106 0 31,-78-26-31</inkml:trace>
  <inkml:trace contextRef="#ctx0" brushRef="#br0" timeOffset="18535.15">8213 13067 0,'-53'0'0,"27"0"0,0 0 16,26-26 15,0 0-15,52-1-16,1 1 15,-1 0-15,1 26 16,25 0-16,-25 0 16,-1 26-16,-26 0 15,27 27-15,-27-1 16,-26 1-16,0-1 16,0 1-16,0-1 0,-79 1 15,1-1-15,-27 1 16,26-1-16,-26-26 15,26 1-15,27-1 16,26-26-16,-1 0 16,80 0 62,52 0-78,26 0 0,0 0 15,27 0-15,-1 0 16,-26 0-16,-52 0 16,0 0-16,-53-26 15,0 26 32,1 26-31,-1 0-16</inkml:trace>
  <inkml:trace contextRef="#ctx0" brushRef="#br0" timeOffset="18944.09">9577 13120 0,'-26'0'0,"26"-27"16,52 80 46,1-1-62,52 1 16,-27 26-16,27-1 16,0 1-16,0-27 15,-26 27-15,0-26 16,-27-27-16,1 0 16,-27 0-16,0 1 15,0-1-15,-26 0 31,-26-26-15</inkml:trace>
  <inkml:trace contextRef="#ctx0" brushRef="#br0" timeOffset="19210.72">10207 13225 0,'-26'-27'16,"26"1"-16,-27 26 31,1 26-15,-26 27-16,-1 26 0,-26 26 15,27-27-15,-27 27 16,1 0-16,25-26 16,1 26-16,-1-26 15,1-27-15,25 0 16,27-25-16,-26-1 15,26 0-15,0 0 16,53 1 0,25-27-16,1 0 15</inkml:trace>
  <inkml:trace contextRef="#ctx0" brushRef="#br0" timeOffset="19540.5">11151 13172 0,'-26'-26'0,"26"0"31,0 104 0,0 1-31,0 26 16,26 0-16,-26 0 16,27-26-16,-1-27 15,-26 27-15,26-53 16,0 0-16,-26 1 16,27-27-16,-27 26 15,26-26-15,0 0 16,27 0-16,-1 0 15</inkml:trace>
  <inkml:trace contextRef="#ctx0" brushRef="#br0" timeOffset="20012.38">12280 13461 0,'0'-53'0,"0"27"0,0-26 16,-26-1-16,-1 27 15,-25-27-15,-1 27 16,1 26-16,-1 0 16,-25 0-16,-1 0 15,26 26-15,27 27 0,0-1 16,26 1-16,0-1 16,0 1-16,0-27 15,52 0-15,1-26 16,-1 0-16,1 0 15,26 0-15,-27-52 16,1 26-16,-1-27 16,-26 27-1,1 0-15,-27-1 0,0 1 16,0 52 15,0 27-31,0 26 16,0-1-16,0 1 15,0 0 1,0-27-16,0 1 0,0-1 16,26 1-16,0-27 15,0 0-15,0 27 16,1-27-16,-1-26 16</inkml:trace>
  <inkml:trace contextRef="#ctx0" brushRef="#br0" timeOffset="20265.66">12831 13330 0,'0'-27'16,"0"80"-1,52-1 1,1 1-16,25 25 15,27-25-15,-26 26 16,-26-27-16,25 1 16,-25-27-16,-1 26 15,1-52-15,-27 27 16,0-27-16,0 0 0,1-27 16</inkml:trace>
  <inkml:trace contextRef="#ctx0" brushRef="#br0" timeOffset="20500.57">13434 13330 0,'-26'-27'0,"0"27"0,0 0 0,-1 0 16,1 0-16,-26 53 16,-1 26-16,1-1 15,-27 1-15,26 0 16,1-27-16,26 27 15,-27-27 1,27 1-16,0-1 0,26 1 16,0-27-16,0 0 15,0 0-15,52-26 16</inkml:trace>
  <inkml:trace contextRef="#ctx0" brushRef="#br0" timeOffset="20799.66">14117 13277 0,'-27'0'0,"27"-26"16,0 52 15,0 53-16,0 0-15,-26-1 0,26 1 16,0 0-16,0-1 16,0-25-16,0-1 31,0-25-31,0-1 16,0 0-16,0 0 15,26 1-15,1-27 31</inkml:trace>
  <inkml:trace contextRef="#ctx0" brushRef="#br0" timeOffset="21336.68">14746 13435 0,'0'-53'15,"0"1"-15,0 25 16,0 1-16,0 0 15,-26 26 1,-26 0-16,-27 0 16,26 0-16,1 26 15,26 27-15,-1-1 16,27 1-16,0-1 0,0 0 16,79 27-16,-26-26 15,25-1-15,1 1 16,-26-1-16,25 1 15,-25-1-15,-27 1 16,0-27-16,0 0 16,-104-26 31,-1 0-47,27 0 15,-1 0-15,1-26 0,25 0 16,27-27-1,0 27-15,27-27 0,25 1 16,53-1-16,-26-25 16,-1 25-16,1-26 15,-26 1-15,-1 25 16,-26 1-16,-26 26 16,0-1-16,-26 1 0,-26 0 15,-27 26 1,26 0-16,1 0 0,-27 0 15,27 0-15,-1 26 16,-25 0-16,25 27 16</inkml:trace>
  <inkml:trace contextRef="#ctx0" brushRef="#br0" timeOffset="21839.16">7504 14773 0,'-262'0'0,"78"0"16,53 0-16,78 0 15,80 0 1,183 26-16,104-26 15,159 0-15,130 0 16,79 0-16,132 0 16,26 0-16,25 0 15,-25 26-15,-53-26 16,-78 0-16,-132 0 16,-157-26-16,-131 26 15,-132-26-15,-105 26 16,-52-27-16,-26 27 15,-52-26-15,-54 26 0,-25 0 16,26 0-16</inkml:trace>
  <inkml:trace contextRef="#ctx0" brushRef="#br0" timeOffset="27944.55">10259 16163 0,'0'-26'0,"-26"0"0,26 0 0,26-27 15,53 1-15,0-1 16,52 27-16,-26 0 16,-26 26-16,-27 0 15,1 0-15,-27 26 16,-26 53 0,0-1-16,0 1 0,-53 0 15,-25 0-15,-1-1 16,0-25-16,0-1 0,27-25 15,-1-1-15,27 0 16,0-26-16,78 0 63,53 0-63,0 0 15,53-26-15,-1 26 16,1-26-16,-1-1 15,1-25-15</inkml:trace>
  <inkml:trace contextRef="#ctx0" brushRef="#br0" timeOffset="28207.34">11702 16032 0,'-52'-26'0,"26"26"16,0 0-16,52 0 31,0 0-31,53 52 16,-1 1-16,27-1 16,-26 1-16,0-1 0,0 1 15,-1-1-15,-25-25 16,-27-1-16,0 0 15,0 0-15,-26 1 16,27-27 0</inkml:trace>
  <inkml:trace contextRef="#ctx0" brushRef="#br0" timeOffset="28445.73">12280 16006 0,'-26'-26'0,"-27"26"16,53-26-16,-26 26 15,0 0 1,-1 52-16,-25 0 0,-1 27 16,1-26-16,-1 25 15,1-25-15,-1 26 16,1-27-16,-1 1 16,27-1-16,0 1 15,0-27-15,26 0 16,-26 0-16,26 0 15</inkml:trace>
  <inkml:trace contextRef="#ctx0" brushRef="#br0" timeOffset="28962.36">13251 16190 0,'26'-53'16,"0"27"-16,-26-27 16,0 27-16,0 0 15,0 0-15,0 0 16,0-1-16,-52 1 0,-27 26 16,0 0-16,0 0 15,1 26-15,25 1 16,27 25-16,0-26 15,26 27-15,0-27 16,0 0-16,26 0 16,27 1-16,25-27 15,-25 0-15,-1 0 16,27 0-16,-27-27 16,1 1-16,-27 0 0,0 0 15,1-1-15,-27 1 16,0 0-16,0 0 15,0 78 48,0 1-63,26 25 0,-26 1 16,26 0-16,0-27 15,-26 1-15,27-1 16,-1 1-16,0-27 15,0 27-15,-26-27 16,26-26-16,1 26 0,-1-26 16</inkml:trace>
  <inkml:trace contextRef="#ctx0" brushRef="#br0" timeOffset="29247.19">13933 15954 0,'-53'-27'0,"27"27"16,52 27 15,27 25-15,26 0-16,-1 27 15,1-26 1,26-1-16,-26 1 0,-1-1 15,-25-26-15,-1 1 16,-25-1-16,-1-26 16,0 0-1,0 0 1</inkml:trace>
  <inkml:trace contextRef="#ctx0" brushRef="#br0" timeOffset="29512.47">14431 15954 0,'-26'0'0,"0"0"16,0 0 15,-1 26-31,1 26 0,0 27 16,-27 0-16,27-1 15,0 1-15,0 0 16,-27-27-16,27 1 0,0-1 15,0-25 1,26-1-16,0 0 16,-27-26-16,27 26 15,0-52 1</inkml:trace>
  <inkml:trace contextRef="#ctx0" brushRef="#br0" timeOffset="30110.22">15087 15875 0,'-26'-26'0,"0"-1"15,0 27 1,-1-26-16,1 26 15,0 0 1,-27 0-16,27 26 16,0 1-16,0-1 15,26 26-15,0 1 16,0-1-16,0 1 0,26-1 16,53 1-16,-27-1 15,53 1-15,-26-27 16,-27 26-16,1-25 15,-1-1-15,-25 0 16,-27 0-16,-27 1 16,-51-1-1,-1 0 1,-26-26-16,52 0 0,-25 0 16,25 0-16,27 0 15,0 0-15,26-52 16,0-1-16,26 1 0,26-1 15,27 1-15,0-1 16,0-26 0,-1 27-16,-25-27 0,-27 27 15,-26-27-15,0 27 16,0-1-16,-52 27 16,-1 0-16,1-1 15,-1 27-15,1 0 16,25 0-16,-25 0 15,26 27 1,-1-1-16,27 26 0,-26-25 0,0 25 16,26-26-1,0 1-15,-26-1 0</inkml:trace>
  <inkml:trace contextRef="#ctx0" brushRef="#br0" timeOffset="30866.1">16163 16426 0,'53'0'47,"25"-26"-47,27 26 16,0-27-16,-26 27 15,0-26-15,-1 26 16,-25 0-16,-27 0 15,0-26-15,-26 52 47,0 0-31</inkml:trace>
  <inkml:trace contextRef="#ctx0" brushRef="#br0" timeOffset="31417.5">16268 16557 0,'53'0'32,"25"0"-17,1 0-15,0 0 16,0 0-16,-27-26 16,27 26-16,-27 0 0,-26 0 15,1 0 1,-27-26 15,-53 26 313</inkml:trace>
  <inkml:trace contextRef="#ctx0" brushRef="#br0" timeOffset="32303.53">9839 17712 0,'-236'0'16,"0"0"-16,52 26 0,80-26 0,51 0 16,106 0-1,130 0-15,132 0 16,105 0-16,105 0 0,52-26 16,26-1-1,106 1-15,-1 0 16,-25 0-16,-54-1 0,-25 1 15,-106 0-15,-78 26 32,-79 0-32,-131-26 15,-78 26-15,-80 0 16,-104 0 0,-80 0-1,-25 0-15,-27 26 0,-26 0 16,-26 0-16,0 1 15</inkml:trace>
  <inkml:trace contextRef="#ctx0" brushRef="#br0" timeOffset="32631.81">9997 17817 0,'-210'0'16,"79"0"-16,52 26 15,53-26-15,131 0 16,78 0 0,80 0-16,104 0 15,79 0-15,53 0 16,78-26-16,27-1 16,25 27-16,1-26 15,-26 0-15,-27 0 16,-52-1-16,-105 1 15,-53 0-15,-131 0 16,-105 26-16,-78 0 0,-27 0 16,-52 0-1,-27 0 1,-25 0-16,-1 26 16,0 0-16,-26-26 15</inkml:trace>
  <inkml:trace contextRef="#ctx0" brushRef="#br0" timeOffset="37571.24">18892 15954 0,'-26'0'110,"-27"52"-95,1 0-15,-27 27 16,-26 0-16,27-27 15,25 1-15,-26 26 16,1-27-16,51-26 16,1 1-16,26-1 15,26-26 17,53 26-17,26-26-15,0 0 0,26 26 16,0-26-16,27 0 15,-53 0-15,-26 0 16,-27 0-16,-26 0 16,1 0-16,-27-26 109</inkml:trace>
  <inkml:trace contextRef="#ctx0" brushRef="#br0" timeOffset="38878.3">18997 16268 0,'0'-26'0,"0"0"31,0 0 1,-26 26 15,26 26-32,0 26 1,-26 1-16,26-1 15,-27 27-15,27-26 16,0 25-16,0 1 16,-26 0-16,26-27 15,0 1-15,0-1 16,0 1-16,0-27 16,0 0-16,0 0 0,0 1 31,-26-27 266,26-27-235,-53 1 532</inkml:trace>
  <inkml:trace contextRef="#ctx0" brushRef="#br0" timeOffset="42868.22">18682 17764 0,'-52'0'0,"26"0"16,-1 0-16,80-26 31,25 26-31,80-53 15,-27 27-15,0 26 16,-52-26-16,-26 26 16,-1-26-16,-26 26 0,-52 0 31,-26 26-31,-27 0 16,0 0-16,0 1 15,1 25-15,25-52 16,27 26-16,0-26 15,52 0 17,53-26-17,26 0-15,26 0 16,0-27-16,0 1 16</inkml:trace>
  <inkml:trace contextRef="#ctx0" brushRef="#br0" timeOffset="44973.92">19443 10522 0,'0'-26'0,"26"52"62,1 26-62,-1-25 16,26-1-16,-52 0 15,27 0-15,-1-26 16,0 0 0,27-26-1,52-26 1,26-27-16,26 0 15,1 0-15,-27 1 16,0-27-16,-26 0 0,-26 26 16,-1 0-16,1 27 15,-53 26-15,1-1 16,-1 1-16,0 0 16,0 0-16,-26 52 78,0 26-78,0 27 0,-78 0 15</inkml:trace>
  <inkml:trace contextRef="#ctx0" brushRef="#br0" timeOffset="46505.63">19338 16426 0,'-26'-26'16,"0"-1"-16,26 1 15,0 0-15,0 52 63,0 27-48,0-1-15,26-26 16,0 1-16,0-27 16,1 0-1,-1 0 1,26-53 0,27 1-16,0-27 15,26 0-15,-26 0 16,26 1-16,-1-1 15,-25 27-15,-26-1 16,-27 27-16,26 0 16,-52-1-16,27 27 15,-54 0 501,1-26-500</inkml:trace>
  <inkml:trace contextRef="#ctx0" brushRef="#br0" timeOffset="54368.26">1023 8869 0,'-26'0'15,"52"-53"1,79 1 0,26-53-16,53-26 15,26-1-15,52 1 16,27 0-16,-1 0 15,-25 26-15,-80 0 16,-25 52-16,-53 1 16,-53 52-16,-25 0 0,-80 0 15,-78 79 1,-53-1-16</inkml:trace>
  <inkml:trace contextRef="#ctx0" brushRef="#br0" timeOffset="54541.34">1233 8659 0,'-158'79'0,"53"-1"16,27-25-16,51-27 16,106-26-1,52-52-15,106-53 16,77-27-16,106-51 16,26-1-16,53 0 15,-53-26-15,-26-26 0,-79-26 16</inkml:trace>
  <inkml:trace contextRef="#ctx0" brushRef="#br0" timeOffset="70739.53">3516 9367 0,'-53'-26'0,"27"0"16,0 26-16,26 52 47,0 53-47,0 0 16,0-26-16,-26 26 15,26-26-15,-27-1 16,1 1-16,26 0 15,-26-27-15,26-25 16,0-1-16,0 0 16,26 0-16,0-26 15,27 0-15</inkml:trace>
  <inkml:trace contextRef="#ctx0" brushRef="#br0" timeOffset="71254.28">4093 9787 0,'26'-26'16,"0"0"-1,-26-1-15,27 27 16,-27-26-16,26 0 31,-26 0-31,0 0 0,0-1 0,0 1 0,-53 26 31,1 0-31,26 0 16,-27 0-16,-25 0 0,25 0 0,27 26 31,0 27-31,26-1 16,0-26-16,0 27 16,52-27-16,27 0 15,-1-26-15,1 27 16,-26-27-16,-1 0 0,-26 0 15,1-27 1,-1 1-16,-26-26 16,0 25-16,0 1 15,0 0-15,0 0 0,0 52 63,0 26-63,0 1 15,-26 26-15,26-27 16,-27 27-16,27 0 16,0-27-16,0 27 15,0-27-15,0 1 16,0-1-16,0-26 0,0 27 16,-52-27-16</inkml:trace>
  <inkml:trace contextRef="#ctx0" brushRef="#br0" timeOffset="71556.03">3017 10863 0,'-26'-26'16,"26"52"31,0 26-47,26 27 16,-26 0-16,0-27 0,26 27 15,-26 0-15,0 0 16,27-27-16,-27 1 15,0-27-15</inkml:trace>
  <inkml:trace contextRef="#ctx0" brushRef="#br0" timeOffset="72027.89">3988 10915 0,'-52'-26'0,"-1"0"0,1 0 16,-27 26-16,26 0 16,1 0-16,26 0 15,-27 52-15,27-26 16,26 27 0,0-1-16,52 1 0,27-1 15,0 27-15,26-26 16,-26-1-16,-27 1 15,-26-1-15,0-26 16,-26 1-16,0-1 16,-52 0-16,0 0 0,-1-26 15,1 0-15,-1 0 16,27 0-16,26-26 16,0-26-16,0-1 15,52 1-15,27-27 16,26 0-16,-26-26 15,-1 26-15,1 1 16,-53-1 0,1 27-16,-27-1 0,0 27 15,0 0-15,-53 26 16,1 0-16,25 0 0,-25 0 16,-1 0-16,1 26 15,26 26-15</inkml:trace>
  <inkml:trace contextRef="#ctx0" brushRef="#br0" timeOffset="72594.11">1679 12149 0,'-184'0'0,"53"26"16,52-26-16,53 0 15,26 26-15,53-26 16,156 0 0,133 0-16,104-26 0,105 0 15,52 0-15,27-1 16,-27-25-16,-51 26 0,-80-1 16,-105 1-1,-104 0-15,-106 0 0,-104 26 16,-53-27-1,-27 1-15,-104 26 0,-26-26 16,-1 26-16,-25 0 16</inkml:trace>
  <inkml:trace contextRef="#ctx0" brushRef="#br0" timeOffset="97105.14">10679 6770 0,'53'-53'16,"-1"1"-16,-26-1 16,27 27-16,-27 0 15,-26-1-15,26 27 16,-26 27 15,-26 51-31,-105 54 16,-27 51-16,1 27 15,-27 26-15,1 1 16,-1-1-16,0 0 16,27-26-16,-1 0 15,27-27-15,0 1 16,26-53-16,0-26 16,53-26-16,25-27 15,1-25 1,26-1-16,0-52 47,0-27-32,0 1-15</inkml:trace>
  <inkml:trace contextRef="#ctx0" brushRef="#br0" timeOffset="97908.2">9157 6638 0,'-52'0'0,"-1"0"16,1 0-16,-1-26 16,27 0-16,0-53 0,0-26 31,26-26-31,26 0 0,79-27 0,78 1 31,54 0-31,51-1 0,53 27 0,27 26 16,78 52-16,-26 27 15,26 26-15,-26 53 16,-53 25 0,-26 54-16,-26 25 0,-53 53 15,-52 0-15,-26 26 0,-79-26 16,0 0-16,-26-26 15,-53-53-15,0 0 16,-26-52-16,0-27 16,0-26-16,0 1 15,0-106 17,105-26-32,26-26 31,53-27-31,26 27 0,52 0 0,1 52 15,25 27-15,-25 26 0,-27 26 32,0 52-32,0 27 0,26 26 0,-52 0 15,0 26-15,-79 0 16,-78 0-16,-53-26 16,-157 0-16,-80-26 15</inkml:trace>
  <inkml:trace contextRef="#ctx0" brushRef="#br0" timeOffset="102071.82">4014 8580 0,'-26'0'0,"105"0"31,26 0-15,0 0-16,0-26 15,-27 26-15,-25 0 16,-1 0-16,-25 0 15,-1 0-15</inkml:trace>
  <inkml:trace contextRef="#ctx0" brushRef="#br0" timeOffset="102228.63">4040 8659 0,'-26'0'16,"52"0"-1,79 0-15,27 0 16,25-26-16,1 26 16,-1-27-16</inkml:trace>
  <inkml:trace contextRef="#ctx0" brushRef="#br0" timeOffset="103893.28">13434 9026 0,'-341'-52'0,"53"-1"0,25 27 0,53 0 15,105 0-15,105-1 16,53 27 0,209-26-1,132 26-15,131 0 16,78 0-16,53 0 16,0 26-16,-79 1 15,-52-27-15</inkml:trace>
  <inkml:trace contextRef="#ctx0" brushRef="#br0" timeOffset="109398.88">15035 4487 0,'0'-26'31,"0"-1"-31,79 1 0,-27 0 16,1 26-16,-1 0 15,-26-26-15,1 26 16,25 0-16,-26 26 16,27 26-16,-27 1 15,-26-1-15,0-26 16,0 27-16,-26-1 16,-27-25-16,1-1 15,-27 0-15,53 0 0,0 1 16,-1-27-1,27 26 1,27-26 0,-1 0-1,0 26-15,27-26 0,-27 26 16,26 1-16,-25-27 16,-1 26-16,-26 0 15,-26-26 16,-53 26-15,-26-26-16,0 27 0,26-27 16,0 0-16,27 0 15,26 0-15,-1 0 16,27 26 390,-26 0 94</inkml:trace>
  <inkml:trace contextRef="#ctx0" brushRef="#br0" timeOffset="110326.68">16321 4277 0,'-53'-26'16,"1"-1"-16,-27 27 15,27 0-15,-27 0 16,0 0-16,53 27 16,0-1-16,26 26 15,0 1-15,26-1 16,53 27-16,26 0 15,-1-27-15,-25 27 16,-26-27-16,-27 27 16,-26-26-16,0-27 15,-53 0-15,-52 0 0,27 1 32,-1-27-32,27 0 0,25-27 0,27-25 15,0-1-15,53-25 16,52-27-16,0 26 15,-27 0-15,27 27 16,-52 26-16,-27-1 16</inkml:trace>
  <inkml:trace contextRef="#ctx0" brushRef="#br0" timeOffset="110641.29">15271 5484 0,'-26'0'31,"26"26"-15,0 53 0,0 0-1,0-1-15,0 1 0,0 0 16,26-27-16,0 1 16,-26-1-16,27-52 15</inkml:trace>
  <inkml:trace contextRef="#ctx0" brushRef="#br0" timeOffset="111002.5">16006 5589 0,'26'-53'0,"0"27"32,-26 0-32,0 0 0,-26 26 15,-26 0-15,-1 0 16,1 0-16,25 0 15,27 26-15,0 26 16,0 1-16,27-1 16,51 1-1,1-1-15,-26-25 0,-1 25 16,-26-52-16,-26 26 16,-26-26-1,-26 0 1,25 0-16,1 0 0,26-26 15,0-26-15,26-1 16,27-26-16,25 27 16,27 26-16,-52-27 31,-1 53-31</inkml:trace>
  <inkml:trace contextRef="#ctx0" brushRef="#br0" timeOffset="111349">18604 5248 0,'-53'-27'16,"-26"1"-16,-26 26 15,0 0-15,-52 53 16,-53 52-16,-26 26 16,-79 53-16,-52-1 15,-27 53-15,-52 27 0,-26-27 16,26 0-16,26-26 16,52 0-16,80-53 15,78-52-15,52-26 16,53-26-16,79-27 15,26 0-15,79-26 16,26 0 0,0-26-16,26-27 15,0 1-15</inkml:trace>
  <inkml:trace contextRef="#ctx0" brushRef="#br0" timeOffset="111900.49">17265 4251 0,'0'-27'16,"0"1"-16,0 52 46,0 79-30,0 0-16,-26 26 16,26 1-16,0-1 15,-26-26-15,26 0 0,0 0 16,-26-27-16,-1-25 16,27-1-16,-26-52 15</inkml:trace>
  <inkml:trace contextRef="#ctx0" brushRef="#br0" timeOffset="112104.52">16819 5221 0,'-52'0'15,"-1"53"-15,27-27 16,26 27-16,0-1 0,0-26 16,26 1-16,0-27 15,27 26-15,26-26 16,-27 0-16,27-53 15,26 1-15,0-1 16,26-25-16,-26 25 16,0-25-16,0 25 15,0 27-15</inkml:trace>
  <inkml:trace contextRef="#ctx0" brushRef="#br0" timeOffset="206841.11">21831 4749 0,'-26'-26'0,"0"0"15,26-1-15,0 1 16,52-26-16,53 25 0,0 1 16,0 0-16,0 26 15,0 0-15,-53 26 16,1 0-16,-27 27 15,-26-1-15,0 1 16,-26-1-16,-27 1 16,-25-1-16,-1-25 15,0-1-15,0 0 0,53-26 16,0 26-16,0-26 16,52 27 15,26-1-31,1 0 15,26 0-15,-27 1 16,1 25-16,-27 27 16,0-53-16,-26 26 15,0-25-15,0-1 16,-79-26 0,27 0-16,-53 0 0,26 0 15,0-26-15,27-1 16,-1 1-16,1-26 15,52 25-15,0 1 16,0 0-16</inkml:trace>
  <inkml:trace contextRef="#ctx0" brushRef="#br0" timeOffset="207375.31">23300 4749 0,'0'-52'15,"0"25"-15,27 1 16,-27 0-16,0 0 16,-27 26-1,-51 0 1,-1 0-16,0 52 15,1-26-15,25 27 0,27-1 16,0 1-16,26 26 16,0-27-16,52 1 15,1-1-15,25 1 16,1-1-16,0 0 16,-27 1-16,-26-27 15,1 27-15,-27-27 16,0 0-16,0 0 15,-79 1-15,0-27 16,-26 0-16,0 0 16,27 0-16,-1-27 15,53 1-15,26-26 16,0 25-16,26-25 16,53 26-16,26-27 0,-1 1 15,1-1-15,0 1 16,-26-27-16,0 27 15,-53-1-15,-26 1 16,0-1-16,0 27 16,-52 0-16,-27 26 15,0 0-15,27 0 16,-27 26-16</inkml:trace>
  <inkml:trace contextRef="#ctx0" brushRef="#br0" timeOffset="207769.08">21988 5956 0,'0'-26'0,"0"0"16,0-1-1,0 106 32,0 0-47,0 26 16,0 0-1,0 0-15,-26 0 0,26-27 16,0 1-16,0-26 16,0-1-16,53-52 15</inkml:trace>
  <inkml:trace contextRef="#ctx0" brushRef="#br0" timeOffset="208208.88">22959 6087 0,'-52'-52'0,"-1"26"16,-25-1-16,25 27 15,1 0-15,25 0 16,1 0-16,0 0 15,26 27-15,0 25 16,0 27-16,0 0 16,79-1-16,-27 1 15,1 0-15,-27-27 16,-26 27-16,0-27 16,0-25-16,0-1 15,-53 0-15,1 0 16,-27-26-16,27 0 0,25 0 15,27-26-15,0-26 16,27-1-16,51 1 16,1-1-16,26 1 15,26-1-15,-52-25 16,0 25-16,-27 1 16,-26-1-16,-26 1 15,0-1-15,-78 27 16,-27 0-16,-26 26 15,26 0-15,0 26 16,26 0-16,26 27 0</inkml:trace>
  <inkml:trace contextRef="#ctx0" brushRef="#br0" timeOffset="208586.15">19863 7163 0,'-157'0'16,"52"0"-16,78 0 15,27 26-15,79-26 16,131 27-16,105-1 16,52 0-16,53 0 15,26-26-15,26 27 16,1-1-16,-53 0 16,-27 0-16,-52 1 15,-105-1-15,-78-26 0,-79 0 16,-132 0 15,1-26-31,-1-1 16,27-25-16</inkml:trace>
  <inkml:trace contextRef="#ctx0" brushRef="#br0" timeOffset="209186.45">24639 5038 0,'0'-53'0,"0"27"15,0 0-15,0 0 16,0-1-16,0 54 63,-53 25-63,-26 27 0,1 0 15,-1 25-15,0 28 16,1-1-16,-1 0 15,0 27-15,53-1 16,-27 0-16,1 1 16,26-53-16,-1 0 15,1-27-15,26 1 16,-26-53-16,26 1 16,0-1-1,0-52 1,-26-53-1,-1 26-15</inkml:trace>
  <inkml:trace contextRef="#ctx0" brushRef="#br0" timeOffset="209407.13">23642 6350 0,'-27'-26'15,"1"26"-15,26-27 16,-26 27 0,26 27-16,0 25 15,0 27-15,0-27 0,0 27 16,0-27-16,26-25 15,0 25-15,1-52 16,25 26-16,0-26 16,1 0-16,26 0 15,26-26-15,0 0 16,0 0-16,0-27 16,-27 53-16,-25-26 15,-27 26-15</inkml:trace>
  <inkml:trace contextRef="#ctx0" brushRef="#br0" timeOffset="209958.26">22986 7872 0,'-27'0'47,"-25"26"-47,-27 0 0,27 27 16,-27 25-16,53 1 16,-1-26-16,1 25 15,26-25-15,0-1 16,0 1-16,53-1 15,-1-26-15,1 1 16,25-1-16,-25-26 16,-1 0-16,-25 0 15,25 0-15,-26-53 16,0 27-16,-26 0 16,0-27-16,0 27 15,-52 26-15,-27-26 16,1 26-16,-1 0 0,0 0 15,27 26-15,25 0 16,27 1-16,27-1 16,51 0-16</inkml:trace>
  <inkml:trace contextRef="#ctx0" brushRef="#br0" timeOffset="210448.41">23746 7977 0,'-52'-27'0,"26"27"15,26-26-15,-26 52 32,26 27-17,0-1-15,0 1 16,0 26-16,0-27 15,0 1-15,0-27 16,26 26-16,26-52 16,1 26-16,-1-26 15,1 0-15,25 0 16,-25-52-16,26 26 0,-27-27 16,-26 27-16,1-26 15,-1-1-15,-26 27 16,0 0-16,-26 52 62,-1 26-62,1 27 16,0 0-16,0-27 16,26 27-16,-27 0 0,27-27 15,-26 1-15,26-27 16,0 0-16,-26 0 15,0 1-15,-27-27 16,-26 0-16</inkml:trace>
  <inkml:trace contextRef="#ctx0" brushRef="#br0" timeOffset="210903.14">22487 7426 0,'0'-27'0,"0"106"47,0 26-47,-26 26 15,-27 27-15,-25 25 16,25 1-16,-26 26 15,1 0-15,25-26 16,1-27-16,25-26 16,1 0-16,26-52 15,0 0-15,-26 0 16,26-53-16,0 0 0,0 0 16,0-78-1</inkml:trace>
  <inkml:trace contextRef="#ctx0" brushRef="#br0" timeOffset="212196.38">19469 3385 0,'-26'-27'0,"26"1"0,0 0 16,79 26-16,26-26 16,0 26-16,0 0 15,-26 0-15,-53 0 16,-26 52-1,-26-26-15,-53 27 16,0-27-16,0 27 16,-26-27-16,27 0 15,25-26-15,27 26 16,0 1-16,26-1 16,26 0-16,26-26 15,27 26-15,0-26 16,26 0-16,0-26 15,26 0-15,-26-27 16,0 1-16,-26-1 16,-1 27-16,-25-26 15,-1 25-15,-25 1 16,-27 0-16,0 0 16,-27 26 15,-25 0-31,26 0 0,-1 0 15,-25 52-15,26-26 16,26 1-16,0 25 16,0-26-16,0 27 15,52-27-15,1 0 16,25 1-16,-25-27 16,-1 0-16,1 0 15,-1 0-15,1-53 16,-27 27-16,0 0 15,0-1-15,-26 1 16,0 0-16,0 52 47,0 0-31,0 27-16,-26-1 15,26 1-15,0-1 16,0 1-16,0-1 15,0 1-15,0-1 16,0 1-16,-52-1 16</inkml:trace>
  <inkml:trace contextRef="#ctx0" brushRef="#br0" timeOffset="212416.88">19023 4382 0,'-26'0'16,"79"0"15,25 26-31,27-26 16,0 0-16,-26 0 15,0 0-15,-1 0 0,-51 0 16,-1-26-16</inkml:trace>
  <inkml:trace contextRef="#ctx0" brushRef="#br0" timeOffset="212624.74">19496 4172 0,'-27'0'0,"27"26"31,0 27-31,0-27 15,0 26 1,0 1-16,0-1 0,0 1 16,0-1-16,0-26 15,0 27-15,0-27 16,0 0-16</inkml:trace>
  <inkml:trace contextRef="#ctx0" brushRef="#br0" timeOffset="213144.06">20676 4172 0,'0'-26'0,"0"-1"15,-26 1-15,0 26 0,0 0 16,-1 0-16,1 0 15,-26 0-15,26 0 16,-1 26-16,27 1 16,0 25-16,0-26 15,0 27 1,27-27-16,25 27 0,0-27 16,1 26-16,-1-25 15,-52-1-15,0 0 16,0 0-1,-52-26 1,-1 0-16,1 0 16,26 0-16,0 0 0,-1 0 15,54-26 17,51-26-32,-25 25 15,-1-25-15,1 26 16,-1-27-16,-26 1 15,-26 25 1,0-25 0,0 26-16,0-1 15,-26 27 1,0 0-16,0 0 0,-27 0 16,1 0-16,-1 0 15</inkml:trace>
  <inkml:trace contextRef="#ctx0" brushRef="#br0" timeOffset="213522.71">18656 4985 0,'-79'0'0,"27"0"16,26 0-16,78 0 15,79 0 1,53 0-16,78 0 16,1-26-16,52 0 15,-1-27-15,-25 27 16,-53 0-16,-52-27 16,-79 27-16,-26 0 15</inkml:trace>
  <inkml:trace contextRef="#ctx0" brushRef="#br0" timeOffset="-212562.31">20913 7662 0,'0'-26'31,"26"26"-31,0 0 0,27 0 16,25 0-16,-51 0 16,-1 0-16,-26 52 31,0-26-15,-26 0-16,-1 27 15,1-27-15,0 0 16,26 1-16,0 25 15,0-26-15,0 27 16,26-1-16,0-25 16,-26-1-16,0 0 15,-26-26 1,-26 0 0,-1 0-16,1 0 15,25 0-15,1-26 16,26 0-16</inkml:trace>
  <inkml:trace contextRef="#ctx0" brushRef="#br0" timeOffset="-212204.1">21464 7819 0,'78'-26'0,"-25"0"16,-1-1-16,1 27 0,-27-26 15,0 26-15,1 0 16,-27 26-1,0 1-15,0 25 16,-27-26-16,1 27 16,0-27-16,-27 0 15,1 1-15,26-1 16,-1-26-16,1 26 16,52-26 15,27 26-16,26-26-15,-1 0 0,27 0 16,0-26-16,-26 0 0,0 26 16,-1-26-16,-51 26 15,-1 0-15,-79 0 47</inkml:trace>
  <inkml:trace contextRef="#ctx0" brushRef="#br0" timeOffset="-211089.27">20860 7268 0,'0'-26'0,"0"0"16,-26 26-16,0 0 406,26 26-328,0 53-62,0-1-16,0 1 15,0 26-15,0 0 16,0 26-16,0 0 16,0-26-16,-27 0 0,1 0 15,26 0-15,-26 0 16,26-26-16,-26 0 16,-1-1-16,27 1 15,-26-53-15,26 27 16,0-27-16,0 0 15,-26-26-15,0 0 63,-1-52-47,1-1-1,0-25-15</inkml:trace>
  <inkml:trace contextRef="#ctx0" brushRef="#br0" timeOffset="-209746.62">19784 7452 0,'-26'0'15,"26"-26"-15,0-1 16,26 27-16,53-26 16,0 26-16,-27-26 15,1 26-15,-27 0 0,0 0 16,-26 26-16,0 0 16,0 27-16,0 26 15,-52-27-15,-1 1 16,1-27-16,26 0 15,26 0-15,0 0 16,0 1 0,0-1-16,52 0 0,27 0 15,-27 27-15,-26-27 0,1 0 16,-1 1-16,-26-1 16,0 0-16,-53-26 15,-25 26-15,-27-26 16,0 0-1,26 0-15,0 0 0,53 0 16,-26 0-16,25 0 16,27-26-16,-26 0 15</inkml:trace>
  <inkml:trace contextRef="#ctx0" brushRef="#br0" timeOffset="-209049.38">23510 9813 0,'0'-26'0,"0"79"47,0-1-47,0 27 16,0-27-16,0 1 15,27-1-15,25-25 16,1-1-16,-27 0 16,0-26-16,0 0 15,27 0-15,-27-26 16,26-27-16,-25 27 15,25-26-15,-52 25 16,26 1-16,-26 52 47,0 27-31,-26 26-16,0-27 0,26 1 15,0-1-15,0 0 16,-26-25-16,-27-1 15,-26 0-15,1-26 0</inkml:trace>
  <inkml:trace contextRef="#ctx0" brushRef="#br0" timeOffset="-208654.22">22697 9971 0,'0'-53'16,"0"27"-16,0 0 15,-53 0-15,27 26 16,-53 0-16,1 0 0,-1 0 16,0 26-16,27 26 15,52-25-15,0 51 16,0-25-1,52 26-15,27-1 0,0-25 16,-27-1-16,1 1 16,-27-1-16,-26-26 15,-53-26 1,1 0 0,0-52-16,25 26 15,27-27 1,0-25-16,53 25 0,52-26 15,0 27 1,0-27-16,-27 27 16</inkml:trace>
  <inkml:trace contextRef="#ctx0" brushRef="#br0" timeOffset="-207897.88">21857 9525 0,'0'-26'15,"0"-1"1,-26 27 47,-53 27-63,1 25 0,-27 27 0,26 26 31,0-27-31,27 27 15,25-26-15,1 0 16,26 0-16,0-1 16,53-25-16,-1-27 15,1 0-15,-1-26 16,-26 0-16,-26-26 31,0-26-31,0 25 16,-26-25-16,-53 26 15,27 26-15,-1 0 16,1 0-16,26 0 16,-1 52-16,1 1 15,26-1-15</inkml:trace>
  <inkml:trace contextRef="#ctx0" brushRef="#br0" timeOffset="-207628.12">20571 10942 0,'-78'0'0,"235"0"31,132 0-31,78 0 16,106 0-16,51 0 15,-25 0-15,26 26 16,-79-26-16,-79 0 15,-105 0-15,-104 0 16,-79 0-16,-53-26 0,-52-1 16,-79 1-16,-53 26 15,-25-26-15,-1 26 16</inkml:trace>
  <inkml:trace contextRef="#ctx0" brushRef="#br0" timeOffset="-205635.81">10810 7111 0,'-26'-26'16,"26"-1"0,-26 27-16,0 0 31,-27 0-16,-26 53-15,-52-1 0,0 53 0,0 0 32,52 0-32,0 0 15,27 0-15,52-26 0,0-1 0,26-25 16,53-1-16,0 1 16,26-53-16,26 0 15,-26 0-15,26-26 16,-26-27-16,-26-26 15,-1 1-15,-25-1 0,-53-26 16,0 26-16,-53 1 16,-25-1-16,-27 26 15,0 27-15,-27 0 16,27 26-16,1 0 16,-1 52-16,0 1 15,52-1-15,1 27 31,52 0-31,0-27 0,0 1 16,78-1-16,1 1 16,0-1-16,0 1 0,-1-27 15,-25 0-15</inkml:trace>
  <inkml:trace contextRef="#ctx0" brushRef="#br0" timeOffset="-204578.04">24324 10338 0,'0'-26'0,"0"0"15,0 78 32,0 1-31,0-1-16,26 1 0,26-27 15,1 0-15,-1-26 16,-25 0-16,-1 0 16,0 0-16,0-26 15,1 0-15,-1-27 16,-26 1-16,0 25 16,-53-25-16,1 26 15,-53 26-15,-26 0 0,0 0 16,-27 52-16,1-26 15</inkml:trace>
  <inkml:trace contextRef="#ctx0" brushRef="#br0" timeOffset="-204230.41">20781 11335 0,'-183'27'15,"104"-1"-15,184-26 16,131 0-1,79 0-15,105-26 0,26-27 16,-26 27 0,0 0-16,-79-1 0,-131 27 15,-105 0-15,-263 0 16,-131 0 0,-78 27-16,-105-1 15,0 26-15,-1 1 16,27-27-16,105 0 15,131 1-15,158-1 16,104-26-16,237 26 0,157-26 16,157 0-16,80 0 15,-1-26-15,-26 0 16,-131-27-16,-132-26 16</inkml:trace>
</inkml:ink>
</file>

<file path=ppt/ink/ink2.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00:57.124"/>
    </inkml:context>
    <inkml:brush xml:id="br0">
      <inkml:brushProperty name="width" value="0.05292" units="cm"/>
      <inkml:brushProperty name="height" value="0.05292" units="cm"/>
      <inkml:brushProperty name="color" value="#FF0000"/>
    </inkml:brush>
  </inkml:definitions>
  <inkml:trace contextRef="#ctx0" brushRef="#br0">7084 3621 0,'-131'-53'0,"0"27"16,-27 0-16,27 0 15,0 26-15,26-27 16,0 27 0,53 0-16,25 0 0,1 0 15,52 27 1,132-1-16,78 53 15,131-27-15,79 1 16,105-1-16,53 1 16,26-1-16,26-26 15,-27 27-15,-25-27 16,-53 0-16,-26-26 0,-132 0 16,-78 0-16,-131 0 15,-79 0-15,-79 0 16,-52 0 31,0 0-47,-79 0 0,-26 0 15,-27-26-15</inkml:trace>
  <inkml:trace contextRef="#ctx0" brushRef="#br0" timeOffset="392.61">5851 3621 0,'-26'0'16,"131"0"-1,52 0-15,106 0 16,51 0-16,54 0 0,104 26 16,53 0-16,78 1 15,27-1-15,-26 0 16,-1 0 0,-26 1-16,-52-1 0,-52 0 15,-54-26-15,-104 0 16,-79 0-16,-131 0 15,-78 0-15,-132 0 32,-26 0-32,-79 0 15,0 0-15</inkml:trace>
  <inkml:trace contextRef="#ctx0" brushRef="#br0" timeOffset="3196.11">15402 4119 0,'0'-26'0,"-26"26"0,26 79 63,0 0-63,0 26 15,0 0-15,0-1 0,26 1 16,-26 0-16,27-26 16,-1 0-16,-26-27 15,26-25-15,0-1 16,-26 0-16,26-26 31,1 0-15,-27-26-16,26-53 15</inkml:trace>
  <inkml:trace contextRef="#ctx0" brushRef="#br0" timeOffset="3447.82">15481 4172 0,'-26'0'15,"0"0"-15,26-26 16,26 26 0,52 0-16,27-27 15,-26 27-15,26 0 16,-26-26-16,-27 26 0,27 0 16,-53 0-16,1 0 15,-1 0-15,-26 26 16,0 1-16,-26 25 15</inkml:trace>
  <inkml:trace contextRef="#ctx0" brushRef="#br0" timeOffset="3663.62">15507 4670 0,'0'27'31,"53"-27"-31,-1 0 16,27 0-16,-27 0 16,1 0-16,-1 0 15,1 0-15,-1 0 16,-25 0-16,25 0 16,-26 0-16</inkml:trace>
  <inkml:trace contextRef="#ctx0" brushRef="#br0" timeOffset="3888.14">15507 5090 0,'0'27'15,"26"-27"-15,1 26 16,51-26-16,1 26 15,-26-26-15,25 0 16,1 0-16,-26 0 0,25 0 16,-25 0-1,-1-26 1</inkml:trace>
  <inkml:trace contextRef="#ctx0" brushRef="#br0" timeOffset="4610.82">17318 4224 0,'0'-26'16,"0"0"-16,-26 26 15,26-26 1,-27 26 15,-25 52-31,-1 1 16,1-1-16,-1 27 15,1 0-15,26-27 16,26 27-16,0-1 16,0-25-16,0-1 15,52 1 1,27-1-16,-27-25 0,1-1 0,26 0 15,-27-26-15,27 26 16,-27-26-16,27 0 16,-27-26-16,1 0 15,26 0-15,-53-27 16,26-26-16,-25 27 16,-27-27-16,0 27 15,0-27-15,0 27 16,0-27-16,-27 26 15,-25 1-15,26-1 16,-27 27-16,1 0 16,-1 26-16,-26-26 0,27 26 31,-27 0-31,1 26 0,-1 0 0,26 0 16,27 1-16,0-1 15,26 0-15,0 0 16,0 27-16,52-1 15,1 1-15,26-1 16,-27 1-16,27 25 16,-27-25-16,1 26 15,-1-27-15,1 27 16,-27-27-16,0 1 16,0-1-16,1-25 0,-1-1 15,0 0-15,0 0 16,1 0-1,-1-26-15,0 27 16,0-27-16,27 0 16,-27 0-16</inkml:trace>
  <inkml:trace contextRef="#ctx0" brushRef="#br0" timeOffset="5066.39">18367 4408 0,'0'-26'0,"-26"0"31,26-1-31,0 54 31,0 25-15,0 1-1,0-1 1,0 27-16,0-27 0,0 27 16,0-27-16,0 27 15,26-53-15,1 27 16,-1-27-16,26 0 16,1 1-16,-1-27 15,1 0-15,-1 0 16,-26 0-16,27-53 15,-1 27-15,-25-27 16,25-25-16,-52-1 16,26 0-16,1 0 15,-27 1-15,0 25 16,0 27-16,0 0 16,0 0-16</inkml:trace>
  <inkml:trace contextRef="#ctx0" brushRef="#br0" timeOffset="5616.06">19679 4303 0,'-26'-26'16,"0"26"-16,0 52 63,-1 27-63,1 0 15,0-1-15,0 27 16,-1-26-16,1 0 15,0-27-15,0 1 16,-1-27-16,27-52 47,0-27-47,27 1 16,-1-53-16,0 26 15,0 0-15,27-25 16,-1 25-16,-25 26 15,-1 27-15,0 0 16,0 26 0,27 26-1,-27 27-15,27 25 16,-1 1 0,1 26-16,-1 0 0,0 0 15,-25-26-15,-1-1 16,0-25-16,0-1 15,-26 1-15,0-27 16,0 0 0,-26-26-1,-53 0-15</inkml:trace>
  <inkml:trace contextRef="#ctx0" brushRef="#br0" timeOffset="5788.49">19102 4880 0,'105'0'31,"26"-26"-31,27 26 16,25 0-16,-25 0 16,-27 0-16</inkml:trace>
  <inkml:trace contextRef="#ctx0" brushRef="#br0" timeOffset="6087.84">20624 4434 0,'0'-26'0,"26"26"31,0 0-16,-26 79 1,0-1-16,27 1 16,-27 26-16,0 0 15,0-26-15,0 26 16,0-53-16,0 1 0,0-1 16,0-26-16,26 1 15,0-27 1,0 0-1,-26-53-15</inkml:trace>
  <inkml:trace contextRef="#ctx0" brushRef="#br0" timeOffset="6245.05">20335 4434 0,'-26'0'16,"52"-26"-1,53 26-15,26 0 16,0 0-16,26 0 16,27 0-16,-27 0 15,0 0-15,-79 0 16</inkml:trace>
  <inkml:trace contextRef="#ctx0" brushRef="#br0" timeOffset="6636.52">21831 4408 0,'-26'-26'16,"26"52"77,0 27-93,0-1 16,0 27-16,0 26 0,0-27 16,0 1-1,0 0-15,0-27 0,0 27 16,0-53-16,26 27 15,-26-27 1,26-26-16,-26 26 16,26-26-1,-26-26-15,27 0 16</inkml:trace>
  <inkml:trace contextRef="#ctx0" brushRef="#br0" timeOffset="7072.12">22435 4513 0,'0'-26'0,"0"52"47,-27 0-31,1 27-16,-26-1 15,52 1-15,-27-1 16,27 1-16,0 25 0,0-25 16,0-1-16,0-25 15,0 25-15,53-26 16,-1 1-16,1-27 16,25 26-16,-25-26 15,-1 0-15,27 0 16,-26-26-16,-1-27 15,1 1-15,-27-1 16,0 1-16,-26-27 16,0 0-1,0 0-15,0 27 0,-52 26 16,25-1-16,-25 1 16,26 26-16,-27 0 0,1 0 15,-1 0-15,1 26 16,-27 27-16</inkml:trace>
  <inkml:trace contextRef="#ctx0" brushRef="#br0" timeOffset="7392.22">23405 4565 0,'0'-26'16,"0"52"31,-26 1-32,26 25-15,0 27 0,0 0 16,0-1-16,0-25 15,0 26-15,0-27 16,0-26-16,0 27 0,0-27 16,0 0-1,-26-26 1,0 0-16</inkml:trace>
  <inkml:trace contextRef="#ctx0" brushRef="#br0" timeOffset="7612.71">23248 4723 0,'26'0'31,"0"0"-31,1 0 0,51 0 0,-25 52 32,26-25-32,-1 51 15,1-25-15,26-1 16,0 1-16,0-27 15,0 0-15,-53 1 0,1-1 16,-27-26 0,0 0-16</inkml:trace>
  <inkml:trace contextRef="#ctx0" brushRef="#br0" timeOffset="7773.66">24298 4434 0,'-27'0'0</inkml:trace>
  <inkml:trace contextRef="#ctx0" brushRef="#br0" timeOffset="8132.86">24219 4434 0,'0'-26'16,"0"0"31,0 52 62,0 27-109,0-1 0,0 27 16,0-1-16,0 1 16,0 0-16,-26 0 15,26-27-15,0 1 16,0-1-16,0 1 15,0-27-15,0 0 16,0 0 0,26-26 15</inkml:trace>
  <inkml:trace contextRef="#ctx0" brushRef="#br0" timeOffset="16235.24">20493 3595 0,'0'-27'15,"-26"27"17,-53 105-32,-26 53 0,-53 52 15,-25 78 1,-27-25-16,0 52 15,26-27-15,-26 1 0,27-27 16,-1 1-16,0-53 16</inkml:trace>
  <inkml:trace contextRef="#ctx0" brushRef="#br0" timeOffset="16692.05">16347 3490 0,'26'-53'16,"0"53"-16,-26-26 16,0 52-1,-78 79 1,-54 53-16,-51 52 0,-27 52 16,-53 0-16,27 27 15,26-27-15,27 1 16,52-27-16,52-26 15,26-53-15</inkml:trace>
  <inkml:trace contextRef="#ctx0" brushRef="#br0" timeOffset="17564.86">22303 3831 0,'-26'0'16,"-53"52"0,-26 27-16,-26 52 0,0 27 0,0 25 15,0 1-15,-1 0 16,27-1-16,27-25 16,-1-27-16,27 26 15,-1-52-15,1 0 16,25-52-16</inkml:trace>
  <inkml:trace contextRef="#ctx0" brushRef="#br0" timeOffset="17832.43">23248 3883 0,'0'-26'0,"0"0"16,-26 78 0,-27 53-16,1 26 15,-27 27-15,0 26 16,-26-1-16,0 1 15,-26-27-15,0 27 16,-53-27-16,27 1 16</inkml:trace>
  <inkml:trace contextRef="#ctx0" brushRef="#br0" timeOffset="18460.75">19233 3595 0,'0'-27'0,"0"-25"16,-26 131 15,-26 52-15,-53 53-16,-27 52 16,-25 0-16,0 0 15,-27 26-15,0-25 16,27-28-16,-1-25 0,27 0 15,26-53 1,0-26-16</inkml:trace>
  <inkml:trace contextRef="#ctx0" brushRef="#br0" timeOffset="44273.28">6953 6953 0,'-52'0'0,"25"-26"16,27 0-16,27 78 78,-1 1-78,26 26 15,1-27-15,-1 27 16,1-27-16,-27 1 16,26-1-16,-25 1 0,-1-27 15,26 0-15,-25 0 16,-27 1-16,26-27 16</inkml:trace>
  <inkml:trace contextRef="#ctx0" brushRef="#br0" timeOffset="44587.49">7898 6822 0,'0'-26'0,"-27"0"16,1 26 15,0 0-16,-26 52-15,-1-26 16,1 53-16,-1-26 16,27 25-16,0-25 15,-1 25-15,1 1 16,26-26-16,0 25 16,0-25-16,0-27 15,0 0-15,0 27 16,0-27-16,26-26 15</inkml:trace>
  <inkml:trace contextRef="#ctx0" brushRef="#br0" timeOffset="44964.74">7976 7058 0,'0'-26'15,"0"0"-15,0 0 16,-26 26 0,0 0-1,0 26-15,-1 26 16,1 1-16,0 25 16,26-25-16,0-1 15,0-25-15,0 25 16,26-26-16,27 1 15,-1-1-15,1-26 16,-1 0-16,1 0 16,-1 0-16,1-53 15,-1 27-15,-52-26 16,26-1-16,-26 1 0,0-1 16,0 1-16,0-1 15,0 27-15,-26 0 16,0 26-16,-27 0 15,-25 0 1,-27 26-16</inkml:trace>
  <inkml:trace contextRef="#ctx0" brushRef="#br0" timeOffset="45530.9">8606 7006 0,'0'26'47,"0"27"-32,0-1-15,0 0 0,26 1 16,-26-27-16,27 27 15,-1-53-15,-26 26 0,26-26 16,0 0 15,1-53-15,-1 27-16,0-26 0,0-1 16,1 27-16,-27 0 15,26 26-15,-26-26 16,0 78 15,26-26-15,0 27-1,1-1-15,-1-26 0,26 1 16,-25-1-16,25 0 16,0-26-16,1 0 15,-27 0-15,0 0 16,27-26-16,-27-27 15,0 27 1,-26-26-16,0-1 0,0 1 16,0-1-16,0 27 0,0 0 15,-26 26 1,0 0-16,0 0 0,-27 26 16</inkml:trace>
  <inkml:trace contextRef="#ctx0" brushRef="#br0" timeOffset="46446.24">9761 7426 0,'26'0'16,"0"0"-1,27-27-15,-27 1 16,0-26-16,0 25 16,-26-25-16,0-1 15,0 27 1,0 0-16,-52 0 0,26 26 16,-27-26-16,1 26 15,-1 0-15,27 52 31,0-26-31,26 27 0,0 25 0,0-25 16,0-1-16,52-25 0,1-1 16,-1 0-16,27 0 15,-27-26-15,1 0 16,26 0-16,-27-26 16,27-26-16,0-1 15,-27 1-15,0-27 16,-25-26-16,-1 26 15,0-26 1,0 0 0,-26 27-16,0-1 15,0 26-15,0 27 16,0 0-16,-26 52 47,26 27-47,-26 25 15,0 1-15,26 0 16,0 26-16,0-26 16,0 25-16,0-25 15,0-26-15,0 25 16,0-25-16,0-27 16,26 0-16,-26 1 0,26-27 15,0 0-15,1 0 16,25 0-16,1-53 15,-1 27-15,27-27 16,-27 1-16,1-1 16,-27 1-16,0 26 15,-26-1-15,0 1 16,-26 26 0,0 0-1,0 0-15,-1 26 16,27 27-1,0-1-15,0 1 16,27-1-16,-1-25 0,26 25 16,-25-26-16,-1 1 15,0-1-15,-26 0 16,-52-26 15,-1 0-31,-52 0 16,26 0-16,1 0 15</inkml:trace>
  <inkml:trace contextRef="#ctx0" brushRef="#br0" timeOffset="46804.65">11729 7373 0,'-27'0'15,"80"0"32,26 26-47,26-26 16,0 27-16,26-1 15,0-26-15,-26 0 16,-26 0-16,-53 0 16,26 0-16,-25 0 15</inkml:trace>
  <inkml:trace contextRef="#ctx0" brushRef="#br0" timeOffset="47165.81">12358 7242 0,'-26'0'0,"26"26"47,26 0-47,1 1 15,-1-1-15,26 0 16,-25 0-16,25-26 16,-26 27-16,1-27 15,-1 26-15,0-26 16,0 0 15,-26-26-15,-26 26 31,-26 52-32,-1-26-15,1 27 16,-1-1-16,1 1 16,-1-1-16,1-26 15,-1 27-15</inkml:trace>
  <inkml:trace contextRef="#ctx0" brushRef="#br0" timeOffset="50825.01">13670 7058 0,'0'-52'0,"0"26"16,-26 104 31,26-25-32,-52 52-15,25-27 16,1 1-16,0 0 16,0-53-16,0 0 0,26 1 15,0-54 16,0-25-15,52-27-16,0 0 16,27-26-16,-26 27 15,-1-1-15,1 27 16,-27-1-16,0 53 16,-26-26-16,26 26 15,1 26 1,-1 27-16,26 25 15,-25 1 1,25 0-16,-26-1 0,1 1 16,-1 0-16,-26 0 15,26-27-15,-26 1 16,26-1-16,-26-26 16,0 0-1,0-52 16</inkml:trace>
  <inkml:trace contextRef="#ctx0" brushRef="#br0" timeOffset="51014.04">13382 7426 0,'-26'0'0,"104"0"31,53 0-15,27 0-16,26 0 15,26 0-15,-53 0 16,-52 0-16</inkml:trace>
  <inkml:trace contextRef="#ctx0" brushRef="#br0" timeOffset="51297.02">14746 7085 0,'0'-27'0,"0"1"16,0 79 15,0 25-16,0 1-15,0 0 16,0-1-16,0 1 16,0 0-16,0-27 15,0-25-15,0 25 16,0-26 0</inkml:trace>
  <inkml:trace contextRef="#ctx0" brushRef="#br0" timeOffset="51470.35">14746 7242 0,'0'-26'0,"0"-1"32,27 27-32,25-26 15,27 26-15,-1 0 16,1 0-16,-26 0 15,-1 0-15,-26 0 16,1 0-16,-27 26 16,0 1-16</inkml:trace>
  <inkml:trace contextRef="#ctx0" brushRef="#br0" timeOffset="51658.96">14746 7504 0,'-26'0'0,"0"27"16,0-1-1,26 0 1,52-26-16,27 0 16,26 0-16,0 0 15,26 0-15,-26 0 16,0 0-16,-53 0 16,1 0-16</inkml:trace>
  <inkml:trace contextRef="#ctx0" brushRef="#br0" timeOffset="51831.45">14799 7845 0,'0'27'47,"78"-27"-47,27 0 16,53 0-16,-27 0 15,0 0-15,-26-27 0,-26 27 16</inkml:trace>
  <inkml:trace contextRef="#ctx0" brushRef="#br0" timeOffset="52083.74">16058 7163 0,'0'26'32,"-26"53"-17,26-26-15,0 25 16,0 1-16,0-26 16,0 25-16,0-25 15,0-27-15,26 26 16,1-25-16,-1-27 15,0 0-15</inkml:trace>
  <inkml:trace contextRef="#ctx0" brushRef="#br0" timeOffset="52445.41">16636 7373 0,'-27'-26'0,"1"0"16,0 26-16,0 0 15,-1 0 1,1 0-16,0 26 16,-27 26-16,27 1 15,0-1-15,26 1 16,0-1-16,0 1 16,0-1-16,52-26 15,1 1-15,-1-27 16,27 0-16,0 0 0,-1 0 15,1-27-15,-26 1 16,-27 0-16,0-26 16,-26-1-16,0 1 15,0-27-15,-52 26 16,-1 1-16,1 26 16,-1 26-16,1 0 15,26 0-15,-27 0 16,27 26-16,-27 26 15</inkml:trace>
  <inkml:trace contextRef="#ctx0" brushRef="#br0" timeOffset="52870.38">17134 7373 0,'-26'-26'0,"26"52"47,0 27-31,0-1-16,0 27 16,0-27-16,0 1 15,52-1-15,-52 1 16,53-27-16,-27 0 15,0-26-15,27 0 16,-1 0-16,1 0 16,-1 0-16,1-26 15,-27-27-15,26 27 16,-52-52-16,0 25 16,0-26-16,0 27 0,-26-1 15,0 27-15,0 0 16,-1 0-16,27 52 47,-26 0-47</inkml:trace>
  <inkml:trace contextRef="#ctx0" brushRef="#br0" timeOffset="53169.21">17764 7636 0,'-53'0'15,"27"0"-15,26-27 16,26 27 0,53 0-1,26 27-15,26-27 16,-26 26-16,0-26 15,26 26-15,-26-26 0,0 0 16,-26 0-16,-27 0 16,1 0-16,-53-26 47,0 0-47</inkml:trace>
  <inkml:trace contextRef="#ctx0" brushRef="#br0" timeOffset="53514.85">18551 7504 0,'-26'0'0,"0"0"16,52 53 31,0-27-47,27 0 0,-1 1 15,-26-1-15,27 0 16,-27-26-16,0 26 15,0-26-15,1 0 47,-27-26-31,0 0-16,0 0 16,-53 78 30,-26 0-46,27 1 16,-27-1 0,53 1-16,-26-1 0,25 1 15,1-27-15,26 27 16,0-27-16</inkml:trace>
  <inkml:trace contextRef="#ctx0" brushRef="#br0" timeOffset="54034">19863 7399 0,'-26'-26'0,"26"52"47,0 1-32,0-1 1,0 0-16,0 27 16,26-27-16,27 0 0,-27 0 15,26-26-15,-26 27 16,1-1-16,-1-26 15,26 26-15,-25-26 16,-1 26-16,26-26 16,-25 26-16,25 1 15,-26-1-15,1-26 16,-1 52-16,0-25 16,-26-1-1,0 0-15,-52-26 0,-27 26 16,0-26-16,-26 27 15,26-27-15,-25 0 32,51 0-32,1 0 0,25 0 0,1-27 15,26 1-15,0 0 32</inkml:trace>
  <inkml:trace contextRef="#ctx0" brushRef="#br0" timeOffset="54191.6">19889 7478 0,'-26'-26'0,"0"26"16,26-26 0,52 26-16,27 0 15,26 0-15,0 0 16,0 0-16,-26 0 15</inkml:trace>
  <inkml:trace contextRef="#ctx0" brushRef="#br0" timeOffset="54491.09">20834 7216 0,'0'-27'16,"-26"27"-16,26 27 47,0 25-32,0 1-15,0-1 16,0 1-16,0-1 15,0 1-15,0-1 16,0 1-16,0-27 16,0 26-16,-27-26 15,-25 1-15</inkml:trace>
  <inkml:trace contextRef="#ctx0" brushRef="#br0" timeOffset="55623.56">20781 8134 0,'27'0'47,"-1"0"-47,0 0 15,0-26-15,1 0 0,-27-1 16,0 1 0,-27 26 15,1 0-31,-26 0 16,25 0-16,27 26 15,-26-26-15,26 27 16,0-1-16,0 0 15,26-26 17,1 0-17,-1 0 1,0 0-16,-26-26 16,0 0-1,-26 26 673,0 0-673</inkml:trace>
  <inkml:trace contextRef="#ctx0" brushRef="#br0" timeOffset="55985.87">21752 7740 0,'53'0'31,"25"0"-15,1 0-16,-26 0 15,25 0-15,1 0 16,-53 0-16,27 0 15,-27 0-15,0 0 16</inkml:trace>
  <inkml:trace contextRef="#ctx0" brushRef="#br0" timeOffset="56127.1">21962 7924 0,'26'0'31,"53"0"-15,0 0-16,0 0 16,-1 0-16,1-26 15</inkml:trace>
  <inkml:trace contextRef="#ctx0" brushRef="#br0" timeOffset="57203.95">22854 7557 0,'0'-26'0,"0"-27"16,0 27-16,0 0 15,0 52 32,0 0-31,-26 27-16,0-1 15,0 1-15,26 25 16,0-25-16,0-1 16,0 1-16,0-27 15,26 26-15,0-25 0,-26-1 16,26-26 0,-26 26 15,53-26-16,-27-26-15,27-27 16</inkml:trace>
  <inkml:trace contextRef="#ctx0" brushRef="#br0" timeOffset="57691.67">23274 7793 0,'-26'0'15,"26"-26"-15,-26 26 16,-1-27 0,1 1-16,0 0 31,26 0-31,-26 0 0,26-1 0,0 1 16,52 26-1,-26-26-15,1 26 16,-1 0-16,26 0 15,-25 0-15,25 0 0,1 0 32,-1 26-32,-26 0 0,1-26 0,-1 27 15,-26 25-15,0-26 16,0 0-16,-53 27 16,1-27-16,-27 27 15,0-27-15,1 0 16,25 0-16,1 1 31,25-27-31,27 26 31,27-26-31,51 0 16,-25 0 0,26 0-16,26 0 0,0 0 15,-27 0-15,27 0 16,-26 0-16,-27-26 15</inkml:trace>
  <inkml:trace contextRef="#ctx0" brushRef="#br0" timeOffset="58100.32">24088 7504 0,'-53'0'15,"27"0"-15,0 0 16,26 27 15,-27 25-15,1 1-16,26-1 16,-26 0-16,26 1 15,0-27-15,0 27 16,0-27-16,26 0 15,0 0-15,1-26 0,25 0 16,1 0-16,-1 0 16,27 0-16,0-26 15,-27 0-15,27 0 16,-27-1-16,-26-25 16,-26-1-16,0 27 15,0-26-15,0 26 16,-52-1-16,-1 1 15,1 26-15,-27 0 16,1 0-16,-27 0 0,0 26 16</inkml:trace>
  <inkml:trace contextRef="#ctx0" brushRef="#br0" timeOffset="63587.23">16662 5720 0,'-53'0'15,"27"0"-15,26-26 32,26 26-32,27 0 15,52 0-15,26 0 16,0 0-16,53 0 15,-27-26-15</inkml:trace>
  <inkml:trace contextRef="#ctx0" brushRef="#br0" timeOffset="64076.24">19916 6166 0,'-53'0'0,"53"26"15,79-26 1,52 0-1,26 0-15,27 0 16</inkml:trace>
  <inkml:trace contextRef="#ctx0" brushRef="#br0" timeOffset="64674.76">23143 6245 0,'26'0'32,"27"0"-32,-27 0 15,0 0-15,27 0 32,-1 0-32,1 0 0,-1 0 0,1-26 31</inkml:trace>
  <inkml:trace contextRef="#ctx0" brushRef="#br0" timeOffset="67191.19">13828 10102 0,'-26'0'0,"-1"0"16,27-26 31,53 26-32,-1-26-15,27-1 16,-26 27-16,-1 0 15,-26 0-15,1 0 16,-1 0-16,-26 27 16,0-1-16,0 0 15,0 0-15,0 1 32,-53 25-32,27-26 0,-26 1 0,-1-1 15,27 0-15,0 0 16,26 0-16,0 1 31,26-27-31,26 26 16,27 0-16,0-26 15,-1 26 1,-25 1-16,-1-27 16,1 26-16,-27 0 15,-26 0-15,26-26 16,-26 27-1,-52-27 1,-27 26 0,-26-26-16,0 26 15,-26-26-15,26 0 16,26 0-16,27 0 16,-1 0-16,53-26 15,53 26 1,52-26-16,0 26 15</inkml:trace>
  <inkml:trace contextRef="#ctx0" brushRef="#br0" timeOffset="67521.24">14851 10496 0,'-26'0'0,"0"0"0,26-27 15,78 27 48,1 0-63,79 0 15,-1 0-15,1 0 16,-27 0-16,0 0 16,-52 0-16,-27-26 15,-26 26-15,-52 0 16,-26 0 0</inkml:trace>
  <inkml:trace contextRef="#ctx0" brushRef="#br0" timeOffset="67898.64">15297 10233 0,'0'-26'16,"-26"26"-16,26-26 16,-26 26-1,26 52 48,0 1-63,0 25 15,0-25-15,0 26 16,0-1-16,0-25 16,0 26-16,0-27 15,0 1-15,0-27 16,0 26-16,0-26 0,0 1 15,26-27 1,-26 26 0,26-26 15,-26-26-15</inkml:trace>
  <inkml:trace contextRef="#ctx0" brushRef="#br0" timeOffset="68433.1">16163 10181 0,'0'-26'0,"-26"26"16,26-27-16,0 1 16,-26 26 31,0 53-16,26-1-31,0 1 15,0-1-15,0 0 16,0 27-16,0-26 16,0-1-16,0 1 15,0-1-15,0 1 16,0-27-16,0 0 16,0 0-16,0 1 15,0-1 1,26-26 46,-26-26 1</inkml:trace>
  <inkml:trace contextRef="#ctx0" brushRef="#br0" timeOffset="81626.12">2545 11204 0,'-26'-26'16,"-1"26"-16,1 0 15,0 0-15,0 0 16,-1 0-16,-25 0 16,-27 52-16,0 1 15,27 26-15,0-1 16,25 1-16,27 0 16,0 26-16,0-27 15,27-25-15,25-1 0,0 1 16,27-27-16,0-26 15,0 0-15,26 0 16,0 0-16,-27-26 16,1-27-1,-27 1-15,27-1 0,-53-25 16,1-1-16,-1-26 16,-26 26-16,0-26 15,-26 27-15,-53 25 16,0 1-16,1 25 15,-1 1-15,0 26 16,0 0-16,1 0 0,25 0 16,-26 26-16,27 27 15,26-1-15,26-25 16,0 51-16,26-25 16,53-1-16,-1 1 15,1 25-15,0-25 16,0 26-1,-27-27-15,1 27 0,-1-27 16,0-25-16,1 25 16,-1-26-16,1 27 15,26-27-15,-27 0 0,1 1 16,-27-1-16,0-26 16,0 26-1,-26-52 63</inkml:trace>
  <inkml:trace contextRef="#ctx0" brushRef="#br0" timeOffset="82065.73">3831 11309 0,'-27'-26'15,"1"26"-15,26 26 16,0 27 0,0-1-16,0 27 15,0-27-15,0 27 16,0 0-16,-26-27 15,0 1-15,-1-27 16,1-26-16,26-53 31,0-25-31,0-1 16,0-26-16,0 0 16,53 26-16,-27 1 15,0 25-15,0 27 16,1 0-1,-1 26-15,0 52 16,27 27-16,-1 0 0,0-1 16,1 1-16,-1 0 15,-25-1-15,-1 1 16,0-26-16,-26-1 16,0-26-1,0 1 1,0-1-16,-26-26 15,0 0-15</inkml:trace>
  <inkml:trace contextRef="#ctx0" brushRef="#br0" timeOffset="82207.25">3726 11703 0,'-27'0'0,"106"0"31,26-27-31,0 1 15,0 26-15,0-26 16,-26 0-16</inkml:trace>
  <inkml:trace contextRef="#ctx0" brushRef="#br0" timeOffset="82411.64">4565 11257 0,'0'-27'0,"27"27"31,-27 27-15,26 25-16,0 1 16,0 25-16,0-25 15,-26 25-15,27-25 16,-27 26-16,0-27 16,-27-26-16,-25 1 15</inkml:trace>
  <inkml:trace contextRef="#ctx0" brushRef="#br0" timeOffset="82584.89">4618 11440 0,'-26'-52'15,"26"26"-15,0-1 0,0 1 16,0 0-16,0 0 16,78-1-16,1 1 15,0 0-15,-27 26 16,27 0-16,-53 0 15,0 0-15,-26 26 16,0 0-16</inkml:trace>
  <inkml:trace contextRef="#ctx0" brushRef="#br0" timeOffset="82742">4749 11545 0,'26'0'46,"53"0"-46,-27 0 16,27 0-16,0-26 16,0 0-16,-1 26 15,-51 0-15</inkml:trace>
  <inkml:trace contextRef="#ctx0" brushRef="#br0" timeOffset="82898.92">4828 11808 0,'78'0'31,"27"0"-31,0 0 16,27 0-16,-28-27 16,1 1-16</inkml:trace>
  <inkml:trace contextRef="#ctx0" brushRef="#br0" timeOffset="83129.28">5772 11178 0,'-26'0'16,"26"26"-1,0 0 1,0 53-16,0-26 15,26-1-15,1 1 16,-1-1-16,0 0 0,-26 27 16,0-26-16,0-1 15</inkml:trace>
  <inkml:trace contextRef="#ctx0" brushRef="#br0" timeOffset="83498.77">6140 11257 0,'-27'-27'0,"1"27"16,26 27 31,0 25-47,0 27 15,0-27-15,0 1 16,0-1-16,53-26 16,-1 27-16,1-53 15,-1 26-15,27-26 16,-27 0-16,1 0 16,-1-26-16,-25 0 15,-1-27-15,0 1 0,-26-1 16,0-25-1,-26 51-15,0-25 0,-27 26 16,1 26-16,25-27 16,-25 27-1,-1 0-15</inkml:trace>
  <inkml:trace contextRef="#ctx0" brushRef="#br0" timeOffset="84112.44">7111 11178 0,'-27'-26'16,"1"26"-1,26 26 32,0 26-31,26 1-16,-26-1 15,27 1-15,-27 26 16,26-27-16,-26-26 16,26 27-16,26-27 0,-25 0 15,-1 0 1,26-26-16,-25 27 0,25-27 16,-26 0-16,27 0 15,-27-27-15,0 1 16,1 0-1,-1-27-15,0 1 0,0-27 16,-26 1-16,0-1 16,0 26-16,0-25 15,0 51-15,0 1 16,-26 0 0,0 0-16,0 26 31,26-27-31,-27 27 15,1 27 32,0-1-47</inkml:trace>
  <inkml:trace contextRef="#ctx0" brushRef="#br0" timeOffset="85946.38">8449 10758 0,'0'26'46,"26"27"-30,0-1-16,0 27 16,-26 0-16,27-1 15,-27-25 1,26 26-16,-26-27 0,0 1 16,0-1-16,0-26 15,0 1-15,0-1 31,-26-26-31,-1 0 16,-25-26-16</inkml:trace>
  <inkml:trace contextRef="#ctx0" brushRef="#br0" timeOffset="86135.71">8029 11047 0,'-26'0'16,"26"-27"-16,0 1 0,0 0 15,52 0-15,27-1 16,0 1-16,26 0 16,0 0-16,26 0 15,-26 26-15,0 0 16,-53 0-16</inkml:trace>
  <inkml:trace contextRef="#ctx0" brushRef="#br0" timeOffset="86343.12">9131 10784 0,'26'0'31,"-26"53"-15,0-1 0,26 1-16,-26 25 15,27-25-15,-1-1 0,-26 1 16,0-1-16,0-25 15,-53 25-15,1-52 16</inkml:trace>
  <inkml:trace contextRef="#ctx0" brushRef="#br0" timeOffset="86715.57">9131 10942 0,'0'-27'0,"0"1"16,26 26-16,0 0 15,1 0-15,25 0 0,27 26 16,0 27-16,-1-27 16,27 27-16,-52-27 15,26 0-15,-27 0 16,-26-26-16,0 27 16,1-27-16,-1-27 31,-26-25-31,26-1 0,-26 1 15,26-27-15,-26 1 16,0-1-16,0 26 16,0 1-16,0 26 15,0-1-15,0 54 32,0 25-17,27 1-15,-1 25 16,0-25-16,27 25 15,-27-25-15,-26 26 16,0-27-16,0 1 16</inkml:trace>
  <inkml:trace contextRef="#ctx0" brushRef="#br0" timeOffset="86998.59">4040 12437 0,'-26'0'15</inkml:trace>
  <inkml:trace contextRef="#ctx0" brushRef="#br0" timeOffset="87392.43">2020 12752 0,'-289'53'0,"79"-53"0,106 26 0,77-26 16,80 0-16,235-52 15,185-27 1,183-26-16,131 0 0,53-26 0,78 26 16,0 0-16,-26 26 15,-52 0-15,-105 27 16,-105-1-16,-132 1 15,-130-1-15,-132 27 16,-79 0 0,-52 0-16,-79 26 0,-26-27 15,-105 1 1,0 26-16</inkml:trace>
  <inkml:trace contextRef="#ctx0" brushRef="#br0" timeOffset="98139.97">16137 11020 0,'-26'0'15,"0"0"-15,26-26 47,26 26-31,0 0 0,26 0-16,27 0 15,0 0-15,0 0 16,-1 0-16,-25-26 15,-1 26-15,-25 0 16,-106 26 15,0 0-15,0 1-16</inkml:trace>
  <inkml:trace contextRef="#ctx0" brushRef="#br0" timeOffset="99209.34">16032 11099 0,'-26'0'15,"52"0"32,0 0-47,27 0 16,25 0-16,27 0 0,-26 0 16,0-26-1,0 26-15,-27 0 0,1 0 16,-53-26 15,26 26 32,-26-27-48,0 1 95,26 26-95,0 0 79,0 0-32,1 0 267,-1 0-283,0 0 64,0 0-95,1 0-15,25-52 16,27-1-16</inkml:trace>
  <inkml:trace contextRef="#ctx0" brushRef="#br0" timeOffset="104855.61">16609 10417 0,'-52'0'0,"26"0"0,-1 0 16,80 0 31,-1 0-32,53 0-15,26 26 16,1-26-16,25 0 15,-26 0-15,-26 0 16,0 0-16,0 0 16,-26 26-16,-27-26 15,-25 0-15</inkml:trace>
  <inkml:trace contextRef="#ctx0" brushRef="#br0" timeOffset="105248.94">17475 10286 0,'-26'-26'0,"0"26"0,26 26 62,26 0-46,0 0-16,27 0 0,25 1 16,-25-1-16,26-26 15,-27 26-15,1-26 16,-1 26-16,-26-26 15,1 0-15,-80 27 79,1-1-64,-27 0-15,26 27 16,1-27-16,-1 0 15,27 0 1,0 1-16,0-1 0,26 0 16,0 0-16,0 1 0</inkml:trace>
  <inkml:trace contextRef="#ctx0" brushRef="#br0" timeOffset="105877.57">18761 10312 0,'0'-26'0,"0"0"31,-26 26 63,-1 26-79,1 0-15,-26 26 16,-1 1-16,27-27 0,-26 27 0,25-1 16,27 1-16,-26-27 15,26 26-15,0-25 16,0-1-16,53 0 16,25 0-16,1 1 15,26-27 1,0 0-16,0 0 0,0 0 15,-53 0-15,1 0 16,-27 0-16,0 0 16</inkml:trace>
  <inkml:trace contextRef="#ctx0" brushRef="#br0" timeOffset="106191.34">19050 10496 0,'0'-27'0,"0"1"16,0 0-16,-27 0 15,1 78 48,26 1-48,-26-1-15,0 1 0,-1 25 16,27 1-16,0 0 16,-26-27-16,26 1 15,0-1-15,0-26 16,0 1-16,0-1 16,0 0-1,0 0 16</inkml:trace>
  <inkml:trace contextRef="#ctx0" brushRef="#br0" timeOffset="107090.45">19837 10364 0,'0'-26'0,"-26"0"16,26 0-16,-27 26 15,27-26-15,0-1 16,-26 54 31,26 25-32,-26 0-15,26 1 16,0-27-16,0 27 0,0-1 16,0-26-16,0 1 15,0 25-15,0-26 16,0 1-16,0 25 15,0-26-15,-26 1 16</inkml:trace>
  <inkml:trace contextRef="#ctx0" brushRef="#br0" timeOffset="107576.35">19338 11257 0,'26'0'47,"1"0"-32,-1 0-15,-26-27 32,0 1-32,0 0 15,-26 0 1,-1 26-1,-25 0-15,26 0 0,0 0 16,-1 26 0,27 0-16,0 0 15,0 1-15,27-1 16,-1-26 0,0 0-1,0 0 32,0-26-47,-26-1 16,0 54 62,27-27-63</inkml:trace>
  <inkml:trace contextRef="#ctx0" brushRef="#br0" timeOffset="108857.84">20808 10732 0,'-27'0'0,"80"-26"31,26 26-15,-1 0-16,54 0 15,-28-27-15,1 27 16,-26 0-16,-53-26 16,1 26-16,-27 26 62</inkml:trace>
  <inkml:trace contextRef="#ctx0" brushRef="#br0" timeOffset="109343.78">20913 10915 0,'52'0'31,"27"0"-15,26 0-16,0 0 0,26 0 15,-52 0 1,-1 0-16,-25 0 0,-27-26 16,-26 0 296</inkml:trace>
  <inkml:trace contextRef="#ctx0" brushRef="#br0" timeOffset="109895.94">22461 10548 0,'-53'0'15,"27"0"-15,0 0 16,0-26-16,-1 0 15,27-1 1,0-25-16,0 26 16,0-1-16,0 1 15,27 0-15,25 0 16,-26 26-16,27-26 16,-1 26-16,-26 0 15,27 0-15,-53 26 0,26 0 16,0 26-16,-26-25 15,0 25 1,0 1-16,-26-27 0,-26 26 16,-1-25-16,1 25 15,-27-26-15,27 27 16,-1-27-16,27 0 16,0 1-16,-1-27 15,27 26-15,0 0 31,0 0-31,27-26 0,25 26 16,1-26-16,25 0 16,1 0-16,0 0 15,-27 0-15,27-26 16,-27 0-16,1 0 16,-27-27-16</inkml:trace>
  <inkml:trace contextRef="#ctx0" brushRef="#br0" timeOffset="110208.61">23117 10364 0,'0'-26'0,"0"0"16,0 0-16,0 52 62,-27 0-62,1 27 16,-26-1-16,52 1 16,0-1-16,0 1 15,0-27-15,0 0 16,52 0-16,1 1 16,25-1-16,1-26 0,-26 0 15,-1 0-15,1 0 16,-1 0-16,-26 0 15,1 0-15,-27-26 16</inkml:trace>
  <inkml:trace contextRef="#ctx0" brushRef="#br0" timeOffset="110506.17">23432 10469 0,'-27'-26'15,"1"26"1,26-26-1,0 78 32,-26 1-47,26-1 16,-26 27-16,26 0 16,-27 26-16,27 0 15,0-27-15,0 1 16,0 0-16,0 0 15,0-27-15,0 1 16,0-27-16,0 0 16,0 0-16,0 1 0,-52-27 31,-1 0-31</inkml:trace>
  <inkml:trace contextRef="#ctx0" brushRef="#br0" timeOffset="110836.6">21070 11650 0,'-131'0'15,"52"0"-15,53 0 0,52 0 16,105 0-1,79 26-15,79 1 16,52-27-16,53 0 16,-1 0-16,-25 0 15,-54 0-15,-25 0 16,-53 0-16,-26-27 16,-52 27-16,-53 0 15,-53 0-15,-78 0 31,-53 0-31,-52 0 16</inkml:trace>
  <inkml:trace contextRef="#ctx0" brushRef="#br0" timeOffset="125120.47">13749 13120 0,'-52'-27'16,"52"1"-16,0 105 31,0 0-15,0-1-16,26 1 15,-26 26-15,0-26 16,0-1-16,0 1 15,-26 0-15,26-27 0,0 27 16,52-26 0,-26-1-16,27-26 0,-27-26 15</inkml:trace>
  <inkml:trace contextRef="#ctx0" brushRef="#br0" timeOffset="125450.39">14405 13566 0,'26'-53'0,"1"-25"16,25 25-16,27 27 16,-27 0-16,27-1 15,-26 27-15,-1 27 16,-52 25-16,0 1 0,0 25 16,0 1-16,-52 0 15,-1-27-15,1 1 16,-1-1-16,1-26 15,25 1-15,1-27 16,26 26 0,53-26-1,25 26 1,27-26-16,0 0 16,0 0-16,0 0 15,-26-26-15,0 0 0</inkml:trace>
  <inkml:trace contextRef="#ctx0" brushRef="#br0" timeOffset="125748.84">15481 13408 0,'-52'0'16,"52"-26"-16,-27 26 31,1 53-31,0-1 16,0 27-16,26-1 0,0 1 15,0-26 1,26 25 0,26-51-16,1 25 0,-1-26 0,1-26 15,25 0-15,1 0 16,0-26-16,0 0 16,-27-53-16,-52 27 15,0-27-15,0 0 16,-52-26-16,-27 53 15,0-1-15,-26 27 16,26 26-16,1 0 16,-1 53-16,27 25 0,-1 1 15</inkml:trace>
  <inkml:trace contextRef="#ctx0" brushRef="#br0" timeOffset="126032.47">16085 13566 0,'-27'-27'0,"54"27"31,51 53-16,1-27-15,26 27 16,-26-1-16,-27 1 16,27-1-16,-53 1 15,27-1-15,-27-26 16,0 27 0,0-27-16</inkml:trace>
  <inkml:trace contextRef="#ctx0" brushRef="#br0" timeOffset="126237.37">16793 13461 0,'-53'0'0,"1"0"16,0 0-16,-1 52 16,-26 1-16,27-1 15,-1 27-15,1 0 16,-1-27-16,1 27 15,26-27 1,-1 27 0,27-27-16,0 27 0,0-53 15,0 1-15</inkml:trace>
  <inkml:trace contextRef="#ctx0" brushRef="#br0" timeOffset="127008.43">17239 13644 0,'0'-52'0,"26"-1"0,1 1 16,25 0-16,27 25 16,-27 1-16,1 26 15,-1 0-15,-26 0 16,1 0-16,-27 53 15,0-1-15,0 27 16,-27-27-16,-51 1 16,25-1-16,-26 1 15,-25-1-15,25-26 16,26 27-16,27-53 16,26 26-1,53 0 1,25-26-16,-25 0 15,52 0-15,-27 0 16,1-26-16,0-26 16,26 25-16,-53-51 15,27 25-15,-26 1 16,-27-1-16,26 1 16,-52 25-16,0 1 15,0 0-15,0 0 16,0 52 15,0 0-31,-26 27 16,0 25-16,26-25 15,0-1-15,0 1 16,0-1-16,26-25 16,0-1-16,27 0 15,-1-26-15,-26 0 16,53 0-16,-26 0 15,-1-26-15,1-27 16,-27 1-16,0-1 16,-26 1-16,0-1 15,0 1-15,0 26 16,0-1-16,0 1 0,0 52 31,0 1-15,-26 51-16,26 1 15,-26-26-15,26 25 16,0-25-16,0 26 16,0-27-16,0 0 15,0 27-15,0-53 16,0 27-16,0-27 0</inkml:trace>
  <inkml:trace contextRef="#ctx0" brushRef="#br0" timeOffset="127244.29">19050 13881 0,'-53'0'16,"27"0"-16,52 0 31,53 0-31,52 0 0,0 0 15,0 0-15,-26 0 16,0 0-16,-52 0 16,-27 0-16,-78 26 15</inkml:trace>
  <inkml:trace contextRef="#ctx0" brushRef="#br0" timeOffset="127401.61">18971 14143 0,'26'0'16,"79"0"-16,0 0 15,0 0-15,26 0 16,0-26-16,-52-1 16,-53 27-16</inkml:trace>
  <inkml:trace contextRef="#ctx0" brushRef="#br0" timeOffset="131982.84">22986 13749 0,'0'-26'16,"0"0"-16,26 0 15,-26-1-15,0 1 16,0 0-16,-26 52 62,-27 0-46,-26 27-16,53-1 16,0 1-16,0-27 15,26 27-15,0-1 16,0-26-16,0 27 15,78-1 1,1-26-16,26 1 0,0-27 16,26 26-16,-52-26 15,0 0-15,-1 0 16,-25-26-16,-1-27 16,1 1-16,-1-1 0,-26 1 15,1-27-15,-1 27 16,-26-1-16,0 1 15,-26-1-15,-27 27 16,1 0-16,-27-1 16,0 27-16,-26 0 15,27 0-15,-1 0 16,0 0-16,27 0 16,25 27-1,-25-27-15,26 26 0,0 0 16,-1 0-16,27 1 15,-26-1-15,26 0 0,0 27 16,-26-27-16,26 0 16</inkml:trace>
  <inkml:trace contextRef="#ctx0" brushRef="#br0" timeOffset="134504.22">8318 14169 0,'-27'-52'0,"27"25"0,0 1 16,27 0-16,25 0 15,53 0-15,0 26 16,-26 0-16,-1 0 16,-25 26-1,-1 26-15,-25 1 0,-27 25 16,0 1-16,-27 0 15,-51-27 1,-1 27-16,0-53 0,-26 27 16,53-27-16,-1-26 0,27 26 15,105-26 17,52 0-32,0 0 15,27-26-15,-27 26 16,-26-52-16,0 25 15,-27 1-15,1-26 16,-53-1-16,27 1 16,-53-1-1,0 1-15,0-1 0,0 27 16,0 0-16,0-1 0,0 54 47,0 25-32,0 27 1,0 0-16,52-53 0,1 26 16,-1-25-16,1-1 15,-27-26-15,27 0 16,-1 0-16,0 0 16,1 0-16,-1-26 0,-25-1 15,-1-25 1,-26-1-1,0 27-15,0-26 16,0 25-16,0 1 16,0 0-1,0 52 17,0 0-17,0 27-15,0 26 16,0-27-16,0-26 15,0 27-15,26-27 0,0 27 16,1-27-16,-1 0 16,-26 0-16,26 1 15,-26 25-15,0-26 16</inkml:trace>
  <inkml:trace contextRef="#ctx0" brushRef="#br0" timeOffset="134755.37">8764 14956 0,'0'-26'0,"0"0"16,0 78 30,0 1-46,26 26 16,-26-1-16,0-25 16,26 26-16,0-27 15,1 0-15,-1 1 16,0-27-16,0 0 16</inkml:trace>
  <inkml:trace contextRef="#ctx0" brushRef="#br0" timeOffset="135100.6">9603 14983 0,'-26'-53'0,"79"27"16,25 0 0,1 26-16,-27 0 15,1 0-15,-27 52 0,-26 1 16,0-1-1,0 1-15,-52-1 0,-1-26 16,1 27-16,26-27 16,-27-26-16,53 26 15,-26-26-15,78 0 47,27 0-47,26 0 16,0 0-16,0 0 15,0-26-15,0 0 16,-27 26-16,-25-26 16,-27 26-16</inkml:trace>
  <inkml:trace contextRef="#ctx0" brushRef="#br0" timeOffset="135446.66">7347 16085 0,'-263'52'15,"80"1"-15,51-27 16,54 0-16,104-26 16,131 0-1,80 0-15,130-26 0,79-27 16,26-25-1,27-1-15,-1 0 0,-52-26 16,1 27-16,-54-1 16,-52 26-16,-78 27 15,-80 0-15,-78 0 16,-78 26-16,-80 0 31,-26 0-15,-26 0-16,-26 26 0,26 0 15</inkml:trace>
  <inkml:trace contextRef="#ctx0" brushRef="#br0" timeOffset="137203.06">10837 15901 0,'-27'-26'0,"1"0"0,-26-1 15,25 1-15,1 26 31,0 0-31,-27 0 0,-25 0 0,-1 53 16,26-27-16,1 26 16,26 1-16,26-27 15,0 26-15,0 1 16,78-27-16,27 27 16,0-27-16,-26 0 15,26 27-15,-26-27 0,-27 0 16,-25 27-16,-1-27 15,-26 0-15,0 0 16,-79 27-16,-26-27 16,0 0-16,26-26 15,27 0-15,-1 0 16,27 0-16,26-52 16,0-1-1,0-25-15,26 25 16,53-26-16,0 27 15,0-27-15,-27 27 0,27-27 16,-53 27 0,0-1-1,1 1-15,-27-1 16,0 27-16,-27 0 16,-25 26-16,-1 0 15,1 0-15,26 0 16,-1 52-16,27 1 15,0-1-15</inkml:trace>
  <inkml:trace contextRef="#ctx0" brushRef="#br0" timeOffset="137567.46">8003 17449 0,'-132'26'0,"28"1"16,51-1-16,79-26 16,132 0-1,104-26-15,79-1 16,53-25-16,78-27 0,0 27 15,1-1-15,25 27 16,-25-26-16,-54 25 16,-104-25-16,-78 26 15,-80-1-15,-78 27 16,-79-26 0,-53 26-1,1-26-15,25 26 16,27-26-16,27-1 15</inkml:trace>
  <inkml:trace contextRef="#ctx0" brushRef="#br0" timeOffset="138685.63">21962 13697 0,'53'-26'0,"-1"-1"16,-26 27-16,1-26 16,-1 0-1,-52 26 32,-27 26-47,-26 0 16,27 1-16,-1-1 15,27 0-15,0 27 16,26-1-16,0-26 16,0 53-16,79-26 0,-1-1 15,-25 0-15,26-25 16,-27 25-16,1-26 15,-53 1-15,26-27 16,-79 0 0,1 0-1,-53 0-15,26 0 16,27 0 0,-1-27-16,27 27 0,0-26 0,26 0 15,0 0-15,52-1 16,27-25-16,0 0 15,-1-1-15,-25 1 16,-1-1-16,1 27 16,-53-27-16,26 27 15,-26 0 1,-26 26 0,-27 0-1,-25 26-15,25 27 16,1-27-16</inkml:trace>
  <inkml:trace contextRef="#ctx0" brushRef="#br0" timeOffset="139126.51">20676 15009 0,'-52'0'0,"26"0"15,78 0 1,106 0-16,104 0 16,79 0-16,79 0 15,26 0-15,-26 0 16,0-26 0,-53 26-16,-52 0 0,-79 0 0,-52 0 15,-79 0-15,-53-27 16,-104 27 15,-53 0-31,-26-26 16,-1 26-16,-25 0 15,-27 0-15</inkml:trace>
  <inkml:trace contextRef="#ctx0" brushRef="#br0" timeOffset="139409.48">20755 15035 0,'-26'0'32,"78"0"-32,80 26 0,78-26 15,78 0-15,27 0 16,0 0-16,26 0 16,-26-26-16,-26 26 15,-53 0-15,-53-26 16,-51 26-1,-80 0-15,-26 0 0,-78 0 47,-27 0-47,0 0 16,-26 0-16</inkml:trace>
  <inkml:trace contextRef="#ctx0" brushRef="#br0" timeOffset="141725.69">446 7294 0,'-79'27'15,"26"-27"-15,27 26 16,0-26-16,131-26 31,26-27-31,79-26 16,79-25-16,26-1 15,52-27-15,27 1 0,-53 26 16,-26 0-16,-79 27 16,-53-1-16,-78 53 15,-26-1-15,-26 1 16,-80 52 15,-78 53-31,-52 0 16,-53 52-16,-52 0 15</inkml:trace>
  <inkml:trace contextRef="#ctx0" brushRef="#br0" timeOffset="141929.2">1075 7399 0,'-105'27'0,"53"-1"16,131-79-1,104-25 1,106-27-16,78-53 16,53 1-16,26-1 15,-26 1-15,-79 26 16,-78 26-16,-53 26 16,-132 27-16,-52 25 15,-78 27 1</inkml:trace>
</inkml:ink>
</file>

<file path=ppt/ink/ink3.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05:13.803"/>
    </inkml:context>
    <inkml:brush xml:id="br0">
      <inkml:brushProperty name="width" value="0.05292" units="cm"/>
      <inkml:brushProperty name="height" value="0.05292" units="cm"/>
      <inkml:brushProperty name="color" value="#FF0000"/>
    </inkml:brush>
  </inkml:definitions>
  <inkml:trace contextRef="#ctx0" brushRef="#br0">15271 2860 0,'-157'-26'0,"25"26"16,27 0-16,53-27 16,26 27-16,0 0 0,104 27 31,80 25-31,78 1 16,79-1-16,78 1 15,27-1-15,79-26 16,-1 1-16,27-1 15,-53 0-15,-78-26 16,-53 26-16,-52-26 16,-79 27-16,-79-27 15,-26 0-15,-79 0 0,-52 0 32,-79 0-32,-53-27 0,-52 27 15,-52-26-15,-53 0 16</inkml:trace>
  <inkml:trace contextRef="#ctx0" brushRef="#br0" timeOffset="347.67">15481 2912 0,'-236'-26'0,"26"26"16,52-26-16,27 0 15,26 26-15,53 0 16,26 0-16,104 0 15,54 26 1,104 0-16,79 0 16,78 27-16,53-27 15,0 27-15,53-27 16,-27 0-16,0 27 16,-52-27-16,-26-26 15,-53 26-15,-26-26 16,-79 0-16,-52 0 15,-53 0-15,-79 0 0,-25 0 16,-106 0 31,-26 0-47,-26 0 16</inkml:trace>
  <inkml:trace contextRef="#ctx0" brushRef="#br0" timeOffset="2722.82">11598 4880 0,'0'53'62,"0"26"-46,0 26-1,0-27-15,0 1 0,0 0 16,26-1-16,-26-25 16,26-27-16,-26 27 15,0-27-15,26 0 16,0 0-16,-26 1 0</inkml:trace>
  <inkml:trace contextRef="#ctx0" brushRef="#br0" timeOffset="3023.41">11676 4907 0,'-26'0'16,"26"-27"-16,26 27 31,53 0-31,52 0 16,27 27-16,-1-1 15,-26 26-15,0-25 16,-26 25-16,-26-26 16,-26 1-16,-27 25 15,-26-26-15,0 27 16,-53-27-16,-78 26 16,-26 1-16,-27-1 15,0-25-15,53 25 16,26-26-16,26 1 15,53-27-15</inkml:trace>
  <inkml:trace contextRef="#ctx0" brushRef="#br0" timeOffset="3586.63">13487 5117 0,'-26'-27'0,"-1"27"0,27-26 15,0 52 32,-26 27-31,0 25-16,0 1 15,-1 0-15,1 0 16,26-27-16,-26 1 16,26-27-16,0 0 15,0-52 32,26-53-47,0-26 0,27 0 16,-1 0-16,-25 0 15,25 27-15,-52 25 16,26 1-16,0 25 16,-26 54 15,27 51-15,25 27-16,-26 0 0,27 0 15,-1-26 1,1 26-16,26-53 0,-27 27 15,1-26-15,-27-27 16,-26 0-16,26 0 16,-26 1-16,-26-27 31,-27-27-31</inkml:trace>
  <inkml:trace contextRef="#ctx0" brushRef="#br0" timeOffset="3761.23">12988 5458 0,'79'0'15,"26"0"1,52 0-16,27 0 16,-27 0-1,27 0-15,-26 0 0,-53 0 16</inkml:trace>
  <inkml:trace contextRef="#ctx0" brushRef="#br0" timeOffset="4232.74">14773 5143 0,'-27'0'16,"27"26"31,0 26-32,0 1-15,0-1 16,0 1-16,0-1 15,27-25-15,25 25 16,-26-26-16,27 1 16,-27-1-16,0-26 15,0 0-15,1 0 16,-1 0-16,26 0 16,1-26-1,-27-27-15,27-26 16,-53 27-16,26-1 15,-26-25-15,0 51 0,0-25 16,0 26-16</inkml:trace>
  <inkml:trace contextRef="#ctx0" brushRef="#br0" timeOffset="4830.3">16216 5248 0,'0'-53'0,"0"27"0,-27 0 15,1 0 1,0 26-16,0 0 15,-27 0-15,-25 0 16,25 0-16,1 26 16,-27 0-16,26 26 15,27 1-15,-26-1 0,52 1 16,0-1 0,0 1-16,26-27 0,26 27 15,27-53-15,0 26 16,0-26-16,-1 0 15,-25 0-15,-1 0 16,1-26-16,-27-1 16,0 1-16,-26 0 15,0 0-15,-26-1 16,-27 27-16,1-26 16,0 26-16,-1 0 15,27 0-15,0 0 16,52 0-1,0 0 1,27 0-16,-1 0 16,0 0-16,1 0 15,-1 0-15,-25 0 16,-1 0-16,-26 26 31,0 1-15,0 25-16,0 27 15,0-27-15,0 1 0,0-1 16,0-25 0,0 25-16,0-26 0,0 0 15,0 1-15,52-27 32</inkml:trace>
  <inkml:trace contextRef="#ctx0" brushRef="#br0" timeOffset="5112.68">17187 5274 0,'0'-26'0,"0"-27"16,0 27-16,0 0 16,-27 78 30,27 27-46,-26 0 16,26-1 0,-26 1-16,26-26 0,0-1 15,0 1-15,0-27 16,0 0-16,0 0 16,52-26-1,-25 0-15</inkml:trace>
  <inkml:trace contextRef="#ctx0" brushRef="#br0" timeOffset="5333.86">17633 5169 0,'0'-26'15,"0"0"1,0 52 15,0 26-31,0 1 16,0 25-16,-27 27 0,27-26 15,0 0 1,0-27-16,0 1 0,-26-1 16,26-25-16,-26-1 15,0 0-15,-1-26 16,-25 0 0</inkml:trace>
  <inkml:trace contextRef="#ctx0" brushRef="#br0" timeOffset="5475.74">16845 5510 0,'105'0'15,"0"0"-15,53-26 16,-1 26-16,1 0 16,-1-26-16</inkml:trace>
  <inkml:trace contextRef="#ctx0" brushRef="#br0" timeOffset="5773.84">18682 5143 0,'-26'0'0,"0"-26"16,26 78 15,-26 0-15,26 53-16,-27-26 15,27 26-15,0-26 16,0 0-16,0-27 16,0 27-16,0-53 15,0 0-15,0 0 16,0 1-16,-26-54 31</inkml:trace>
  <inkml:trace contextRef="#ctx0" brushRef="#br0" timeOffset="5931.26">18131 5300 0,'26'0'15,"53"0"-15,79 0 16,-1 0-16,0 0 0,27-26 16,-79 26-1</inkml:trace>
  <inkml:trace contextRef="#ctx0" brushRef="#br0" timeOffset="6197.99">19522 5221 0,'0'-26'0,"-26"79"31,26-1-15,-27 1-16,27 25 15,0 1-15,0-26 16,0 25-1,-26-25-15,26-1 0,0-25 16,0-1-16,0 0 16,-26-26-1</inkml:trace>
  <inkml:trace contextRef="#ctx0" brushRef="#br0" timeOffset="6402.26">19312 5274 0,'52'-26'31,"1"26"-31,52 0 16,0 0-16,-26 0 15,26 0-15,-53 0 16,27 0-16,-27 0 15</inkml:trace>
  <inkml:trace contextRef="#ctx0" brushRef="#br0" timeOffset="6591.47">19364 5563 0,'0'26'0,"0"0"16,53-26-1,26 0-15,-1 26 16,27-26-16,0 0 16,-26 0-16,26 0 15,-26 0-15,-53-26 16,0 26-16,0 0 0</inkml:trace>
  <inkml:trace contextRef="#ctx0" brushRef="#br0" timeOffset="6748.47">19574 5799 0,'-52'26'16,"26"0"-16,-1-26 15,27 26-15,53 1 16,26-27 0,26 0-16,26 0 15,0 0-15,0 0 16,0-27-16,-26 27 0</inkml:trace>
  <inkml:trace contextRef="#ctx0" brushRef="#br0" timeOffset="7064.25">20913 5195 0,'-27'0'0,"27"26"63,0 27-63,0-1 0,0 27 16,0 0-16,0 0 15,27-27-15,-27 27 16,0-53-16,0 27 15,0-27-15,0 0 16,26 0-16,-26 0 16</inkml:trace>
  <inkml:trace contextRef="#ctx0" brushRef="#br0" timeOffset="7519.86">20965 5248 0,'26'-27'16,"53"1"-16,-26 0 16,25 26-16,1 0 15,-27 0-15,27 0 16,-26 0-16,-27 52 0,0-25 16,-26 25-16,0 1 15,0-1 1,0 1-16,-52-27 0,-27 26 15,0-25-15,-26-1 16,0 0-16,27-26 16,25 0-16,1 0 15,25 26-15,1-26 16,79 0 15,-1 27-31,27-1 16,0 0-16,25 27 15,-25-27-15,26 26 16,-26 1-16,26-1 16,-53-26-16,27 1 15,0 25 1,-53-52-16,26 26 0,-25-26 16</inkml:trace>
  <inkml:trace contextRef="#ctx0" brushRef="#br0" timeOffset="13510.62">14877 4014 0,'0'-26'0,"0"0"0,27 0 0,-27 0 16,0 52 31,-53 52-31,-52 27-1,-52 79-15,-53 26 0,0 0 16,-26 26-16,26-26 0,0 0 15,26 0 1,1-53-16,25 27 0,1-53 16,26 0-16,26 1 15,26-54-15,0 1 16,27-27-16,25-25 16,27-1-16,0 0 15,79 0-15,26-26 16</inkml:trace>
  <inkml:trace contextRef="#ctx0" brushRef="#br0" timeOffset="14675.86">20650 4461 0,'0'-27'15,"0"1"1,-26 52 125,0-26-141,-1 27 15,27-1-15,-26-26 16,26 26-16,-26 0 16,0-26-16,26 26 0,0 1 15,-26-1-15,26 0 16,-27 0-16,1 27 15,0-1-15,-27 27 16,-25 26-16,-1-26 16,0 26-16,0 0 15,-25 0-15,-1 0 16,0 0-16,0 0 16,0-27-16,26 27 15,0-26-15,1 26 16,-1-26-16,26-1 0,1 27 15,-1-52-15,27 26 16,0-27-16,0 0 16,-1-25-1,1-1-15,26 0 0,-26 0 16,26 1 46,-26-1-46,-27-26-16,27 0 16</inkml:trace>
  <inkml:trace contextRef="#ctx0" brushRef="#br0" timeOffset="16009.84">15875 4539 0,'26'-52'0,"0"26"0,-78 52 47,-53 79-31,-79 52-16,-52 27 15,26 26-15,26-27 16,27 1-16,-1 0 16,53-27-16,0 1 15,0-1-15,0-26 16,27-52-16,25 0 15</inkml:trace>
  <inkml:trace contextRef="#ctx0" brushRef="#br0" timeOffset="21595.59">8370 7767 0,'-52'0'0,"25"0"16,27-27-16,0 1 16,0 0-16,53 0 15,-1 26-15,1-26 16,25 26-16,-25 0 16,26 0-16,-27 0 15,27 0-15,-53 26 16,27 0-16,-53 26 15,0-25-15,0 25 16,0-26-16,-27 27 16,-51-27-16,-1 0 0,0 1 15,0-27 1,27 26-16,26-26 0,0 0 16,52 0 46,26 0-62,1 0 16,25 0-16,27 26 15,-52 0-15,26 1 16,-27-1-16,-26 0 16,1 0-16,-27 1 15,0-1-15,-53 0 16,1 0-16,-53 1 15,0-1-15,0-26 16,0 0-16,26 0 16,0 0-16,53 0 15,0 0 1,0 0-16,-1 0 0,27-26 16,0-1-16,0 1 15</inkml:trace>
  <inkml:trace contextRef="#ctx0" brushRef="#br0" timeOffset="21910.45">9341 7714 0,'0'-52'0,"0"26"15,0-1-15,0 1 32,0 52-1,0 27-15,0-1-16,0 1 0,0-1 15,0 1 1,26-1-16,-26-26 0,26 27 15,-26-27-15,0 27 16,0-27-16,-26 0 16</inkml:trace>
  <inkml:trace contextRef="#ctx0" brushRef="#br0" timeOffset="22178.42">9236 8370 0,'0'26'15,"52"-26"1,-25 0 0,-1 0-16,-26-26 62,0 0-62,-26 26 31,-1 0-15,1 26 0,0-26-16,26 26 0</inkml:trace>
  <inkml:trace contextRef="#ctx0" brushRef="#br0" timeOffset="22492.44">10443 8055 0,'-26'0'15,"78"0"1,27 0-16,52 27 15,27-1-15,25-26 16,1 0-16,0 0 16,-53 0-16,-26 0 15,-27 0-15,-25 0 0,-27 0 32,-26-26-17,0-1 1</inkml:trace>
  <inkml:trace contextRef="#ctx0" brushRef="#br0" timeOffset="22853.09">11598 7819 0,'-27'0'0,"27"26"31,27 1-31,25-1 15,0 0-15,1 0 16,-27 1 0,27-1-16,-27 0 0,26-26 15,-25 0 1,-54 53 46,-25-1-46,-1 1 0,1-1-16,-1 1 0,53-27 15,-26 26-15,0 1 16,26-27-16,0 26 16</inkml:trace>
  <inkml:trace contextRef="#ctx0" brushRef="#br0" timeOffset="23359.46">13487 7924 0,'0'-26'0,"-26"0"16,26-1-16,0 1 16,-27 26-1,1 0-15,0 0 16,-53 0-16,0 0 16,1 26-16,-1 1 15,26 25-15,1 27 0,26-27 16,26 27-16,0-26 15,0 25-15,78-25 16,1-1-16,26-26 16,-26 1-16,0-27 15,-1 0-15,1 0 16,-27 0-16,-25-27 16,-1 1-16,-26-26 15,0 26-15,0-1 16,0 1-16,-53 0 15,-25 26-15,25 0 16,-25 0-16,25 0 16,1 0-16,-1 26 15,53 0-15,0 27 16,0-27-16,26 26 16,53 1-16,-26-27 15</inkml:trace>
  <inkml:trace contextRef="#ctx0" brushRef="#br0" timeOffset="23986.31">14169 8055 0,'0'-26'31,"0"52"1,0 1-32,0 25 15,-26 1-15,26-1 16,0 1-16,26-27 0,26 0 16,-25 0-1,-1 0-15,26-26 0,-25 0 16,25 0-16,-26 0 15,27-52-15,-1 26 16,-25 0-16,-1-27 16,-26 27-16,26 0 15,-26-1-15,0 1 16,0 79 46,0-27-62,0 26 16,0 1-16,0-27 16,0 26-16,26-52 15,1 27-15,25-27 16,-26 26-16,27-26 16,-1 0-16,1-26 15,-1-1-15,1 1 16,-27 0-16,0-26 15,-26-1-15,0 1 16,0-1-16,0 1 0,0 25 16,0-25-16,-26 26 15,0 26 17,26 26-17</inkml:trace>
  <inkml:trace contextRef="#ctx0" brushRef="#br0" timeOffset="25495.34">15927 8187 0,'0'-27'0,"0"1"15,-26 0-15,0 0 16,-1 26-16,1-27 16,-26 27-16,-1 0 15,-26 0-15,1 0 16,-1 27-16,0-1 0,53 26 16,0 1-1,26-1-15,0 1 0,0-1 16,52-26-16,1 1 15,-1-27 1,1 0-16,-1 0 0,1 0 16,-1-27-16,1 1 15,-27-26-15,0-1 16,0 27-16,1 0 16,-27 0-16,0-1 15,0 54 48,0 25-63,0-26 15,0 27-15,26-27 16,26 0-16,1 0 16,-1 1-16,-25-27 15,25 0-15,0 0 16,-25-27-16,25 1 15,-26-26-15,-26 26 16,0-27-16,0 27 16,0 0-16,0-1 15,0 1-15,-26 26 16,26 26 31,0 27-47,0-27 15,0 0-15,53 1 16,-27-1-16,0-26 16,27 26-16,-27-26 15,0 0-15,27 0 16,-27-26-16,26 0 16,1-27-16,-27 27 15,0-27-15,0 27 16,-26 0-16,0-27 0,0 27 31,0 0-31,0 0 0,0 52 78,0 26-62,0 27-16,0 0 15,27 0-15,-1-1 0,0 27 16,0-26-16,-26 26 16,0-26-16,0-1 15,0 1-15,0-26 16,0-1-16,-52 0 16,52 1-16,-26-27 15,-1 0-15,1-26 31,0 0-15,-26-26 0,25 0-16,-25-27 0,26 1 31,-1 0-31,27-1 0,0-26 0,27 27 16,51-27-16,27 27 15,26-1-15,-26 1 16,27-1-16,-1 1 15,-26-27-15,0 27 16,-27-1-16,-25 1 16,-1-1-16,-25 27 15,-27 0-15,0-1 16,0 1-16,-27 0 16,-25 26-16,26 0 0,-27-26 15,27 26-15,-27 0 16,27 0-16,0 26 31,26 0-31,0 27 0,0-27 0,0 26 16,0 1-16,52-1 15,-25 1-15,25-27 16,1 26-16,-1-25 16,1-1-16,-1 0 15,-26 0 1,1 1-16,-1-27 0,-26 26 31,-26-26-31,-53 0 16,0 0-16,-52 26 15,26-26-15,-26 0 16,0 0-16,-1 0 31</inkml:trace>
  <inkml:trace contextRef="#ctx0" brushRef="#br0" timeOffset="29019.55">12568 4329 0,'-26'0'0,"52"0"63,27 27-48,26-1-15</inkml:trace>
  <inkml:trace contextRef="#ctx0" brushRef="#br0" timeOffset="29476.52">16347 4985 0,'-26'0'0,"-1"0"0,106 0 47,0 0-32</inkml:trace>
  <inkml:trace contextRef="#ctx0" brushRef="#br0" timeOffset="29759.33">17869 5012 0,'0'26'47</inkml:trace>
  <inkml:trace contextRef="#ctx0" brushRef="#br0" timeOffset="30139.73">18892 4959 0,'-26'0'0,"26"26"109</inkml:trace>
  <inkml:trace contextRef="#ctx0" brushRef="#br0" timeOffset="30546.39">21411 5274 0</inkml:trace>
  <inkml:trace contextRef="#ctx0" brushRef="#br0" timeOffset="32709.54">8737 9971 0,'-26'0'0,"52"0"46,53 0-46,26 0 0,0 0 16,0 0-16,0-26 16,0 26-16,-26 0 15,-53-27-15,0 27 16,-52 0 0</inkml:trace>
  <inkml:trace contextRef="#ctx0" brushRef="#br0" timeOffset="33243.72">8921 9918 0,'0'27'47,"-26"-1"-47,0 26 15,26-25-15,-27 25 16,27 1-16,0-27 15,0 0-15,0 0 16,0 1-16,27-54 94,-1 1-79,26 0-15,1 0 16,-1 26-16,-25-27 16,51 27-16,-25 0 15,-1 0-15,1 0 16,-1 0 0,1 27-16,-1-1 0,1 26 15,-27-25-15,0 25 0,-26-26 16,0 27-16,0-27 15,0 0-15,0 0 16,-52 1-16,-27-1 16,0 0-16,-26-26 15,26 0-15,27 0 16,0 0-16,-1 0 16,1 0-16,52-26 15,0-27 1</inkml:trace>
  <inkml:trace contextRef="#ctx0" brushRef="#br0" timeOffset="33653.04">10312 10181 0,'52'0'63,"27"26"-48,0-26-15,52 26 16,0-26-16,27 0 16,-27 0-16,0 0 15,-52 0-15,-27 0 0,-26 0 16,-52 0 15</inkml:trace>
  <inkml:trace contextRef="#ctx0" brushRef="#br0" timeOffset="33952.85">10810 9971 0,'0'52'63,"0"1"-47,-26 26-16,26-1 15,0-25-15,0-1 16,0 1-16,0-1 15,0-26-15,0 1 16,0-1-16,0 0 0,26 0 16,1 1-16,25-1 15,1-26-15,-1 26 16</inkml:trace>
  <inkml:trace contextRef="#ctx0" brushRef="#br0" timeOffset="35142.31">11912 9971 0,'0'-26'0,"0"-1"16,0 54 62,0-1-78,0 26 15,0 1-15,0-1 16,0 1-16,0-27 0,0 27 16,0-1-1,0-26-15,0 27 0,0-27 16,0 0-16,0 0 15,0 1 1,27-27 31</inkml:trace>
  <inkml:trace contextRef="#ctx0" brushRef="#br0" timeOffset="35550.99">12647 10260 0,'-26'-27'16,"78"27"31,53 27-47,0-27 15,26 26-15,1-26 16,25 0-16,1 26 16,-27-26-16,0 0 15,0 0-15,-26 0 16,-26 0-16,-27 0 0,1 0 16,-27 0-1,0 0 32,0-26-31</inkml:trace>
  <inkml:trace contextRef="#ctx0" brushRef="#br0" timeOffset="35944.78">13985 10102 0,'-26'0'0,"26"26"62,53 1-46,-27-1-16,0 0 16,27-26-16,-1 26 15,0-26-15,-25 27 16,-1-27-1,-26 26 64,-26 26-64,-27 1-15,1-1 16,-27-26-16,53 27 15,-27-27-15,27 27 16,-26-27-16,25 26 16,1-25-16,0-1 15</inkml:trace>
  <inkml:trace contextRef="#ctx0" brushRef="#br0" timeOffset="36605">16216 10050 0,'0'-27'0,"-27"27"16,27-26-16,0 0 15,-26 26 17,0 0-1,-26 0-31,-1 0 0,-26 26 16,1 0-16,25 1 15,1 25-15,25 1 16,1-1-16,0 1 15,26-1-15,0 0 16,0 1-16,0-1 16,26-25-16,0-1 0,53 0 15,-26 0-15,-1-26 16,1 27-16,-1-27 16,1 0-16,-1 0 15,-26 0-15,27 0 16,-27 0-16,26-27 15,-25 1-15,-1 0 16,-26 0-16,0-1 16,0 1-16,0 0 15,0 0-15,-53-1 16,27 27-16,-26 0 16,-1 0-16,-25 0 15,25 0 1,1 0-16,-1 27 0,1-1 15,25 0-15,1 0 16,26 1-16,0-1 16,0 0-1,0 0 1,26-26 15,1 0-31</inkml:trace>
  <inkml:trace contextRef="#ctx0" brushRef="#br0" timeOffset="37799.94">16924 9971 0,'0'-26'0,"0"-1"16,0 1 31,0 52 15,0 1-62,0 25 16,0 1-16,0-27 16,0 26-16,0-25 15,0-1-15,0 0 16,0 27-16,0-27 16,0 0-1,0 0-15,26 0 16,-26 1-1,0-1-15,0 0 16</inkml:trace>
  <inkml:trace contextRef="#ctx0" brushRef="#br0" timeOffset="38380.83">16793 10653 0,'0'26'16,"26"-26"-1,0 0 1,1 0-16,-1 0 16,0 0-16,0 0 15,-26-26 32,0 0-31,-26 26-16,0 0 15,26 26 48,26-26-32,0 26-15,-26-52 31,0 0-32,-26 26 16,26 26 79</inkml:trace>
  <inkml:trace contextRef="#ctx0" brushRef="#br0" timeOffset="38821.55">17843 10391 0,'-27'0'0,"54"0"62,25 0-46,1 0-16,-1 0 15,0 0 1,1 0-16,-1 0 0,-25 0 16,25 0-16,-26 0 0,1 0 15,25 0-15,-26 0 16,-52 0 31</inkml:trace>
  <inkml:trace contextRef="#ctx0" brushRef="#br0" timeOffset="39104.72">17711 10548 0,'27'0'15,"25"0"1,27 0-16,0 0 16,25 0-16,-25 0 15,0 0 1,-27-26-16,-25 26 0,-1 0 15,-52 0 32,-1 0-47,1 0 32</inkml:trace>
  <inkml:trace contextRef="#ctx0" brushRef="#br0" timeOffset="50636.09">2335 11781 0,'0'-26'0,"0"-26"16,26-1 0,-26 27-16,26 0 0,-26-1 15,0 1-15,27 26 16,-27 53 31,0-1-32,0 53-15,-27 0 0,27-26 16,0 0-16,0-27 16,0 1-16,0-1 15,0 0-15,0-25 16,0-1-16,27 0 16,-27 0-16,26-26 31,-26-26-16</inkml:trace>
  <inkml:trace contextRef="#ctx0" brushRef="#br0" timeOffset="50920.51">2440 11729 0,'0'-53'16,"-26"27"-16,26 0 31,26 26-31,53 0 15,26 0-15,0 0 16,26 26-16,-26 0 16,26 27-16,-52-1 15,-1-25-15,-51 25 16,-1 1-16,-26-1 0,-26 1 16,-27-1-16,-52 1 15,0-27-15,0 0 16,26 0-16,-25 0 15,51 1-15,-26-27 16,27 0-16,26 26 16</inkml:trace>
  <inkml:trace contextRef="#ctx0" brushRef="#br0" timeOffset="52083.1">3804 11781 0,'-26'-26'16,"0"26"-16,0 0 15,-1 0-15,-25 0 16,26 0-16,-27 0 16,1 26-16,-27 27 0,27-1 15,25 1 1,-25-1-16,52 1 0,0 26 15,0-53-15,0 26 16,79-26-16,-1 1 16,1-1-16,26-26 15,-26 0-15,-1 0 16,1 0-16,-26-26 16,-27-1-16,0 1 15,-26 0-15,0 0 16,0 0-16,-52-1 15,-27 1-15,26 26 0,1-26 16,26 26-16,52 0 63,26 0-48,1 0-15,-27 0 16,27 0-16,-27 0 15,26 0-15,-26-26 16,-26 52 31,27 26-47,-27 1 16,0-1-16,0 1 15,0-1-15,26 1 16,-26-27-16,0 0 31,0 0-31,26-26 0,0 27 0,-26-1 16,27-26-16,-1 26 15,0-26 1,0 0-16</inkml:trace>
  <inkml:trace contextRef="#ctx0" brushRef="#br0" timeOffset="52382.22">4670 11781 0,'-26'-26'16,"0"26"-16,26 26 78,0 53-78,0-26 0,0-1 16,0 1-16,0-1 15,0 1 1,0-1-16,0-26 0,26 0 16,-26 1-16,26-1 15,-26 0-15,26-26 16</inkml:trace>
  <inkml:trace contextRef="#ctx0" brushRef="#br0" timeOffset="52665.71">4985 11834 0,'0'-26'31,"26"52"16,-26 26-31,27 1-16,-27 26 15,26-27-15,-26 1 16,0-27-16,26 26 0,-26-26 16,0 1-1,0-1 1,-52-26-1</inkml:trace>
  <inkml:trace contextRef="#ctx0" brushRef="#br0" timeOffset="52854.08">4618 12201 0,'-26'-26'0,"52"26"31,0-26-31,26 26 15,1-26-15,-1 26 16,1-27-16,-1 27 16,1 0-16,-1 0 31,-25-26-31,-1 26 0,0 0 0,27 0 16,-27 0-16</inkml:trace>
  <inkml:trace contextRef="#ctx0" brushRef="#br0" timeOffset="53262.13">5772 11808 0,'-26'-27'0,"0"27"31,26-26 0,0 79 16,0-1-47,0 1 0,0-1 31,0 1-31,0-1 0,0 1 16,0-27-16,0 0 16,0 0-16,0 0 15,0 1-15,0-1 16</inkml:trace>
  <inkml:trace contextRef="#ctx0" brushRef="#br0" timeOffset="53529.3">5457 11886 0,'27'-26'47,"-1"26"-47,0-26 16,27 26-16,-1 0 15,1-26-15,25 26 0,-51-27 16,25 27-16,-26 0 16,1 0-16,-1 0 15,0 0 1,0 0-1,-26 27 1</inkml:trace>
  <inkml:trace contextRef="#ctx0" brushRef="#br0" timeOffset="53954.19">6297 11755 0,'0'-26'15,"0"78"63,0 1-62,0 26-16,0-27 16,-26 1-16,26-1 15,0 1-15,0-1 16,0-26-16,0 0 15,0 1-15,0-1 16,0 0 0,-26 0-1</inkml:trace>
  <inkml:trace contextRef="#ctx0" brushRef="#br0" timeOffset="54582.58">6323 11834 0,'0'-26'0,"0"-1"15,53 27 1,-27-26-16,27 26 0,-27-26 16,26 26-16,-25 0 15,25 0-15,0 0 16,-25 0-16,-1 26 15,0 0-15,-26 1 16,0 25-16,0-26 16,0 1-16,0-1 15,-26 0-15,0 0 16,-27 1-16,-25-1 16,25 0-16,-26 0 15,27-26-15,-1 27 16,1-27-16,26 0 15,-27 0-15,53 26 16,26-26 47,27 0-63,-27 0 15,27 0-15,-27 26 16,26 0-16,1 0 15,-1 1-15,1-1 16,-1 0-16,-26 0 0,27 1 16,-27-27-16,27 26 15,-27 0 1,0-26-16,0 26 16,-52-26 93,-26 0-109</inkml:trace>
  <inkml:trace contextRef="#ctx0" brushRef="#br0" timeOffset="56837.58">7373 11781 0,'0'-26'16,"0"-26"-16,26-1 31,-26 27-31,0 78 47,0 27-47,0 0 16,0 0-16,-26-1 15,0-25-15,-1 26 16,-25-53-16,26 26 0,-27-26 16,27-26-16,0 0 15,26-52 17,26-27-17,0-26-15,27 27 31,-27-1-31,26 0 0,-25 27 0,-1-1 16,-26 27 0,26 26-16,0 0 31,-26 52-31,53 1 16,-1 52-16,1-26 15,26-1-15,-27 1 0,1-26 16,-1-1-16,-26 0 15,0-25-15,-26-1 16,-26-26 31,-26 0-47,-1 0 16</inkml:trace>
  <inkml:trace contextRef="#ctx0" brushRef="#br0" timeOffset="57009.91">7215 12123 0,'-26'0'0,"0"0"31,52 0-15,53 0-16,0 0 16,26 0-16,0 0 15,0-27-15,0 27 16,-27 0-16</inkml:trace>
  <inkml:trace contextRef="#ctx0" brushRef="#br0" timeOffset="57498.03">8239 11781 0,'0'53'110,"0"-1"-95,0 1-15,0-1 0,26 1 16,0-27-16,1 27 15,25-27-15,-26 0 16,27-26-16,-27 26 16,0-26-16,0 0 15,1 0-15,-1-26 16,26-26 0,-25-1-16,-1 1 15,-26-1-15,0 1 16,0-27-16,0 26 15,0 27-15,0 0 0,0 0 16,-26 52 62,26 0-78,0 0 16</inkml:trace>
  <inkml:trace contextRef="#ctx0" brushRef="#br0" timeOffset="57812.12">8947 11729 0,'0'-26'15,"-26"26"1,26 52 62,0 27-78,0-27 16,-26 1-16,26-1 0,0 1 15,0-27-15,0 27 16,0-27-1,0 0-15,0-52 47</inkml:trace>
  <inkml:trace contextRef="#ctx0" brushRef="#br0" timeOffset="58063.55">9000 11729 0,'52'0'63,"1"-26"-63,-1 26 15,27 0-15,-27 0 16,1 0-16,-1 0 15,1 0-15,-27 0 16,0 0-16,-26 26 31</inkml:trace>
  <inkml:trace contextRef="#ctx0" brushRef="#br0" timeOffset="58283.81">9026 11939 0,'0'26'32,"26"-26"-17,1 0-15,25 0 0,-26 0 16,27 0-16,-1 0 16,-26 0-16,27 0 15,-27 0-15,0 0 16,-52 0 15</inkml:trace>
  <inkml:trace contextRef="#ctx0" brushRef="#br0" timeOffset="58535.46">8869 12201 0,'0'26'16,"52"1"-1,1-27-15,25 26 16,1-26-16,0 0 16,26 0-16,-27 0 15,1 0-15,-26 0 16,-27 0 0,-52 0 30</inkml:trace>
  <inkml:trace contextRef="#ctx0" brushRef="#br0" timeOffset="61929.6">1968 12700 0,'-27'0'16,"80"0"31,-1 26-32,1-26-15,25 0 0,1 0 16,-26 26 0,-1-26-16,-26 0 0,1 0 15,-27-26 16,-53 26-15</inkml:trace>
  <inkml:trace contextRef="#ctx0" brushRef="#br0" timeOffset="62369.81">2020 12726 0,'-79'0'16,"27"0"-16,26 0 16,-1 0-16,27 26 15,53-26 1,52 0-1,52 27-15,27-27 32,26 0-32,0 0 0,-53 0 0,-52 0 15,-52 0-15,-132-27 32,-52 27-17,-27 0-15,1 0 16,-1 0-16,1 0 15,52 0-15,53 0 0,-1 0 16,106 0 0,25 0-1,53 0-15,27 0 16,-1 0-16,1 0 16,-53 0-16,-53 0 15,-26 0-15,-104-26 31,-27 26-15,0 0-16,0 0 16,52 0-16,1 0 15,26 0-15,78 0 32,27 0-32,0 0 15,-27 0-15,1 0 16</inkml:trace>
  <inkml:trace contextRef="#ctx0" brushRef="#br0" timeOffset="63917.76">4277 12647 0,'-79'-26'0,"26"26"0,-25 0 15,51 0-15,1 0 16,52 0 31,79 0-47,79 0 0,52 0 15,53 0-15,52 0 16,0-26-16,27 0 16,-27-1-16,-53-25 15,-52 52-15,-52-26 0,-105 26 16,-27 0-1,-78 0 32,-53 0-47,-26 0 16,-26 26-16,-52-26 16,-1 0-16,-26 26 31,-26-26-31,-27 26 15,27-26-15,-26 27 16,26-27-16,52 26 0,27-26 16,78 26-1,53-26-15,52 26 16,131 1-16,79-27 16,27 0-16,52 0 15,0-27-15,-27 1 16,1-26-16,-53 25 15,-79 1-15,-78 0 16,-53 0-16</inkml:trace>
  <inkml:trace contextRef="#ctx0" brushRef="#br0" timeOffset="88188.4">7976 9420 0,'-26'0'0,"26"-26"0,0 52 78,0 26-62,26-25-16,1 25 15,25-26-15,-26 1 16,1-27-16,-1 26 16,0-26-1,53-53-15,0-25 16,-1-1-16,27-26 16,-26 26-16,-27 0 15,27 1-15,-26-1 16,-27 53-16,-26 0 15,26 26-15,-26-27 266,0 54-110,26-1-156</inkml:trace>
  <inkml:trace contextRef="#ctx0" brushRef="#br0" timeOffset="88959.97">12463 9499 0,'0'-27'15,"0"54"32,0-1-47,0 26 16,0-25-16,27-1 15,-1 0 1,0-26 15,0 0 1,1-52-32,25-1 0,1 1 0,25-27 15,1 26-15,0 1 16,-27 26-16,1-27 15,-27 27-15,0 26 16,-105 52 31,-25 1-47</inkml:trace>
  <inkml:trace contextRef="#ctx0" brushRef="#br0" timeOffset="94775.46">18840 9945 0,'-27'0'16,"54"-27"0,51 27-16,27-26 15,-26 26-15,0 0 16,-27 0-16,-25 26 15,25 27-15,-52-1 16,0 27-16,0 0 16,0 0-16,0-1 0,-52 1 15,25-27 1,-25 27-16,26-26 16,26-1-16,-27-26 0,27 1 15,79-27 16,-26 0-31,25-27 16</inkml:trace>
  <inkml:trace contextRef="#ctx0" brushRef="#br0" timeOffset="95136.39">19784 10286 0,'-26'-26'0,"26"-1"15,26 1-15,53 0 16,0 0-16,26-1 16,-27 27-16,-51 0 31,-1 0-31,-26 53 0,0-1 31,-26 1-31,-27 25 16,1-25-16,-27-1 0,27-25 0,-27 25 31,26-52-31,27 26 0,0-26 16,52 27 15,27-27-31,52 0 0,-1 0 0,28 0 16,-1 0-16,0-27 15,-26 27-15,-26-26 16</inkml:trace>
  <inkml:trace contextRef="#ctx0" brushRef="#br0" timeOffset="95513.64">20991 10155 0,'-26'0'15,"0"0"-15,0 0 16,-1 0-16,1 26 15,0 0 1,0 27-16,-1-1 16,27 27-16,0-27 15,0 1-15,0-1 16,0-26-16,53 1 16,-1-1-16,27 0 15,-26-26-15,52 0 16,-27 0-16,27-26 15,-26 0-15,0-27 0,-27 1 16,1-1-16,-1 1 16,-52-27-16,0 0 15,0 1-15,-52 25 16,-27 27-16,26 0 16,1-1-16,-27 27 15,0 0-15,-25 0 16,-1 53-16,0-1 15,-27 1-15</inkml:trace>
  <inkml:trace contextRef="#ctx0" brushRef="#br0" timeOffset="96161.71">15324 11913 0,'-342'26'0,"28"0"16,77 0-16,80-26 16,78 0-16,263 0 15,183 0-15,211 0 16,209-52-16,157 26 15,80-1-15,25 1 16,-25 0-16,-80 0 16,-104-1-16,-132 1 15,-157 0-15,-131-27 16,-157 53-16,-132-26 16,-79 0-16,-104 0 15,-53-1 1,-79 27-16,-26 0 0,-26 0 31,-26 0-31</inkml:trace>
  <inkml:trace contextRef="#ctx0" brushRef="#br0" timeOffset="96697.4">19574 8711 0,'-78'-26'0,"51"0"16,27 0-16,79 52 47,26 53-47,26-1 31,-26 1-31,0 0 0,0-1 0,-26 1 16,0-26-16,-1-1 15,-51-26-15,-1 1 16</inkml:trace>
  <inkml:trace contextRef="#ctx0" brushRef="#br0" timeOffset="96901.67">20414 8501 0,'-52'0'0,"-1"-26"16,1 26-16,-1 26 31,-26 27-31,27 52 0,-1 0 0,-25 0 16,25-26-16,-25 25 15,-27 28-15,-27-27 31,-25 0-31,0 26 0,-1-26 0,-52-27 0</inkml:trace>
  <inkml:trace contextRef="#ctx0" brushRef="#br0" timeOffset="98585.28">21595 12516 0,'-26'0'94,"-27"53"-94,27 25 0,-27-25 0,27-1 16,26 1-16,0 25 15,0-51-15,0 25 16,79-26-16,-27 1 16,53-27-16,-26 0 15,26 0-15,0-27 16,0 1-16,0-26 16,-53 25-16,1-25 15,-27 0-15,-26-27 0,0 26 16,-79 1-1,1-1 1,-1 27-16,-26 26 0,26 0 0,-26 0 16,-26 0-16,0 53 15,-27-1-15,1-26 16</inkml:trace>
  <inkml:trace contextRef="#ctx0" brushRef="#br0" timeOffset="100791.85">13119 8843 0,'-105'0'31,"27"0"-31,25 0 0,27 0 0,0 0 16,52 0 0,79 0-1,79 0-15,26 0 16,26 0-16,0 0 15,-52 0-15,-27 0 16,-26 0-16,-52 0 16,-27 0-16,-52 26 109,0 26-109,0 27 16</inkml:trace>
  <inkml:trace contextRef="#ctx0" brushRef="#br0" timeOffset="101611.71">19758 11230 0,'-52'-26'16,"104"26"-1,53 0 1,52-26-16,1 26 15,-1 0-15,-25-26 16,-54 26-16,-25 0 16,-27-27-16,-52 27 62</inkml:trace>
  <inkml:trace contextRef="#ctx0" brushRef="#br0" timeOffset="102272.88">19574 12569 0,'-26'0'16,"-26"0"-16,52-27 15,-27 1-15,27 0 16,0-27 0,0 27-16,27 0 15,-1 0-15,26 26 16,-25-27-16,51 27 0,-25 0 16,26 0-16,-1 27 15,1-1-15,-27 0 16,-25 27-16,-27 25 15,0-25-15,-27-1 16,-51 27-16,-1-26 16,-26-1-16,0 0 15,26-25-15,-26-1 16,53 0-16,-1 0 16,27 1-16,52-27 46,53 0-30,52 0-16,1 0 16,25-27-16,0 1 15,-25 26-15,-27 0 16,-27-26-16,-25 26 16,-27 0-16,-78 0 46</inkml:trace>
  <inkml:trace contextRef="#ctx0" brushRef="#br0" timeOffset="102603.84">18184 13907 0,'-132'0'16,"80"26"-16,26-26 0,0 0 16,52 0-16,105 0 15,131 0-15,79 0 16,106-52-16,77-1 16,1 1-16,26-1 15,-26 1-15,-79-1 16,-26 1-16,-79 25 15,-105 1-15,-78 0 16,-53 26-16,-79 0 16,-52 0 15,-53 0-31,-26 0 16,-26 0-16</inkml:trace>
  <inkml:trace contextRef="#ctx0" brushRef="#br0" timeOffset="103902.47">892 7216 0,'-79'52'16,"27"-26"0,25-26-1,80 0-15,52-26 16,78-26-1,27-27 1,53 0-16,52-26 16,-1 0-16,1 0 15,-52 27-15,-53-1 16,-27 0-16,-51 53 16,-54 0-16,-51 0 0,-106 78 46,-52 0-30,-27 27-16,-52 26 16</inkml:trace>
  <inkml:trace contextRef="#ctx0" brushRef="#br0" timeOffset="104185.22">656 7636 0,'78'-53'16,"80"1"0,52-53-16,52 0 15,27-27-15,52 1 16,26 26-16,-52 0 16,-26 0-16,-53 27 15,-52 25-15,-80 27 16,-25 0-16,-53 26 15,-26-27-15,0 54 32,-26-1-32,-53 0 15,-25 27-15,-1-27 16</inkml:trace>
</inkml:ink>
</file>

<file path=ppt/ink/ink4.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07:53.24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5090 4618 0,'-26'-26'16,"0"-1"-16,52 54 47,0-1-32,27 26 1,-27 27-16,26-26 0,1-1 15,-27 27 1,26-27-16,-25-25 0,25-1 16,-26 0-1,1-26-15</inkml:trace>
  <inkml:trace contextRef="#ctx0" brushRef="#br0" timeOffset="236.11">5694 4539 0,'-27'0'16,"1"0"15,0 26-15,0 27-16,-1-1 15,1 27-15,0-26 16,26-1-1,-26 1-15,26-1 0,0 1 16,0-27-16,0 0 0</inkml:trace>
  <inkml:trace contextRef="#ctx0" brushRef="#br0" timeOffset="629.72">5746 4775 0,'26'-26'0,"-26"0"16,0 0-16,0 52 63,-26 0-63,-26 27 0,25-1 15,27-26-15,0 27 16,0-27-16,0 27 15,0-27-15,27-26 16,-1 26 0,26-26-1,-25 0-15,-1 0 0,0-26 16,0 0-16,1-27 0,-27 1 16,0-1-16,0 1 15,0-1-15,0 27 31,0 0-31,0-1 16,0 1-16,-27 26 16,-25 0-16,26 0 15,-27 26-15</inkml:trace>
  <inkml:trace contextRef="#ctx0" brushRef="#br0" timeOffset="1227.23">6061 4749 0,'0'-26'16,"0"52"31,0 0-32,-26 27-15,-1-27 16,27 0-16,0 27 16,0-27-16,0 0 0,27-26 15,-1 27-15,26-27 16,-25 0-16,-1 0 16,0 0-16,0 0 15,1 0-15,-1 0 16,0-27-16,-26 1 15,0 0-15,26 0 16,-26-1-16,0 80 78,0-27-78,0 0 16,27 1-16,-27-1 15,52 0-15,-26-26 16,27 0-16,-1 0 16,1 0-16,-1 0 15,-26 0-15,1-26 16,-1 0-16,0-1 16,0 1-16,-26-26 15,0-1-15,0 27 16,0 0-16,0-1 0,0 1 15</inkml:trace>
  <inkml:trace contextRef="#ctx0" brushRef="#br0" timeOffset="2139.69">6927 5038 0,'-26'0'16,"-1"0"0,27 26-16,53 0 15,-1-26-15,27 0 16,-26 0-16,-1 0 15,-26 0-15,0-26 16,1 0-16,-27 0 16,0-1-16,0 1 15,0 0-15,0 0 0,-27 26 16,1 0 0,-26 0-16,26 0 15,-27 26-15,1 0 16,25 0-16,1 27 15,26-1-15,0-25 16,0-1 0,53 26-16,-1-52 0,27 26 15,-1-26-15,1 0 16,0 0-16,-27 0 0,1-26 16,-1 0-16,1-26 15,-27-27-15,0 0 16,1 0-16,-1-26 15,-26 27-15,0-1 16,0 26-16,0 27 16,0 0-16,0 52 47,0 27-32,0 25-15,-26 1 0,26-26 16,0-1-16,0 1 15,0-1-15,0 1 16,0-27-16,0 0 16,0 0-16,52 1 15,-26-1-15,1 0 16,-1-26 0,26 0-16,-26 0 0,27 0 15,-1-26-15,1 0 16,-1-27-16,-25 1 15,25-1-15,-52 1 16,26 25-16,-26 1 0,0 52 63,0 1-63,0 25 15,0-26-15,0 27 16,53-27-16,-27 0 15,0 27-15,1-53 16,-27 26 0,-53-26 15,1 0-31,25 0 0</inkml:trace>
  <inkml:trace contextRef="#ctx0" brushRef="#br0" timeOffset="2454.69">9079 4749 0,'-27'0'15,"27"26"32,0 27-31,-26-1 0,0 1-16,26-1 0,-26 1 15,26-1-15,0-25 16,0-1-16,0 0 0,0 0 31</inkml:trace>
  <inkml:trace contextRef="#ctx0" brushRef="#br0" timeOffset="2910.47">8974 4907 0,'26'0'46,"0"0"-46,53 52 16,-27-26 0,27 27-16,-27-27 0,1 27 15,-1-27-15,-25 0 0,-1-26 16,0 26-16,0-26 16,1 0-1,-1-52 1,0 26-1,-26-27-15,26-26 0,-26 27 16,0-1-16,0 1 16,0-1-16,0 27 31,0 0-31,0 52 47,0 27-47,0-1 15,0 1-15,0-27 16,-26 26-16,26 1 16,0-27-16,0 0 15,-26 27-15,26-27 32</inkml:trace>
  <inkml:trace contextRef="#ctx0" brushRef="#br0" timeOffset="3429.71">9735 5169 0,'26'0'0,"0"0"15,26 0-15,-25 0 16,25 0-16,-26-26 16,1 26-16,-1-26 15,0-1-15,-26 1 16,26 0-16,-26 0 15,0-1-15,0 1 16,-26 26 0,26-26-16,-26 26 0,0 0 15,-1 0 1,1 52-16,0-25 16,0-1-16,26 26 15,0-25-15,0-1 16,0 26-16,26-52 15,26 26-15,-25 1 16,-1-27-16,26 0 16,-25 0-16,-1 0 15,0-27-15,0-25 16,1 26-16,-27-27 16,26 27-16,-26-26 15,0 25 1,0 54 31,0-1-47,0 26 15,26-25-15,0-1 16,1 0-16,-1 0 16,0 0-16,0-26 15,27 27-15,-27-27 16,26 0-16,-25 0 0</inkml:trace>
  <inkml:trace contextRef="#ctx0" brushRef="#br0" timeOffset="3650.69">10732 4959 0,'0'-26'16,"-27"26"15,1 26-16,-26 0-15,-1 27 16,27-27-16,0 27 0,-1-1 16,27-26-16,-26 27 15,26-27-15,0 0 16,0 0-16</inkml:trace>
  <inkml:trace contextRef="#ctx0" brushRef="#br0" timeOffset="4246.21">10784 5221 0,'53'0'16,"-27"0"-16,0 0 15,27 0 1,-27 0-16,0 0 0,0 0 15,-26-26-15,26 0 16,1 0-16,-27 0 16,0-1-16,0 1 15,-27 26 1,1 0-16,0 0 16,0 0-16,-27 0 15,53 26-15,-26 27 0,26-1 16,0 1-16,0-27 15,53 0-15,-27 0 16,26-26-16,-26 27 16,27-27-16,-27 0 15,0 0-15,1-27 16,25 1-16,-26-26 16,27-1-16,26 27 15,-27 0-15,1-27 16,-1 53-16,1-26 15,-1 26-15,-26 0 16,0 0-16,1 0 16,-1 53-16,-26-27 15,0 26-15,0 1 0,0-27 16,0 26-16,-26-25 16,26-80 30,0 27-30,26-53-16,53 27 16,-27-1-16,27 1 15,-27 26-15</inkml:trace>
  <inkml:trace contextRef="#ctx0" brushRef="#br0" timeOffset="4815.6">12726 4907 0,'-53'-27'0,"27"1"16,0 0-16,0 26 16,26-26-16,-27 26 31,-25 0-31,-1 26 15,1 0-15,-27 0 16,27 27-16,-27-1 0,53 1 16,0-1-16,26 1 15,0-1 1,0-26-16,26 1 0,53-1 16,-27-26-16,27 0 15,-1 0-15,-25 0 16,26-26-16,-27-1 15,-26-25-15,1 26 16,-27 0-16,0-1 16,0 1-1,-27 52 17,27 1-32,-26 25 15,26-26-15,0 27 16,26-27-16,1 0 15,-1-26-15,26 0 16,1 0-16,-27 0 16,0 0-16,1 0 15,-1-26-15,-26 0 16,0-27-16,0 27 16,0-26-16,0 25 0,-26 1 15,-1 0 1,-25 26-16,26 0 0</inkml:trace>
  <inkml:trace contextRef="#ctx0" brushRef="#br0" timeOffset="5675.99">12962 5012 0,'26'0'32,"0"52"-17,-26-26 1,27 27-16,-27-1 0,26-26 16,-26 1-16,0-1 15,0 0 1,0-52 15,0-27-15,26 27-16,-26-26 0,26 26 15,1-1-15,-1 27 16,0-26-16,0 26 16,1 0-16,-1 0 15,0 0-15,0 0 16,1 26-1,-1 27-15,0-27 0,0 0 16,-26 27-16,27-27 16,-1 0-16,0-26 47,-26-26-32,26 0 1,-26-1-16,26 1 0,-26 0 15,27 0-15,-27 0 16,26 26 0,-26 26 15,26 0-15,0 0-16,27 27 0,-1-27 15,1 0-15,-1-26 16,1 26-16,-1-26 15,1 0-15,-1 0 16,1-26-16,-27 0 16,26 0-16,-25-27 31,-1 27-31,-26 0 0,0-27 0,0 27 16,0 0-1,-26 26 1,-1 0-16,-25 52 15,26 1-15,26-1 16,0 1-16,0-1 16,0 1-16,26-1 0,0-26 31,0 1-31,27-27 0,-1 26 0,1-26 31,-1 0-31</inkml:trace>
  <inkml:trace contextRef="#ctx0" brushRef="#br0" timeOffset="8963.42">15219 4749 0,'-27'-26'0,"27"0"15,0 52 32,0 26-47,0 1 16,0 26-16,0-1 15,0 1-15,0-26 16,0-1-16,0 0 16,0 1-1,27-27-15,-1 0 0,-26 1 16,26-27-16,-26 26 15</inkml:trace>
  <inkml:trace contextRef="#ctx0" brushRef="#br0" timeOffset="9371.87">14904 5143 0,'0'-26'16,"0"-1"-1,78 27-15,27-26 16,0 26-16,27 0 15,-1-26-15,-26 26 16,0 0-16,-27 0 16,-51-26-16,-1 26 15,-26 26 32,-26 0-47,26 0 0,-27 27 16,27-1-16,0-26 15,0 27-15,0-27 16,27 0-16,-1 1 16,53-27-16,-27 0 15,1 0-15,25 0 16,1-27-16,-27-25 16,-25 26-16,-1-27 15,-26 27-15,0-26 16,0-1-16,0 27 0,-26 0 15,-1-1 1,1 1-16,0 26 0,-26 0 16,25 53-16</inkml:trace>
  <inkml:trace contextRef="#ctx0" brushRef="#br0" timeOffset="9906.58">16819 5221 0,'0'-52'15,"0"26"-15,0 0 16,-26-1-16,0 1 0,-1 26 16,1 0-16,-26 0 15,26 0-15,-1 26 16,1 1-16,26-1 15,0 0 1,0 0-16,26-26 16,1 0-1,25 0-15,0 0 0,-25 0 16,-1-26-16,0 26 0,0-26 16,-26 0-16,0-1 15,-26 27 32,0 53-47,-27 25 16,27 1-16,-26 26 15,26 26-15,-27-26 16,1 0-16,-1 26 16,27-52-16,0 26 15,26-52-15,-27-27 16,27 0-16,0-52 31,0-27-15,0-52-16,0 27 15,0-53-15,53 26 16,26 0-16,-1 26 16,1 0-1</inkml:trace>
  <inkml:trace contextRef="#ctx0" brushRef="#br0" timeOffset="10455.28">17029 5326 0,'26'-26'16,"27"26"-1,-1-26-15,1 26 16,-27-26-16,0-1 15,1 1-15,-27 0 16,0 0-16,0 0 31,-27 26-31,1 0 16,0 0-16,-27 26 16,53 0-16,0 0 0,0 27 15,0-27-15,0 0 16,53 0-16,-1-26 15,27 0 1,-27 0-16,27 0 0,-26-26 16,-1-26-16,1-1 15,-27 1-15,0-27 16,-26 27-16,26-27 16,-26 0-16,0 27 15,0-1-15,-26 27 0,26 0 16,0 78 15,0 1-15,0 25-16,0 1 15,26 0-15,1-27 16,-1 27-16,0-27 16,0 1-1,1-27-15,-27 0 0,26 1 16</inkml:trace>
  <inkml:trace contextRef="#ctx0" brushRef="#br0" timeOffset="10973.48">17659 5064 0,'0'-26'0,"26"0"31,79 26-31,-26-27 16,26 1-16,0 26 15,-27-26-15,-51-27 16,25 27-16,-52 0 16,0 0-1,0-1-15,0 1 0,0 0 16,-26 0-16,0 26 16,-1 0-16,1 52 31,26 1-31,-26 25 15,0 1 1,26 0-16,0-27 0,0 27 16,0-27-16,0-25 15,0-1-15,0 0 16,0-52 46,0 0-62,0-27 0,52 1 16,-26-1-16,27 27 16,-1 0-16,1 26 15,-27 0-15,0 0 16,1 0-16,-1 0 16,-26 52-16,26-25 15,-26 25-15,0-26 16,0 0-16,0 1 15,0-1-15,0 0 16,-52 0-16,25 1 16,-25-27-16</inkml:trace>
  <inkml:trace contextRef="#ctx0" brushRef="#br0" timeOffset="11555.84">18394 5274 0,'52'0'0,"27"0"16,0 0-16,-27 0 16,0-26-16,1 26 15,-27-27-15,0 1 16,-26 0 0,0 0-16,0 0 0,0-1 15,0 1-15,-26 26 16,0 0 15,26 26-15,-26 27-16,-1-1 15,27 1-15,0-27 16,0 26-16,53-25 16,-27-27-1,27 0-15,-27 0 0,26 0 16,1-27-16,-1-25 15,-25 26-15,25-27 16,-26 1-16,27 26 16,-1-1-16,-25 1 15,25 26-15,0 0 16,-25 0-16,-1 0 16,0 0-16,0 53 15,1-27-15,-1 26 16,-26-26-16,0 27 15,0-27 1,0-52 15,0 0-15,0-27-16,26 1 16,27-27-16,25 27 15,1 25-15,-26 1 16</inkml:trace>
  <inkml:trace contextRef="#ctx0" brushRef="#br0" timeOffset="11791.45">20257 5143 0,'-53'0'0,"27"0"15,26 26 1,52-26 0,1 0-1,26 0-15,26 0 16,-27 0-16,-25 0 16,25 0-16,-25 0 15,-27 0-15</inkml:trace>
  <inkml:trace contextRef="#ctx0" brushRef="#br0" timeOffset="11948.63">20335 5326 0,'-26'0'16,"0"0"-16,78 0 31,53 0-31,26 0 16,1 0-16,-1 0 15</inkml:trace>
  <inkml:trace contextRef="#ctx0" brushRef="#br0" timeOffset="12263.33">21752 4828 0,'0'-53'0,"0"27"16,0 0-1,0 52 17,0 27-17,0 25-15,0-25 16,0 26-16,0-27 15,0 1-15,0-1 16,0 0-16,0-25 16,0-1-16,0 0 15,0 0-15,-52-26 16</inkml:trace>
  <inkml:trace contextRef="#ctx0" brushRef="#br0" timeOffset="12420.5">21254 4880 0,'0'-26'16,"0"-26"-16,52 25 15,1 1-15,25 0 16,27 26-16,0-26 16,27 26-16,-1 0 15,-53 0-15,27 26 16</inkml:trace>
  <inkml:trace contextRef="#ctx0" brushRef="#br0" timeOffset="12766.59">22146 4880 0,'-26'27'31,"-1"-1"-31,27 0 15,-26 27-15,26-1 16,0-26-16,0 27 16,0-1-1,26-26-15,27 1 0,-1-27 0,1 0 16,-27 0-16,0 0 16,27 0-16,-27-27 15,0 1-15,1-26 16,-27 26-16,0-27 15,0 1-15,0-1 16,-27 27-16,1 0 16,-26 26-16,25 0 15,-25 0-15,26 0 16,-1 0-16</inkml:trace>
  <inkml:trace contextRef="#ctx0" brushRef="#br0" timeOffset="13033.4">22697 4749 0,'0'-26'0,"0"0"16,0-1-1,0 54 16,0 25-31,26 1 16,0-1-16,1 27 16,-27-27-16,26 1 15,-26-1-15,26-25 16,-26 25-16,0-26 16,0 0-16</inkml:trace>
  <inkml:trace contextRef="#ctx0" brushRef="#br0" timeOffset="13725.21">23353 5038 0,'26'-26'0,"-26"-27"16,0 27-16,0 0 16,-52-1-1,-1 27 1,1 0-16,-1 0 15,27 27 1,0-1-16,26 0 0,0 27 16,0-27-16,0 0 15,26 0-15,0-26 16,0 27-16,1-27 16,25 0-1,-52-27-15,53 1 0,-53 0 31,26 0-31,0-1 0,0 1 0,-26 0 32,0 52-1,0 27-31,27-27 16,-1 26-1,0-25-15,27-1 0,-1 0 16,-26-26-16,27 26 15,-1-26-15,1 0 0,-1-26 16,-26-26 0,27-1-16,-27 1 0,0-1 15,1-26-15,-1 1 32,-26-1-32,0 0 15,0 27-15,0 25 16,0 1-16,0 0 15,0 78 32,-53 1-47,27 26 16,0-1-16,0 1 0,26-26 16,0 25-16,0-25 15,0-27-15,0 27 16,26-27-16,26 0 15,-25-26-15,-1 0 16,0 0-16,0 0 16,-26-26-16</inkml:trace>
  <inkml:trace contextRef="#ctx0" brushRef="#br0" timeOffset="13928.52">22828 4670 0,'-79'-26'16,"27"26"-16,157 0 31,0 0-15,26 0-16,26 0 15,-52-26-15,27 26 16,-54 0-16</inkml:trace>
  <inkml:trace contextRef="#ctx0" brushRef="#br0" timeOffset="15708.5">9603 6665 0,'-52'0'0,"26"0"15,52 0 16,53 0-15,-1 26-16,27-26 16,-26 0-1,0 0-15,-27 0 0,-26 0 16,-52 0 31,-26 0-47,-27 0 15,0 0-15,1 0 16,25 0-16,1 0 31,104 0 16,27 0-47,26 26 16,0-26-16,0 0 0,-27 0 15,1 0-15,-53 0 0,1 0 16,-80 0 15,-26 0-31,-26 0 16,0 0-16,0 0 16,1 0-1,25 0 1,26 0-16,27 0 15,79 0 17,25 0-17,27 26-15,0-26 0,26 27 16,-26-27 0,0 0-16,-52 0 0,-27 0 15,-52 0 16,-53-27-31,0 27 16,-26 0-16,-26 0 16,52 0-16,-25 0 15,51 0-15,1 0 16,78 0 15,53 0-15,52 0-16,0 0 0,26 27 15,-25-27 1,-1 26-16</inkml:trace>
  <inkml:trace contextRef="#ctx0" brushRef="#br0" timeOffset="16164.33">11440 6770 0,'53'52'78,"-1"1"-78,1-1 16,-1 27-16,0-27 16,1 1-16,-1-27 15,1 26-15,-27-52 16,0 27-16,1-27 47,-1-53-47,0 1 15,0-1-15,1-25 16,-1-1-16,-26 0 16,26 27-16,0-1 15,-26 27-15,27 0 16,-27-1-16,26 27 16,-26 27-16,0-1 15</inkml:trace>
  <inkml:trace contextRef="#ctx0" brushRef="#br0" timeOffset="16527.05">12463 6822 0,'-26'-26'0,"26"0"16,-26 26-16,0 0 46,26 26-46,-27 26 16,1 1-16,26-1 0,0 1 16,0-1-16,0-25 15,0-1-15,53 0 16,-27-26-16,26 0 16,-25 0-16,25 0 15,-26 0-15,1-26 16,-1 0-16,-26-27 15,0 1-15,0-1 16,0 1-16,-26-1 16,-27 27-16,27 0 0,-27-1 15,1 27-15,-1 0 16,-25 53-16</inkml:trace>
  <inkml:trace contextRef="#ctx0" brushRef="#br0" timeOffset="17092.08">12673 6875 0,'0'-27'16,"27"27"-16,-27 53 46,0-1-30,0 1 0,0-27-16,26 27 0,0-27 15,0 0-15,1-26 16,-1 26-16,26-26 16,-25 0-16,25-26 15,-26 0-15,27 0 16,-27-27-16,0 27 0,0-27 15,1 27-15,-27 0 16,0 78 47,0 1-48,0-27-15,0 27 16,0-27-16,52 0 15,1-26-15,-1 26 16,27-26-16,-27 0 16,27 0-16,-27-26 15,1 0-15,-27-27 0,-26 27 16,0-26 0,0-1-16,0 1 15,-52 25-15,25 1 0,1 0 16,0 26-16,0 0 15,0 0 1</inkml:trace>
  <inkml:trace contextRef="#ctx0" brushRef="#br0" timeOffset="17674.79">13723 7163 0,'26'0'16,"0"0"0,27 0-16,-1 0 0,-25-26 15,25 26-15,-26-26 16,-26-27-16,0 27 16,0 0-16,0 0 15,0-1-15,-26 1 16,0 26-1,0 0-15,-27 0 0,1 0 16,-1 26-16,27 27 16,0-1-16,26 1 15,0-27-15,0 26 16,78 1-16,1-27 16,0-26-16,0 0 15,-1 0 1,1 0-16,-27-26 0,1 0 0,-1-27 15,-25 1-15,-1-1 16,0-25-16,-26 25 16,0-26-16,0 1 15,0-1-15,-26 0 16,0 53 0,-1 0-16,27-1 0,-26 54 46,26 51-46,-26 1 16,26 26-16,-26-26 16,26 0-16,0-1 15,0 1-15,0-27 0,26 1 16,0-27-16,0 0 16,53-26-16,-26 0 15,-1 0-15</inkml:trace>
  <inkml:trace contextRef="#ctx0" brushRef="#br0" timeOffset="17973.32">14799 7006 0,'26'-53'0,"-26"27"15,0 0-15,0 0 16,0-1-16,0 54 62,-26 25-62,26-26 0,0 27 32,26-1-32,26 1 15,1-27-15,-1 0 16,-25 27-16,-1-53 16,0 26-16,-52-26 46,-27 0-46,1 0 16,-1 0-16,-25 0 0,25-26 16</inkml:trace>
  <inkml:trace contextRef="#ctx0" brushRef="#br0" timeOffset="18790.88">16137 6822 0,'0'-26'16,"0"0"-16,-26 26 16,-27 0-16,27 0 15,-53 0-15,1 26 16,-1 0-16,26 27 0,27-1 15,0 1-15,26 25 16,0-25-16,26-1 16,27-26-16,25 1 15,1-1-15,0-26 16,0 0-16,-27 0 16,0-26-16,-25-1 15,-1 1-15,0 0 16,-26 0-16,0 0 15,0-1-15,0 1 16,-26 79 15,26-27-15,0 26-16,0 1 16,0-1-16,0-26 15,52 1-15,1-1 16,-1-26-16,1 0 15,26 0-15,-27 0 16,1-26-16,-27-27 16,0 27-16,-26-27 15,0 1-15,0 0 16,0-1-16,-52 1 0,-1 52 16,1-27-16,-1 27 15,27 27-15,-27-1 16</inkml:trace>
  <inkml:trace contextRef="#ctx0" brushRef="#br0" timeOffset="19655.8">16898 6980 0,'0'26'47,"0"0"-47,26 27 16,0-1-16,-26 0 16,27-25-16,-27-1 15,26 0-15,-26-78 47,0-1-31,0 1-1,0-1-15,26 27 16,-26 0-16,26 0 0,1 26 47,-1 0-32,0 52-15,0 1 0,27-1 16,-1 0-16,1-25 16,-27-1-16,0 0 15,0-26-15,1 0 0,-1 0 32,0-26-32,0-27 15,1 1-15,-1 0 16,-26 25-16,26-25 15,-26 26-15,26 26 16,-26 26 15,27 26-15,-1 1-16,0-1 16,27 1-16,-27-27 15,26 0-15,1-26 16,-1 26-16,-25-26 0,25 0 15,0-26-15,-25 0 16,25 0-16,-26-27 16,1 27-16,-27-26 15,0 25-15,0-25 16,0 26-16,-27 26 16,1-27-16,0 27 15,0 0 1,-1 27-16,1-1 15,0 26-15,0-25 0,26 25 16,0-26 0,0 0-16,52 1 0,1-1 15,25 0 1,1-26-16,0 26 0</inkml:trace>
  <inkml:trace contextRef="#ctx0" brushRef="#br0" timeOffset="19939.11">19155 6770 0,'0'-27'16,"-27"1"-16,27 52 62,0 27-62,0 26 16,0-1-16,0-25 16,0 26-16,0-27 15,0 27-15,0-53 16,27 26-16,-1-25 16,-26-1-16,0 0 0</inkml:trace>
  <inkml:trace contextRef="#ctx0" brushRef="#br0" timeOffset="20347.73">18682 7137 0,'53'0'16,"25"-26"0,54 26-16,-1 0 15,-26 0-15,-26-26 0,25 26 16,-51 0-16,-27-27 15,0 27-15,1 0 16,-27-26 0,0 52 15,-27 1-15,27 25-16,0 0 15,0 1-15,0-27 16,27 0-16,25 1 15,-26-1-15,27-26 16,-1 0-16,1 0 16,-1 0-16,-25-26 0,-1-27 15,0 27-15,0-27 16,-26 1-16,0 0 16,-26-1-16,-26 27 15,-1 0-15,1-1 16,-1 27-16,-26 0 31,27 27-31,-1 25 0</inkml:trace>
  <inkml:trace contextRef="#ctx0" brushRef="#br0" timeOffset="20960.75">20283 7163 0,'-26'-26'15,"-1"0"-15,-25 0 16,26 26-16,-1-27 16,-25 27-16,-1 0 15,27 0-15,0 0 0,0 27 16,0-1-1,26 26-15,26-26 16,26 1 0,1-27-16,-1 0 15,1 0-15,-27 0 16,26 0-16,-25-27 16,-1 1-16,-26 0 15,26 0-15,-26 0 16,26 26-16,-26-27 15,0 54 32,0 25-47,27 27 16,-27 26-16,26-27 16,-26 1-16,0 26 15,0-26-15,0-1 16,0 1-16,0 0 15,0-53-15,-26 0 16,-1 1-16,1-27 31,0-27-15,0-25-16,26-27 16,-27 0-16,27-25 0,0-1 15,53 26-15,-1-26 16,27 52-16,0 1 15,-53 26-15</inkml:trace>
  <inkml:trace contextRef="#ctx0" brushRef="#br0" timeOffset="21510.89">20598 7216 0,'26'0'15,"26"0"-15,1 0 0,26 0 16,-27 0-16,1-27 15,-1 27-15,1-26 16,-27 0-16,-26 0 16,0-27-16,0 27 15,0 0-15,0 0 16,-26-1-16,-1 1 16,1 26-16,-26-26 15,25 26 1,1 0-16,26 26 15,-26 27-15,26-27 0,0 26 16,26 1-16,27-27 16,52 26-16,-27-52 15,1 27-15,0-27 16,-1 0-16,1-27 16,-53 1-16,27 0 15,-1-26-15,-52-1 16,27-26-16,-27 1 15,0 25-15,0-26 16,0 27-16,0 26 0,0-1 16,-27 1-16,1 52 47,26 27-47,-26-1 15,0 27-15,26 0 16,0 0-16,0-27 15,26 1-15,26-1 16,1-26-16,-1 27 16,1-53-16,-27 0 15,27 0-15,-27 0 16</inkml:trace>
  <inkml:trace contextRef="#ctx0" brushRef="#br0" timeOffset="22516.07">21490 6796 0,'-26'0'16,"52"0"0,53 0-1,-1 0-15,1 0 16,0 0-16,-27-26 16,1 26-16,-27-27 15,0 1-15,0-26 0,-26 25 16,0 1-1,0 0-15,0 0 0,-26-1 16,0 27-16,0 0 16,26 27 15,-27-1-31,27 53 16,-26-1-16,0 1 15,26 0-15,-26 0 16,26-27-16,0 1 15,0-1-15,26-26 16,0 0 0,27-26-16,-27 0 0,26 0 0,-25 0 15,25-26 1,1-26-16,-1-1 0,-26 1 16,1-1-16,-1 27 15,-26 0-15,0 0 16,0 78 31,0-26-47,26 27 15,0-1-15,27-25 16,-27-1-16,27-26 16,-27 26-1,26-26-15,-26 0 0,27 0 0,-27-26 16,27 0-16,-27-1 15,0-25-15,0-1 16,-26 1-16,0 26 16,0-1-16,0 1 15,-26 0-15,0 26 16,0 0-16,-1 26 31,27 0-31,0 27 16,0-1-16,0 1 0,0-1 15,0-25 1,27-1-16,25 0 0,-26-26 16,1 0-16,25 0 15,1 0-15,-27-26 16,26 0-16,1-1 16,-1-25-16,-26-1 15,1 27-15,-1-26 16,0 52-16,-26-27 15,26 27 1,1 27 0,-1 25-16,26-26 15,-25 27-15,-27-1 16,26-25-16,-26-1 16,0 0-16,0-78 62,0 25-62,0-51 16,52 25-16,27-26 15,-26 27-15,52 26 16,-53-1-16</inkml:trace>
  <inkml:trace contextRef="#ctx0" brushRef="#br1" timeOffset="190435.37">4933 3673 0,'-27'-26'0,"27"0"0,-26 0 15,0 26 48,0 26-63,-1 26 15,1 27-15,-26 26 16,-1-26-16,27 26 16,0 26-16,0-26 15,-27 26-15,27 26 16,26 1-16,-26 26 0,26-27 16,0 27-16,0-1 15,0 1-15,0 26 16,-27-26-16,1-1 15,26 1-15,-26-53 16,0 27-16,-1-53 16,1 0-16,0 0 15,0-27-15,-1 1 16,-25 0-16,52-27 16,-26-26-16,26 27 15,0-27-15,0 0 16,0 1 15,0-1 47,26 0-62,0-26-16,27 0 15,-1 26-15,1 1 16,25-27-16,1 26 0,26 0 16,0 0-16,26 1 15,27-1-15,25 0 16,27 0-16,26 0 16,53 1-16,26-1 15,0 26-15,26-25 16,-26-1-16,0 26 15,-1-25-15,1 25 16,26-26-16,1 27 16,51-27-16,1 0 15,26 1-15,52-1 0,-26 0 16,0 27-16,26-27 16,-78 0-16,26 26 15,-27-25-15,1 25 16,0-26-16,-27 27 15,-26-27-15,0 27 16,-26-27-16,0-26 16,-53 26-16,-25-26 15,-28 26-15,-25-26 16,-53 0-16,0 0 0,-52 0 16,-26 0-1,-27-26-15,-26-26 0,-53-1 16</inkml:trace>
  <inkml:trace contextRef="#ctx0" brushRef="#br1" timeOffset="191994.32">4933 3568 0,'-27'0'0,"54"0"125,51 27-110,27-27 1,53 26-16,-1-26 0,27 26 16,52 0-16,26 1 0,53-1 15,26 26-15,27-25 16,-1 25-16,0-26 31,1 1-31,-1-1 16,-26-26-16,0 26 15,-26-26-15,0 26 16,26-26-16,0 26 16,27-26-16,-1 27 15,-26-1-15,-26 0 16,-26-26-16,-1 26 0,-25 1 16,-27-27-16,0 26 15,0-26-15,0 26 16,27 0-16,-53-26 15,0 27-15,0-27 16,-27 26-16,1-26 16,-27 26-16,27-26 15,-27 0-15,1 0 16,-1 0-16,-25 0 0,51 0 16,-52 0-16,27 0 15,26 0-15,-27 0 16,0 0-16,-25 0 15,25 0-15,0 26 16,1-26-16,-1 0 16,1 0-16,25 0 15,1 0-15,-26 0 16,25 0-16,1 0 16,-27 0-16,1 0 0,-1 0 15,1 0 1,-1 0-16,1-26 0,25 26 15,-25 0-15,52-26 16,-53 26-16,27-26 16,-1 26-16,1-27 15,-26 27-15,-1-26 16,-26 26-16,27-26 16,-1 26-16,-26 0 15,27-26-15,-1 26 16,27-27-16,-1 27 15,1 0-15,0 0 16,-1-26-16,1 26 0,0 0 16,0-26-1,-27 26-15,27-26 0,-1 26 16,1-27-16,-27 27 16,1-26-16,-53 26 15,0-26-15,-53 26 16,1-26-16,-27 26 15,-52 0 17,-79 0-17,-26 0 1</inkml:trace>
  <inkml:trace contextRef="#ctx0" brushRef="#br1" timeOffset="193032.47">16950 8685 0,'-105'-26'0,"27"0"16,-27 26-1,26 0-15,27-27 0,-1 27 0,106 0 47,104 0-47,105-26 16,53 26-16,79 0 15,78 0 1,53 0-16,52 53 0,53-27 16,-26 0-16,25 0 15,-78 1-15,0-27 16,-52 0-16,-106 0 15,-78 0-15,-78 0 16,-80 0-16,-52 0 0,-79 0 31,-26-27-31,-26 27 16,-53 0-16,-26 0 16,0 0-16</inkml:trace>
  <inkml:trace contextRef="#ctx0" brushRef="#br1" timeOffset="201984.45">7058 9472 0,'0'-52'16,"0"26"-1,0 52 16,0 26-15,26 1-16,-26-1 16,0-25-16,0 25 15,0-26 1,27-26 31,-1 0-32,0 0-15,53-26 0,-1 0 16,1 26 0,-26-26-16,25 26 0,1 0 15,0 26-15,-27 0 16,-25 0-16,-1 27 16,0-1-16,-26 1 15,0-27-15,0 0 16,-52 0-16,-1 1 15,-26-1-15,1 0 16,-1-26-16,26 0 16,-25 0-16,51-52 15</inkml:trace>
  <inkml:trace contextRef="#ctx0" brushRef="#br1" timeOffset="202149.23">7242 9394 0,'52'-27'16,"53"27"-1,26 0-15,1 0 16,25 0-16,-52 27 16</inkml:trace>
  <inkml:trace contextRef="#ctx0" brushRef="#br1" timeOffset="202384.75">8554 9236 0,'-27'0'16,"54"0"15,-1 26 0,0 27-31,-26-27 0,0 27 16,0-1-16,0 1 15,-26-1-15</inkml:trace>
  <inkml:trace contextRef="#ctx0" brushRef="#br1" timeOffset="202762.6">8318 10076 0,'0'26'16,"0"0"-16,26 1 15,0-27-15,0 0 16,-26-27 15,0 1-15,0 0-1,-26 26 1,0 0-16,0 0 16,26 26 124,-27 0-124</inkml:trace>
  <inkml:trace contextRef="#ctx0" brushRef="#br1" timeOffset="203125.83">9525 9892 0,'-27'0'15,"54"0"17,25 0-32,1 0 15,52-26-15,-27 26 16,1 0-16,-27 0 15,1 0-15,-27 0 16,-52 26 15,-53 0-31,27 1 16</inkml:trace>
  <inkml:trace contextRef="#ctx0" brushRef="#br1" timeOffset="204285.98">9525 10076 0,'-27'0'0,"54"0"47,25 0-47,1 0 15,25 0-15,1 26 16,0-26-16,-27 0 0,1 0 16,-27 0-16,0 0 31,0 0 922</inkml:trace>
  <inkml:trace contextRef="#ctx0" brushRef="#br1" timeOffset="204674.73">10758 9735 0,'0'-53'0,"26"27"15,0 0-15,-26 0 16,27-1-16,-1 27 15,-26-26-15,26 52 63,-26 27-47,0 25-16,26-25 15,1 26-15,25-27 0,-26-26 16,0 27-16,-26-27 15,27 0-15,-27 1 16,0-1 0,0 0-1,0 0 17,26-26-32,0 0 15</inkml:trace>
  <inkml:trace contextRef="#ctx0" brushRef="#br1" timeOffset="205225.79">11493 9840 0,'-27'0'16,"1"0"-16,0-27 62,26 1-62,-26 0 16,26 0-16,0-1 15,0 1-15,0 0 16,52 0-16,1 26 0,-1 0 16,-26 0-16,27 0 15,-1 0-15,-26 0 16,27 26-16,-53 26 15,26 1-15,-26-1 16,0 1-16,-26-1 16,-27 1-16,1-1 15,-27 1-15,27-27 16,-27 0-16,27 1 16,-1-27-16,27 26 15,52-26 32,53 0-47,0 0 16,26 0-16,-1-26 15,1 26-15,0-27 16,0 27-16,-52 0 16,-1-26-16,-25 26 15,-1 0 48</inkml:trace>
  <inkml:trace contextRef="#ctx0" brushRef="#br1" timeOffset="205667.24">12568 9656 0,'0'-26'16,"-26"26"-16,0-26 0,0 26 47,-1 26-47,1 26 15,-26 1-15,25-1 16,27-26-16,-26 27 15,26-1-15,0 1 16,0-1-16,0-25 16,53-1-16,25 0 15,-25 0-15,52-26 16,-26 0-16,-1 0 0,-25 0 16,-1 0-16,1-26 15,-1-26-15,1 25 16,-27-51-16,-26-1 15,0 26-15,0-25 16,0 25-16,-26 1 16,-27 52-16,53-26 15,-26 26-15,0 0 16,0 0-16,-27 0 16,-26 26-16,1-26 15,-1 26-15</inkml:trace>
  <inkml:trace contextRef="#ctx0" brushRef="#br1" timeOffset="208981.04">3175 11860 0,'-27'-52'16,"27"25"-1,0 1-15,0 52 63,0 53-48,-26 0-15,0 26 16,26-26-16,0-1 16,0-25-16,0 25 15,0-25-15,0-27 16,0 0-16,0 1 16,0-1-16,26-26 15,-26 26-15,0-52 47,0-27-31,0 1-16</inkml:trace>
  <inkml:trace contextRef="#ctx0" brushRef="#br1" timeOffset="209233.52">3227 11965 0,'0'-26'16,"0"0"-1,0-1 1,79 1 31,0 26-47,-1-26 16,27 26-16,-26-26 15,-27 26-15,1 0 16,-27 0-16,0 0 15,-26 26 17,0 0-32</inkml:trace>
  <inkml:trace contextRef="#ctx0" brushRef="#br1" timeOffset="209453.27">3227 12175 0,'0'26'32,"53"-26"-17,-1 26-15,27-26 16,-1 0-16,1 0 16,0 0-16,-27 0 15,-25 0-15,-1 0 16,0 0-16</inkml:trace>
  <inkml:trace contextRef="#ctx0" brushRef="#br1" timeOffset="209627.3">3175 12437 0,'0'27'0,"0"-1"16,52-26-1,1 26-15,25-26 16,27 0-16,-26 0 16,26 0-16,-26 0 15,-1 0-15</inkml:trace>
  <inkml:trace contextRef="#ctx0" brushRef="#br1" timeOffset="209878.93">4277 11939 0,'0'-26'0,"26"52"32,26 0-17,1 27 1,26-1-16,-1 1 0,-25-1 15,-27 0-15,26-25 16,-25 25-16,-1-26 16,0 1-16,0-27 15,1 0-15</inkml:trace>
  <inkml:trace contextRef="#ctx0" brushRef="#br1" timeOffset="210083.2">4906 11913 0,'-26'0'0,"0"0"15,0 0-15,-1 0 16,-25 26-16,-1 26 16,1 1-16,0-1 15,25 1-15,-25-1 16,26-26-16,-1 27 15,27-1-15,0-25 16,0 25-16,0-26 16</inkml:trace>
  <inkml:trace contextRef="#ctx0" brushRef="#br1" timeOffset="210429.58">5615 11834 0,'-26'-26'0,"26"-1"0,0 80 47,0-1-32,26 27-15,-26 0 16,0 0-16,0-27 16,0 27-16,0-53 15,0 26-15,0-25 16,0-1-16</inkml:trace>
  <inkml:trace contextRef="#ctx0" brushRef="#br1" timeOffset="210586.21">5405 11886 0,'0'-26'16,"79"0"-1,26 26 1,52-26-16,-26 26 15,0 0-15,-52 0 16,0 26-16</inkml:trace>
  <inkml:trace contextRef="#ctx0" brushRef="#br1" timeOffset="210854.95">6350 11834 0,'-27'0'16,"27"52"0,-26 1-1,0 26-15,0-1 16,26-25-16,-27 25 16,1-25-16,26-1 15,0-25-15,-26-1 16,26 0-1,-26-26 1,26-26 0</inkml:trace>
  <inkml:trace contextRef="#ctx0" brushRef="#br1" timeOffset="211153.33">6140 12018 0,'0'-53'0,"26"1"15,0 25-15,53-25 0,0 52 16,-1-26-16,27 26 15,0 0-15,-26 0 16,-27 26-16,-25 0 16,-27 27-16,0-27 15,0 26-15,-79 1 16,0-27-16,-26 27 16,27-53-16,-27 26 15,52 0-15,1-26 16,25 0-16,1 0 0,26 26 31,53 0-31,-1 1 16,27-1-16,0 0 15,-1 0-15,1-26 16,-27 27-16,1-1 16,-27-26-16,0 26 15</inkml:trace>
  <inkml:trace contextRef="#ctx0" brushRef="#br1" timeOffset="211656.84">7373 11913 0,'-26'-27'0,"-1"80"47,1-1-31,0 27-16,0-26 0,-27 25 15,27-25 1,0-27-16,0 26 0,-1-52 31,54-52 0,-1-27-31,52 1 16,-25-1-16,-1 0 16,1 27-16,-1-27 15,-25 53-15,-27-1 16,26 27 0,0 0-1,0 53-15,1 26 0,25-27 16,-26 27-16,1-27 15,-1 1-15,0-27 16,-26 26-16,0-25 16,0-1-16,0 0 15,0 0-15,-26-26 32,0 27-32</inkml:trace>
  <inkml:trace contextRef="#ctx0" brushRef="#br1" timeOffset="211845.42">7111 12254 0,'0'-27'16,"26"27"15,26-26-31,27 0 16,26 26-16,-26 0 15,26-26 1,-27 26-16,1 0 0</inkml:trace>
  <inkml:trace contextRef="#ctx0" brushRef="#br1" timeOffset="212302.09">8449 12254 0,'-26'0'0,"78"0"63,27 0-47,52 0-16,26 0 15,27 0-15,0 0 16,26 0-16,-27 0 15,1 0-15,-27 0 16,-52 0-16,-52 0 0,-27 0 16,-26-27-16,0 1 78</inkml:trace>
  <inkml:trace contextRef="#ctx0" brushRef="#br1" timeOffset="212742.07">9866 11991 0,'-27'0'16,"54"0"15,-1 27-16,0-1 1,0 26-16,1-25 16,25-1-16,-26 0 15,1-26-15,-1 26 16,0-26-16,0 0 31,1 0-15,-27-26-1,-53 78 79,1-25-94,-27 25 16,0 1-16,27-27 0,-1 26 15,1-25-15,26-1 16,-1 0-16,27 27 16,0-27-1</inkml:trace>
  <inkml:trace contextRef="#ctx0" brushRef="#br1" timeOffset="213417.02">11388 12201 0,'-53'0'0,"27"-26"0,26 0 15,0 0 1,0-1-16,0-25 15,26 26-15,27-1 16,-1 1-16,1 0 16,-1 26-16,1 0 15,-1 0-15,27 0 16,-27 0-16,-26 52 16,1-25-16,-27 25 15,0 1-15,0-1 16,-53 0-16,1 1 15,-53-27-15,26 27 0,-26-27 16,0 0-16,26 0 16,1-26-16,25 27 15,27-27-15,0 0 16,26 26 0,52-26-1,27 26 1,0-26-16,26 0 15,0 0-15,0 0 16,-1 0-16,-25 0 0,0 0 16,-27 0-16,-25 0 15,-27-26-15,26 26 32,26 0-17</inkml:trace>
  <inkml:trace contextRef="#ctx0" brushRef="#br1" timeOffset="213684.27">12463 11886 0,'-26'-26'16,"26"0"-16,0 52 46,0 0-46,0 27 16,0-1-16,0-25 16,0 25-1,0 1-15,0-27 0,0 0 16,0 26-16,0-25 16,0-1-16,0 26 15,0-25-15,0-1 0</inkml:trace>
  <inkml:trace contextRef="#ctx0" brushRef="#br1" timeOffset="214046.52">12306 12674 0,'0'26'15,"0"0"-15,0 0 16,52-26-1,-25 0-15,-1 0 0,26 0 0,-25 0 16,-1 0 0,-26-26-16,26 0 0,-26 0 15,0-1 1,-52 1 0,25 26-1,1 0-15</inkml:trace>
  <inkml:trace contextRef="#ctx0" brushRef="#br1" timeOffset="214424.03">13408 12227 0,'-26'-26'16,"78"26"15,27 26-31,0-26 16,-1 27-16,1-27 15,26 0-15,0 0 16,-26 0-1,26 0-15,0 0 0,-27 0 0,27 0 16,-78 0-16,-1 0 16,-52 0 46,-1 0-62</inkml:trace>
  <inkml:trace contextRef="#ctx0" brushRef="#br1" timeOffset="-214743.18">13303 12437 0,'79'0'31,"26"27"-31,26-27 15,0 0 1,0 0-16,-26 0 0,0 0 16,-26 0-16,-27 0 15,1-27-15</inkml:trace>
  <inkml:trace contextRef="#ctx0" brushRef="#br1" timeOffset="-213768.47">15429 12254 0,'-27'-27'0,"1"1"15,26-26-15,0 26 16,0-1-16,26 1 16,1 0-16,51 0 15,1-1-15,0 27 16,-1 0-16,-25 0 16,-1 0-16,1 0 0,-27 0 15,0 27-15,1-1 16,-27 26-16,0 1 15,0-1-15,-27 1 16,-25-27-16,-27 26 16,0 1-16,-26-27 15,27 27-15,-27-27 16,26 0-16,0 0 16,53 1-16,0-27 15,105 0 32,26 0-31,52 0-16,0 0 15,-25 0-15,25 0 16,-26 0-16,-26 0 16,-26 0-16,-27 0 15,-25 0-15,-1 0 94,-52 0 109,-27 0-203,-26 0 16,27 0-16</inkml:trace>
  <inkml:trace contextRef="#ctx0" brushRef="#br1" timeOffset="-197923.29">11125 13907 0,'-52'0'16,"52"-26"-16,0-1 15,0 1-15,52 0 16,27 0-16,-27-27 0,1 53 16,26-26-16,-27 0 15,27 26-15,0 0 16,-27 0-16,-26 0 16,0 26-16,1 0 15,-27 27-15,0-27 16,0 26-16,0-25 15,-53 25-15,-25 1 16,25-27-16,-26 0 16,27 0-16,26 0 15,-27 1-15,53-1 32,26 0-1,1 0-31,25-26 15,1 27-15,25-1 16,-25-26-16,-1 26 16,1 0-16,-1 1 15,-26-27-15,27 26 16,-53 0-16,26-26 0,-26 26 16,0 1-1,0-1-15,0 0 16,0 0-16,-52 1 15,-1-27-15,-26 26 16,27-26-16,-27 26 16,1-26-16,25 0 15,-26 0-15,1 0 16,25 0-16,1 0 16,-1-26-16,27 26 15,0-26-15,26-1 16,0 1-16,26 0 15,26-27-15</inkml:trace>
  <inkml:trace contextRef="#ctx0" brushRef="#br1" timeOffset="-197469.02">12096 14090 0,'-26'0'15,"26"-26"-15,26 26 63,27 0-63,52 0 16,26 0-16,26 0 0,1 0 15,-53 0-15,0 0 16,-53 0-16,0 0 15,-25 0 1,-54 0 31</inkml:trace>
  <inkml:trace contextRef="#ctx0" brushRef="#br1" timeOffset="-197153.8">12568 13671 0,'-26'0'0,"26"26"47,0 26-32,0-25-15,0 51 16,0-25-16,0 26 16,0-1-16,0-25 15,26 25-15,-26-25 16,0-1-16,0 1 0,0-27 16,27 0-16,-27 1 15,26-1-15,-26 0 16,26-26-1,0 0-15</inkml:trace>
  <inkml:trace contextRef="#ctx0" brushRef="#br1" timeOffset="-196696.61">13434 13723 0,'0'-26'15,"-26"0"-15,26-1 16,0 1 0,0 79 46,0-1-62,0 1 31,0-1-31,0 27 0,0 0 0,-26-1 16,26-25 0,-26 25-16,26-25 0,-27-1 15,27-25-15,0-1 0,0 0 31,0-52 63</inkml:trace>
  <inkml:trace contextRef="#ctx0" brushRef="#br1" timeOffset="-196287.73">13985 14090 0,'53'0'63,"26"0"-63,-1 0 15,27 0-15,26-26 16,-26 26-16,27 0 16,-54 0-16,-25 0 15,-1 0-15,-26 0 16,-26-26 15,-26 26 0,-52 26-31,-1-26 16</inkml:trace>
  <inkml:trace contextRef="#ctx0" brushRef="#br1" timeOffset="-196066.4">14038 14274 0,'52'0'15,"27"0"-15,26 0 16,26 0-16,0 0 16,-26 0-16,0 0 15,-26 0-15,-27 0 16,-25 0-16,-27-26 47</inkml:trace>
  <inkml:trace contextRef="#ctx0" brushRef="#br1" timeOffset="-195625.92">14799 13881 0,'0'26'46,"52"0"-30,-26 27-16,27-27 16,-27 0-16,0 0 15,1 0-15,-1 1 16,0-27-16,0 0 16,-26 26 62,-26 0-63,0 27 1,-27-27-16,27 26 0,0-25 16,-27 25-16,27-26 15,-26 27-15,26-27 16,-1 27-16,1-1 15,0-26-15,0 1 0,-1-1 16,27 0-16,-26 0 16,0-26-16,26 26 15</inkml:trace>
  <inkml:trace contextRef="#ctx0" brushRef="#br1" timeOffset="-194933.48">16137 13828 0,'0'-26'31,"-52"78"0,-27 1-31,26-1 16,-25 1-16,25-1 15,1-26-15,25 27 16,1-27 0,26 0-16,0 1 0,0-1 15,53 0 1,25-26-16,-25 0 16,52 26-16,-26-26 15,25 0-15,1 0 16,0 0-16,-26 0 15,-53 0-15,27 0 0,-79-26 110</inkml:trace>
  <inkml:trace contextRef="#ctx0" brushRef="#br1" timeOffset="-194571.83">16321 13907 0,'-27'0'15,"27"-26"1,0 78 31,0 1-32,0-1 1,0 0-16,0 27 0,0-26 16,27-1-16,-27 1 0,0-27 15,0 26-15,0-25 16,0-1-16,26 0 15,-26 0-15,0 1 79,26-27-79,0-27 15,27 1-15,-1-53 0</inkml:trace>
  <inkml:trace contextRef="#ctx0" brushRef="#br1" timeOffset="-194069.1">17318 13723 0,'0'-52'0,"0"25"16,0 1-16,0 0 15,0 0-15,0 78 47,0 1-47,0-1 16,0 1-16,0 25 15,0-25-15,0-1 16,0-25-16,0 25 16,0-26-16,0 0 15,0 1-15,0-1 16,0 0 0,0 0-16,0 1 15,-26-27 1,-1 26-16,1-26 15</inkml:trace>
  <inkml:trace contextRef="#ctx0" brushRef="#br1" timeOffset="-192377.44">17108 14458 0,'0'26'15,"0"0"1,0 1-16,26-27 16,27 0-16,-27 0 15,0 0-15,-26-27 47,0 1-31,0 0-16,0 0 15,-26 26 1,0 0 15,26 26-15,-27 0 0,27 0-16,0 1 0,0-1 15,27-26 1,-1 0-1,0 0-15,-26-26 47,0-1-31,0 1 15,-26 26 266,-27 0 594,27 0-876,0 0-15,-27 0 16</inkml:trace>
  <inkml:trace contextRef="#ctx0" brushRef="#br1" timeOffset="-191842.93">18236 13933 0,'-26'0'0,"0"0"16,26-26-16,-27 26 15,54 0 48,25 0-63,27 0 16,0 0-16,26 0 15,-27 0-15,1 0 0,-27 0 16,1 0-16,-27 0 15,0 0 1,-78 26 47,-1-26-63</inkml:trace>
  <inkml:trace contextRef="#ctx0" brushRef="#br1" timeOffset="-191215.45">18131 14143 0,'0'26'15,"26"-26"1,27 0-16,26 0 16,-1 0-16,27 0 15,0 0-15,-26 0 16,0 0-16,-27 0 15,1 0-15,-27 0 16,0 0 0,-52 26 390,0-26-390</inkml:trace>
  <inkml:trace contextRef="#ctx0" brushRef="#br1" timeOffset="-190550.09">19889 13749 0,'-26'0'16,"0"0"-16,26-26 16,-53 0-16,53 0 0,-26-1 15,0 1 1,0 0-16,-1 0 0,27-1 15,0 1 1,0 0-16,53 26 16,-1-26-16,1 26 15,-1 0-15,-25 0 16,25 26-16,-26 0 16,0 0-1,-26 1-15,0 25 0,0 1 0,0-27 16,-78 53-16,25-27 15,-52 27-15,27-27 16,-1 1-16,0-1 16,27 1-16,25-27 15,1 0 1,0-26-16,26 26 0,26 1 31,27-27-31,25 0 16,27 0-16,0 0 15,0 0-15,26 0 16,-26 0-16,-52-27 16,26 27-16,-53 0 0</inkml:trace>
  <inkml:trace contextRef="#ctx0" brushRef="#br1" timeOffset="-190145.74">20519 13487 0,'0'-26'0,"-26"52"63,-27 26-63,27 1 16,0-27-16,26 27 15,-26-1-15,26 1 16,0-27-16,0 0 15,0 0-15,0 27 0,26-53 16,26 26-16,27 0 16,0-26-16,-1 0 15,27 0-15,-26 0 16,-26 0-16,-1 0 16,1 0-16,-27 0 15,0 0-15,-52-26 47</inkml:trace>
  <inkml:trace contextRef="#ctx0" brushRef="#br1" timeOffset="-189077.17">20650 13618 0,'0'-26'16,"0"52"47,0 27-48,0 25-15,0-25 16,0-1-16,0 27 15,0-26-15,0-1 16,0 0-16,0 1 16,0-27-16,0 27 15,-26-27-15,26 26 16,0-25-16,0-1 16,0 0-1,0 0 1,-26-26 234,-27 0 234</inkml:trace>
  <inkml:trace contextRef="#ctx0" brushRef="#br1" timeOffset="-187661.24">16294 11624 0,'0'-26'15,"0"-1"1,0 1-16,-26 26 16,0-26-16,-27 0 15,1 0-15,0 26 16,-1-27-16,1 1 15,-1 26-15,1 0 16,-27 0-16,-26 0 16,26 26-16,-26 1 15,0-1-15,0 0 16,27 0-16,-1 27 16,26-1-16,-25 27 15,51-27-15,-25 27 0,26-26 16,-1 25-1,27 1-15,-26 26 0,0-26 16,26 26-16,0-27 16,0 1-16,0-26 15,0 25-15,0-25 16,0-1-16,52 1 16,1-27-16,26 26 15,26-25-15,26-1 16,26 0-16,1 0 15,25-26-15,1 0 16,-53 0-16,0 0 0,-26-26 16,27-26-16,-27 25 15,0-25-15,-1-27 16,-25 1-16,0-1 16,0-52-16,-27 26 15,-26-27-15,1 28 16,-27 25-16,0-26 15,-27 26-15,-51 0 16,25 1-16,-26 25 16,-26-26-16,53 27 15,-27 26-15,1-27 16,25 27-16,1 26 16,25-26-16,1 26 0,0 0 31,0 52-16,-27 1-15,27-27 16</inkml:trace>
  <inkml:trace contextRef="#ctx0" brushRef="#br1" timeOffset="-186622.07">20545 13093 0,'-26'0'0,"0"-26"16,26 0-16,-26 0 15,-1 26-15,-25-27 16,26 1-16,-27 26 16,-52 0-16,0-26 15,-26 26-15,0 0 16,-27 0-16,27 52 16,0 1-16,26-1 15,0 27-15,26 0 16,1 26-16,-1 0 0,26 0 15,-25 26-15,51-26 16,1 26-16,0 0 16,26 0-16,0-26 15,0 0-15,26 0 16,27-26-16,25 0 16,1-1-16,26-25 15,0-1-15,52 1 16,1-53-16,-1 26 15,27-26-15,0 0 0,-1-26 16,1-27-16,-27 27 16,1-53-16,-27 27 15,27-27-15,-27 1 16,-26-27-16,0-27 16,-27 27-16,-51-26 15,-1 26-15,-26-26 16,0 26-16,0 0 15,0 26-15,-53 1 16,27 25-16,-26-25 16,-27 25-16,26 27 0,-25 0 15,25-1-15,-25 27 16,25-26-16,27 26 16,-27 0-16,27 0 15,0 0-15,0 0 16</inkml:trace>
  <inkml:trace contextRef="#ctx0" brushRef="#br1" timeOffset="-186023.85">22749 13172 0,'105'-105'0,"-52"26"0,26 27 15,-27-1-15,-26 27 0,0 0 16,-26 0-16,-52 104 63,-79 27-63,-27 53 0,-52 52 0,-26 26 15,-52 0-15,-27 26 16,0 1-16,0-1 15,0-26-15,53 1 16,26-27 0,26-1-16,0-25 15,52 0-15,27-27 0,0-26 16,52 1-16,27-54 0,-1 1 16,27-53-16,0 1 15,26-1-15,0-79 31,0 1-15,0-79-16,52-1 31</inkml:trace>
  <inkml:trace contextRef="#ctx0" brushRef="#br1" timeOffset="-184521.75">21201 14851 0,'0'-26'31,"-26"26"48,0 26-79,-27 27 15,1 26 1,-27-27-1,27 27-15,-1-53 16,27 27-16,0-1 16,-1-52-16,27 26 15,0 1-15,53-1 16,26-26-16,-1 0 16,54 0-16,-1 0 15,0 0-15,-26 0 16,0-26-16,-53 26 15,1 0-15,-53-27 32,0 1-32</inkml:trace>
  <inkml:trace contextRef="#ctx0" brushRef="#br1" timeOffset="-184207.1">21437 15009 0,'0'52'63,"0"1"-63,-26 26 16,26-27-16,0 27 15,0-27-15,0 27 0,0-27 16,0 1-16,0-1 15,0 1-15,0-27 16,0 0-16,0 1 16,26-54 46,27-25-62</inkml:trace>
  <inkml:trace contextRef="#ctx0" brushRef="#br1" timeOffset="-180735.57">22435 14799 0,'-79'0'0,"26"-26"0,1 26 15,-1 0-15,27 0 16,0 0-16,-27 0 0,27 0 31,0 26-31,26 0 0,0 0 16,0 1-16,0-1 15,0 0-15,0 0 16,26 1-16,27-1 16,25 26-16,1-25 15,-26-1-15,25 0 16,-25 0-16,-1 1 15,-26 25-15,1-26 16,-27 1 0,0-1-16,0 0 0,0 0 0,0 0 15,-53 1-15,1-1 16,-1-26-16,-25 0 16,-1 26-16,26-26 15,-25 0-15,25-26 16,1 0-16,25-1 15,27 1-15,0-26 16,0-1-16,53 27 16,-1-26-16,27 25 15,0-25-15,0 26 16,-1-1-16,1 1 0,-27 0 16,-25 0-16,-1 26 31,0-27-31,-26 1 0,-52 26 62</inkml:trace>
  <inkml:trace contextRef="#ctx0" brushRef="#br1" timeOffset="-179720.9">22697 14589 0,'0'-26'15,"0"0"-15,0-27 0,0 27 16,-26 0-16,-53-27 16,0 27-16,-26 0 15,-26-1-15,-53 27 16,-26 0-16,-52 0 16,-27 27-16,1 25 15,-1 53-15,27 0 16,52 26-16,26 27 15,53-1-15,79 1 16,52 25-16,0-25 16,78-1-16,80 1 0,25-27 15,53-53 1,27 1-16,26-53 0,25 1 16,-25-27-16,26-27 15,-53-25-15,27-27 16,-53-52-16,0-26 15,-52-53-15,-27 0 16,-25-26-16,-80-1 16,-52 54-16,-26 25 15,-132 27-15,-52 79 16,-78-1-16,-53 53 16,0 0-16</inkml:trace>
  <inkml:trace contextRef="#ctx0" brushRef="#br1" timeOffset="-173439.94">8632 17029 0,'-78'0'0,"51"0"0,132 0 32,27 0-17,51 0-15,27 0 16,-26 0-16,-53 0 16,-26 0-16,-52 27 15,-27-27-15,-52 0 16,-79 26-1</inkml:trace>
  <inkml:trace contextRef="#ctx0" brushRef="#br1" timeOffset="-173266.73">8580 17292 0,'26'0'15,"53"0"1,52 0-16,53 0 15,26-27-15,26 1 16,-26 26-16,-27-26 16,-51 0-16,-27 0 15</inkml:trace>
  <inkml:trace contextRef="#ctx0" brushRef="#br1" timeOffset="-172874.33">9682 16741 0,'-52'0'16,"25"-27"-16,54 80 47,51-1-31,1 27-16,0-26 15,-1-1-15,27 1 0,-52-27 16,26 0-1,-53 0-15,0-26 0,-52 27 79,-27 25-64,-25 0-15,-1 1 16,-26 26-16,52-27 15,-25 27-15,52 0 16,-1-1-16,27 1 16,0-26-16,0-1 0</inkml:trace>
  <inkml:trace contextRef="#ctx0" brushRef="#br1" timeOffset="-172590.45">11571 17003 0,'-52'-26'0,"26"0"16,26-1-16,0 54 31,26 25-16,-26 27-15,26 26 16,-26-27-16,0 1 16,0 26-16,26-26 15,-26-27-15,27 27 16,-27-53-16,26 1 16</inkml:trace>
  <inkml:trace contextRef="#ctx0" brushRef="#br1" timeOffset="-172259.3">12201 17161 0,'0'-53'15,"0"27"-15,79 0 16,-1-1-16,-25 27 16,-1 0-16,1 0 15,-53 53-15,26-1 0,-26 27 16,0 0-1,-52-27-15,-1 1 0,1-1 32,-27 1-32,-26-27 0,26 0 0,27 0 15,-1 1-15,27-27 16,79 0 31,25 0-47,27 0 15,26 0-15,1 0 16,-27 0-16,0 0 16,0-27-16</inkml:trace>
  <inkml:trace contextRef="#ctx0" brushRef="#br1" timeOffset="-171909.87">13251 17187 0,'-53'-26'15,"27"26"-15,0 0 16,-1 0-16,1 0 16,26 52-1,-26 27-15,26-27 0,0 27 32,0 0-32,0-27 0,0 1 0,26-1 15,27-26-15,-27 1 16,0-27-16,0 0 31,1 0-31,25 0 16,27-27-16,0 1 0,-27-53 0,0 27 31,-52-27-31,0 0 16,0 27-16,0-1 15,-26 27-15,0 0 16,0 26-1,0 0-15,-1 0 0,1 0 16</inkml:trace>
  <inkml:trace contextRef="#ctx0" brushRef="#br1" timeOffset="-171630.52">14090 17607 0,'-26'-27'0,"0"27"0,52 0 31,27 0-31,25 0 16,27 0-16,26 0 15,-52 0-15,0 0 16,-53 0-16,0 0 15</inkml:trace>
  <inkml:trace contextRef="#ctx0" brushRef="#br1" timeOffset="-171190.33">15087 17161 0,'-52'-27'16,"52"80"31,0-1-32,26 1-15,-26 25 0,26-25 16,1-27-16,25 27 15,-26-27-15,1-26 16,-1 0-16,0 0 16,27 0-1,-1-26-15,1-1 16,-1-25-16,0 26 16,-52-27-16,27 27 15,-27 0-15,0-1 16,0 54 31,0 25-47,0 27 15,-27-27-15,27 27 16,0-26-16,0-1 16,0 27-16,0-27 15,0 1-15,0-27 16,0 0-16</inkml:trace>
  <inkml:trace contextRef="#ctx0" brushRef="#br1" timeOffset="-170719.31">16189 17265 0,'-26'-26'0,"0"0"15,0 26-15,0-26 16,26 78 15,0 1-15,0 25-16,26-25 15,26-1-15,1 27 16,-1-26-16,1-1 16,-1 1-16,-26-27 0,-26 26 15,27-25 1,-27-1-16,-53-26 31,-26 0-31,1 0 16,-1-26-16,53-1 15,0-25-15,26 26 16,0-27 0,52 27-16,27-27 0,26 1 15,0-27-15,26 27 16,-52-27-16,-1 26 15,-52 1-15,-26 26 0,0-27 16,-26 53-16,-52-26 16,-1 26-16,-26 0 15,0 0-15,26 53 16,0-27-16,53 52 16</inkml:trace>
  <inkml:trace contextRef="#ctx0" brushRef="#br1" timeOffset="-170452.43">17029 17554 0,'26'0'32,"79"0"-17,27 0 1,-1 0-16,-26 26 0,0-26 16,-27 0-16,-25 0 0</inkml:trace>
  <inkml:trace contextRef="#ctx0" brushRef="#br1" timeOffset="-170294.73">17055 17817 0,'105'0'31,"27"0"-31,25 0 16,27-27-16,26 1 0,-1 0 15</inkml:trace>
  <inkml:trace contextRef="#ctx0" brushRef="#br1" timeOffset="-169934.02">18394 17344 0,'0'-26'16,"0"0"-16,78 26 15,1-27-15,26 1 0,0 26 16,-26 0 0,-1 0-16,-51 0 0,-1 0 15,0 53-15,-26-1 16,0 27-16,0 0 15,0-1-15,0 1 16,-26 0-16,0 0 16,-1-27-16,27 27 15,-26-53 1,0 26-16,26-25 0,0-1 16,-26 0-16,-1-26 15,1 0-15</inkml:trace>
  <inkml:trace contextRef="#ctx0" brushRef="#br1" timeOffset="-169776.06">18394 17817 0,'-27'0'0,"27"-27"16,105 27-1,0-26 1,53 0-16,-1 0 0,27-1 15,0 27-15,-53-26 16,0 0-16,-52 26 16</inkml:trace>
  <inkml:trace contextRef="#ctx0" brushRef="#br1" timeOffset="-169382.5">19443 17580 0,'0'-26'0,"26"-26"15,27 25-15,-1-25 16,27 26-16,0 26 16,-27-27-16,27 27 15,-26 0-15,-1 0 0,-26 0 16,0 53 0,-26-1-16,0 1 0,-26 26 15,-52-27-15,-27 27 16,26-27-16,0-25 15,-26 25-15,26-26 16,27 0 0,-1 1-16,27-27 15,52 0 17,27 0-32,52 0 15,26 0-15,27 0 16,-1-27-16,0 1 31,1 0-31,-53 26 16,0-26-16,-27 26 15,-25-26-15</inkml:trace>
  <inkml:trace contextRef="#ctx0" brushRef="#br1" timeOffset="-168462.97">4224 5248 0,'-79'0'0</inkml:trace>
  <inkml:trace contextRef="#ctx0" brushRef="#br1" timeOffset="-168038.48">498 6507 0,'-26'0'15,"157"-52"1,79-27 15,79 0-31,52-52 16,52 26-16,27-26 16,-26 26-16,-53 26 15,-79 1-15,-104 25 16,-53 27-16,-79 0 15,-52 26-15,-105 0 16,-79 52-16,-27 27 16</inkml:trace>
  <inkml:trace contextRef="#ctx0" brushRef="#br1" timeOffset="-167865.03">970 6455 0,'-78'26'0,"130"-26"16,106-52-1,104-27-15,79-26 16,79-26-16,52-1 16,1 1-16,-54 0 15,-77 0-15,-54 0 0,-104-1 16</inkml:trace>
</inkml:ink>
</file>

<file path=ppt/ink/ink5.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14:36.857"/>
    </inkml:context>
    <inkml:brush xml:id="br0">
      <inkml:brushProperty name="width" value="0.05292" units="cm"/>
      <inkml:brushProperty name="height" value="0.05292" units="cm"/>
    </inkml:brush>
  </inkml:definitions>
  <inkml:trace contextRef="#ctx0" brushRef="#br0">11519 5956 0,'-26'0'0,"26"-26"16,0 0-16,78-1 16,1 1-1,26 0-15,0 26 16,-26 0-16,-1 0 16,-51 0-16,25 26 15,-26 0-15,-26 27 16,0-27-16,0 0 15,-26 1-15,-26 25 16,-1-26-16,-26 27 16,1-27-16,25 0 0,27 1 15,0-27-15,78 26 47,1 0-47,25-26 16,27 26-16,-52-26 15,26 27-15,-1-1 16,-25 26-16,-27-25 16,0-1-16,-26 0 15,0 26-15,-52-25 16,-1-1-16,-25 0 16,-27 0-16,0-26 15,0 27 1,26-27-16,0 0 0,53 0 15,0 0-15,26-27 32,0-25-32,52 26 15</inkml:trace>
  <inkml:trace contextRef="#ctx0" brushRef="#br0" timeOffset="471.67">13014 6087 0,'-26'-26'0,"0"26"47,0 26-32,0 53-15,-1-26 0,1 25 16,0-25 0,26 26-16,0-27 0,0 0 15,52-25-15,1 25 16,-1-26-16,27 1 16,-27-1-16,27-26 15,0 0-15,-27 0 16,1 0-16,-27-26 15,27-1-15,-53-25 16,26-1-16,-26-25 0,0-1 16,0 0-1,-26 1-15,-1 25 0,-51 1 16,25-1-16,1 27 16,-1 0-16,27 26 15,0 0 1,-1 0-16,1 0 0,0 26 15,-27 0-15</inkml:trace>
  <inkml:trace contextRef="#ctx0" brushRef="#br0" timeOffset="1257.27">13959 6429 0,'0'-27'0,"0"1"31,0 0-31,-26 26 31,-27 0-31,-25 52 0,-1 1 16,0-1-1,0 27-15,27-27 0,0 1 16,52-1 0,0 1-16,0-1 0,26 27 31,52-53-31,1 27 16,-26-27-16,-1-26 15,-26 26-15,27-26 0,-27 0 0,0-26 16,1 0-16,-1 0 31,26-27-31,-25 27 16,-1 0-16,26-1 15,1 27-15,-27 0 0,26 0 16,1 0-16,-27 27 16,0-1-16,-26 26 15,0 27-15,0-26 16,-52-1-16,-27 27 15,27-53-15,-53 26 16,52-25-16,-25-1 16,-1 0-16,26 0 15,1-26-15,26 27 16,-1-27-16,80 0 47,-1 0-47,1 0 15,26 0-15,26 0 16,-27 0-16,53 0 16,-26 26-16,-26-26 15,0 0-15,-27 0 16,-52 26 15</inkml:trace>
  <inkml:trace contextRef="#ctx0" brushRef="#br0" timeOffset="1540.71">15481 6901 0,'-105'0'0,"53"-26"16,25 26-16,54 0 31,51 26-31,27 0 16,26-26-16,-26 26 15,0-26-15,0 0 16,-52 0-16,-1 0 16,-25 0-1,-80 27 17,1-27-32</inkml:trace>
  <inkml:trace contextRef="#ctx0" brushRef="#br0" timeOffset="1713.18">15324 7111 0,'-53'26'0,"53"0"16,0 0-1,79 1-15,26-27 16,26 26-16,26-26 16,-25 0-16,-27 0 15,0 0-15,-27 0 0,-52-26 16</inkml:trace>
  <inkml:trace contextRef="#ctx0" brushRef="#br0" timeOffset="17269.03">17344 5956 0,'-26'0'0,"-27"0"16,53-26 0,0 0-1,27-1 1,-1 1-16,26 26 15,1-26-15,-27 26 16,0 0-16,27 0 16,-27 26-16,-26 27 15,0-27-15,0 26 0,0 1 16,0-1-16,-53-25 16,-25 25-16,25-26 15,27 1-15,0-1 16,0-26-16,26 26 15,0 0-15,26 1 16,26 25 0,1-26-16,-1 1 0,1 25 15,-1-26-15,-26 0 16,-26 1-16,0-1 16,-78-26-1,-27 0-15,0 0 16,26 0-1,0 0-15,1 0 16,51-26-16,1 26 0,26-27 16,0 1-1,53 26-15</inkml:trace>
  <inkml:trace contextRef="#ctx0" brushRef="#br0" timeOffset="17615.66">18052 6166 0,'0'-26'0,"0"0"16,0-1-16,-26 80 63,-26 26-63,-1-1 31,27 1-31,26-26 15,0-1-15,0 0 16,26-25-16,1-1 16,51 0-16,-25-26 0,-1 0 15,1 0-15,25-26 16,-51 0-16,25-53 16,-52 27-16,0-27 15,0 0-15,-26 27 16,0-1-16,-27 27 15,27 0-15,0 26 16,-1 0-16,1 26 16</inkml:trace>
  <inkml:trace contextRef="#ctx0" brushRef="#br0" timeOffset="17866.87">18630 6114 0,'-26'-53'16,"52"79"15,52 53-15,1-26-16,26 25 15,-26 1-15,0-26 16,-1-1-16,-25 0 0,-1-25 15,-25 25-15,-1-52 16,0 26-16</inkml:trace>
  <inkml:trace contextRef="#ctx0" brushRef="#br0" timeOffset="18070.9">19260 6114 0,'-53'-27'16,"27"27"-16,0 0 15,-1 0-15,-25 53 0,-1-1 16,1 27 0,-1 0-16,27 0 0,-26-27 15,25 27-15,-25-27 16,26 1-16,26-1 16,-27-26-16,27 27 15,0-27-15</inkml:trace>
  <inkml:trace contextRef="#ctx0" brushRef="#br0" timeOffset="18824.53">19548 6324 0,'0'-27'0,"-26"1"16,26 0-1,0 0-15,0-1 16,26 1-16,53 0 16,0 0-16,26-1 15,0 27-15,-27 0 16,-25 0-16,-1 27 16,-26 25-16,-26-26 15,0 27-15,-26 26 16,-53-27-16,1-26 0,-1 27 15,0-27-15,1 0 16,25 0-16,1 1 16,52-1 15,78 0-15,1-26-16,26 0 15,0 0-15,26 0 16,-26-26-16,26 0 15,-26-27-15,0 1 16,-26-1-16,-27 1 0,1-27 16,-27 27-1,-26-1-15,0 1 0,-26-1 16,-27 53-16,1-26 16,-1 26-16,-25 0 15,25 0-15,-25 52 16,51-25-16,1 25 15,0-26-15,26 27 16,0-27-16,0 0 16,52 1-1,-25-27-15,-1 0 16,26 0-16,-25 0 0,-1 0 16,26 0-16,-52 52 46,0 27-30,0-1-16,0-25 16,0 26-16,0-1 15,0-25-15,0-1 16,0 1-16,0-1 16,-52-25-16,26 25 15,-53-26-15</inkml:trace>
  <inkml:trace contextRef="#ctx0" brushRef="#br0" timeOffset="19123.63">16662 7321 0,'-105'0'0,"52"0"15,80 0 1,130 0-16,105 26 0,53-26 16,79 26-16,52-26 15,26 26-15,1-26 16,25 27-16,-52-27 16,-52 0-16,-79 0 15,-79 0-15,-105 0 16,-78 0-16,-185 0 31,-51 0-31,-54 0 16</inkml:trace>
  <inkml:trace contextRef="#ctx0" brushRef="#br0" timeOffset="19504.53">17528 7845 0,'0'-26'15,"0"0"-15,26 26 16,26-26-16,53 26 16,-26 0-16,0 0 15,0 0 1,-53 26-16,0 0 0,0 27 0,-26-1 15,-26 1-15,-53-1 16,1 1-16,-27-1 16,0-26-16,26 1 15,0-1-15,27-26 16,25 0-16,80 26 31,52-26-15,0 0-16,52 0 15,-25 0-15,-1 0 16,0 0-16,0 0 16</inkml:trace>
  <inkml:trace contextRef="#ctx0" brushRef="#br0" timeOffset="19722.16">18682 7977 0,'-26'0'16,"26"26"0,52 0-16,27 27 15,0-1-15,0 1 16,-1-1-16,-25 1 16,-1-27-16,1 0 15,-1 0-15,-25-26 16</inkml:trace>
  <inkml:trace contextRef="#ctx0" brushRef="#br0" timeOffset="19905.54">19260 8003 0,'-27'0'0,"-25"0"0,-27 0 31,0 52-31,1 1 15,-1-1-15,0 27 16,0-26-16,27 25 16,26-25-16,0 25 15,26-25-15,-27 26 16,27-53-16</inkml:trace>
  <inkml:trace contextRef="#ctx0" brushRef="#br0" timeOffset="20147.33">19968 7924 0,'0'-26'0,"0"52"31,0 53-15,0 0-16,26-1 15,0 1-15,1 0 16,-1-1-16,-26 1 0,0-26 16,0-27-16,0 0 15,-53 0-15,-25-26 16</inkml:trace>
  <inkml:trace contextRef="#ctx0" brushRef="#br0" timeOffset="20407.41">18866 7767 0,'-79'26'16,"-52"26"-16,-53 27 15,-26 26-15,0 0 16,-26 0-16,0-26 15,26 26-15,0-27 16,53-25-16,26-1 16,26 1-16,52-27 15,27 0-15,0-26 16,26-26 0</inkml:trace>
  <inkml:trace contextRef="#ctx0" brushRef="#br0" timeOffset="20708.56">19155 6350 0,'0'-26'16,"-27"26"-1,-51 0-15,-54 52 16,-51 27-16,-27-1 0,-26 27 16,26-26-16,-26 26 15,-1-26-15,27 26 16,53-53-16,0 27 16,25-53-16,54 27 15,25-53-15,27 0 16</inkml:trace>
  <inkml:trace contextRef="#ctx0" brushRef="#br0" timeOffset="21057.18">18630 4723 0,'-26'52'63,"-27"27"-48,27 0-15,0 0 16,-1-1-16,27-25 16,0-1-16,0 1 15,0-27-15,0 0 16,0 0 0,0 1-16</inkml:trace>
  <inkml:trace contextRef="#ctx0" brushRef="#br0" timeOffset="21765.56">18997 4933 0,'-26'-26'0,"78"26"46,1 0-30,52 0-16,-26 0 0,-27 0 16,27 0-16,-53 0 15,26 0-15,-104 0 47,26 0-31,-27 0-16,27 0 15,-26 0-15,-1 0 16,1 0-16,-1 0 16,1 0-16,25 0 15,1 0-15,0 0 16,0 0 0,26 26-1,0 26 1,-27-25-16,27 25 15,-26 1-15,26-27 16,0 0-16,0 0 16,0 0-16,0 1 31,0-54 16,0 1-32,53 0-15,-27 0 0,26 26 16,-25-26-16,25 26 16,1-27-16,-1 27 15,1 0-15,-1 0 16,0 0-16,-25 27 16,-1-1-16,-26 26 15,0-26-15,0 27 16,-26-27-16,-53 27 15,0-27 1,1 0-16,-27-26 0,0 26 16,26-26-16,-26 0 0,52 0 15,1 0-15,26 0 16</inkml:trace>
  <inkml:trace contextRef="#ctx0" brushRef="#br0" timeOffset="23437.83">18997 5641 0,'-52'0'16,"25"27"-16,1-27 15,52 0 17,27 0-32,26 0 0,-1 0 15,-25 0-15,-1 0 16,-25 0-16,-54 0 47,-51 0-47,-1 0 15,-26 0-15,0 0 16,26 0-16,0 26 16,53-26-16,79 0 31,52 26-31,26-26 16,26 0-1,1 0-15,-27 0 0</inkml:trace>
  <inkml:trace contextRef="#ctx0" brushRef="#br0" timeOffset="24254.3">20335 7242 0,'-26'0'0,"52"0"47,1 0-47,25 0 15,1 0-15,-27-26 16,-105 26 46,0 0-62,-26 0 0,27 0 0,25 26 16,1-26-16,130 26 31,27-26-15,27 0-16,25 0 15,0 0 1,-52 0-16,0-26 0</inkml:trace>
  <inkml:trace contextRef="#ctx0" brushRef="#br0" timeOffset="28139.65">14904 11467 0,'-27'0'16,"80"0"15,52 0-31,26-27 16,-26 27-16,0 0 15,-26-26-15,-27 26 16,-26 0-16,1 0 16,-54 0-1</inkml:trace>
  <inkml:trace contextRef="#ctx0" brushRef="#br0" timeOffset="28312.38">14956 11676 0,'26'0'32,"53"0"-17,26 0-15,26 0 16,1-26-16,-1 26 0,-26-26 16,-27 26-1</inkml:trace>
  <inkml:trace contextRef="#ctx0" brushRef="#br0" timeOffset="31189.96">17475 10942 0,'-52'-53'0,"25"1"16,27 26-16,0-27 16,27 27-16,25 0 15,1-1-15,25 27 16,-25 0-16,26 0 15,-53 0-15,0 27 16,0 25-16,-26 1 16,0-1-16,0 27 15,-52-27-15,-27 1 16,0-1 0,1-26-16,-1 27 0,0-27 15,27 27-15,-1-27 16,53 0-16,0 0 0,0 1 15,53-1 1,25-26-16,54 0 16,-1 0-16,0 0 15,0 0-15,0-26 16,1 26-16,-1-27 16,-26 1-16,0 0 15</inkml:trace>
  <inkml:trace contextRef="#ctx0" brushRef="#br0" timeOffset="31567.45">19102 10889 0,'-52'-26'16,"25"0"-16,-25 0 16,26 26-16,-27 0 15,-26 0-15,27 0 16,-27 52-1,53-26-15,0 27 0,26-1 16,0-26-16,52 27 16,1-53-16,25 0 15,-25 0-15,-1 0 16,1 0-16,-27-26 0,0-1 16,1 1-16,-1 0 15,-26 0-15,26 26 63,-26 26-63,0 53 15,0-1-15,0-25 16,26 26-16,-26-27 16,0 1-16,0-1 15,0 27-15,-26-27 0,-53 27 16</inkml:trace>
  <inkml:trace contextRef="#ctx0" brushRef="#br0" timeOffset="31881.97">17633 12175 0,'0'-26'0,"0"0"15,0 52 32,0 26-47,0 1 16,0 25-16,0 1 15,0-26-15,0-1 16,0 1-16,26-1 16,26-26-16,-25 1 15,25-27-15</inkml:trace>
  <inkml:trace contextRef="#ctx0" brushRef="#br0" timeOffset="32102.64">18604 12332 0,'-27'0'15,"106"-26"17,26 26-32,26-26 0,-26 26 15,26-26-15,-52 26 16,-26 0-16,-1 0 15,-104 0 1</inkml:trace>
  <inkml:trace contextRef="#ctx0" brushRef="#br0" timeOffset="32557.54">18525 12254 0,'-26'0'15,"26"26"1,0 0-16,-27 53 16,27-27-16,0-25 15,0 25-15,0-26 16,0 1-16,0-1 16,53-52 62,-1-27-63,1 27-15,-1 26 16,27-26-16,-27 26 0,27 0 16,-26 0-16,-1 0 15,27 26 1,-53 26-16,0 1 0,1-1 15,-27 1-15,0-1 16,-53 1-16,1-27 16,-27 26-16,0-25 15,-26-27-15,26 26 16,-25-26-16,25 0 16,0 0-16,0 0 0,1 0 15,-27-26-15</inkml:trace>
  <inkml:trace contextRef="#ctx0" brushRef="#br0" timeOffset="32903.03">15429 13120 0,'-79'0'0,"26"26"16,80-26-16,104 26 16,79-26-16,78 0 15,53 0-15,53 0 16,26 0-16,26 0 16,0 0-16,-26 26 15,0-26-15,-53 0 16,-52 27-16,-26-27 15,-53 26-15,-79-26 16,-78 0-16,-53 0 16,0 0-16,-26-26 31,-26-27-31,26 1 16</inkml:trace>
  <inkml:trace contextRef="#ctx0" brushRef="#br0" timeOffset="33468.79">20545 11152 0,'0'-27'0,"26"1"16,-26 52 31,0 53-47,0 26 15,0 26-15,0 27 16,0-27-16,0 0 16,0 27-16,0-53 0,-26-1 15,26-25 1,0 0-16,-26-27 0,26 1 15,0-27 1,-26-26 15,0-26-31,-1-27 16,-51 1-16,51-1 16,-25 27-16,26 0 15,-1 26-15,27 26 47,0 0-31,27 1-16,25-1 15,-26-26-15,1 26 0,-1-26 16,26 0-16,1 0 16,-1 0-16,53 0 15,-26-26 1,0 0-16,-27-1 0,1 1 15,-1 0-15,-52 0 16</inkml:trace>
  <inkml:trace contextRef="#ctx0" brushRef="#br0" timeOffset="34162.36">19260 13671 0,'0'-27'15,"-27"54"1,27 25-1,0 1-15,0 25 16,0 1-16,0 0 0,27-27 16,-1-26-16,26 27 15,-26-27-15,27-26 16,-27 0-16,27 0 16,-27 0-16,26-26 15,1-27 1,-1 1-16,-25 0 0,-27-1 15,0 1-15,0-1 16,0 27-16,0 78 63,0 27-48,0 26-15,0-26 16,0-27-16,0 27 15,0-27-15,0 1 16,0-1-16,0-25 16,26-1-16,26 0 15,-25-26-15,25 0 16,1 0-16,-1 0 16,0-26-16</inkml:trace>
  <inkml:trace contextRef="#ctx0" brushRef="#br0" timeOffset="34397.5">20493 13881 0,'0'-27'16,"26"27"15,0 0-31,53 0 16,-27 0-16,27 0 15,-26 0-15,-27 0 16,0 0-16,0 0 0,-52 0 47</inkml:trace>
  <inkml:trace contextRef="#ctx0" brushRef="#br0" timeOffset="35262.44">20309 13854 0,'0'27'125,"0"-1"-110,0 0-15,0 0 16,0 1 171,0-1-171,0 26-16,0-26 16,-26 1-16,26-1 15,0 26-15,-26-52 16,26 27-16,0-1 15,0-52 79,26-27-78,0 27-16,0 0 15,1 26 1,25-27-16,1 27 16,-1 0-16,0 0 15,27 0-15,-26 0 16,-1 0-16,1 27 0,-1-27 16,-26 26-16,-26 0 15,0 0-15,0 1 16,-26 25-16,-53-26 15,1 1-15,-27-1 16,0 0-16,0 0 16,0-26-16,0 0 15,0 0-15,0 0 16</inkml:trace>
  <inkml:trace contextRef="#ctx0" brushRef="#br0" timeOffset="35874.97">18866 13251 0,'0'-26'16,"0"-1"-16,0 1 15,0 105 17,-26 52-17,-1 26-15,1 27 16,0 26-16,0 0 15,-1 0-15,27 0 16,-26-27-16,26-25 16,-26-27-16,0 0 15,0-52-15,26 0 16,-27-27-16,27 1 16,-26-27-16,26-105 31,-26 1 0,0-54-31</inkml:trace>
  <inkml:trace contextRef="#ctx0" brushRef="#br0" timeOffset="36551.73">17633 13566 0,'-27'0'0,"1"-27"15,26 80 32,-26 26-47,-27 26 16,27 0-16,0-27 0,0 27 15,26-26-15,-27-27 16,27 1-16,0-1 16,0-25-16,0-1 15,27 0 1,-1-26-16,53 0 31,-1 0-31</inkml:trace>
  <inkml:trace contextRef="#ctx0" brushRef="#br0" timeOffset="36914.71">18026 14090 0,'26'-52'16,"1"0"-16,-1-1 15,-26 27-15,0-27 16,0 27-16,0 0 16,-26 26-1,-1 0-15,-51 0 16,25 52-16,1-25 15,-1-1-15,53 26 16,0-25-16,0-1 16,27 0-1,-1-26-15,26 0 16,-25 0-16,25-26 16,-26 0-16,0 26 15,1 0-15,-27 26 47,26 26-47,-26 1 16,26 25-16,-26 1 15,0-26-15,0-1 16,0-26-16,-26 27 0,-27-27 16,-51 0-1</inkml:trace>
  <inkml:trace contextRef="#ctx0" brushRef="#br0" timeOffset="37275.36">16714 13303 0,'0'-52'0,"0"26"0,0-1 15,0 132 32,0 0-47,-26 79 16,0 0-16,0-1 16,-1-25-16,1 25 15,26-25-15,-26-27 16,26 0-16,-26-26 15,-1-26-15,27-27 16,0 1-16,-26-53 16,26 26-16,-26-26 15,-27 0-15,1 0 0,-27-52 16</inkml:trace>
  <inkml:trace contextRef="#ctx0" brushRef="#br0" timeOffset="37638.18">15297 13828 0,'0'-26'15,"0"0"-15,53 26 16,26-27-16,25 1 15,-25 26-15,-26 0 16,-1 53-16,-26-1 16,1 27-16,-27 0 15,0-27-15,-53 27 16,-26-27-16,1-26 16,-1 27-16,27-53 15,-1 26-15,27-26 16,0 26-16,78-26 47,53 0-47,79 0 0,52 0 15,52 0-15,54 0 16</inkml:trace>
  <inkml:trace contextRef="#ctx0" brushRef="#br0" timeOffset="37939.17">19916 15245 0,'-27'0'15,"80"0"1,52 0 0,0 0-16,0 0 15,-27 0-15,-25 0 16,-1 0-16,-25 0 16,-1 0-16</inkml:trace>
  <inkml:trace contextRef="#ctx0" brushRef="#br0" timeOffset="38358.11">19863 15245 0,'-26'26'0,"0"-26"16,-1 53-1,1-1-15,0 1 0,26-1 16,-26 1-16,26-1 15,-27 1-15,27-27 16,0 0 0,0-78 31,0 25-32,53 1-15,-27 0 16,27 26-16,25 0 15,-25 0-15,25 0 16,1 0-16,0 0 16,0 26-1,-27 27-15,1-1 0,-27 1 16,0-1-16,-26 1 0,0-1 16,-79-26-1,1 27-15,-27-27 0,-27 0 16,-25-26-16,26 0 15,-27 0 1,53-26-16</inkml:trace>
  <inkml:trace contextRef="#ctx0" brushRef="#br0" timeOffset="38739.98">18367 14799 0,'0'52'47,"27"1"-47,-1 26 0,0-1 15,27 1 1,-1-26-16,27-27 0,-27 0 16,27 0-16,-27-26 15,53 0-15,-26-26 16,52 0-16,-26-27 16,-26 1-16,26-27 15,-53 27-15,1-1 16,-53 1-16,0 25 15,0 1-15,0 0 16,-53 26-16,1 0 16,-27 26-1</inkml:trace>
  <inkml:trace contextRef="#ctx0" brushRef="#br0" timeOffset="39541.5">18446 16006 0,'-26'-26'0,"26"0"31,0-1-31,52-25 0,1 26 0,26-1 16,-27 1-16,0 0 16,1 26-16,-1 0 15,-25 0-15,-1 0 32,0 0-32,0 52 15,-26 1-15,0-1 16,0 1-16,0-1 15,0-26-15,-52 1 16,-1 25-16,1-52 16,-1 26-16,1 1 0,26-27 15,52 0 63,26 0-62,1 0-16,-1 0 16,27 0-16,-26 0 15,25 0-15,-51 26 0,25-26 16,-26 26 0,-26 27-16,0-27 0,0 0 15,0 0-15,0 1 16,-52-1-16,-1-26 15,1 26-15,-27-26 16,-26 0-16,26 0 16,1 0-16,-1 0 15,-26-26-15,0 0 16,0-1-16,-26 1 16,0 0-16</inkml:trace>
  <inkml:trace contextRef="#ctx0" brushRef="#br0" timeOffset="40770.96">16609 17161 0,'-78'0'16,"25"-27"-16,27 27 16,52-26-1,132 0-15,51 0 16,133-27-16,51 53 0,79-26 15,27 26-15,52 0 16,0 0-16,0 0 16,-26 0-16,-27 0 15,-78 0-15,-52-26 32,-106 26-32,-78 0 15,-79-27-15,-79 27 16,0 0-16,-78-26 62</inkml:trace>
  <inkml:trace contextRef="#ctx0" brushRef="#br0" timeOffset="41937.18">1180 5536 0,'-52'27'0,"-27"-27"15,53 0-15,0 0 16,52-27-1,79-51 1,52-1-16,27-26 16,105-26-16,26-27 15,52 1-15,26-27 16,1 1-16,-27-1 16,-25 26-16,-54 27 15,-52 26-15,-78 27 0,-27 25 16,-52 27-16,-53 0 15,-52 52 64,-27 26-79,-26-25 15</inkml:trace>
  <inkml:trace contextRef="#ctx0" brushRef="#br0" timeOffset="120401.3">2414 11335 0,'-53'0'0,"27"0"0,0 0 16,26-26-16,26 26 47,0 26 15,0 1-62,27 25 16,-27-52 0,0 26-16,-26 1 0,0-1 31,-26 0-31,0 0 0,-27-26 0,1 26 15,26 1-15,-1-27 16,1 0-16,26 26 63,53 0-32,-27 0-31,26 1 0,1-1 15,-1 0-15,-25 0 16,-1 1-16,26-1 16,-25-26-16,-27 26 15,0 0 17,-27-26-17,-25 27 1,-53-27-16,0 0 15,26 0-15,0 0 16,27 0-16,0 0 16,25 0-16,1-27 15,26 1 1,0 0-16,0 0 16</inkml:trace>
  <inkml:trace contextRef="#ctx0" brushRef="#br0" timeOffset="121560.08">2151 11414 0,'0'-26'47,"0"0"-47,26 26 0,-26-27 16,27 1-16,-1 26 15,26-26-15,27 0 16,-26 26-16,-1 0 15,-26 0-15,1 0 16,-1 0-16,0 26 16,0 26-16,-26-25 15,0 25-15,0-26 16,-26 27-16,-26-1 16,25-26-16,-25 1 15,-1-1-15,1 0 0,-1 0 16,1 1-16,104-27 62,1 0-46,-27 0-16,0 0 16,1 0-16</inkml:trace>
  <inkml:trace contextRef="#ctx0" brushRef="#br0" timeOffset="122698.94">2230 9367 0,'0'-26'0,"0"0"15,0 0-15,52-1 16,27 1-16,0 0 16,0 0-16,-1 26 15,-25 0-15,-1 0 16,1 0-16,-27 78 15,0-25-15,0 52 16,1-26-16,-27-1 16,0 1-16,0-27 15,0-25-15,0-1 16,0-52 15,0-27-15,0-25-16,0-1 15,0 0-15,0-26 16,26 53-16,26-27 16,1 53-16,-1-27 15,1 53-15,-1-26 16,1 26-16,-1 0 16,-25 0-16,25 26 0,1 27 15,-1-1-15,-26 27 16,0 0-16,1-1 15,-27-25-15,0 26 16,0-27-16,0-26 16,0 0-16,0 1 15,0-1-15,0 0 47</inkml:trace>
  <inkml:trace contextRef="#ctx0" brushRef="#br0" timeOffset="123265.87">3909 9604 0,'27'-27'0,"-1"1"15,-52 52 110,-27 1-109,27 25-16,0 0 0,26-25 16,0 25-16,0-26 15,0 1-15,52-1 16,1 0-16,-1-26 15,0 0-15,1 0 16,-27 0-16,0 0 16,1 0-16,-1-26 15,0 26-15,-26-26 16,0-1 0,-26 27 62,0 27-63</inkml:trace>
  <inkml:trace contextRef="#ctx0" brushRef="#br0" timeOffset="126198.47">4093 10128 0,'-26'0'0,"-1"0"16,27-26 0,0 0-1,0 0-15,0-1 0,27 1 16,-1 0-1,26 26-15,1-26 0,26 26 16,-27 0-16,27 0 16,-27 52-16,1 1 15,-1-1-15,-25 27 16,-27 0-16,0-27 16,0 0-16,0 1 15,0-27-15,0 0 16,-27-26-1,1-52 17,26-1-32,-26-25 15,26-1-15,0 27 16,0-1 0,26 1-16,27 25 0,-1-25 15,27 26-15,26-1 16,-27 27-16</inkml:trace>
  <inkml:trace contextRef="#ctx0" brushRef="#br0" timeOffset="126450.08">5300 9813 0,'-26'0'0,"78"0"31,27 0-15,0-26-16,-1 26 16,27 0-16,-52-26 15,-1 26-15,1 0 16</inkml:trace>
  <inkml:trace contextRef="#ctx0" brushRef="#br0" timeOffset="126607.27">5248 10050 0,'-27'0'0,"27"26"16,53-26-1,25 0 1,27 0-1,27 0-15,-27-26 0,26-27 0</inkml:trace>
  <inkml:trace contextRef="#ctx0" brushRef="#br0" timeOffset="127220.88">6664 8974 0,'0'-53'0,"0"27"16,0 0-16,53 0 16,-1-1-1,1 27-15,26 0 0,-1 0 0,-25 0 16,-1 53 0,-25-1-16,-1 1 0,-26-1 15,0 1-15,0-27 16,0 0-16,0 0 15,0 1-15,-26-27 16,-1 0 15,27-27-31,0 1 16,0-53-16,0 1 16,0-1-16,0 0 15,53 1-15,-1 25 16,1 27-1,-27 0-15,26 26 0,-25-27 0,25 27 16,-26 0-16,27 27 16,-27 25-16,27 1 15,-27 25-15,26 1 16,-52-26-16,27-1 16,-27 0-1,0 1-15,0-27 0,26 0 16,-26 1-16,26-1 15,27-26-15,-27 0 0</inkml:trace>
  <inkml:trace contextRef="#ctx0" brushRef="#br0" timeOffset="127472.74">8291 8528 0,'0'-27'15,"0"54"32,0 25-47,-26 1 16,26-1-16,0 1 0,0-1 16,0 27-16,0-53 15,0 27-15,0-1 16,0-26-16,0 27 15,0-27 1</inkml:trace>
  <inkml:trace contextRef="#ctx0" brushRef="#br0" timeOffset="127708.96">8108 9367 0,'26'0'46,"-26"-26"17,-26 26-1</inkml:trace>
  <inkml:trace contextRef="#ctx0" brushRef="#br0" timeOffset="128086.98">6008 10023 0,'-78'0'0,"52"27"16,-1-27-16,80 0 15,78 0 1,26 0-16,53 0 15,26-27-15,53 27 16,26-26-16,26 0 16,26 26-16,1 0 15,-27-26-15,0 26 16,-79-27-16,-52 1 16,-52 0-16,-79 26 0,-53-26 15,0 26-15,-52-27 31,-27 27-31,-52 0 0,-26 0 16</inkml:trace>
  <inkml:trace contextRef="#ctx0" brushRef="#br0" timeOffset="128574.41">6664 10233 0,'-52'-26'0,"0"26"16,25 0-16,-25 0 15,-27 53-15,0 25 16,27 1-16,-27 26 16,53 0-16,26 0 15,0 0-15,0-27 0,26 1 16,53 0 0,0-27-16,26 1 0,0-27 15,-1 0-15,1-26 16,-26 0-1</inkml:trace>
  <inkml:trace contextRef="#ctx0" brushRef="#br0" timeOffset="129093.2">6901 10679 0,'-27'-26'0,"1"0"16,26 0-16,0 52 62,26 26-62,1 1 16,-1-1-16,-26 1 16,0-1-16,0-26 15,0 1-15,0-1 16,-26-26-16,-1 0 15,27 26-15,-26-26 0,26-52 16,0-1 0,0 1-1,0-1-15,26-25 0,27 25 16,-1 1-16,1 25 16,-1 1-16,1 0 15,-1 26-15,-26 0 16,1 0-16,-1 0 15,0 52-15,0 1 16,1-1-16,-1 1 16,-26-1-16,0 1 15,26-27-15,-26 26 16,0-25-16,0-1 0,0 0 16,0 0-1</inkml:trace>
  <inkml:trace contextRef="#ctx0" brushRef="#br0" timeOffset="129269.28">7557 10915 0,'0'-26'16,"26"26"-1,53 0-15,-27 0 16,27 0-16,-1-26 16,1 26-16,0 0 31,0-26-31</inkml:trace>
  <inkml:trace contextRef="#ctx0" brushRef="#br0" timeOffset="129818.53">8213 10443 0,'-27'-26'16,"1"0"-16,26-1 15,26 54 48,27 25-48,-1 27-15,-25 0 16,-1 26-16,0-27 16,0-25-16,-26-1 15,0 27-15,-26-27 16,-26 1-16,-27 26 16,-26-27-16,26 1 0,-26-1 15,26 1-15,1-27 16</inkml:trace>
  <inkml:trace contextRef="#ctx0" brushRef="#br0" timeOffset="130810.83">8003 10627 0,'0'-26'16,"0"-1"-16,52 27 46,-26 27-30,53-1-16,-26 53 16,25-27-16,-25 27 15,-27-27-15,0 27 16,-26-27-16,0-25 16,0-1-16,0 0 15,-26-26 16,0-26-15,0-27-16,26-25 0,0 25 16,0-25-16,26 25 15,26 1-15,-25 25 16,25 1 0,0 0-16,-25 26 0,-1 0 15,0 0-15,0 0 16</inkml:trace>
  <inkml:trace contextRef="#ctx0" brushRef="#br0" timeOffset="131125.03">8711 10312 0,'0'-26'0,"26"26"47,27 26-47,-27 26 15,27 53-15,-27-26 16,0 0-16,0 26 0,-26-26 16,0-1-16,-26 1 15,0 0-15,-27-1 16,1-25-1,26-27-15,-1 0 0,1 1 16</inkml:trace>
  <inkml:trace contextRef="#ctx0" brushRef="#br0" timeOffset="131345.01">9603 10417 0,'-26'-26'16,"52"52"31,1 26-32,-1-25-15,0 25 16,-26 1-16,0-1 15,0 1-15,0-27 16</inkml:trace>
  <inkml:trace contextRef="#ctx0" brushRef="#br0" timeOffset="131550.07">9525 11020 0,'26'0'15,"0"0"-15,27 0 16,-27-26-16,0 0 15,-52 0 17,0 26-32,-53 0 15,26 0-15,1 0 16,26 0-16,-1 0 16</inkml:trace>
  <inkml:trace contextRef="#ctx0" brushRef="#br0" timeOffset="131975.95">10207 10548 0,'-26'-26'0,"26"-27"16,0 27-16,26 0 15,26 0-15,1-1 16,-1 27-16,-26 0 16,1 0-16,25 0 15,1 27-15,-27 25 16,0 1-16,0-1 15,-26 1-15,0-1 16,0-26-16,0 1 0,-26-27 31,0 0-15,0 0-16,-1-53 16,27 27-16,0-27 15,0 1-15,27-1 16,25 1-16,1 26 15,25-1-15,-25 1 16,-1 0-16</inkml:trace>
  <inkml:trace contextRef="#ctx0" brushRef="#br0" timeOffset="132463.44">11256 9997 0,'0'-26'0,"0"0"15,0 52 17,0 26-17,0 1-15,27-1 16,-1 1-16,-26-1 16,0 1-16,0-1 15,0 1-15,0-27 0,-26 26 16,-1-25-16,1 25 15,0-26-15,26 1 16,0-1-16,0 26 16,0-25-16,26-27 15,0 26-15,27-26 16,-27 26-16,0-26 16,1 0-16,-1 0 0,0 0 15,-26-26 1,0 0-1,0-1 1,-26 27 0,-27 0-16,27 0 15,0 0-15,-27 0 16,27 0-16,26 27 16,0-1-1,26 0 1</inkml:trace>
  <inkml:trace contextRef="#ctx0" brushRef="#br0" timeOffset="133217.32">9079 10076 0,'0'-26'15,"78"-1"1,27-25-1,53 26-15,-1-1 0,27 1 16,-1 0-16,-25 0 16,26-27-16,-27 27 15,-26 0-15,-26 26 16,-52 0-16,-27-27 16,0 27-16,-26 27 46</inkml:trace>
  <inkml:trace contextRef="#ctx0" brushRef="#br0" timeOffset="136705.07">4880 13303 0,'53'0'15,"52"0"1,0 0-16,0-26 31,-1 26-31,-25 0 0,0 0 16,-27 0-16,-25 0 0</inkml:trace>
  <inkml:trace contextRef="#ctx0" brushRef="#br0" timeOffset="136846.74">5143 13435 0,'-53'26'16,"27"-26"-16,0 0 0,104 0 31,27 0-31,53 0 15,52-26-15,0-27 16</inkml:trace>
  <inkml:trace contextRef="#ctx0" brushRef="#br0" timeOffset="137428.76">7399 12490 0,'-26'0'16,"26"-26"-1,52-1 1,27 27-16,26-26 15,0 26-15,-26-26 32,-1 26-32,-25 0 15,-27 26-15,-26 27 0,0-1 16,-26 1-16,-27 25 16,-25-25-16,-1-27 15,0 0-15,27 1 16,26-27-16,-1 0 15,54 0 17,51 0-32,1 0 15,26 0-15,-26 0 16,26 0-16,-27 26 0,-25 0 16,-27-26-1,0 26-15,-26 0 0,-26 1 16,-53-1-1,1-26-15,-27 0 16,0 26-16,0-26 16,0 0-16,0 0 15,52 0-15,27 0 16</inkml:trace>
  <inkml:trace contextRef="#ctx0" brushRef="#br0" timeOffset="137806.42">8449 12464 0,'-26'-27'0,"-1"27"16,1 27 15,26-1-16,0 26-15,0 27 16,0-26-16,0-27 0,0 26 16,53-25-16,-1-1 15,-26 0-15,53 0 16,-27-26-16,1 0 16,-1 0-16,1-26 15,-27 0-15,27 0 16,-27-27-16,0 1 15,-26-1-15,0 1 16,-26-1-16,-27 27 16,1 0-16,-1-1 15,1 27-15,-27-26 16,27 26-16,-27 0 16,53 26-16,-27 1 0</inkml:trace>
  <inkml:trace contextRef="#ctx0" brushRef="#br0" timeOffset="138074.04">9367 12201 0,'0'26'78,"0"1"-78,0 25 16,0-26-16,26 27 16,1-27-16,-27 27 15,0-1-15,0-26 16,-27 1-16</inkml:trace>
  <inkml:trace contextRef="#ctx0" brushRef="#br0" timeOffset="138340.62">9210 12857 0,'0'26'16,"26"-26"-16,26 27 16,1-27-16,-27 0 15,0 0-15,1 0 16,-27-27 15,-27 27-15,1 0-1,0 0-15,-27 0 78</inkml:trace>
  <inkml:trace contextRef="#ctx0" brushRef="#br0" timeOffset="138765.47">6245 13566 0,'-27'0'15,"1"0"-15,79 0 16,52 0-16,52 0 15,53 0 1,52-27-16,27 1 0,78 0 16,53 0-16,0-27 15,26 27-15,-26-26 16,-26 25-16,-27 1 16,-26 0-16,-52 0 15,-53-1-15,-79 1 16,-26 26-16,-78-26 15,-1 26-15,-78 0 32,-53-26-32,-26 26 15</inkml:trace>
  <inkml:trace contextRef="#ctx0" brushRef="#br0" timeOffset="140908.6">7163 14379 0,'-52'-26'15,"25"0"-15,27-1 16,0-25-16,0 26 15,53-27-15,-1 27 16,27 0-16,-27 26 0,1-27 16,-1 27-16,1 0 15,-1 0-15,-25 27 16,-27-1-16,0 26 16,0 1-16,0 26 15,-27-27-15,-25 1 16,-27 25-16,0-25 15,1-1-15,25-25 16,1-1-16,-1 0 16,27 0-16,0-26 0,0 0 15,78 0 32,27 0-31,26-26-16,0 26 15,0-26-15,26 26 16,-26-26-16,0 26 16,-27 0-16,1-27 15,0 27-15,-27-26 16</inkml:trace>
  <inkml:trace contextRef="#ctx0" brushRef="#br0" timeOffset="141364.51">8291 14222 0,'-52'-27'31,"26"27"-31,-1-26 0,1 26 32,0 26-17,0 1-15,26-1 16,0 26-16,0 1 15,52-1-15,1 1 16,-1-27-16,1 27 0,25-27 16,-25 0-16,-27 0 15,0 1-15,-26-1 16,0 0 0,-26-26-1,0 0 1,-27 0-16,27 0 15,0 0-15,0-52 16,26 25-16,0-25 16,0-1-16,0 1 15,0-1-15,26 1 16,0-1 0,-26 27-16,0-26 15,0 25 1,0 1-16,-52 26 15,-1 0-15,1 0 16,-1 0-16,27 26 16,0 1-16,26-1 15</inkml:trace>
  <inkml:trace contextRef="#ctx0" brushRef="#br0" timeOffset="141631.96">9079 13959 0,'0'27'63,"0"-1"-63,26 26 15,0 1-15,-26-27 16,26 26-16,0 1 0,-26-1 16,0-25-16,0-1 15,0 26-15</inkml:trace>
  <inkml:trace contextRef="#ctx0" brushRef="#br0" timeOffset="141899.95">9131 14668 0,'26'0'32,"-26"-26"15,-26 26-47,0 0 15,26-27-15,-26 27 16,52 27 62,0-27-78</inkml:trace>
  <inkml:trace contextRef="#ctx0" brushRef="#br0" timeOffset="142214.12">10023 14064 0,'-52'0'0,"25"-26"0,54 78 47,25-25-47,1 25 15,25 1-15,-25-27 16,-1 26-16,1-25 16,-1-1-16,-26 0 15,1 0-15,-27 1 16,26-27-1</inkml:trace>
  <inkml:trace contextRef="#ctx0" brushRef="#br0" timeOffset="142403.16">10417 14117 0,'-27'-27'0,"1"27"15,0 0-15,0 0 16,-27 27-16,1 25 15,-1 1-15,1-1 16,26 1-16,-27-1 16,27 1-16,-27-27 0,27 26 15,26-25 1,0-1-16,0 0 0</inkml:trace>
  <inkml:trace contextRef="#ctx0" brushRef="#br0" timeOffset="142749.46">10784 14038 0,'53'-26'16,"-1"0"-16,53-1 16,-53 27-16,27 0 15,-26 0-15,-27 53 0,-26-27 16,0 53-16,-53-27 15,1 27-15,-27-27 16,1 1-16,-27-27 16,26 0-16,26 1 15,27-1-15,0-26 16,52 0 46,53 0-62,52-26 0,0-1 0,27-25 16,-1-1-16,1-25 16,-27 25-1</inkml:trace>
  <inkml:trace contextRef="#ctx0" brushRef="#br0" timeOffset="142993.56">12070 13644 0,'-26'0'0,"-1"0"16,1 27-1,26-1 1,-26 53-16,26-53 16,0 26-16,0 1 15,0-27-15,0 27 16,0-27-16,0 0 15,52 26-15,-25-25 16</inkml:trace>
  <inkml:trace contextRef="#ctx0" brushRef="#br0" timeOffset="143237.28">11886 14432 0,'-26'0'0,"26"26"16,0 0-16,26-26 31,0 0-31,1 0 16,-27-26-1,0 0 1,-27 26 46,-25 0-46,26 0-16</inkml:trace>
  <inkml:trace contextRef="#ctx0" brushRef="#br0" timeOffset="143976.28">5589 16662 0,'-27'0'15,"80"-26"17,26 26-32,26-26 15,0 26-15,-1-27 16,-25 27-16,0 0 15,-53 0-15</inkml:trace>
  <inkml:trace contextRef="#ctx0" brushRef="#br0" timeOffset="144102.4">5877 16767 0,'-78'26'16,"25"0"-16,27-26 16,0 0-16,52 0 31,105 0-16,53 0-15,78-26 16,1-26-16,-27-1 16</inkml:trace>
  <inkml:trace contextRef="#ctx0" brushRef="#br0" timeOffset="144621.45">8501 16058 0,'-26'0'0,"26"-26"16,0 0-16,52 0 16,1 0-16,-1-1 15,1 27-15,-27 0 16,27 0-16,-27 0 16,0 0-16,-26 27 15,0 25-15,0-26 16,0 0-16,0 1 15,-52-1-15,-1 0 16,1 0-16,-1 1 0,27-27 16,0 0-16,26 26 15</inkml:trace>
  <inkml:trace contextRef="#ctx0" brushRef="#br0" timeOffset="146489.7">7504 15980 0,'-26'-26'16,"26"-1"-16,0 1 0,26 0 15,53 0-15,0 26 16,-1-27-16,-25 1 15,-1 26-15,1 0 16,-27 0 0,-26 26-16,0 27 15,0-27-15,-26 27 0,-1-1 16,-25-26-16,0 0 16,25 1-16,-25-1 15,26 0-15,-1-26 16,1 0-16,26 26 15,26-26 48,1 27-47,25-27-16,-26 0 15,27 0-15,-1 26 0,1-26 16,-27 0-1,0 0-15,-26 26 0,26-26 16,-26 26 15,0 1-15,-26-1-16,0 0 16,0 0-16,-27-26 15,27 27 1,-26-27-1,25 0-15,1 0 16,0 0 0,0 0-1,-1 0-15,1 0 16,-26 0-16,25 0 16,1 0-16,0 0 15,26-27 32,0 1-31,26 0-16</inkml:trace>
  <inkml:trace contextRef="#ctx0" brushRef="#br0" timeOffset="146992.26">8659 15822 0,'0'-26'0,"0"0"16,0 0 15,-53 26-31,-26 0 15,27 0-15,-27 26 16,1 0-16,25 0 16,27 27-16,0-1 15,26 1-15,0-1 16,0 1-16,0-1 16,52 1-16,-26-27 15,1 0-15,25 0 16,-26-26-16,1 0 0,25 0 15,0 0-15,1 0 16,-1-26-16,1 0 16,-27 0-16,0-27 15,1 1-15,-27-1 16,0-25-16,0 25 16,-53 27-16,1 0 15,-1-1-15,27 1 16,0 26-16,-1 0 15,1 26-15,26 1 16,0-1 0</inkml:trace>
  <inkml:trace contextRef="#ctx0" brushRef="#br0" timeOffset="147212.76">9079 15770 0,'78'26'31,"1"27"-15,26-1-16,-26 1 0,-1-1 16,1 0-16,-26 1 15,-27-27-15,0 0 16,0 1-16,1-27 15,-1 0 1</inkml:trace>
  <inkml:trace contextRef="#ctx0" brushRef="#br0" timeOffset="147416.62">9866 15796 0,'-27'-26'0,"1"0"15,0 26 1,0 0-16,0 0 15,-27 26-15,1 26 16,-1 1-16,1 26 16,-1-1-16,1-25 15,-1-1-15,1 1 16,25-27-16,27 26 16,0-25-1</inkml:trace>
  <inkml:trace contextRef="#ctx0" brushRef="#br0" timeOffset="147919.64">10128 15822 0,'0'-26'16,"26"0"-16,27 0 15,-1-1-15,27 1 16,0 26-16,-27 0 15,1 0-15,-27 0 16,0 26-16,-26 1 16,0 25-16,0 1 15,-26-27-15,-27 26 16,1-25-16,-27 25 0,27-26 16,-27 27-16,27-27 15,25-26-15,-25 26 16,78-26 62,27 0-62,52 0-16,26 0 15,0 0-15,26-26 16,-25 26-16,25-26 0,-26-1 15,-52 27-15,-53 0 16,0-26-16,-52 26 47,0 26-31,-27-26-16</inkml:trace>
  <inkml:trace contextRef="#ctx0" brushRef="#br0" timeOffset="148453.79">11650 15796 0,'0'-52'0,"0"25"15,0-25-15,0-1 16,0 27-16,-26 26 15,-27-26-15,1 26 16,-27 0-16,27 0 16,-27 0-16,0 26 15,53 0-15,0 27 0,26-27 16,0 27-16,0-27 16,26 0-16,0-26 15,27 26-15,-1-26 16,1 0-16,-27 0 15,26-26-15,1 0 16,-27 0-16,27-1 16,-53 1-16,26 0 15,-26 0 1,0 52 31,0 26-32,0 27-15,0 0 16,0 0-16,0-27 16,0 0-16,0 1 15,26-27-15,-26 0 16,26-26 31,0 0-32</inkml:trace>
  <inkml:trace contextRef="#ctx0" brushRef="#br0" timeOffset="148706.4">11860 15560 0,'26'26'32,"53"0"-32,26 27 0,0 26 0,-26-27 15,-1 1-15,1-27 16,0 26-16,-27-25 16,-26-27-16,1 26 15,-1-26-15</inkml:trace>
  <inkml:trace contextRef="#ctx0" brushRef="#br0" timeOffset="148911.12">12516 15507 0,'-26'-26'0,"-1"26"31,1 26-15,0 27-16,-27-1 0,1 27 0,26-26 15,0 25-15,-27-25 16,53 26-16,-26-27 31,26-26-31,0 27 16,0-27-16,52-26 16</inkml:trace>
  <inkml:trace contextRef="#ctx0" brushRef="#br0" timeOffset="149586.04">13014 15534 0,'0'-27'16,"0"1"-16,0 0 15,79 0 1,-26-1-16,-1 27 15,1 0-15,-27 0 16,0 0-16,0 0 16,-26 27-16,0 25 0,0 1 15,0-1-15,-26-26 16,-26 27-16,-1-27 16,1 0-16,-1 1 15,53-1-15,-26-26 16,52 0 31,53 0-47,0-26 15,52-1-15,0-25 16,-26-1-16,26 1 0,-26-1 16,-26 1-16,-53-1 15,0 27-15,1 0 16,-27 0-16,0 0 15,-27 26-15,1 0 16,-26-27-16,25 27 16,-25 0-16,-1 0 15,27 27-15,0-1 16,26 26-16,0-26 16,0 27-16,0-1 15,52 1-15,1-1 0,-27-25 16,0 25-1,1 1-15,-1-27 0,-26 0 16,-26-26 31,-1 0-47,-25-26 16,26-27-16,26 1 15,0-1-15,0-25 16,52 25-16,27 1 15,26 25-15</inkml:trace>
  <inkml:trace contextRef="#ctx0" brushRef="#br0" timeOffset="149947.73">14431 15114 0,'-26'0'16,"26"52"-1,0-25 1,0 25-16,0 1 16,26-27-16,1 26 15,-1 1-15,0-27 0,-26 26 16,0-25-16,0 25 16,-52 1-16,-1-27 15,1 26-15,25 1 16,1-1-16,0 1 15,26-27-15,0 27 16,0-27 0,-53-26 46,-25 0-46</inkml:trace>
  <inkml:trace contextRef="#ctx0" brushRef="#br0" timeOffset="150403.62">8108 16872 0,'-105'0'0,"78"0"15,106 0 1,79-26 0,104 26-16,79-27 15,26 1-15,80 0 0,51 0 16,53-1-16,26-25 16,1 26-16,-27 0 15,-26-27 1,-27 27-16,-52 0 0,-79 26 15,-52-27-15,-78 1 16,-106 26-16,-53 0 16,-51 0-16,-80 0 15,-78 0 1,-53 26-16</inkml:trace>
  <inkml:trace contextRef="#ctx0" brushRef="#br0" timeOffset="151329.99">9603 17344 0,'0'-26'0,"0"0"0,0-1 15,27 1-15,25 0 16,27 26-16,-1 0 16,-25 0-16,-1 0 15,-25 0-15,-1 52 16,-26-25-16,0 25 16,-26 27-16,-53-27 0,26 1 15,-25-27-15,25 0 16,1-26-16,52 27 15,-26-27-15,52 0 47,26 0-31,27 0-16,26-27 0,26 1 16,-26-26-16,0-1 15,0 1-15,-26-1 16,-1 27-16,-51-27 15,-27 27 1,0 0-16,-27 26 16,1 0-16,26-26 0,-26 26 15,26 26 1,0 26 0,0-25-16,52 51 15,-25-25-15,25-1 16,1 1-16,-27-27 15,0 27-15,-26-27 16,0 0-16,-26 0 16,0-26-16,-27 0 15,1 0 1,25 0-16,1-26 0,26 0 16,-26 0-16,26-27 15,0 1 1,52-1-16,27 27 0,0-27 15</inkml:trace>
  <inkml:trace contextRef="#ctx0" brushRef="#br0" timeOffset="151535.51">11309 17003 0,'-53'-26'0,"53"52"46,0 27-14,0-27-32,27 26 0,-27 1 0,0 25 31,0-25-31,0-1 0,0-25 0</inkml:trace>
  <inkml:trace contextRef="#ctx0" brushRef="#br0" timeOffset="151740.28">11204 17712 0,'26'0'31,"-26"-27"16,-26 27-32,-27-26-15,27 0 32</inkml:trace>
  <inkml:trace contextRef="#ctx0" brushRef="#br0" timeOffset="151963.03">11939 17187 0,'52'52'31,"27"-26"-31,26 27 16,0-27-16,0 27 15,-27-27-15,-25 0 16,-1 0-16,-25-26 15,-1 27-15</inkml:trace>
  <inkml:trace contextRef="#ctx0" brushRef="#br0" timeOffset="152165.12">12437 17082 0,'-52'0'15,"-27"0"-15,27 26 16,-27 27-16,26 25 16,1 1-16,26 0 15,-27-27-15,27 27 16,0-27-16,-1 1 16,27-1-16,0-25 15</inkml:trace>
  <inkml:trace contextRef="#ctx0" brushRef="#br0" timeOffset="152589.1">12857 17187 0,'-26'-26'16,"0"-1"-16,26 1 15,0 0-15,0 0 16,52-27-16,27 27 16,-27 0-16,27 26 0,-27 0 15,1 0-15,-1 0 16,-25 0-16,-1 26 16,-26 26-16,0 1 15,0-1-15,-53 1 16,1-1-16,-1 1 15,-25-27-15,25 0 16,27 0-16,0 1 16,52-27 31,26 0-47,53 0 15,27 0-15,-1-53 16,0 1-16,0-1 15</inkml:trace>
  <inkml:trace contextRef="#ctx0" brushRef="#br0" timeOffset="152824.47">13933 16846 0,'-53'0'16,"27"0"-16,0 26 0,26 26 16,0-25-16,0-1 15,0 26-15,0-25 16,26-1-16,-26 0 16,26 0-16,1 1 15,-27-1-15,26 0 16</inkml:trace>
  <inkml:trace contextRef="#ctx0" brushRef="#br0" timeOffset="153641.14">13670 17633 0,'0'26'16,"53"-26"-1,-27 0 1,0 0-16,1 0 16,-27-26-1,0 0 1,0-1-16,-27 27 16,27-26-1,-26 26-15,0 0 578,0-26-578</inkml:trace>
  <inkml:trace contextRef="#ctx0" brushRef="#br0" timeOffset="154460.13">15219 14589 0,'78'-52'16,"-51"25"-16,-1 27 0,-26-26 16,-53 26-1,-78 53-15,-53-1 16,-52 53-16,0 26 16,-53 27-16,27-1 15,-53 53-15,-26 0 16,26 0-16,-26 0 15,26 0-15</inkml:trace>
  <inkml:trace contextRef="#ctx0" brushRef="#br0" timeOffset="155355.72">11650 16767 0,'105'-26'0,"-53"-1"16,27 27-16,-53-26 15,1 0-15,-1 26 16,-184 52 0,-104 53-1,-105 53-15,-53-1 16,-26 53-16,26-26 15,26 26-15,27-27 0,78 27 16,1-26-16,52-53 16</inkml:trace>
  <inkml:trace contextRef="#ctx0" brushRef="#br0" timeOffset="158275.64">14536 16505 0,'-26'0'31,"-79"78"-31,-52 27 15,-53 26-15,0 1 16,0-1-16,-26 26 16,0-26-16,-27 27 15,1-27-15,-1 0 16</inkml:trace>
  <inkml:trace contextRef="#ctx0" brushRef="#br0" timeOffset="159077.7">8711 15744 0,'-79'0'0,"-26"0"0,-26 52 16,0 1-16,-26 25 15,25 1 1,1 0-16,0-1 0,-26 1 16,25 26-16,-51-26 15,25 26-15,1-26 16,-1-27-16</inkml:trace>
  <inkml:trace contextRef="#ctx0" brushRef="#br0" timeOffset="159376.29">7478 15114 0,'0'-26'0,"0"-1"16,26 27-1,-26 27 1,0 25 0,0 27-16,0-27 15,0 1-15,0 25 16,0-25-1,0-1-15,-26-25 0,26 25 0,0-26 16,0 27-16,26-53 16</inkml:trace>
  <inkml:trace contextRef="#ctx0" brushRef="#br0" timeOffset="159611.76">7950 15245 0,'-26'-26'0,"0"26"16,26-26-16,26 26 31,26 0-31,53 0 16,0-27-16,0 27 15,-26 0-15,-26 0 16,-1 0-16,-26 0 15</inkml:trace>
  <inkml:trace contextRef="#ctx0" brushRef="#br0" timeOffset="160018.01">8029 15166 0,'-26'0'0,"-1"27"47,27 25-47,-26-26 16,0 27-16,26-27 15,0 26-15,-26-25 16,26-1-16,-27-26 31,27 26-31,27-52 63,25 0-63,-26-1 15,27 1-15,-1 26 16,1 0-16,-1-26 16,27 26-1,-26 0 1,-27 0-16,0 26 15,-26 0-15,0 1 16,0-1-16,-79 0 16,-26 0-16,0 27 0,-52-1 15,26-25-15,-27 25 16</inkml:trace>
</inkml:ink>
</file>

<file path=ppt/ink/ink6.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21:56.588"/>
    </inkml:context>
    <inkml:brush xml:id="br0">
      <inkml:brushProperty name="width" value="0.05292" units="cm"/>
      <inkml:brushProperty name="height" value="0.05292" units="cm"/>
    </inkml:brush>
  </inkml:definitions>
  <inkml:trace contextRef="#ctx0" brushRef="#br0">18236 3385 0,'-105'-27'0,"53"27"16,25 0-1,106 0-15,79 0 16,104 0-16,79 0 15,79 0-15,26 0 16,26 0-16,1 0 16,-1 0-16,-52 0 15,-27 27-15,-78-1 16,-105-26-16,-52 0 16,-80 26-16,-51-26 15,-80 0 1,-52 26-16,-52-26 15,-27 0-15</inkml:trace>
  <inkml:trace contextRef="#ctx0" brushRef="#br0" timeOffset="251.73">18682 3358 0,'-131'0'0,"0"0"0,78 0 16,27 0-16,157 27 31,53-27-31,105 26 16,52 0-16,52-26 16,27 0-16,26 0 15,0 0-15,-78 0 16,-53 0-16,-79 0 15,-105 0-15,-26-26 16,-79 0-16</inkml:trace>
  <inkml:trace contextRef="#ctx0" brushRef="#br0" timeOffset="10624.86">9813 8029 0,'-78'0'0,"-1"0"16,53 0-16,52 0 31,53 0-15,52 0-16,79 0 15,26-26-15,0 26 16,0-26-16,-26 26 15,-53 0-15,-52 0 16,0 0-16,-52 0 0,-27 0 16,0 0 93,27-27-93,26 27-16</inkml:trace>
  <inkml:trace contextRef="#ctx0" brushRef="#br0" timeOffset="11127.58">13592 8187 0,'-27'0'0,"1"-27"15,0 27 1,0 0-16,104 0 47,54 0-31,25 0-16,53 0 15,-26-26-15,-1 26 16,1 0-16,-53 0 0,0 0 15,-52 0-15,-26 0 16,-27 0-16,0 0 109,27 0-93,-1 0-16</inkml:trace>
  <inkml:trace contextRef="#ctx0" brushRef="#br0" timeOffset="11584.13">16531 8187 0,'-53'0'0,"27"0"16,52 0 31,53 0-32,52 0-15,26 0 16,1 0-16,26 0 16,-1 0-16,1 0 0,-27 0 15,-78 0-15,-26 0 16,-27 0 62,0 0-62,27 0-16,-1 0 15</inkml:trace>
  <inkml:trace contextRef="#ctx0" brushRef="#br0" timeOffset="11961.68">19627 8160 0,'-105'0'16,"26"0"-16,27-26 16,25 26-1,80 0-15,78 0 32,53 0-32,0 0 15,25 0-15,1 0 16,0 0-16,-26 0 15,-27 0-15,1 0 16,-79 0-16,-27 0 16,-26 0-16,0 0 62,27-26-46,-53 0-16</inkml:trace>
  <inkml:trace contextRef="#ctx0" brushRef="#br0" timeOffset="13810.13">10286 6638 0,'-27'0'0,"1"0"32,26-26-17,0 0-15,0 0 16,0-1-1,26 1-15,1 0 16,-1 26-16,26-26 16,1 26-1,-1 0-15,-26 0 0,1 0 16,25 0-16,-26 0 16,1 26-16,-1 0 15,0 27-15,-26-27 16,0 26-16,0-25 15,0 25-15,0-26 16,0 1-16,0 25 0,-26-26 16,-27 1-16,1-1 15,-1 0-15,1 0 16,-1 1-16,-25-1 16,52 0-16,-1-26 15,1 26-15,0-26 16,78 0 46,1 0-62,25 0 16,1 0-16,26 0 16,-26 0-16,0-26 0,26 26 15,-53 0-15,27 0 16,-27 0-16,-26 0 15,1-26-15,-1 26 16,-26-26 390,26-1-390</inkml:trace>
  <inkml:trace contextRef="#ctx0" brushRef="#br0" timeOffset="14758.74">13828 6953 0,'-26'-26'0,"26"0"31,0 0-31,0-1 0,0 1 0,52 0 16,-26 0-16,27 26 15,-1 0-15,1 0 16,-1 0-16,-25 0 15,-1 0-15,0 0 16,0 26-16,-26 26 16,0-25-1,0 25-15,0 1 0,-52-27 16,-1 26-16,1-25 16,26-1-16,-27 0 0,27-26 15,-27 26 1,80 0 46,51-26-62,-25 0 16,52 0-16,-27 0 16,27 0-16,0 0 15,-52 0-15,-1 0 16,-78 0 15,-26 0-15</inkml:trace>
  <inkml:trace contextRef="#ctx0" brushRef="#br0" timeOffset="15042.48">14431 6586 0,'0'-26'0,"0"-1"15,-26 27 17,-26 27-32,-27 51 15,-26 1-15,0 26 16,26-26-16,-26 26 15,27-26-15,-1-1 16,26 1-16,27-27 16,0-25-16,26-1 15,0 0-15</inkml:trace>
  <inkml:trace contextRef="#ctx0" brushRef="#br0" timeOffset="15813.19">13749 6612 0,'26'26'47,"53"53"-47,26 0 0,0 0 16,0-1-1,0 27-15,0-26 0,-26-27 16,-1 27-16,-25-26 16,-1-27-16,-25 26 15,-1-25-15,0-27 16,-26 26-16,26-26 16,-78 0 484,26 0-500,-1-53 15</inkml:trace>
  <inkml:trace contextRef="#ctx0" brushRef="#br0" timeOffset="16570.47">17160 7006 0,'-52'-26'15,"26"-1"-15,-1 27 16,27-26-16,0 0 0,27 0 16,-1-1-1,26 27-15,-25 0 16,-27-26-1,26 26-15,0 0 0,0 0 16,1 0-16,-1 26 16,0 1-16,0-1 15,-26 26-15,0-25 16,0 25-16,0 1 16,-26-1-16,-26-26 15,-27 27-15,0-27 0,0 0 16,1 0-16,25-26 15,27 27-15,0-27 16,-1 0-16,80 0 47,-1 0-31,27 0-16,26 0 15,-26 0-15,26 0 16,-27 0-16,-25 0 15,-1 0 1,-25 0-16,-54 0 47</inkml:trace>
  <inkml:trace contextRef="#ctx0" brushRef="#br0" timeOffset="16839.08">17396 6743 0,'-26'0'16,"26"-26"0,-26 26 15,-26 53-16,-53 52-15,-27-27 16,27 27-16,-26 0 16,26-26-16,27 0 0,-1-1 15,26-25-15,1-1 16,52-25-16,0-54 47,0-51-47</inkml:trace>
  <inkml:trace contextRef="#ctx0" brushRef="#br0" timeOffset="17207.34">16609 6822 0,'27'-52'0,"-27"25"0,0 1 32,26 52-1,52 27-31,27 26 15,0 26-15,53 0 16,-53-1-16,0-51 16,0 26-16,-53-27 15,1-26-15,-27 27 16,0-27-16,-26 0 16,26-26 15,-26 27-31,0-54 94,0-25-79,27-1-15</inkml:trace>
  <inkml:trace contextRef="#ctx0" brushRef="#br0" timeOffset="17924.9">20388 6822 0,'-26'0'0,"-1"0"15,27-26 1,0 0 0,27-1-16,-27 1 15,26 26-15,0 0 16,0-26-16,-26 52 31,27 27-15,-27-1-16,0 1 15,-27 25-15,1-25 16,-26-1-16,-1-25 16,1 25-16,-1-52 15,1 26-15,25 0 16,54-26 31,-1 0-32,26 0-15,27 0 0,0 0 16,0 0-16,-1 0 16,27 0-16,-52 0 15,-1 0-15,-26 0 16,-52 0 46,0 0-62,-27-26 16</inkml:trace>
  <inkml:trace contextRef="#ctx0" brushRef="#br0" timeOffset="18223.95">20676 6533 0,'0'-26'16,"-52"79"31,-53 52-47,-26 0 15,0 26-15,-1-26 16,1 26-16,0-52 16,52 26-16,-26-53 15,53 1-15,26-1 16,-1-26-16,1-26 16,0 0-1,26-52-15,0-27 16</inkml:trace>
  <inkml:trace contextRef="#ctx0" brushRef="#br0" timeOffset="18647.99">19653 6560 0,'0'-53'0,"0"27"16,0 0-16,26 26 47,1 0-47,25 26 0,53 53 15,0-1-15,26 27 16,0 27-16,-26-27 16,-26 0-16,26-27 15,-53 27-15,27-26 32,-53-27-32,27 1 0,-27-27 0,-26 27 31,26-27-31,1 0 0,-106-26 156,-26-26-140,0 0-16</inkml:trace>
  <inkml:trace contextRef="#ctx0" brushRef="#br0" timeOffset="32716.65">10705 9315 0,'0'-53'78,"0"1"-63,0-1-15,0 1 16,0-27-16,0 1 16,0-1-16,-26-26 15,26 0-15,-26 26 16,0 0-16,26 1 15,-27-1-15,1 27 16,26 25-16,0 1 0,0 0 16,-26 26 171,0 26-187,-1 0 16,-25-26-16</inkml:trace>
  <inkml:trace contextRef="#ctx0" brushRef="#br0" timeOffset="33221.21">9892 8213 0,'52'0'31,"27"0"-15,0 0-16,26 0 16,-26 0-16,25 0 0,-25 0 15,26-26-15,-52-1 16,-1 1-16,1 0 15,-27 0-15,-26-27 16,26 27-16,-26 0 16,0-1-1,0 54 48,0 25-63,0 1 15,26-1 1,1 1-16,25-1 0,27 1 16,-27-1-1,27 0-15,-27-25 0,1-1 16,-27-26-16,-26 26 16,26-26-16,-26-52 31</inkml:trace>
  <inkml:trace contextRef="#ctx0" brushRef="#br0" timeOffset="34142.87">10469 6848 0,'-26'0'16,"0"27"-16,-1-27 0,27 26 15,0 0 1,53-26 0,-1 26-16,1-26 0,-1 0 0,1 0 15,-27 0-15,27 0 16,-27-52-16,0 26 16,0-27-16,-26 1 15,0 25-15,0 1 16,0 0-1,-52 26 1,-1 0-16,1 26 16,-27 0-16,27 27 0,25-1 15,1 1-15,0-27 32,26 27-32,0-27 0,0 0 15,26-26 1,27 0-16,-1 0 15,27 0-15,-27 0 16,27-26-16,-26-27 16,-1 1-16,-26-1 15,-26 1-15,0-27 16,0 53-16,-78 0 16,25-1-16,1 27 15,-1 0-15,1 0 16,25 27-16,1-1 0,26 26 15,0 1-15,53-1 16,25 27-16,54-26 16</inkml:trace>
  <inkml:trace contextRef="#ctx0" brushRef="#br0" timeOffset="44364.97">10207 10391 0,'-26'0'15,"52"0"32,53 0-31,25 0-16,28 0 0,-27 0 16,0 0-16,0 0 15,-53 0 1,-26 0-16,-78 0 15,-79 26 1</inkml:trace>
  <inkml:trace contextRef="#ctx0" brushRef="#br0" timeOffset="44915.49">10154 10364 0,'-26'0'0,"26"27"47,0-1-47,0 53 15,0-27-15,-26 1 16,26 25-16,0-25 16,0-1-16,-26 1 0,26-27 15,0 0 1,0-52 62,26-26-78,-26-1 16,52 27-16,-25-27 15,-1 27-15,26 26 16,-25-26-16,25 26 15,-26 0-15,27 0 16,-1 0-16,1 0 0,25 52 16,1-25-16,-26 25 15,25-26-15,-25 27 16,-27-27-16,0 26 16,1 1-16,-27-1 15,0 1-15,-53-1 16,-26-25-16,1-1 15,-27 0-15,26 0 16,-26 1-16,26-27 16,27 0-16,-1 0 15,27 0-15,0-27 0,26 1 16</inkml:trace>
  <inkml:trace contextRef="#ctx0" brushRef="#br0" timeOffset="45293.46">12096 10417 0,'0'-26'31,"0"52"0,0 0-31,0 27 16,26 25-16,27-25 16,26 26-16,-27-1 15,27-25-15,-27-1 0,27 1 16,-53-1-1,27-26-15,-27 1 0,0-27 16,-26-27 15</inkml:trace>
  <inkml:trace contextRef="#ctx0" brushRef="#br0" timeOffset="45529">12647 10496 0,'0'-27'16,"0"1"-16,-52 52 47,-1 27-47,-26 26 16,1-27-16,-1 27 15,27-27-15,-1 27 16,1 0-16,-27-27 15,26 27-15,1-27 16,-1-25-16,-25 25 16,-1-26-16,26 1 15</inkml:trace>
  <inkml:trace contextRef="#ctx0" brushRef="#br0" timeOffset="48756.81">10364 5484 0,'-26'-53'16,"0"27"-1,26 79 32,26-1-47,-26 27 16,0 0-16,0-27 15,0 27-15,0-27 16,0 1-16,0-27 16,-26 0-16,0-26 62,26-52-62,0-1 16,-27-25-16,27-1 15,-26 0-15,26 0 16,0 27-16,0-1 0,0 27 16,-26 26-16,26 53 62,0-1-31,0 27-31,0 26 0,0-26 0,0-27 32,0 27-32,0-27 0,0 1 0,-26-53 0,26 26 15,0-52 32,0-27-31,0-26-16,0 1 15,0 25-15,0-25 16,0 51-16,0 1 16,0 0-16,0 52 93,0 0-77,0 27-16,0-1 16,0 1-16,0-1 15,0 1-15,0-1 16,0-26-16,0 1 16,0-1-16,0 0 15,0-52 79,0-27-94,0 1 16,0-27-16,0 27 15,0-27-15,0 27 16,0-1-16,0 1 15,0 25 1,0 54 62,0-1-78,0 53 16,0-27-16,0 1 15,0-27-15,26 0 16,-26 26-16,0-25 16,0-1-16,26-26 15,-26 26-15,0-78 63,0-1-48,0 1-15,0-27 16,0 27-16,-26-1 16,26 27-16,0 0 15,0-1-15,0 54 63,0 25-63,0 1 15,0 25-15,0-25 16,0-1-16,0 1 16,0-1-16,0-26 15,0 27-15,0-27 16,0 0 0,0-52 30,0-26-46,0-27 16,0 0-16,0 1 16,0-1-16,0 26 15,0 1-15,0 26 16,0-1-16,0 54 62,26 25-46,-26 1-16,26-1 16,-26 27-16,27-27 15,-27 1-15,26-1 0,-26 1 16,0-27 0,0 0-16,0 0 0,0 1 15,0-80 63,0 1-78,-26-1 16,-1 1-16,27-1 16,0 1-16,0-1 15,0 27-15,0 0 0,0 0 16,0-1-16,0 54 94,0 25-79,27 1-15,-27-1 16,26-26-16,0 27 15,-26-27-15,26 26 0,-26-25 16,0-1 0,26-26-16,-26-26 93,0-27-93,0 27 16,0-27-16,0 1 0,0 26 16,0 0-1,0-27-15,0 27 0,0 0 16,0 52 93,0 0-109,0 27 16,0-27 0,0 0-16,0 0 0,0 0 15,0 27-15,27-27 16,-27 0-16,0 1 15,26-27 64,0 0 61,-26 26-109</inkml:trace>
  <inkml:trace contextRef="#ctx0" brushRef="#br0" timeOffset="51413.83">14038 10207 0,'-26'0'0,"-1"-26"31,1 52-15,-26 27-16,-1-1 15,-52 53-15,26-26 16,27-1-16,-1-25 16,1 26-16,0-53 15,52 26-15,0-25 32,52-27-32,53 26 0,26-26 0,27 0 15,-1 0-15,0 0 16,-52-26-16,-26 26 15,-26 0-15,-27 0 16,-26-27-16,-53 27 31,1 0-15</inkml:trace>
  <inkml:trace contextRef="#ctx0" brushRef="#br0" timeOffset="51759.72">14090 10548 0,'-26'-26'0,"26"52"62,0 53-46,0 0-16,-26-1 15,26 27-15,-26-26 16,-1 0-16,27-1 16,0-25-16,0-1 15,-26-25-15,26-1 0,0 0 78,53-26-62,-27 0 0</inkml:trace>
  <inkml:trace contextRef="#ctx0" brushRef="#br0" timeOffset="52153.94">14956 10417 0,'-26'-26'0,"0"-1"16,26 1-16,0 0 31,-27 26-15,27 26-1,0 27 1,53 25-16,26 1 16,26-26-16,0-1 15,0 1-15,0-1 16,-27-26-16,1 1 0,-27-1 15,-52 0 1,27-26-16,-27 26 0,0 0 16,-27-26-1</inkml:trace>
  <inkml:trace contextRef="#ctx0" brushRef="#br0" timeOffset="52986.41">15586 10338 0,'-26'-26'16,"26"0"-16,-27 26 15,1 0 17,-26 26-17,-1 53-15,-25-1 16,-1 27-16,0-26 15,27 0-15,-1 0 16,1-1-16,-1 1 16,27 0-16,0-27 15,-1 1-15,1-1 16,26-26-16,-26-26 234,52 0 79,27 0-313,-1 0 15</inkml:trace>
  <inkml:trace contextRef="#ctx0" brushRef="#br0" timeOffset="53630.51">17003 10417 0,'-53'0'31,"27"-26"-31,0-1 0,26 1 31,52 26-15,1 0-16,26-26 15,-27 26-15,27 0 16,-53 0-16,27 26 16,-27 0-16,-26 27 0,0-27 15,0 27-15,-26-27 16,-53 26-16,0-25 15,-26-1-15,26 0 16,1-26-16,25 26 16,27-26-16,78 27 47,1-27-47,52 0 15,-26 26-15,-1-26 16,27 26-16,-26 0 15,0 1-15,-27-1 16,27 26 0,-53-26-16,0 1 0,1-1 15,-27 0 1,-27-26-16,-25 26 16,-53-26-16,0 27 15,0-27-15,26 0 16,-26 0-16,79 0 15,0 0-15,26-27 16,0 1-16,79-26 0</inkml:trace>
  <inkml:trace contextRef="#ctx0" brushRef="#br0" timeOffset="53913.11">17974 10522 0,'78'0'15,"1"0"1,0 26 0,-27 27-16,27-1 0,-26 1 15,-27-1-15,26 1 16,-25-27-16,25 0 15,-26 26-15,1-52 16,-27 27-16,26-27 16</inkml:trace>
  <inkml:trace contextRef="#ctx0" brushRef="#br0" timeOffset="54212.19">18525 10391 0,'-26'0'0,"-27"52"62,1 1-62,-1 25 16,-26-25-1,27 26-15,-1-27 0,1 27 16,-1-27-16,1 1 16,26-1-16,0-26 15,26 1-15,-27-1 16,27 0 0,-26-26-16,26 26 15,26-52 16</inkml:trace>
  <inkml:trace contextRef="#ctx0" brushRef="#br0" timeOffset="54839.98">19732 10653 0,'-53'-26'0,"53"0"15,0-1-15,0 1 16,0-26-16,27 25 16,25 1-16,1-26 0,-1 25 15,27 1-15,-27 26 16,1 0-16,-1 0 15,-26 0-15,27 0 16,-27 53-16,0 25 16,-26-25-16,0 26 15,0-27-15,-26 27 16,-26-27-16,-27-25 16,26-1-16,-25 26 15,-1-26-15,0 1 16,27-27-16,131 26 62,52-26-46,26 0-16,1 0 16,-1 0-16,0 0 15,-25 0-15,-1 0 16,-52-26-16,-27 26 15,-26 0-15,-52 0 94,0 0-78</inkml:trace>
  <inkml:trace contextRef="#ctx0" brushRef="#br0" timeOffset="55468.21">21385 9630 0,'52'0'62,"27"0"-62,0 0 16,52 0-16,-26 0 15,0 0-15,-26-26 16,-27 26-16,-26 0 16,1 0-1,-80 0 48</inkml:trace>
  <inkml:trace contextRef="#ctx0" brushRef="#br0" timeOffset="55812.97">21332 9761 0,'27'0'16,"51"26"-16,27-26 15,53 26-15,25-26 16,-25 0-16,-1 0 0,1 0 16,-53 0-16,-53-26 15,1 26-15</inkml:trace>
  <inkml:trace contextRef="#ctx0" brushRef="#br0" timeOffset="57283.38">23274 9131 0,'0'-26'31,"0"52"63,0 27-78,0 25-16,-26 1 15,0 0-15,26-27 16,0 27-16,0-26 16,0-27-16,-27 26 15,27-26-15,0 1 16,0-1-1,0 0 1</inkml:trace>
  <inkml:trace contextRef="#ctx0" brushRef="#br0" timeOffset="57723.42">23432 9367 0,'-27'0'15,"27"-26"-15,0 0 16,0 0-16,0-1 16,27 1-16,-1 0 15,26 0-15,1-1 16,-1 27-16,1 0 15,25 0-15,-25 0 16,-1 0-16,1 27 16,-27-1-1,-26 26-15,0 1 0,0 26 16,0-27-16,-52 1 16,-1-1-16,-26-26 15,-25 27-15,25-27 0,0 0 16,0 0-16,53-26 15,0 0 1,26 27-16,52-27 31,27 0-15,26 0-16,26 0 16,0 0-16,-26 0 15,0-27-15,-26 1 16,-26 0-16</inkml:trace>
  <inkml:trace contextRef="#ctx0" brushRef="#br0" timeOffset="58198.61">24507 9236 0,'0'-26'0,"0"0"16,-26 52 46,-26 26-46,-1 1-16,1 26 0,-1-1 16,27-25-16,26-1 15,0 1-15,0-1 16,0 1-16,0-27 15,53 0-15,-1-26 16,0 26-16,27-26 16,0 0-1,-27 0-15,27-26 16,-26-26-16,-1-1 16,-26 1-16,27-27 15,-53 0-15,0 27 16,0-1-16,0 1 15,-26 26-15,-27-1 16,-26 1-16,1 0 16,25 26-16,1 0 15,25 0-15,-25 0 16,-1 0-16,27 52 16,-26-25-16,-27 25 15,27-26-15,-27 27 16</inkml:trace>
  <inkml:trace contextRef="#ctx0" brushRef="#br0" timeOffset="59220">787 6560 0,'-26'0'15,"26"-53"1,52 1-16,79-53 0,27 0 16,25 0-16,53 0 15,53 0-15,26 0 16,0 0-16,-53 26 15,-26 1-15,-78 25 16,-53 27-16,-53 26 16,-130 26 31,-27 27-47,-79 25 15,0 1-15,-52 0 16</inkml:trace>
  <inkml:trace contextRef="#ctx0" brushRef="#br0" timeOffset="59455.63">892 6507 0,'-53'26'0,"27"-26"16,52 0 0,53-26-16,78-52 15,27-1-15,78-26 0,1 0 16,52 0-16,0 0 15,-53 26-15,-26 1 16,-78-1-16,-80 53 16,-25-1-16,-27 27 15,-78 0 17,-1 0-17</inkml:trace>
  <inkml:trace contextRef="#ctx0" brushRef="#br0" timeOffset="62984.47">10023 12306 0,'-131'0'15,"0"0"-15,52 26 16,0-26-16,53 27 15,0-27-15,105 0 32,78 26-17,132 26-15,157-25 16,105-1-16,131 0 0,131 0 16,53 27-16,53-27 15,25 27-15,-25-27 16,-27 26-16,-52-25 15,-53-27-15,-53 0 16,-78 0-16,-105 0 16,-78-27-16,-158 1 15,-105 26-15,-132-26 16,-51 26-16,-54 0 16,-25 0-1,-53 0 1,0 0-16,26 0 0,-26 0 15</inkml:trace>
</inkml:ink>
</file>

<file path=ppt/ink/ink7.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26:46.676"/>
    </inkml:context>
    <inkml:brush xml:id="br0">
      <inkml:brushProperty name="width" value="0.05292" units="cm"/>
      <inkml:brushProperty name="height" value="0.05292" units="cm"/>
    </inkml:brush>
  </inkml:definitions>
  <inkml:trace contextRef="#ctx0" brushRef="#br0">19443 6770 0,'26'-27'0,"-26"1"16,0 0-16,0 52 62,0 27-46,0-1-16,0-26 15,0 27-15,27-27 16,-27 0-16,0 1 16,26-27-1,0 0 1,27 0-16,-1-27 16,1 1-16,25 0 15,27 0-15,-26 26 16,26 0-16,-26 0 15,-1 0-15,-25 26 16,-1 0-16,-25 27 16,-27-27-16,0 26 15,-27 1-15,-25-1 16,-27-26-16,0 1 16,1-1-16,-1 0 0,-26-26 15,26 0-15,27 0 16,-27-26-16</inkml:trace>
  <inkml:trace contextRef="#ctx0" brushRef="#br0" timeOffset="174.93">19601 6612 0,'-27'0'0,"132"-26"16,27 26-1,25-26-15,0 26 16,-25 0-16,-27 26 16,-27 0-16</inkml:trace>
  <inkml:trace contextRef="#ctx0" brushRef="#br0" timeOffset="475.79">20624 6770 0,'-26'0'0,"-1"0"31,27 26-15,-26 26-16,26 1 16,0-1-16,0-25 15,26-1-15,27 0 16,-1 0-16,1-26 15,-1 0-15,-25 0 16,-1-26-16,-26 0 0,0-27 16,0 1-16,-26-1 15,-1 1-15,-25-1 16,52 27-16</inkml:trace>
  <inkml:trace contextRef="#ctx0" brushRef="#br0" timeOffset="776.56">21201 6638 0,'53'-26'16,"52"0"-16,-27 0 16,27 26-16,0 0 0,-52 26 15,-27 0-15,-26 27 16,0-1-16,0 1 15,-79-1-15,1 1 16,-1-1-16,0-26 16,27 1-16,-1-27 15,27 26-15,0-26 16,78 0 15,53 0-31,26-26 16,1-1-16,-1 1 0,-53 26 15,-25 0 1,-27 0-16</inkml:trace>
  <inkml:trace contextRef="#ctx0" brushRef="#br0" timeOffset="1242.7">19679 7740 0,'-26'0'31,"0"53"-31,0-27 16,26 27-16,0-1 15,0-26 1,0 1-16,26-27 63,0-53-63,0 27 0,27 26 15,-1 0-15,27 0 16,-26 0-16,-1 0 15,27 0-15,-27 0 16,-26 26-16,-26 0 16,0 1-16,0-1 15,-52 0-15,-27 27 16,1-27-16,-27 0 16,26 0-16,26 1 0,-25-27 15</inkml:trace>
  <inkml:trace contextRef="#ctx0" brushRef="#br0" timeOffset="1415.3">19574 7767 0,'0'-27'16,"0"1"-1,53 26-15,-1-26 16,53 26-16,-26 0 15,26 0-15,0 0 0,0 26 16</inkml:trace>
  <inkml:trace contextRef="#ctx0" brushRef="#br0" timeOffset="1729.43">20624 7819 0,'-26'0'15,"-1"0"17,27 26-32,-26 1 15,0-1 1,26 0 0,0 0-16,26 1 0,0-1 0,1-26 15,25 0-15,1 0 16,-1 0-16,-26 0 15,1-26-15,-27-27 16,0 27-16,0-27 16,0 27-16,-27-26 15,1 25-15,0 1 16,0 0-16,-1 26 16,1 26-16,-26 0 0</inkml:trace>
  <inkml:trace contextRef="#ctx0" brushRef="#br0" timeOffset="2107.28">20493 7898 0,'26'-26'16,"53"-1"-16,-1 1 15,1 0-15,26 0 16,-26-1-16,0 27 16,-27 0-16,-26 27 15,-26-1 1,0 26-1,0-25-15,-52-1 0,26 0 16,-27 0-16,1 1 0,25-27 16,1 0-16,52 0 47,53 0-32,-26-27-15,-1 27 16,1 0-16,-1 0 15,0 0-15,-52 27 16,0-1 0,0 0-1,-78 0-15,-27 1 0,-26 25 0,26-26 32,-27 1-32,27-1 15,1 0-15</inkml:trace>
  <inkml:trace contextRef="#ctx0" brushRef="#br0" timeOffset="2485.4">19522 8685 0,'-26'0'15,"-1"0"1,27 26 0,-26 1-1,26-1-15,0 0 16,0 0-16,0 1 16,26-27-1,27 26-15,26 0 16,26-26-16,-27 26 0,1 1 15,-26-27 1,-27 26-16,-26 0 0,0 0 16,-79 0-1,-26 1-15,-26-1 16,52 0-16,0 0 16,1-26-16,25 0 15,27 0-15</inkml:trace>
  <inkml:trace contextRef="#ctx0" brushRef="#br0" timeOffset="2658.01">19627 8659 0,'0'-26'0,"26"26"31,27 0-15,52 0-16,0 0 15,-1 0-15,1 0 16,-26 0-16</inkml:trace>
  <inkml:trace contextRef="#ctx0" brushRef="#br0" timeOffset="2972.04">20440 8711 0,'-26'0'16,"0"0"-1,0 27-15,-1-1 16,27 26-16,0-25 16,0 25-16,0-26 15,0 1-15,0-1 16,27 0-16,25 0 16,-26-26-16,27 0 15,-1 0-15,-26 0 16,27-26-16,-27 0 0,0-27 15,-26 1 1,0-1-16,0 1 0,0-27 16,0 53-16,-52 0 15,-1-1-15,1 27 16,26 0-16,-27 27 16</inkml:trace>
  <inkml:trace contextRef="#ctx0" brushRef="#br0" timeOffset="3428.84">21227 8659 0,'-26'-26'0,"0"-1"15,26 54 16,0-1-15,0 26-16,0 1 16,0-1-16,0 1 15,26-27-15,0 0 16,27 1-16,-1-1 0,1-26 16,-1 0-16,27 0 15,-26 0-15,-1-26 16,-26-1-16,27-25 15,-27 26-15,-26-27 16,26 27 0,-26-27-16,0 27 15,0 52 17,-26 1-17,26 51-15,0-25 16,0-1-16,0 1 15,0-1-15,0 1 16,0-27-16,0 26 16,-52 1-16,25-27 15</inkml:trace>
  <inkml:trace contextRef="#ctx0" brushRef="#br0" timeOffset="4106.17">19837 9787 0,'-53'0'16,"27"0"-16,-26 26 16,25-26-16,27 27 15,0-1-15,0 0 16,0 0-16,27 1 16,25-1-16,27 26 15,0-25 1,-1-1-16,-25 26 0,-27-25 0,-26-1 15,0 0-15,-26 0 16,-53 1-16,-26-1 16,0 0-16,26-26 15,1 0-15,51 0 16,1-26 0,0 0-16</inkml:trace>
  <inkml:trace contextRef="#ctx0" brushRef="#br0" timeOffset="4247.6">19732 9787 0,'0'-26'16,"26"26"-1,53-26 17,52 26-32,0 0 15,0 0-15,-26 0 16,-26 26-16</inkml:trace>
  <inkml:trace contextRef="#ctx0" brushRef="#br0" timeOffset="4514.93">20598 9892 0,'-27'26'16,"1"1"0,0-1-16,0 0 15,26 0-15,0 27 16,0-27-16,0 0 15,26 1-15,26-1 16,27-26-16,-26 0 16,25 0-16,-25 0 15,-1-26-15,1-1 16,-27-25-16,-26-1 16,0 1-16,0 26 0,-52-27 15,-1 27-15,1 0 16,-1 26-16,27 0 15,0 0-15</inkml:trace>
  <inkml:trace contextRef="#ctx0" brushRef="#br0" timeOffset="4785.26">21516 9918 0,'0'-26'0,"-26"26"0,0 0 16,-1 0 0,1 26-16,26 27 15,0-1-15,0 1 16,26-1-16,27-25 16,-1 25-16,-25-26 15,-1-26-15,-26 27 16,0-1-1,-26-26 1</inkml:trace>
  <inkml:trace contextRef="#ctx0" brushRef="#br0" timeOffset="4939.87">21621 9971 0,'0'-26'15,"53"-1"-15,52 1 16,52 0-16,-26 0 16,0 26-16,-52 0 15,-53 0-15</inkml:trace>
  <inkml:trace contextRef="#ctx0" brushRef="#br0" timeOffset="5269.73">19994 10758 0,'-78'0'0,"25"53"15,27-27-15,26 26 16,0-26-16,79 27 16,25-1-16,1-25 15,-26-1 1,0 0-16,-53-26 0,-26 26 16,-26 1-1,-53-1-15,0-26 16,-26 26-16,27-26 15,25 0-15,1-26 0</inkml:trace>
  <inkml:trace contextRef="#ctx0" brushRef="#br0" timeOffset="5427.27">19994 10784 0,'0'-26'0,"53"0"16,52 0-1,26 26-15,0-27 16,0 27-16,-52 0 16</inkml:trace>
  <inkml:trace contextRef="#ctx0" brushRef="#br0" timeOffset="5694.64">20676 10758 0,'-26'26'0,"0"1"0,0-1 15,26 26-15,0 1 16,0-1-16,0-26 16,26 27-16,0-1 15,27-52-15,-1 27 16,1-27-16,-1 0 16,-26 0-16,27-27 0,-27-25 15,0-1-15,-26 1 16,0-1-16,-52 1 15,-1 0-15,-25 25 16,-1 1-16,0 26 16,27 0-16,-1 0 15,27 26 1</inkml:trace>
  <inkml:trace contextRef="#ctx0" brushRef="#br0" timeOffset="6009.03">21674 10784 0,'-27'-26'0,"1"26"16,0 0-16,0 26 16,-1 27-16,27 25 15,-26-25-15,26 26 16,0-27-16,0 27 15,0-53-15,26 0 16,27 1-16,-27-27 16,0 0-16,1 0 15,-1 0-15,-26-27 16,0-25-16,0 26 16,-26-1-16,-27 1 15,-52 26 1,0 26-16,-26 27 0</inkml:trace>
  <inkml:trace contextRef="#ctx0" brushRef="#br0" timeOffset="6323.81">20020 11913 0,'-26'0'0,"0"26"16,0 0-16,26 27 15,0 25-15,0-51 0,52 25 16,1 0-16,-1-25 15,-26-1-15,1-26 16,-1 26 0,-26 0-16,-53 1 15,1-27-15,-1 0 16</inkml:trace>
  <inkml:trace contextRef="#ctx0" brushRef="#br0" timeOffset="6465.12">19994 11991 0,'0'-26'16,"53"-26"-16,25 25 15,1 27-15,52-26 16,-26 26-16</inkml:trace>
  <inkml:trace contextRef="#ctx0" brushRef="#br0" timeOffset="6748.78">20808 11939 0,'-27'0'0,"1"26"16,0 0-16,26 27 16,0-27-16,0 27 15,0-1-15,0-26 16,26 0-16,0 1 15,1-1-15,25-26 16,-26 0-16,27 0 16,-27-26-16,27-1 15,-53 1-15,0-26 16,0 26-16,0-27 16,-79 1-16,26 25 0,-25 27 15,-1 0-15,0 0 16</inkml:trace>
  <inkml:trace contextRef="#ctx0" brushRef="#br0" timeOffset="7095.3">21437 12044 0,'0'-26'16,"0"-1"-16,0 1 15,0 0-15,-26 26 16,0 26 0,26 27-1,0-27-15,26 26 16,0 1-16,1-1 16,-1-26-16,-26 27 15,0-27-15,0 0 16,-26 1-16,-27-27 15,27 26-15,0-26 16,26-26 0,0-27-16,0 1 0,52 25 15,1-25-15,-1 26 16,-26 0-16,1 26 16</inkml:trace>
  <inkml:trace contextRef="#ctx0" brushRef="#br0" timeOffset="7802.69">20781 13592 0,'-26'-26'16,"26"52"46,0 0-46</inkml:trace>
  <inkml:trace contextRef="#ctx0" brushRef="#br0" timeOffset="7928.74">20388 14274 0,'-26'0'0,"26"26"15,0 1 1,0-1-16,26-26 0,26 0 16,1 0-16</inkml:trace>
  <inkml:trace contextRef="#ctx0" brushRef="#br0" timeOffset="8069.98">20388 14825 0,'-26'0'0,"26"26"0,0 1 31,52-27-31</inkml:trace>
  <inkml:trace contextRef="#ctx0" brushRef="#br0" timeOffset="8212.28">20309 15166 0,'0'27'0,"-26"-27"16,26 26-16</inkml:trace>
  <inkml:trace contextRef="#ctx0" brushRef="#br0" timeOffset="8338.49">20047 15560 0,'26'0'31</inkml:trace>
  <inkml:trace contextRef="#ctx0" brushRef="#br0" timeOffset="15357.08">21306 10102 0,'-26'0'0,"52"0"32,53 0-32,0 0 15,26 0-15,0 0 16,-27 0-16,-25-26 16,-1 26-16,-26-26 15,-26-1-15,0 1 0,-26 26 16,-79-26-16,-26 26 15,-53 0-15,-26 0 16,53 0-16,0 26 16,52-26-16,52 0 15,53 26-15,79 1 32,78-27-32,1 0 15,25 0-15,1 0 16,-53 0-16,-26 0 15,-26 0-15,-105 0 32,-105 0-32,-27 0 15,-26 0-15,53 0 0,26 0 16,79 26-16,0-26 16,78 0-1,53 26-15,26-26 16,-26 0-16,0 0 15,-52 0-15,-53-26 32,0 0-32,-26-1 0,-79 27 0,-27-26 15,-25 26-15,0 0 0,25 0 16,27 0-16,53 0 16,-1 0-16,27 0 15,-26 0-15,-1 0 16,-52 0-1,0 26-15,-52-26 0,-1 0 16,1 0-16,26 0 16,52 0-16,53 0 15,157 0 1,53 0 0,-1 0-16,27 0 15,-52 27-15,-53-27 16,-53 0-16,-78 0 15,-184 0 1,-79 0-16,-52 0 0,0 0 16,26-27-16,79 27 15,79 0-15,78 0 16,236 0 0,106 27-16,78-1 15,53 0-15,-27 0 16,-78-26-16,-132 0 15,-78 0-15,-158 0 16,-78-26 0,-27 0-16,26 0 15,80 26-15,261-27 32,106 27-32,78-26 15,53-26-15</inkml:trace>
  <inkml:trace contextRef="#ctx0" brushRef="#br0" timeOffset="34394.89">20467 15875 0,'-27'-26'16,"27"-1"-16,-26 1 0,0 26 16,0-26-1,-1 26-15,-25 0 0,-1 0 16,1 0-16,-1 26 16,1 0-16,-1 27 15,27-1-15,26-25 16,0 25-16,0 0 15,53 1-15,52-27 16,-27 27-16,27-27 16,-52 26-16,26-25 15,-53-1-15,0 0 16,0 27-16,-26-27 0,0 0 16,-26 0-16,-26 1 15,-1-27-15,1 0 16,25 0-16,-25 0 15,26 0-15,-27 0 16,27-27-16,26-25 16,0-1-16,0-25 15,0-1-15,52 26 16,1 1-16,-1-1 16,-25 27-16,-1 0 15,0 0-15,0 26 0,1-26 16,-1 26-16,0 0 15,0 0-15</inkml:trace>
  <inkml:trace contextRef="#ctx0" brushRef="#br0" timeOffset="34928.19">21411 15744 0,'0'-27'16,"-26"27"-1,-27 0 17,1 27-32,-1 25 15,-25 1-15,-1-1 16,27 27-16,-1-27 15,27 1-15,26 25 16,0-25-16,0-1 16,26 1-16,27-27 15,-1 0-15,1 1 0,-1-1 16,0-26-16,27 0 16,-53 0-16,27 0 15,-27 0-15,0-26 16,1-1-16,-1-25 15,-26 26-15,0-1 16,0 1-16,0 0 16,-53 26-1,27 0-15,-26-26 16,-1 26-16,27 0 16,0 0-16,-1 0 15,1 26 1,26 0-16,-26 0 15,0 1-15,26-1 16,0 0-16,-26 0 16,26 1-16</inkml:trace>
  <inkml:trace contextRef="#ctx0" brushRef="#br0" timeOffset="35211.04">21962 15901 0,'-26'-26'0,"0"26"16,78 0 15,1 0-31,25 0 16,-25 0-16,-1 0 15,1 0-15,-27 0 16,-26 26 0,-26-26-1,-27 0 1</inkml:trace>
  <inkml:trace contextRef="#ctx0" brushRef="#br0" timeOffset="35700.53">21726 15954 0,'0'26'47,"-26"0"-31,26 26-16,0 1 15,0-27-15,0 27 16,0-27-16,0 0 0,0 0 15,0-52 79,26 0-94,27 0 0,-27-1 16,0 27-1,26-26-15,-25 26 0,25 0 16,1 0-16,-1 0 16,27 0-1,-27 0-15,27 0 0,-26 26 16,-1 1-16,27-1 16,-27 0-16,-26 27 15,1-27-15,-1 0 16,-26 0-16,0 1 15,-53-1-15,-25 0 16,-1 0-16,-52-26 16,26 27-16,0-27 0,0 0 15</inkml:trace>
  <inkml:trace contextRef="#ctx0" brushRef="#br0" timeOffset="38538.61">8790 7977 0,'-53'-27'0,"27"27"16,0 0-16,0 0 16,-1-26-1,1 26 1,79 0 31,52 0-47,26 0 15,26 0-15,-26 26 16,-26-26-16,0 0 16,-26 27-16,-26-27 15,-1 0-15,-26 0 16</inkml:trace>
  <inkml:trace contextRef="#ctx0" brushRef="#br0" timeOffset="39514.08">10994 8108 0,'-26'0'32,"0"0"-32,-1 0 15,1 0 1,0 0 0,105 0 15,-1 0-31,80 0 15,-1 26-15,1-26 16,25 0-16,-52 0 0,27 0 16,-53 0-16,-26 0 15,-27 0-15,-26 0 16,1 0 0,-54 0 530,1 0-546</inkml:trace>
  <inkml:trace contextRef="#ctx0" brushRef="#br0" timeOffset="40269.19">13565 8160 0,'-52'0'0,"26"0"15,0 0 1,52 0 31,26 0-47,53 0 16,0 0-16,26 0 15,1 0-15,-27 0 16,-1 0-16,-25 0 15,0 0-15,-27 0 16,-25 0-16,-1 0 0,0 0 31,-26-26 172</inkml:trace>
  <inkml:trace contextRef="#ctx0" brushRef="#br0" timeOffset="49982.47">9026 8895 0,'0'-26'94,"-26"0"-94,26-27 16,-26-26-1,-1 1-15,1-1 0,26 0 16,-26 27-16,26-27 16,-26 27-16,26 25 0,0 1 15,0 0-15,0 0 31,-27 26 188,1 0-203</inkml:trace>
  <inkml:trace contextRef="#ctx0" brushRef="#br0" timeOffset="50692.5">8108 8423 0,'26'0'63,"0"0"-63,27-27 16,25 1-16,-25-26 15,-1 26-15,27-27 16,-53 27-16,27-27 15,-1 27-15,-26 0 16,1 26 0,-27-26-16,26 26 62,0 0-46,27 26-16,25 26 0,1-25 15,26-1-15,0 0 16,-26 0-16,-1 1 16,1-1-16,0-26 15,-27 26-15,-25-26 16,-1 0-16,0 0 31,-52 0 172</inkml:trace>
  <inkml:trace contextRef="#ctx0" brushRef="#br0" timeOffset="54363.49">7189 6770 0,'-26'-27'16,"0"27"-1,0 27 32,-1 25-47,1-26 16,0 27-16,26-27 15,0 0-15,0 1 16,0-1-16,0 0 16,26 0-16,27 1 15,25-1-15,1-26 16,26 26-16,0-26 0,0 0 16,0 26-16,-53-26 15,1 0-15,-27 26 16,-52 1 15,-53-1-15,0 26-16,1-25 0,-1-1 15,26-26-15,1 26 16,-1-26-16,27 0 16,0 0-16,0 0 15,-1-26-15</inkml:trace>
  <inkml:trace contextRef="#ctx0" brushRef="#br0" timeOffset="55284.08">7347 6796 0,'52'0'94,"1"-26"-94,-1 26 16,27 0-16,-27 0 15,-25 0-15,25 0 16,-26-27-16,1 27 16,-27 27 577</inkml:trace>
  <inkml:trace contextRef="#ctx0" brushRef="#br0" timeOffset="55512.92">8160 7347 0,'0'26'31,"0"0"-31,0 27 16,-26-27-16,0 27 15,-27-27 1,-26 26-16,1-25 0</inkml:trace>
  <inkml:trace contextRef="#ctx0" brushRef="#br0" timeOffset="56676.87">8895 6533 0,'-26'-52'16,"-1"26"-1,1 26-15,0 0 32,0 0-32,-27 52 15,1 1-15,-1-1 16,27 1-16,-27 25 0,27-25 15,0-1-15,26 1 16,0-1-16,0 1 16,52-1-16,1 1 15,-1-27-15,1-26 16,26 0-16,-27 26 16,-26-26-16,1 0 15,-1 0-15,0-26 16,0 0-16,-26 0 0,0-1 15,0 1 1,0 0-16,0 0 0,-52-1 16,26 1-16,-1 26 15,1 0-15,0 0 16,0 0-16,-27 0 16,27 0-16,0 0 15,-1 0-15,1 0 16,26 26-1,0 1 360,53-27-359</inkml:trace>
  <inkml:trace contextRef="#ctx0" brushRef="#br0" timeOffset="56960.39">9525 7216 0,'-27'26'47,"27"26"-32,-26-25-15,0 25 16,0-26-16,-1 27 16,1-27-16,0 27 15,0-27-15,-27 0 16</inkml:trace>
  <inkml:trace contextRef="#ctx0" brushRef="#br0" timeOffset="57825.94">10076 6560 0,'0'-27'31,"-27"1"-16,1 26-15,-26-26 0,25 26 0,-25 0 16,-1 0-16,1 0 16,0 26-16,25 0 15,27 1-15,0 25 16,0-26-16,53 27 16,25-1-16,1 1 15,-26-1-15,25 1 0,-51-27 16,25 0-16,-26 1 15,-26-1-15,0 0 16,0 0-16,-52-26 16,-1 27-16,1-27 15,-1 0 1,1 0-16,26 0 0,26-27 16,0-25-1,0-1-15,26 27 16,26-53-16,1 27 15,-1-1 1,-25-25-16,-27 25 0,0 27 16,0 0-16,-53-1 15,-52 27 1,0 0-16</inkml:trace>
  <inkml:trace contextRef="#ctx0" brushRef="#br0" timeOffset="60380.38">8527 9499 0,'-52'-27'0,"52"1"16,0 0-1,52 0 1,27 26-16,0-27 16,0 1-16,-27 26 15,27 0-15,-27 0 16,1 0-16,-27 26 15,-26 1-15,26-27 16,-26 52-16,0-26 0,-26 1 16,0 25-16,-53-26 15,27 1-15,-1-1 16,1 0-16,25 0 16,1-26-16,26 26 15,0 1 32,53-27-47,-1 0 16,1 26-16,-1 0 15,27-26-15,-27 26 16,1 1-16,-1-1 0,-26 26 16,-26-25-16,27-1 15,-27 0-15,0 0 16,0 1-16,-27-1 15,1-26-15,-26 26 16,-27-26-16,27 0 16,-27 0-16,-26 0 15,26 0-15,0 0 16,27 0-16,-1 0 16,1 0-16,26-26 15,26 0 1,26-1-16</inkml:trace>
  <inkml:trace contextRef="#ctx0" brushRef="#br0" timeOffset="60710.52">9944 9446 0,'-26'-26'0,"0"26"15,26 26 17,52 0-32,-25 53 15,25 0-15,1-1 16,25 1-16,-25 0 15,-1-27-15,1 27 16,-1-26-16,-26-1 16,1-26-16,-1 1 15,0-27-15,-26 26 16</inkml:trace>
  <inkml:trace contextRef="#ctx0" brushRef="#br0" timeOffset="60946.76">10522 9499 0,'0'26'47,"-53"26"-47,1 1 0,-27 25 16,0 27-16,1-26 15,-27 0 1,26 0-16,26-27 0,1 1 16,26-1-16,-1 1 15,1-27-15</inkml:trace>
  <inkml:trace contextRef="#ctx0" brushRef="#br0" timeOffset="62069.08">11676 9079 0,'0'-27'62,"0"-25"-46,-26 0-16,26-1 0,-26 1 15,0-27 1,26 26-16,-27 1 0,27-1 16,0 1-16,0 26 15,0-1-15,0 1 16,0 0 0,0 52 62,-26-26-78,0 26 15,-27 1-15</inkml:trace>
  <inkml:trace contextRef="#ctx0" brushRef="#br0" timeOffset="62430.71">10837 8711 0,'26'0'47,"26"0"-47,1-26 16,-1 0-16,1 0 15,-1-1-15,1-25 16,-1 26-16,-26-27 15,27 27-15,-27 0 16,0-1-16,1 1 16,-1 26 15,0 0-15,0 0-1,53 26-15,-26 1 0,51-1 16,-25 0-16,0-26 15,26 26 1,-53-26-16,27 0 0,-26 0 16,-27 0-16</inkml:trace>
  <inkml:trace contextRef="#ctx0" brushRef="#br0" timeOffset="63358.85">7609 6429 0,'0'-27'16,"0"1"-16,0 0 16,0-27-16,0 27 15,0 0-15,0 0 16,0-1-1,-26 27 17,0 27-32,-1 25 15,-25 27-15,-1 26 16,1 26-16,-1 0 16,1 27-16,-27-1 15,1 0-15,-1 1 16,0-1-16,0-25 15,1-1-15,-1-53 16,26 1-16,1 0 16,0-53-16,-1 27 15,27-27 1,26-79 0,0 1-16,0-53 15,26 26-15</inkml:trace>
  <inkml:trace contextRef="#ctx0" brushRef="#br0" timeOffset="63861.57">6769 6533 0,'-26'-26'15,"0"0"-15,26 0 16,0 52 46,26 26-62,27 1 16,-27 26-16,26-27 16,1 27-16,-1 0 15,-25-1-15,25 1 16,-26 0-16,27-1 15,-27 1-15,26 0 16,1-27-16,-27 1 0,0-1 16,1-25-1,-1-1-15,0 0 0,0 0 16,1 1 0,-1-27-16,0 26 15,0 0-15,-26 0 16,27 0-16,-1-26 15,0 27-15,-26-1 16,26-26-16,-78 0 63,-53 0-48</inkml:trace>
  <inkml:trace contextRef="#ctx0" brushRef="#br0" timeOffset="65114.24">14589 2125 0,'26'-26'16,"0"26"-16,-26-26 15,27 26-15,-1-27 16,-26 54 46,-79 25-62,0 27 16,27 0-16,-27-1 16,27 1-16,25-26 15,-25 25-15,26-51 0,-1-1 16,27 26-16,-26-52 16,0 0-1</inkml:trace>
  <inkml:trace contextRef="#ctx0" brushRef="#br0" timeOffset="65334.31">14221 2046 0,'27'-26'0,"-1"26"31,26 26-15,1 27-16,26 26 15,-1 26-15,1 0 16,0 26-16,-27-52 16,1 25-1,-27 1-15,0-52 0,-26 26 16,0-27-16</inkml:trace>
  <inkml:trace contextRef="#ctx0" brushRef="#br0" timeOffset="68560.67">20703 7557 0,'52'-26'47,"27"26"-32,26-27-15,-26 1 16,-1 26-16,1-26 16,-53 26-16</inkml:trace>
  <inkml:trace contextRef="#ctx0" brushRef="#br0" timeOffset="68686.57">20781 7636 0,'53'0'32,"26"-27"-32,26 27 15,-27-26-15,27 0 16</inkml:trace>
  <inkml:trace contextRef="#ctx0" brushRef="#br0" timeOffset="97738.18">11545 9682 0,'0'-26'16,"26"26"-16,-26-26 15,27 0 1,-54 26 46,-25 0-46,-27 0-16,-26 26 16,53 0-16,-27 0 15,0 0-15,53 1 16,-27 25-16,27-26 15,26 27-15,0-1 16,0 1-16,0-1 16,0 1-16,0 26 15,0-27-15,26 1 16,27-1-16,-27-26 0,27 0 16,-1-26-16,27 27 15,-27-27-15,1 0 16,26 0-16,-1 0 15,1-27-15,-27 1 16,27 0-16,-26 0 16,-27-27-16,0 27 15,0-26-15,-26 25 16,0-25-16,0 26 16,-26 26-16,-26-27 15,-1 27-15,-26 0 16,1 0-16,-1 0 0,27 0 15,-27 27-15,26-1 16,1 0-16,26 0 16,-27 1-16,27 25 15,0-26-15,26 1 16,-27-1-16,27 0 16,0 0-16,0 0 15,-26 1-15</inkml:trace>
  <inkml:trace contextRef="#ctx0" brushRef="#br0" timeOffset="99038.52">12463 9840 0,'0'-27'15,"0"1"-15,53 52 63,26 27-48,-1-27-15,1 27 16,0-1-16,0 1 16,-1-27-16,-52 26 15,27-25 1,-27-1-16,-26 0 0,0 0 0</inkml:trace>
  <inkml:trace contextRef="#ctx0" brushRef="#br0" timeOffset="99322.42">13067 9761 0,'-26'-26'15,"-1"-1"-15,1 27 16,0 0-16,26-26 16,-26 26 15,-27 53-31,1-27 16,-1 26-16,1 1 15,-1-1-15,1 1 16,-1 26-16,1-27 15,-1 1-15,1-27 16,26 26-16,-27 1 16,1-27-16,-1 26 15,1-25-15</inkml:trace>
  <inkml:trace contextRef="#ctx0" brushRef="#br0" timeOffset="100710.78">12542 1863 0,'-26'0'47,"-27"26"-47,1 53 15,-1-1-15,-25 1 16,-1 0-16,0 0 15,27-1-15,-27-25 16,0-1-16,27 1 16,-1-1-16,27-25 15,0-27 1,0 26-16,-1-26 0</inkml:trace>
  <inkml:trace contextRef="#ctx0" brushRef="#br0" timeOffset="101056.29">11834 1600 0,'-27'-26'16,"27"0"-16,27 0 31,51 26-31,-25 0 16,26 26-16,-27 26 15,1 27-15,25 0 16,-25 26-16,-1 0 16,-26 0-16,1 0 15,-1 26 1,0-26-16,0-26 0,1-1 15,-1 27-15,26-52 0,-25 25 16,-1-51 0,-26 25-16,0-26 0</inkml:trace>
  <inkml:trace contextRef="#ctx0" brushRef="#br0" timeOffset="104370.8">13880 9577 0,'-52'0'0,"26"0"16,-1 0-16,54 0 46,51 0-30,27 27-16,0-27 16,-26 0-16,26 0 15,-53 0-15,1 0 16,-27 0-16,-52 0 16,-27 26-1</inkml:trace>
  <inkml:trace contextRef="#ctx0" brushRef="#br0" timeOffset="104873.75">13539 9630 0,'-26'0'0,"26"52"62,0-26-46,0 27-16,0-1 16,0 1-16,0-27 15,0 27 1,0-27-16,0 0 31,26-26 16,-26-26-31,26 0-16,1-1 15,-1 1-15,26 0 0,1 26 16,-27-26-16,53 26 16,-27-27-16,27 27 15,0 0-15,26 0 16,-27 0-16,1 0 15,0 27-15,-27 25 16,1-26-16,-27 27 16,-26-27-16,0 27 15,0-27-15,-52 0 16,-27 0-16,-26 27 16,-26-53-16,0 26 15,26-26-15,0 0 0,26 0 16,0 0-16</inkml:trace>
  <inkml:trace contextRef="#ctx0" brushRef="#br0" timeOffset="109220.55">11178 10942 0,'-27'-27'0,"27"1"15,0 0 1,0 52 31,53 27-47,-1 25 0,1 1 15,26 0 1,26 0-16,0-1 0,26-25 16,52-27-1,27 0-15,26-26 0,27 0 16,26 0-16,-53-26 15,0-26-15,-53-1 16,-25 1-16,-27-1 16,-26 1-16,-26-1 15,0-26-15,-53 53 16,0-26-16,0 25 16,0 1-16,-26 0 15,-26 26 1454,-52 0-1453</inkml:trace>
  <inkml:trace contextRef="#ctx0" brushRef="#br0" timeOffset="109866.59">8895 10915 0,'-53'0'0,"1"-26"0,26 26 16,26-26 15,78 26-15,27 0-16,27 0 15,-1 0-15,0-26 16,-26 26-16,0 0 16,-53 0-16,1 0 15,-27 0-15</inkml:trace>
  <inkml:trace contextRef="#ctx0" brushRef="#br0" timeOffset="110023.47">8921 10994 0,'-52'0'15,"25"0"-15,54 0 32,78 0-32,26 26 15,26-26-15,1 0 16,-27 0-1,0 0-15</inkml:trace>
  <inkml:trace contextRef="#ctx0" brushRef="#br0" timeOffset="111206.33">3463 3516 0,'-26'0'16,"-79"79"-1,-79 52-15,-78 53 16,-27 52-16,-52 0 16,0 26-16,0-26 15,52-26-15,53 0 16,52-26-16,53-53 0,26 0 15,79-52-15,26-27 16,0-25-16,79-27 16,52-53-16,53-52 15,-27-26-15,27-53 16</inkml:trace>
  <inkml:trace contextRef="#ctx0" brushRef="#br0" timeOffset="111411.16">3516 3568 0,'157'-78'16,"-52"25"-16,-52 27 16,-80 26-1,-130 105-15,-105 52 0,-106 80 16,-78 77-16,-26 27 16,-1 27-16,1-27 15,52 0-15,105-52 16,79-1-16,105-78 15,79-26-15,52-27 16</inkml:trace>
</inkml:ink>
</file>

<file path=ppt/ink/ink8.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33:51.710"/>
    </inkml:context>
    <inkml:brush xml:id="br0">
      <inkml:brushProperty name="width" value="0.05292" units="cm"/>
      <inkml:brushProperty name="height" value="0.05292" units="cm"/>
    </inkml:brush>
  </inkml:definitions>
  <inkml:trace contextRef="#ctx0" brushRef="#br0">7504 8974 0,'-157'0'15,"78"26"-15,53-26 16,157 0-1,79-52-15,105 25 16,26-25-16,26-1 16,-26 1-16,-52 26 15,-79-1-15,-79 1 16,-52 26-16,-53 0 0</inkml:trace>
  <inkml:trace contextRef="#ctx0" brushRef="#br0" timeOffset="347.36">11440 8790 0,'-79'0'0,"27"0"16,26 0 0,52 0-1,53 0-15,26 0 16,52 0-16,27 0 0,26 0 15,0 0-15,-53 0 16,0 0 0,-52 0-16,-52-26 0,-1 26 15,-25 0-15,-1 0 32,-26-26-17,26-1 1</inkml:trace>
  <inkml:trace contextRef="#ctx0" brushRef="#br0" timeOffset="1475.68">14799 8816 0,'-79'0'16,"27"0"-16,25 0 0,1 0 0,105 0 47,26 0-47,52 0 15,27 0-15,0 0 16,25-26-16,-25 0 15,-53 26-15,-26-26 16,-78 26-16,-1 0 16,-26-27 62,26 1-78</inkml:trace>
  <inkml:trace contextRef="#ctx0" brushRef="#br0" timeOffset="1854.45">17423 8711 0,'78'0'32,"27"0"-17,53 0 1,-1 0-16,-26 0 0,27 0 15,-53 0-15,-26 0 16,-27 0 0,-26 0-16,1 0 78,-1 0-78,26-26 31</inkml:trace>
  <inkml:trace contextRef="#ctx0" brushRef="#br0" timeOffset="2278.98">19653 8816 0,'-26'0'0,"52"0"16,53 0-1,0 0-15,52 0 16,-26 0-16,26 0 16,-26 0-16,26 0 15,-26 0-15,-26 0 16,-27 0-16,-26 0 16,1 0-16,-1 0 78,0-26-78</inkml:trace>
  <inkml:trace contextRef="#ctx0" brushRef="#br0" timeOffset="2624.74">22539 8764 0,'79'0'15,"0"0"1,52-26-16,27 26 16,-27 0-16,0-27 15,0 27-15,0-26 0,-26 26 16,-26 0 0,0-26-16,-53 26 0,0 0 15,0 0-15,-52 0 31,-53 0-31,-25 0 16</inkml:trace>
  <inkml:trace contextRef="#ctx0" brushRef="#br0" timeOffset="11422.35">8527 7373 0,'0'-26'0,"0"0"15,0-1 1,-26 27 31,0 27-32,0 51-15,-27 1 16,1 0-16,-1-27 16,27 1-16,0-1 15,26 1-15,0-27 16,0 26-16,52-25 16,27-1-16,26-26 15,26 0-15,0 0 16,1 0-16,-1 0 15,0 0-15,-26-26 16,-26-1-16,-27 27 16,-26 0-16,-26-26 15</inkml:trace>
  <inkml:trace contextRef="#ctx0" brushRef="#br0" timeOffset="11736.15">8816 7609 0,'-26'-26'0,"0"0"16,-1 0-16,1 26 16,26-27-16,0 106 62,0 0-46,26 26-16,27 26 15,-27-26-15,0 0 16,1 0-16,-1 0 16,0-27-16,0-25 15,1-1-15,-27-25 16,26-27-16,-26 26 16,0 0 15,0-52 0</inkml:trace>
  <inkml:trace contextRef="#ctx0" brushRef="#br0" timeOffset="13099.46">22697 7478 0,'0'-26'0,"0"0"16,0-1-16,0 1 15,52 0-15,1 0 16,-1-1-16,1 1 16,-1 0-16,-25 26 15,-1 0-15,26 0 16,-26 26-16,27 27 16,-27 25-16,27 1 15,-27 26-15,0 0 16,0-26-1,-26 26-15,27-27 0,-27 1 16,0-26-16,0 25 16,0-25-16,0-27 0,0 0 15,0 1-15,26-27 47,-26-27-31</inkml:trace>
  <inkml:trace contextRef="#ctx0" brushRef="#br0" timeOffset="13446.06">22697 8003 0,'-26'0'0,"26"-26"16,78 26-1,54-27 1,-1 27-16,0-26 16,26 26-16,-25-26 15,-27 26-15,0-26 0,-53 26 16,-26 0-16,0 0 16,-52 0 93,-26 0-93</inkml:trace>
  <inkml:trace contextRef="#ctx0" brushRef="#br0" timeOffset="21708.2">9052 918 0,'0'-26'16,"0"0"0,-26 52 77,0 0-93,0 27 16,-27-1-16,27 1 16,26 25-16,0-25 0,0 26 15,0-27 1,26 27-16,0-27 0,27-26 15,-1 1-15,1-1 16,25-26-16,-25 0 16,-1 0-16,27-26 15,-26-1-15,-27-25 16,26 26-16,-25-53 16,-1 27-16,-26-27 15,0 0-15,0 27 16,-26-1-16,-27 1 15,-26 25-15,27 1 16,-27 26-16,0 0 0,1 0 16,-1 0-16,27 0 15,-1 53-15,1-27 16,25 0-16,27 0 16,0 27-1,0-27-15</inkml:trace>
  <inkml:trace contextRef="#ctx0" brushRef="#br0" timeOffset="21928.04">9997 1679 0,'0'26'31,"0"1"-15,0 25-1,0 1-15,-53-1 0,27 1 16,-26-27-16</inkml:trace>
  <inkml:trace contextRef="#ctx0" brushRef="#br0" timeOffset="22369.25">10548 892 0,'0'-26'15,"0"-1"1,0 54 15,0 25-15,26 1-16,-26-1 16,26 1-16,1-1 15,-1 27-15,0-27 16,-26 27-16,26-27 15,-26 1-15</inkml:trace>
  <inkml:trace contextRef="#ctx0" brushRef="#br0" timeOffset="22573.16">11230 1417 0,'0'26'47,"-26"26"-32,26-25-15,0 25 16,0-26-16,0 1 16,0-1-16,26-26 15,0 26-15</inkml:trace>
  <inkml:trace contextRef="#ctx0" brushRef="#br0" timeOffset="22966.64">11755 1154 0,'-26'-26'0,"-1"0"0,1 0 16,26-27-16,0 27 16,0-27-16,26 27 15,27 0-15,-1 26 16,27-26-16,-26 26 16,25 0-16,-25 26 15,-27 0-15,0 27 16,1 25-16,-27-25 15,-27-1-15,-25 1 16,-1-1-16,1 1 16,-1-27-16,1 0 15,-1-26-15,53 26 16,-26-26-16,52 0 16,27 0-1,52 0-15,26 0 16,27 0-16,-27 0 15</inkml:trace>
  <inkml:trace contextRef="#ctx0" brushRef="#br0" timeOffset="23191.07">12778 1495 0,'-26'0'0,"26"27"31,0 25-15,0 1-16,-26-1 15,26 1-15,-26-1 16,26-26-16,-27 1 16,-25-1-16</inkml:trace>
  <inkml:trace contextRef="#ctx0" brushRef="#br0" timeOffset="23658.41">13014 1102 0,'0'-26'15,"0"-1"-15,0 1 16,27 0-16,51 0 16,1-1-16,-26 27 0,-1 0 15,1 0-15,-27 53 16,-26-1 0,0-25-16,0 25 15,-26 1-15,-27-27 16,27 0-16,-27-26 15,53 26-15,-26-26 16,26 27-16,26-1 31,53 0-31,-26 0 16,25 0-16,1 1 16,-27 25-16,-25-26 15,-1-26-15,-26 27 0,-53-27 31,-25 26-31,-1-26 0,27 0 16,-1 26-16,1-26 16,-1 0-16,27 0 15</inkml:trace>
  <inkml:trace contextRef="#ctx0" brushRef="#br0" timeOffset="23862.88">14326 1548 0,'-26'52'47,"26"1"-47,0-1 15,-26-25-15,26-1 16,0 0-16,0 0 15</inkml:trace>
  <inkml:trace contextRef="#ctx0" brushRef="#br0" timeOffset="24241.44">14746 997 0,'-26'0'15,"0"0"-15,26 26 32,0 27-32,26-1 0,27 1 15,-1-1-15,27 1 16,-53-1-16,26-26 16,1-26-16,-27 0 15,0 0-15,-26-26 16,27 0-1,-27-27-15,0 1 0,0 26 16,26-27-16,-26 27 16,26 52 46,0 27-62,-26-1 0,27 27 16,-1-1-16,-26-25 15,0 26-15,0-27 16</inkml:trace>
  <inkml:trace contextRef="#ctx0" brushRef="#br0" timeOffset="24414.99">15481 1600 0,'0'27'31,"26"25"-31,-26-26 16,0 27-16,0 26 16,0-53-1,-26 26-15</inkml:trace>
  <inkml:trace contextRef="#ctx0" brushRef="#br0" timeOffset="24698.87">16189 1128 0,'-26'0'0,"0"0"16,52 0-1,53 53 1,0-27-1,-1 26-15,27-25 0,-26 25 16,0-26-16,-53 27 31,0-27-31,-26 0 16,0 0-16,-52-26 16,-27 27-16,0-27 15,1 0-15</inkml:trace>
  <inkml:trace contextRef="#ctx0" brushRef="#br0" timeOffset="24840.1">16189 1128 0,'0'-26'0,"79"0"16,0-1-16,52 1 0,0 0 15,27 26 1,-27 0-16</inkml:trace>
  <inkml:trace contextRef="#ctx0" brushRef="#br0" timeOffset="25013.58">17003 1574 0,'-26'26'16,"26"1"-16,0-1 15,0 26-15,0-25 0,0 51 16,0-25-16,-27-1 16</inkml:trace>
  <inkml:trace contextRef="#ctx0" brushRef="#br0" timeOffset="25373.84">17974 1023 0,'-26'0'0,"-1"0"16,1 0-16,0 53 15,0 25-15,-1 1 16,27 0-16,0-1 15,0 1-15,0 0 16,53-27-16,-1 1 16,1-53-16,-1 26 15,1-26-15,-1 0 16,-26-26-16,1 0 16,-27-1-16,0-25 0,0 26 15,0-27-15,-27 27 16,-25 26-16,26 0 15,-1 0-15,1 26 16,0 0-16</inkml:trace>
  <inkml:trace contextRef="#ctx0" brushRef="#br0" timeOffset="25562.83">18682 1758 0,'0'26'32,"0"0"-32,0 27 0,0-1 15,-26 1-15,0-1 16,-27 1-16,27-27 16</inkml:trace>
  <inkml:trace contextRef="#ctx0" brushRef="#br0" timeOffset="25798.72">19128 1154 0,'27'-26'0,"-1"0"15,26 26-15,1 0 16,-1 0-16,1 26 15,25 53-15,-25 0 16,-27-1-16,-26 1 16,0 0-16,0-1 15,-26 1-15,-27-26 16,-25-1-16,-1-26 16</inkml:trace>
  <inkml:trace contextRef="#ctx0" brushRef="#br0" timeOffset="25955.59">19050 1548 0,'0'-26'15,"26"-1"-15,79 1 16,26 0-16,26 26 16,1-26-16,-1 26 15,-25 0-15</inkml:trace>
  <inkml:trace contextRef="#ctx0" brushRef="#br0" timeOffset="26112.8">19994 1705 0,'0'27'16,"0"-1"-16,0 26 15,0 1-15,0-27 16,0 27-16,0-1 15,-26-26-15,-26 0 16</inkml:trace>
  <inkml:trace contextRef="#ctx0" brushRef="#br0" timeOffset="26506.25">20834 1049 0,'-53'-26'0,"-25"0"16,-1 26-16,0 0 15,1 0-15,-1 0 16,53 0-16,26 52 16,0-25-16,26 25 0,26-26 15,27 27-15,0 26 16,-27-27-16,-26 0 15,1 1-15,-27-1 16,0 1-16,-27-27 16,-25-26-16,-1 26 15,1-26-15,0 0 16,-1-26-16,27 0 16,0-27-16,26-25 15,26-1-15,79 0 0,0 1 16,26 25-16,26 27 15,-25 0-15,-1-1 16</inkml:trace>
  <inkml:trace contextRef="#ctx0" brushRef="#br0" timeOffset="26663.84">21254 1627 0,'-27'0'0,"27"26"16,0 0-16,0 27 0,0-27 16,0 26-1,0-25-15,0 25 0,0-26 16</inkml:trace>
  <inkml:trace contextRef="#ctx0" brushRef="#br0" timeOffset="27087.31">22644 1207 0,'0'-53'0,"-26"-25"15,-26 51-15,-1 1 16,1 0-16,-1 26 15,-25 0-15,-1 0 16,0 26-16,27 0 16,-1 1-16,27 25 15,26-26-15,0 1 16,0-1-16,52-26 16,1 0-1,-1 0-15,27 0 0,0-26 16,-27-1-16,1 27 15,-27-26-15,0 26 32,0 53-32,-26-1 0,53 27 15,-27 26-15,27-27 16,-1 27-16,1-26 16,-53 0-16,0-27 15</inkml:trace>
  <inkml:trace contextRef="#ctx0" brushRef="#br0" timeOffset="31353.47">15612 183 0,'0'-26'16,"-26"52"-1,-79 79 1,-26 79-16,-27 79 16,1 25-16,-27 1 15,27 52-15,-1-26 16,27-27-16,26-25 31,0-27-31,27 0 0,25-52 0,-26-27 16</inkml:trace>
  <inkml:trace contextRef="#ctx0" brushRef="#br0" timeOffset="31966.89">20152 341 0,'0'-53'0,"0"27"16,0 0-16,0 0 16,-27 104-1,-51 54 1,-27 78-16,-53 52 0,-25 53 16,-1 0-16,0 0 15,-26-1-15,0-25 16,-26-27-16</inkml:trace>
  <inkml:trace contextRef="#ctx0" brushRef="#br0" timeOffset="34214.14">12044 10312 0,'-27'0'0,"27"-26"63,0 0-47,0-27-1,0-26-15,0-26 0,-26 27 16,26-27-16,-26 26 0,26-26 15,0 26 1,-26 1-16,-1 25 0,27 1 16,-26-1-16,0 27 15,26 0 1,-26 26 31,26 26 187,-27-26-234</inkml:trace>
  <inkml:trace contextRef="#ctx0" brushRef="#br0" timeOffset="36394.71">11178 9551 0,'26'0'63,"26"-26"-63,1-27 15,-1 27-15,1 0 16,-1-27-16,1 27 16,-27-26-16,27 25 15,-27-25-15,0 26 16,0-1-16,-26-25 15,26 26-15,-26-1 16,0 1 0,27 26 62,-1 0-63,26 26-15,1 1 16,-1-1-16,1 0 16,26 27-16,-27-27 15,27 0-15,-53 0 16,27 1-16,-27-1 16,0 0-16,0-26 15,0 26-15,1-26 16,-1 0 234</inkml:trace>
  <inkml:trace contextRef="#ctx0" brushRef="#br0" timeOffset="45757.57">12595 10863 0,'-79'-26'16,"0"26"-16,0 0 15,1 0-15,-1 0 16,0 0-16,1 26 0,25 26 15,-26 27-15,27 0 16,26 0-16,-1-1 16,27 1-1,0 0-15,27 0 0,51-27 16,-25-26-16,52 27 16,-26-27-16,26-26 15,-1 0-15,-25 0 16,0 0-16,-27-26 15,1-1-15,-27 1 16,0 0-16,-26-26 0,0 25 16,0-25-16,0 26 15,-26-1-15,-26 1 16,25 26-16,-25-26 16,-1 26-16,1 0 15,26 0-15,-27 0 16,1 0-16,26 26 15,-27 0-15,27 1 16,0-1-16,26 26 16,0-25-16,0-1 15,0 0-15,0 0 16,0 0-16,0 1 312,-27-27-296,1 0-16</inkml:trace>
  <inkml:trace contextRef="#ctx0" brushRef="#br0" timeOffset="46576.47">11676 11545 0,'0'26'15,"0"1"-15,53-27 16,25 0-16,27 0 15,0 0-15,0-27 16,0 1 0,0 0-16,-26-26 0,0-1 15,-1 1-15,-51-1 16,-1-26-16,0 1 0,-26-1 16,0 26-16,-52 1 15,-1-1-15,-26 1 16,1 26-16,-1 26 15,0 0-15,1 0 16,-1 0-16,0 52 16,0 1-1,27 52 1,-1-27-16,27 1 16,26 0-16,0-27 15,26 27-15,27-26 16,-1-27-16,53 0 15,-26 0-15,0-26 0,0 0 16,-1 0-16,-52 0 16,1 0-16,-1 0 15,-52 0 17,-1 0-17,-51 0-15,-1 0 16,0 0-16,-26 0 15,27 53-15,25-1 16,1-26-16,25 53 16,1-26-16,26-1 0,0 27 15,53-27-15,25 1 16,1-27-16,26 0 16,26 1-16,-26-27 15,26 0-15,1-27 16,-27 1-16,-27 0 15,1-27-15,-53 1 16,1-1-16,-27-25 16,0 25-16,-105-26 15,0 1-15,0 25 0,26 1 16,-26 26-16,52 26 16,-25 0-16,-1 0 15</inkml:trace>
  <inkml:trace contextRef="#ctx0" brushRef="#br0" timeOffset="47063.4">13303 11020 0,'-26'-26'0,"78"26"32,27 53-17,26-1-15,0 27 16,26-27-16,-26 27 15,26-26-15,-26-1 16,0 1-16,-26-1 16,-27-26-16,-25 0 15,-1-26-15,-26-26 32</inkml:trace>
  <inkml:trace contextRef="#ctx0" brushRef="#br0" timeOffset="47283.68">14221 10784 0,'-26'0'0,"0"0"15,0 27 1,-27 25-16,1 27 16,-1 26-16,1-27 0,26 27 15,-27 0 1,1 0-16,-1 0 0,1 0 15,-1-26-15,1 0 16,25-1-16,1-51 16,26-1-16</inkml:trace>
  <inkml:trace contextRef="#ctx0" brushRef="#br0" timeOffset="47866.87">15429 9997 0,'-27'26'16,"27"-52"46,0-26-46,0-1-16,0-26 16,0 1-16,0-27 15,0 26-15,0-26 16,0 26-16,0 27 15,0 26-15,0-1 16,0 1 0,-26 52 77,26 1-93,-26-1 0,0 26 0,-1-25 16</inkml:trace>
  <inkml:trace contextRef="#ctx0" brushRef="#br0" timeOffset="48292.44">14799 9472 0,'26'0'79,"0"0"-79,27-26 0,-1-26 15,1 25-15,-1 1 0,1-26 16,-27 25-16,26-25 15,-25 26-15,-27-1 0,26 27 16,0 0 62,0 0-78,53 27 16,0-1-16,26 26 15,0 1-15,-27-27 16,27 0-16,-26 27 16,-26-27-16,25 0 15,-51 1-15,25-27 0,-26 0 16</inkml:trace>
  <inkml:trace contextRef="#ctx0" brushRef="#br0" timeOffset="50367.73">12044 7557 0,'-27'-26'0,"1"26"15,0 0 1,0 0 31,-1 26-47,1 0 15,26 27-15,0-27 16,0 26-16,0-26 16,0 27-16,26-1 15,1-25-15,25-1 16,-26-26-16,1 26 15,-1-26-15,0 0 16,-26-26 15,26 0-31,-26-27 16,0 1-16,0 25 16,0 1-16,-26 0 15,0 0-15,0 26 16,26-26 140</inkml:trace>
  <inkml:trace contextRef="#ctx0" brushRef="#br0" timeOffset="54001.04">15087 10994 0,'-78'-26'0,"78"0"15,0-1-15,0 1 16,78 0-16,27 0 0,0 0 16,0 26-1,0 0-15,-52 0 0,25 0 16,-51 26-16,25 26 15,-26 1-15,-26 25 16,0 1-16,0 26 16,27-26-16,-27-27 15,0 27-15,26-26 16,-26-27-16,26 26 16,-26-26-16,26 1 15,-26-1 1,27-26-16</inkml:trace>
  <inkml:trace contextRef="#ctx0" brushRef="#br0" timeOffset="54253.8">15297 11414 0,'-26'0'0,"52"0"15,53-26 1,52 0-16,0-1 0,1 1 16,25 0-16,1 0 15,-27-1-15,-26 1 16,-27 0-16,-25 26 16,-27 0-1,-26-26-15</inkml:trace>
  <inkml:trace contextRef="#ctx0" brushRef="#br0" timeOffset="55558.91">15114 7793 0,'-27'-26'0,"1"26"15,0-27-15,26 1 32,0 79 61,0-1-93,0 1 16,26 25-16,0-25 16,1-1-16,-1 1 15,0-1-15,0-25 0,-26-1 31,27-26-31,-27-26 63,0-27-47,-27 1-16,1-27 15,0 0-15,-27 27 16,53-1-16,-26 1 15,0 25-15,26 1 16,0 0 0,0 0-16,-26 26 15,26 52 32,0 1-47,26 25 16,0-25-16,0-1 31,1 1-31,-1-27 16,-26 0-16,0-52 78,0-26-78,0-1 15,-26 1-15,-1-1 16,1 27-16,26 0 16,0 52 31,0 26-47,0 1 15</inkml:trace>
  <inkml:trace contextRef="#ctx0" brushRef="#br0" timeOffset="56517.76">16819 10811 0,'-26'0'0,"26"-27"16,52 54 15,27-1-15,0 26-16,0-26 15,-1 27-15,27-1 16,-52-25-16,25 25 16,-25-52-16,-1 26 15,-25 1-15,-1-1 16,0-26-16,0 26 15,-26 0-15,27-26 16,-27 27-16,0-1 16</inkml:trace>
  <inkml:trace contextRef="#ctx0" brushRef="#br0" timeOffset="57006.71">17396 10732 0,'-26'-26'16,"0"-1"-16,26 1 16,-26 26 31,0 53-32,-27 25-15,1 27 0,-1-26 16,27 0-16,-27-1 15,27 1-15,0-26 16,26-1-16,-26 1 16,26-27-16,0 0 15,0 0-15,0 1 16,26-27 187</inkml:trace>
  <inkml:trace contextRef="#ctx0" brushRef="#br0" timeOffset="57588.88">18525 10653 0,'0'-26'0,"0"0"16,0-1-16,0 1 15,0 0 1,-26 26-16,-1 0 16,1 0-1,-53 26-15,1 27 16,-1-1-16,26 27 16,1 26-16,26-27 15,26 1-15,0 26 16,26-52-16,26 25 15,27-51 1,26 25-16,0-26 0,0-26 0,0 27 16,-26-27-16,-1 0 15,-25 0-15,-1-27 16,-25 1-16,-1 0 16,-26-27-16,0 27 15,0-26 1,-26 25-16,-27-25 0,27 52 0,-53-26 15,27 26 1,-1 0-16,1 0 0,-1 26 16,27 0-16,-26 0 15,25 27-15,27-1 16,0 1-16,0-1 31,0 1-31</inkml:trace>
  <inkml:trace contextRef="#ctx0" brushRef="#br0" timeOffset="57903.46">19207 10784 0,'-26'0'15,"0"-26"-15,78 52 47,1 1-31,25 25-16,27 27 16,-26-27-16,26 27 0,0-27 15,-26 1-15,-1-27 16,-25 0-16,-27 1 15,26-27-15,-25 26 16,-1-26 0,0 0-16,-26-26 15</inkml:trace>
  <inkml:trace contextRef="#ctx0" brushRef="#br0" timeOffset="58170.59">19863 10811 0,'-52'-27'0,"25"1"15,1 26 1,0 0 15,26 26-15,-53 53-16,27 0 16,0-1-16,0 27 15,-1-26-15,1 0 16,0-27-16,-27 1 15,53-1-15,-26-25 16,26-1-16,-26 0 16,26 0-16,-26-26 31</inkml:trace>
  <inkml:trace contextRef="#ctx0" brushRef="#br0" timeOffset="59209.45">17738 8003 0,'-27'0'47,"27"-26"-31,0-1-16,0 1 15,0 0-15,0 0 16,0-1-16,27 27 15,-1-26-15,26 26 16,1 0-16,-1 0 16,1 0-16,-1 26 0,1 1 15,-1 25-15,-26 1 16,1-27-16,-1 26 16,-26-25-16,0-1 15,0 26-15,-26-25 16,-27-1-16,27-26 15,-27 26-15,27-26 16,0 26-16,0-26 16,0 0-16,52 0 93,26 0-77,1 0-16,52 0 16,-27-26-16,1 0 15,26 0-15,0 26 16,-26-27-16,-1 1 16,-25 0-1,-1 26-15,-25-26 0,-1 26 16,-52 0 78,-27 0-79,1 0-15</inkml:trace>
  <inkml:trace contextRef="#ctx0" brushRef="#br0" timeOffset="60264.63">20703 10889 0,'-27'0'0,"27"-26"62,0 0-46,53 0 109,26-1-125,26 27 16,-27-26-16,27 0 0,-26 0 15,0 26 1,-27-27-16,-131 54 31</inkml:trace>
  <inkml:trace contextRef="#ctx0" brushRef="#br0" timeOffset="60800.18">20650 10811 0,'0'26'63,"0"26"-63,0 1 15,0-1-15,0 27 16,0-27-16,0-25 16,0 25-16,26-26 15,1 1-15,-27-1 16,0 0-16,26-26 78,0-52-62,-26 25-1,26-25-15,1 26 0,25-1 16,1 1-16,-1 0 15,1 26-15,25-26 16,-25 26-16,52 0 16,-27 0-16,27 26 15,-26 0-15,0 27 16,-27-27-16,1 0 16,-27 0-16,-26 1 0,0 25 15,-26 1-15,-79-1 16,-26 1-16,-1-1 15,1 0-15,26 1 16,-26-27-16,52-26 16,1 0-1</inkml:trace>
  <inkml:trace contextRef="#ctx0" brushRef="#br0" timeOffset="62204.52">18131 12096 0,'0'27'15,"0"-1"-15,53 26 16,25 1-16,1-1 16,-26-26-16,-1 1 15,1-1-15,-27-26 16,0 26-16,0-26 31,53-26-31,-27-27 16,27 1-16,26-1 15,0 27-15,26 0 0,-26 0 16,26 0-16,-26 26 16,-26 0-16,26 52 15,-26 0-15,26 1 16,-26-1-16,-27 1 16,0-1-16,1-25 15,-27-1-15,0-26 47,1-26-47,51-27 16,-25 27-16,52-27 15,-26 1-15,25 26 16,-25 26-16,0 0 0,-27 0 16,27 0-16,0 26 15,0 26-15,26-25 16,-27-27-16,27 26 15,0-26-15,-26 0 16,26-26-16,-26-1 16,-27 1-16,27-26 15,-27 25-15,-26 1 16,-26-26-16,0 26 16,-52-1-16,-27 27 0</inkml:trace>
  <inkml:trace contextRef="#ctx0" brushRef="#br0" timeOffset="62786.84">18499 13539 0,'-27'0'0,"27"-26"15,105-26 1,0-1-16,0 27 15,0 0-15,-26 0 16,0 26-16,-27 0 16,-26 0-16,-26 52 0,0-26 15,0 27 1,0-1-16,-26 1 0,0-27 16,0 0-16,26 0 31,0 1-16,26-1-15,26 0 16,27 27-16,-26-1 16,25-26-16,-25 27 15,-1-27-15,-26 0 16,-52-26 15,-53 0-15,1 0-16,-1 0 15,0 0-15,27 0 16,-1-26-16,27 26 16,0-26-16,26 0 15</inkml:trace>
  <inkml:trace contextRef="#ctx0" brushRef="#br0" timeOffset="63167.71">19837 13330 0,'0'-27'0,"0"1"16,0 79 31,0-1-32,0 27-15,0-1 16,0-25-1,26-1-15,27 1 0,-1-1 16,27-25-16,-27-1 16,1-26-16,25 26 15,1-26-15,0 0 0,0-26 16,-1 0-16,-25-27 16,-1 1-16,-26-1 15,-26 1-15,0-1 16,-26 1-16,-53-1 15,1 1-15,-27-1 16,0 27-16,-26 26 16,-53 0-16,-26 0 15,-26 26-15</inkml:trace>
  <inkml:trace contextRef="#ctx0" brushRef="#br0" timeOffset="64660.16">11414 13251 0,'-26'-26'0,"26"-1"47,52 54-32,1-1 1,52 0-16,-27 0 16,1 1-16,0-27 15,-1 26-15,27-26 16,-26 0-16,0 0 16,0-26-16,25-1 15,-25 1-15,26-26 16,26-1-16,1-26 15,-1 27-15,-26 26 0,26-27 16,-52 27 0,-1 26-16,1 0 0,0 0 15,-1 0-15,-25 0 16,26 26-16,-1 27 16,1-27-16,-26 26 15,-1-25-15,1-1 16,-53 0-16,26-26 15,-26 26-15,26-26 47,0-52-47,27-1 16,-27 27 0,26-26-16,1 25 0,26 1 15,-1 26-15,1 0 16,0 0-16,26 0 15,0 0-15,0 0 16,26 0-16,-26 26 16,26-26-16,-26 0 15,0 0-15,-26 0 16,-1 0-16,1-26 16,-26 0-16,25 0 15,-25-27-15,-1 1 16,-25-1-16,-1 1 0,0-1 15,-26 1-15,0-1 16,0 1-16,0 26 16,-26-1-1</inkml:trace>
  <inkml:trace contextRef="#ctx0" brushRef="#br0" timeOffset="65194.68">15507 13959 0,'-26'0'0,"78"0"31,53 0-31,0 0 16,-26-26-16,0 26 16,-27 0-16,-25 0 15,-1 0-15,-79 0 32</inkml:trace>
  <inkml:trace contextRef="#ctx0" brushRef="#br0" timeOffset="65712.52">15350 13959 0,'0'27'32,"0"-1"-32,0 26 15,26 1-15,0-1 16,1 1-16,-1-1 15,0 1-15,-26-27 16,26 26 0,-26-25-16,26-27 62,1-27-31,-27 1-31,52 0 0,-26 0 16,27 26-16,-1-27 16,27 27-16,-26 0 15,25 0-15,1 0 16,0 0-16,-27 27 16,27 25-16,-53 1 15,0-1-15,1-26 0,-27 27 16,0-27-16,-27 0 15,1 1-15,-26-1 16,-1 0-16,1-26 16,-1 0-16,1 0 15,-1 0-15,-25 0 16,51 0 0,-25-26-16,26-27 0,26 27 15,0-26-15</inkml:trace>
  <inkml:trace contextRef="#ctx0" brushRef="#br0" timeOffset="66174.35">16819 13776 0,'0'-27'0,"-26"27"16,0 0-1,-1 27 17,1 25-17,-26 27-15,26 0 0,-1-1 32,27 1-17,0 0-15,0-1 0,0-25 16,53-27-16,-1 27 15,1-53-15,25 26 16,27-26-16,-26 0 16,-26 0-16,25 0 15,-51-26-15,-1-1 16,0 1-16,-26 0 16,0 0-16,0-1 0,-52 1 15,-1 0 1,1 26-16,-1 0 0,27 0 15,-27 0-15,27 0 16,-26 0-16,25 26 16,1 0-16,-26 27 15,52-27-15,0 0 16</inkml:trace>
  <inkml:trace contextRef="#ctx0" brushRef="#br0" timeOffset="66436.67">17318 13776 0,'-26'0'0,"78"26"47,0 0-47,53 27 15,-26-1-15,0-26 16,0 27-16,-1-27 16,-25 0-16,-1 0 0,-25 1 15,-1-1-15,0 0 16,0-26-16</inkml:trace>
  <inkml:trace contextRef="#ctx0" brushRef="#br0" timeOffset="66688.8">17869 13592 0,'-26'0'0,"-1"-26"15,27 52 17,-26 26-17,0 1-15,0 26 16,-1-1-16,1 27 0,0-26 15,0 0-15,-1-1 16,-25-25-16,26 26 16,26-27-16,-27-26 15,1 1-15,0-1 16,0 0-16,-1-26 16,-25 26-16</inkml:trace>
  <inkml:trace contextRef="#ctx0" brushRef="#br0" timeOffset="67097.17">14431 15560 0,'-78'26'16,"51"-26"-16,54 0 15,104-26 1,79 0-16,26-27 16,79 1-16,52-1 15,53-25-15,52-1 16,79 0-16,0-26 15,27 0-15,-27 0 16,-26 26-16,-1 1 16,-78-1-16,0 27 0,-78-1 15,-106 1 1,-52 25-16,-105 1 0,-52 0 16,-106 26 15,-78 0-31,0 0 0</inkml:trace>
  <inkml:trace contextRef="#ctx0" brushRef="#br0" timeOffset="68009.35">20440 15166 0,'-26'0'0,"0"-26"0,26 52 94,-26 1-94,-1-1 15,1 0-15,26 0 16,-26 1-16,26 25 16,-26-26-16,26 0 15,0 1-15,0-1 16,0 0-16,0 0 16,0 1-16,52-1 0,1 0 15,-1 0-15,1-26 16,-1 27-16,0-27 15,1 0-15,-1 0 16,1 0-16,-27 0 16,27-27-16,-27 27 15,0-26 1,0 0-16,1 0 0,-27-27 16,0 27-16,0-27 15,0 27-15,0-26 16,0-1-1,-27 27-15,1 0 0,-26 0 0,25-1 16,1 27 0,0 0-16,0 0 0,-1 0 47,1 0-32,-26 0-15,25 27 16,-51-27-16,-1 26 15,0 0-15,-26 27 16,0-27-16,0-26 0</inkml:trace>
  <inkml:trace contextRef="#ctx0" brushRef="#br0" timeOffset="68733.08">16793 15088 0,'-26'0'0,"-1"0"15,80 0 17,52-27-32,0 27 15,52-52-15,-25 26 16,25-1-16,-52 1 15,-26 0-15,-27 26 16,-52-26-16,0 52 94,26-26-94,1 26 15</inkml:trace>
  <inkml:trace contextRef="#ctx0" brushRef="#br0" timeOffset="69663.05">19076 14642 0,'-26'0'0,"52"0"47,26-27-32,53 1-15,-26 26 16,0-26-16,26 0 16,-27 26-16,-25-27 0,-27 27 15,-52 0 220,0 27-220,-27-1-15,1 0 16</inkml:trace>
  <inkml:trace contextRef="#ctx0" brushRef="#br0" timeOffset="70859.53">19181 15455 0,'-26'0'15,"-1"0"-15,27-26 16,-26 26 0,0 0-16,0 0 15,-27 0-15,-26 0 16,27 26-16,-1 0 16,27 27-16,26-27 15,0 26-15,0-25 16,26-1-16,53 26 15,-26-25-15,25-1 16,1 26-16,0-25 16,0 25-16,-1-26 15,-25 1-15,-1-1 0,-26 0 16,-26 0 0,0 0-1,-26 1-15,-53-27 16,27 26-16,0-26 15,-1 0-15,1 0 16,25 0-16,1-26 16,26-27-16,0 27 15,0-53-15,0 1 16,53-1-16,-1 0 16,1 27-16,-27-1 0,0 1 15,-26-1-15,26 27 16,-26 0-1,0-1 1,-26 27-16,0 0 16,0 0-16,-1 0 15,1 0 1,0 0 0,-27 27-1,27-1-15,0 0 16,0 0-16,-1 1 15,-25-1-15</inkml:trace>
  <inkml:trace contextRef="#ctx0" brushRef="#br0" timeOffset="76949.11">1233 9551 0,'-26'26'16,"52"-52"15,26 0-15,27-53-16,26 0 15,52-26-15,1 0 0,52 0 16,26-26 0,0-26-16,0 52 0,-52-26 15,-27 52-15,-52 0 16,0 27-16,-26-1 16,-53 27-16,1 26 15,-1 0-15,-26-26 16,0 52 62,-53 0-78,-25 27 16,-54 25-16,1 1 0</inkml:trace>
  <inkml:trace contextRef="#ctx0" brushRef="#br0" timeOffset="77311.98">1023 9866 0,'-26'0'0,"26"26"16,26-78-1,53-1 1,52-26-16,53-52 16,25 0-16,54 0 15,25-27-15,27-25 16,0 25-16,-79 1 16,1 52-16,-80 0 15,-52 52-15,-26 27 16,-53 0-16,-52 52 78,-27 0-78,1 27 16,-1-27-16</inkml:trace>
</inkml:ink>
</file>

<file path=ppt/ink/ink9.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39:10.101"/>
    </inkml:context>
    <inkml:brush xml:id="br0">
      <inkml:brushProperty name="width" value="0.05292" units="cm"/>
      <inkml:brushProperty name="height" value="0.05292" units="cm"/>
    </inkml:brush>
  </inkml:definitions>
  <inkml:trace contextRef="#ctx0" brushRef="#br0">9052 9079 0,'-26'0'16,"52"0"47,53 0-48,0 0-15,52 0 16,26 0-16,-25 0 15,-1 0-15,0 0 16,-26 0-16,-26 0 16,-1 0-16,-51 0 15,25 0-15,-26 0 16,-26 26 62,27-26-78,25 0 16</inkml:trace>
  <inkml:trace contextRef="#ctx0" brushRef="#br0" timeOffset="420.78">11729 9105 0,'-27'0'0,"80"26"47,26-26-47,-1 26 15,1-26-15,26 0 16,0 0-16,0 0 16,0 0-16,-26 0 15,-53 0-15,26 0 16,-25 0 62</inkml:trace>
  <inkml:trace contextRef="#ctx0" brushRef="#br0" timeOffset="1222.18">13539 9157 0,'0'27'31,"26"-27"-16,27 0 1,-1 0-16,27 26 0,26-26 16,0 0-16,-26 0 15,0 0-15,-27 0 16,0 0-16,-25 0 16,-1 0 405,0 0-421</inkml:trace>
  <inkml:trace contextRef="#ctx0" brushRef="#br0" timeOffset="1622.76">16242 8974 0,'-53'0'0,"27"0"16,105 0 15,26 0-15,52 26-16,27-26 15,-27 0-15,27 0 16,-26 0-16,-1-26 16,-78 0-16,-1 26 0,-51 0 15,-1 0-15,-79 0 63</inkml:trace>
  <inkml:trace contextRef="#ctx0" brushRef="#br0" timeOffset="5508.07">9288 10286 0,'0'-26'93,"0"-1"-61,0-51-32,0-1 0,27-26 0,-27 0 15,26 0-15,-26 26 16,26-26-16,0 53 16,-26-1-16,0 27 31,0 0-31,0 0 0</inkml:trace>
  <inkml:trace contextRef="#ctx0" brushRef="#br0" timeOffset="5932.57">8790 9682 0,'26'0'16,"53"-26"0,0 0-16,-27 0 0,1-1 15,25-25 1,-25 26-16,-27-1 0,26-25 15,-25 26-15,-1-1 32,0 1-32,0 0 0,-26 0 0,27-1 15,-1 27 32,0 0-31,27 27-1,25-27-15,1 26 0,-26 0 0,25 0 32,1 1-32,-27-1 0,53 0 0,-52 0 31,26 1-31,-1-27 16,-25 26-16,-27-26 15</inkml:trace>
  <inkml:trace contextRef="#ctx0" brushRef="#br0" timeOffset="11040.53">11834 1390 0,'0'-52'0,"0"0"16,0 25-16,0-25 15,0 26-15,-27-1 16,-25 1-16,-1 26 16,-25 0-16,-27 0 15,0 0-15,0 26 16,26 27-16,53-27 0,0 27 16,26-27-16,0 0 15,52 26-15,27-25 16,0-1-16,-27-26 15,1 0-15,-1 0 16,1 0-16,-27 0 16,0-26-16,26-1 15,-52 1-15,27 0 16,-1 26-16,0-26 16,-26 52 30,0 53-46,0-1 16,0 1-16,26-26 16,-26 25-16,0-25 15,27-1-15,-1 1 16,26-1-16,-52-25 16</inkml:trace>
  <inkml:trace contextRef="#ctx0" brushRef="#br0" timeOffset="11221.21">12227 1784 0,'0'-26'15,"0"78"17,0 1-32,0-1 15,0 1-15,0-1 16,0 1-16,0-1 15,-26-26-15</inkml:trace>
  <inkml:trace contextRef="#ctx0" brushRef="#br0" timeOffset="11599.35">13119 1443 0,'27'-53'16,"-27"-25"-16,0 52 15,0-27 1,0 27-16,-53 26 0,-26 0 16,1 0-16,-1 0 0,27 0 15,-1 26-15,53 27 16,0-1-16,0 0 16,53 27-16,25-26 15,27-1-15,-52 1 16,-1-1-16,1-26 15,-53 1-15,0-1 16,-53-26 0,-26 0-16,1 0 15,52 0-15,-27 0 16,53-26-16,0-27 16,0-26-1,79 27-15,26-1 0,26 1 0,-26 52 16,-26 0-16,-27 26 15</inkml:trace>
  <inkml:trace contextRef="#ctx0" brushRef="#br0" timeOffset="11756.26">13618 1837 0,'-53'26'0,"27"26"15,0-25-15,26-1 16,0 26-16,0 1 15,0-27-15,26 0 16,27 0-16,-1-26 0</inkml:trace>
  <inkml:trace contextRef="#ctx0" brushRef="#br0" timeOffset="12023.86">14458 1259 0,'-27'-26'0,"54"0"15,25 26-15,27 0 16,0 26-16,-27 27 16,1-1-16,-27 27 15,-26 26-15,26-27 16,-26 1-16,0-26 15,0-1-15,0-26 16,0 27-16,0-27 16,-26 0-16,0-26 15</inkml:trace>
  <inkml:trace contextRef="#ctx0" brushRef="#br0" timeOffset="12165.66">14326 1758 0,'0'-26'16,"27"26"-16,104-27 16,53 27-16,25-26 15,1 26 1,-26 0-16,-53 0 0</inkml:trace>
  <inkml:trace contextRef="#ctx0" brushRef="#br0" timeOffset="12306.91">15533 1705 0,'-26'0'15,"0"27"-15,0 25 16,0-26-16,26 27 16,-27-1-16,27 1 15,0-1-15,0 27 32,0-27-32,0-25 15,0-1-15</inkml:trace>
  <inkml:trace contextRef="#ctx0" brushRef="#br0" timeOffset="12652.96">16583 1286 0,'-52'-27'15,"25"1"-15,1 26 16,0 0-16,0 0 15,-27 53-15,-26 25 16,27 1-16,-1 0 16,27 26-16,26-27 15,0 1-15,0 0 0,0-27 16,0-25-16,53-27 16,-1 26-16,1-26 15,-1 0-15,-26-26 16,27-1-16,-53 1 15,0 0-15,0 0 16,0-1-16,-26 27 16,-53 0-16,26 0 15,-25 0-15,25 0 16,-25 27-16</inkml:trace>
  <inkml:trace contextRef="#ctx0" brushRef="#br0" timeOffset="12856.72">17108 1942 0,'0'-27'0,"0"54"31,-26-1-15,26 26-16,-27 1 15,27-27-15,-26 26 0</inkml:trace>
  <inkml:trace contextRef="#ctx0" brushRef="#br0" timeOffset="13185.82">17606 1390 0,'-26'-26'16,"0"26"-16,0 53 31,-1-1-15,27 27-16,0 0 16,0-27-16,0 1 15,53-27-15,-27 0 0,27 0 16,-1-26-16,1 0 15,-1 0-15,1-52 16,-1-1-16,-26 1 16,1-1-16,-27-25 15,0 25-15,-27 1 16,-25 25-16,-1 1 16,1 26-16,-1 26 15,1 27-15</inkml:trace>
  <inkml:trace contextRef="#ctx0" brushRef="#br0" timeOffset="13359.97">18472 1942 0,'0'26'15,"-26"0"1,-26 0-16,25 27 15,1-1-15,0 1 16,-27-27-16</inkml:trace>
  <inkml:trace contextRef="#ctx0" brushRef="#br0" timeOffset="13745.8">18918 1312 0,'0'26'31,"0"26"-31,0 27 16,0 0-16,27 0 16,-1-53-1,0 26-15,27-25 0,-27-27 16,0 0-1,0 0-15,27-27 0,-27 1 16,0-26-16,1-1 16,-27 1-16,0-1 0,0 27 15,0 0 1,0 78 15,26 1-15,-26 25-1,26-25-15,0-1 0,0 1 16,-26-1-16</inkml:trace>
  <inkml:trace contextRef="#ctx0" brushRef="#br0" timeOffset="13932.03">19706 1863 0,'0'52'31,"0"1"-31,0-1 16,0 1-1,0-1-15,0 1 0,-27-1 32,-25-52-32</inkml:trace>
  <inkml:trace contextRef="#ctx0" brushRef="#br0" timeOffset="14468.92">20676 1443 0,'-26'-26'0,"0"-1"0,26-25 15,0 26 1,26 0-16,53-1 0,0 1 15,-1 26-15,1 0 16,-26 0-16,25 0 16,-51 0-16,25 26 15,-52 1-15,0 25 16,0 0-16,-26 1 16,-27-27-16,-25 27 15,25-27-15,1 0 0,25 0 16,1 1-16,26-1 15,26 0 1,79 0-16,-26 1 16,26-1-16,-26 0 15,-27 0-15,1 1 16,-27-27-16,-26 26 16,-53-26-1,-78 0 1,-52 26-16,-27-26 15,-27 0-15</inkml:trace>
  <inkml:trace contextRef="#ctx0" brushRef="#br0" timeOffset="16915.04">17580 892 0,'0'-26'32,"0"52"-1,26-26-15,1 26-16,-1 0 15,0-26-15,0 0 16,1 0 15,-1 0-31,26-52 16,1-27-1,-1 27-15,1-27 0,-1 0 16,1 27-16,-27 26 16,0-1-16,-26 1 15,26 26-15,-26 26 78,-26 27-62,-26-1-16,-53 1 16</inkml:trace>
  <inkml:trace contextRef="#ctx0" brushRef="#br0" timeOffset="22767.61">4854 13330 0,'-79'0'0,"27"0"15,25 0-15,-25 0 16,26 52-16,26 1 0,-26 25 16,26 27-16,0-26 15,52 26 1,0-26-16,53-27 0,-26 1 15,0-1-15,26-52 16,0 0-16,0 0 16,-27 0-16,1-52 15,-26-27-15,-53 26 16,0-52-16,0 27 16,-27-1-16,-51-26 15,-27 26-15,0 27 16,0-1-16,0 27 15,26 26-15,0 0 0,27 0 16,52 26-16,0 53 16,0-26-16,26-1 15</inkml:trace>
  <inkml:trace contextRef="#ctx0" brushRef="#br0" timeOffset="23208.36">5746 13172 0,'0'-26'0,"0"78"47,0 27-47,0 0 16,26 26-16,27-53 15,-1 27-15,1-27 16,-1-25-16,1-1 16,-1-26-16,27 0 15,-27 0-15,1-26 0,-27-27 16,27 1-16,-27-27 16,0 0-16,-26 27 15,0-1 1,0 27-16,0 0 0,0 52 47,0 53-32,0 0-15,0 25 16,0-25-16,53 0 16,-27 0-16,26-27 15,1 1 1,-1-1-16,1-26 0</inkml:trace>
  <inkml:trace contextRef="#ctx0" brushRef="#br0" timeOffset="23460.47">6927 13225 0,'-26'-27'0,"-1"1"16,80 26-1,52 0 1,0 53 0,0 25-16,0 1 0,-53 0 15,1-1-15,-27 1 16,0-26-16,0-1 16,-26 1-16,0-1 15,0-26-15,-26 1 16</inkml:trace>
  <inkml:trace contextRef="#ctx0" brushRef="#br0" timeOffset="23601.73">7006 13776 0,'-27'-27'16,"27"1"15,53 0-31,52-27 0,52 1 0,1-27 15,25 27-15,-51-1 16</inkml:trace>
  <inkml:trace contextRef="#ctx0" brushRef="#br0" timeOffset="23931.54">8396 12700 0,'-52'0'16,"-1"0"-16,1 0 15,-27 26-15,27 53 16,25-1-16,1 27 16,0 0-16,26 0 15,26-26-15,27 0 16,25-27-16,1 1 16,0-53-16,0 26 15,-27-26-15,0 0 0,-25-26 16,-1-27-1,-26 27-15,0-26 0,0-1 16,0 27 0,-79 26-16,1-26 0,-1 26 15,-26 26-15,-26 26 16,26 27-16</inkml:trace>
  <inkml:trace contextRef="#ctx0" brushRef="#br0" timeOffset="24246.66">4355 14930 0,'-210'26'15,"79"1"-15,105-27 16,78 0-16,185 0 16,156-53-16,158-26 0,105-26 15,105 1 1,26-1-16,-26 0 0,-52 0 16,-158 0-16,-158 52 15,-156 1-15,-185 25 16,-262 27-1,-78 0-15,-132 79 16,-26 0-16,-53 26 16</inkml:trace>
  <inkml:trace contextRef="#ctx0" brushRef="#br0" timeOffset="24467.16">4145 15586 0,'27'0'0,"156"0"0,106-26 16,105-53-16,104-26 16,53-26-16,26 0 15,1-27-15,-27 1 16,-79 0-16,-105 52 16,-104 0-16,-79 26 15,-106 0-15,-52 27 16,-26 25-16,-78 27 0,-27 0 15</inkml:trace>
  <inkml:trace contextRef="#ctx0" brushRef="#br0" timeOffset="27665.05">7950 12018 0,'0'-27'16,"0"-25"-16,-79-1 15,1 27-15,-53-26 16,-53 52-16,-52 0 16,-105 52-16,-27 53 15,-25 79-15,-1 26 16,79 52-16,79 27 15,79-1 1,130 1-16,27 0 0,132-53 0,104-53 16,52-25-16,53-27 15,53-52-15,0-53 16,-1-26-16,-52-26 16,0-27-16,-26-52 15,-26-26-15,-53-26 16,-52-53-16,-27-53 15,-78 1-15,-79-53 16,-52 27-16,-158-1 16,-79 53-16,-105 78 0,-78 80 15,0 104-15,-27 79 16,27 78-16,52 27 16</inkml:trace>
  <inkml:trace contextRef="#ctx0" brushRef="#br0" timeOffset="39328.96">9630 10627 0,'-53'-26'0,"1"26"15,25 0-15,-25 0 16,26 0-16,-1 0 16,-25 0-16,-1 26 15,1 26-15,-1 1 16,27-1-16,0 27 16,26-27-16,0 27 15,0-26-15,52-1 0,1 27 16,26-53-16,-1 27 15,1-53-15,0 26 16,26-26-16,-53 0 16,1 0-16,25-26 15,-51-1-15,-1-25 16,0-1-16,0 1 16,-26-1-16,0 27 15,0 0-15,-26 0 16,0-1-16,-27 27 15,1 0-15,-27 0 0,1 27 16,-27 25 0,26-26-16,26 27 0,1-27 15,26 27-15,-1-27 16,27 0-16,0 0 16,0 1-16,0-1 15,53 0-15,-1-26 16</inkml:trace>
  <inkml:trace contextRef="#ctx0" brushRef="#br0" timeOffset="43983.99">10574 10548 0,'-26'0'15,"52"53"17,27-1-17,25 1-15,27-1 16,0 27-16,0-27 16,0 1-16,0 25 15,-52-51-15,25 25 16,-25-26-16,-27 1 15,27-1-15,-27-26 16</inkml:trace>
  <inkml:trace contextRef="#ctx0" brushRef="#br0" timeOffset="44267.29">11388 10522 0,'0'-26'0,"-27"26"31,-25 52-31,-27 27 16,-26 0-16,26-1 16,-25 1-16,25 0 15,26-1-15,-25 1 16,25-26-16,27-1 15,0 1-15,-1-27 16,27 0-16,0 0 16,53-26-1,26 0-15,-1-52 0</inkml:trace>
  <inkml:trace contextRef="#ctx0" brushRef="#br0" timeOffset="48654.03">12411 10260 0,'-26'-27'125,"-1"1"-110,1 0-15,0 26 16,0-53-16,26 27 16,-26 0-16,26-27 15,-27 1-15,27-1 16,0 27-16,0-26 15,0 25-15,0 1 16,-26 0 0,0 26 124,0 26-140,-27-26 16,1 26-16</inkml:trace>
  <inkml:trace contextRef="#ctx0" brushRef="#br0" timeOffset="49031.27">11807 9840 0,'0'26'79,"27"-26"-64,-1 0-15,0 0 16,0-26-16,27-1 15,-27 1-15,0 0 16,1-27-16,-1 27 0,0 0 16,-26 0-16,0 0 15,26 26 17,1 0-17,25 26-15,27 0 16,-1 0-16,27 0 15,27 1-15,-27-1 16,0 0-16,-27-26 16,27 0-16,-52 0 15,25 0-15</inkml:trace>
  <inkml:trace contextRef="#ctx0" brushRef="#br0" timeOffset="52998.51">9288 1994 0,'-78'0'16,"51"0"-16,80 0 47,52 0-47,0-26 15,26 26-15,-26-26 16,-26 26-16,-1 0 15,1 0-15,0 0 16,26 0-16,-26 0 16,-53 0-16,0-27 15</inkml:trace>
  <inkml:trace contextRef="#ctx0" brushRef="#br0" timeOffset="53344.03">9761 1863 0,'-26'0'16,"78"0"31,53 0-31,0 0-16,26 0 0,-26 0 15,0 0-15,-26 0 16,-27 0-16,-26 0 15,-52 0 1,-79 0-16,-26 0 16,-53 26-16,27-26 15,-27 26-15,27-26 16,52 27-16,26-27 16,53 0-16,157 0 31,27 0-31,78 0 15,0 0-15,-26 0 0</inkml:trace>
  <inkml:trace contextRef="#ctx0" brushRef="#br0" timeOffset="60136.27">7137 5589 0,'-53'-26'16,"27"-1"-16,0 1 15,0 26-15,26-26 16,-27 26 0,1 52-1,0 27-15,0 0 16,26 0-16,0-27 0,52 27 15,1-1-15,25-51 16,1 25-16,0-26 16,-1-26-16,-25 0 15,26 0-15,-27-26 16,-26-26-16,1-1 16,-27 1-16,0-1 15,0 27-15,-79 0 16,0 26-16,-52 0 15,26 0-15,0 0 16,26 26-16,53 26 16,0-25-16,26 25 15,26-26-15</inkml:trace>
  <inkml:trace contextRef="#ctx0" brushRef="#br0" timeOffset="60435.29">8134 5563 0,'-53'0'16,"1"-27"-16,26 27 15,-1 0-15,27 27 16,-26 25-16,26 1 16,0-1-16,0 1 0,53-27 15,-1 26-15,1-26 16,-1 1-16,1-27 15,-1 0-15,1 0 16,-27 0-16,0-53 16,0 1-16,-26-1 15,0 1-15,-26-27 16,-26 53-16,-27-27 16,26 27-16,1 26 15,-1 0-15</inkml:trace>
  <inkml:trace contextRef="#ctx0" brushRef="#br0" timeOffset="60671.4">8632 5431 0,'27'-26'0,"25"0"16,1 26-16,25 0 15,1 0-15,0 26 16,0 27-16,-27 25 0,0-25 16,-25 26-16,-1-1 15,-26-25-15,26-1 16,-26 1-16,0-1 16,0 1-16</inkml:trace>
  <inkml:trace contextRef="#ctx0" brushRef="#br0" timeOffset="60847.49">8632 5799 0,'0'-26'0,"0"-1"16,53 1-16,78 0 15,27 0-15,-1-27 16,0 27-16,-25 0 15</inkml:trace>
  <inkml:trace contextRef="#ctx0" brushRef="#br0" timeOffset="61200.75">9944 5064 0,'-52'-26'16,"26"26"-16,-27 0 16,27 52-1,-26 1-15,-1 25 16,27 27-16,0-26 16,26 0-16,0 0 15,52-1-15,27-25 16,-1-27-16,27 0 15,-26-26-15,0 0 16,-27 0-16,27-52 16,-53 26-16,1-27 0,-27 1 15,0 25-15,-53-25 16,-26 26-16,-26 26 16,0 0-16,0 26 15,1 26-15,-1 1 16</inkml:trace>
  <inkml:trace contextRef="#ctx0" brushRef="#br0" timeOffset="61449.17">6376 6743 0,'-236'27'0,"78"-27"0,132 0 16,52 0-16,184 0 15,158-53-15,130 1 16,132-27-16,52-26 16,0 26-16,27-26 15,-80 27-15,-104-1 16,-131 26-16,-158 1 16,-157 26-16</inkml:trace>
  <inkml:trace contextRef="#ctx0" brushRef="#br0" timeOffset="63678.24">7583 4461 0,'-26'-27'0,"26"1"16,0 0-16,52 26 16,27-26-1,0 26-15,-1 0 16,1 26-16,-27 53 15,1-27-15,-27 53 16,0-26-16,-26-1 16,0 1-16,0 0 15,-26 0-15,-26-27 0,-1-26 32,1 1-32</inkml:trace>
  <inkml:trace contextRef="#ctx0" brushRef="#br0" timeOffset="63867.41">7635 5012 0,'-26'-27'0,"52"54"47,1-1-47,25 0 16,1-26-16,25 0 0,-25 0 16,52-26-16,-27 0 15,27-53-15,-26 26 16,-26 1-16,25-27 15,-25 27-15,-27-1 16</inkml:trace>
  <inkml:trace contextRef="#ctx0" brushRef="#br0" timeOffset="68421.7">11729 10837 0,'-27'0'16,"1"-26"-16,52-1 16,53 1-1,0 0-15,26 26 16,-26 0-16,-1 0 16,1 0-16,0 52 0,-1 1 15,-25-1-15,26 1 16,-53 25-16,0-25 15,-26 26-15,26-27 16,-26 1-16,0-27 16,0 26-16,0-25 15,0-1 1,-26-26-16,0 0 16</inkml:trace>
  <inkml:trace contextRef="#ctx0" brushRef="#br0" timeOffset="68579.77">11860 11152 0,'26'0'32,"79"0"-32,26 0 15,27-27-15,25 27 16,1-26-16,-26 26 15</inkml:trace>
  <inkml:trace contextRef="#ctx0" brushRef="#br0" timeOffset="68862.82">13329 10784 0,'-26'0'0,"26"-26"16,53 52 0,25 1-1,27 25 1,26 0-16,-26 1 0,-26-1 0,26 1 16,-26-27-16,-53 27 15,27-27-15,-53 0 16</inkml:trace>
  <inkml:trace contextRef="#ctx0" brushRef="#br0" timeOffset="69067.14">13959 10679 0,'-26'-26'0,"0"26"15,-1-26 1,1 52-1,-26 53-15,-1 0 16,1-1-16,-1 1 16,27 0-16,-27-27 15,27 27-15,26-27 16,-26 1-16,26-27 16,0 27-16</inkml:trace>
  <inkml:trace contextRef="#ctx0" brushRef="#br0" timeOffset="81612.78">14589 10706 0,'-26'0'0,"26"-27"16,26 27 0,53-52-16,26 26 15,-1-1-15,-51 1 16,-1 26-16,-25 0 15,-27 53 1,0 25-16,0 27 16,0-26-16,0 26 0,0-26 15,0-1 1,0 1-16,0-53 0,26 27 16,0-27-16,0 0 15</inkml:trace>
  <inkml:trace contextRef="#ctx0" brushRef="#br0" timeOffset="81863.42">14484 11152 0,'-26'0'16,"26"-27"-1,52 27 1,53-26-16,26 0 16,27 0-16,-27-1 15,26 27-15,-25-26 16,-27 0-16,-53 26 16,-26 0-1</inkml:trace>
  <inkml:trace contextRef="#ctx0" brushRef="#br0" timeOffset="82178.92">16058 10653 0,'-52'-26'16,"52"0"-16,79 26 47,-1 26-47,53 0 15,-26 27-15,0-27 16,0 26-16,-26 1 15,0-27-15,-1 26 16,-25-25-16,-27-1 16,0 0-1,1-26-15,-27 26 0</inkml:trace>
  <inkml:trace contextRef="#ctx0" brushRef="#br0" timeOffset="82414.92">16819 10522 0,'-26'-26'15,"0"26"1,-1 26 0,1 26-1,-26 27-15,-1 26 0,1 0 0,26-26 16,-27-1-16,27 1 15,0-26-15,-1-1 16,27-26-16,0 1 16,0-1-16</inkml:trace>
  <inkml:trace contextRef="#ctx0" brushRef="#br0" timeOffset="82854.72">17606 10469 0,'0'-26'0,"-26"26"16,26-26-1,53 0 1,-1-1-16,27 27 0,26-26 0,-26 26 16,-1 0-16,-25 0 15,-1 0-15,1 0 16,-27 26-16,26 1 16,-25-1-16,-1 26 15,0 1-15,-26-1 31,26 1-31,-26-1 16,0 1-16,27-1 16,-27 1-16,0-1 15,0-26-15,0 27 16,0-27-16,0 0 16,0 1-16,0-1 15,0-52 32,0-1-47</inkml:trace>
  <inkml:trace contextRef="#ctx0" brushRef="#br0" timeOffset="83106.23">17764 10811 0,'-26'0'0,"26"-27"31,78 27-31,54-26 16,-1 26-16,26-26 15,-26 26-15,1-26 16,-1 26-16,0-27 16,-52 27-16,-27 0 15,-26 0-15,-26-26 16,-26 26 31</inkml:trace>
  <inkml:trace contextRef="#ctx0" brushRef="#br0" timeOffset="83483.25">18840 9184 0,'78'0'31,"1"0"-31,52 0 16,1 0-16,-28 0 15,-25 0-15,0 0 16,-27 0-16,1 0 0,-27 0 15</inkml:trace>
  <inkml:trace contextRef="#ctx0" brushRef="#br0" timeOffset="83687.28">19050 9315 0,'-27'26'0,"1"-26"16,26 26-1,79-26 1,26 27-16,26-27 16,26 0-16,-25-27 0,-27 27 15,-27-26-15,-25 26 16,-27 0-16</inkml:trace>
  <inkml:trace contextRef="#ctx0" brushRef="#br0" timeOffset="84522.65">11886 11860 0,'-236'0'0,"-26"0"16,-27 0-16,0 0 16,79 0-16,79 0 15,52 0-15,53 0 16,210 26-1,157 1-15,184-27 16,131 0-16,105 0 16,0 0-16,26 0 0,-26 0 15,-53 0 1,-52 0-16,-105 0 0,-78 0 16,-106 0-16,-131 0 15,-105 0-15,-52 0 16,-184 0-1,-52 0 1,-53 0-16,0 0 16,0 0-1</inkml:trace>
  <inkml:trace contextRef="#ctx0" brushRef="#br0" timeOffset="84868.34">10286 11913 0,'-79'0'16,"79"26"-1,210-26-15,105 0 16,157 0-1,131 0-15,53 0 0,79 0 0,0-26 16,26 26-16,-26-27 16,-53 27-16,-53-26 15,-104 0 1,-105 0-16,-105 26 0,-105-27 16,-79 1-1,-78 26-15,-80 0 16,-78 0-1,-26 0-15,-26 0 16,-1 0-16</inkml:trace>
  <inkml:trace contextRef="#ctx0" brushRef="#br0" timeOffset="94715.48">21962 11939 0,'-52'-26'16,"25"26"0,27 26-16,0 26 0,0 1 15,53-1-15,-27 1 16,27-27-16,-27 0 15,26 0-15,-25-26 32,-1-26-1,-26-26-15,0-1-16,26 27 15,-26 0-15,0 0 16,0 52 31,0 26-47,0 1 15,0 25-15,0-25 16,0-1-16,0-25 16,0 25-16,0-26 15,0 1-15,0-1 16,0 0-16,0 0 15,0 1-15,26-27 16</inkml:trace>
  <inkml:trace contextRef="#ctx0" brushRef="#br0" timeOffset="95139.44">23012 12070 0,'-26'-26'0,"-1"0"15,-25-1-15,26 1 16,-1 26-16,1-26 16,0 26-16,-27 0 15,1 0-15,26 26 16,-27 0-16,27 27 16,0-27-16,26 0 0,0 27 15,26-27 1,26-26-16,-25 26 15,25-26-15,1 0 16,-1-26-16,1 0 16,-27 0-16,0-1 15,0 1-15,1 26 16,-27-26-16,26 78 47,-26 1-32,26-1-15,0 1 0,27-27 16,-27 26-16,-26 1 16,0-1-16,0 1 15</inkml:trace>
  <inkml:trace contextRef="#ctx0" brushRef="#br0" timeOffset="95441.05">21779 13041 0,'52'0'31,"0"26"-15,27-26-16,-26 26 16,25 1-16,-25-1 15,26 0-15,-27 0 16,1-26-16,-27 27 16,26-27-16,-25 0 15</inkml:trace>
  <inkml:trace contextRef="#ctx0" brushRef="#br0" timeOffset="95618.22">22435 12988 0,'-27'-26'15,"1"26"-15,0 0 16,0 0-16,-1 0 0,1 26 16,0 1-16,-27 25 15,1-26-15,26 27 16,-1-27-16,-25 27 15,52-27-15,-26 0 16,26 27-16,0-27 16</inkml:trace>
  <inkml:trace contextRef="#ctx0" brushRef="#br0" timeOffset="95942.59">22933 12910 0,'-26'0'16,"26"-27"0,52 27-1,1 0-15,-1 0 16,-26 0-16,27 53 15,-1-1-15,-25 1 16,25-27-16,-52 27 0,26-27 16,-26 26-16,0-25 15,0-1-15,0 0 16,0 0 0</inkml:trace>
  <inkml:trace contextRef="#ctx0" brushRef="#br0" timeOffset="96162.78">22881 13277 0,'-27'0'0,"27"-26"16,79 26 0,26-26-16,26-1 15,-26 1-15,0 0 16,0 0-16,0-1 15,-26 27-15,-27-26 16,-26 26-16,1 0 16,-80 0 15,1 0-31</inkml:trace>
  <inkml:trace contextRef="#ctx0" brushRef="#br0" timeOffset="96586.32">20965 13828 0,'-105'26'15,"53"1"-15,25-27 16,54 26-1,130-26-15,79 0 0,79 0 16,0-53 0,52 1-16,-26-1 0,-26 1 15,-26 26-15,-27-27 16,-52 27-16,-52 0 16,-1-1-1,-52 1-15,0 0 0,-52 26 16,-1 0-16,-26 0 15,-52 0 32,-26 0-47,-1 26 16,-26-26-16,27 0 16,-1 0-16,1 0 0,-1 26 15,27-26-15</inkml:trace>
  <inkml:trace contextRef="#ctx0" brushRef="#br0" timeOffset="97499.21">23484 14117 0,'-26'0'0,"0"0"16,104-27-1,27-25 1,0 26-16,0 0 15,-26 26-15,0-27 16,-27 27-16,-26 0 16,1 0-16,-27 27 15,0-1-15,0 26 16,-27 1-16,-25-1 16,-1-26-16,1 1 15,26-1-15,-27 0 16,53 0-16,0 1 15,0-1-15,0 0 0,53 0 16,-1 1-16,27-27 16,0 26-16,-1 0 15,1 0-15,-26 1 16,-27-27-16,0 0 16,-26 26-1,-26-26 1,-53 26-16,-26-26 15,0 26-15,0-26 16,26 0-16,1 0 0,-1 0 16</inkml:trace>
  <inkml:trace contextRef="#ctx0" brushRef="#br0" timeOffset="97845.63">22723 15140 0,'-26'0'0,"105"0"31,78 0-31,27 0 16,26-26-16,26 0 16,-26-1-16,-27-25 15,1 26-15,-53 26 16,-26-27-16,-26 27 16,-105 0-1,-79 0-15,-26 27 16,-27-1-16,1 26 15</inkml:trace>
  <inkml:trace contextRef="#ctx0" brushRef="#br0" timeOffset="98002.58">23248 15193 0,'-158'26'0,"54"0"15,25 0-15,26-26 16,53 27-16,27-27 16,78 0-16,52 0 15,0 0-15,53-27 16,0 1-16,-26-26 15,-27 25-15,-52 1 0,-52 0 16,-27 26-16,-52 0 16</inkml:trace>
  <inkml:trace contextRef="#ctx0" brushRef="#br0" timeOffset="99010.03">23878 13749 0,'0'-26'0,"-27"26"16,27-26-16,-26 26 0,-26 0 16,-1 0-16,-52 0 15,0 0-15,-26 26 16,0 27-16,0-1 15,0 27-15,26 26 16,0 0-16,52 0 0,27 26 16,26 0-1,0 0-15,52 0 0,53-26 16,27 0-16,-1-26 16,26-26-16,1-1 15,-1-26-15,0-26 31,1 0-31,-1 0 0,1-26 0,-27-26 16,0-27-16,0 0 16,-26-26-16,0-52 15,-52-1-15,-1 1 16,-25-1-16,-27 27 16,-27 0-16,-51 52 15,-54 1-15,27 25 0,-52 27 31,-27 0-31,53 26 16,-26 0-16,25 26 0,1 26 0,0 1 31</inkml:trace>
  <inkml:trace contextRef="#ctx0" brushRef="#br0" timeOffset="100034.09">13434 13146 0,'-26'-26'16,"0"26"-16,0 0 16,-27 0-16,1 0 15,-27 52-15,0 27 16,0 0-16,27 26 15,26-27-15,26 27 16,0-26-16,0-27 16,52 1-16,27-1 15,0-25-15,-1-1 0,1-26 16,-26 0-16,25 0 16,-25-26-16,-27-1 15,-26-25-15,0-1 16,0 1-16,-26 26 15,-27-1-15,-25 1 16,51 0-16,-25 26 16,26 0-16,-1 26 15,1 27-15,26-1 16,0 1-16,0-1 16</inkml:trace>
  <inkml:trace contextRef="#ctx0" brushRef="#br0" timeOffset="100270.01">13907 13435 0,'0'-27'16,"26"27"15,53 53-31,-1 25 16,27-25-16,-26 26 15,0-27-15,-1 1 0,-25-27 16,-1 26-16,-25-25 16,-1-1-16</inkml:trace>
  <inkml:trace contextRef="#ctx0" brushRef="#br0" timeOffset="100474.01">14536 13487 0,'-26'-26'0,"0"0"0,0 26 16,-1 0-16,1 0 16,-26 78-1,25 1-15,-25 0 16,26-1-16,-1-25 16,-25-1-16,26 1 15,0-1-15,-1 1 16,27-27-16</inkml:trace>
  <inkml:trace contextRef="#ctx0" brushRef="#br0" timeOffset="101008.6">14982 13487 0,'-26'0'16,"26"-26"0,0 0-16,0-1 15,0 1-15,26 0 16,27 0-16,26 26 16,-27-27-16,27 27 15,0 0-15,-27 27 0,1-1 16,-1 0-16,-52 53 15,0-27-15,0 1 16,-79 25-16,27-51 16,-27-1-16,27 0 15,25 0-15,27 1 16,-26-27 0,52 0 30,27 0-46,26 0 16,-27 0-16,27 26 16,-27 0-16,27 0 0,-27 1 15,-25-1-15,-1-26 16,-26 26-16,-26-26 31,-27 26-31,-52-26 16,0 0-16,27 0 15,-1 0-15,0 0 16,53 0-16,0 0 16,26-26-16</inkml:trace>
  <inkml:trace contextRef="#ctx0" brushRef="#br0" timeOffset="101340.23">16163 13802 0,'-26'0'16,"0"0"-16,104 0 31,1 26-15,26-26-16,-26 0 15,0 0-15,-27 0 16,1 0-16,-27 0 16,-52 26 15</inkml:trace>
  <inkml:trace contextRef="#ctx0" brushRef="#br0" timeOffset="101559.73">16347 14038 0,'-53'0'0,"132"0"63,0 0-63,26 0 15,0 0-15,-27 0 16,27 0-16,-78-26 0,-1 26 16,0 0-16</inkml:trace>
  <inkml:trace contextRef="#ctx0" brushRef="#br0" timeOffset="102046.89">18131 13592 0,'-52'-53'0,"25"27"0,1 26 16,26-26-16,0 105 63,0-1-63,0 27 15,26 0-15,1-26 16,-1 0-16,0-27 15,0 1-15,1-1 16,-27-26-16,26 1 0,0-27 16,-26 26-16,26-26 15,1 0 1,25 0-16,1-26 16</inkml:trace>
  <inkml:trace contextRef="#ctx0" brushRef="#br0" timeOffset="102565.58">19417 13671 0,'-53'-53'0,"27"27"16,0 0-16,-26-1 16,25 27-16,1 0 15,0 0-15,-27 0 16,27 0-16,-26 53 15,25-1-15,1 1 16,26-1 0,0 1-16,0-1 0,26 1 15,79-1-15,0 1 16,26-27-16,1 26 16,-1-25-16,-26 25 15,-26-26-15,-27 1 0,-52-1 16,0 0-16,-26 0 15,-79 1-15,-26-27 16,-1 26-16,27-26 16,1 0-16,51 0 15,1-26-15,25-27 16,27 1-16,0-1 16,105-26-16,0 27 15,0 0-15,0-27 16,0 26-16,-26 1 15,-53-1-15,-26 27 0,0-26 16,-52 25-16,-53 1 16,-27 0-16,1 26 15,26 0-15,0 0 16,53 0 0,26 26-16,26 27 0,0-27 15,26 26-15,53-25 16</inkml:trace>
  <inkml:trace contextRef="#ctx0" brushRef="#br0" timeOffset="103570.69">19627 13198 0,'0'-26'16,"0"-26"-16,0 25 0,0 1 15,0 0-15,-53 26 16,1-26-16,-27 26 16,-26 0-16,-26 0 0,0 52 15,-27 27-15,27 26 16,0 26-1,26 0-15,26 53 0,27-27 16,52 27-16,0-27 16,0 1-16,0-1 15,79-25-15,-1-28 16,27 1-16,26-26 16,1-26-16,-1-1 15,0-26-15,26-26 16,-25 0-16,25-52 15,27-1-15,-27-25 0,1-54 16,-1 1 0,-52-26-16,0-1 0,-26-25 15,-27-1-15,-52 27 16,0 25 0,-52 1-16,-53 0 0,0 52 15,-53 1-15,1-1 16,0 26-16,-27 27 15,26 26-15,1-26 16,26 26-16,26 26 16,-26 27-16,26 25 15,26 1-15,-26 52 16,26 27-16,27-1 0,-27 27 16,27-27-16,25 27 15,27-27-15,0 1 16,0-27-16,79 0 15,26-26-15,26-26 16,0-27 0,27-25-16,26-27 0,25 0 15,1 0-15,27-53 16,-28-26-16,-25 1 16,-26-54-16,-1 1 0,-52-26 15,0-53-15,-53 26 16,1 1-1,-53-1-15,0 26 0,-79 27 16,-52 26-16,0 27 16,-27-1-16,-25 26 15,-1 1-15,0 26 16,27 26-16,-1 0 16,1 0-16,26 52 15,-27 27 1,27 0-16,0 26 0,26 0 15,0-1-15,26 1 0,27-26 16,26 0-16,-1 0 16,27-27-16,0 1 15,27-1-15,51-26 16,-25 0 0,-1 1-16,1-27 0,-27 26 15,0-26-15</inkml:trace>
  <inkml:trace contextRef="#ctx0" brushRef="#br0" timeOffset="105951.88">3227 7872 0,'0'-27'15,"-26"27"1,-53 79-16,-52 26 15,-53 26-15,1 53 16,-27 26-16,0-26 16,0-1-16,52 1 15,27-27-15,26-25 16,53-27-16,-1-27 16,53 1-16,0-53 15,0 0-15,53-26 16,52-26-16</inkml:trace>
  <inkml:trace contextRef="#ctx0" brushRef="#br0" timeOffset="106237.01">3175 8003 0,'0'-53'16,"0"27"-1,-27 26-15,-51 53 16,-54 52-16,-51 52 15,-1 53-15,-26 26 0,-26 0 16,26 0-16,0 1 16,53-1-16,-1-53 15,27-25 1,52-1-16,1-52 0,-1-26 16,53-27-16,-1-25 15,27-1-15,53-79 31,-1-25-31,27-1 16</inkml:trace>
  <inkml:trace contextRef="#ctx0" brushRef="#br0" timeOffset="106537.03">1784 9708 0,'-263'27'16,"106"-27"-16,78 26 16,184-26-16,158 0 15,157-53 1,131 1-16,26 0 0,53-27 15,-53 26-15,-52 27 16,-79-26-16,-131 25 16,-105 27-16,-158 0 15,-78 0-15,-210 0 16,-106 0-16</inkml:trace>
  <inkml:trace contextRef="#ctx0" brushRef="#br0" timeOffset="106690.82">3253 9656 0,'-577'79'16,"78"-1"-16,80 1 0,156-26 15,158-1 1,105-26-16,184 1 0,131-27 16,131 0-16,79-27 15,26-25 1,-26-27-16,-53 0 0,-79 1 16,-130-1-16,-106 0 15</inkml:trace>
  <inkml:trace contextRef="#ctx0" brushRef="#br0" timeOffset="125530.15">11965 10207 0,'0'-26'0,"0"-27"16,-79 1-16,-26 26 15,-52-27-15,-27 27 16,-26 0-16,-26-1 15,-26 27-15,25 0 16,-25 27-16,0 25 16,-1 27-16,1 0 15,-1 26-15,54 26 16,25 0-16,53 26 16,26 1-16,52 25 0,53-25 15,0-1 1,79 1-16,52-1 0,79 1 15,52-53-15,27 0 16,52-27-16,27-51 16,25-27-16,27 0 15,0-27-15,-27-25 16,-51-27-16,-28-26 16,-77-26-16,-27 0 15,-53-53-15,-78-26 16,-53-26-16,-52 0 15,-106 0-15,-130 52 0,-105 53 16,-53 0-16,-52 78 16,-27 27-16,27 26 15,-1 0-15,54 52 16</inkml:trace>
  <inkml:trace contextRef="#ctx0" brushRef="#br0" timeOffset="127108.44">11204 15980 0,'-26'-26'0,"26"-1"16,0 1-1,0 0-15,-27 26 63,27 52-32,0 27-15,0 0-16,27-27 15,25 27-15,1 0 16,-1-27-16,27 1 16,0-1-16,-27-26 0,1 1 15,-27-27-15,0 0 16,0 0-16,0-53 31,-26 1-31,0-27 16,0 0-16,0 27 15,0-1-15,0 1 16,0 25-16,0 1 16,0 52 46,0 1-62,0 51 16,0 1-16,27 0 15,-1 0-15,0-1 16,0-25-16,-26 26 16,27-53-16,-27 26 15,0 1-15,26-27 16,-26 0-16,26 0 15,0 27-15,1-53 16,25 0-16</inkml:trace>
  <inkml:trace contextRef="#ctx0" brushRef="#br0" timeOffset="127547.99">12463 16295 0,'-26'-27'15,"26"-25"-15,0 26 16,26-1-16,27 1 16,26 0-16,-1 26 15,1 0-15,0 0 0,-27 26 16,1 0-16,-27 53 16,-26 0-16,0 26 15,-26 0-15,-27-26 16,-25-27-16,-1 0 15,0 1-15,0-27 16,27-26-16,-1 26 16,27-26-16,52 0 78,27 0-78,52-26 15,0 26 1,0 0-16,0 0 0,0 0 16,-27 0-16,1 0 15,-26 0-15,25 0 16,-51 0-16,25 0 16,-26 0-16</inkml:trace>
  <inkml:trace contextRef="#ctx0" brushRef="#br0" timeOffset="127895.86">13539 16242 0,'-52'-26'0,"26"26"16,26-26-16,26 52 31,26 26-15,27 1-16,26 26 0,-26-1 16,26 1-16,0 0 15,0-1-15,-1-25 16,-25-1-16,0-25 15,-27-1-15,-25 0 16,-1-26-16,0 0 16</inkml:trace>
  <inkml:trace contextRef="#ctx0" brushRef="#br0" timeOffset="128130.41">14458 16163 0,'-27'-26'15,"-25"26"-15,26 26 16,-1 1 0,1 51-16,0-25 15,-27 26-15,27-1 16,-26 1-16,-1 26 16,-25-26-16,25-1 15,1 1-15,-1 0 16,1-27-1,25 1-15,1-27 0,26 27 0,-26-27 16,26 0-16</inkml:trace>
  <inkml:trace contextRef="#ctx0" brushRef="#br0" timeOffset="129605.12">14825 16058 0,'0'-26'0,"-26"0"0,26 52 47,0 27-47,0 25 16,0 27-16,0-52 15,0 26-15,52-1 0,1-51 32,-1 25-32,27-52 0,-27 0 0,27 0 15,-26 0-15,-1-26 16,1 0-16,-1-53 15,-26 26-15,-26-25 16,0-1-16,0 26 16,0 1-1,0-1 1,0 27 0,0 52 30,0 27-46,0-1 0,0 27 16,0 0-16,0 0 16,27-1-16,-1 1 15,-26-26-15,26-1 16,0 0-16,-26 1 16,26-27-16,-26 0 15,27 1 1,-27-1-16,52-26 15,-26 0 1,27 0-16</inkml:trace>
  <inkml:trace contextRef="#ctx0" brushRef="#br0" timeOffset="130091.45">16688 16242 0,'-26'-52'15,"-53"25"-15,27-25 16,-1 26-16,1-1 16,-1 27-16,-26 0 15,1 0-15,-1 0 16,0 27-16,27-1 16,-1 26-16,27 1 0,26-1 15,0 1 1,0-1-16,26-25 0,27-1 15,-1-26-15,1 0 16,-1 0-16,27 0 16,-27-26-16,1-1 15,-1-25-15,1-1 16,-27 27-16,-26-26 16,26 25-16,-26 1 15,0 79 32,0 25-47,0 1 16,0 0-16,0 26 15,0-26-15,0-27 16,0 0-16,0 1 16,0-1-16,0 1 15,0-27-15,0 0 16,0 1-1,-26-27-15</inkml:trace>
  <inkml:trace contextRef="#ctx0" brushRef="#br0" timeOffset="131427.88">19548 3962 0,'-26'-26'0,"26"78"62,0 1-62,0 25 16,0-25-16,26 26 16,0-27-16,27 1 15,-1-27-15,1 0 16,-1 0-16,1-26 15,-27 0-15,27 0 16,-27 0-16,26-26 0,-26 0 16,27-27-16,-27 1 15,0-1-15,-26 1 16,0-1-16,0 27 16,0 0-16,0 0 15,0 52 63,0 26-78,0 1 16,0 26-16,0-1 16,0-25-16,0 26 0,0-27 15,0 0-15,0 1 16,27-1-16,-27-25 15,26-1 1,0-26 31,0 0-31</inkml:trace>
  <inkml:trace contextRef="#ctx0" brushRef="#br0" timeOffset="131960.68">20755 4251 0,'-26'0'0,"0"0"15,-1 0 32,27-27-47,0 1 0,0 0 16,0 0-16,0-1 15,0 1-15,53 0 16,-27 26-16,27-26 16,25 26-16,-25 0 15,-1 0-15,27 26 16,-53 26-16,1-25 15,-27 51-15,0-25 16,0-1-16,-53 27 16,-26 0-16,-26-27 15,27 1-15,-1-1 0,26-26 16,1 1 0,52-1-16,52-26 31,27 0-16,26 0-15,26 0 16,1 0-16,25-26 16,27-1-16,-27 27 15,-26-26-15,-52 26 16,-27 0-16,-78 0 31,-79 0-15,-26 0-16</inkml:trace>
  <inkml:trace contextRef="#ctx0" brushRef="#br0" timeOffset="132483.88">19758 5090 0,'0'53'47,"0"-1"-47,26 1 16,27-1-16,-27 1 31,53-27-31,-27 26 0,1-25 0,25-1 15,-25 0-15,-1-26 16,1 0-16,-27 0 16,27-26-16,-27 0 15,0-1-15,0-25 0,-26-1 16,0 1 0,0-1-1,0 27-15,0 0 16,0 78 46,0 1-62,0-1 16,27 27-16,-1-26 16,0-1-16,0 1 15,0 25-15,1-25 16,-27-1-16,26 1 15,0-27-15,0 0 0,27-26 16</inkml:trace>
  <inkml:trace contextRef="#ctx0" brushRef="#br0" timeOffset="132872.68">21359 5484 0,'26'-79'15,"-26"27"-15,0-1 16,0 1-16,0 25 15,-26 1-15,-27 26 16,-26 0-16,1 0 0,-1 26 16,0 27-16,27-27 15,26 27-15,26-1 16,0 1-16,52-27 16,1-26-16,-1 26 15,1-26-15,-1 0 16,0 0-16,-25-26 15,-1 0-15,0-1 16,0 1-16,-26 0 16,0 52 31,0 27-47,27 25 0,-1-25 15,0 26-15,0-27 16,1 1-16,-1-1 15,-26 0-15,0-25 16,0 25-16</inkml:trace>
  <inkml:trace contextRef="#ctx0" brushRef="#br0" timeOffset="133187.44">18604 6219 0,'-184'0'0,"53"0"15,52 0-15,53 0 16,183 0 0,53 26-1,52 0-15,80-26 16,25 0-16,53 0 15,0 0-15,-1 0 16,-25 0-16,-27 0 16,-26 0-16,-104 0 0,-54 0 15,-78 0-15,-78-26 16,-27 0 0,0-1-1,-27-25-15</inkml:trace>
  <inkml:trace contextRef="#ctx0" brushRef="#br0" timeOffset="133642.99">22697 4198 0,'-26'-26'16,"26"0"-16,-27-1 15,27 1-15,0 0 16,0 52 31,0 27-32,0 25-15,0 27 16,0 0-16,0 26 16,27 1-16,-27-1 15,26 0-15,0-26 16,0 0-16,-26 0 16,0 0-16,27-53 15,-27 27-15,0-26 16,0-27-16,0 0 15,0 0-15,-27-52 32,1 0-32</inkml:trace>
  <inkml:trace contextRef="#ctx0" brushRef="#br0" timeOffset="133926.04">22408 5326 0,'-26'0'0,"52"27"47,27-1-47,-1 26 16,1 1-16,-27-1 15,26-25-15,-25 25 16,-1-26-16,0 1 0,0-27 16,1 0-1,-1 0 1,26-27-16,1 1 15,52-26-15,0-1 16,-27 1-16,1-1 16,-26 27-16,-80 26 31,-78 26-15,-26 27-16</inkml:trace>
  <inkml:trace contextRef="#ctx0" brushRef="#br0" timeOffset="134304.99">21936 6927 0,'0'-52'0,"0"25"16,0 1-16,0 0 15,0 0 1,0 52 31,0 26-47,0 1 0,0 26 15,0-1-15,0-25 0,0-1 16,26 27 0,-26-53-16,26 27 0,-26-27 15,0 0-15,0 0 16,27-26 0</inkml:trace>
  <inkml:trace contextRef="#ctx0" brushRef="#br0" timeOffset="134808.49">22487 7058 0,'26'-52'16,"-26"-1"-16,0 27 15,0 0 1,0 0-16,0 52 47,0 26-32,0 1-15,0-1 16,53 1 0,-1-1-16,1 1 0,-1-1 15,1 1-15,-27-27 16,0 0-16,-26 0 16,0 1-16,-52-1 15,-27 0-15,0-26 16,0 0-16,1 0 31,25 0-31,1 0 16,52-26-16,0-27 15,0 1-15,52-1 16,27 1-16,26 26 16,0-27-16,0 1 15,-26-1-15,-1 1 16,-25-1-16,-27 1 15,-26 26-15,0-1 0,-26 1 16,-27 0-16,-52 0 16,0 26-16,0 0 15,27 0-15,-1 26 16,27 0-16,-1 27 16,27-27-16,0 26 15</inkml:trace>
  <inkml:trace contextRef="#ctx0" brushRef="#br0" timeOffset="135280.66">21437 6376 0,'-26'-26'16,"0"0"-16,26-1 15,-26 27-15,26 27 47,-27 25-47,27 53 0,-26 0 16,0 26-16,26 0 15,0 27-15,-26 25 16,26-25-16,-27-1 0,27 1 16,-26-1-1,26-52-15,0 26 0,0-52 16,-26 0-16,26-27 15,0-25-15,0-1 16,0-52 15,0-53-31,0-52 16</inkml:trace>
  <inkml:trace contextRef="#ctx0" brushRef="#br0" timeOffset="136570.79">21149 5143 0,'26'0'0,"-52"0"94,-27-26-78,1-1-16,-27 1 0,0 0 15,1 0-15,-27-27 16,26 27-16,0 0 16,27-1-16,-1-25 15,27 26-15,-26-27 0,25 27 16,27 0-16,-26-1 15,0 27 79,-27 0 531</inkml:trace>
  <inkml:trace contextRef="#ctx0" brushRef="#br0" timeOffset="137342.15">15586 4172 0,'-26'0'0,"26"-26"15,26-1 1,26 1-16,27 0 16,-26 0-16,25 26 15,-25 0-15,-27 0 16,0 0-16,1 0 0,-1 26 15,-26 0 1,0 27-16,0 25 0,-53-25 16,-25-1-16,25-25 15,1-1-15,-1 0 16,27 0-16,26 1 16,52-1-1,1-26 1,26 26-16,-1-26 15,1 26-15,0 0 16,-27 1-16,-26-1 16,-26 0-1,-26-26-15,-52 26 16,-27-26 0,0 0-16,0 0 0,0 0 15,26 0-15,26 0 16,53-26-1,53 0 1</inkml:trace>
  <inkml:trace contextRef="#ctx0" brushRef="#br0" timeOffset="137829.5">16609 3988 0,'-26'-26'16,"26"0"-16,0 0 31,-26 26-15,0 52 15,-1 0-31,1 1 16,0 26-16,0-27 15,26 1-15,0 25 0,0-25 16,0 26-16,26-27 16,0 0-16,0-25 15,27-1-15,-1 0 16,1-26-16,-1 0 16,-26 0-16,27 0 15,-27 0-15,0 0 16,1-26-16,-27-27 15,0 27-15,0 0 16,-27 0-16,-51 0 16,-1-1-16,27 1 15,-27 26-15,53 0 0,-1 0 16,1 0-16,0 53 31,26-27-31,0 0 0,0 26 16,0-25-16</inkml:trace>
  <inkml:trace contextRef="#ctx0" brushRef="#br0" timeOffset="138616.74">16977 5248 0,'0'-27'16,"0"1"-16,-27 0 15,-25 26-15,26-26 16,-27 0 0,1 26-16,-27 0 0,53 0 0,-27 0 15,27 0-15,0 26 16,26 0-16,0 26 16,0-25-1,26 25-15,27 1 0,25-27 16,-25 26-16,25 1 15,-51-27-15,-1 0 16,-26 1-16,0-1 16,-26 0-1,-1-26-15,-25 0 16,26 0-16,-1 0 0,27-26 16,0 0-1,0-27 1,0 27-16,27 0 15,25-27-15,1 1 16,-1 25-16,-26-25 16,27 26-16,-53-27 15,0 27-15,0 0 16,0 0-16,-26 26 16,-27-27-16,1 27 0,-1 0 15,-26 0 1,1 0-16,-1 27 0,0-1 15</inkml:trace>
  <inkml:trace contextRef="#ctx0" brushRef="#br0" timeOffset="140632.51">14405 6140 0,'-79'0'16,"53"0"-16,0 0 15,26 26-15,26-26 16,53 0-16,52 0 16,53 0-16,26 0 0,78-26 15,1-27 1,26 27-16,0 0 0,-27-27 16,1 53-16,-53-26 15,-52 0-15,-53 0 16,-52 26-16,-53 0 15,-52 0 1642</inkml:trace>
  <inkml:trace contextRef="#ctx0" brushRef="#br0" timeOffset="141576.72">19653 6665 0,'0'-27'0,"0"80"63,0-1-48,0 27-15,0-26 16,26 25-16,1-25 16,25-27-16,-26 27 15,1-27-15,-1-26 16,0 0-16,27 0 31,-27-26-31,26-27 16,-26 1-16,1-1 15,-1 1-15,-26 25 16,0 1-16,0 0 0,0 52 62,0 0-46,-26 53-16,26-26 16,0 25-16,0-25 15,0-1-15,0 1 16,0-1-16,0-26 16,0 1-16,0-1 0,26-26 15,0 0 1,27 0-16,-27 0 0</inkml:trace>
  <inkml:trace contextRef="#ctx0" brushRef="#br0" timeOffset="142048.07">20519 6796 0,'-26'-26'0,"0"26"15,26-27-15,0 54 63,0 25-63,0 27 15,0-27-15,0 1 16,26-1-16,0-25 16,0-1-16,0-26 15,1 26-15,-1-26 16,0-26-1,0 0-15,1-1 16,-1-25-16,0-1 16,0 27-16,-26-26 0,0 25 15,0 1 1,0 52 31,0 1-47,0 51 15,0 1-15,0 0 16,0-1-16,0 1 16,0-26-16,0-1 15,0 1-15,0-27 16,0 0-16</inkml:trace>
  <inkml:trace contextRef="#ctx0" brushRef="#br0" timeOffset="142426.51">19128 6245 0,'-26'-26'15,"26"-1"-15,-26 54 47,26 25-47,-26 53 16,-1 0-16,27 26 16,0 0-16,0 1 15,0-1-15,0 26 16,0-52-16,0 26 15,0-26-15,0-26 16,0 0-16,0-27 0,0 1 16,0-27-1,0 0-15,-26-26 32</inkml:trace>
  <inkml:trace contextRef="#ctx0" brushRef="#br0" timeOffset="143008.85">18184 6612 0,'0'-26'31,"-27"26"0,27 52-15,-26 1-16,26 26 16,0 26-16,0-27 15,0 27-15,0-26 32,0 0-32,0-27 0,0 1 0,0-27 15,26 0 1,1-26-1,-27 26-15,26-52 32,0-26-32</inkml:trace>
  <inkml:trace contextRef="#ctx0" brushRef="#br0" timeOffset="143432.1">18577 6717 0,'0'-26'16,"-26"26"31,26 52-31,-26-25-1,-27 51-15,27-25 0,26-1 31,-26 27-31,0 0 0,26-27 0,0 1 16,0-1-16,0-26 16,52 1-16,-26-1 15,27-26-15,-1 26 16,1-26-16,-1 0 16,-26 0-16,27-26 15,-27 0-15,-26-1 16,0-25-16,0 26 15,0-27-15,-26 27 0,-27 0 16,1 26 0,0 0-16,25 0 0,1 0 15,0 0-15,-27 0 32,27 26-32,26 0 15</inkml:trace>
  <inkml:trace contextRef="#ctx0" brushRef="#br0" timeOffset="145702.6">22566 8580 0,'0'-26'0,"0"0"0,0-1 15,0 1 1,-27 26 0,1 0-1,-26 0-15,-1 0 16,1 0-16,-1 0 15,-25 26-15,51 1 16,27-1-16,0 26 16,0 1-16,0-1 15,53 1-15,26 26 16,-1-27-16,27 1 16,-52-1-16,25 0 15,-25-25-15,-53 25 0,0-26 16,0 1-1,-53-1-15,1-26 16,-53 0-16,26 26 16,1-26-16,25 0 15,27-26-15,0-27 16,-1 1-16,27-1 16,0 1-16,79-27 15,0 1-15,26-1 16,-27 26-16,1-25 0,0 51 15,-53-25-15,0 26 16,1-1-16,-27 1 16,-27 26-1,1-26-15,-26 26 16,-1 0-16,1 0 16,25 0-16,1 0 15,0 0-15</inkml:trace>
  <inkml:trace contextRef="#ctx0" brushRef="#br0" timeOffset="146064.06">20913 8790 0,'0'-26'15,"26"0"16,26 26-31,27-27 16,26 27-16,0-26 0,0 26 16,0-26-1,0 26-15,-79-26 0,0 26 16,-52 0 0,-53 0-1</inkml:trace>
  <inkml:trace contextRef="#ctx0" brushRef="#br0" timeOffset="146975.53">20991 8685 0,'0'26'16,"-26"27"0,0-1-16,0 1 0,-1-1 15,27 1-15,0-1 16,0-26-16,0 27 15,0-27-15,0 0 16,27-26 47,-27-26-48,26 0 1,0-27-16,0 53 0,1-26 0,25 0 15,-26 26-15,53-26 16,-27 26-16,1 0 16,26 0-16,-27 0 15,27 26-15,-27 26 16,1-25-16,-27 25 16,0-26-16,-26 27 15,0-27-15,0 27 16,-26-27-16,0-26 15,-27 26-15,1 0 16,-1-26-16,27 0 16,-26 0-16,-1 0 0,27 0 15,0 0 1,-1 0-16,1 0 234,0 0-218,0 0-16,-27 0 16,27 0-16,-26 0 15,-1 0 1,27 0-16,0 0 0</inkml:trace>
  <inkml:trace contextRef="#ctx0" brushRef="#br0" timeOffset="148333.45">18420 7714 0,'-53'0'0,"27"0"16,0 0-16,26 53 15,0-1-15,0 1 16,26 25-16,53 1 16,26-26-16,0 25 15,0-25-15,0-27 16,-27 0-16,27 1 15,-52-27-15,26 0 16,-27 0-16,27 0 0,-1-53 16,-25 1-16,26-1 15,-1-26-15,-25 1 16,-27-1-16,0 0 16,1 0-16,-1 53 15,-26 0-15,0 0 16,0 52 609</inkml:trace>
  <inkml:trace contextRef="#ctx0" brushRef="#br0" timeOffset="149528.04">19653 8790 0,'-26'-26'0,"0"0"15,26-1-15,0 1 16,0 0-16,26 0 0,0-1 16,0 27-16,27 0 31,-27 0-31,27 0 16,-27 0-16,0 27 15,0 25-15,-26 1 16,0-1-16,0 27 15,0-27-15,-52-25 16,-1 25-16,1 0 16,-1-25-16,53-1 15,-26 0-15,26 0 16,53 1 0,-1-27-16,53 0 15,-26 0-15,26-27 16,0-25-16,-27-1 15,-25 1-15,-1-27 16,-25 53-16,-27-26 16,0 25-1,0 54 32,-27 25-31,27 1-16,0 25 0,0-25 15,27-1-15,-1-26 16,53 1-16,-53-1 16,52-26-16,-51 0 15,25 0-15,1 0 16,-1-26-16,-26-1 16,1-25-16,-1-1 15,-26 1-15,0 0 16,-26-1-16,-27 1 15,-26 25-15,27 1 0,-1 0 16,1 26-16,0 0 16,-1 26-16,27 27 15,0-1-15,-1 27 16</inkml:trace>
  <inkml:trace contextRef="#ctx0" brushRef="#br0" timeOffset="149858.53">19312 10050 0,'-131'0'15,"52"0"-15,27 0 16,209 0-1,132 0-15,157 0 16,157-27-16,53-25 16,26-1-16,-26 27 15,-26 0-15,-79 0 16,-78-1-16,-132 1 16,-105 26-16,-131-26 0,-79 26 15,-52 0 1,-53 0-1,-26 0-15,-26 0 16,0 0-16</inkml:trace>
</inkml:ink>
</file>

<file path=ppt/ink/ink10.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47:00.900"/>
    </inkml:context>
    <inkml:brush xml:id="br0">
      <inkml:brushProperty name="width" value="0.05292" units="cm"/>
      <inkml:brushProperty name="height" value="0.05292" units="cm"/>
    </inkml:brush>
  </inkml:definitions>
  <inkml:trace contextRef="#ctx0" brushRef="#br0">8659 9656 0,'-27'0'0,"-25"0"16,26 0-16,-1 0 15,54 0 48,51 0-48,27 0-15,53 0 0,26 0 16,-27 0-16,0 0 16,1 0-16,-53 0 15,26 0-15,-52 0 16,-1 0-16,-51 26 15,-1-26-15,0 0 16,-26 26 140,0 1-124,0 25-32</inkml:trace>
  <inkml:trace contextRef="#ctx0" brushRef="#br0" timeOffset="377.41">11151 9630 0,'-131'0'0,"53"0"15,25 0-15,27 0 0,52 0 32,27 0-17,78 0-15,0 26 0,0-26 16,27 0-16,-27 0 16,26 0-16,-26 0 15,1 0-15,-54-26 16,-25 26-16,-27 0 78,0 26-62</inkml:trace>
  <inkml:trace contextRef="#ctx0" brushRef="#br0" timeOffset="722.69">13198 9604 0,'-26'0'16,"26"-27"-1,26 27 1,79 0-16,0 0 16,52 0-16,1 0 15,-27-26-15,-26 26 16,-26 0-16,0 0 16,-27 0-16,0 0 15,-52 26 63</inkml:trace>
  <inkml:trace contextRef="#ctx0" brushRef="#br0" timeOffset="1083.48">15481 9604 0,'-26'0'0,"0"0"16,52 0-1,79 0-15,26 0 16,26 0-16,27 0 16,-27 0-16,-25 0 15,25 0-15,-52 0 16,-26 0-16,-27 0 16,-26-27-1</inkml:trace>
  <inkml:trace contextRef="#ctx0" brushRef="#br0" timeOffset="1430">18157 9604 0,'27'0'47,"51"0"-47,27 0 15,0 0-15,27 0 16,-28 0-16,1 0 16,-26 0-16,-53 0 0,1 0 15,-1 0-15,0 0 16,-26 26 46,26-26-62,1 0 0</inkml:trace>
  <inkml:trace contextRef="#ctx0" brushRef="#br0" timeOffset="1759.32">20624 9577 0,'-26'0'16,"131"0"15,0 0-31,78 0 15,1 0-15,26-26 0,-26 26 16,-1-26-16,-25 0 16,-27-1-16,-26 27 15,-53-26-15,-157 26 47,-26 26-47</inkml:trace>
  <inkml:trace contextRef="#ctx0" brushRef="#br0" timeOffset="13991.79">11729 839 0,'0'27'78,"0"25"-63,0 1-15,0 25 16,0-51-16,26 25 0,-26 1 16,26-1-1,0-26-15,1 1 0,-1 25 16,26-52-16</inkml:trace>
  <inkml:trace contextRef="#ctx0" brushRef="#br0" timeOffset="14180.09">12568 1338 0,'0'52'32,"-26"-25"-17,0-1 1,26 0-16,0 27 15,-26-27-15,26 26 0</inkml:trace>
  <inkml:trace contextRef="#ctx0" brushRef="#br0" timeOffset="14635.62">13277 1023 0,'-53'-26'0,"53"0"15,0-1 1,0 1-16,0 0 15,27 0 1,-1 26-16,0 0 16,27 0-16,-27 0 15,26 26-15,-25 26 0,25 1 16,-52-1-16,0 1 16,0-1-16,0 1 15,-52-1-15,-27 1 16,0-27-16,27 26 15,-1-25-15,1-1 16,25-26-16,54 0 47,51 0-47,27 0 0,27 0 16,-1 0-1,0-26-15,-26 26 0</inkml:trace>
  <inkml:trace contextRef="#ctx0" brushRef="#br0" timeOffset="14840.62">14169 1600 0,'0'27'31,"0"25"-15,0 1-16,0-1 16,0 27-16,-52 0 15,-1-1-15</inkml:trace>
  <inkml:trace contextRef="#ctx0" brushRef="#br0" timeOffset="15405.52">14904 1023 0,'0'-26'15,"0"0"1,0-1-16,78 1 16,-25 0-16,26 26 15,-27 0-15,1 0 16,-27 0-16,0 26 16,0 27-16,-26-1 0,0 1 15,0-1-15,-52 1 16,-1-1-16,-25 1 15,25-27-15,1 0 16,25-26-16,27 26 47,79-26-47,0 0 16,0 0-16,26 0 15,-27 26-15,-25-26 0,-1 27 16,1-1-16,-53 26 15,0-25-15,0-1 16,-27 26-16,-51-25 16,-27-1-16,-26-26 15,26 26-15,0-26 16,0 0-16,52 0 16,1-26-16,52 0 15,0-27-15,52 27 16</inkml:trace>
  <inkml:trace contextRef="#ctx0" brushRef="#br0" timeOffset="15624.69">15953 1810 0,'-26'0'16,"26"27"0,0-1-1,0 26-15,0 27 16,0-27-16,0 1 16,-26-27-16</inkml:trace>
  <inkml:trace contextRef="#ctx0" brushRef="#br0" timeOffset="16112.76">16452 1049 0,'0'-26'0,"0"52"32,0 27-17,0 26-15,0-1 16,0-25-16,0 25 16,26-51-16,0-1 15,1 0-15,25 0 16,1-26-16,-1 0 15,0-26-15,27 0 0,-26-27 16,-27 1 0,26 26-16,-52-27 0,0 27 15,0 0-15,0 0 16,0 52 31,0 26-32,0 1-15,0-1 16,0 1 0,0-1-16,0 27 0,0-27 15,0 1-15,0-1 16</inkml:trace>
  <inkml:trace contextRef="#ctx0" brushRef="#br0" timeOffset="16285.62">17396 1600 0,'0'-26'0,"0"52"31,0 1-15,0 25-16,0 1 15,-52 25 1,26-25-16,-27 26 0,1-53 0</inkml:trace>
  <inkml:trace contextRef="#ctx0" brushRef="#br0" timeOffset="16584.05">18052 1102 0,'-52'0'16,"26"0"-16,52 26 31,53 0-31,-1 27 16,1-27-16,26 27 16,-52-27-16,-1 26 15,-26-26-15,-26 1 16,0-1-16,-26 0 15,-53 0-15,-26 1 16,0-1 0,27-26-16,-27 26 0</inkml:trace>
  <inkml:trace contextRef="#ctx0" brushRef="#br0" timeOffset="16740.82">18000 1076 0,'0'-27'16,"79"1"-16,26 0 16,52 0-16,1 26 15,-27 0-15,-53 0 16</inkml:trace>
  <inkml:trace contextRef="#ctx0" brushRef="#br0" timeOffset="16898.07">18682 1653 0,'-26'0'0,"26"26"15,0 0-15,0 1 16,0 25 0,26 1-16,-26 25 0,-26-25 15</inkml:trace>
  <inkml:trace contextRef="#ctx0" brushRef="#br0" timeOffset="17292.16">19627 1049 0,'-79'0'31,"27"-26"-31,-1 26 0,27 0 16,-27 53-1,1-1-15,26 1 16,0 52-16,26-27 0,0 1 16,0 0-16,0-27 15,78 1-15,1-27 16,-27 0-16,27-26 15,0 0-15,-27 0 16,1-26-16,-27 0 16,0-1-16,-26 1 15,0 0-15,0 0 16,-78-1-16,25 27 16,-26 0-16,-26 0 15,53 0-15,-1 27 16,1 25-16,52-26 0,0 27 15</inkml:trace>
  <inkml:trace contextRef="#ctx0" brushRef="#br0" timeOffset="17497.16">20178 1810 0,'0'-26'15,"0"52"17,0 1-17,0 51-15,0-25 16,0-1-16,-53 1 16</inkml:trace>
  <inkml:trace contextRef="#ctx0" brushRef="#br0" timeOffset="17795.73">20808 1181 0,'52'-27'16,"1"1"-16,25 0 15,1 0-15,-26 26 16,25 0-16,-25 26 16,-1 26-16,1 27 15,-27 0-15,0-1 16,-26-25-16,0 26 0,26-27 16,-26 1-1,0-1-15,0-26 16,0 27-16,0-27 0,0 0 15,-26 1-15</inkml:trace>
  <inkml:trace contextRef="#ctx0" brushRef="#br0" timeOffset="17936.75">20965 1627 0,'0'-53'0,"131"27"16,79-27-16,53 1 15,51-1-15,1-25 16,-26-1-16</inkml:trace>
  <inkml:trace contextRef="#ctx0" brushRef="#br0" timeOffset="21398.62">21674 11309 0,'0'-79'93,"0"1"-77,-27-27-16,27-27 0,-26 1 16,0-26-16,26-1 15,-26 27-15,26 26 16,0 27-16,0 25 16,0 27-16,0 52 109,0 0-109,0 1 16,-53-1-1,1 0-15</inkml:trace>
  <inkml:trace contextRef="#ctx0" brushRef="#br0" timeOffset="21744.71">20860 10364 0,'-26'0'16,"78"-26"15,27 0-31,0-26 15,26-1-15,-27 1 16,1-1-16,0 1 16,-27-1-16,-25 1 0,-1 25 15,0 1 1,-26 0-16,26 26 47,27 26-47,26 27 15,26-1-15,-1 1 16,1-1-16,0-26 16,-26 1-16,-26-1 15,25 0-15,-25-26 16,-27 0-16,0 0 16</inkml:trace>
  <inkml:trace contextRef="#ctx0" brushRef="#br0" timeOffset="30047.49">21490 12359 0,'-53'0'16,"27"0"-16,26-27 31,0 1-31,0 0 0,0 0 16,0-1-1,0 1 1,53 0-16,-1 0 15,27 26-15,-27 0 16,27 0-16,-53 0 16,27 0-16,-27 26 15,0 0-15,0 0 16,-26 27-16,0-27 16,0 27-16,-26-27 0,-26 0 15,-27 0-15,0 1 16,27-1-16,-1 0 15,27-26 1,0 0-16,78 0 63,27 0-48,0 0-15,0 0 0,-1 0 16,-25 26-16,25 1 15,-51-27 1,-1 26-16,0 0 0,-26 0 16,0 1-1,-79-27 1,1 26-16,-1-26 16,-26 26-16,26-26 15,-26 0-15,27 0 16,-27 0-16,0 0 15,-26 0-15,-1-26 16</inkml:trace>
  <inkml:trace contextRef="#ctx0" brushRef="#br0" timeOffset="30519.35">20073 12096 0,'26'53'78,"27"-27"-78,25 26 15,27 1-15,-26-27 16,0 27-16,-27-27 16,1 0-16,-27 0 15,0 1-15,0-1 16,-26 0-16,0 27 16,0-27-16</inkml:trace>
  <inkml:trace contextRef="#ctx0" brushRef="#br0" timeOffset="30817.87">20624 12018 0,'0'-27'0,"-26"1"15,26 0 1,-27 26 15,1 26-15,-26 0-1,26 27-15,-53 26 16,26-27-16,1 27 0,-1-27 16,1 27-1,-1-27-15,-25 27 0,-1-26 16,0-1-1,27-26 1,-27 27-16,27-27 0,-1 0 0,1 1 16</inkml:trace>
  <inkml:trace contextRef="#ctx0" brushRef="#br0" timeOffset="32202.37">16032 4198 0,'-262'0'0,"-1"0"16,1 0-16,78 0 16,27 0-16,104 0 15,27 0-15,157 0 32,105 0-32,105 0 15,106 0-15,130 0 16,26 0-16,27 0 0,26 0 15,-26-26-15,0 26 16,-53 0-16,-26 0 16,-53-26-16,-78 26 15,-52 0-15,-80-27 16,-52 27-16,-78 0 16,-79 0-16,-27 0 15,-26 0-15,-52 0 31,-26 0-31,-53 27 16,0-1-16,-53-26 16</inkml:trace>
  <inkml:trace contextRef="#ctx0" brushRef="#br0" timeOffset="32611.58">15455 4041 0,'-210'0'15,"26"26"-15,53-26 16,52 0-16,53 26 15,78 0 1,106 1-16,131-1 16,52 0-16,105 0 15,79-26-15,26 0 0,78 0 16,1 0 0,52 0-1,-26-26-15,-26 26 0,-53-26 0,-26 0 16,-52-1-16,-105 27 15,-53-26-15,-53 0 16,-104 26-16,-53 0 16,-52 0-16,-79-26 15,-158 26 1</inkml:trace>
  <inkml:trace contextRef="#ctx0" brushRef="#br0" timeOffset="36479.64">9866 4146 0,'-131'-53'0,"-1"27"15,27 0-15,0 26 16,27-27-16,-1 27 16,53 0-16,-1 0 15,159 27 32,78 25-47,52 1 16,53-27-16,78 0 0,54-26 15,51 26-15,1-26 16,-1 0-16,-25 0 16,-27 0-16,-53-26 15,-78 0-15,-53 0 16,-104-1-16,-79 1 15,-53 26-15,-79 0 47,-25 0-31,-54 0-16,-25 0 16,-27 0-16</inkml:trace>
  <inkml:trace contextRef="#ctx0" brushRef="#br0" timeOffset="36826.39">9892 4119 0,'-157'0'16,"-1"27"-16,53-27 15,53 0-15,25 0 16,54 26-16,104-26 15,53 26-15,104 0 16,79-26-16,53 0 16,26 0-16,53 0 15,0 0-15,-27 0 16,0 0-16,-78-26 16,-53 26-16,-53-26 15,-78 26-15,-52 0 16,-79 0-16,-53 0 15,-79 0 1,-78 0-16</inkml:trace>
  <inkml:trace contextRef="#ctx0" brushRef="#br0" timeOffset="45813.49">20886 8213 0,'-26'0'15,"26"-26"17,0-1-17,-26 1-15,26 0 16,26 0 0,0 26-1,27 0-15,-1-27 16,1 27-16,-1 0 15,1 27-15,-1-1 16,-26 26-16,1-25 16,-27 25-16,0 1 15,0-1-15,-27 0 0,-25-25 16,-27 25-16,1 1 16,-1-1-16,0-26 15,27 1-15,25-1 16,1-26-16,79 0 62,25 0-62,27 0 16,27 0-16,-1-26 16,0 26-16,0-27 15,-26 1-15,-26 26 0,-53-26 16,0 26-16,1 0 15,-54 0 17</inkml:trace>
  <inkml:trace contextRef="#ctx0" brushRef="#br0" timeOffset="47517.83">14195 341 0,'0'-26'16,"0"-1"-16,0 80 47,-78 52-32,-1 79-15,-52-1 16,-1 27-16,-25-26 15,0 52-15,-27-26 16,26-26-16,27-27 0,26-26 16,0-26-16,53 0 15,-1-52-15,53-1 16,0-26-16,0 1 16,53-27-1,-1-27 1</inkml:trace>
  <inkml:trace contextRef="#ctx0" brushRef="#br0" timeOffset="51625.29">18446 12018 0,'-52'0'0,"-1"0"16,27 0-16,26-27 15,-26 1-15,26 0 16,0-27-16,0 1 16,52 26-16,1-1 15,-1 1-15,27 0 16,0 26-16,-27 0 16,27 0-16,-1 0 15,-25 26-15,-1 27 16,-25-1-16,-27 27 15,0 0-15,0-1 0,-27 1 16,-51 0-16,-27-1 16,-26 27-16,26-26 15,-27-26-15,54 25 16,-1-51-16,53-1 16,-1 0-16,80-26 31,26 0-16,52 0-15,0-26 16,-26 0-16,0 26 16,0-27-16,0 27 15,-26 0-15,-1 0 16,-25 0-16,-1 0 16,-25 0-16,-1 0 15,0 0-15,-26-26 94,-26 0-94</inkml:trace>
  <inkml:trace contextRef="#ctx0" brushRef="#br0" timeOffset="53596.82">18446 8396 0,'0'-26'0,"-26"26"31,26 26 0,0 53-15,0 0-16,0 0 16,26-27-16,0 27 15,27-27-15,-1-25 16,-25-1-16,-1 0 16,0-26-16,0 0 15,-26-26 16,26-27-31,-26 1 0,0-27 16,0 53-16,0 0 16,0-1-16,0 80 62,0-1-62,0 27 16,0 0-1,0-27-15,0 27 0,0 0 16,0-27-16,0 27 0,-26-27 16,0 1-16,-26-1 15</inkml:trace>
  <inkml:trace contextRef="#ctx0" brushRef="#br0" timeOffset="54627.35">17082 1049 0,'52'-52'0,"-26"-1"16,1 1-16,-1 26 15,-26-1-15,-26 80 47,-79 52-47,0 0 16,0 26-16,26-26 15,0 0-15,27 26 16,26 0-16,-27-26 0,1 0 16,-1-26-16,27-27 15,0 1-15,-1-53 16,1 0-16</inkml:trace>
  <inkml:trace contextRef="#ctx0" brushRef="#br0" timeOffset="54891.59">16373 892 0,'-26'-26'0,"26"52"32,0 26-17,79 27-15,-1 26 16,27 0-16,26 0 15,-26 0-15,27 0 16,-27 0-16,-27-26 16,1-1-16,-26 1 15,-27-26-15,-26-1 16,26 0-16,-26-25 16,0-1-16,0 26 15,0-25-15,0-1 16</inkml:trace>
  <inkml:trace contextRef="#ctx0" brushRef="#br0" timeOffset="55789.86">15796 11362 0,'-26'0'31,"-1"-27"1,27-51-32,-26-1 15,0 0-15,26-26 16,0 0-16,0-26 16,0 26-16,0 0 15,0 26-15,0 27 16,0 26-16,0 52 125,26-26-110,0 26-15,-26 0 16</inkml:trace>
  <inkml:trace contextRef="#ctx0" brushRef="#br0" timeOffset="56168.57">15009 10679 0,'26'-26'47,"26"26"-47,1-26 15,-1 0-15,1-1 16,-1 1-16,1 0 16,-27-27-16,27 27 0,-27 0 15,-26-27-15,26 53 16,-26-26-16,26 26 62,0 0-62,27 26 16,-1 27-16,53-27 16,-26 27-16,26-1 15,0-26-15,-26 1 16,-1-1-16,-25-26 0,-27 26 15,0-26-15</inkml:trace>
  <inkml:trace contextRef="#ctx0" brushRef="#br0" timeOffset="63451.65">15743 12359 0,'-52'0'15,"-1"0"-15,27 0 16,79 0 15,25 0-15,27 0-16,0 0 16,0-27-16,0 1 15,0 26-15,-26-26 16,-53 26-16,0 0 15,1 0-15,-54 0 16,-25 26 0,-27 0-16</inkml:trace>
  <inkml:trace contextRef="#ctx0" brushRef="#br0" timeOffset="63970.96">15770 12359 0,'-27'0'16,"27"52"31,0 1-47,0-1 16,0 1-16,0-1 15,27-26-15,-27 27 16,0-27-16,26 0 15,0 1 1,0-27 62,1-27-78,-1-25 0,0 26 16,27-1-16,-1-25 15,27 26-15,-1-1 16,-25 27-16,26 0 16,-27 0-16,1 0 15,25 27-15,-25-1 16,-1 26-16,1 1 16,-27-1-16,0-25 15,-26 25-15,0 0 0,-26 1 16,-53-1-1,-26 1-15,-26-1 0,26 1 16,26-27-16,1 0 16,-1 1-16,0-27 15</inkml:trace>
  <inkml:trace contextRef="#ctx0" brushRef="#br0" timeOffset="69172.28">17160 12175 0,'-26'0'0,"0"0"15,26 26 16,52 27-15,53-1-16,-26 27 0,26 0 16,-26-27-16,-1 1 15,1-1-15,-26 1 16,25-27-16,-51 0 16,-1 0-16,0-26 15,-26 27-15,26-27 16</inkml:trace>
  <inkml:trace contextRef="#ctx0" brushRef="#br0" timeOffset="69392.02">17764 12123 0,'0'-27'15,"-26"27"16,-1 53-15,1 25-16,-26 27 16,-27 0-16,26 0 15,1-26-15,-1 26 16,27-26-16,-26-27 16,26 1-16,-1-27 15,-25 26-15,-1-25 0</inkml:trace>
  <inkml:trace contextRef="#ctx0" brushRef="#br0" timeOffset="70195.25">13434 11230 0,'0'27'0,"0"-1"0,0-79 78,0 1-63,27-27-15,-1-26 16,0 0 0,-26 27-16,26-1 0,-26 26 15,0 1-15,0 26 0,0-1 16,0 54 124,0-1-108</inkml:trace>
  <inkml:trace contextRef="#ctx0" brushRef="#br0" timeOffset="70557.28">13093 10627 0,'26'0'62,"27"0"-46,26-26-16,-27 26 0,1-27 16,-1 1-16,1 0 15,-1 0-15,-26-1 16,0 27 46,1 0-46,25 53-16,1-27 16,25 27-16,-25-27 0,-1 26 15,1-25-15,-1-1 16,1 26-16,-27-25 15,0 25-15,-26-26 16</inkml:trace>
  <inkml:trace contextRef="#ctx0" brushRef="#br0" timeOffset="71075.75">12595 12332 0,'-27'0'0,"27"-26"16,-26 26-16,26 53 47,0-1-47,0 27 0,26 0 15,27-27 1,-27 1-16,27-27 0,-27 0 16,26 0-16,-25-26 15,-27 27-15,26-27 16,0-27-1,0 1-15,1-53 16,-1 27-16,0-27 16,0 53-16,0 0 15,-26 52 17,0 53-17,27 26-15,-27-27 0,26 27 16,0-26-16,0 0 15,1-1-15,-1-25 16,26-1-16,-25-25 16,25-1-16</inkml:trace>
  <inkml:trace contextRef="#ctx0" brushRef="#br0" timeOffset="71296.03">13802 12621 0,'-27'0'0,"27"-26"0,27 52 31,51 27-31,27-27 16,0 26-16,0-25 16,-26-1-16,0 0 15,-27 0 1,-26 0-16,-26 1 0</inkml:trace>
  <inkml:trace contextRef="#ctx0" brushRef="#br0" timeOffset="71485.17">14143 12516 0,'-26'-26'0,"-1"26"15,1 26-15,0 0 16,-27 53-16,27 0 15,0 0-15,26 25 16,-53-25-16,27 0 16,-26 0-16,-27-1 15,-26-25-15,-26-1 16</inkml:trace>
  <inkml:trace contextRef="#ctx0" brushRef="#br0" timeOffset="71989.14">10915 11650 0,'0'-26'31,"0"-27"-16,27-25-15,-27-1 16,26 27-16,-26-53 16,0 26-16,26-26 15,-26 0-15,0 0 16,0 26-16,0 1 16,0-1-16,0 53 15,0-1-15,0 1 16,26 26 15,-26 26-15,26 27-1,-26-1-15,0-25 0</inkml:trace>
  <inkml:trace contextRef="#ctx0" brushRef="#br0" timeOffset="72241.08">10600 10811 0,'27'0'32,"51"-27"-32,1 1 15,26 0 1,-52 0-16,25-1 0,-25 1 16,-27 0-16,0 26 15,0 0 1,1 0-1,25 0-15,27 52 16,0 1-16,-1-1 16,-25 1-16,26-1 15,-53 27-15,-26 0 16,0-1-16</inkml:trace>
  <inkml:trace contextRef="#ctx0" brushRef="#br0" timeOffset="72728.8">11125 12411 0,'-26'0'15,"26"-26"1,0 0-16,52-1 15,1 1-15,-1 0 16,-25 26-16,25 0 16,1 0-16,-27 26 31,0 0-31,-26 27 16,0-1-16,0 27 15,-52-26-15,-27-1 16,0 1-16,0-53 15,53 26-15,0-26 16,52 0 15,53 0-15,-27 0-16,27 0 0,0 0 16,-27 26-16,1 27 15,-27-27-15,-26 26 16,0 1-16,-26-1 15,-53-26-15,-26 27 16,0-27-16,26 0 16,1-26-16,25 0 15,27 0-15,26-52 16,0-1 0</inkml:trace>
  <inkml:trace contextRef="#ctx0" brushRef="#br0" timeOffset="72932.91">11755 12437 0,'26'0'15,"0"0"1,53 27-16,0 25 16,0 1-16,26-1 15,-27 1-15,1-1 16,-27-26-16,1 27 15,-1-27-15,-52 0 16</inkml:trace>
  <inkml:trace contextRef="#ctx0" brushRef="#br0" timeOffset="73106.19">12227 12437 0,'0'-26'0,"-26"26"16,0 53-1,-27-1 1,27 27-16,0 0 16,0-1-16,-1 1 0,-25 0 15,-1-1-15,-52 1 16</inkml:trace>
  <inkml:trace contextRef="#ctx0" brushRef="#br0" timeOffset="73609.28">9393 11834 0,'-26'0'0,"52"-26"31,1-27-31,-1 1 15,0-27-15,0 0 16,1-26-16,-27 27 16,0-54-16,0 27 15,0 0-15,0 0 16,0 27-16,0 25 16,0 1-16,-27 52 15,27-26-15,-26 78 78,0-26-78,-27 1 0</inkml:trace>
  <inkml:trace contextRef="#ctx0" brushRef="#br0" timeOffset="73892.23">8947 10915 0,'27'0'31,"25"-26"-31,53 0 0,-26 0 16,-1 0-16,1 26 15,-26-27 1,-1 1-16,-26 0 0,1 26 15,-1 0 1,0 26 0,27 0-16,25 53 15,1-27-15,-27 1 16,27-1-16,-53 27 16,1 0-16,-27-27 15</inkml:trace>
  <inkml:trace contextRef="#ctx0" brushRef="#br0" timeOffset="74298.2">8842 12831 0,'-52'0'0,"52"-26"15,0-27 1,26 1-16,27 26 16,-1-1-16,27 1 0,-27 26 15,1 0-15,-1 0 16,-26 53-16,27-1 16,-27 27-16,-26-27 15,0 27-15,0 0 16,-52-27-16,-27 1 15,0-1-15,1-26 16,25 1-16,27-27 0,0 0 16,52 0 15,53 0-15,52 0-16,0-27 15,0 1 1,0-26-16,1 25 0,-54 1 15</inkml:trace>
  <inkml:trace contextRef="#ctx0" brushRef="#br0" timeOffset="74679.39">9761 12674 0,'-26'0'0,"26"26"31,26 26-16,26 27-15,1-27 16,25 27-16,-25-26 16,26-1-16,-1-26 15,-25 27 1,-1-53-16,-25 26 0,-1-26 16,0 0-16,0-52 15,0-1-15,-26-26 0,0 1 16,0-1-1,0 0-15,0 27 0,-26 26 16,0 26 0,0 0-16,0 0 15,-27 52-15,1 27 16,-1 26-16,1 0 16,25 0-16,-25 0 15,26 0-15,-1 0 16,1-1-16,-26 1 15</inkml:trace>
  <inkml:trace contextRef="#ctx0" brushRef="#br0" timeOffset="75416.82">7583 13907 0,'-131'26'0,"52"-26"0,26 0 16,27 0-1,105 26 1,105-26-1,104 0-15,27 0 16,79 0-16,78 0 16,53 0-16,78 0 15,53-26-15,53 26 16,-1-26-16,1 0 16,-53-1-16,-53-25 15,-78-1-15,-53 1 16,-104 26-16,-53-1 0,-53-25 15,-105 26-15,-52-1 16,-26 27-16,-53-26 16,27 26-16,-27 0 47,-26-26 93,26 26-30</inkml:trace>
  <inkml:trace contextRef="#ctx0" brushRef="#br0" timeOffset="76067.17">16557 14930 0,'-26'-26'16,"26"0"-16,0 104 47,0 1-31,26 26-16,0-26 15,0 26-15,1-27 16,-27 1-16,26 0 0,26 0 15,-26-27-15,27-26 16,-27 1-16</inkml:trace>
  <inkml:trace contextRef="#ctx0" brushRef="#br0" timeOffset="76393.1">17055 15166 0,'0'-26'16,"53"-26"-16,-1 25 15,1 1-15,-1 0 16,1 26-16,-27 0 0,26 0 16,1 0-16,-27 52 15,0 1-15,-26-1 16,0 27-16,0-26 16,-78 25-16,-1-25 15,27-1-15,-27-26 16,26 1-16,27-27 15,0 26-15,78-26 47,53 0-47,0 0 16,0-26-16,0-1 31,0 1-31,0 0 0,0 0 0,-26-27 16</inkml:trace>
  <inkml:trace contextRef="#ctx0" brushRef="#br0" timeOffset="76785.78">18131 15088 0,'0'-27'0,"-26"27"62,26 53-62,-26-1 16,26 27-16,0-26 16,0-1-16,0-26 15,0 0-15,26 27 16,26-27-16,1-26 16,-1 0-16,1 0 15,-1 0-15,1 0 16,-1 0-16,1-26 15,-27 0 1,0-27-16,-26 1 0,0-1 0,0 1 16,-26-1-16,-26 1 15,-1 26-15,1-1 16,-1 1-16,1 26 16,25 0-16,-25 0 15,-1 26-15,27 27 16</inkml:trace>
  <inkml:trace contextRef="#ctx0" brushRef="#br0" timeOffset="77068.84">18761 15061 0,'0'-26'16,"79"52"15,26 27-31,0-27 0,0 27 16,0-1-16,-53-26 15,27 27-15,-27-27 16,-26 26-16,-26-25 15</inkml:trace>
  <inkml:trace contextRef="#ctx0" brushRef="#br0" timeOffset="77289.52">19469 14851 0,'-26'0'16,"0"27"15,-27 25-31,27 27 16,-26 0-16,26-27 15,-1 27-15,-25 0 16,-1-1-16,1 1 16,-1-27-16,27 1 15,0-1-15,26-25 16</inkml:trace>
  <inkml:trace contextRef="#ctx0" brushRef="#br0" timeOffset="77744.34">20020 14746 0,'-26'-26'16,"0"26"-16,26 53 63,-26 25-63,26 1 0,-26 26 15,26-26-15,0 0 16,0-27-16,0 27 15,26-53-15,26 0 16,1 0-16,25 1 16,-25-27-16,26 0 15,-27 0-15,27-27 16,-27 1-16,-25 0 16,-1 0-16,-26-27 15,0 27-15,0 0 0,0 0 16,-53 26-16,1 0 15,-1-27-15,1 27 16,-1 0-16,1 0 16,26 27-16,-27-1 15,1 0-15,25 0 16,1 1-16,0 25 16,0-26-16</inkml:trace>
  <inkml:trace contextRef="#ctx0" brushRef="#br0" timeOffset="78153.36">20650 15088 0,'26'0'62,"27"0"-62,52 0 16,0-27-16,0 27 16,0-26-16,-27 0 15,1 26-15,-53 0 16,1 0-16,-54 26 47</inkml:trace>
  <inkml:trace contextRef="#ctx0" brushRef="#br0" timeOffset="79241.28">20860 15271 0,'-26'27'0,"52"-27"47,27 0-31,25 0-16,27 0 0,0-27 15,-26 27-15,0-26 16,-27 26-16,1 0 16,-27 0-16,-26-26 547,-26 26-204,-1 26-327</inkml:trace>
  <inkml:trace contextRef="#ctx0" brushRef="#br0" timeOffset="79744.32">21883 14615 0,'-26'0'0,"0"-26"16,52 0-1,0 0 1,53 26-16,-26-27 0,-27 27 16,0 0-16,0 0 15,27 53 1,-1-1-16,-25 53 16,-1-26-16,0 0 15,0-1-15,-26 1 16,27-26-16,-27 25 15,0-25-15,0-1 16,26-25-16,-26-1 16,0 0-16,26 0 15</inkml:trace>
  <inkml:trace contextRef="#ctx0" brushRef="#br0" timeOffset="79917.21">21988 15114 0,'-52'0'0,"26"0"16,52-26 15,79-1-31,0 1 0,26 0 16,0 0-16,-26-1 15,0 1-15,-52 0 16</inkml:trace>
  <inkml:trace contextRef="#ctx0" brushRef="#br0" timeOffset="80591.87">22776 14720 0,'0'-26'15,"0"0"-15,0 0 0,0-1 16,78 1-16,-25 26 16,-1-26-16,-25 26 15,25 0-15,-26 0 16,0 52-16,1 1 16,-27 25-16,0-25 15,0 26-15,0-27 16,-27-26-16,1 27 15,26-27-15,0 0 16,0 1-16,26-1 16,53-26-1,-26 0-15,25-26 0,1-27 16,-26 1-16,-1-27 16,-26 26-16,1-25 15,-27 25-15,26 1 16,-26 26-16,0 78 62,0 27-46,0-27-16,0 27 16,26-27-16,0-25 0,53 25 15,-27-26-15,1-26 16,-1 0-16,27 0 15,0 0-15,-27-26 16,27-26-16,-26-1 16,-27 1-16,-26-27 15,0 0-15,0 27 16,-53-1-16,-25 1 16,-1 26-16,0 26 15,0-27-15,27 27 16,-27 0-16,27 0 15,-1 27-15,1-1 0,26 0 16,-1 0-16,1 1 16,0 25-16,-27-26 15</inkml:trace>
  <inkml:trace contextRef="#ctx0" brushRef="#br0" timeOffset="82071.28">1443 9079 0,'0'-53'16,"52"-25"0,27-27-16,52 0 15,27 0-15,25 0 16,-25 26-16,25 0 16,-51 1-16,-27 25 0,-27 1 15,-25 25-15,-27 1 16,0 26-16,-52 26 15,-53 27 1,-52 52-16</inkml:trace>
  <inkml:trace contextRef="#ctx0" brushRef="#br0" timeOffset="82213.33">1364 9210 0,'-79'26'15,"53"0"-15,0-26 0,105-26 31,52-26-31,105-53 0,53-26 16,52-27-16,0 27 16,0-27-16,-79 1 15,1 0-15,-106 25 16</inkml:trace>
</inkml:ink>
</file>

<file path=ppt/ink/ink11.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8:57:41.263"/>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15901 2361 0,'-26'-26'16,"26"0"-1,0 78 48,0 27-63,0 26 0,0-26 15,0 26-15,0-27 16,0 1-16,0 0 0,0-27 16,0-25-16,26 25 15,0-26-15,0 1 16</inkml:trace>
  <inkml:trace contextRef="#ctx0" brushRef="#br0" timeOffset="439.81">15953 2414 0,'27'-26'0,"25"-1"16,1 27-16,25 0 15,-25 0-15,-1 27 16,1-1-16,-1 26 15,-52 1-15,0-1 16,0-25 0,0 25-16,-79 0 0,1-25 15,-27 25-15,0-26 16,0 1-16,26-1 16,27-26-16,25 26 15,1-26-15,52 0 31,1 0-15,25 0-16,1 53 16,25-27-16,-25 0 15,26 0-15,-1 27 16,1-27-16,0 27 16,-1-27-16,1 0 15,-26 0 1,-1 1-16,1-1 0,-1-26 0</inkml:trace>
  <inkml:trace contextRef="#ctx0" brushRef="#br0" timeOffset="912.87">17213 2702 0,'0'-52'15,"0"26"1,0 0-16,0-1 15,0 80 17,-53 25-17,27 1 1,0 0-16,0-27 16,-1 27-16,27-26 15,-26-27-15,26 0 16,0 0-16,0-52 31,0-26-15,0-27-16,26 0 15,1-26-15,-1 26 16,0-25-16,0 51 16,1 1-16,-27 25 0,26 1 15,0 52 16,0 1-31,1 51 16,25 1-16,0 0 16,1-1-16,-27 1 15,27 0-15,-27-27 16,0 27-16,-26-26 16,26-1-16,-26-26 15,0 27-15,0-27 16,-52-26-16</inkml:trace>
  <inkml:trace contextRef="#ctx0" brushRef="#br0" timeOffset="1070.15">16609 3122 0,'-52'0'0,"52"-26"15,52 26 1,79-26-16,27 26 15,52-26-15,0-1 0,0 27 16,-79-26 0</inkml:trace>
  <inkml:trace contextRef="#ctx0" brushRef="#br0" timeOffset="1322.24">17843 2781 0,'0'-26'16,"0"78"15,0 1-15,-27 26-16,27-27 15,-26 1-15,0 25 16,26-25-16,-26-1 15,-1-25-15</inkml:trace>
  <inkml:trace contextRef="#ctx0" brushRef="#br0" timeOffset="1526.1">17790 2860 0,'0'-26'15,"53"26"16,-27 26-15,53 26-16,-1 1 16,1-1-16,0 1 15,-1-1-15,1 1 16,0-27-16,-27 0 16,-25-26-16,-1 0 15</inkml:trace>
  <inkml:trace contextRef="#ctx0" brushRef="#br0" timeOffset="1730.9">18472 2781 0,'0'-52'15,"0"-1"1,0 27-16,0 0 0,0 0 16,0 52 15,0 26-16,0 27-15,-26 0 16,26-1-16,0 1 16,0 0-16,0 0 0,0-27 15,0 27-15</inkml:trace>
  <inkml:trace contextRef="#ctx0" brushRef="#br0" timeOffset="2044.7">18997 2702 0,'-26'-26'16,"0"0"-16,-1 26 15,27-26-15,0 52 47,0 26-47,0 27 16,0 0-16,0 0 15,0-27-15,0 27 16,0-27-16,0 1 16,0-1-16,0-25 15,0-1-15</inkml:trace>
  <inkml:trace contextRef="#ctx0" brushRef="#br0" timeOffset="2342.83">18813 2702 0,'-26'0'0,"79"0"47,25 0-47,1 27 16,26 25-16,-26 1 15,26-1-15,-27 1 0,-25-27 16,-1 26-16,-25 1 16,-27-27-16,0 27 15,-79-27-15,0 26 16,-26-25-16,-26 25 15,0-26 1,26 0-16,0 1 0,52-27 16</inkml:trace>
  <inkml:trace contextRef="#ctx0" brushRef="#br0" timeOffset="2767.37">20152 2886 0,'-27'0'46,"1"0"-46,-26 0 16,25 53-16,-25-1 16,26 1-16,26-1 15,0 1 1,0-1-16,0-26 0,26 1 16,26-1-16,1-26 15,-1 0-15,1 0 16,-1 0-16,27-53 15,-53 1-15,1-1 16,-27 1-16,0-27 16,0 27-16,-27 25 0,-25 1 15,-1 26-15,1 0 16,-1 0 0</inkml:trace>
  <inkml:trace contextRef="#ctx0" brushRef="#br0" timeOffset="2987.49">20624 2939 0,'-53'-27'0,"53"1"0,-26 26 15,26 53 16,0-1-15,0 1-16,0-1 16,0 1-16,0-1 15,0 1-15</inkml:trace>
  <inkml:trace contextRef="#ctx0" brushRef="#br0" timeOffset="3176.22">20545 2886 0,'-26'0'16,"78"0"31,27 53-32,0-1-15,0 1 16,26-1-16,-27-26 15,1 27-15,0-53 16</inkml:trace>
  <inkml:trace contextRef="#ctx0" brushRef="#br0" timeOffset="3364.87">21621 2860 0,'-26'-26'16,"-27"-1"-16,1 27 15,-1 0-15,-25 0 16,25 0-16,-26 53 16,27-27-16,26 53 15,26-27-15,0 1 16,0-27-16</inkml:trace>
  <inkml:trace contextRef="#ctx0" brushRef="#br0" timeOffset="3568.89">21569 2860 0,'0'-26'0,"0"-1"15,-27 106 32,27 0-47,0 26 16,0 0-16,0 0 15,0 0-15,0 0 0,27 0 16,-27 0-16,-27-27 16</inkml:trace>
  <inkml:trace contextRef="#ctx0" brushRef="#br1" timeOffset="10488.67">16111 4041 0,'-210'-27'0,"-26"27"16,26-26-16,0 26 31,26 0-31,53 0 0,52 0 0,27 0 16,183 26-1,158-26 1,104 27-16,158-27 0,79 0 16,26 0-16,79 0 15,52 0-15,-52 0 16,-1 0-1,-78 0 1,-157 0-16,-158 0 16,-131-27-16,-158 1 15,-104-26-15</inkml:trace>
  <inkml:trace contextRef="#ctx0" brushRef="#br1" timeOffset="10724.18">15901 4119 0,'-604'53'0,"158"-1"0,131-25 16,158-1-16,157 0 15,52-26-15,263 26 16,184-26-16,183 0 16,131-52-16,80-1 15,-1 1-15,0-1 16,-26 27-16,-131 0 15,-106 0-15,-183-1 16,-157 1-16,-158 26 16,-105 0-16,-26-26 0,-183 26 15,-80 0 1</inkml:trace>
  <inkml:trace contextRef="#ctx0" brushRef="#br1" timeOffset="24851.35">17108 1390 0,'0'-26'15,"0"52"79,-26 27-78,26-1-16,0 27 15,0-53-15,0 27 16,26-27-16,0 0 16,0 1-16,-26 25 15,27-52-15,-27 26 16,26-26 15,-52 0 32,-1 0-63,1 0 15,0 0-15</inkml:trace>
  <inkml:trace contextRef="#ctx0" brushRef="#br1" timeOffset="25546.66">17187 1049 0,'-27'0'16,"1"-26"-16,0 26 15,0 0 1,26-26 0,-27 26-16,-25 0 0,-1 26 15,-25 0-15,-1 1 16,0 25-16,27 1 15,-1-1-15,1 27 16,52-27-16,-26 27 16,26-27-16,0 1 15,0-1-15,26 1 16,26-27-16,1 0 16,-1 27-16,1-27 15,25-26-15,27 26 16,-26-26-16,0 0 15,0 0-15,-1 0 0,1-26 16,-27 0-16,1-27 16,-27-25-16,0-27 15,-26 0-15,0 0 16,0 0-16,-26 0 16,-26 26-16,-27 53 15,27-27-15,-53 53 16,26 0-16,-26 0 15</inkml:trace>
  <inkml:trace contextRef="#ctx0" brushRef="#br1" timeOffset="27557.24">19233 1732 0,'-26'0'0,"0"-27"0,0 1 16,26 0-1,0 0-15,0-1 16,26 27 47,0 0-63,27 53 15,-53-27-15,26 0 16,-26 27-16,0-27 0,0 0 15,0 1-15,0-1 16,-26 0-16,-1 0 16,-25-26-16,26 27 15,-1-27 1,1 0-16,0 0 0,78 26 62,1-26-62,-1 0 16,27 0-16,0 0 0,-1 0 16,1 0-1,-26 0-15,-27 0 0,0 0 16,-52 0 31,0 0-47,-27 0 15</inkml:trace>
  <inkml:trace contextRef="#ctx0" brushRef="#br1" timeOffset="28012.47">19207 1364 0,'-26'-26'0,"0"26"16,-1 0-16,1 0 15,0 26-15,-27 0 16,1 27-16,-1-1 16,27 1-16,-26-1 15,-1 27-15,27-26 16,26 25-16,-26-25 15,26 26-15,0-1 0,52-25 16,1 25-16,-1-25 16,27-27-16,-27 27 15,27-27 1,0-26-16,0 0 0,-27 0 16,27 0-16,-1 0 15,-25-53-15,-1 1 16,1-1-16,-1-52 15,-25 27-15,-27-27 16,0 0-16,0 0 16,-27 0-16,-51 26 15,-1 27-15,0-1 0,-26 27 16,27 26-16,-27 0 16,0 52-16,26-25 15</inkml:trace>
  <inkml:trace contextRef="#ctx0" brushRef="#br1" timeOffset="30203.41">21018 1653 0,'-27'0'328,"1"0"-328,0 26 16</inkml:trace>
  <inkml:trace contextRef="#ctx0" brushRef="#br1" timeOffset="31319.88">20913 1732 0,'-27'0'0,"1"0"16,52-27 62,1 27-78,-1-26 15,0 26-15,0 0 16,1 0-16,-1 0 16,0 0-16,0 0 0,1 0 15,-1 0-15,0 26 16,0 1-16,-26-1 16,0 0-16,0 0 15,0 1-15,-26-27 16,-26 26-16,25 0 15,-25-26-15,26 0 16,-1 26-16,54-26 63,25 27-48,1-27-15,-1 0 16,0 26-16,1 0 15,-27-26-15,0 26 16,1 0-16,-1-26 16,-26 27-16,-26-27 31,-27 26-15,-26-26-16,-25 0 15,25 0-15,0 0 16,27 0-16,25 0 0,1 0 15,26-26-15,0-1 16</inkml:trace>
  <inkml:trace contextRef="#ctx0" brushRef="#br1" timeOffset="31839.42">21070 1443 0,'-26'0'16,"0"-26"-16,-1 26 0,1-27 15,0 27 1,0 0-16,-1 0 16,-25 0-16,-1 27 15,1 25-15,-1 1 16,27-27-16,0 26 15,0 27-15,-1-26 16,27-1-16,0 27 16,0-27-16,27 27 0,-1-27 15,0 27 1,27-26-16,-1-1 0,1-26 16,-1 27-16,27-53 15,0 26-15,-1-26 16,1 0-16,26 0 15,-26 0-15,-27 0 16,27-26-16,-27 0 16,27-27-16,-26 1 15,-27-27-15,26 0 16,-52 1-16,27-1 16,-27 0-16,0 27 15,0-27-15,-53 26 0,1 1 16,-27-1-16,-26 27 15,-26 0-15,26 26 16,0 0-16,0 0 16</inkml:trace>
  <inkml:trace contextRef="#ctx0" brushRef="#br1" timeOffset="34488.53">17921 1574 0,'0'-26'63,"0"0"-32,0 52 63,0 0-94,0 27 16,0-27-16,0 0 15,0 27-15,0-27 16,0 26-16,0-25 15,27-27-15,-1 26 16,26-26-16,-26 0 0,1 0 16,25 0-1,-26 0-15,1 0 0,-27-26 16,26-1-16,0 1 16,0 0-16,-26 0 15,0-1-15,0 1 16,0 0-1,0 0 1,0 52 640,0 0-640,0 0-16,0 1 16,0 25-1,0-26-15,0 1 16,0-1-16,0 0 15,0 0-15,0 1 16,0-1-16,0 0 16,0 0-1,0 0 1,0-52 93</inkml:trace>
  <inkml:trace contextRef="#ctx0" brushRef="#br1" timeOffset="35070.06">18184 1338 0,'-27'0'0,"1"0"15,26-26 1,-26 26-1,-27 0-15,27 0 16,-26 26-16,-1-26 16,1 52-16,-1-25 0,-25 25 15,25 1 1,1-1-16,25 1 0,-25-1 16,26 27-16,26-27 15,0 1-15,0-1 16,0 1-16,0-1 15,0-26-15,26 27 16,26-27-16,-25 27 16,25-27-16,27 0 15,-27-26-15,1 26 16,26-26-16,-27 0 16,27 0-16,-27 0 0,27 0 15,0 0-15,-27 0 16,27-26-16,-27 0 15,1-27-15,-1 27 16,-25-26-16,-1-1 16,-26-25-16,0-1 15,0 26-15,0-25 16,0 25-16,-26 1 16,-27-1-16,1 27 15,-1 0-15,1 26 16,-1 0-16,1 0 0,25 0 15,-25 0-15,-1 0 16,1 0-16</inkml:trace>
  <inkml:trace contextRef="#ctx0" brushRef="#br1" timeOffset="38512.76">20020 1784 0,'-26'0'16,"0"0"0,52 0 30,0 0-46,1 0 16,-1 0-16,26 0 16,-25 0-16,-1 0 15,0 0-15,0 0 0,1 0 16</inkml:trace>
  <inkml:trace contextRef="#ctx0" brushRef="#br1" timeOffset="39031.16">19916 1810 0,'0'27'47,"0"-1"-47,0 26 15,0-25 1,0-1-16,0 0 16,0 0-16,0 0 15,0 1 1,0-1 0,26-52 46,0-1-46,26 27-16,-25 0 15,-1-26-15,26 26 16,1 0 0,-1 0-16,-25 0 0,25 0 15,-26 0-15,1 0 16,-1 26-16,-26 1 15,0-1 1,0 0 0,0 0-16,-79-26 15,0 27-15,1-27 0,-1 0 16,26 26-16,-25-26 16,52 0-16,-27 0 15</inkml:trace>
  <inkml:trace contextRef="#ctx0" brushRef="#br1" timeOffset="39575.9">20178 1627 0,'0'-27'15,"-26"27"1,-1 0-16,1 0 16,-26 0-16,-1 0 15,1 0-15,-27 27 16,0-1-1,1 26-15,-1-25 0,26 51 0,1-25 16,26 26-16,-1-1 16,1 1-16,26-27 15,0 27-15,0 0 16,26 0 0,27-27-16,26 1 0,-1-27 15,27 0-15,27 0 16,-28-26-16,28 0 15,-1 0-15,-26-52 16,0 26-16,-27-27 16,-25-26-16,-1 1 15,-25-27-15,-1 0 0,-26 0 16,0 26-16,-26-26 16,-53 53-16,0-27 15,1 53-15,-27-1 16,-27 27-16,1 0 15,0 0-15</inkml:trace>
  <inkml:trace contextRef="#ctx0" brushRef="#br1" timeOffset="40462.62">15429 1417 0,'0'-27'16,"-27"27"30,1 0-46,-26 53 16,-1-1-16,27 1 16,0-1-16,26 1 15,0-1-15,0-25 16,0-1-16,26 0 16,53 0-16,-27 1 15,1-27-15,25 0 16,-25 0-16,-1 0 0,-26 0 15,1 0-15,-1 0 16,0-27-16,-26 1 16,0 0-16,0-27 15,0 27-15,-26 0 16,-27 26 0,27 0-16,-26 0 15,-1 0-15,27 0 16,0 0-16,0 26 15,26 0-15,0 1 16,0-1 0</inkml:trace>
  <inkml:trace contextRef="#ctx0" brushRef="#br1" timeOffset="40933.74">15612 1233 0,'-52'0'0,"25"-26"15,1 26-15,26-26 16,-26 26-16,0 0 16,0 0-16,-1 0 15,-25 0-15,-27 0 16,27 26-16,-1 0 15,-26 27-15,27-1 16,-1 27-16,1-27 16,52 27-16,-26 0 15,26-1-15,0-25 16,0-1-16,26 1 16,53-1-16,-27-25 0,27-1 15,0 0 1,26-26-16,0 0 0,-1 0 15,1-26-15,0 0 16,0-27-16,-26 1 16,-26-1-16,-1-26 15,-52-26-15,0 0 16,0 0-16,-26 1 16,-53 25-16,0 53 15,-26-1-15,0 27 16,-26 0-16,0 27 0</inkml:trace>
  <inkml:trace contextRef="#ctx0" brushRef="#br1" timeOffset="44758.93">15140 630 0,'-105'0'0,"52"0"16,1 0-16,26 0 16,52 0 15,105 0-16,105 0-15,105 0 16,53 0-16,105-27 0,25 27 16,27-26-16,27 0 15,-54 26-15,-25 0 16,-27 0-16,-52 0 16,-26 0-16,-79 0 15,-105 0-15,-27 0 16,-104 0-16,-27 0 15,-78 0 64</inkml:trace>
  <inkml:trace contextRef="#ctx0" brushRef="#br1" timeOffset="45136.63">20571 367 0,'-26'0'16,"26"-26"-16,-26 26 0,52 0 47,0 26-47,27 0 15,-27 1-15,27-1 16,-1 0-16,-26 0 16,27 1-16,-27-27 15,0 0-15,1 0 16,-1 0-16,-26 26 94,-53 26-94,-25-25 15,-1 25-15,0 27 16,27-27-16,-27 27 16,-26-27-16,0 1 15</inkml:trace>
  <inkml:trace contextRef="#ctx0" brushRef="#br1" timeOffset="46824.94">5615 6429 0,'0'-27'16,"0"80"30,0-1-30,0 1-16,0-1 16,0 1-16,0-27 15,0 0-15,-26 0 0,26 1 16,0-54 31,26 1-47,0-26 15,27 25-15,25 1 16,-25 0-16,26 26 16,-27 0-16,0 0 15,1 0-15,26 0 0,-53 26 16,26 27 0,-25-27-16,-27 0 0,0 27 15,0-27-15,0 26 16,-53-25-16,1-1 15,-53 26-15,52-52 16,-25 27-16,25-27 16</inkml:trace>
  <inkml:trace contextRef="#ctx0" brushRef="#br1" timeOffset="47108.05">5667 6481 0,'0'-26'15,"79"26"1,26-26 0,0 26-16,0 0 15,0-27-15,-26 27 16,-53 0-16,-26 27 47,0-1-32</inkml:trace>
  <inkml:trace contextRef="#ctx0" brushRef="#br1" timeOffset="47532.19">6848 6376 0,'0'-26'16,"-26"26"46,26 52-46,-26-25-16,-27 51 15,27-25-15,0-1 16,26 27-16,-27-27 16,27 1-1,0-1-15,0-25 0,27 25 16,-1-26-16,26 1 16,1-1-16,-1 0 15,-25-26-15,25 26 16</inkml:trace>
  <inkml:trace contextRef="#ctx0" brushRef="#br1" timeOffset="48051.05">7950 6350 0,'26'0'62,"1"52"-62,25 1 16,27-1-16,-27 27 16,1-27-16,-27 1 15,-26 26-15,0-27 16,0 1 0,-26-1-16,-53 1 0,27-27 15,-27 26-15,26-25 16,-25-1-16,25-26 0</inkml:trace>
  <inkml:trace contextRef="#ctx0" brushRef="#br1" timeOffset="48554.58">8632 6770 0,'0'-27'47,"27"27"-16,25 0-16,1 0-15,25 0 16,27 0-16,-26 0 16,0 0-16,-1 0 15,-25 0-15,-1 0 16</inkml:trace>
  <inkml:trace contextRef="#ctx0" brushRef="#br1" timeOffset="48963.96">8842 6560 0,'0'-27'16,"0"54"93,0-1-109,27 26 16,-27 27-16,26-26 16,-26-1-16,26 1 0,-26-1 15,0 1-15,26-1 16,-26-26-16,0 27 16,0-27-16,0 0 15,27-26 32,-1 0-31,0-26-16</inkml:trace>
  <inkml:trace contextRef="#ctx0" brushRef="#br1" timeOffset="49703.77">9761 6507 0,'0'-26'31,"0"52"47,0 0-62,0 27-16,-26-27 16,26 0-16,0 27 15,0-1-15,0-25 16,0-1-16,0 0 15,0 0-15,26 1 16,0-27-16,26 26 16,-25-26-16,25 0 15,-26 0-15,27 0 16,-27 0-16,27-26 16,-27 26-16,0-27 0,-26 1 15,26 0-15,-26 0 16,0-27-16,0 27 15,0-27-15,0 1 16,-26 26-16,0-1 16,0 1-16,-27 0 15,27 26-15,-27-26 16,27 26-16,-26 0 16,25 0-16,1 0 31,26 26-16,0 0 1</inkml:trace>
  <inkml:trace contextRef="#ctx0" brushRef="#br1" timeOffset="50111.6">10837 6429 0,'-27'0'0,"27"-27"16,-26 27-16,0 27 47,0-1-32,-27 26-15,27 1 32,26 25-32,-26-25 0,26-1 0,0 1 15,0-1-15,0-25 16,0 25-16,26-26 15,26 1-15,1-1 16,26-26-16,-1 0 16,1 0-16,-27 0 15</inkml:trace>
  <inkml:trace contextRef="#ctx0" brushRef="#br1" timeOffset="50474.04">11624 6350 0,'52'26'79,"1"27"-79,-1 25 15,1-25-15,-1 25 16,-26-25-16,1-1 15,-1 1-15,-26-1 16,0 1-16,-26-1 16,-27 1-16,-52-1 0,0 1 15,0-27-15</inkml:trace>
  <inkml:trace contextRef="#ctx0" brushRef="#br1" timeOffset="50945.45">12044 6875 0,'0'-27'16,"52"27"15,1 0-31,25 0 0,-25 0 16,52 0-16,-27 0 15,1 0-15,0 0 16,26 0-16,-53 0 16,1 0-16,-27 0 15,0 0-15,1 0 31,-54-26-15</inkml:trace>
  <inkml:trace contextRef="#ctx0" brushRef="#br1" timeOffset="51197.02">12490 6533 0,'-27'-26'0,"27"52"47,0 1-31,0 51-16,0-25 0,0 26 16,0-27-1,0 1-15,0 25 0,0-25 16,0-1-16,0-25 15,27-1-15,-27 0 16</inkml:trace>
  <inkml:trace contextRef="#ctx0" brushRef="#br1" timeOffset="54755.48">13487 6717 0,'-26'0'0,"-1"0"15,27-26-15,-26 0 16,26-1 0,0 1-16,0 0 0,0 0 15,26-1-15,27 1 16,-1 26-16,-26-26 15,53 0-15,-26 26 16,-1 0-16,-26 0 16,27 0-16,-27 0 15,27 26-15,-27 26 16,-26-25-16,0 25 16,0 1-16,0-1 15,0-26 1,-53 27-16,-25-1 0,25-25 15,-26-1-15,27 0 0,-1 0 16,1 1-16,26-27 16,0 0-16,52 0 109,26 0-93,27 0-16,0 0 15,-1 0-15,1 0 0,26 0 16,-26 0-16,-27 0 16,1 0-16,-27 0 15</inkml:trace>
  <inkml:trace contextRef="#ctx0" brushRef="#br1" timeOffset="55101.75">14615 6481 0,'0'-26'16,"-26"26"31,-27 26-32,1 0-15,-1 27 16,1-1-16,26 27 16,-1-27-16,1 27 15,26-26-15,0-1 16,0 1-16,53-1 15,-1-26-15,-26 27 16,27-53-16,-1 26 0,27 0 16,-26-26-1,-1 0-15</inkml:trace>
  <inkml:trace contextRef="#ctx0" brushRef="#br1" timeOffset="55433.01">15297 6455 0,'27'0'47,"-1"0"-47,26 52 16,1 1-16,25-1 15,-25 27-15,-1-27 16,-25 27-16,-27-26 0,0-1 16,0 1-1,0-1-15,0 1 0,-53-1 16,-26-26-16,1 0 15,-1 1-15,0-1 16</inkml:trace>
  <inkml:trace contextRef="#ctx0" brushRef="#br1" timeOffset="55888.97">16085 6875 0,'-27'-27'0,"80"27"47,-1 0-32,27 0-15,0 0 16,26 0-16,-27 0 15,27 0 1,-26-26-16,-27 26 0,1 0 16,-27 0-16,0 0 15,-26-26 17</inkml:trace>
  <inkml:trace contextRef="#ctx0" brushRef="#br1" timeOffset="56298.35">16426 6586 0,'-27'0'16,"27"-26"-1,0 52 32,0 26-31,0 27-16,0-26 15,27-1 1,-1 1-16,-26 25 0,0-25 16,0-1-16,0 1 15,26-27-15,-26 0 16,0 0-16,0 1 15,0-1-15</inkml:trace>
  <inkml:trace contextRef="#ctx0" brushRef="#br1" timeOffset="56912.73">17292 6533 0,'0'-26'0,"-27"26"78,1 0-78,0 26 16,0 1-16,-1 25 0,27-26 15,0 27-15,0-1 16,0-25-16,0-1 16,27 26-16,25-25 15,-26-27-15,27 26 16,25-26-16,-25 0 16,-27 0-16,27 0 15,-27 0-15,0 0 16,0-26-16,1-1 15,-27 1-15,0-26 16,0-1-16,0 1 0,0-1 16,-27 27-1,-25-27-15,-1 27 0,1 0 16,-1 26-16,1-26 16,26 26-16,0 0 15,-27 0-15,27 26 16,0 0-16</inkml:trace>
  <inkml:trace contextRef="#ctx0" brushRef="#br1" timeOffset="57273.81">18131 6481 0,'0'-26'16,"-26"26"31,-27 0-47,27 26 15,-52 26-15,51 1 0,-25-1 16,26 27-16,26 0 16,0-27-16,0 27 15,0-26-15,0-1 16,52-26-16,1 27 16,51-27-16,-25-26 15,26 0-15</inkml:trace>
  <inkml:trace contextRef="#ctx0" brushRef="#br1" timeOffset="57587.31">18945 6533 0,'0'-26'16,"52"26"15,1 53-31,-1-27 16,1 26-16,-1 27 16,-26-26-16,1 25 0,-27-25 15,0-1-15,0 1 16,0-1-16,-27 1 15,-25-1-15,-27 1 16,0-27-16,1 0 16</inkml:trace>
  <inkml:trace contextRef="#ctx0" brushRef="#br1" timeOffset="57965.07">19496 6875 0,'52'0'32,"27"0"-32,-27 0 15,53 0-15,-26 0 16,0 0-16,26 0 16,-27 0-16,1-27 15,-26 27-15,25 0 16,-51 0-16,-1 0 15,-52 0 17</inkml:trace>
  <inkml:trace contextRef="#ctx0" brushRef="#br1" timeOffset="58264.23">19889 6665 0,'-26'-27'0,"26"54"78,0 25-62,0 1-16,0 25 0,26 1 15,-26-26-15,0 25 16,27 1-16,-27-27 16,0 1-16,0-1 15,0-25-15,0-1 16,-27 0-16,-25 0 16,-1-26-16</inkml:trace>
  <inkml:trace contextRef="#ctx0" brushRef="#br1" timeOffset="59967.03">20808 6560 0,'0'-27'15,"0"1"-15,0 0 16,0 0 0,0 52 46,0 26-46,0 1-16,0-1 15,26-25-15,-26 25 16,26-26-16,-26 1 16,0-54 62,0-25-78,0-1 15,0 1-15,0-1 16,0 1-16,0 26 16,0 0-16,0 52 78,0 26-78,0 1 15,0-1-15,0 1 16,0-1-16,26 1 16,-26-27-16,0 0 15,0 0-15,0 1 16,0-54 31,0-25-32,0-1-15,0 1 0,0-27 16,0 27-16,0 25 16,0 1-16,0 0 15,0 52 48,0 0-63,0 53 0,0-26 15,27 25-15,-27-25 16,0-1-16,26 1 16,-26-1-16,0-25 15,0-1-15,0 0 16,26-26 15,0-26-15</inkml:trace>
  <inkml:trace contextRef="#ctx0" brushRef="#br1" timeOffset="60266.07">21700 6481 0,'0'-26'15,"-26"26"-15,26-26 16,-27 26 0,1 0-1,-26 26-15,-1 0 16,1 26-16,-1 27 15,27-26-15,0 25 16,-1-25-16,27-1 16,0 1-1,53-1-15,26-25 0,-1 25 16,27-26-16,-26-26 16,0 0-16</inkml:trace>
  <inkml:trace contextRef="#ctx0" brushRef="#br1" timeOffset="60533.34">22513 6402 0,'26'0'31,"27"0"-15,26 53-16,26-1 0,-27 27 16,1 0-16,-26-27 0,-27 27 15,-26-27-15,0 27 16,-105-26-16,-26 25 16,-27 1-1,-25-27-15</inkml:trace>
  <inkml:trace contextRef="#ctx0" brushRef="#br1" timeOffset="61463.71">15770 9394 0,'-27'0'15,"54"0"32,-1 0-31,53 0-16,26 0 15,26 0-15,-26 0 16,0-27-16,-27 27 16,1-26-16,0 26 15,-53 0-15,0 0 0,1 0 16</inkml:trace>
  <inkml:trace contextRef="#ctx0" brushRef="#br1" timeOffset="61857.62">16321 9157 0,'-27'-26'0,"27"0"32,0 78 30,0 1-46,0-1-16,0 1 15,27-1-15,-1 27 16,-26-26-16,26-1 16,-26 1-16,0-1 15,0-26-15,26 0 0,-26 1 16,27-80 93</inkml:trace>
  <inkml:trace contextRef="#ctx0" brushRef="#br1" timeOffset="62690.7">17396 9131 0,'0'-26'0,"-26"26"32,0 0 14,0 26-46,0 0 0,-1 27 16,1-27-16,26 27 16,0-1-16,0 1 15,0-27-15,26 26 16,27-25-16,-27-1 16,53-26-16,-53 0 15,53 0-15,-53 0 16,26 0-16,1-26 0,-27-1 15,0 1-15,1-26 16,-27 25-16,0-25 16,0-1-16,0 1 15,0-1-15,-53 27 32,1 0-32,25 0 0,-25 26 0,-1 0 15,-25 0-15,25 0 16,1 26-16,26 0 15,-1 0-15</inkml:trace>
  <inkml:trace contextRef="#ctx0" brushRef="#br1" timeOffset="63083.56">18525 8948 0,'0'-27'16,"0"1"-1,-26 26-15,-1 0 32,-25 26-17,-27 27-15,0-1 16,27 27-16,-1-27 16,1 27-16,26 0 15,26-27-15,0 27 0,0-26 16,52-1-16,27 1 15,0-27-15,26 26 16,-27-52-16,1 26 16,0-26-16</inkml:trace>
  <inkml:trace contextRef="#ctx0" brushRef="#br1" timeOffset="63430.72">19627 8948 0,'26'0'16,"27"0"-16,52 0 16,0 0-16,-1 26 15,1 26-15,0 1 0,-26-1 16,0 1-16,-27-1 16,-25 27-16,-27-27 15,0 27-15,0 0 16,-105 0-16,0-27 15,0 27-15,-27-27 16</inkml:trace>
  <inkml:trace contextRef="#ctx0" brushRef="#br1" timeOffset="64883.07">18866 9315 0,'0'-26'16,"0"-1"-1,-26 27 1,-1 0 15,1 0-15,0 0-1,0 53-15,-1-27 0,1 0 16,26 27-16,0-27 16,0 0-16,0 1 15,26-1-15,1 0 16,25-26-16,-26 0 16,1 0-16,-1 0 15,0 0-15,0-26 16,1 0-1,-27-27-15,0 27 16,0-27-16,0 27 16,0 0-16,-27 0 15,1 26-15,0-27 0,-27 27 16,27 0-16,-26 27 16</inkml:trace>
  <inkml:trace contextRef="#ctx0" brushRef="#br1" timeOffset="65165.39">19391 8921 0,'0'-26'47,"0"52"-16,26 27-15,0-27-16,0 26 16,1 1-16,-1-27 15,-26 27-15,0-1 0,0 1 16</inkml:trace>
  <inkml:trace contextRef="#ctx0" brushRef="#br1" timeOffset="65400.87">19260 9656 0,'26'0'16,"0"0"0,26 0-16,-25 0 15,-54 0 48,-25 0-63,0-26 0,-1 26 15,1 0-15,25 0 16,80 26 15</inkml:trace>
  <inkml:trace contextRef="#ctx0" brushRef="#br1" timeOffset="66157.02">22067 6455 0,'-26'-53'0,"26"1"0,-26 26 16,26-1-1,0 1-15,0 52 47,0 27-31,0 26-16,0-27 15,26 0-15,-26 1 16,26-1-16,0 1 16,1-27-16,-27 27 0,0-27 15</inkml:trace>
  <inkml:trace contextRef="#ctx0" brushRef="#br1" timeOffset="66393.64">22513 6166 0,'0'53'63,"0"-1"-63,0 1 15,26-1-15,1 1 16,-27-1-16,26 27 16,-26-27-1</inkml:trace>
  <inkml:trace contextRef="#ctx0" brushRef="#br1" timeOffset="66503.53">22330 7006 0,'0'-26'15,"0"-1"1,0 1 0</inkml:trace>
  <inkml:trace contextRef="#ctx0" brushRef="#br1" timeOffset="67242.47">18236 6691 0,'0'-26'16,"0"-1"-16,53 1 15,-1 26-15,1-26 16,-27 26-16,0 0 15,0 0-15,-26 26 16,0 27 0,0-27-16,-26 26 15,-26 1-15,25-27 0,-25 0 16,26-26-16,-1 27 16,1-27-16,52 0 62,27 0-46,26 0-16,-1 0 15,1 0-15,-26 0 16,-1 0-16</inkml:trace>
  <inkml:trace contextRef="#ctx0" brushRef="#br1" timeOffset="67462.27">18787 6429 0,'0'26'78,"0"0"-78,0 0 16,0 27-16,26-27 15,1 26-15,-1-25 0,-26 25 16,0-26-16,0 27 16</inkml:trace>
  <inkml:trace contextRef="#ctx0" brushRef="#br1" timeOffset="67588.31">18787 6901 0</inkml:trace>
  <inkml:trace contextRef="#ctx0" brushRef="#br1" timeOffset="68641.84">14773 6743 0,'0'-26'0,"0"0"15,0 0 1,0-1-1,26 27-15,0-26 16,0 26 0,0 0-16,1 0 0,-1 0 15,0 26-15,0 1 16,-26-1-16,0 0 16,0 0-16,0 1 0,0-1 15,-52 0 1,26-26-16,-1 26 0,1-26 15,0 0-15,52 0 79,27 27-79,-27-27 15,0 0 1,0 26-16,-26 0 0,27 0 15,-27 1-15,0-1 16,-27 0-16,-25 0 0,-27-26 16,1 27-16,25-27 15,27 26-15,0-26 16,-1 0-16,27-26 16</inkml:trace>
  <inkml:trace contextRef="#ctx0" brushRef="#br1" timeOffset="68861.3">15350 6481 0,'-26'0'16,"26"-26"-16,0 78 46,0-26-46,0 27 16,0-1 0,26-25-16,-26 25 0,26 1 15,-26-1-15,0-26 16</inkml:trace>
  <inkml:trace contextRef="#ctx0" brushRef="#br1" timeOffset="68987.21">15324 7085 0,'-27'0'32,"1"0"-17</inkml:trace>
  <inkml:trace contextRef="#ctx0" brushRef="#br1" timeOffset="70089.38">11151 6560 0,'0'-27'0,"0"1"16,0 0-16,0 0 16,-26 26 15,26 26 0,0 0-15,0 0-16,0 27 15,0-1-15,26-25 16,1-1-16,-1 0 0,0-26 16,0 0-1,1 0-15,-1 0 16,0-26 0,0 0-1,1-27-15,-27 27 16,0 0-16,0-1 15,0 1 1,0 52 47,0 27-63,0-1 0,26-25 15,-26 25-15,26-26 16,-26 27-16,26-27 15,-26 0-15,0 1 16,27-1 0</inkml:trace>
  <inkml:trace contextRef="#ctx0" brushRef="#br1" timeOffset="70372.92">11702 6350 0,'0'-26'16,"0"-1"-1,0 1 1,-26 26 15,26 26-15,0 1-1,0 25-15,0-26 16,0 27-16,0-1 16,0-26-16,0 27 0,0-1 15,0 1 1,0-27-16</inkml:trace>
  <inkml:trace contextRef="#ctx0" brushRef="#br1" timeOffset="70546.02">11676 6875 0</inkml:trace>
  <inkml:trace contextRef="#ctx0" brushRef="#br1" timeOffset="71301.45">7163 6455 0,'26'0'47,"27"0"-31,-27-26-16,26 26 15,-25 0 1,-1 0 0,0 0-16</inkml:trace>
  <inkml:trace contextRef="#ctx0" brushRef="#br1" timeOffset="71773.53">7268 6429 0,'-26'0'16,"-1"0"0,27 26 30,0 0-46,-26 0 16,26 27-16,-26-27 0,26 26 16,0-25-16,0 25 15,0-26-15,0 1 16,0-54 62,26 27-78,0-26 16,1 26-16,-1-26 15,0 26-15,0 0 0,1-26 16,25 26-16,-26 0 16,1 0-1,-1 0-15,0 26 0,0 0 16,-26 0-16,0 1 15,0-1-15,0 0 16,-26 0 0,0 1-16,-27-27 15,1 26-15,26 0 16,-1-26-16,1 0 0</inkml:trace>
  <inkml:trace contextRef="#ctx0" brushRef="#br1" timeOffset="72042.46">7845 6350 0,'0'-26'16,"0"52"62,0 26-78,0 1 16,0-1-16,26 1 15,1-27-15,-27 26 16,0 1-16</inkml:trace>
  <inkml:trace contextRef="#ctx0" brushRef="#br1" timeOffset="72199.98">8003 6901 0</inkml:trace>
  <inkml:trace contextRef="#ctx0" brushRef="#br1" timeOffset="72954.5">20939 3332 0,'26'0'0</inkml:trace>
  <inkml:trace contextRef="#ctx0" brushRef="#br1" timeOffset="73254.99">19784 3437 0</inkml:trace>
  <inkml:trace contextRef="#ctx0" brushRef="#br1" timeOffset="73585.22">19050 3542 0,'0'-26'16</inkml:trace>
  <inkml:trace contextRef="#ctx0" brushRef="#br1" timeOffset="73899.44">18000 3516 0,'26'0'16,"27"0"-16,-27-26 16,0 26-16,0 0 15</inkml:trace>
  <inkml:trace contextRef="#ctx0" brushRef="#br1" timeOffset="74197.58">17265 3490 0</inkml:trace>
  <inkml:trace contextRef="#ctx0" brushRef="#br1" timeOffset="81324.2">7399 11440 0,'26'-52'16,"-26"26"-16,0-1 0,0 1 15,0 0 1,-52 52 31,-27 53-47,27 0 15,-27-1-15,53 1 16,26 0-16,0-27 0,0 27 16,0-27-16,52-25 15,27 25-15,26-52 16,0 0-16,0 0 16,26 0-16,-52 0 15,26-26-15,-53 0 16,-26 26-16,1-27 15,-27 1-15,0 0 16,0 0-16,0-1 16,-53 27-16,1-26 15,-1 26-15,-25 0 16,-1 0-16,-26 0 16,26 26-16,27 1 0,-1-1 15,27 0-15,26 0 16,0 27-16,0-27 15,52 0-15,27 1 16</inkml:trace>
  <inkml:trace contextRef="#ctx0" brushRef="#br1" timeOffset="81983.3">8449 11571 0,'-53'-26'0,"27"26"0,0 0 31,0 0-15,26 53-16,-27-1 15,1 1-15,26-27 16,0 26-16,0 1 15,26-27-15,-26 0 16,27 1-16,25-27 16,-26 0-16,1 0 15,-1 0 1,0-27-16,0-25 0,27 26 16,-27-27-16,-26 1 15,26 25-15,-26 1 16,0 0-16,0 0 15,26 26 1,1 0 31,-1 0-47,0 26 16,0 26-16,1-25 0,25 25 15,-26 1-15,1-1 16,-1-26-16,0 1 15,0-1-15,1-26 16,-1 0 0,26 0-1,-25 0-15,25 0 0,0-53 16,1 27-16,-27 0 16,0-27-16,-26 1 15,0-27-15,0 27 16,0 25-16,-52-25 0,-1 26 15,1 26-15,0-26 16,-27 26 0,26 0-16,1 0 0,-1 26 15,1 0-15,26 0 16</inkml:trace>
  <inkml:trace contextRef="#ctx0" brushRef="#br1" timeOffset="82849.16">10023 7478 0,'-52'26'0,"25"-26"16,54-26 31,51-53-31,27 27-16,0-53 31,53 0-31,25 0 15,27-26-15,0-27 16,0 1-16,0-27 0,0 1 16,-53-1-1,27 53-15,-53 0 0,-26 26 16,-26 26-16,-53 53 16,0-1-16,-26 1 31,0 79 0,-26-1-15,-26 27-16,-27 0 15</inkml:trace>
  <inkml:trace contextRef="#ctx0" brushRef="#br1" timeOffset="83572.3">9787 11729 0,'-26'0'0,"104"0"31,-25 0-15,52 0-16,0 0 16,0 0-16,26 0 15,-26-26-15,0 26 16,-26 0-16,-27-27 0,-26 27 15,-52 0 1,-26 0 0</inkml:trace>
  <inkml:trace contextRef="#ctx0" brushRef="#br1" timeOffset="83848.23">10312 11493 0,'-26'-26'16,"-1"-1"-1,27 54 32,0 25-31,0 0-16,27 27 16,-1 0-16,0-27 15,0 27-15,-26-26 16,26-1-16,-26 1 15,0-1-15,0-26 16,0 1-16,0 25 16</inkml:trace>
  <inkml:trace contextRef="#ctx0" brushRef="#br1" timeOffset="84712.04">13251 7609 0,'-27'0'0,"1"0"15,52 0 32,27 0-31,26 0-1,26 0-15,-1 0 0,28 0 16,-1 0 0,0 0-16</inkml:trace>
  <inkml:trace contextRef="#ctx0" brushRef="#br1" timeOffset="85089.99">14615 7583 0,'-52'0'15,"25"0"-15,54 0 32,51 0-17,27 0-15,53 0 16,25-26-16,-25 26 15,-1-26-15,-52 26 16,0 0-16,-52 0 16</inkml:trace>
  <inkml:trace contextRef="#ctx0" brushRef="#br1" timeOffset="87308.65">11283 11440 0,'0'27'62,"0"25"-46,0 0-16,0 27 15,0-26-15,0-1 16,0 1-16,0-27 16,0 0-16,0 0 15,0 1-15,0-1 0,0 0 16,0 0-16,0 1 15,26-27-15</inkml:trace>
  <inkml:trace contextRef="#ctx0" brushRef="#br1" timeOffset="87716.33">11598 11624 0,'0'-26'0,"0"-1"15,0 1 1,52 0-16,0 0 16,1 26-16,26 0 15,-1 0-15,-25 0 16,-27 0-16,0 26 16,1 26-16,-27 27 15,0-26-15,-27 25 16,-25-25-16,-27-1 15,0 1-15,1-27 16,-1 27-16,27-53 16,25 26-16,1-26 0,79 0 62,25 0-62,27 0 16,-26 0-16,52 0 15,-26 0-15,0 0 16,0-26-16,0 26 16,-26-27-16</inkml:trace>
  <inkml:trace contextRef="#ctx0" brushRef="#br1" timeOffset="88001.98">12778 11860 0,'-26'0'16,"79"-26"0,52 26-1,-1 0-15,54 0 0,-27 0 16,27 0-16,-27 0 15,0-26 1,-79 26-16,1 0 0,-27 0 16,-52 0 15,0-27-31</inkml:trace>
  <inkml:trace contextRef="#ctx0" brushRef="#br1" timeOffset="88283.64">13408 11598 0,'-26'0'0,"0"-27"16,-1 27-16,27-26 31,0 52 16,0 27-47,0-1 15,0 53-15,0-26 16,27 0-16,-1 0 16,-26-1-16,26 1 0,-26-27 15,0 27-15,0-53 16,0 27-16,0-27 31,-26-26-31</inkml:trace>
  <inkml:trace contextRef="#ctx0" brushRef="#br1" timeOffset="89480.93">17055 7504 0,'-26'27'0,"0"-27"15,78 0 1,27-53 0,52 1-16,53-27 15,26-26-15,52-26 16,27 0-16,0-1 0,25-25 15,-51-1-15,-27 27 16,-26 0-16,-53 52 16,1 1-16,-79 25 15,-27 27-15,0 0 16,-25-1-16,-27 54 94,-27-27-94,-25 52 15,0-26-15,-1 1 0</inkml:trace>
  <inkml:trace contextRef="#ctx0" brushRef="#br1" timeOffset="90266.57">14405 11309 0,'-26'26'47,"26"27"-47,0 26 15,0-27-15,0 0 16,0 1-16,26-1 15,-26 1-15,26-1 16,-26 1-16,0-27 16,0 27-16,0-27 15,0 26-15,27 1 16,-27-1-16,52-25 16,-26-27-1</inkml:trace>
  <inkml:trace contextRef="#ctx0" brushRef="#br1" timeOffset="90581.05">15770 11729 0,'-53'0'15,"27"0"-15,78 0 47,1 0-47,52 26 0,0-26 0,0 0 16,26 0-16,0 0 16,0-26-16,-52 26 15,0-26-15,-27 26 16,-26-27-16,1 27 15</inkml:trace>
  <inkml:trace contextRef="#ctx0" brushRef="#br1" timeOffset="90758.2">16085 11913 0,'104'0'31,"1"0"-31,53 0 16,-53-27-16,26 27 15,-52-26-15,-27 26 16,-26-26-16</inkml:trace>
  <inkml:trace contextRef="#ctx0" brushRef="#br1" timeOffset="91130.75">16819 11545 0,'26'26'63,"53"1"-63,-26 25 15,25-26-15,27 1 16,-26-27-16,0 26 0,-27-26 16,-26 0-16,1 0 15,-1 0-15,-26 26 78,-53 0-78,-25 27 16,25-1-16,-25 1 16,-1-1-16,26 1 15,1-1-15,26-25 16,26 25-16,0 0 16,0-25-16</inkml:trace>
  <inkml:trace contextRef="#ctx0" brushRef="#br1" timeOffset="91660.95">19653 11624 0,'-26'-26'0,"0"26"0,26-27 16,-27 27 15,1 0-31,-26 53 16,-27-27-16,0 53 16,27-27-16,-1 27 15,27-26-15,26 25 16,0-25-16,53-1 15,25 1-15,1-27 0,26 0 16,-26-26 0,-1 0-16,27 0 0,-52 0 15,-1 0-15,1 0 16,-27-26-16,0 0 16,-26 0-16,0-1 15,0 1-15,0 0 16,-52 26-16,-1-26 15,1-1-15,-1 27 16,1 0-16,-1 0 16,1 0-16,26 0 15,-1 0-15,27 27 0,0-1 16,0 26-16,0-25 16,27-1-16,-1 0 15,0 0-15,0-26 16</inkml:trace>
  <inkml:trace contextRef="#ctx0" brushRef="#br1" timeOffset="91979.6">20204 11703 0,'-26'-27'0,"26"54"62,0 25-46,0 27-16,0-27 16,0 27-16,0-26 15,0-1-15,26-26 16,-26 1-16,0-1 15,0 0-15,0 0 16,26-26 0,1 0-16,-1-26 15</inkml:trace>
  <inkml:trace contextRef="#ctx0" brushRef="#br1" timeOffset="93489.43">20676 11781 0,'-26'0'16,"26"-26"31,0 0-32,0 0-15,0-1 0,26 1 16,27 0-16,-27 0 16,27 26-16,-27 0 15,26 0-15,-25 0 16,25 0-16,-26 0 16,1 0-16,-1 26 0,0 26 15,-26 1-15,0-27 16,0 0-16,0 27 15,-52-27-15,25 0 16,-25 1-16,-1-27 16,27 26-16,0-26 15,0 0-15,-1 26 16,54-26 78,-1 0-79,26-26-15,1 26 0,26 0 16,-1 0-16,-25 0 16,25 0-16,-25 0 15,-27 0-15,0 26 16,1 27-16,-1-27 15,-26 26-15,0-25 16,-26-1-16,-27 0 16,1-26-16,-1 26 0,1-26 15,-1 0-15,1 0 16,-1 0-16,1 0 16,26 0-16,-1 0 15,1 0-15,0 0 31,0 0-31,-1 0 16,1 0-16,0 0 16,0 0-1,-1 0 1,27-26 15,0 52 672</inkml:trace>
  <inkml:trace contextRef="#ctx0" brushRef="#br1" timeOffset="94024">19522 13330 0,'-26'0'0,"26"-27"15,26 27 16,26 0-31,53 0 16,0 0-16,27-26 16,-28 26-16,-25 0 15,-26 0-15,-27 0 16,0-26-16,-26 0 31</inkml:trace>
  <inkml:trace contextRef="#ctx0" brushRef="#br1" timeOffset="94306.95">19837 13120 0,'-26'-27'0,"52"80"78,0-27-62,0 53-16,1-27 0,-1 1 15,0-1-15,0 1 16,0-27-16,1 0 16,-27 0-16,26 1 15,26-27 1,-25 0-16,-1 0 15,26 0-15</inkml:trace>
  <inkml:trace contextRef="#ctx0" brushRef="#br1" timeOffset="94591.02">20913 12831 0,'0'26'63,"0"0"-63,0 27 16,0 26-16,0-27 15,26 1-15,0-1 16,-26 1-16,26-1 0,-26-26 15,0 27-15,0-27 16,0 0 0,-26 1-16</inkml:trace>
  <inkml:trace contextRef="#ctx0" brushRef="#br1" timeOffset="94937.33">18787 13802 0,'-131'0'16,"26"0"-16,53 26 16,25-26-16,54 26 31,78-26-31,78 27 15,27-27-15,53 0 16,51 0-16,1 0 16,26-27-16,0 1 0,-26 0 15,0-27-15,-26 27 16,-27 0 0,-52 0-16,-52-1 0,-53 1 15,-53 26-15,-26 0 16,-52 0-1,-53 0-15</inkml:trace>
  <inkml:trace contextRef="#ctx0" brushRef="#br1" timeOffset="95550.61">20335 14405 0,'-26'-26'0,"0"26"16,0 0-16,-1-26 15,-25 26 1,-27 26-16,0 27 15,1-1-15,-1 27 16,53-27-16,-27 27 0,53 0 16,0-27-16,27 1 15,51-1-15,1 1 16,26-27 0,0-26-16,-26 0 0,-1 0 15,1 0-15,-26 0 16,-27-26-16,0-1 15,-26 1-15,0-26 16,0 25-16,-26 1 16,-53 0-16,0 0 15,1 26-15,-1 0 16,0 0-16,0 0 0,27 26 16,26 0-16,26 0 15,0 1 1,26-27-16</inkml:trace>
  <inkml:trace contextRef="#ctx0" brushRef="#br1" timeOffset="95818.82">20808 14510 0,'0'-26'0,"-27"26"0,27 53 78,27-1-78,-1 1 16,0 25-16,-26-25 15,26-1-15,-26 1 16,27-27-16,-27 0 15,26 0-15,0 1 16,0-27 0</inkml:trace>
  <inkml:trace contextRef="#ctx0" brushRef="#br1" timeOffset="96180.35">21411 14327 0,'0'-27'0,"0"54"63,0-1-63,-26 53 16,26-27-16,-26 1 15,26-1-15,-27-26 16,27 27-16,0-27 15,0 0-15,0 0 16,0 1 0,0-1-16,53-26 15,-1 26-15,27-26 16,26 0-16,0 0 16,-26 0-16,-1 0 0,-25 0 15,-1 0-15,-52-26 16,27 26-1,-27-26-15,0-1 16</inkml:trace>
  <inkml:trace contextRef="#ctx0" brushRef="#br1" timeOffset="96471.92">21831 14484 0,'0'-26'16,"0"78"31,0 1-32,-52 26-15,25-1 16,1 1-16,26-27 16,-26 27-16,26 0 15,0-27-15,-26 1 16,26-1-16,-27-25 15,27 25-15,-26-26 0,26 1 16,-26-1 0,-27-26-16,27 26 0</inkml:trace>
  <inkml:trace contextRef="#ctx0" brushRef="#br1" timeOffset="96856.16">18341 15901 0,'-105'0'0,"26"0"0,53 0 16,52 0-1,106 0-15,104 0 16,52-26-16,80 0 16,25-1-16,53 1 15,27 26-15,25 0 16,-25-26-16,-27 26 16,-26-26-16,-79-1 0,-53 1 15,-104 26 1,-79-26-16,-53 26 0,-104 0 31,-79 0-31,-27 0 16,-25 0-16,-54 26 15,1 0-15</inkml:trace>
  <inkml:trace contextRef="#ctx0" brushRef="#br1" timeOffset="97153.65">18420 16085 0,'-263'0'0,"54"0"0,77 0 15,80 0 1,157 0-16,105 0 16,131 0-16,105 0 15,79 0-15,52 0 16,26-27-16,27 27 15,-52 0-15,-54-26 16,-51 26-16,-132-26 16,-105 0-16,-105 26 15,-78 0-15,-80 0 16,-51 0 0,-27 0-1,0 0-15,0-26 0</inkml:trace>
</inkml:ink>
</file>

<file path=ppt/ink/ink12.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9:08:52.596"/>
    </inkml:context>
    <inkml:brush xml:id="br0">
      <inkml:brushProperty name="width" value="0.05292" units="cm"/>
      <inkml:brushProperty name="height" value="0.05292" units="cm"/>
      <inkml:brushProperty name="color" value="#C00000"/>
    </inkml:brush>
  </inkml:definitions>
  <inkml:trace contextRef="#ctx0" brushRef="#br0">17318 2388 0,'0'-27'15,"-26"1"1,-1 26-16,1 0 16,-26 0-1,-27 0-15,0 26 0,-26 27 16,0 26-16,26-1 15,1-25-15,25 52 16,27-53-16,26 27 16,0 0-16,26-1 0,27-25 15,25-27 1,1 27-16,26-53 0,-26 26 16,26-26-16,-26 0 15,-1 0-15,-25-26 16,-27-27-16,0 1 15,-26 25 1,0-25-16,-26-1 0,-26 27 31,-27 0-31,0 0 0,0 26 0,1 0 16,25 0-16,1 0 0,104 0 47,27 26-47,26-26 15,0 0 1,-26 0-16,-1 0 0,-25 0 16,-1 0-16,-26 0 15,1 0-15,-1 0 16,0 0 0,-26 26 77,0 27-93,0 25 16,0-25-16,0 26 16,0-27-16,0 27 15,26-27-15,-26-26 16,0 1-16,27-1 15,-27 0-15,0 0 16</inkml:trace>
  <inkml:trace contextRef="#ctx0" brushRef="#br0" timeOffset="456.73">18341 2676 0,'-26'0'0,"0"-26"0,-1 26 16,1 52 31,-26 1-47,25 26 15,27-27-15,-26 1 16,26-1-16,0 27 16,0-53-16,0 27 15,26-27-15,27 0 16,-1-26-16,1 0 16,26 0-16,-1 0 15,1 0-15,-26-26 16,-1-27-16,-26 1 0,0-1 15,-26-25-15,0-1 16,0 26-16,-52-25 16,0 25-16,-1 27 15,1 0-15,25 0 16,-25 26-16,26 0 16,-1 0-16,-25 26 15,26 0-15,-27 26 16,27 1-16</inkml:trace>
  <inkml:trace contextRef="#ctx0" brushRef="#br0" timeOffset="960.57">19155 2676 0,'-27'-26'0,"1"26"16,0-26-16,0 26 47,-1 52-32,1 1-15,0-1 16,0 27-16,26-27 15,-27 1-15,27-1 16,0 1-16,0-1 16,27-25-16,25 25 15,1-26-15,25-26 16,1 27-16,26-27 16,-53 0-16,27 0 0,-26-27 15,-1-25-15,-26-1 16,-26 1-16,0-27 15,0 0-15,0 1 16,-26 25-16,-26 1 16,-1-1-16,-26 27 15,27 0-15,-27 26 16,27-26-16,-27 26 16,53 0-16,-27 26 15,1 0-15,26 26 16,-1 1-16</inkml:trace>
  <inkml:trace contextRef="#ctx0" brushRef="#br0" timeOffset="1732.09">20755 2624 0,'0'-26'0,"-26"26"15,0-27-15,-1 27 0,1-26 16,-26 26 0,-1 0-16,1 26 15,-27 1-15,-26 25 16,26 0-16,-26 1 15,53-1-15,-27 1 16,53 26-16,26-27 16,0 1-16,52-1 15,27 1-15,0-27 16,52 26-16,-26-52 0,26 27 16,-26-27-16,-26 0 15,0 0-15,-27-27 31,1 1-31,-27 0 0,-26-27 0,0 1 16,0-1-16,-53 1 16,-25 26-16,-1-1 15,-26 27-15,26 0 0,1 0 16,-1 0 0,53 0-16,52 27 31,53-27-31,-1 26 15,1-26-15,-27 0 16,27 0-16,-53 0 16,27 0-16,-27 0 15,-26 26 48,26 27-63,-26-1 15,0 53 1,0-26-16,0 26 0,0-27 31,0 1-31,0 0 0,0-27 0,0 1 16,0-27-16,0 0 16,27-26-1,-1 0 1,0-52-16,27-1 15</inkml:trace>
  <inkml:trace contextRef="#ctx0" brushRef="#br0" timeOffset="2188.39">21752 2755 0,'0'-26'16,"0"52"62,0 26-78,0 1 0,-26-1 16,26 27-16,-26-26 15,0 25-15,26-25 16,0-1-16,-27-25 16,27 25-16,0-26 15,0 0-15,0 1 32,53-1-17,-1-26-15,1 0 0,52 26 16,0-26-1,-27 0-15,27 0 0,-26 0 16,-26 0-16,-27 0 16,-52 0 46</inkml:trace>
  <inkml:trace contextRef="#ctx0" brushRef="#br0" timeOffset="2550.5">22776 2834 0,'-27'-27'16,"27"80"31,0-1-47,0 1 16,0 26-16,0-27 15,0 27-15,0 0 16,0-27-16,0 0 15,0-25-15,0-1 16,0 0-16,27 0 16,-27-52 31</inkml:trace>
  <inkml:trace contextRef="#ctx0" brushRef="#br0" timeOffset="2754.44">22644 2912 0,'0'-26'16,"27"0"0,51 26-16,1-26 15,0-1-15,26 27 16,-27 0-16,-25 0 15,-1 0-15,-25 0 0,-1 0 16,-26 27 0,-53 25-1</inkml:trace>
  <inkml:trace contextRef="#ctx0" brushRef="#br0" timeOffset="2974.13">22697 3201 0,'-26'0'0,"26"26"15,0 1 1,52-27 0,1 0-16,25 0 15,1 0-15,0 0 16,-27 0-16,27 0 0,0 0 16,-53 0-16,0 0 15,0 0-15,-52 0 31,-26 26-15</inkml:trace>
  <inkml:trace contextRef="#ctx0" brushRef="#br0" timeOffset="3163.07">22881 3411 0,'-53'26'16,"1"0"-16,52 1 16,0-1-16,26-26 15,79 26-15,26-26 16,26 26-16,-25-26 15,-1 0-15,-26 0 16,-26 0-16,-27 0 16,-26 0-16,0 0 15,-52-26 1,-52 26 0</inkml:trace>
  <inkml:trace contextRef="#ctx0" brushRef="#br0" timeOffset="86289.13">23012 1863 0,'0'-26'0,"0"-27"0,0 27 16,0 0-16,26-1 16,0 27 15,-52 53 31,26-1-62,-26 1 16,26-27-16,-26 27 16,26-1-16,0-26 15,0 27-15,0-27 16,0 0-16,0-52 109,0 0-93</inkml:trace>
  <inkml:trace contextRef="#ctx0" brushRef="#br0" timeOffset="86887.52">23195 1548 0,'0'-26'0,"0"-1"16,0 1-16,0 0 15,-26 26 1,0 0 15,0 0 0,-27 0-15,1 26-16,-1 0 16,1 27-16,-1-27 15,27 27-15,0-1 0,-27-26 16,27 27-1,0-1-15,0-25 0,26 25 16,0-26 0,-27 27-16,27-1 0,0-26 15,0 27-15,0-27 16,0 0-16,27 27 16,25-27-16,1 0 15,-1 1-15,1-1 16,-1 0-16,1-26 15,-1 0-15,0 0 16,1 0-16,-1 0 16,27 0-16,-26-26 0,-1 0 15,-26-1-15,27-25 16,-1-27-16,1 0 16,-27 1-16,-26-1 15,0-26 1,0 26-16,0 1 0,-52 25 15,-27 1-15,26-1 16,-25 27-16,-27 0 0,26 26 16,-26 0-1</inkml:trace>
  <inkml:trace contextRef="#ctx0" brushRef="#br0" timeOffset="91979.96">16950 1600 0,'-52'0'0,"26"0"16,-1 0 0,27-26 15,-26 26-31,0-26 15,26 0 1,0-1 0,26 27-1,0-26-15,27 26 0,-27 0 16,0 0-16,1 26 16,-1 1-16,0 25 15,-26 1-15,0-27 16,0 26-16,0-25 15,-26 25-15,0-52 16,-1 26-16,1-26 16,0 27-16,0-27 15,52 0 48,26 0-48,53-27-15,-26 27 16,0-26-16,0 26 16,-53 0-16,0 0 15</inkml:trace>
  <inkml:trace contextRef="#ctx0" brushRef="#br0" timeOffset="92436.22">17029 1154 0,'-79'-26'16,"27"26"-16,-1 0 0,1 0 0,-1 0 31,-25 0-31,25 26 0,1 27 0,-1-1 16,1 27-16,-1 0 16,27-1-16,0 1 31,0 0-31,-1 0 0,27-1 0,0 1 15,0-26 1,53 25-16,26-25 0,-1-27 16,54 26-16,-1-52 0,0 27 15,26-27 1,-25 0-16,-27-27 0,-1 1 16,-51-26-16,26-27 15,-53 0-15,0 1 16,-26-1-16,0-26 15,-26-26-15,-53 26 16,0 0-16,1 26 16,-1 27-16,27 25 15,-1 1-15,27 26 16,-27 0-16</inkml:trace>
  <inkml:trace contextRef="#ctx0" brushRef="#br0" timeOffset="93379.65">20283 1758 0,'-26'0'0,"26"-26"15,-27-1-15,27 1 16,0 0-1,0 0-15,0-1 16,27 27-16,25-26 16,1 26-16,-27 0 15,26 0-15,-25 0 16,-1 26 0,-26 1-16,0 25 15,0-26-15,0 1 16,0 25-16,-26-26 15,-1 1-15,-25-1 16,-1 26-16,1-52 0,26 27 16,-27-27-16,27 26 15,0-26 1,78 0 62,-26 0-78,27 0 16,26 0-16,-53 0 15,53 0-15,-53-26 16,0 26-16,0 0 0,0 0 16</inkml:trace>
  <inkml:trace contextRef="#ctx0" brushRef="#br0" timeOffset="93834.65">20335 1417 0,'-52'-27'15,"26"1"-15,-27 26 16,27-26-16,-27 26 16,27 0-16,0 0 15,0 0-15,-27 0 16,1 0-16,-27 52 15,27 1-15,-1-1 16,1 27-16,25-26 0,27 25 16,0-25-1,0 26-15,0-27 0,27 27 16,25-27-16,27-26 16,0 27-16,-1-27 15,27-26-15,0 26 16,0-26-16,-26 0 15,26-26-15,-27 0 16,1-27-16,-26 1 16,-1-27-16,-26 1 15,-26-27-15,0 26 16,0-26-16,-52 26 16,-27 27-16,0-1 0,-52 53 15,0 0-15,0 0 16</inkml:trace>
  <inkml:trace contextRef="#ctx0" brushRef="#br0" timeOffset="95817.6">21726 1679 0,'-26'0'0,"26"-26"62,0 0-46,26 26-1,0 0 1,1 0-16,-1 0 16,0 0-16,0 0 15,-26 26-15,0 26 16,0-25-16,0-1 16,-26 0-16,-26 0 0,-1 1 15,1-1-15,-1-26 16,27 0-16,26 26 15,52-26 48,1 0-63,26 0 16,-1 0-16,-25 0 15,-1 26-15,1 1 0,-27 25 16,0-26-1,-26 27-15,0-27 0,0 0 16,0 0-16,-52-26 16,-27 27-16,26-27 15,-25 0-15,-1 0 16,0 0-16,27-27 16,-1-25-16,27 26 15,26-27-15,-26 27 16</inkml:trace>
  <inkml:trace contextRef="#ctx0" brushRef="#br0" timeOffset="96289.45">21910 1417 0,'0'-27'0,"-27"27"16,27-26 0,-26 26-16,-26 0 15,-1 0-15,1 0 16,-1 26-16,-25 1 16,-1 25-16,-26 1 0,26-1 15,27 27-15,-27 0 16,27-27-16,25 27 15,27 0-15,0-1 16,0-25-16,0 25 16,53-25-16,25-1 15,1-25-15,26-1 16,-26 0-16,26-26 16,0 0-16,0 0 15,0 0-15,0-52 0,-27-1 16,1 1-16,0-27 15,-53 0-15,0-26 16,-26 0 0,0 0-16,-78 0 0,-54 27 15,-25 25-15,-27 1 16</inkml:trace>
  <inkml:trace contextRef="#ctx0" brushRef="#br0" timeOffset="97216.5">18052 1390 0,'-26'0'16,"26"-26"0,0 52 15,-26 27-31,26-1 16,-26 1-16,26-27 31,0 27-31,0-27 0,0 0 0,26 0 15,0-26-15,0 27 16,1-27-16,25-27 16,-52 1-16,26 0 15,1-27-15,-1 1 16,0 26 0,-26-1-16,0 1 0,26 26 15,-26 26 32,-26 27-47,26-1 16,-26 1-16,26-1 15,0 1-15,0-27 16,0 27-16,0-27 16,0 0-16,0 0 0,-26-26 15</inkml:trace>
  <inkml:trace contextRef="#ctx0" brushRef="#br0" timeOffset="97641.45">18079 1259 0,'-27'0'15,"-25"-26"-15,26 26 16,0 0-16,-1 0 15,1 0 1,0 53-16,-27-1 16,1 27-16,-1-27 15,-25 27-15,51 0 16,-25-1-16,26-25 16,26-1-16,0 1 15,0-1-15,0 1 16,52-1-16,1-26 15,-1 1-15,27-1 16,0-26-16,26 0 16,-27 0-16,1-26 15,0-1-15,-1-25 0,-25 0 16,-1-27-16,-25 0 16,-1-26-16,-26 0 15,0 26-15,-26 1 16,-27-1-16,1 27 15,-1 25-15,1 1 16,25 26 0,1 0-16,26 26 15,-26 27-15</inkml:trace>
  <inkml:trace contextRef="#ctx0" brushRef="#br0" timeOffset="98208.01">18971 1574 0,'0'-26'16,"0"52"31,0 27-47,0-1 15,0-26-15,0 27 16,0-27-16,26 27 15,0-53-15,-26 26 16,27-26-16,-1 0 16,0 0-16,0-26 15,1-1-15,-1-25 16,-26 26-16,26-27 16,0 27-16,-26 0 15,0-1-15,0 80 63,0-1-63,0-25 15,0 25-15,0-26 0,0 27 16,0-27-16,0 0 16,0 1-1,0-1-15</inkml:trace>
  <inkml:trace contextRef="#ctx0" brushRef="#br0" timeOffset="98617.14">19155 1259 0,'-53'0'0,"1"-26"15,25 26-15,1 0 16,-26 0-16,25 53 16,-25-1-16,26 0 15,-27 27-15,27 0 16,0 0-16,-1-1 16,1 1-16,26 0 15,0 0-15,0-27 16,0 0-16,26 1 15,27-1-15,-1-25 0,27-27 16,-26 0-16,25 0 16,-25 0-16,26 0 15,-1-53-15,1 27 16,-27-53-16,1 1 16,-27-1-16,-26-26 15,0 0-15,0 0 16,-26 0-16,-27 26 15,1 53-15,-53 0 16,0 26-16,0 0 16</inkml:trace>
  <inkml:trace contextRef="#ctx0" brushRef="#br0" timeOffset="100348.09">17659 708 0,'-53'0'0,"53"27"16,-26-27-16,52 0 62,53 0-46,52 0-16,27 26 15,52-26-15,78 0 16,27 0-16,26 0 16,53 0-16,0 0 15,25 0-15,-25 0 16,0 0-16,-1 0 16,-52 0-16,-52 0 15,-79 0-15,-27 0 16,-104 0-16,-26 0 15,-27 0-15,-52 0 219,-1 0-203,1-26-16,0-1 15,26 1-15,-26 0 16,-1 26-16,1-26 16,0 26-16,26-27 15,-26 27-15,0 0 16,26 27 46,0-1-62,0 0 16,26 0-16,0-26 16,0 27-16,0-1 15,1-26-15,-1 0 16,0 0 0,-26 26 109,-26 0-110,0 0-15,-53 27 16,27-1-16,-27 1 15,-26-1-15,0 1 16</inkml:trace>
  <inkml:trace contextRef="#ctx0" brushRef="#br0" timeOffset="102636.18">6481 5563 0,'-26'-27'16,"26"1"0,-27 26 15,27 26 0,0 27-31,-26-1 16,26 27-16,0-26 15,0-27-15,0 0 0,0 0 16,0 0-16,0-52 62,0 0-62,26-53 16,-26 1-16,27 25 16,-27-26-16,0 27 15,0-1-15,0 27 16,0 0-16,0 78 62,0 1-62,0 26 16,0-1-16,0-25 16,0-1-16,0 1 15,0-27-15,0-52 63,0 0-48,0-53-15,0 0 16,0 27-16,0-27 0,0 53 16,0-1-16,0 1 15,0 79 48,0-1-48,26 27-15,-26-27 16,0 1-16,26 26 0,-26-27 16,0-26-1,26 27-15,-26-27 0,0 0 16,27-26 0,-27 26-1</inkml:trace>
  <inkml:trace contextRef="#ctx0" brushRef="#br0" timeOffset="103138.95">5589 6271 0,'-27'0'15,"54"0"63,51 0-78,27 0 16,27 26-16,25-26 16,0 0-16,1 0 15,-1 0-15,-26-26 16,-26 26-16,-26 0 15,-53 0-15,1 0 0,-1 0 16</inkml:trace>
  <inkml:trace contextRef="#ctx0" brushRef="#br0" timeOffset="104370.78">17318 4067 0,'0'-26'94,"0"-1"-94,0-25 16,0 0-16,26-1 0,-26-26 15,0 1 1,0 25-16,0 27 0,0 0 15,26-1-15,-26 1 16,0 52 78,0 1-94,0-1 31,0 0-31</inkml:trace>
  <inkml:trace contextRef="#ctx0" brushRef="#br0" timeOffset="104702.35">17160 3700 0,'27'0'94,"-1"-27"-94,0 1 31,0 0-31,1 0 0,-1 26 0,0-27 16,0 27-16,-26-26 15,26 26 17,27 0-1,-1 26-31,1-26 16,26 27-16,26-1 0,-27 0 0,1-26 31,0 26-31</inkml:trace>
  <inkml:trace contextRef="#ctx0" brushRef="#br0" timeOffset="105441.65">20624 4172 0,'0'-26'32,"0"-27"-17,0 27 1,0 0-16,0-27 0,0 1 16,0-1-1,0 1-15,0-27 0,0 27 16,0-1-16,0 27 15,0 52 64,0 0-79,0 1 15</inkml:trace>
  <inkml:trace contextRef="#ctx0" brushRef="#br0" timeOffset="105693.84">20309 3805 0,'0'-27'47,"26"27"-47,-26-26 15,27 0-15,-1 0 16,0 26-16,0-27 15,1 27-15,-1-26 0,26 26 16,-26 0-16,27 0 16,-27 0-16,27 0 15,-1 0-15,-26 26 16,27 1-16,-1-1 16,-25-26-16,25 26 15</inkml:trace>
  <inkml:trace contextRef="#ctx0" brushRef="#br0" timeOffset="106799.78">5694 7032 0,'-27'-26'0,"1"26"0,26-26 16,0-1-16,0 1 15,26 26-15,27-26 16,-1 0-16,1 26 16,-1 0-16,-25 0 15,-1 0-15,0 0 16,0 52-16,-26-26 15,0 27-15,0-1 16,0 1-16,-26-1 16,-26 1-16,-27-27 15,0 0-15,0 0 0,1 1 16,51-27-16,1 0 16,0 0-16,52 0 46,0 0-30,53 0-16,-26 0 16,25 0-16,-25 0 15,26 0-15,-27 0 16,0 0-16,27 0 0,-26 0 16,-27 26-16,26-26 15</inkml:trace>
  <inkml:trace contextRef="#ctx0" brushRef="#br0" timeOffset="107051.39">6455 6848 0,'0'-26'16,"0"0"-16,0 0 15,0 78 48,0 1-63,0-1 15,0 1-15,26-27 16,-26 26-16,0 1 16,0-1-16</inkml:trace>
  <inkml:trace contextRef="#ctx0" brushRef="#br0" timeOffset="107334.85">6455 7426 0,'26'0'32,"-52"0"77</inkml:trace>
  <inkml:trace contextRef="#ctx0" brushRef="#br0" timeOffset="107851.23">7137 7006 0,'0'-26'15,"-26"-1"-15,26 1 16,0 0-16,0 0 16,26-1-16,0 27 15,26-26-15,1 26 16,-27 0-16,27 0 15,-27 0-15,0 26 16,0 27-16,-26-1 16,0 1-16,0-1 15,0 1-15,-52-1 16,26 1-16,-27-27 0,1 0 16,-1 0-16,1 1 15,-1-27-15,27 0 16,52 0 46,1 0-46,25 0-16,27 0 16,-1 0-16,-25 0 0,26 0 15,-27 0-15,1 0 16,25 0-16</inkml:trace>
  <inkml:trace contextRef="#ctx0" brushRef="#br0" timeOffset="108117.63">7924 6770 0,'-26'0'16,"26"-27"-16,0 54 47,0-1-31,0 26-1,0 1-15,26-1 0,0-25 16,-26 25-16,26 1 15,-26-27-15,0 0 16,0 26-16</inkml:trace>
  <inkml:trace contextRef="#ctx0" brushRef="#br0" timeOffset="108452.75">7871 7452 0,'27'0'47,"-27"-26"16,0-1-48</inkml:trace>
  <inkml:trace contextRef="#ctx0" brushRef="#br0" timeOffset="109555.51">8895 6009 0,'-26'0'78,"-27"26"-62,1 26-16,-1 1 16,27-1-16,0 27 15,-1-26-15,1 25 16,26 1-16,0-27 15,0 1-15,26-1 16,27-25-16,-1-1 0,1 26 16,26-25-1,-27-27-15,1 26 0,-1 0 16,1-26-16,-1 0 16</inkml:trace>
  <inkml:trace contextRef="#ctx0" brushRef="#br0" timeOffset="109901.84">9866 5982 0,'26'0'32,"26"0"-17,27 0-15,-26 0 16,25 27-16,-25 25 16,26 1-16,-53 25 15,26-25-15,-52 52 0,0-26 16,0-27-16,-26 27 15,-26-27-15,-1 1 16,27-1-16,0-26 16,-1 1-16,-25-1 15,26 0-15</inkml:trace>
  <inkml:trace contextRef="#ctx0" brushRef="#br0" timeOffset="110232.82">10627 6429 0,'-27'0'15,"1"0"-15,52 0 31,27 0-31,-1 0 16,53 0-16,0 0 0,0 0 16,0 0-1,0 0-15,-26 0 0,0 0 32,-27 0-32,1 0 0,-106 0 46</inkml:trace>
  <inkml:trace contextRef="#ctx0" brushRef="#br0" timeOffset="110468.32">11099 6140 0,'0'-26'0,"0"78"62,0 1-46,0 25-16,0 1 15,0 0-15,0-1 16,0-25 0,0 26-16,-26-27 0,26 1 31,-27-1-31,1-26 0,-26 1 15,-1-1-15</inkml:trace>
  <inkml:trace contextRef="#ctx0" brushRef="#br0" timeOffset="116634.26">18105 839 0,'-53'0'0,"1"0"16,26 0-16,0 0 15,26-26-15,26 26 79,79 0-79,78 0 15,54 0-15,25 0 0,53 0 16,0 0-1,26 0-15,26 0 0,1 0 16,-27 0-16,-26 0 16,-27-26-16,-25 26 15,-54 0-15,-51 0 16,-27 0-16,-52 0 16,-27 0-16,1-26 15,-27 26-15,0 0 16,-52 0 156</inkml:trace>
  <inkml:trace contextRef="#ctx0" brushRef="#br0" timeOffset="117072.93">22277 525 0,'0'-27'0,"0"1"16,0 52 77,26 27-93,27-27 16,-1 27-16,1-27 0,25 26 16,-51-25-16,25-27 15,-26 26-15,-26 0 141,-52 26-141,-1-25 0,-25 25 16,-1 27-16,0-27 15,1-25 1</inkml:trace>
  <inkml:trace contextRef="#ctx0" brushRef="#br0" timeOffset="122343.37">20440 2073 0,'-52'-27'15,"26"27"-15,52 0 78</inkml:trace>
  <inkml:trace contextRef="#ctx0" brushRef="#br0" timeOffset="122626.84">21779 2125 0,'0'-26'15,"26"26"17,26 0-32</inkml:trace>
  <inkml:trace contextRef="#ctx0" brushRef="#br0" timeOffset="124107.92">12595 5510 0,'-27'0'16,"27"-26"31,0 0-32,0-1 1,0 1 0,27 26-1,25 0-15,1-26 16,25 26-16,-25 0 15,26 0-15,-53 0 0,0 26 16,0 0 0,0 27-16,-26-27 0,0 0 15,0 1-15,-52 25 32,0-52-32,-27 26 0,26 1 0,-25-1 15,25-26-15,27 0 16,0 0-16,26 26 15,26-26 32,53 0-31,-1 0-16,-25 0 16,26 0-16,-1 0 15,-25 26-15,-1 1 16,-26-1-16,-26 26 15,0-26-15,0 1 16,0-1-16,-52 0 16,-1 0-16,1-26 15,-27 27-15,27-27 16,-27 0-16,0 0 16,27 0-16,-1 0 0,1-27 15,26 27-15,-1-26 31,1 26-31,0 0 0</inkml:trace>
  <inkml:trace contextRef="#ctx0" brushRef="#br0" timeOffset="124563.66">11807 6350 0,'53'0'47,"52"0"-32,52 0-15,1-26 0,25 26 16,1 0-16,-26 0 16,25-27-16,-52 27 15,1 0-15,-54 0 16,-25 0-16,-27 0 15,0 0 1</inkml:trace>
  <inkml:trace contextRef="#ctx0" brushRef="#br0" timeOffset="126144.64">12647 6953 0,'-26'0'0,"0"0"47,-1-26-32,27 0-15,-26 0 16,26-1-16,0 1 16,0 0-16,26 26 15,1-26-15,-1 26 16,26 0-16,1 0 16,-27 0-16,0 0 15,1 0-15,-1 26 16,-26 0-16,0 27 0,0-1 15,0 1-15,0-1 16,-53 1-16,-25-1 16,25-26-16,-26 0 15,27 1-15,-1-1 16,1-26-16,26 26 16,52-26 46,0 0-46,27 0-16,25 0 15,-25 0-15,26 0 0,-1 0 16,1 0-16,-26 0 16,-27 0-16,0 0 15</inkml:trace>
  <inkml:trace contextRef="#ctx0" brushRef="#br0" timeOffset="126442.41">13329 6691 0,'0'-26'16,"-26"26"-16,26-27 15,0 1 17,0 52 14,0 1-46,0 25 0,26-26 16,1 27-16,-27-27 16,26 0-16,0 1 15,-26 25-15,0-26 16,0 1-16,0-1 16,0 26-16,-52-25 15,25-1-15</inkml:trace>
  <inkml:trace contextRef="#ctx0" brushRef="#br0" timeOffset="126867.08">13277 7321 0,'26'26'0,"0"0"16,1-26 0,-27 26-1,0-52 48,0 0-48,-27 26 1,54 0 62</inkml:trace>
  <inkml:trace contextRef="#ctx0" brushRef="#br0" timeOffset="127308.13">14117 6061 0,'0'-26'16,"-53"26"46,27 0-62,-27 26 0,-25 0 16,25 27-16,1-1 16,-1 27-16,1-26 15,25 25 1,27 1-16,0-27 0,0 27 15,0-26-15,53-1 16,-1-26-16,1 1 16,26-1-16,-27 0 15,1-26 1,-1 0-16,1 0 0,-1 0 16,-26 0-16</inkml:trace>
  <inkml:trace contextRef="#ctx0" brushRef="#br0" timeOffset="127655.44">14851 6035 0,'-26'-26'16,"78"26"15,1 26-15,26 26-16,-27 1 16,1 26-1,-27-1-15,0-25 0,-26 26 16,0-27-16,0 0 15,-52 1 1,-1-1-16,1-25 0,-1 25 16,1-52-16,25 26 0,-25 1 31</inkml:trace>
  <inkml:trace contextRef="#ctx0" brushRef="#br0" timeOffset="127989.45">15402 6455 0,'-26'0'15,"52"0"17,27 0-32,-1 0 15,53 0-15,-26 0 16,0 0-16,-1 0 16,27 0-16,-26 0 15,0 0-15,-27 0 0,-26 0 16,1 0-16,-27-26 47</inkml:trace>
  <inkml:trace contextRef="#ctx0" brushRef="#br0" timeOffset="128252.77">15822 6192 0,'0'-26'15,"-26"26"1,26 26 31,0 27-47,0 26 16,0-27-16,26 27 15,-26-1-15,26 1 16,-26 0-16,0-27 15,0 1-15,0-27 16,0 27-16,0-27 16,0 0-16,0 0 15</inkml:trace>
  <inkml:trace contextRef="#ctx0" brushRef="#br0" timeOffset="131764.48">17213 5904 0,'-26'0'0,"-1"0"0,27-27 47,0 1-31,0 0-1,0 0-15,53 0 16,-1 26-16,1-27 15,-1 27-15,1 0 16,-1 0-16,1 0 16,-1 0-16,1 27 15,-27-1-15,0 0 16,-26 26-16,0-25 0,0 25 16,0-26-16,-52 27 15,-27-27-15,0 0 16,27 1-16,-27-1 15,53-26-15,0 26 16,-1-26-16,54 0 94,-1 0-79,52 0 1,-25 0-16,26 0 0,-27 0 16,1 0-16,-1 26 15,-26 1-15,1-1 16,-27 26-16,0 1 16,0-1-16,0-25 15,-27 25-15,1 0 16,-26-25-16,-1-1 0,1-26 31,-27 0-31,26 26 0,-25-26 0,25 0 16,1 0-16,-1-26 15,27 26-15,0-26 16,-27-1-16,27 1 16,0 0-16</inkml:trace>
  <inkml:trace contextRef="#ctx0" brushRef="#br0" timeOffset="132504.44">18262 5904 0,'0'-27'0,"0"1"15,-26 26 48,-26 53-63,-1-1 15,27 27-15,-27-27 16,27 27-16,0 26 16,26-26-16,0 0 15,0-1-15,0 1 16,26-27-16,53 1 15,-27-1-15,27 1 16,26-27-16,-26 0 16,26-26-16</inkml:trace>
  <inkml:trace contextRef="#ctx0" brushRef="#br0" timeOffset="132864.82">19233 5982 0,'27'0'47,"25"0"-47,0 27 16,1 25-16,-1 1 15,-25 25-15,25 27 16,-26-26-16,-26 0 16,0-1-1,0 1-15,-52-26 0,-1-1 16,-52 1-16,53-1 15,0-26-15,-1 1 16,27-27-16</inkml:trace>
  <inkml:trace contextRef="#ctx0" brushRef="#br0" timeOffset="133242.82">19994 6481 0,'-52'0'15,"26"0"-15,-1 0 0,80 0 47,-1 0-47,53 26 0,0-26 16,0 0-16,26 0 15,-26 0-15,26 0 16,-26 0-16,0 0 16,-52 0-16,-1-26 15,-25 26-15,-80 0 31,1 0-15</inkml:trace>
  <inkml:trace contextRef="#ctx0" brushRef="#br0" timeOffset="133540.99">20414 6140 0,'0'-26'16,"0"52"31,0 0-47,0 53 0,0 0 16,0-1-16,0 1 15,0 0-15,0-27 16,26 27-16,-26-27 15,0 1-15,0-27 16,0 0-16,0 1 16,0-1-16,0 0 15,0 0-15,-52-26 16,26 0-16</inkml:trace>
  <inkml:trace contextRef="#ctx0" brushRef="#br0" timeOffset="136190.22">21726 6035 0,'-26'0'0,"26"-26"16,0-1 0,0 80 46,0-1-62,0 1 16,0-1-16,0 1 0,0-1 15,0-25-15,0-1 16,0-52 47,0-27-63,0 1 15,0-27-15,0 0 16,0 27-16,0-1 15,0 1-15,0 25 16,0 1 0,0 79 31,0-1-32,0 1-15,0 25 16,0-25-16,26-1 15,-26 1-15,0-1 16,0-25-16,26-1 16,-26 0-16,0 0 15,0 1-15,27-1 16</inkml:trace>
  <inkml:trace contextRef="#ctx0" brushRef="#br0" timeOffset="136488.89">22461 5956 0,'0'-26'0,"0"0"16,0-1-1,-53 80 48,1 26-63,-1-1 15,27 1-15,26 0 16,0 0-16,0-1 16,0 1-16,53-27 15,-1 1-15,27-27 16,-1 0-16,1 1 15,0-1-15,0-26 0</inkml:trace>
  <inkml:trace contextRef="#ctx0" brushRef="#br0" timeOffset="136741">23379 5877 0,'53'0'16,"25"27"-1,-25-1-15,-1 53 16,-25-1-16,-1 27 16,0-26-16,-26 26 15,0-26-15,-52-1 16,-53-25-1,-27 26-15,-25-53 0</inkml:trace>
  <inkml:trace contextRef="#ctx0" brushRef="#br0" timeOffset="137621.24">11807 9289 0,'-26'0'0,"0"0"0,52 0 47,27 0-32,52 0-15,26 0 0,-26 0 16,26 0-16,-26 0 16,-26 0-16,-53 0 15,0 0-15,0 0 16,-26-27 15</inkml:trace>
  <inkml:trace contextRef="#ctx0" brushRef="#br0" timeOffset="137918.98">12254 9026 0,'-27'0'16,"1"0"-1,26 26 48,0 53-63,0-26 16,0 25-1,0 1-15,0 0 0,53-27 16,-27 27-16,0-26 15,0-27-15,-26 26 16,26-26-16,1-26 16,-27 27-16,26-1 15,26 0-15,-25-26 16,51 0-16</inkml:trace>
  <inkml:trace contextRef="#ctx0" brushRef="#br0" timeOffset="138737.14">13513 9026 0,'-26'-26'0,"26"0"15,0 52 32,0 53-31,0-1-16,0-25 0,0-1 15,0 1-15,0-1 16,0-25-16,0-1 16,0-52 46,0-53-46,0 0-16,0 27 15,0-27-15,0 26 16,0 1-16,-26 26 0,26 52 62,0 26-46,0 27-16,0 0 16,0-27-16,0 1 15,0 26-15,0-53 16,0 0-16,0 0 16,0 1-1,0-80 16,-27 1-31,27-27 16,-26 26-16,-26-25 16,52 25-16,-27 27 15,27 0-15,0 52 63,0 26-48,0 1-15,27 26 16,-1-1-16,0 1 0,0 0 16,-26-27-16,0 1 15,27-27-15,-27 0 16,0 0-16,26-26 78,0 0-78</inkml:trace>
  <inkml:trace contextRef="#ctx0" brushRef="#br0" timeOffset="139131.41">14484 9079 0,'0'-27'31,"-26"27"0,-1 27-15,1 25-16,-53 27 16,53 0-16,0-27 15,0 27-15,-1-27 16,27 27-16,0-26 16,0-1-16,53-26 15,-1 27-15,1-27 16,-1 0-16,27-26 15,-26 26-15,-1-26 0,1 0 16,-1 0-16</inkml:trace>
  <inkml:trace contextRef="#ctx0" brushRef="#br0" timeOffset="142266.32">15507 9026 0,'53'0'109,"-1"0"-93,27 26-16,0 27 15,-1-1-15,1 1 0,-53 26 16,1-1-1,-27 1-15,0 0 0,-53-27 16,-52 27-16,-26 0 16,-27-27-16,1 1 15</inkml:trace>
  <inkml:trace contextRef="#ctx0" brushRef="#br0" timeOffset="144765.1">7609 6507 0,'-26'0'0,"78"0"390</inkml:trace>
  <inkml:trace contextRef="#ctx0" brushRef="#br0" timeOffset="145377.66">13854 6271 0,'-26'0'16,"26"26"93</inkml:trace>
  <inkml:trace contextRef="#ctx0" brushRef="#br0" timeOffset="146134.49">18551 6245 0,'-26'26'328</inkml:trace>
  <inkml:trace contextRef="#ctx0" brushRef="#br0" timeOffset="146818.75">22854 6245 0,'-52'0'266</inkml:trace>
  <inkml:trace contextRef="#ctx0" brushRef="#br0" timeOffset="147455.53">14143 9866 0,'-26'0'15</inkml:trace>
  <inkml:trace contextRef="#ctx0" brushRef="#br0" timeOffset="149589.01">21516 918 0,'-79'0'0,"53"0"15,0 0-15,105 0 47,78 0-47,27 0 16,52 0-16,26 0 0,-26 0 15,1 0-15,-27 0 16,-79 0-16,-26 0 16,-27 0-16,-51 0 15,-80 0 48,-26-26-63</inkml:trace>
  <inkml:trace contextRef="#ctx0" brushRef="#br0" timeOffset="149921.73">22828 603 0,'0'-26'16,"-26"26"-16,52 0 62,27 53-62,-1-27 0,27 26 16,-27 1-16,27-27 0,-27 0 15,1 0 1,-27 1-16,0-27 16,-26 26 46,-105 26-46,0 27-16,-26 0 15,0 26-15,0 26 16,26-26-16,-52 26 16</inkml:trace>
  <inkml:trace contextRef="#ctx0" brushRef="#br0" timeOffset="150742.95">13697 10391 0</inkml:trace>
  <inkml:trace contextRef="#ctx0" brushRef="#br0" timeOffset="150900.91">13749 10364 0,'-26'0'0</inkml:trace>
  <inkml:trace contextRef="#ctx0" brushRef="#br0" timeOffset="151010.09">13749 10391 0,'-26'0'0</inkml:trace>
  <inkml:trace contextRef="#ctx0" brushRef="#br0" timeOffset="151655.88">16793 9446 0,'-53'0'0,"27"0"0,52 0 63,79 0-48,0 0 1,0-26-16,27 26 0,-27 0 16,-1 0-16,-25 0 15,-53 0-15,1 0 16,-54 0 46,-25 0-46</inkml:trace>
  <inkml:trace contextRef="#ctx0" brushRef="#br0" timeOffset="152191.48">17055 9184 0,'0'-27'0,"-26"27"16,26-26-1,0 52 48,0 1-48,26 25-15,1 27 16,-1-27-16,26 27 16,-52-26-16,27-1 15,-1 1-15,-26-1 16,0 0-16,0-25 0,0-1 16,0 0-16,26 0 15,-26 1-15,0-1 31</inkml:trace>
  <inkml:trace contextRef="#ctx0" brushRef="#br0" timeOffset="153712.44">18446 9052 0,'0'-26'16,"0"0"-1,-26 26 17,-27 0-32,1 52 15,-1-25-15,1 25 16,-1 1-16,53-1 0,0-26 15,0 27 1,0-1-16,27 1 0,25-27 16,27 27-16,0-53 15,-1 26-15,1-26 16,-26 0-16,25 0 16,-25-26-16,-1-1 15,-26-25-15,27 26 16,-53-27-16,0 1 15,0-1-15,-26 1 0,-27-1 16,1 1 0,-27 25-16,53 1 15,-27 26-15,27 0 32,26 26-32,-26 27 15,26-27-15</inkml:trace>
  <inkml:trace contextRef="#ctx0" brushRef="#br0" timeOffset="154058.51">19942 8895 0,'-26'-26'16,"-1"26"-1,1 0 1,0 0 15,-27 26-31,-25 0 0,-1 53 16,-26 0-16,52-1 15,1 1-15,-1 26 16,53-26-16,0 0 16,0-1-16,53-25 15,52-1-15,52 1 16,27-27-16,26-26 16,-26 0-16</inkml:trace>
  <inkml:trace contextRef="#ctx0" brushRef="#br0" timeOffset="154357.89">21831 8843 0,'52'0'16,"53"0"-16,53 0 16,-1 52-16,1 1 0,-27 25 15,0 1-15,-52 0 16,-53-1-16,-26 1 16,-26 0-16,-105 0 15,-27-1-15,-52 1 31,-26-27-31</inkml:trace>
  <inkml:trace contextRef="#ctx0" brushRef="#br0" timeOffset="154751.71">20414 9105 0,'0'-26'16,"-26"26"-16,0 52 15,-1 1 1,1-1-16,0 27 15,26-27-15,0 1 16,0-1-16,26-25 16,0-1-16,27-26 15,-1 0-15,1 0 16,-1 0-16,1-53 16,-27 27-16,0-26 15,-26-1-15,0-26 16,0 27-16,-79-1 15,1 27-15,25 26 0,-25 0 16,25 0-16,1 26 16,25 1-16</inkml:trace>
  <inkml:trace contextRef="#ctx0" brushRef="#br0" timeOffset="154987.62">20991 8869 0,'0'-26'0,"27"26"47,-27 52-47,26 1 16,0 25-16,0-25 15,-26 25-15,0-25 16,0-1-16</inkml:trace>
  <inkml:trace contextRef="#ctx0" brushRef="#br0" timeOffset="155131.35">20886 9630 0,'0'26'0,"0"-52"62,-78 26-46</inkml:trace>
  <inkml:trace contextRef="#ctx0" brushRef="#br0" timeOffset="155732.66">15035 9210 0,'-26'-26'0,"-1"-1"16,27 1 0,0 52 31,-26 1-47,26 51 0,-26 1 15,26-26-15,0-1 16,0 27-16,0-27 15,0 1-15</inkml:trace>
  <inkml:trace contextRef="#ctx0" brushRef="#br0" timeOffset="156058.67">15324 9131 0,'-79'-26'15,"26"26"-15,27-26 0,26 52 32,26 0-17,1 27-15,25-1 16,1 27-16,-27-27 16,0 27-16,-26 0 15,0-27-15,0 1 16,0-27-16,0 0 15,-26-26 48,-27 0-47</inkml:trace>
  <inkml:trace contextRef="#ctx0" brushRef="#br0" timeOffset="157149.79">22723 6035 0,'0'-26'16,"26"-1"0,27 1-16,26 0 15,-27 26-15,1 0 16,-27 0-16,-26 52 31,0 1-15,-53-27-1,1 27-15,-27-27 0,27 26 16,-1-52 0,1 27-16,25-1 15,80-26 32,26 0-47,26 0 16,0 0-16,-1-26 15,1-27-15,-26 1 16</inkml:trace>
  <inkml:trace contextRef="#ctx0" brushRef="#br0" timeOffset="157338.01">23432 5799 0,'0'-26'15,"-27"26"17,27 26-1,0 0-15,27 26-16,-1 1 15,0-1-15,-26 27 0,0-26 16</inkml:trace>
  <inkml:trace contextRef="#ctx0" brushRef="#br0" timeOffset="157479.32">23274 6533 0,'-26'27'93,"-27"-27"-93</inkml:trace>
  <inkml:trace contextRef="#ctx0" brushRef="#br0" timeOffset="158618.32">18394 6009 0,'0'-27'47,"26"1"-47,26 0 0,-25 26 15,25-26-15,1 26 16,-1 0-16,-26 0 16,0 0-16,1 26 15,-27 0 1,0 0-16,0 27 15,-27-27-15,1 0 0,-26 1 16,-1-1-16,27 0 16,-26-26-16,52 26 15,-27-26-15,80 0 63,-1 0-48,1 0-15,-27 27 16,26-27-16,-25 26 0,-27 0 16,0 0-16,0 27 15,0-27-15,-27 0 16,-51 1 0,-1-27-16,0 26 0,1-26 15,25 0 1,1 0-16,25 0 0,27-26 31,27-1-31,-1-25 16</inkml:trace>
  <inkml:trace contextRef="#ctx0" brushRef="#br0" timeOffset="158885.65">19155 5773 0,'0'-27'0,"-27"27"15,27 27 32,0 25-47,0-26 16,0 27-1,0-1-15,0-26 0,0 27 16,0-1-16,0 1 16</inkml:trace>
  <inkml:trace contextRef="#ctx0" brushRef="#br0" timeOffset="159262.35">18813 6507 0,'0'26'32,"27"-26"-32,-27-26 47,0 0-32,0 0 1,0 52 46,0 0-62,26-26 16,0 0 0,-26-26 30,-26 26-14,-27 0-32</inkml:trace>
  <inkml:trace contextRef="#ctx0" brushRef="#br0" timeOffset="160204.93">13985 5930 0,'0'-53'0,"0"27"16,0 0-16,0 0 16,-26 26 31,26 26-47,0 26 15,0 1-15,-26 26 16,26-27-16,0 1 15,0-1-15,26-26 16,0 1-16,27-27 16,-1 0-16,1 0 0,-27 0 15,26 0-15,-25-53 16,-1 27-16,-26-27 16,26 1-16,-26-1 15,0 27-15,0 0 16,0 52 46,-26 27-62,0 25 0,-1-25 16,27 26 0,0-27-16,0 27 0,0-27 15,0 1-15,53-1 16,-27-26-16</inkml:trace>
  <inkml:trace contextRef="#ctx0" brushRef="#br0" timeOffset="160487.6">14668 5799 0,'0'-53'16,"0"27"-16,0 0 0,0 0 15,-27 78 64,27 1-79,0-1 15,0 27-15,-26-27 16,26 1-16,0-1 15,0 27-15,0-27 0,0 27 16</inkml:trace>
  <inkml:trace contextRef="#ctx0" brushRef="#br0" timeOffset="160881.34">14484 6560 0,'-26'0'16,"52"0"31,0 0-47,-26-27 47,0 1-47,0 0 15,0 0-15,0 0 16,0-1-1,0 54 32,0-1-31,26-26-16,-26 26 16,27-26-1,-54 0 32,-25 0-31</inkml:trace>
  <inkml:trace contextRef="#ctx0" brushRef="#br0" timeOffset="161812.23">9236 6192 0,'0'-26'0,"0"0"0,0 78 78,0-25-78,0 25 15,0 1-15,0-27 16,0 26-16,52-25 16,-52-1-16,53-26 31,-27 26-31,0-26 0,-26 26 15,-78 0 32,-1 1-31,-26-27-16,53 26 16,25-26-16,1 0 15</inkml:trace>
  <inkml:trace contextRef="#ctx0" brushRef="#br0" timeOffset="161954.04">9236 6192 0,'0'-26'16,"52"26"0,27 0-1,0 0-15,0 0 16</inkml:trace>
  <inkml:trace contextRef="#ctx0" brushRef="#br0" timeOffset="162158.12">9761 5877 0,'0'-52'0,"0"0"16,0 25-16,0 1 0,-26 0 16,-1 26-1,27 26 16,0 0-15,0 53-16,0-27 16,0 1-16,0 26 15,0-1-15,0 1 16,0-26-16</inkml:trace>
  <inkml:trace contextRef="#ctx0" brushRef="#br0" timeOffset="162551.34">9472 6770 0,'-26'0'0,"52"0"31,27 0-31,-1 0 16,1 0-16,-27 0 15,0 0 1,-26-27-16,0 1 15,0 0-15,0 0 16,0-1-16,-26 27 0,26-26 16,-26 26-16,-1 0 15,1 0-15,-26 0 16,25 26-16,27 1 16,-26-1-16,26 0 15,0 0-15,26 1 16,1-27-16,-1 0 15,26 0-15,-25 0 16,-1 0-16,-26-27 16,0 1-16,0 0 15,0 0-15,-26 26 16,-27 0 0,1 0-16</inkml:trace>
  <inkml:trace contextRef="#ctx0" brushRef="#br0" timeOffset="165784.44">8580 11571 0,'-26'0'16,"26"-26"-16,-27 26 250,27-26-157,0 0-77,0 78 62,0 27-78,0 0 16,0 26-16,0-27 15,0 1-15,0-26 16,0-1-16,0 1 16,0-27-16,0 0 15,0-52 48,0 0-63</inkml:trace>
  <inkml:trace contextRef="#ctx0" brushRef="#br0" timeOffset="166176.9">8921 11834 0,'0'-26'47,"0"-1"-47,0 1 16,0-26-16,26 25 16,1 1-16,-1 0 15,0 0-15,27-1 0,-1 27 16,27 0-16,-1 0 15,-51 0-15,25 27 16,-26 25-16,-26-26 16,0 27-16,0-1 15,-26 27-15,-53-26 16,27-27-16,-27 26 16,1 1-16,25-27 15,1 0-15,25-26 16,27 27 15,53-27-31,-1 0 16,27 0-16,0 0 15,-1-27-15,27 1 16,0 0-16,-26-27 16,0 1-16</inkml:trace>
  <inkml:trace contextRef="#ctx0" brushRef="#br0" timeOffset="166553.72">9918 11676 0,'0'-26'0,"0"0"31,-26 26 16,0 52-31,-1 1-16,-25 26 15,26-27-15,0 1 16,26-1-16,0 1 16,0-1-16,52-26 15,27 1-15,-27-27 16,1 0-16,25 0 0,-25 0 16,-1-27-1,27-25-15,-26-1 0,-1-25 16,-26 25-16,-26-26 15,0 1-15,0 25 16,-26-26-16,0 53 16,-27-26-16,1 52 15,-27 0-15,0 0 16,1 52-16,-27 1 16</inkml:trace>
  <inkml:trace contextRef="#ctx0" brushRef="#br0" timeOffset="166914.7">7976 12595 0,'-78'0'0,"25"26"16,1-26-16,52 26 16,78-26-16,80 27 15,52-27-15,26 0 16,26-27-16,27 1 16,-27 0-16,1 0 15,-1-1-15,-78 1 16,-53 26-16,-52-26 15,-53 26-15,-78 0 47,-27 26-47,-26 0 16</inkml:trace>
  <inkml:trace contextRef="#ctx0" brushRef="#br0" timeOffset="168062.98">9315 13015 0,'0'-27'0,"0"1"31,26 0-31,0 0 0,0-1 16,-52 54 62,-26 25-78,-27 1 0,26-1 0,1 1 16,26-1-16,0 1 15,-1-27-15,27 0 16,0 0-16,0 1 31,27-27-31,25 26 0,53-26 0,-26 0 31,26 0-31,0 0 16,-27-26-16,-25 26 16,-27 0-16,0 0 15</inkml:trace>
  <inkml:trace contextRef="#ctx0" brushRef="#br0" timeOffset="168722.64">9472 13146 0,'-26'-26'0,"26"-1"16,0 1-1,0 52 48,-26 53-63,26 0 15,0 0-15,-27-1 16,27 27-16,0-26 16,0-27-16,0 27 15,0-26-15,0-1 16,0-26-16,0 1 15,0-1-15,0 0 16,27-26 328,-1-26-329</inkml:trace>
  <inkml:trace contextRef="#ctx0" brushRef="#br0" timeOffset="169257.09">8606 13907 0,'-52'26'0,"25"0"15,1-26-15,105-26 31,26-26-15,52-27-16,1 0 16,25 0-16,1-26 15,26 1-15,-26-1 16,-27 0-16,-26 52 16,-52 1-16,-53 25 15,1 1-15,-1 26 16,-52 0 15,-27 0-31,1 0 16,-1 0-1</inkml:trace>
  <inkml:trace contextRef="#ctx0" brushRef="#br0" timeOffset="169651.89">8291 12359 0,'-105'0'0,"0"0"16,27 0-16,25 0 15,27 0-15,52 0 31,105-27-15,27 1-16,78-26 16,0-1-16,53 1 15,-1-1-15,27-25 16,-52-1-16,-1 26 16,-78 1-16,-53 26 15,-52-1-15,-27 27 0,-26 0 16</inkml:trace>
  <inkml:trace contextRef="#ctx0" brushRef="#br0" timeOffset="170262.89">9236 10758 0,'-26'0'0,"-1"-26"15,27 0-15,0-1 16,53 1-16,-27 0 16,0 0-16,27-1 15,-27 27-15,27 0 16,-27-26-1,26 26-15,-25 0 0,-1 26 16,0 1-16,-26-1 16,0 26-16,0 1 15,0-27-15,-26 0 16,-27 27-16,27-53 0,26 26 16,-26 0-1,26 0-15,0 1 16,52-27-16,1 26 15,-1 0-15,1 0 16,26 1-16,-53-1 16,0-26-16,-26 26 31,-26-26-15,-53 26-16,0-26 15,-26 27-15,27-27 16,25 26-16,27-26 15,0 0-15,26-26 16,52-1-16</inkml:trace>
  <inkml:trace contextRef="#ctx0" brushRef="#br0" timeOffset="170592.24">10023 10706 0,'0'-27'15,"0"54"17,-26 25-17,26 1-15,0 25 0,0-25 16,0-1-16,0-26 16,0 27-16,26-27 15,27 0-15,-27-26 31,26 0-31,27 0 0,-26 0 0,25-52 16,-25-1-16,-27 27 16,0-26-16,-26-1 15,0 1-15,0-1 16,-52 1-16,-1-1 16,27 53-16,0-26 15,0 26-15,-27 26 0,1 27 16,-1-1-16</inkml:trace>
  <inkml:trace contextRef="#ctx0" brushRef="#br0" timeOffset="170955.9">11729 12437 0,'78'0'47,"1"0"-47,26 0 16,26 0-16,1-26 15,-1 26-15,-53 0 16,-25-26-16,-27 26 16,-52 0 15,-27 0-31</inkml:trace>
  <inkml:trace contextRef="#ctx0" brushRef="#br0" timeOffset="171190.93">12201 12175 0,'-26'0'16,"26"52"31,0 27-32,0-26-15,0 25 16,26-25-16,-26 26 16,0-27-16,0 1 15,0-1-15,0 1 16,0-27-16,26 0 16,1-26-1,-1 0-15</inkml:trace>
  <inkml:trace contextRef="#ctx0" brushRef="#br0" timeOffset="171836">13775 11571 0,'-52'0'0,"52"-26"15,26 26 1,27-26-16,25 26 16,-25 0-16,-1 0 15,-25 0-15,-1 0 16,-26 26 0,0 0-16,0 27 15,0-1-15,-53-25 16,27 25-16,-26-26 15,-1 1-15,27-1 0,0 0 32,26 0-32,0 1 15,26-27 1,26 26 0,1 0-16,-1-26 0,27 26 15,-26 1-15,-27-1 16,0 0-16,-26 0 15,0 1-15,-26-1 16,-27 0 0,1-26-16,-27 26 15,27-26-15,-1 0 16,-26 0-16,53 0 16,-26 0-16,25 0 15,1 0-15,0 0 0</inkml:trace>
  <inkml:trace contextRef="#ctx0" brushRef="#br0" timeOffset="172182.36">13119 12516 0,'-26'0'0,"52"0"47,79 0-47,0 0 16,53 0-16,-1 0 16,27 0-16,-53 0 15,27 0-15,-54-26 16,-51 26-16,-27 0 15,-52 0 64,0 26-79</inkml:trace>
  <inkml:trace contextRef="#ctx0" brushRef="#br0" timeOffset="172669.04">13618 13067 0,'0'-26'32,"0"0"-32,0-1 0,26 1 15,53 0-15,-27 0 16,1 26-16,-1 0 16,1 0-16,-1 0 15,-25 0-15,25 52 16,-52 1-16,0-1 15,0 27-15,-26-27 0,-27 27 16,1-26-16,-53-1 16,52-26-16,-25 1 15,51-1-15,1-26 16,105-26 46,0-1-46,52 1 0,0-26-16,0 25 0,-26 1 15,0-26-15,0-1 0</inkml:trace>
  <inkml:trace contextRef="#ctx0" brushRef="#br0" timeOffset="172951.52">14668 12227 0,'-27'0'0,"54"0"31,25 0-15,1 0-16,-1 27 15,27-1-15,-1 26 32,-25 1-32,-1-27 0,1 0 0,-1 27 15,-25-53-15,-27 26 16,26-26-16,-26 26 16</inkml:trace>
  <inkml:trace contextRef="#ctx0" brushRef="#br0" timeOffset="173423.7">15219 12096 0,'-27'0'0,"27"-26"16,-26 26 15,0 0-16,26 53-15,-53-1 16,27 0-16,0 1 16,-27 26-16,27-27 15,-26 27-15,-1-27 0,27 1 16,0-27-16,26 0 16,0 1-16,-26-27 15,26 26 188,26-26-171</inkml:trace>
  <inkml:trace contextRef="#ctx0" brushRef="#br0" timeOffset="174147.19">15875 12280 0,'-53'-26'16,"27"-1"-16,26 1 16,0 0-1,26 0-15,27 0 16,-1 26-16,-26 0 15,27-27-15,-27 27 16,27 0-16,-27 0 16,0 0-16,-26 27 15,26-1-15,-26 26 16,0 1-16,0-1 16,-26 1-16,-26-1 15,-1-26-15,1 1 0,25-1 16,-25 0-16,-1-26 15,27 0 1,26 26-16,26-26 63,27 0-63,26 0 15,-1 0-15,1 0 16,0-26-16,-27 26 15,1 0-15,-27 0 0,0-26 16,0 26 0,-26-26-1</inkml:trace>
  <inkml:trace contextRef="#ctx0" brushRef="#br0" timeOffset="175106.71">16504 12096 0,'0'-26'16,"0"0"15,0 52 16,0 0-47,0 27 16,0-1-16,27 1 15,-1-1-15,0 1 16,0-27-16,1 0 16,-1-26-16,0 26 15,26-26-15,-25 0 16,25 0-16,-26 0 16,27-26-16,-1 0 0,1 0 15,-27-27 1,-26 27-16,26-27 0,-26 27 15,0-26-15,0 26 16,0-1-16,0 1 16,-26 26-1,26 53 63,0-27-78,0 52 0,0-51 16,0 25-16,0 1 16,0-1-16,0 1 15,0-27-15,0 26 16,0-25-16,0-1 16,0 0-16,0 0 15,0 1 1,0-1 31,-26 0 281,0 0-328,-1-26 15</inkml:trace>
  <inkml:trace contextRef="#ctx0" brushRef="#br0" timeOffset="179109.62">17659 12569 0,'79'0'94,"26"0"-94,26 0 15,-26-27-15,-27 27 16,1 0-16,-53 0 16,1 0-16</inkml:trace>
  <inkml:trace contextRef="#ctx0" brushRef="#br0" timeOffset="179392.4">17711 12385 0,'-26'-26'0,"79"78"78,-27 1-78,0 25 16,0-25-16,1-1 15,-27 1-15,0-1 16,0 1-16,0-27 15,0 26-15,0-25 16,0-1-16,26 0 16,-26 0-16,26-26 15,0 0-15</inkml:trace>
  <inkml:trace contextRef="#ctx0" brushRef="#br0" timeOffset="183462.28">16950 7137 0,'-26'0'0,"0"0"63,52 0 62,0 0-125,53 26 15,0 0-15,26 1 16,0-27-16</inkml:trace>
  <inkml:trace contextRef="#ctx0" brushRef="#br0" timeOffset="183794.13">18131 7321 0,'53'0'31,"25"0"-15,27 0-16,27 0 16,-54 0-16,27 0 15,-26 0 1,-53 0-16,27 0 0</inkml:trace>
  <inkml:trace contextRef="#ctx0" brushRef="#br0" timeOffset="187380.63">17396 12595 0,'-26'0'0,"0"0"31,0 26-15,0-26 0,78 0 46,27 0-62,-1 0 31,27-26-31,0 26 0,0-26 0,-26 26 16,-26 0-16,-27 0 16,-52 0 46,-27 0-46,-26 0-16,-26 0 15,27 0-15,-27 0 16,26 0-16,26 0 16,27 0-16,105 0 46,0 0-46,26 0 16,0 0-16,0 0 0,-27 0 16</inkml:trace>
  <inkml:trace contextRef="#ctx0" brushRef="#br0" timeOffset="192321.12">18787 11886 0,'-26'0'0,"26"27"79,0 25-79,0 27 15,0-27-15,0 27 16,0-27-16,-26 1 15,26-1-15,0 1 16,0-27-16,-27 0 16,27 1-1,0-1-15,0 0 16,0 0 0,27-26-1,25 0 1</inkml:trace>
  <inkml:trace contextRef="#ctx0" brushRef="#br0" timeOffset="192870.54">19233 12070 0,'0'-26'0,"0"0"0,-26 26 15,26-27 1,-26 27-1,0 0 17,-1 27-32,1-1 15,-26 0-15,25 27 16,27-27-16,0 0 16,0 26-16,0-25 15,79-1-15,0 26 16,0-25-16,25-1 15,-25 0-15,0 0 0,-53-26 16,0 27-16,-26-1 16,-26 0-1,-53-26 1,27 0-16,-1 0 16,27 0-16,-26 0 15,26 0 1,-1-26-16,27 0 0,0-27 15,0 1-15,0-1 16,27 1-16,25-1 16,-26 1-16,0-1 0,1 1 15,-1 26-15,-26-1 16,0 1 0,-26 26-1,-1 0 1,-25 26-16,0 1 15,-1-1-15</inkml:trace>
  <inkml:trace contextRef="#ctx0" brushRef="#br0" timeOffset="193201.12">20152 12201 0,'-53'0'15,"27"0"-15,52 0 47,53 0-47,0 0 16,26 0-16,26 0 0,0 0 15,-26 0-15,-26-26 16,-27 26-16,-26 0 16,-26-26 31</inkml:trace>
  <inkml:trace contextRef="#ctx0" brushRef="#br0" timeOffset="193704.33">20440 11939 0,'0'26'78,"0"27"-78,0-27 0,0 26 16,0 1-1,0-1 1,27 1 0,-27 25-16,26-25 0,-26-27 15,0 27-15,0-27 16,0 0-16,0 0 15,0 1-15,0-1 16,0 0 15,26-26 47</inkml:trace>
  <inkml:trace contextRef="#ctx0" brushRef="#br0" timeOffset="196296.19">21175 12201 0,'-52'0'0,"25"0"31,1 0-31,0 0 0,0-26 0,26 0 16,0 0-1,0-1 1,0 1-16,0 0 0,26 0 16,26-1-1,1 27-15,-1-26 16,1 26-16,-1-26 0,27 26 16,-27 0-16,1 0 15,-1 0-15,-25 0 16,-1 26-16,0 27 15,-26-1-15,0 1 16,0-1-16,-52 0 16,-1 1-16,-26-1 15,1-25-15,-1 25 16,0-26-16,1 1 16,25-27-16,27 26 0,0-26 15,78 0 48,1 0-48,51 0 1,28 0-16,-1-26 0,0 26 16,-26-27-16,-26 27 15,-53 0-15,0 0 16,0 0 62,27-26-62</inkml:trace>
  <inkml:trace contextRef="#ctx0" brushRef="#br0" timeOffset="196598.04">22093 12149 0,'-26'0'0,"79"0"31,25 0-16,27 0-15,27 0 16,-28 0-16,28 0 16,-27 0-16,-27 0 15,-25-26-15,-27 26 16,0 0-16,-52 0 47,-26 0-47</inkml:trace>
  <inkml:trace contextRef="#ctx0" brushRef="#br0" timeOffset="196898.84">22487 11886 0,'-26'0'0,"26"-26"16,-26 26-16,26 26 46,0 27-30,0-1-16,0 1 16,0 26-16,0-27 15,0 0-15,26 27 16,-26-53-16,0 27 16,0-27-16,26 0 15,-26 1-15,26-1 16,-26 0 15,26-26-15,1 0-1,-1 0-15</inkml:trace>
  <inkml:trace contextRef="#ctx0" brushRef="#br0" timeOffset="197301.01">23432 11729 0,'0'-26'0,"0"-1"16,0 54 46,0-1-62,0 26 16,0 27-16,0 0 15,0-27-15,0 27 16,0-26-16,0-1 16,0 0-16,26-25 15,0 25-15,0-26 16,1 1-16,-1-27 15,-26 26-15,26-26 0,0 26 16</inkml:trace>
  <inkml:trace contextRef="#ctx0" brushRef="#br0" timeOffset="198631.46">14405 12779 0,'0'26'31,"-26"26"-31,-27 1 16,-25-1-16,25 27 15,-25 0-15,-27-1 16,-27 27-16,1-26 15,0 26-15,-26-26 16,25-1-16,27-25 16</inkml:trace>
  <inkml:trace contextRef="#ctx0" brushRef="#br0" timeOffset="199229.91">18000 11703 0,'-52'-27'16,"-27"27"-16,0 0 16,0 0-16,-52 27 15,0-1-15,0 53 16,-27-27-16,1 27 15,-1 0-15,1-1 16,0 1-16,-1 0 16,27-27-16,26 1 0,-26-1 15,26 1-15,26-27 16,0 0-16,1 0 16,51-26-16,1 27 15,0-27 1</inkml:trace>
  <inkml:trace contextRef="#ctx0" brushRef="#br0" timeOffset="199685.15">16006 10942 0,'-26'-27'0,"26"1"0,0-26 15,0 26-15,0-1 16,0 1 15,0 52 1,0 27-32,0-1 15,0 27-15,0 0 16,0-27-16,26 1 15,-26-1-15,0-26 16,26 1-16,-26-1 0,0 0 16,0 0-16,0 1 15,0-1 1</inkml:trace>
  <inkml:trace contextRef="#ctx0" brushRef="#br0" timeOffset="200305.84">16294 11125 0,'-26'0'0,"26"-26"31,0 0-31,0 0 16,0-27-16,26 27 16,1 0-16,-1-1 15,-26 1-15,52 26 16,-25-26-16,25 26 16,1 0-16,-1 0 15,1 0-15,-27 26 16,0 27-16,0-1 15,-26-26-15,0 27 0,0-1 16,0 1-16,-26-27 31,-26 27-31,-1-27 16,1 26-16,-1-25 16,-26-1-16,27 0 15,-1 0-15,-25-26 16,25 27-16,27-1 15,0-26 1,104 0 31,27 0-47,53 0 16,-27-26-16,26 26 15,1-27-15,-1 1 16,-52 26-16,-26-26 15,-53 26-15,1 0 16,-54 52 47,-25-25-63,-27-1 15</inkml:trace>
  <inkml:trace contextRef="#ctx0" brushRef="#br0" timeOffset="202409.21">12201 15271 0,'-26'0'0,"26"-26"47,52 0-47,27 0 16,0-1-16,26 1 15,-27 26-15,27 0 16,-26 0-16,0 0 0,-27 26 16,-25 27-1,-27-27-15,0 53 0,-27-27 16,-25-26-16,-27 27 16,27-1-16,-1-25 15,1-27-15,25 26 16,27 0-1,53 0 1,26 1 0,-1-1-16,1 0 15,0 0-15,-1 1 16,-51-27-16,-27 26 0,-53 0 31,-25-26-15,-27 26-16,0-26 15,0 0-15,26 0 16,0 0-16,27 0 16,52-26-16,0 0 15,26-27-15</inkml:trace>
  <inkml:trace contextRef="#ctx0" brushRef="#br0" timeOffset="202765.47">13356 15324 0,'-27'0'0,"27"-26"16,-26 26-1,26 26 1,0 26 0,0 1-16,0 25 15,0-25-15,53 26 16,-1-27-16,27-26 15,-1 27-15,1-53 16,26 26 0,0-26-16,-26 0 0,0-26 0,-27-27 15,-26 1-15,1-1 16,-27 1-16,0-27 31,-53 0-31,1 27 16,25 26-16,-25-27 15,26 53-15,-1-26 16,27 79 0,0-27-1</inkml:trace>
  <inkml:trace contextRef="#ctx0" brushRef="#br0" timeOffset="203001.36">14536 15507 0,'-26'-26'15,"105"26"17,26 0-32,26-26 0,26 26 15,-52-26-15,0 26 16,-52 0-16,-27 0 15,-78 0 17</inkml:trace>
  <inkml:trace contextRef="#ctx0" brushRef="#br0" timeOffset="203268.73">14773 15245 0,'-27'0'15,"54"53"17,-1 25-17,26-25-15,1-1 16,-27 27-16,26-27 16,-52-25-16,27 25 15,-27 1-15,0-27 16,0 0-16,26-26 15,-26 26-15,26-26 16,0 0-16,27 0 16,-1-26-16</inkml:trace>
  <inkml:trace contextRef="#ctx0" brushRef="#br0" timeOffset="203787.88">15822 15245 0,'-26'-26'16,"0"26"-16,26-26 15,0-1-15,0 1 16,52 0-16,1 0 16,25-1-16,1 1 15,0 26-15,26-26 16,-27 26-16,1 0 15,-53 26-15,1 0 16,-27 27-16,0-27 16,0 27-16,-53-1 15,-26 1-15,1-27 16,-1 0-16,0 0 16,53 0-16,-26-26 0,52 27 31,26-27-16,26 26 1,27-26 0,0 26-16,-1-26 0,-25 26 15,26 1-15,-27-1 16,-26-26-16,1 26 16,-27 0 15,-27-26-31,1 27 15,-53-27-15,1 26 0,-1-26 16,-26 0-16,-26 26 16,52-26-16,-26 0 15,26 0-15,27 0 16</inkml:trace>
  <inkml:trace contextRef="#ctx0" brushRef="#br0" timeOffset="204275">17160 15035 0,'-26'0'16,"26"-26"-16,-26 26 16,-27 0-1,27 26-15,-53 27 16,27-1-16,-1 1 16,1-1-16,26 27 0,-1-1 15,1-25-15,26 26 16,0-27-16,53 1 15,25-27-15,27 26 16,-26-25 0,26-27-16,-26 0 0,0 0 15,-53 0-15,0 0 16,0-27-16,-26 1 16,0-26-16,-26 25 15,-26-25-15,-27 26 16,26-1-16,-25 1 0,-1 26 15,26 0-15,1 0 16,-27 0-16,27 53 16,-1-1-16,1 1 15,26 25-15</inkml:trace>
  <inkml:trace contextRef="#ctx0" brushRef="#br0" timeOffset="204673.95">17580 15507 0,'-26'0'0,"78"-26"31,27 26-15,0 0-16,26 0 15,0 0-15,52 0 16,-26 0-16,27-26 15,-27 26-15,-52 0 16,-27 0 0,-26 0-16,-52 0 31,-26 0-31</inkml:trace>
  <inkml:trace contextRef="#ctx0" brushRef="#br0" timeOffset="204982.84">18157 15114 0,'-26'0'15,"26"-26"1,0 52 31,0 26-47,0 1 0,26-1 15,-26 27 1,27 0-16,25-1 0,-26 1 16,-26-26-16,27 25 15,-1-51-15,-26 25 16,26-26 0,-26 1-16,0-1 15,26 0 1,-26 0-1,27-26-15</inkml:trace>
  <inkml:trace contextRef="#ctx0" brushRef="#br0" timeOffset="205487.08">18971 13303 0,'-53'0'15,"1"0"-15,104 0 47,27 0-47,52 0 16,1-26-16,25 26 15,-26 0-15,53-26 16,-27 26-16,1-26 16</inkml:trace>
  <inkml:trace contextRef="#ctx0" brushRef="#br0" timeOffset="205723.71">20965 13041 0,'-26'0'15,"26"-26"-15,52 26 32,80-27-32,25 1 0,27 0 15,-1 0-15,-25 26 16,-1 0-16,-26-27 15,-26 27-15</inkml:trace>
  <inkml:trace contextRef="#ctx0" brushRef="#br0" timeOffset="206477.57">19050 15298 0,'-27'-27'15,"27"-25"1,53 26-16,-1-1 16,27 1-16,26 26 15,-53-26-15,27 26 16,0 0-16,-27 0 16,-52 26-1,0 27-15,0-1 16,-52 1-16,-1-1 0,1-26 15,-1 27-15,1-27 16,0 26-16,25-25 16,27-1-16,-26 0 15,26 0 1,0 1 0,53-27-16,25 0 15,1 0-15,0 0 16,-1 0-16,27-53 0,-26 27 15</inkml:trace>
  <inkml:trace contextRef="#ctx0" brushRef="#br0" timeOffset="206823.27">20020 15140 0,'-26'-26'16,"0"26"-16,0 0 15,26 52 1,-26-25 0,26 25-16,-27 1 0,27-1 15,0 0-15,0 1 16,0-27-16,0 0 16,53 1-16,-27-27 15,26 0-15,1 0 16,-1 0-16,1 0 15,-27-27-15,0 1 16,-26-26-16,0-27 16,0 27-16,0-1 15,-26 1-15,0 25 16,0 1-16,-1 0 16,1 26-1,0 0 1</inkml:trace>
  <inkml:trace contextRef="#ctx0" brushRef="#br0" timeOffset="207075.4">20676 15219 0,'53'0'31,"26"0"-31,26 0 16,0 0-16,0 0 15,-1-26 1,-25 26-16,-53 0 0,-26-27 16,-26 27-1</inkml:trace>
  <inkml:trace contextRef="#ctx0" brushRef="#br0" timeOffset="207343.61">20860 14983 0,'0'-27'16,"0"54"46,0 25-62,53-26 0,-27 27 16,0-1-16,27 1 0,-27-1 0,-26-25 31,26-1-31,-26 26 16,0-26-16,0 1 15,0-1-15,26 0 16,1 0-16,-1-26 15,26 0-15</inkml:trace>
  <inkml:trace contextRef="#ctx0" brushRef="#br0" timeOffset="207674.13">22120 14825 0,'0'-26'0,"0"0"0,0-1 15,0 1 1,0 52 31,26 27-31,0-1-16,0 1 15,1 26-15,-1-27 0,-26 1 16,26-27-1,-26 26-15,26-25 0,-26-1 16,0 0-16,0 0 16,27 1-16,-1-1 15,0 0-15,-26 0 16,0 0-16,-52-26 16</inkml:trace>
  <inkml:trace contextRef="#ctx0" brushRef="#br0" timeOffset="210244.74">11807 16478 0,'-52'0'16,"26"0"-16,104 0 31,54 0-15,78 0-16,52-26 15,79 0-15,0-27 16,0 27-16,-26 0 16,-52 26-16,-80-26 15,-78 26-15,-26 0 16,-53 0 15,0 0-15,27 0-16,52 0 0,0 0 15,0 0 1,26 0-16,-52-27 0</inkml:trace>
  <inkml:trace contextRef="#ctx0" brushRef="#br0" timeOffset="210747.84">16478 16111 0,'-105'0'0,"53"0"15,-27 0-15,53 0 16,-1 0-16,1 0 0,52 0 47,53 26-47,26-26 15,53 0-15,25 0 16,27 0-16,26 0 16,-52 0-1,-27-26-15,-78 26 0,-26 0 16,-106 0 31,-26 26-32</inkml:trace>
  <inkml:trace contextRef="#ctx0" brushRef="#br0" timeOffset="213027.86">19155 16321 0,'-79'0'16,"0"0"-1,53 0-15,131 0 32,26-26-17,53-1-15,26 1 16,26 0-16,-26-27 0,26 53 16,-79-26-1,-52 26-15,-52 0 0,-27 0 16,-79 0 46,-25 26-62,25-26 16</inkml:trace>
  <inkml:trace contextRef="#ctx0" brushRef="#br0" timeOffset="-213658.99">22067 16006 0,'-26'0'16,"0"0"-16,52 0 63,26 0-63,53-26 15,27 26-15,25-26 16,0-1-16,-25 1 15,-1 0-15,-52 26 16,-27-26-16,-26 26 16,-52 0 31,-26 26-47,-1-26 15,1 26-15,25 0 0,-25-26 16</inkml:trace>
  <inkml:trace contextRef="#ctx0" brushRef="#br0" timeOffset="-213107.77">21332 16610 0,'0'-53'0,"27"27"15,-1 0-15,-26-1 16,0 1 0,0 0-16,0 0 15,-53 26-15,1 0 16,-1 0-16,-25 52 15,52-26-15,-1 1 16,27 25-16,0 1 0,53-1 16,25 0-1,27-25-15,0 25 0,0-26 16,0 1-16,-26-1 16,-26 0-16,-27-26 15,-79 0 16,1 0-31,-53 0 32,26 0-32,0 0 0,53 0 0,0-26 15,0 0-15,26-27 16,0-26-16,26 27 0,26 0 16,1-27-16,-1 26 15,-25 27-15,-1 0 16,0 0-1,0 26 17</inkml:trace>
  <inkml:trace contextRef="#ctx0" brushRef="#br0" timeOffset="-212777">22015 16426 0,'-27'-26'0,"27"-1"16,27 1 15,25 0-31,27 26 0,-27-26 16,-25 26-1,25 0-15,-26 0 16,1 26-16,25 0 15,-26 27-15,27 25 16,-53-25-16,26-1 16,0 1-16,0-27 0,-26 0 15,27 0-15,-27 1 16,0-1 0,0 0-1</inkml:trace>
  <inkml:trace contextRef="#ctx0" brushRef="#br0" timeOffset="-212572.85">22041 16662 0,'-26'0'0,"104"-26"31,1 26-16,26-26-15,0-1 16,26 1-16,0 0 16,-26 26-16,-26-26 15,-26 26-15,-27-27 16,0 27-16,0 0 16,-26-26-16</inkml:trace>
  <inkml:trace contextRef="#ctx0" brushRef="#br0" timeOffset="-212336.81">23117 16505 0,'52'0'15,"53"-27"1,53 1-16,-27 0 0,0 26 15,-26-26 1,-53 26-16,1 0 0,-53-27 16,-26 1-1,-79 26-15</inkml:trace>
  <inkml:trace contextRef="#ctx0" brushRef="#br0" timeOffset="-212117.41">23248 16137 0,'0'26'63,"26"27"-63,0-1 0,1 27 16,25 0-16,-26 0 15,1-27-15,-1 27 16,0-27-16,0 1 15,-26-27-15,27 26 16,-27-25-16,26-27 16,0 26-16</inkml:trace>
  <inkml:trace contextRef="#ctx0" brushRef="#br0" timeOffset="-211882.47">24088 16111 0,'-27'-26'0,"27"78"47,0 1-31,27-1-16,-1 1 15,26 25-15,-25-25 16,25-1-16,-52 27 15,0-26-15,-26-1 16</inkml:trace>
  <inkml:trace contextRef="#ctx0" brushRef="#br0" timeOffset="-211379.22">22776 17580 0,'-27'0'0,"-25"0"0,26 0 16,-1 0-16,-25 0 16,26 0-16,-27 27 15,27 25-15,26-26 16,0 27-16,26-1 15,27 1-15,25-1 16,27 1-16,-52-1 16,26-26-16,-53 1 15,0-1-15,-78-26 47,-27 0-47,0 0 0,27-26 16,-1-27-16,27 27 15,0-27-15,26-25 16,0 25-16,52 1 16,1-1-16,25 1 15,-25-1-15,-1 1 16,-25 26-16,-1-1 16,-26 1-16,0 0 15,-26 26 1,-53 0-16,26 0 15,-25 0-15,-1 0 0,0 26 16</inkml:trace>
  <inkml:trace contextRef="#ctx0" brushRef="#br0" timeOffset="-210483.03">23484 17423 0,'-26'0'0,"0"-26"0,-1 26 15,1 0-15,26 26 47,-26 0-31,26 0-16,0 27 15,26-1-15,0-25 16,53 25-16,-26 1 16,-27-1-16,26-26 15,-52 1-15,27-27 16,-27 26-16,-53-26 16,1 26-1,-27-26 1,26 0-16,1-26 0,26 0 15,-1-1-15,1 1 16,26-26-16,26-1 16,53 1-16,26-1 15,-26 1-15,0 25 16,-1 1 0,-52 0-16,27 0 0,-53-1 15,0 1 1,0 0-16,0 0 15,-53 26-15,53-27 0,-26 1 16,26 0 0,0 0-1,0 0-15,26 26 16,-26-27-16,27 1 16,-27 0-16,0 0 15,0-1-15,0 1 16,-53 0-16,-52 0 15,-26 26-15,-26-27 16,-27 27 0,-52 27-16,-27 25 0,-25 27 0,-1 26 15,27 26 1,52 0-16,52 53 0,80 0 16,51-27-16,27 27 15,53-27-15,78-26 16,53-26-1,52-26-15,53 0 0,52-53 16,26 0-16,27-26 16,-27-52-16,-26-27 15,0-26-15,-52-52 16,-53-27-16,-79-26 16,-104 0-16,-53-26 0,-79 52 31,-131 27-31,-105 52 0,1 52 0,-1 27 31,-26 26-31,52 26 0,0 53 0,27 0 16</inkml:trace>
  <inkml:trace contextRef="#ctx0" brushRef="#br0" timeOffset="-210105.63">22539 18604 0,'-157'0'0,"78"0"16,53 0-16,79 0 16,104 0-1,79 0-15,27-27 16,-1 1-16,-26 0 15,-52 0-15,-53 0 16,-52-1-16,-53 27 16,-79 0-1,-78 0-15,-52 27 16</inkml:trace>
  <inkml:trace contextRef="#ctx0" brushRef="#br0" timeOffset="-209958.97">22513 18709 0,'-52'26'0,"157"-26"15,105-26 1,26-27-16,52 1 16,27-27-16,0 0 15,0-26-15,0-26 16</inkml:trace>
</inkml:ink>
</file>

<file path=ppt/ink/ink13.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9:16:57.201"/>
    </inkml:context>
    <inkml:brush xml:id="br0">
      <inkml:brushProperty name="width" value="0.05292" units="cm"/>
      <inkml:brushProperty name="height" value="0.05292" units="cm"/>
      <inkml:brushProperty name="color" value="#C00000"/>
    </inkml:brush>
  </inkml:definitions>
  <inkml:trace contextRef="#ctx0" brushRef="#br0">13198 4539 0,'-52'-52'16,"25"-1"-16,27 27 16,-26 0-16,26 0 0,0 52 62,0 53-62,0 25 16,0 1-16,0 0 15,0 0-15,0 0 16,0-26-16,0 0 16,0-1-16,0-25 15,0-1-15,0-25 0,0 25 16,0-26-1,26 1-15</inkml:trace>
  <inkml:trace contextRef="#ctx0" brushRef="#br0" timeOffset="243.84">13198 4565 0,'0'-26'0,"0"0"16,53-26-16,25 52 0,1-27 16,26 27-16,-26 0 15,-1 0-15,-25 53 16,-53-1-16,0 1 16,-79 25-16,0-25 15,-25-1-15,-1-25 16,26 25-16,26-26 15,-25-26-15,51 27 16</inkml:trace>
  <inkml:trace contextRef="#ctx0" brushRef="#br0" timeOffset="588.64">14169 4592 0,'-26'-27'0,"26"54"62,0 25-46,0 27-16,0 0 15,-26-1-15,26 1 16,0 0-16,0-27 0,0 1 16,-27-1-16,27-26 15,0 1-15</inkml:trace>
  <inkml:trace contextRef="#ctx0" brushRef="#br0" timeOffset="840.28">14143 4565 0,'-26'-26'0,"26"0"16,26 26 15,52-26-31,1 26 15,-26 0-15,25 0 16,-25 0-16,-1 0 16,1 0-16,-27 0 15,-26 26-15,0 0 16,0 0-16</inkml:trace>
  <inkml:trace contextRef="#ctx0" brushRef="#br0" timeOffset="1002.16">14090 4933 0,'27'0'31,"25"0"-31,27 0 16,-1 0-16,27 0 16,-26 0-16,0 0 15,0 0-15,-27 0 16,-26 0-16,1 0 0</inkml:trace>
  <inkml:trace contextRef="#ctx0" brushRef="#br0" timeOffset="1171.01">14090 5353 0,'-26'0'15,"26"26"-15,53-26 31,-1 0-31,53 0 16,0 0-16,0-26 0,-26-1 16,-1 1-16</inkml:trace>
  <inkml:trace contextRef="#ctx0" brushRef="#br0" timeOffset="1438.17">15245 4644 0,'-26'-26'16,"-1"0"-16,1 26 15,26 78 17,0 1-17,0 0-15,0 0 16,0-1-16,0 1 15,26-26-15,-26-1 16,27-26-16,-27 27 16,0-27-1,0 0-15</inkml:trace>
  <inkml:trace contextRef="#ctx0" brushRef="#br0" timeOffset="1893.17">15245 4644 0,'0'-52'0,"52"25"16,27 27-16,26-26 16,0 26-16,0 0 15,-26 0-15,-1 0 16,-25 26-1,-53 27-15,0-1 0,0 1 16,-53-1-16,1 1 0,-53-1 16,0 1-16,0-27 15,0 27-15,26-53 16,27 26-16,-1-26 16,53 26-16,27-26 62,51 26-46,-25 1-16,26-27 15,-1 26-15,1 26 0,-27-26 32,27 1-32,-53-1 0,27 0 0,-1 0 15,-25 1-15,-1-1 16,26 0-16,1-26 15,-1 26-15,27 1 16</inkml:trace>
  <inkml:trace contextRef="#ctx0" brushRef="#br0" timeOffset="2208.55">16531 4618 0,'-27'0'16,"27"-26"-16,0 78 62,27 1-46,-1 25-16,0 1 15,0 0-15,1 26 0,-27-26 16,26-1-16,-26 1 16,0-27-16,0 1 15,0-1-15,0-25 16,26-27-16,-26 26 16</inkml:trace>
  <inkml:trace contextRef="#ctx0" brushRef="#br0" timeOffset="2404.98">16636 4670 0,'0'-26'16,"26"26"-1,52-26-15,27 26 16,0 0-16,-26 0 15,-26 0-15,-1 0 16,-52 52-16,0-25 16,0 25-16</inkml:trace>
  <inkml:trace contextRef="#ctx0" brushRef="#br0" timeOffset="2570.61">16452 5221 0,'52'0'31,"53"0"-31,0 0 16,26 0-16,27 0 15,-27 0-15,0-26 16,-52 26-16,-27 0 16,-25-26-16</inkml:trace>
  <inkml:trace contextRef="#ctx0" brushRef="#br0" timeOffset="2852.93">17738 4749 0,'0'-26'31,"0"52"1,0 27-32,26 25 0,-26 1 15,0 26-15,0-26 16,0-1-16,0 1 16,0-26-16,0-1 15,0 1-15,0-27 16</inkml:trace>
  <inkml:trace contextRef="#ctx0" brushRef="#br0" timeOffset="3073.12">17764 4749 0,'-26'0'0,"26"-26"16,0 0-1,52 26-15,27-27 16,0 27 0,-1 0-16,27 0 0,-52 0 15,25 0-15,-51 0 16,-1 27-16,-26-1 16,0 26-16</inkml:trace>
  <inkml:trace contextRef="#ctx0" brushRef="#br0" timeOffset="3262.51">17790 5143 0,'-26'0'0,"26"26"15,26-26 1,0 0-16,27 26 16,26-26-16,-1 0 15,1 0-15,0 0 16,-1-26-16,1 26 0,-26 0 15,-27-26 1</inkml:trace>
  <inkml:trace contextRef="#ctx0" brushRef="#br0" timeOffset="3451.18">17711 5563 0,'-26'0'15,"26"26"-15,26-26 16,79 26 0,0-26-16,0 0 0,26 0 15,-26 0-15,0 0 16,-26-26-16,-53 26 16,27-26-16</inkml:trace>
  <inkml:trace contextRef="#ctx0" brushRef="#br0" timeOffset="3812.52">19784 4802 0,'-52'-27'16,"26"1"-16,-1 0 15,1 26-15,0-26 16,-27 26-16,1 0 16,-27 0-16,0 0 15,-25 52-15,25 1 16,0 25-16,27 1 16,25 0-16,27 0 15,0-1 1,53 1-16,26-27 0,26 1 0,26-1 15,0-25-15,0-27 16,0 0-16,-26 0 16,-26 0-16,0 0 15,-27-27-15,1 1 16,-27 0 0</inkml:trace>
  <inkml:trace contextRef="#ctx0" brushRef="#br0" timeOffset="4208.66">21227 4697 0,'-26'0'15,"26"-27"-15,0 80 63,0 26-63,0-1 16,0 1-16,0 26 15,0-26-15,0-1 16,0 1-1,0-26-15,0-1 0,0-26 16,0 1-16,0-1 16,0 0-1,0-52 17</inkml:trace>
  <inkml:trace contextRef="#ctx0" brushRef="#br0" timeOffset="4491.09">20545 4749 0,'26'0'15,"79"-26"-15,27 26 16,25 0-16,53 0 16,-26-26-16,26 26 15,0-27-15,-27 27 16,-52-26-16,1 26 16,-80-26-16,-26 26 15,-78 0 16,-1 0-15</inkml:trace>
  <inkml:trace contextRef="#ctx0" brushRef="#br0" timeOffset="6434.96">9262 5379 0,'-79'0'0,"27"0"15,104 0 1,53 0 0,79 0-16,26 0 15,52 0-15,-25 0 16,25 0-16,-52 0 15,0 0-15,-79 0 16,-52-26-16,-53 26 16,0 0-16,-26-27 31</inkml:trace>
  <inkml:trace contextRef="#ctx0" brushRef="#br0" timeOffset="6718.41">10863 5064 0,'-26'0'15,"26"-26"1,0 78 15,26-25-31,26 51 0,-25-52 16,25 27-16,0-27 15,1 0-15,-1 1 16,-25-27-16,-27 26 16,26-26-16,-52 26 31,-79 53-15,-53 0-16,27-1 15,-53 1-15</inkml:trace>
  <inkml:trace contextRef="#ctx0" brushRef="#br0" timeOffset="10875.69">13565 6901 0,'0'-26'16,"0"-1"-16,0 1 15,-26 0-15,0 0 16,-26 26-16,-1 0 16,-52 0-16,0 0 15,-26 26-15,0 0 16,26 27-16,26 25 15,0-25-15,53 26 16,26-1-16,0 1 16,79 0-16,26-27 15,0 1-15,26-27 16,-26 0-16,0 0 16,-26-26-1,-27 0-15,-26 0 0,1 0 0,25 0 16,-26 0-16,27 0 15,-1 0-15,1-26 16</inkml:trace>
  <inkml:trace contextRef="#ctx0" brushRef="#br0" timeOffset="11283.75">14274 6822 0,'-26'0'0,"26"-26"16,0 52 46,0 27-62,26-1 0,0 27 16,-26 0-1,26-1-15,-26 1 0,27 0 16,-1-27-16,-26-26 16,0 1-16,0-1 15,0 0-15</inkml:trace>
  <inkml:trace contextRef="#ctx0" brushRef="#br0" timeOffset="11551.6">14117 6953 0,'-27'-26'16,"80"26"31,25 0-47,1 0 15,26-26-15,-26 26 16,-27 0-16,1 0 0,-1 0 15,-25 0 1,-1 0-16,-26 26 31,0 0-15</inkml:trace>
  <inkml:trace contextRef="#ctx0" brushRef="#br0" timeOffset="11771.66">14274 7242 0,'52'26'31,"27"-26"-31,-26 0 16,25 0-16,1 0 15,-26 0-15,25 0 16,-25 0-16,-27 0 15,0 0-15,-52 0 32</inkml:trace>
  <inkml:trace contextRef="#ctx0" brushRef="#br0" timeOffset="11928.82">14326 7557 0,'79'0'16,"0"0"0,26 0-16,0 0 15,-26 0-15,25 0 16,-51 0-16,-1 0 16</inkml:trace>
  <inkml:trace contextRef="#ctx0" brushRef="#br0" timeOffset="12352.27">15560 6822 0,'0'-26'0,"-27"0"16,27-1 0,0 54 31,0 25-32,0 1-15,0 25 16,0 27-16,0-26 15,0 26-15,0-26 16,0-27-16,0 27 16,0-27-16,27-25 15,-27-1-15,0 0 16,26 0-16,0-26 31,0-26-15,-26-26-16</inkml:trace>
  <inkml:trace contextRef="#ctx0" brushRef="#br0" timeOffset="12624.29">15586 6901 0,'-26'0'0,"26"-26"15,52 26 17,53 0-32,0 0 0,0 0 15,-26 0-15,0 0 16,-1 0-16,-52 0 16,1 0-16,-54 26 46</inkml:trace>
  <inkml:trace contextRef="#ctx0" brushRef="#br0" timeOffset="12839.86">15533 7216 0,'0'26'15,"27"0"16,25-26-31,27 0 0,0 26 16,-1-26-16,1 0 16,0 0-16,-27 0 15,27 0-15,-53 0 16,0 0-16</inkml:trace>
  <inkml:trace contextRef="#ctx0" brushRef="#br0" timeOffset="13028.41">15429 7609 0,'0'27'16,"0"-1"0,26 0-16,52-26 15,54 26-15,-27-26 16,26 0-16,0 0 0,-26 0 15,-26 0-15,-27-26 16</inkml:trace>
  <inkml:trace contextRef="#ctx0" brushRef="#br0" timeOffset="13453.83">16924 6822 0,'0'53'78,"0"-1"-78,0 27 0,0 0 16,0-1-1,26 1-15,-26 0 0,27-1 16,-27-25-16,0-1 15,0 1-15,0-1 16,0-25-16,0-1 16,26-52 31,0-27-47</inkml:trace>
  <inkml:trace contextRef="#ctx0" brushRef="#br0" timeOffset="13725.61">16950 6927 0,'0'-26'15,"27"26"1,51 0-16,27-26 15,0 26-15,-26 0 16,26 0-16,-53 0 0,1 0 16,-27 0-16,-52 26 47,0 0-32,-27 0-15</inkml:trace>
  <inkml:trace contextRef="#ctx0" brushRef="#br0" timeOffset="14053.07">17003 7268 0,'0'26'31,"52"-26"-15,53 27-16,-26-27 0,26 0 0,0 0 15,-26 0-15,-1 0 16,-25 0-16,-27 0 16,0 0-1</inkml:trace>
  <inkml:trace contextRef="#ctx0" brushRef="#br0" timeOffset="15247.57">18236 6743 0,'-26'-26'0,"0"26"16,-1-26-16,27 0 62,0 78-30,0 1-17,0 25-15,0 1 16,0 26-16,0-26 15,0 26-15,0-53 16,0 27-16,0-27 16,0 1-16,0-27 15,0 0-15,0 1 16,0-1 15,-52-26 0</inkml:trace>
  <inkml:trace contextRef="#ctx0" brushRef="#br0" timeOffset="15577.76">17974 6927 0,'-26'-26'16,"26"0"-16,0-1 16,0 1-16,52 0 15,27 26-15,26-26 16,-27 26 0,1 0-16,26 0 0,-52 0 15,25 0-15,-51 26 16,25 0-16,-52 0 15,0 1-15,0 25 16,-26 1-16,-53-27 16,0 26-16,1-25 15,25-1-15,1-26 16,25 26-16,1-26 0</inkml:trace>
  <inkml:trace contextRef="#ctx0" brushRef="#br0" timeOffset="15970.14">19469 6770 0,'0'-27'15,"0"54"48,0 25-63,0 1 16,0 25-16,0 1 15,0 0-15,0-27 16,0 27-16,0 0 15,-26-27-15,26-26 16,0 27-16,-26-27 0,0-26 78</inkml:trace>
  <inkml:trace contextRef="#ctx0" brushRef="#br0" timeOffset="16472.47">19417 6848 0,'0'-26'16,"0"0"-1,52 26-15,1 0 32,52 0-32,-26 0 0,-1 0 0,27 26 15,-26 0-15,-27 1 16,1-1-16,-1 0 16,-52 27-16,0-1 15,-26 1-15,-53-1 0,1-26 16,-27 0-1,0 1-15,0-1 0,52-26 16,1 0-16,26 0 16,-1 0-16,27 26 62,27-26-46,25 26-16,27 1 15,0-1-15,26 26 16,0-25-16,-1 25 0,1 1 16,0-27-16,-52 0 15,26 0-15,-53 1 16,26-1 0,1-26-16,-1 26 0,-26-26 15</inkml:trace>
  <inkml:trace contextRef="#ctx0" brushRef="#br0" timeOffset="16897.09">21490 6691 0,'0'-26'16,"0"-1"-1,-26 27 32,26 27-47,0 51 16,-27 1-16,27 0 15,0 0-15,0-1 16,0-25-16,0 25 16,0-25-16,0-1 15,0 1-15,0-27 16,0 0-16,0 1 15,-26-27 17,-26 0-32</inkml:trace>
  <inkml:trace contextRef="#ctx0" brushRef="#br0" timeOffset="17166.03">20965 6770 0,'0'-27'0,"26"1"32,27 26-32,52-26 15,0 26-15,26 0 16,26 0-16,1 0 15,-1 0-15,-26 0 16,-26 0-16,-52 0 16,-27 0-16,-78 0 15</inkml:trace>
  <inkml:trace contextRef="#ctx0" brushRef="#br0" timeOffset="22693.39">13014 9262 0,'0'-26'0,"27"26"0,-27-26 15,0 0 1,-27 26 15,-51 0-15,-27 0-16,-26 26 16,-1 26-16,27 1 15,27-1-15,25 27 16,27-26-16,26-1 15,0 27-15,52-27 0,27-26 16,26 27-16,0-1 16,26-25-16,-26-27 15,0 26-15,-26-26 16,-27 0-16,1 0 16,-27 0-16,0 0 250</inkml:trace>
  <inkml:trace contextRef="#ctx0" brushRef="#br0" timeOffset="23129.05">13854 9918 0,'-26'0'0,"0"0"15,78 0 32,27 0-47,0 27 16,26-27-16,-1 0 15,1 0-15,-26 0 0,-26 0 16,-27-27-16,0 27 16,0 0 77,1 0-93</inkml:trace>
  <inkml:trace contextRef="#ctx0" brushRef="#br0" timeOffset="23518.8">15166 9918 0,'-52'0'0,"78"27"31,53-27-16,-1 26-15,54-26 16,-28 0-16,28 0 16,-54 0-16,27 0 15,-52 0-15,-27 0 16,0 0 46,1 0-62,-1 0 16</inkml:trace>
  <inkml:trace contextRef="#ctx0" brushRef="#br0" timeOffset="23912.34">16478 9971 0,'-26'0'0,"0"0"15,52 0 17,0 26-17,27-26-15,-1 0 16,27 0-16,-1 0 16,1 0-16,0 0 15,-27 0-15,-25 0 0,-1 0 47,26 0-31</inkml:trace>
  <inkml:trace contextRef="#ctx0" brushRef="#br0" timeOffset="24304.93">17711 9918 0,'-26'0'0,"0"0"16,52 0-1,27 0-15,25 0 16,1 0 0,0 0-16,26 0 0,-27 0 15,1 0-15,0 0 16,-53 0-16</inkml:trace>
  <inkml:trace contextRef="#ctx0" brushRef="#br0" timeOffset="24777.98">19286 9840 0,'-26'0'16,"-1"0"-16,1 0 15,52 0 32,27 0-47,-1 26 16,27-26-16,26 0 0,0 0 15,-26 0-15,26-26 16,-53 26-16,1 0 16,-27 0-1</inkml:trace>
  <inkml:trace contextRef="#ctx0" brushRef="#br0" timeOffset="25092.29">20545 9787 0,'26'0'47,"1"0"-47,25 0 16,27 0-16,0 0 15,-1 0-15,-25 0 16,-1-26-16,1 26 16,-27 0-16,-26-26 15,26 26-15</inkml:trace>
  <inkml:trace contextRef="#ctx0" brushRef="#br0" timeOffset="25423.35">21542 9315 0,'53'-26'32,"-1"26"-32,27-27 15,-26 27-15,25 0 16,-25 0-1,-27 0-15,26-26 0,-25 26 16</inkml:trace>
  <inkml:trace contextRef="#ctx0" brushRef="#br0" timeOffset="25612.58">21464 9551 0,'78'0'31,"1"0"-31,52-26 16,0 26-16,-26-26 0,0-1 15,-26 27-15,-53-26 16,1 26-16</inkml:trace>
  <inkml:trace contextRef="#ctx0" brushRef="#br0" timeOffset="26115.57">21883 9131 0,'27'0'47,"-1"0"-32,26 26-15,1 1 16,-1-1-16,27 0 15,-53 0-15,27 1 16,-1-1-16,-25-26 31,-27 26 63,0 27-78,-27-1-16,-25 1 15,-1-1-15,27 1 16,0-1-16,-27 0 0,53 1 16,-26-27-1,0 27-15,26-27 0,0 0 16,-26 0-1,-1-26-15</inkml:trace>
  <inkml:trace contextRef="#ctx0" brushRef="#br0" timeOffset="72011.28">23563 8370 0,'-26'-26'15,"-1"26"-15,1-26 16,0 26-16,0 0 16,-27 0-1,-26 52 1,1 1-16,-27-1 16,52 1-16,-25 25 0,25-25 15,27 26 1,0-1-16,26 1 0,0-26 15,78-1 1,-25-26-16,25 0 0,1 1 16,0-27-16,-27 0 15,27 0-15,-53-27 16,1 1-16,25 0 16,-52-26-16,0 25 15,0 1-15,0 0 16,-26 0-1,0 26-15,-1 0 16,27 52 62,-26-26-78,26 27 16,0-27-16,0 0 15,0 0-15,-26 1 16</inkml:trace>
  <inkml:trace contextRef="#ctx0" brushRef="#br0" timeOffset="72358.22">23983 8396 0,'0'-26'16,"0"0"0,0 0-16,-27 78 62,1-26-46,0 27-16,0-1 15,26 1-15,-27-1 16,27 1-16,0-1 16,0-25-16,0 25 15,0-26-15,0 1 16,0-1-16</inkml:trace>
  <inkml:trace contextRef="#ctx0" brushRef="#br0" timeOffset="72781.6">23694 9184 0,'-26'0'16,"26"26"-16,0 0 15,26-26 17,0 0-32,0 0 31,1 0-31,-27-26 16,0 0-16,0-1 15,-27 27 1,1 0-1,0 0 17,26 27-17,-26-27 79,0 26-78</inkml:trace>
  <inkml:trace contextRef="#ctx0" brushRef="#br0" timeOffset="73363.35">22881 9499 0,'-53'0'15,"27"0"-15,0 0 0,-1 0 16,80 0 0,78 26-1,0 0-15,27-26 16,25 26-16,1-26 15,0 0 1,26 0-16,-27 27 0,-25-27 16,-1 0-16,-52 0 15,-52 0-15,-1 26 16,-26-26 0,-78 0-1,-1 26 1,-52-26-1</inkml:trace>
  <inkml:trace contextRef="#ctx0" brushRef="#br0" timeOffset="75690.56">15035 7872 0,'-26'0'0,"-1"0"0,1 0 31,0 0-31,0 26 16,52-26 78,0 0-79,0 0-15,1 0 0,-1 0 16,26 0 0,-25 0-16,-1 0 15,0 0-15,0 0 16</inkml:trace>
  <inkml:trace contextRef="#ctx0" brushRef="#br0" timeOffset="76035.91">15770 7977 0,'-27'0'15,"54"0"16,25 0-15,27 0-16,0 0 16,-1 0-16,1 0 15,0 0-15</inkml:trace>
  <inkml:trace contextRef="#ctx0" brushRef="#br0" timeOffset="78011.83">22881 10233 0,'-27'0'0,"1"0"16,0 0-16,26-26 15,26 26 1,27-26-16,-1 0 16,1-1-16,-1 27 15,0 0-15,27 0 16,-53 0-16,27 0 16,-27 0-16,-26 27 15,0-1 1,0 0-16,-52 27 15,-27-1-15,26-26 0,-25 0 16,25 27-16,1-27 16,26-26-16,-1 26 15,1-26-15,26 27 16,26-1 0,27 0-1,26-26-15,-1 0 16,27 0-16,0 0 15,-26 0-15,-27 0 16,1-26-16</inkml:trace>
  <inkml:trace contextRef="#ctx0" brushRef="#br0" timeOffset="78309.71">23930 10050 0,'0'-27'15,"-26"27"-15,0 27 63,26 25-63,-27 1 15,27-1-15,0 1 16,0-27 0,0 26-16,0-26 0,0 27 15,0-27-15,0 0 16</inkml:trace>
  <inkml:trace contextRef="#ctx0" brushRef="#br0" timeOffset="78845.6">23720 10784 0,'53'0'31,"-27"0"-15,26 0-16,-25 0 16,-27-26-16,26 26 0,-26-26 15,0 0 17,-26 26-32,-1 0 15,1 0-15,0-27 0,0 27 16,-1 0-16,1 0 15,0 0 1,26 27-16,0-1 16,0 0-1,26-26 1,0 0 15,-26-26 32,-26 26-32</inkml:trace>
  <inkml:trace contextRef="#ctx0" brushRef="#br0" timeOffset="84949.02">22881 6586 0,'26'0'15,"0"-26"1,27 26-16,-27-27 16,26 27-16,-26 0 31,-26 27-15,0-1-16,0 0 15,0 27-15,0-27 16,-26 0-16,0 0 15,-26 27-15,-1-27 16,27 0-16,0 1 16,26-1-1,0 0-15,0 0 16,0 1-16,26-1 0,0 0 16,0 27-16,1-27 15,-1 0-15,-26 0 16,-26 0 15,-53-26-15,-26 0-16,26 0 15,-26 0-15,26 0 16,27 0-16,26 0 16</inkml:trace>
  <inkml:trace contextRef="#ctx0" brushRef="#br0" timeOffset="85404.58">23615 6796 0,'0'-26'0,"0"-1"31,-26 54 32,-26 25-63,-1 1 15,1-1 1,25 1-16,27-1 0,0 1 16,0-27-16,0 26 15,27-26-15,25 27 16,1-53-16,-1 26 15,27-26-15,-27 0 16,1 0-16,-27 0 16,0-26-16,0 0 0,-26-1 15,0 1-15,-26 26 16,0-26-16,-27 26 16,1 0-16,-27 0 15,27 0-15,26 0 16,-27 0-16,27 0 31,26 26-31,0 0 16,0 1-16</inkml:trace>
  <inkml:trace contextRef="#ctx0" brushRef="#br0" timeOffset="85829.27">24140 6848 0,'-26'-26'16,"26"79"46,0-1-46,0 1-16,0-1 0,0 1 16,0-1-16,0 0 15,26-25 1,0-1-16,27 0 16,-27-26-16,0 0 0,27 0 15,-27 0-15,0 0 16,0-26-16,27 0 15,-53-27-15,26 27 16,-26-26-16,0-1 16,0 27-16,0 0 15,-26-1-15,0 27 0,-1-26 16,1 26-16,-52 0 16,-1 0-16,0 0 15</inkml:trace>
  <inkml:trace contextRef="#ctx0" brushRef="#br0" timeOffset="86395.82">24507 6455 0,'0'-53'0,"-52"1"15,-1-1-15,27 1 16,-26-1-16,-27 27 16,-26 0-1,0 0-15,-52 26 0,-27 0 0,-26 0 16,-26 52-16,26 1 15,-26 25-15,78 1 32,27 0-32,26 26 0,27-27 0,51 54 15,1-1 1,26 26 0,0-26-16,26 1 15,53-1-15,26-26 16,26 0-16,53-27 15,0 1-15,-1-26 16,1-27-16,26 0 16,0-26-16,26-26 0,-26 0 15,0-27-15,-27-52 16,-25 0-16,-1-26 16,-52-26-16,0-27 15,-52 0-15,-27 1 16,-26 51-16,-53 27 15,-52 27-15,-52 25 16,-27 27-16,-26 26 16,1 0-16</inkml:trace>
  <inkml:trace contextRef="#ctx0" brushRef="#br0" timeOffset="108346.42">13041 11493 0,'0'-26'15,"0"-1"-15,0 1 16,0 0 15,-27 26-31,-25-26 16,-27 26-16,27 0 0,-27 0 15,0 0-15,1 0 16,25 26-16,1 0 16,25 0-1,27 27-15,0-1 0,0 27 16,0-27-16,79 1 16,0-1-16,26 1 15,0-27-15,0 0 16,-27-26-16,-25 27 15,-1-27-15,-25 0 79</inkml:trace>
  <inkml:trace contextRef="#ctx0" brushRef="#br0" timeOffset="108723.12">13802 11467 0,'0'-27'0,"0"1"31,0 0-31,0 78 79,0 27-64,-27 0 1,27-27-16,-26 27 15,26-27-15,0 27 0,0-53 16,0 27 0,0-1-16,0-25 0,0-1 15,0 0 1,0-52 31</inkml:trace>
  <inkml:trace contextRef="#ctx0" brushRef="#br0" timeOffset="109005.84">13697 11493 0,'0'-26'15,"26"26"1,26 0 0,1-27-16,26 27 15,-27 0-15,-26 0 16,27 0-16,-27 0 16,0 0-1,1 0 1,-1 27-1,-26-1-15,0 0 16</inkml:trace>
  <inkml:trace contextRef="#ctx0" brushRef="#br0" timeOffset="109257.26">13670 11755 0,'0'26'15,"53"-26"1,-1 0-16,27 27 16,-26-27-16,25 0 15,-51 0-15,-1 0 16,0 0 0</inkml:trace>
  <inkml:trace contextRef="#ctx0" brushRef="#br0" timeOffset="109478.03">13513 12123 0,'0'26'16,"0"0"-1,52-26-15,27 26 16,26 0-16,0-26 16,-26 0-16,0 0 15,-53 0-15,0 0 16</inkml:trace>
  <inkml:trace contextRef="#ctx0" brushRef="#br0" timeOffset="112196.47">15455 12385 0,'-53'-26'16,"27"26"-16,0 0 15,0 0-15,52 0 63,53 0-63,25 0 16,28 0-16,-27 0 15,-27 0-15,-51 0 16,-1 0-16,0 0 0,0 0 94,1 0-94</inkml:trace>
  <inkml:trace contextRef="#ctx0" brushRef="#br0" timeOffset="112653.92">16583 12306 0,'-26'-26'16,"0"26"-16,52 0 78,26 0-62,27 0-16,-27 0 15,27 0-15,-53 0 0,27 0 16,-27 0-16,0 0 47,1 0-32,-1 0 1,26 0-16,-25 0 16</inkml:trace>
  <inkml:trace contextRef="#ctx0" brushRef="#br0" timeOffset="113109.66">17606 12280 0,'-26'0'0,"79"0"47,25 26-32,1-26-15,26 0 16,0 26-16,0-26 15,0 0-15,-53 0 16,-25 0-16,-1 0 16</inkml:trace>
  <inkml:trace contextRef="#ctx0" brushRef="#br0" timeOffset="113583.5">19128 12359 0,'53'0'93,"26"0"-77,-1 0-16,1 26 16,26-26-16,-26 0 15,-1 0-15,1 0 16,-26 0-16,-27 0 15</inkml:trace>
  <inkml:trace contextRef="#ctx0" brushRef="#br0" timeOffset="114102.03">20152 12464 0,'26'0'62,"26"0"-46,27 0-16,0 0 15,26 0-15,0 0 0,-27 0 16,1 0-16,-53 0 16,1 0-16,-80 0 62</inkml:trace>
  <inkml:trace contextRef="#ctx0" brushRef="#br0" timeOffset="114589.75">21227 12201 0,'27'0'15,"51"0"1,27 0-16,0 0 16,0 0-16,-26 0 15,0 0-15,-27 0 16,1 0-16,-27 0 16</inkml:trace>
  <inkml:trace contextRef="#ctx0" brushRef="#br0" timeOffset="114762.52">21227 12411 0,'79'0'31,"26"0"-31,26 0 16,1 0-16,-54 0 15,27-26-15,-52 0 16</inkml:trace>
  <inkml:trace contextRef="#ctx0" brushRef="#br0" timeOffset="115204.47">21805 11991 0,'-26'0'15,"26"27"17,26-1-17,-26 26-15,52-25 0,-26 25 16,1-26 0,25 0-16,-26 1 0,1-27 15,-1 0-15,0 0 16,0 0-16,1 0 15,-1 0-15,0 0 16,-26 26 62,-52 0-62,-27 27-16,26-1 15,-25 1-15,25-27 0,1 26 16,26-25-16,-1 25 16,27-26-16,-26-26 15,26 27-15,0-1 16,0 0 0,26-26-16</inkml:trace>
  <inkml:trace contextRef="#ctx0" brushRef="#br0" timeOffset="115660.54">22854 12096 0,'-26'27'63,"0"-1"-63,-27 0 0,53 26 15,-26-25-15,26-1 16,0 0-16,0 0 16,26 1-16,27-27 15,-1 26-15,1-26 16,-1 26-16,-25-26 15,-1 0-15,0 26 16,0-26-16,-26 27 16,0-1-1,0 0-15,0 0 16,0 1-16,-26-27 16,-26 26 15,-1-26-31,1 0 15,-27 0-15,26 0 16,1 0-16,-1 0 16,1 0-16,26 0 15,-1-26-15,27-1 16</inkml:trace>
  <inkml:trace contextRef="#ctx0" brushRef="#br0" timeOffset="116258.04">22749 12096 0,'27'0'31,"25"0"-16,1 0-15,25 0 16,-25 0-16,25 27 16,-25-27-16,-1 0 15,1 0-15,-27 0 0,0 0 16,-52 0 296,0 0-296</inkml:trace>
  <inkml:trace contextRef="#ctx0" brushRef="#br0" timeOffset="116666.68">23694 12018 0,'0'-27'15,"0"54"63,0 25-78,-26 1 16,0-1-16,-1-26 16,27 0-16,-26 27 15,26-27-15,0 0 16,0 1-1,0-1-15,0 0 16,26-26 0,-26 26-1</inkml:trace>
  <inkml:trace contextRef="#ctx0" brushRef="#br0" timeOffset="117091.86">23432 12516 0,'0'26'31,"0"1"-15,0-1-1,26-26-15,0 26 0,0-26 32,-26 26-32,27-26 0,-1 0 31,-26-26-15,0 0-1,0 0 1,-26 26 15,-1 0-31,1 0 0,0 0 16</inkml:trace>
  <inkml:trace contextRef="#ctx0" brushRef="#br0" timeOffset="117421.89">23904 12332 0,'26'0'31,"0"0"-31,27 0 16,-1 0-1,1 0-15,-27 0 0,27 0 16,-1 0-16,-26 0 16</inkml:trace>
  <inkml:trace contextRef="#ctx0" brushRef="#br0" timeOffset="117589.41">23773 12490 0,'52'0'0,"27"26"15,0-26-15,26 0 16,0 0-16,-27 0 16,1-26-16</inkml:trace>
  <inkml:trace contextRef="#ctx0" brushRef="#br0" timeOffset="117908.22">24612 11991 0,'0'27'78,"0"-1"-78,0 26 0,0 1 16,0-1-16,0 1 15,0-1-15,0-26 0,0 1 16,-26-1-1,0 0-15,0 0 0,-1 1 16</inkml:trace>
  <inkml:trace contextRef="#ctx0" brushRef="#br0" timeOffset="118302.74">24875 12123 0,'26'0'15,"-26"-27"-15,26 27 0,1-26 0,-1 26 16,0 0 0,0 0-16,0 0 15,1 0 1,-1 26-16,-26 1 0,0-1 15,0 0-15,0 26 32,-26-25-32,-27-1 0,1 0 15,-1 0-15,1 1 0,-1-1 16,1-26-16,26 26 16,-1-26-1,54 26 32,51-26-47,-25 0 16,26 0-16,-27 0 15,0 0-15,1-26 16</inkml:trace>
  <inkml:trace contextRef="#ctx0" brushRef="#br0" timeOffset="118712.77">25321 12123 0,'-26'0'62,"-1"26"-62,1 0 0,0 26 16,0-25-16,-1 25 15,1-26-15,0 1 16,26 25-16,0-26 16,0 1-1,26-27 1,0 0-16,27 0 15,-1 0 1,-25-27-16,25 1 0,1 0 16,-27-27-16,0 1 15,-26 26-15,0-1 16,0 1-16,-26 0 16,-53 26-16,-26 0 15,0 0-15</inkml:trace>
  <inkml:trace contextRef="#ctx0" brushRef="#br0" timeOffset="136835.95">12700 13566 0,'0'-27'15,"0"1"1,0 0 0,-27 0-16,1 26 15,0 0-15,-27 0 16,-25 0-16,-1 0 15,-26 0-15,26 26 16,1 0 0,-1 27-16,26-1 0,1 1 15,-1-1-15,53 27 16,0-27-16,27 1 16,78 26-16,0-27 15,52 27-15,-26-27 0,0-26 16,-26 1-1,-52-1-15,-27-26 0,0 0 47,1 0-47,-1 0 16,0-26-16,27-1 16</inkml:trace>
  <inkml:trace contextRef="#ctx0" brushRef="#br0" timeOffset="137160">13277 13644 0,'-26'0'0,"26"-26"15,0 79 48,0-1-48,0 53 1,0-26-16,0 0 0,0-1 0,0-25 16,0-1-16,0 1 15,0-27-15,0 0 16,0 0-16,0 1 15</inkml:trace>
  <inkml:trace contextRef="#ctx0" brushRef="#br0" timeOffset="137437.37">13277 13749 0,'-26'-26'15,"26"0"17,26 26 14,0 0-30,0 0-16,53 0 0,-26 0 16,25 0-16,1 0 15,-27 0-15,-25 0 16,25 0-16</inkml:trace>
  <inkml:trace contextRef="#ctx0" brushRef="#br0" timeOffset="137661.93">13119 14038 0,'27'26'16,"25"-26"-16,27 26 15,26-26-15,-26 0 16,25 0-16,-51 0 15,-1 0-15,-25 0 16,-1 0-16</inkml:trace>
  <inkml:trace contextRef="#ctx0" brushRef="#br0" timeOffset="137850.82">13198 14379 0,'-26'26'16,"26"1"0,0-1-1,52 0-15,1-26 16,26 0-16,-1 0 16,27 0-16,-26 0 15,26 0-15,-26 0 16,-1 0-16</inkml:trace>
  <inkml:trace contextRef="#ctx0" brushRef="#br0" timeOffset="138274.45">14431 13776 0,'0'-27'0,"0"54"63,0 25-48,0 27-15,0 0 16,0-1-16,27 1 16,-27-27-16,26 1 15,-26-1-15,26 1 16,-26-27-16,0 0 16,26 1-1,-26-54 16,0-25-15</inkml:trace>
  <inkml:trace contextRef="#ctx0" brushRef="#br0" timeOffset="138494.09">14615 13933 0,'0'-26'46,"26"26"-30,1 0 0,25-26-16,1 26 0,25-27 15,-25 27-15,25-26 16,-51 26-16,-1 0 16,-26 26 15,0 1-16,0-1-15,0 0 16</inkml:trace>
  <inkml:trace contextRef="#ctx0" brushRef="#br0" timeOffset="138740.41">14773 14117 0,'26'0'31,"0"26"-16,26-26-15,-25 26 16,25-26-16,1 0 16,-27 0-16,26 0 15,-25 0-15,-1 0 16,0 0-16,0 0 16,1 0-16,-1 0 15</inkml:trace>
  <inkml:trace contextRef="#ctx0" brushRef="#br0" timeOffset="138949.94">14720 14458 0,'0'26'16,"0"0"15,26-26-31,27 0 15,-1 27-15,1-27 16,-1 0-16,-26 0 0,1 0 16,-1 0 15,26 0-15</inkml:trace>
  <inkml:trace contextRef="#ctx0" brushRef="#br0" timeOffset="139546.24">15796 14510 0,'-26'0'0,"78"0"16,27 0-1,26 27-15,26-27 16,0 0-16,0 0 16,-26 0-16,0 0 15,-52 0-15,-1 0 16</inkml:trace>
  <inkml:trace contextRef="#ctx0" brushRef="#br0" timeOffset="140301.29">17055 14589 0,'27'0'46,"25"0"-46,27 0 16,0 0-16,-27 0 31,27 0-31,-27 26 16,1-26-16,-27 0 16,0 0-16,0 0 15,1 0 63</inkml:trace>
  <inkml:trace contextRef="#ctx0" brushRef="#br0" timeOffset="140774">18289 14563 0,'0'26'47,"52"-26"-31,1 0-1,-1 0-15,27 26 16,-27-26-16,1 0 15,-1 0-15,1 0 16,-27 0-16,0 0 16,-26 27 62,0-1-31</inkml:trace>
  <inkml:trace contextRef="#ctx0" brushRef="#br0" timeOffset="141325.53">19443 14642 0,'-26'0'15,"52"0"48,53 0-48,0 0-15,26 0 16,52 0-16,-26 0 16,-26 0-16,-26 0 15,0 26-15,-53-26 0,-52 0 157</inkml:trace>
  <inkml:trace contextRef="#ctx0" brushRef="#br0" timeOffset="142582.59">21123 14117 0,'-27'0'0,"1"0"16,52 0 15,27 0-15,-1 0-16,1 0 0,25 0 15,1 0-15,26 0 16,-52 0-16,25 0 16,-25 0-16,-27 0 15,-26 26 17,0 0-17</inkml:trace>
  <inkml:trace contextRef="#ctx0" brushRef="#br0" timeOffset="142755.75">20939 14379 0,'52'0'31,"27"0"-31,26 0 16,26 0-16,0-26 15,1 26-15,-27-26 16,-27-27-16</inkml:trace>
  <inkml:trace contextRef="#ctx0" brushRef="#br0" timeOffset="143148.91">21752 13907 0,'-26'-26'0,"0"26"16,26 26 0,0 26-1,52 1-15,1-1 16,25-26-16,-25 27 16,26-27-16,-27 0 15,-26-26-15,1 0 0,-1 0 16,-26 27 46,-26-27-46,-1 0-16,1 26 16,-53 26-16,1-25 15,25 25-15,1-26 16,26 1-16,-1 25 15,1-26-15,26 1 0,0-1 16,0 0 0</inkml:trace>
  <inkml:trace contextRef="#ctx0" brushRef="#br0" timeOffset="143682.88">22487 13933 0,'-26'0'15,"26"26"32,-26 27-31,-1 25-16,1-25 15,26 26-15,0-27 16,0-26-16,53 27 16,-27-27-16,0 0 15,26-26-15,-25 0 16,-1 0-16,0 0 16,0-26-16,1-26 0,-1 25 15,-26-25-15,0-1 16,0 1-16,0 26 15,0-1-15,0 1 16,0 52 47,0 1-48,-26 51-15,26-25 16,0-1-16,0 1 15,0-1-15,0-25 0,0-1 16,0 0-16,0 0 16,0 1-16,0-1 15,26-26 1,0 0-16</inkml:trace>
  <inkml:trace contextRef="#ctx0" brushRef="#br0" timeOffset="143934.54">23038 13959 0,'0'-26'0,"0"52"47,0 27-31,0 25-1,0-25-15,0-1 0,0-25 16,0 25-16,26-26 16,-26 1-16,0-1 15,0 0-15,0 0 0</inkml:trace>
  <inkml:trace contextRef="#ctx0" brushRef="#br0" timeOffset="144138.76">22907 14589 0,'-26'0'94,"-1"0"-79,1 0-15,0-26 16</inkml:trace>
  <inkml:trace contextRef="#ctx0" brushRef="#br0" timeOffset="144421.26">23327 14274 0,'26'0'46,"26"0"-46,1 0 0,-1 0 16,27 0-16,-53 0 16,27 0-16,-1 0 15,-52 26 1</inkml:trace>
  <inkml:trace contextRef="#ctx0" brushRef="#br0" timeOffset="144593.17">23222 14537 0,'26'0'15,"53"0"1,26 0 0,0 0-16,0-27 0,-27 1 15</inkml:trace>
  <inkml:trace contextRef="#ctx0" brushRef="#br0" timeOffset="145032.72">24035 14222 0,'-26'-27'0,"26"1"16,0 0-16,26 0 16,27-1-16,-1 1 15,1 0-15,-27 0 0,26 26 16,-25-26-16,-1 26 16,0 0-16,0 0 15,0 26-15,1 0 16,-27 26-1,0 1-15,0-1 0,-53 1 16,-25-1-16,-1 1 16,0-27-16,27 0 15,-1 1-15,1-1 16,25-26-16,1 26 16,52 0 15,27-26-16,26 0-15,26 0 16,-27 0-16,27 0 16,0 0-16,-52 0 15</inkml:trace>
  <inkml:trace contextRef="#ctx0" brushRef="#br0" timeOffset="145394.51">24901 13933 0,'-26'0'47,"-27"0"-32,27 53-15,-53-1 16,27 0-16,-1-25 0,27 25 16,0 1-16,26-1 15,0-26-15,0 27 16,0-27-16,52-26 16,1 26-16,26-26 31,-27 27-31,1-27 0,25 0 15,-25 0-15,-27-27 0,26 1 32</inkml:trace>
  <inkml:trace contextRef="#ctx0" brushRef="#br0" timeOffset="145677.72">24954 14090 0,'0'27'47,"0"-1"-31,0 26-16,0 1 16,0 26-16,0-27 15,0 1-15,-27-1 16,27 1-16,0-1 0,-26 1 15,26-27 1,0 0-16,0 0 0,0 0 16,-52 1-1,25-27-15</inkml:trace>
  <inkml:trace contextRef="#ctx0" brushRef="#br0" timeOffset="165367.9">13251 15166 0,'-79'-26'16,"-26"0"-16,26 0 0,27 26 15,-27 0-15,0 0 16,1 26-16,-27 26 15,0 1-15,0 26 16,26-27-16,27 27 16,25-27-16,27 27 15,0-27-15,53 1 16,25-1-16,27-25 16,27-1-16,-1-26 15,-26 26-15,-26-26 16,-1 0-16,1 0 15,-27-26-15,1 26 16</inkml:trace>
  <inkml:trace contextRef="#ctx0" brushRef="#br0" timeOffset="165666.31">13670 15245 0,'-26'-26'0,"0"26"16,26 26 15,0 27-31,0 25 0,0 1 16,26-27-16,-26 27 15,0-26-15,0-1 16,0 1-16,26-1 15,-26-26-15,0 1 16,0-1-16,0 0 16</inkml:trace>
  <inkml:trace contextRef="#ctx0" brushRef="#br0" timeOffset="165870.73">13618 15324 0,'-53'0'0,"53"-26"16,53 26 15,-1-27-31,1 27 16,26 0-16,-1 0 15,-25 0-15,-1 0 16,1 0-16,-27 0 15,-26 27-15</inkml:trace>
  <inkml:trace contextRef="#ctx0" brushRef="#br0" timeOffset="166091.51">13565 15717 0,'27'0'31,"25"0"-15,53 0-16,-26 0 16,26 0-16,0 0 15,-26-26-15,-27 26 0,0 0 16</inkml:trace>
  <inkml:trace contextRef="#ctx0" brushRef="#br0" timeOffset="166233.45">13749 15901 0,'-26'0'15,"26"26"17,52-26-32,1 0 15,52 27 1,0-27-16,-26 0 0,-1 0 15</inkml:trace>
  <inkml:trace contextRef="#ctx0" brushRef="#br0" timeOffset="166626.54">14746 15350 0,'0'-26'0,"0"0"15,0 52 32,27 26-47,-27 27 16,26 0-16,-26-1 0,26 1 15,-26 0-15,0-27 16,26 1-16,-26-1 16,0-25-16,26-1 15,-26 0 1</inkml:trace>
  <inkml:trace contextRef="#ctx0" brushRef="#br0" timeOffset="166862.48">14877 15429 0,'0'-27'16,"0"1"-16,0 0 15,53 0 1,-1 26-16,1 0 16,-1 0-16,1 0 15,-1 0-15,-25 0 16,25 0-16,-26 0 16,1 26-16,-27 0 15,0 0-15</inkml:trace>
  <inkml:trace contextRef="#ctx0" brushRef="#br0" timeOffset="167051.85">14877 15744 0,'27'0'47,"-1"0"-47,26 0 15,27 0-15,0 0 16,-27 0-16,1 0 16,-1 0-16,-25 0 15,-1 0-15</inkml:trace>
  <inkml:trace contextRef="#ctx0" brushRef="#br0" timeOffset="167664.82">16058 15980 0,'-26'0'15,"52"0"32,1 0-47,51 0 16,1 0-16,0 0 15,-1 0-15,27 0 16,-26 0-16,0-26 16,-27 26-16,-26 0 15,1 0 48,25 0-63</inkml:trace>
  <inkml:trace contextRef="#ctx0" brushRef="#br0" timeOffset="168026.84">17265 15927 0,'27'0'47,"25"0"-31,27 0-16,-1 0 15,1 0-15,26 0 16,-26 0-16,26 0 16,-53 0-16,1 0 0,-27 0 15,0 0 48</inkml:trace>
  <inkml:trace contextRef="#ctx0" brushRef="#br0" timeOffset="168419.97">18499 16006 0,'26'0'62,"26"0"-62,27 0 16,26 0-1,-26 0-15,-1 0 0,-25 0 16,-27 0-16,0 0 16</inkml:trace>
  <inkml:trace contextRef="#ctx0" brushRef="#br0" timeOffset="168818.63">19364 16085 0,'53'0'78,"-1"0"-78,27 0 16,0 0-16,0 0 16,-1 0-16,-25 0 15,-1 0-15,-25 0 16,-1 0-16,-52 0 78</inkml:trace>
  <inkml:trace contextRef="#ctx0" brushRef="#br0" timeOffset="169191.52">20335 15822 0,'27'0'16,"51"0"0,-25 0-16,25 27 15,-25-27-15,-1 0 16,1 0-16,-27 0 15,0 0 1,1 0 0,-27 26 15,-27-26 0</inkml:trace>
  <inkml:trace contextRef="#ctx0" brushRef="#br0" timeOffset="169396.46">20230 15980 0,'27'0'32,"25"0"-32,27 0 15,-27 0-15,27 0 16,0 0-16,-27 0 15,-26 0-15,1 0 0,-1 0 16,0 0 0</inkml:trace>
  <inkml:trace contextRef="#ctx0" brushRef="#br0" timeOffset="169804.92">20755 15560 0,'26'0'47,"1"26"-47,-1 0 16,0 1-16,-26 25 15,26-26-15,-26 1 16,27-1-16,-1 0 15,-26 0-15,26 1 16,0-27-16,1 26 31,-27 0 47,-27 0-78,-25 1 16,26 25-16,-27-26 16,-26 27-16,1-1 15,-1-26-15,-26 27 16,0-27-16</inkml:trace>
  <inkml:trace contextRef="#ctx0" brushRef="#br0" timeOffset="183777.74">21910 15744 0,'0'-27'15,"0"1"-15,0 0 16,0 0-16,0-1 15,0 54 32,0-1-47,0 26 16,0 27-16,0-26 16,0-1-1,26 1-15,26-27 0,1 0 16,-1 0-16,27-26 15,-26 0-15,25 0 16,-25-26-16,-27 0 16,27-27-16,-27 1 15,0 26-15,-26-27 16,0 27-16,0 0 0,0-1 16,0 1-16,0 0 31,0 78 16,0 1-32,-26 26-15,0-27 16,26 1-16,-27-1 0,27 0 16,-26-25-1,26 25-15,0-26 0,0 1 16,0-1-16,0 0 15,26 0 1,1-26-16,25 0 16</inkml:trace>
  <inkml:trace contextRef="#ctx0" brushRef="#br0" timeOffset="184061.07">22907 15691 0,'-53'-26'0,"53"0"15,0 52 32,0 0-31,0 27-16,0-1 15,0-26-15,0 27 16,0-27-16,-26 0 0,26 27 16,0-27-16,0 0 15,0 27 1,0-27-16,0 0 0</inkml:trace>
  <inkml:trace contextRef="#ctx0" brushRef="#br0" timeOffset="184390.85">22592 16373 0,'26'0'31,"0"0"-15,-26-26 46,-26 0-46,0 26 0</inkml:trace>
  <inkml:trace contextRef="#ctx0" brushRef="#br0" timeOffset="184644.67">23012 16085 0,'0'-27'15,"78"27"17,1 0-32,26-26 0,-26 26 15,0 0-15,-1 0 16,-51 0-16,25 0 15,-78 0 1</inkml:trace>
  <inkml:trace contextRef="#ctx0" brushRef="#br0" timeOffset="184799.64">22907 16295 0,'52'0'31,"53"0"-31,0-27 16,26 27-16,-26 0 15,0-26-15</inkml:trace>
  <inkml:trace contextRef="#ctx0" brushRef="#br0" timeOffset="185271.09">23773 15901 0,'0'-26'0,"0"0"16,26-1-16,26 27 16,1-26-16,26 0 15,-27 26-15,1 0 16,-27 0-16,0 0 16,0 0-16,-26 26 31,0 0-31,0 1 15,-52-1-15,-1 26 16,27-25-16,-53-1 16,53 0-16,-26 0 0,25-26 15,27 26-15,0 1 16,0-1 0,53-26-1,-1 26-15,27-26 16,0 0-16,0 0 15,-27 0-15,27 0 16,-53 0-16,0 0 16</inkml:trace>
  <inkml:trace contextRef="#ctx0" brushRef="#br0" timeOffset="185789.43">24402 15717 0,'0'-26'0,"0"52"94,0 27-94,0-1 15,0 1-15,0-1 16,0-25-16,27 25 0,-1-26 16,26 0-16,1-26 15,-1 0-15,27 0 16,-53 0-16,27 0 16,-27 0-16,0-26 15,1 0-15,-1-26 16,-26 25-16,0-25 15,0 26-15,0-27 16,0 27-16,0 0 16,-26 26-16,26 52 47,0 1-32,-27 25-15,27-25 16,0 25-16,0-25 15,0-1-15,0 1 16,0 26-16,0-27 16,0 1-16,-26-27 15</inkml:trace>
  <inkml:trace contextRef="#ctx0" brushRef="#br0" timeOffset="199960.62">23878 16898 0,'-53'-26'0,"1"26"15,25 0-15,1-26 16,131-1 47,53 1-48,52-26-15,-1 25 16,1-25-16,0 26 15,-26 0-15,-79 26 0,-79 0 16,0-27-16,-52 27 47,-53 27-47,1 25 16,-80-26-16,27 0 15</inkml:trace>
  <inkml:trace contextRef="#ctx0" brushRef="#br0" timeOffset="200431.96">23720 16951 0,'0'-27'0,"26"54"63,-26 25-63,27-26 15,-1 27-15,0-27 0,0 0 16,27 1 0,-27-27-16,27 0 15,-27 0-15,26 0 0,-25-27 16,-1 1-16,-26-26 15,26 25-15,-26-25 16,0 26-16,0-1 16,0 1-16,0 52 78,0 27-78,0-1 0,0 1 15,0-27-15,0 27 16,0-27-16,26 0 16,1 0-1,-1 0-15,-26 1 0,26-27 16</inkml:trace>
  <inkml:trace contextRef="#ctx0" brushRef="#br0" timeOffset="200887.68">24744 17003 0,'0'-26'15,"0"0"-15,-27-1 16,1 27 0,0 0 30,26 27-46,0 25 16,0-26-16,0 27 16,52-1-16,1-25 15,-1 25-15,-25-26 16,-1 0-16,0 1 16,-26-1-16,0 0 15,-26-26 1,-27 0-16,27 0 15,-26 0-15,25 0 16,27-26 0,0 0-16,27-27 15,51 1-15,1 26 16,0-27-16,-53 1 16,26-1-16,-52 27 15,0 0-15,-52-1 0,-27 27 16,-26 0-16,-26 0 15,0 27-15</inkml:trace>
  <inkml:trace contextRef="#ctx0" brushRef="#br0" timeOffset="209454.44">12910 17187 0,'0'-26'15,"0"-1"1,-27 1 15,-51 26-15,-27 26-16,-53 27 15,1-1-15,26-26 16,52 27-16,0-1 16,53 1-16,0 26 15,26-27-15,0 1 16,78-1-16,1-26 15,52 1-15,-26-1 16,0-26-16,-26 26 16,0-26-16,-27 0 15,1 0-15,-1 0 0,1 0 32,-27-26-32,0 0 0,0-1 0</inkml:trace>
  <inkml:trace contextRef="#ctx0" brushRef="#br0" timeOffset="209815.27">13539 17213 0,'0'-26'0,"0"0"15,0 78 48,0 0-48,0 27-15,0-26 16,0 25-16,0 1 16,0-26-16,26-1 15,-26 1-15,0-1 16,0-26-1,0 1-15,0-1 0,0 0 16,0-78 31</inkml:trace>
  <inkml:trace contextRef="#ctx0" brushRef="#br0" timeOffset="210082.38">13697 17161 0,'-27'-27'15,"80"27"63,-1 0-78,27 0 16,0 0-16,-27 0 16,1 0-16,-27 0 15,27 0-15,-27 0 16,-26 27 0</inkml:trace>
  <inkml:trace contextRef="#ctx0" brushRef="#br0" timeOffset="210302.28">13539 17423 0,'-26'0'15,"0"0"1,26 26 0,52-26-1,1 0-15,52 26 16,-27-26-16,27 0 15,-26 0-15,0 0 16,-53 0-16,0-26 16</inkml:trace>
  <inkml:trace contextRef="#ctx0" brushRef="#br0" timeOffset="210475.66">13356 17790 0,'0'27'31,"52"-27"-31,27 26 16,-1-26-16,1 26 16,26-26-16,-26 0 0,-27 0 15,27 0-15,-26 0 16,-27-26-16</inkml:trace>
  <inkml:trace contextRef="#ctx0" brushRef="#br0" timeOffset="211277.68">15192 15035 0,'0'-26'16,"27"26"-1,51 0 1,27-26-16,0 26 15,-26 0-15,-27-27 16,1 27 0,-106 0 15,-25 0-15,25 0-16,-25 0 15,51 0-15,80 0 47,52 0-47,52 0 0,-26 0 16,-26 0-16</inkml:trace>
  <inkml:trace contextRef="#ctx0" brushRef="#br0" timeOffset="211859.77">15035 16163 0,'-26'0'16,"104"0"15,1 0-31,26 0 16,-26 0-16,0 0 16,-27-26-16,-26 26 15,-52 0 1,-53 0-1,-26 0-15,0 26 16,27 1-16,51-27 16,1 0-16,0 0 15,52 0 1,79 0-16,26 0 16,27 0-16,-1-27 15,-52 27 1,-26 0-16</inkml:trace>
  <inkml:trace contextRef="#ctx0" brushRef="#br0" timeOffset="213415.32">14694 17161 0,'0'52'62,"0"27"-62,0-1 16,0 27-16,-26-26 16,26 0-16,0-27 15,0 27-15,-27-53 16,27 27-16,0-27 15,-26 26-15,26-25 16,-26-27-16,26 26 0,-26-26 31,26-53-31</inkml:trace>
  <inkml:trace contextRef="#ctx0" brushRef="#br0" timeOffset="213728.47">14668 17344 0,'0'-26'16,"0"0"-16,26-1 16,0 1-1,0 26 1,1-26-16,51 26 16,1 0-16,0 0 0,26 0 15,-27 0-15,1 0 16,0 26-16,-27 0 15,-52 1-15,0-1 16,0 26-16,-52-25 16,-1 25-16,-52-26 15,0 1-15,27-1 16,-27-26-16,26 26 16,27-26-16,-1 0 15,53 26-15,-26-26 16</inkml:trace>
  <inkml:trace contextRef="#ctx0" brushRef="#br0" timeOffset="-213454.47">15376 18105 0,'-26'0'0,"0"0"16,52 0 31,26 0-47,1 0 15,52 0-15,0 0 16,-27 0-16,27 0 0,-26 0 15,0 0-15,-27 0 16,-25 0-16,-1 0 16,0 0-16,0 26 125,0-26-125,1 0 15</inkml:trace>
  <inkml:trace contextRef="#ctx0" brushRef="#br0" timeOffset="-213078.48">16845 18079 0,'53'0'47,"-1"0"-32,1 0-15,26 0 16,-1 0-16,-25 0 16,-1 0-16,1 0 15,25 0-15,-51 0 16,-1 0-16,26 0 16,-25 0-16,-1 0 15,-26 26 48</inkml:trace>
  <inkml:trace contextRef="#ctx0" brushRef="#br0" timeOffset="-212669.79">18079 18026 0,'26'0'63,"26"0"-48,1 0-15,26 0 16,26 0-16,-27 0 15,27 0-15,-26 0 16,-27 0-16,-25 0 16</inkml:trace>
  <inkml:trace contextRef="#ctx0" brushRef="#br0" timeOffset="-212371.18">19102 18158 0,'0'-27'0,"26"27"62,27 0-62,26 0 16,25 0-16,-25 0 16,0 0-16,0 0 15,-53 0-15,0 0 16,-52 0-1,-27 0 1</inkml:trace>
  <inkml:trace contextRef="#ctx0" brushRef="#br0" timeOffset="-211993.4">19942 17790 0,'26'0'15,"26"0"1,53 0-16,-26 0 16,26 0-16,-26 0 15,0 0-15,-1 0 16,-52 0-16,1 0 16,-54 0 15</inkml:trace>
  <inkml:trace contextRef="#ctx0" brushRef="#br0" timeOffset="-211835.62">19889 18000 0,'27'0'31,"51"0"-31,27 0 0,0 0 16,0 0-16,26 0 16,-52-26-16,0 26 15,-27-26-15,-26 26 16</inkml:trace>
  <inkml:trace contextRef="#ctx0" brushRef="#br0" timeOffset="-211520.71">20519 17607 0,'26'0'47,"53"26"-47,0 0 15,26 0-15,-27 1 16,1-1-16,-26 0 15,-27 0-15,0 1 16,-26-1-16,0 0 16,-26 0-16,-53 27 15,0-1-15,1 1 0,-1-1 16,0-26-16,27 27 16,-1-1-16,1-25 15,26 25-15</inkml:trace>
  <inkml:trace contextRef="#ctx0" brushRef="#br0" timeOffset="-210923.15">21227 17502 0,'27'-27'16,"-1"27"-16,-26-26 16,26 26-16,-26 26 46,0 53-30,0-26-16,0-1 16,0 1-16,0-1 15,53-26-15,-27 1 16,26-27-16,-25 26 16,-1-26-16,0-26 15,27-1 1,-27 1-16,26-26 15,-25-1-15,-1 27 16,0-27-16,-26 27 16,0 79 46,0-1-46,-26 1-16,26-27 15,-26 26-15,26 1 16,0-27-16,0 26 16,0-25-16,0-1 15,0 0 1,0 0-16,26-26 16</inkml:trace>
  <inkml:trace contextRef="#ctx0" brushRef="#br0" timeOffset="-210639.7">22303 17449 0,'0'-26'15,"-26"26"-15,0 52 47,0 1-31,-1-1-16,27-25 15,0 25-15,-26-26 16,26 27-16,0-27 16,0 27-16,0-27 15,0 0-15,0 26 16</inkml:trace>
  <inkml:trace contextRef="#ctx0" brushRef="#br0" timeOffset="-210419.51">21831 18289 0,'0'-26'78,"-26"26"-47</inkml:trace>
  <inkml:trace contextRef="#ctx0" brushRef="#br0" timeOffset="-210120.63">22330 18236 0,'0'-26'16,"78"26"15,1 0-31,26 0 16,-26 0-16,-1 0 15,-25 0-15,-1 0 16,-25 0-1</inkml:trace>
  <inkml:trace contextRef="#ctx0" brushRef="#br0" timeOffset="-209979.54">22277 18446 0,'-26'0'0,"131"0"31,0 0-31,0 0 16,26-26-16,-26 26 16</inkml:trace>
  <inkml:trace contextRef="#ctx0" brushRef="#br0" timeOffset="-208973.9">23432 17817 0,'-27'-27'0,"27"1"16,0 0-1,53 26-15,-1 0 16,27 0-16,-26 0 16,25 0-16,-52 0 15,27 0-15,-27 26 16,-26 0-1,0 1-15,0 25 0,-26-26 16,-27 27-16,-25-27 0,-1 26 16,27-25-16,-1-1 15,27-26-15,26 26 32,0 0-17,52-26 16,1 27-31,52-27 16,0 0-16,0-27 16,26 1-16,-26-26 0,-26 25 0,-1-25 0,-51-1 15,-1 27 1,-26-26 0,0 26-1,0-1-15,0 1 31,-26 26 32,-1 26-63,27 27 16,-26-1-16,26-26 15,0 27-15,0-27 16,0 0-16,0 1 0,26-1 15,1-26-15,-1 0 16,0 0-16,0 0 16,0 0-16,1 0 15,-1-26-15,0-27 16,0 1-16,-26 25 16,0 1-16,0 0 15,0 0-15,0 78 78,0 1-78,-52 25 0,52 1 16,-26 0-16,-1-27 16,27 1-16,-26-1 15,26 1-15,0-27 16,0 0-16,-26-26 15,0 0 17,0-26-32</inkml:trace>
  <inkml:trace contextRef="#ctx0" brushRef="#br0" timeOffset="-206869.9">24927 18079 0,'27'0'15,"-1"0"1,-26-26-16,-53 26 94,-52 26-94,-26 26 15,-53 1-15,1-27 16,-27 27-16,0-1 16,0 1-16,26-1 15,27 1-15,-1-27 16,27 0-16,26 0 15,0 0-15,27 1 16,51-27-16,1 0 16,52 0 77,27 0-93</inkml:trace>
  <inkml:trace contextRef="#ctx0" brushRef="#br0" timeOffset="-206004.48">23537 18630 0,'-27'-26'16,"1"26"-16,26-27 46,26 27-30,1 0-16,25-26 0,1 26 16,-1-26-16,27 26 15,-27-26-15,27 26 16,-27 0-16,-25 0 16,-1 0-16,-26 52 46,-53 1-30,27-27-16,0 26 16,26 1-16,-26-27 15,-1 0 1,27 1-16,-26-1 16,26 0-16,0 0 15,-26-26-15,26 27 16,0-1 15,0-52 328,26-1-359</inkml:trace>
  <inkml:trace contextRef="#ctx0" brushRef="#br0" timeOffset="-205060.69">24376 18630 0,'-26'0'16,"0"-26"-16,0 26 0,26-27 15,0 1 1,26 0 0,0 0-16,26 26 15,1-26-15,-1 26 16,1 0-16,-1-27 16,1 27-16,-1 0 15,1 0-15,-27 0 16,0 27-16,-26-1 15,0 0-15,0 0 16,0 27-16,0-27 16,-52 26-16,-1-25 0,-25-1 15,-1 26-15,-26-25 16,26-1-16,-26-26 16,53 26-16,-1-26 15,80 0 32,51 0-31,27 0-16,0 0 15,26 0-15,-26 0 16,0-26-16,0 26 16,0 0-16,-26-26 15,-27 26-15,-25 0 0,-54 0 94</inkml:trace>
  <inkml:trace contextRef="#ctx0" brushRef="#br0" timeOffset="-180548.71">7767 3254 0,'-53'0'16,"27"0"-16,52 0 31,79 0-31,26 26 16,27-26-16,-1 0 15,-26 0-15,-26 0 16,0 0-16,-26 0 16,-27 0-16,-25 0 15,-132 0 17,-27 0-17</inkml:trace>
  <inkml:trace contextRef="#ctx0" brushRef="#br0" timeOffset="-180266.02">7557 3385 0,'26'0'31,"26"0"-31,53 0 16,26 0-16,1 0 15,25 0-15,1 0 16,-1 0-16,27 0 16,-27 0-16,-52 0 15,-26 0-15,-27 0 0,-78 0 47,0 0-47,-53 0 16,-26 0-16,26 0 15</inkml:trace>
  <inkml:trace contextRef="#ctx0" brushRef="#br0" timeOffset="-175599.5">1915 10548 0,'0'-26'16,"0"0"-16,-26-1 15,0 27-15,-1 0 16,1-26-16,0 26 16,-53 0-16,0 26 15,1 27-15,-27-1 16,26 1-16,0 26 0,27-27 16,26 1-16,26 25 15,0-25-15,52-1 16,27 27-16,26-53 15,0 27-15,0-53 16,26 26-16,-26-26 16,0 0-16,-53-26 15</inkml:trace>
  <inkml:trace contextRef="#ctx0" brushRef="#br0" timeOffset="-175206.39">2387 10574 0,'0'-26'16,"0"52"93,0 53-109,0 0 16,0 0-16,0-1 16,0 1-16,0-27 15,0 27-15,0-53 16,0 27-16,27-53 15,-27 26-15,26-26 16</inkml:trace>
  <inkml:trace contextRef="#ctx0" brushRef="#br0" timeOffset="-174939.91">2414 10522 0,'-53'-26'0,"27"26"16,52-27 0,27 27-16,52 0 15,0 0-15,0-26 16,-27 26-16,-25 0 15,-27 0-15,0 0 16,-26 26 15,0 1-31,-52-1 16</inkml:trace>
  <inkml:trace contextRef="#ctx0" brushRef="#br0" timeOffset="-174729.54">2440 10811 0,'52'0'31,"-25"0"-15,51 0-16,-25 26 16,52-26-16,-53 0 15,27 0-15,0 0 16,-27 0-16,-26 0 15,1 0-15</inkml:trace>
  <inkml:trace contextRef="#ctx0" brushRef="#br0" timeOffset="-174546.35">2387 11178 0,'-26'26'0,"26"0"15,0 1 1,26-27-16,53 26 16,26-26-16,0 0 15,0 0-15,0 0 0,-26 0 16,-1 0 0,-25-26-16,-27 26 0</inkml:trace>
  <inkml:trace contextRef="#ctx0" brushRef="#br0" timeOffset="-174136.87">3542 10548 0,'-26'-26'16,"26"0"-16,0-1 15,0 80 64,0-1-79,0 1 15,0-1-15,0 27 16,0-26-16,0 25 15,0 1-15,0-27 0,0 1 16,0-1-16,0-25 16,0 25-16,0-26 15,0 1 1,0-54 31</inkml:trace>
  <inkml:trace contextRef="#ctx0" brushRef="#br0" timeOffset="-173837.98">3568 10548 0,'-26'-26'16,"0"26"-16,26-26 15,0-1 1,78 27 0,1-26-16,0 26 15,26 0-15,0 0 0,-27 0 16,1 26 0,-26 1-1,-53-1-15,0 0 0,0 0 0,-27 27 16,-78-1-16,1-25 15,-28-1-15,27 26 16,-26-25-16,52-1 16,1-26-16</inkml:trace>
  <inkml:trace contextRef="#ctx0" brushRef="#br0" timeOffset="-170797.42">24665 17580 0,'-53'-52'15,"1"26"-15,-27-1 16,0 1-1,-25 0-15,-1 26 0,0 0 16,-27 0-16,-25 0 16,26 79-16,0-27 15,52 53-15,26-26 16,27 0-16,26 25 0,26 1 16,106-26-16,25 0 15,53-27-15,0-25 16,26-27-16,0 0 15,0-27-15,-26-51 16,-52-1-16,-27-52 16,-52 26-16,-53-26 15,-26-1-15,-79 27 16,-78 53-16,-79-1 16,-27 27-16,1 26 0</inkml:trace>
  <inkml:trace contextRef="#ctx0" brushRef="#br0" timeOffset="-157730.45">15743 8082 0,'-52'-27'0,"-1"27"16,27 0-16,26-26 0,53 26 46,52 0-30,26 0-16,26 0 0,-26 0 16,-26 0-16,-26 0 15,-53 0-15,-131 0 32,0 0-17,-26-26-15,-26 26 16,26 0-16,26 0 15,52 0-15,132 0 47,0 0-47,26 0 16,0 26-16,-27-26 16,1 0-1,-27 0-15,-156 0 31,-28 0-15,-25 0-16,-1-26 16,27 26-16,53 0 0,-1 0 15,158 0 17,52 26-32,26-26 15,1 0-15,-1 0 16,-26 0-16,-26 0 15,-26 0 1,-53 0-16,-131 0 31,0-26-31,-52 26 16,-1-26-16,27 26 16,26 0-16,26 0 15,53 0-15,105 0 16,52 0-1,0 26 1,27-26-16,-27 0 0,-26 0 16,-53 0-16,-25 0 15,-54 0 1,-78 0 0,-52 0-16,0-26 15,-1 26-15,53 0 16,26 0-16,184 0 31,53 0-31,-27 26 16,27-26-16,-80 0 15,-25 0-15,-27 0 16,-79 0 15,1 0-31,-27 0 0,27-26 16,26 26-16,52 0 31,0 0-31,0 0 16</inkml:trace>
  <inkml:trace contextRef="#ctx0" brushRef="#br0" timeOffset="-150413.16">12831 7898 0,'-53'0'16,"1"0"-16,26 0 15,-1 0-15,80 0 63,52 0-48,0 0-15,0 0 32,-27 0-32,1 0 0,-26 0 0,-1 0 31,-26 0-31,1 0 297,-54-26-63</inkml:trace>
  <inkml:trace contextRef="#ctx0" brushRef="#br0" timeOffset="-149495.65">13985 6560 0,'-78'52'32,"-1"53"-17,-52 26-15,-27 1 16,27 25-16,0 0 16,-27-25-16,27 25 15,-26-26-15,26 0 16,26-26-16,0-26 15</inkml:trace>
  <inkml:trace contextRef="#ctx0" brushRef="#br0" timeOffset="-148943.77">14825 6324 0,'0'26'47,"0"53"-32,-52 25-15,-27 28 0,-26-1 16,0 26-16,-26 1 16,-1 25-16,-25-25 15,0-1-15,-1 1 16,1-1-16</inkml:trace>
  <inkml:trace contextRef="#ctx0" brushRef="#br0" timeOffset="-147671.05">19023 6455 0,'0'-26'16,"0"-1"-16,0 1 0,-26 52 46,-53 53-30,-26 52-16,-26 0 16,26 53-16,-52-26 15,26 25-15,-27 1 16,-25-27-16,-1 1 0,0-27 16</inkml:trace>
  <inkml:trace contextRef="#ctx0" brushRef="#br0" timeOffset="-139015.73">4487 10522 0,'0'-26'0,"0"78"203,0 1-188,0-1-15,0 1 16,0-1-16,0 1 16,0-1-16,0 0 15,0-25-15,0-1 16,0 0-16,0 0 15,0 1-15,0-1 16,-27-26 47,1 26-48,0-26 1,-27 0-16</inkml:trace>
  <inkml:trace contextRef="#ctx0" brushRef="#br0" timeOffset="-138732.7">4487 10496 0,'-27'-27'0,"27"1"31,53 0-15,-1 0-1,1 26-15,25-27 16,1 27-16,0-26 16,-27 26-16,-25 0 0,-1 0 15,-26 26 32,-26 1-31</inkml:trace>
  <inkml:trace contextRef="#ctx0" brushRef="#br0" timeOffset="-138292.58">4487 10732 0,'-27'0'15,"80"26"48,26-26-47,-27 0-16,27 0 15,-1 0-15,1 0 16,-26 0-16,-1 0 15,-26 0-15</inkml:trace>
  <inkml:trace contextRef="#ctx0" brushRef="#br0" timeOffset="-138025.36">4277 11125 0,'0'27'15,"26"-1"-15,53 0 16,26-26-16,0 0 15,-1 0-15,28 0 16,-27 0-16,-27-26 16,-25 26-16,-27 0 15,0 0-15,-52 0 32,-53 0-32,-26 0 15</inkml:trace>
  <inkml:trace contextRef="#ctx0" brushRef="#br0" timeOffset="-136459.3">5589 11230 0,'52'0'62,"1"0"-46,-1 0-16,27 0 16,0 0-16,-27 0 15,0 0-15,-25 0 16,-1-26-16</inkml:trace>
  <inkml:trace contextRef="#ctx0" brushRef="#br0" timeOffset="-136176.35">6533 11152 0,'53'0'47,"25"0"-47,27 0 16,-26 0-16,-26 0 15,-1 0-15,-26 0 16,1 0-16,-1 0 47,0 0-47,0 0 16</inkml:trace>
  <inkml:trace contextRef="#ctx0" brushRef="#br0" timeOffset="-134559.77">7609 11152 0,'0'-27'15,"26"27"64,27 0-79,26 0 15,-1 0-15,27 0 16,-26 0-16,0 0 0,-1 0 15,-51 0-15,-1 0 16</inkml:trace>
  <inkml:trace contextRef="#ctx0" brushRef="#br0" timeOffset="-133929.02">8632 10522 0,'53'0'47,"-1"0"-47,27 0 0,26 0 15,-26 0-15,-27 0 16,-25 0-16,-1 0 16,0 0-16</inkml:trace>
  <inkml:trace contextRef="#ctx0" brushRef="#br0" timeOffset="-133725.62">8423 10784 0,'26'0'32,"52"27"-17,27-27-15,27 0 16,-27 0-16,-27 0 15,1 0-15,-26 0 16,-53-27-16</inkml:trace>
  <inkml:trace contextRef="#ctx0" brushRef="#br0" timeOffset="-133238.81">8921 10364 0,'0'-26'31,"26"52"16,1 27-47,-1-27 16,0 27-16,0-27 15,1 0-15,-1 27 16,0-53-16,0 26 16,-26 0-16,26-26 15,-26 26 1,0 1 93,-52 25-109,-27 1 16,1-1-16,25 27 16,1-53-16,25 26 15,-25 1-15,52-27 16,-26 27-16,26-27 15,0 0-15,0 0 0</inkml:trace>
  <inkml:trace contextRef="#ctx0" brushRef="#br0" timeOffset="-132201.2">10128 10391 0,'0'-27'15,"0"1"1,0 0-1,-26 0 17,0 26-17,-1 0 1,1 0-16,0 26 0,-27 0 16,-25 27-16,25-1 15,27 1-15,0-1 16,0 1-16,-1-27 15,27 26-15,0 1 16,0-1-16,27-25 16,-1 25-16,52-26 15,-25 0-15,26-26 16,-27 27-16,1-27 16,-1 0-16,-26 0 15,1 0-15,-1 0 0,0 0 16,0-27-16,-26 1 15,0 0-15,0 0 16,0 0-16,0-1 16,0 1-16,-26 0 15,-26 26-15,25 0 16,-25 0-16,-1 0 16,1 0-16,-27 0 15,27 0-15,-27 0 16,27 26-16,25 0 0,1 1 15,26-1 1,0 0-16,0 0 0,0 0 16,0 1-1,0-1-15</inkml:trace>
  <inkml:trace contextRef="#ctx0" brushRef="#br0" timeOffset="-129974.21">24980 16872 0,'0'-26'0,"0"-1"16,0 1-1,-26 0-15,-1 0 16,-25-1-16,-1 27 16,27-26-16,0 26 15,-53 0-15,0 0 16,-52 0-1,-26 0-15,26 26 0,-27 1 0,27 25 16,26 1-16,26 25 16,1-25-16,51-1 15,1 27-15,26-26 16,0 25-16,26-25 16,79-1-1,26 1 1,27-1-16,52-26 15,0-26-15,-27 27 16,1-27-16,-53 0 16,0-27-16,-52-25 0,0-1 15,0 1 1,-27-27-16,1 1 0,-27-1 16,-26 0-16,0 0 15,0 1-15,-26 25 16,-53 1-16,0-1 15,-26 1-15,0 26 16,-26-1-16,26 1 16,-26 26-16,0 0 15,-1 0-15,1 0 16,0 53-16,26-27 16,0 26-16,0 27 15,26-27-15,53 27 0,0 0 16,26 0-16,0-1 15,26 1-15,53 0 16,52-27-16,-26 1 16,53-1-16,-27-26 15,0-26-15,26 27 16,-25-27-16,-1 0 16,0-53-16,0 1 15,0-1-15,-26-26 16,-26 1-16,-26-1 0,-27 27 15,0-1-15,-26-26 16,-26 53-16,-27-26 16,-25 25-16,-27-25 15</inkml:trace>
  <inkml:trace contextRef="#ctx0" brushRef="#br0" timeOffset="-128328.83">6953 4985 0,'0'-26'16,"0"0"-16,-26 0 15,26 52 32,0 26-31,0 1-16,0-1 15,0 1-15,0-1 0,0-26 16,26 1-16,0-27 16,1 26-16,-1-26 15,0 0-15,27-26 16,-53-1-16,26-25 15,0 0-15,-26-1 16,0 1-16,0 25 16,0 1-16,0 0 15,0 52 48,0 27-63,26-1 0,0 1 15,-26-1-15,27 0 16,-27-25-16,0 25 16,0-26-16,0 1 15,0-1-15</inkml:trace>
  <inkml:trace contextRef="#ctx0" brushRef="#br0" timeOffset="-127936">7688 4880 0,'-26'-26'15,"26"79"48,0-27-63,0 26 15,78 1-15,1-1 16,0 1-16,-27-1 16,1-26-16,-53 1 15,-27-1 1,-51-26-16,25 0 16,1 0-16,-1 0 15,53-26-15,0-1 16,0-25-16,0 0 15,27-27-15,25 26 16,0 1-16,-25-1 16,-1 53-16,0-26 15,-78 52 17</inkml:trace>
  <inkml:trace contextRef="#ctx0" brushRef="#br0" timeOffset="-127714.77">6350 5930 0,'-27'0'16,"132"0"-16,53 0 15,25 0-15,1 0 16,-26-26-16,-54 26 16,-51-27-16</inkml:trace>
  <inkml:trace contextRef="#ctx0" brushRef="#br0" timeOffset="-127526.99">6901 5746 0,'-27'0'32,"1"0"-32,0 27 0,0 25 0,26 0 15,0 1-15,0-1 16,0 27-16,0-26 16,0 25-16,26-51 15</inkml:trace>
  <inkml:trace contextRef="#ctx0" brushRef="#br0" timeOffset="-127227.61">7898 5563 0,'-27'-27'15,"1"27"1,0 0-16,26 53 0,-26-1 15,0 27-15,26 0 16,0-27-16,0 1 16,0-1-16,26-26 15,26 1-15,1-27 16,-1 0 0,-26 0-16,1 0 0,-27-27 15,0 1 1,-27 0-16,1 0 15,-26-1-15,-27 27 16,27 0-16</inkml:trace>
  <inkml:trace contextRef="#ctx0" brushRef="#br0" timeOffset="-126975.79">6140 6586 0,'-27'0'16,"80"0"-1,104-26-15,80-1 16,77 1-16,27 0 16,-26 0-16,26-27 15,-26 27-15,-52 0 16,-53 0-16,-105 26 15,-53 0-15,-157 0 16,-26 0 0,-53 0-16</inkml:trace>
  <inkml:trace contextRef="#ctx0" brushRef="#br0" timeOffset="-126755.21">6822 6901 0,'52'0'16,"106"0"0,-1 0-16,27 0 0,-53-26 15,-52 26-15,-53 0 16</inkml:trace>
  <inkml:trace contextRef="#ctx0" brushRef="#br0" timeOffset="-126376.98">7058 6875 0,'0'26'31,"0"0"-31,0 27 16,0-27-16,0 0 15,0 0-15,0 1 16,0-1-16,0 0 16,26-26 46,27-26-62,-1 0 16,1-1-16,-1 1 15,27 26-15,0 0 0,-1 0 16,-25 0-16,26 26 16,-53 1-16,0 25 15,-26-26-15,-26 27 16,-53-27-16,0 26 16,-26-25-16,0-1 15,27 0-15,-1-26 16,53 0-16,0 0 15</inkml:trace>
  <inkml:trace contextRef="#ctx0" brushRef="#br0" timeOffset="-125933.7">7871 6770 0,'-26'-27'16,"26"54"15,0-1-15,26 26-16,1-25 15,-1 25-15,0-26 0,27 1 16,-1-1 0,1 0-16,-27-26 0,26 0 15,-25 0-15,-1 0 16,0 0-16,0-52 15,-26 25-15,0 1 16,0-26-16,0 25 16,0 1-1,0 79 32,0-1-47,0 1 16,0 25-16,0-25 15,0 25-15,27-25 16,-27-27-16,0 27 16,26-27-16,-26 0 15</inkml:trace>
  <inkml:trace contextRef="#ctx0" brushRef="#br0" timeOffset="-125509.9">8449 6297 0,'0'-26'16,"-26"0"-16,-27 0 0,-78-1 15,0 27-15,-53 0 16,0 0-16,-26 53 16,-26 52-16,-26 0 15,52 52-15,0 1 16,79 25-16,78 1 16,53 0-16,53-27 15,104-26-15,79-26 16,27 0-16,78-52 15,52-27-15,27-26 16,0-26-16,-52-27 16,-27-26-16,-131-52 15,-79-26-15,-105-53 0,-52 0 16,-158 0-16,-105 0 16,-78 53-16,-27 78 15,27 27-15,52 52 16,53 78-16,78 27 15</inkml:trace>
  <inkml:trace contextRef="#ctx0" brushRef="#br0" timeOffset="-117314.16">4329 11598 0,'-26'0'0,"52"0"47,27 0-32,-1 0-15,1 26 16,-27-26-16,26 0 15,-25 0-15,-80 0 63,-26 0-63,-26 0 0,27 0 16,-1 0-16,26 0 15,27 0-15,79 26 31,52-26-15,0 0-16,26 26 16,-26-26-16,-27 0 15,-25 0-15,-27 0 0,-78 0 63,25 0-63,-51 0 31,25 0-31,1 0 0,26 0 0,-1 0 31,54 0 32,25 0-48,1 0-15,-27 0 16,0 0-16,0 0 16,-52 0 46,0 0-46,-53 0-16,27 0 15,25 0-15,1 0 16,52 0 31,1 0-47,25 0 16,27 0-16,-27 0 15,1 0-15,-27 0 16,-52 0 687</inkml:trace>
  <inkml:trace contextRef="#ctx0" brushRef="#br0" timeOffset="-113884.11">15796 7845 0,'26'0'31,"53"0"-15,26 0-16,0 0 0,-27 0 15,-25 0-15,-27 0 16,-105 0 15,-52 27-15,26-27-16,-26 0 15,52 0-15,1 0 16,51 0-16,1 0 16,26 26-1,26-26-15,53 26 0,52-26 0,1 26 16,25-26-16,-26 0 16,-26 0-16,-52 0 15</inkml:trace>
  <inkml:trace contextRef="#ctx0" brushRef="#br0" timeOffset="-111708.04">17187 7950 0,'52'0'31,"1"0"-31,-1 0 16,-26 0-16,0 0 15,-52 0 16,-26 0-15,-1 0-16,-25 0 16,25 0-16,27 0 0,78 0 31,1 0-15,52 0-16,-27 27 15,1-27-15,-53 0 16,1 0-1,-54 0 1,-25 0 0,-53 0-16,26 0 15,1 0-15,51 0 16,1 0-16,52 0 31,27 0-31,26 0 16,-1 0-16,-25 0 15,-27 0-15,0 0 16,-78 0 15,-1 0-15,-25 0-16,25 0 16,1 0-16,25 0 15,1 0-15</inkml:trace>
  <inkml:trace contextRef="#ctx0" brushRef="#br0" timeOffset="-110469.29">2624 12464 0,'0'-27'0,"0"1"16,0 0-16,0 0 15,-27-1 1,-25 1-16,-1 26 15,-52 0-15,0 0 16,-26 26-16,26 27 16,27-1-16,25 1 15,1 26-15,52-27 16,0 27-16,0-27 16,52 1-16,53-1 0,0-26 15,52 1-15,-25-27 16,-1 0-16,0 0 15,-26 0-15,0-27 16,-53 1-16</inkml:trace>
  <inkml:trace contextRef="#ctx0" brushRef="#br0" timeOffset="-110156.48">3227 12359 0,'-26'-27'0,"26"54"78,0 25-78,0 27 16,0 0-16,0-1 15,26 1-15,-26-26 16,26 25-16,-26-52 0,0 27 16,0-27-16,0 0 15,0 1 1,27-27 0,-1-53-1</inkml:trace>
  <inkml:trace contextRef="#ctx0" brushRef="#br0" timeOffset="-109920.53">3227 12411 0,'-26'-26'16,"26"0"-1,79 26-15,-1-27 16,27 1-16,-26 26 15,0 0-15,-1 0 16,-51 0-16,-1 0 16,0 0-16,-26 26 31,0 27-15,-26-27-16</inkml:trace>
  <inkml:trace contextRef="#ctx0" brushRef="#br0" timeOffset="-109700.89">3332 12647 0,'0'27'16,"53"-1"15,25-26-15,1 26-16,26-26 15,-26 0-15,-27 0 16,27 0-16,-53 0 15,0 0 1,-52 0 15</inkml:trace>
  <inkml:trace contextRef="#ctx0" brushRef="#br0" timeOffset="-109543.16">3306 12910 0,'-53'26'0,"53"0"31,27 0-15,78-26-16,-1 27 15,28-27-15,-27 0 0,0 0 32,0 0-32,-27 0 0,-25 0 0,25-27 15</inkml:trace>
  <inkml:trace contextRef="#ctx0" brushRef="#br0" timeOffset="-109244.77">4487 12437 0,'-27'-26'0,"1"0"15,26 78 32,0 27-31,0 0-16,0 0 15,0-1-15,26 1 16,-26-27-16,27 1 16,-27-1-16,0-25 15,0-1-15,0 0 16,0 0-1</inkml:trace>
  <inkml:trace contextRef="#ctx0" brushRef="#br0" timeOffset="-109008.89">4487 12464 0,'-27'-27'0,"27"1"16,0 0-16,27 0 15,51 26-15,1 0 16,26 0-16,-26 0 16,-1 0-16,-25 26 0,-27 0 15,-26 27 1,0-1 0,-26-26-16,-79 27 15,-26-1-15,26-25 0,0-1 0,0 26 16,26-52-16</inkml:trace>
  <inkml:trace contextRef="#ctx0" brushRef="#br0" timeOffset="-108600.55">5274 12385 0,'26'-26'0,"-26"-1"16,26 27-1,-26-26-15,0 52 78,0 27-78,0-1 0,0 27 16,0-26-16,0 25 16,0 1-16,0 0 15,0-27-15,0 1 16,0-1-16,0 1 16,0-27-16,0 0 15,0-52 48,0-53-63</inkml:trace>
  <inkml:trace contextRef="#ctx0" brushRef="#br0" timeOffset="-108331.46">5300 12359 0,'0'-27'16,"52"27"-1,1-26 1,26 26-16,-1 0 16,-25 0-16,-1 0 15,-25 0-15,-1 0 16,0 0-1,0 0 1,-26 26 0,0 1-1</inkml:trace>
  <inkml:trace contextRef="#ctx0" brushRef="#br0" timeOffset="-108064.7">5379 12674 0,'0'26'32,"52"-26"-17,53 0-15,-26 0 16,26 0-16,0 0 16,-53 0-16,1 0 15,-27 0-15,0 0 16,-78 0 62</inkml:trace>
  <inkml:trace contextRef="#ctx0" brushRef="#br0" timeOffset="-101556.33">6402 12359 0,'-26'-27'15,"26"54"48,0 25-63,0 1 16,0 25-16,0 1 15,0 0-15,0-27 16,0 1-16,0-1 15,0 1-15,0-27 16,0 0-16,26-26 16,-26 26-1,26-26 1</inkml:trace>
  <inkml:trace contextRef="#ctx0" brushRef="#br0" timeOffset="-101326.49">6560 12464 0,'-27'-27'15,"1"1"-15,26 0 16,-26 26-16,52-26 31,27 26-31,51 0 16,-25 0-16,0 0 15,0 0-15,-53 0 16,26 0-16,1 0 16,-27 0-1,-26 26-15</inkml:trace>
  <inkml:trace contextRef="#ctx0" brushRef="#br0" timeOffset="-101121.64">6376 12726 0,'-26'0'0,"26"26"31,78-26-31,1 0 16,52 0-16,0 0 16,-26 0-16,-26 0 15,-26 0-15,-27 0 16</inkml:trace>
  <inkml:trace contextRef="#ctx0" brushRef="#br0" timeOffset="-100979.72">6350 12988 0,'78'0'31,"27"0"-16,26 0-15,1 0 16,-1 0-16,-26-26 0</inkml:trace>
  <inkml:trace contextRef="#ctx0" brushRef="#br0" timeOffset="-100366.49">7504 12464 0,'0'-27'0,"0"1"15,0 79 32,0-1-31,0 27-16,0 0 16,0-1-16,0-25 15,0-1 1,0-26-16,0 1 0,0-1 15,0 0 1,0-78 31,0-1-47,0-25 16,0-1-16,0 0 0,0 27 0,26-27 31,27 53-31,26-27 15,-1 53-15,27-26 16,0 26-16,-26 0 16,0 0-16,-27 26 15,-26 0-15,-26 53 16,-26-26-16,-53-1 16,-26 1-16,0-27 15,1 26-15,25-52 16,0 27-16,27-27 15,25 0-15,27 26 63,53-26-63,-1 26 16,1 26-16,26-25 15,25-1-15,-25 26 16,0-25-16,0-1 15,-27 0-15,1 0 16,-27-26-16</inkml:trace>
  <inkml:trace contextRef="#ctx0" brushRef="#br0" timeOffset="-100082.83">8764 12437 0,'-27'-26'16,"27"52"31,0 27-47,0-1 16,0 27-16,0 0 0,-26 0 15,26-27-15,0 0 16,0-25-16,0-1 15,0 0-15,0 0 16,-26-26 15,0-26-15</inkml:trace>
  <inkml:trace contextRef="#ctx0" brushRef="#br0" timeOffset="-99814.87">8318 12437 0,'-27'-26'16,"1"26"-16,79 0 62,25 0-62,27 0 16,26 0-16,1 0 15,-1 0-15,-26 0 0,0 0 16,-53 0 0,-26 0-16,-78 0 31,-27 26-15</inkml:trace>
  <inkml:trace contextRef="#ctx0" brushRef="#br0" timeOffset="-99311.84">2702 13776 0,'-183'-53'0,"-1"53"0,79 0 15,52-26-15,27 26 16,52 0 0,132 0-16,78 0 15,131 0-15,80 0 16,51 0-16,79 0 16,27 0-16,52 0 15,0 0-15,-26 26 16,-79-26-16,-53 0 15,-130 26-15,-132-26 0,-105 0 16,-184 0 0,-209-26-1,-79 0-15,-105 26 0,-79 0 16,-52 0-16</inkml:trace>
  <inkml:trace contextRef="#ctx0" brushRef="#br0" timeOffset="-98736.84">3936 13749 0,'-630'53'16,"53"-27"-16,52 0 15,131 1-15,132-1 16,131-26-16,78 26 16,79-26-16,210 0 0,158 0 15,183 0-15,106 0 16,130 0-16,0 0 16,53 0-16,-26 26 15,-53 1-15,-78-1 16,-80 0-16,-130 0 15,-132-26-15,-157 0 16,-105 0-16,-79 0 16,1 0 202,-1 0-139,0 0-64,-26-26 16,-79 0-15</inkml:trace>
  <inkml:trace contextRef="#ctx0" brushRef="#br0" timeOffset="-96886.31">1784 6638 0,'-53'0'16,"1"27"-16,26-27 16,-1 0-16,54 0 47,25-27-32,79-51-15,27-1 0,25 0 16,54-26-16,-27 27 15,-27-27-15,-25 52 16,-80 1-16,1 25 16,-53 27-16,-26-26 15,-52 52 17,-27 27-32,-52-1 15,-53 53-15,-26 0 16,0 0-16</inkml:trace>
  <inkml:trace contextRef="#ctx0" brushRef="#br0" timeOffset="-96728.64">1521 6743 0,'-104'53'0,"51"-27"16,27 0-1,0-26-15,78 0 16,53-26 0,52-53-16,53 1 15,27-1-15,-1 0 16,0-26-16,-52 27 15,-53-1 1,-53 0-16,-25 27 0</inkml:trace>
</inkml:ink>
</file>

<file path=ppt/ink/ink14.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9:40:10.957"/>
    </inkml:context>
    <inkml:brush xml:id="br0">
      <inkml:brushProperty name="width" value="0.05292" units="cm"/>
      <inkml:brushProperty name="height" value="0.05292" units="cm"/>
      <inkml:brushProperty name="color" value="#C00000"/>
    </inkml:brush>
  </inkml:definitions>
  <inkml:trace contextRef="#ctx0" brushRef="#br0">11729 3044 0,'-53'0'0,"27"0"15,52 0 17,53 0-32,52 0 15,27 0-15,-1 0 16,0 0-16,1 0 16,-53 0-16,-53 0 15,1 0-15,-79 0 31,-53 26-31,-26 0 16,0-26-16</inkml:trace>
  <inkml:trace contextRef="#ctx0" brushRef="#br0" timeOffset="157.26">11702 3175 0,'105'0'31,"0"0"-31,53 0 15,26 0-15,25-26 16,-25 26-16,0 0 16,-53 0-16,-26 0 15,-79 0-15</inkml:trace>
  <inkml:trace contextRef="#ctx0" brushRef="#br0" timeOffset="1551.83">5536 8187 0,'-79'0'0,"53"-27"16,0 27-16,105 0 31,78 0-16,79 0-15,27 0 16,52 0-16,-27 0 16,-25-26-16,-80 26 15,-52 0-15,-78 0 16,-27 0-16</inkml:trace>
  <inkml:trace contextRef="#ctx0" brushRef="#br0" timeOffset="1733.44">5326 8265 0,'-105'0'15,"53"0"-15,104 0 32,106 0-32,78 0 15,53 0-15,52-26 16,26 26-16,-52 0 15,-27 0-15,-78 0 0</inkml:trace>
  <inkml:trace contextRef="#ctx0" brushRef="#br0" timeOffset="2891.8">6402 9210 0,'0'-26'0,"0"52"46,-26 26-30,0 27-16,-27 0 16,1-27-16,25 1 15,1-1-15,0-25 16,26-1-16,0 0 16,26 0-16,53 0 15,0-26-15,52 27 16,0-27-16,0 0 0,0 0 15,-52 0-15,-26 0 16,-1-27-16,-26 1 16,1 0-16</inkml:trace>
  <inkml:trace contextRef="#ctx0" brushRef="#br0" timeOffset="3254.56">6691 9367 0,'-27'0'16,"27"-26"-16,0 52 47,0 1-32,0 25-15,0 27 16,0-27-16,27 27 15,-1-27-15,-26 27 16,0-26-16,26-27 16,-26 26-16,26-25 15,-26-1-15,0 0 16,27 0 15</inkml:trace>
  <inkml:trace contextRef="#ctx0" brushRef="#br0" timeOffset="3693.29">7871 9735 0,'-26'-27'16,"0"1"-16,26 0 16,-26 26-16,0 0 15,26-26-15,-27 26 16,-25 0-16,-27 0 0,0 26 15,1 26-15,25 1 16,1-27-16,-1 27 16,53-1-16,0 1 15,0-1-15,26-26 16,27 1-16,26-1 16,-1 0-16,1 0 15,0-26-15,-27 0 16,1 0-16,-27 0 15,0 0-15,0 0 63,1 0-63,-1 0 0</inkml:trace>
  <inkml:trace contextRef="#ctx0" brushRef="#br0" timeOffset="4857.33">8213 10338 0,'-27'-26'16,"27"0"-1,0 0 17,27-1-17,25 27-15,-26-26 16,27 26-16,-1 0 16,-25 0-1,25 0-15,-26 0 0,0 0 16,-26 26-16,0 1 0,0-1 31,0 0-31,-26 0 0,0 0 16,-53 27-16,27-27 15,-1-26-15,1 26 32,-1 1-32,27-27 0,0 0 15,52 0 32,0 0-31,53 0-16,0 0 31,-27 26-31,27-26 0,-53 0 0,27 26 16,-1 0-16,-26 1 15,-26 25-15,0-26 16,0 1-16,0-1 15,0 0-15,0 0 16,-26 1-16,-26-27 16,-27 26-16,-26-26 15,0 0-15,26 26 0,1-26 32,-1 0-32,26 0 0,1-26 0,52-27 15,0 1-15,26-1 16</inkml:trace>
  <inkml:trace contextRef="#ctx0" brushRef="#br0" timeOffset="5313.03">9026 9551 0,'0'-26'0,"0"52"47,53 27-31,-1 25-16,-26-25 16,27-1-16,25 1 15,-25-1-15,26 1 16,-27-27-16,27 0 15,-27 0-15,-25-26 16,-1 27-16,0-27 16</inkml:trace>
  <inkml:trace contextRef="#ctx0" brushRef="#br0" timeOffset="5597">9525 9630 0,'0'-26'0,"0"-1"16,0 1-16,-27 26 47,1 53-32,-53 25-15,27 1 16,-27 0-16,0-27 15,1 1-15,25 25 16,1-51-16,26 25 16,-1-26-16,1 1 15,26-1 1,0 0 0,0-52 15,53-27-31</inkml:trace>
  <inkml:trace contextRef="#ctx0" brushRef="#br0" timeOffset="6763">10049 9394 0,'0'-27'31,"0"1"-15,27 0 0,25 26-1,27-26-15,0 26 16,-1 0-16,1 0 15,0 0 1,-27 0-16,-26 0 0,1 0 16,-27-27-16,0 1 109,-27 0-78,27 52 63,0 27-78,-26-27-16,26 26 15,0 1 1,0-1-16,0 1 0,0-1 16,0 1-16,0-27 0,0 26 15,0 1-15,0-1 16,0-25-16,-26-1 15,26 0-15,0 0 16,0 1 468</inkml:trace>
  <inkml:trace contextRef="#ctx0" brushRef="#br0" timeOffset="7250.12">11283 9761 0,'0'-26'0,"0"-1"16,0 1 15,-27 26-15,1 0-16,-53-26 0,27 26 15,-53 0-15,26 26 16,1 0-16,-1 1 16,26 25-16,27-26 15,0 27-15,26-1 16,0 1-16,52-27 15,27 27-15,0-27 16,26 0-16,26-26 16,-52 26-16,-1-26 15,-25 0-15,-1 0 0,-25 0 16,-1-26 0,0 26-1,-26-26 1</inkml:trace>
  <inkml:trace contextRef="#ctx0" brushRef="#br0" timeOffset="8416.84">11571 10417 0,'-26'-26'0,"0"-1"15,26-25 1,0 26-16,0 0 15,0-1 1,26 1-16,0 26 16,1 0-16,-1 0 15,26 0-15,1 0 16,-1 0-16,-26 26 0,27 1 31,-53 25-31,0 0 0,0 1 0,0-1 16,-26 1-16,-27-1 15,-26 1-15,27-27 16,0 27-16,-1-53 16,1 26-16,25-26 15,1 0 1,0 0 0,52 0 30,27 0-30,52 0-16,26-26 16,0 26-16,26 0 15,-52 0-15,0 0 16,-26 0-16,-53 0 16,0 0-16,-78 0 93,0-27-93</inkml:trace>
  <inkml:trace contextRef="#ctx0" brushRef="#br0" timeOffset="11125.44">12516 9735 0,'-26'0'0,"52"0"31,79 0-31,79 0 16,-1 0-16,27 0 15,-26 0-15,-1 0 16,-51 0-16,-54 0 0,-25 0 15,-27 0-15,-78 26 16</inkml:trace>
  <inkml:trace contextRef="#ctx0" brushRef="#br0" timeOffset="11393.18">13172 9420 0,'0'-26'0,"-26"26"16,26-27-16,0 54 31,0 51-15,0 1-16,0 26 16,0-26-16,26-1 15,26 1-15,-25 0 16,-27-27-16,26 27 15,-26-26-15,0-27 16,0 0-16,0 0 16,0 1-16</inkml:trace>
  <inkml:trace contextRef="#ctx0" brushRef="#br0" timeOffset="12036.51">14379 9079 0,'0'-27'0,"0"1"16,0 0-16,0 52 46,0 27-30,0-1-16,0 27 16,0 0-16,26-27 15,0 1-15,27-1 16,-1-26-16,1 1 16,-1-27-16,1 0 15,-1 0-15,1 0 16,-1-27-16,1-25 15,-27-1-15,0 1 16,-26-27-16,0 53 0,0-27 16,0 1-1,0 26-15,0-1 16,0 54 46,0 25-46,0 1-16,0 25 16,0 1-16,0 0 0,0 0 15,0-27-15,26 27 16,1-27-16,-1 27 16,-26-27-16,0-25 15,0-1-15,0 0 16,26-26 15,-26-26 0</inkml:trace>
  <inkml:trace contextRef="#ctx0" brushRef="#br0" timeOffset="14485.53">15743 9525 0,'-26'-26'16,"0"-1"-16,0 27 16,26-26-16,-27 26 31,1 0-31,-26 0 15,-27 0-15,0 0 16,27 26-16,-1 27 0,1-1 16,52 1-1,-26-1-15,26 1 0,0-1 16,52 1-16,53-27 16,-26 26-16,26-52 15,0 27-15,-27-27 16,1 0-16,-26 0 15,-1 0-15,-26 0 16,1 0-16,-1-27 16,0 1-1,-52 79 360,0-1-375,-27 27 0,1-27 16,-1 1-16,27-1 16,-27 1-1,1-27-15,26 26 0,-1-52 16,27 27-1,27-27 17,51 26-32,1-26 15,0 26-15,0-26 16,26 0 0,-27 0-16,1 0 0,-27 0 15,1 0-15,-27 0 31,-26-26-31,0-27 0,0 27 16,0 0-16,0 0 16,0 0-16,0-1 15,0 1-15,-26 26 16,26 53 93,0-1-109,0 0 32,0 1-32,0-1 0,-26 1 0,26-1 15,-27 1-15,27-27 0,0 27 16,0-27-1,0 0 1,-26-26 62,26 26 1078,-26-26-1156</inkml:trace>
  <inkml:trace contextRef="#ctx0" brushRef="#br0" timeOffset="14957.34">16898 9761 0,'-53'0'0,"80"0"62,51 0-62,27 0 16,0 0-16,27 0 16,-1 0-16,-26 0 15,0-26-15,-53 26 16,-26 0-16,-78 0 31</inkml:trace>
  <inkml:trace contextRef="#ctx0" brushRef="#br0" timeOffset="15257.9">17187 9472 0,'-27'-26'0,"27"52"47,0 27-32,0 26-15,0-1 16,0 27-16,0-26 16,0 0-16,0-1 15,0-25-15,0-1 16,0 1 0,0-27-16,0 0 0,0 1 0,0-1 31,27-26-31,-1 0 15,0 0 1,0-53-16</inkml:trace>
  <inkml:trace contextRef="#ctx0" brushRef="#br0" timeOffset="15872.43">18184 9079 0,'-27'0'15,"27"-27"-15,53 1 16,-1 26-16,27-26 16,-26 26-16,25-26 15,1 26-15,-26 0 16,-1 0-16,0 0 15,-25 0-15,-1 0 16,-26 26-16,0 0 16,0 27-16,0-27 15,0 53-15,-26-27 16,-27 27 0,27 0-16,0-27 0,0 27 15,-1-27-15,27 27 0,-26-27 16,26-25-16,0-1 15,0 0-15,0 0 16,0 1 15,-26-1 32,0-26-63</inkml:trace>
  <inkml:trace contextRef="#ctx0" brushRef="#br0" timeOffset="17033.08">19364 9735 0,'27'-27'0,"-1"27"15,0-26-15,-26 0 31,26 26-31,-26-26 0,-52 26 16,-1 0 0,-25 0-16,-1 0 15,0 0-15,27 0 32,-1 26-32,1 26 0,-1-25 15,27 51 1,0-25-16,26-1 0,0 1 15,26-1-15,27-25 16,25-1-16,27 0 16,0 0-16,-26-26 15,26 0-15,-53 0 16,27 0-16,-26 0 16,-27 0-16,0 0 15,0 0-15,-26-26 16,0 52 499,0 27-515,0-1 16,0 1-16,0-27 16,0 26-16,0 1 0,0-27 15,0 27-15,0-27 16,0 0-16,0 0 16,0 1-16,0-1 15,-26-26 63,-53 0-78</inkml:trace>
  <inkml:trace contextRef="#ctx0" brushRef="#br0" timeOffset="23925.6">16898 9420 0,'-26'-26'16,"-1"26"-16,27-27 15,0 1 1,0 79 15,53-1-31,-1 27 16,27 26-16,-26 0 16,25-27-16,1-25 15,0 26-15,-1-27 16,-25 1-16,-1-27 15,1-26-15,-27 26 16,0-26 0,-26 26-16,0-78 31</inkml:trace>
  <inkml:trace contextRef="#ctx0" brushRef="#br0" timeOffset="24207.86">17475 9289 0,'-26'0'15,"0"0"17,-27 78-17,1 27-15,-53 0 16,26 0-16,0 0 15,-26 26-15,27-52 0,25 26 16,-26-26-16,53 0 16,0-53-16,26 26 15,0-26 1,0-52 15,26-26-31</inkml:trace>
  <inkml:trace contextRef="#ctx0" brushRef="#br0" timeOffset="24522.26">16740 9446 0,'-52'-26'0,"104"26"47,1 52-32,26 1-15,26 26 16,-27-1-16,27 1 16,-26 0-16,-26-1 15,-1-25-15,0-1 16,-25 1-16,-1-27 16,0 0-16,-26 1 0,26-27 15,-26 26 1,0-52 31</inkml:trace>
  <inkml:trace contextRef="#ctx0" brushRef="#br0" timeOffset="24853.04">17396 9289 0,'0'-53'16,"0"27"-1,-52 105 48,0 26-63,-27 0 15,0 26-15,0-26 16,-26 0-16,27 0 16,-1-27-16,0 1 0,27-26 15,26-1 1,-1 1-16,1-27 0,26 0 16,0 0-16,0 0 15,-26 1-15</inkml:trace>
  <inkml:trace contextRef="#ctx0" brushRef="#br0" timeOffset="25262.33">16740 9315 0,'-52'0'0,"52"-26"0,0 52 47,52 26-31,27 27-16,0 0 0,0 0 15,-1 25-15,-25 1 16,-1-26-16,1 26 15,-1-26-15,-25 0 16,-1-27-16,0 1 16,0-27-16,0 0 15,1 0-15,-27 0 47,0-52-16,0 0-31</inkml:trace>
  <inkml:trace contextRef="#ctx0" brushRef="#br0" timeOffset="26627.63">1758 4067 0,'-289'0'0,"53"0"16,52 0-16,53 0 15,78 0-15,80 0 16,156 0-16,159 0 16,104 26-16,78-26 15,54 0-15,51 0 16,-25-26-16,-27 26 16,-52-26-16,-131-1 0,-106 27 15,-130 0-15,-106-26 16,-104 26-16,-184 0 15,-132 0-15,-78 26 16,-105 27-16,-52-1 16,-27-25-16,0 51 15,53-25-15,131-1 16,157 1-16,184-27 16,131 0-16,237-26 15,183 0-15,184 0 16,131-26-16,52-53 15,-26 27-15,-52-1 0,-158 1 16,-131-1-16</inkml:trace>
  <inkml:trace contextRef="#ctx0" brushRef="#br0" timeOffset="43778.36">1128 9656 0,'-26'0'15,"26"-26"17,0 0-17,0-1 1,0 54 46,-27-1-46,27 52-16,-26-25 16,26-1-16,0 1 15,0-27-15,26 0 16,1-26-16,-27 27 0,26-27 16,0-27 15,0 1-31,27-26 31,-27 25-31,0-25 0,1 26 0,-27-1 16,0 1-1,0 0-15,26 26 0,-26 26 47,0 27-31,0-1-16,0 1 0,0-1 15,0 1 1,26-1-16,0 1 0,27-27 16,-27 0-16,26-26 15</inkml:trace>
  <inkml:trace contextRef="#ctx0" brushRef="#br0" timeOffset="43983.29">1626 9604 0,'-26'0'15,"52"26"17,1 0-32,-1 0 15,0 27-15,27-27 16,-27 0-16,0 0 15,27 1-15</inkml:trace>
  <inkml:trace contextRef="#ctx0" brushRef="#br0" timeOffset="44187.12">1915 9604 0,'-26'-27'16,"0"54"15,-1-1-31,1 26 16,-26 1-16,25 25 15,1-25-15,26-1 16,-26-25-16,26-1 0,0 0 16</inkml:trace>
  <inkml:trace contextRef="#ctx0" brushRef="#br0" timeOffset="44658.8">2099 9656 0,'0'-26'15,"26"0"1,0 26 0,0-27-16,27 27 15,-27 0-15,0 0 16,1-26-16,-1 26 16,0 0-16,-26 26 15,0 27 1,0-27-1,-26-26-15,26 26 16,0 0 0,-26 1-16,26-1 15,0 0-15,26 0 16,0 1 0,0-1-16,1-26 15,-27 26 1,-27-26-1,1 0 1,-26 0-16,-1 0 16,1 0-16,25 0 15,-25 0-15</inkml:trace>
  <inkml:trace contextRef="#ctx0" brushRef="#br0" timeOffset="44863.4">2597 9551 0,'27'26'32,"25"27"-17,-26-27-15,1 0 0,-1 27 16,-26-27-1,0 0-15,26 0 0</inkml:trace>
  <inkml:trace contextRef="#ctx0" brushRef="#br0" timeOffset="45066.76">2781 9551 0,'-26'0'15,"0"26"17,-1 27-32,1-1 15,0 1-15,0-27 16,26 26-16,-27 1 16,1-27-16,26 0 15</inkml:trace>
  <inkml:trace contextRef="#ctx0" brushRef="#br0" timeOffset="45412.7">2965 9551 0,'26'0'15,"26"0"-15,-25 0 16,25 0-16,-26 0 15,-26 53-15,0-27 16,0 26-16,-26 1 16,0-27-16,-27 26 15,27-52-15,0 27 16,78-27 46,27 0-62,0-27 0,0 27 16,26 0-16,-27-26 16,-25 26-16,-27 0 15</inkml:trace>
  <inkml:trace contextRef="#ctx0" brushRef="#br0" timeOffset="45759.21">1023 10417 0,'-26'0'16,"78"0"15,53 0-31,53-26 16,-1 26-16,53-27 15,52 27-15,1-26 0,-1 0 16,-26 26-16,-52-26 16,-53 26-16,-52-26 15,-27 26-15,-25-27 16,-80 27 15</inkml:trace>
  <inkml:trace contextRef="#ctx0" brushRef="#br0" timeOffset="46261.78">918 10784 0,'0'-26'15,"0"0"-15,26 26 16,27-26-16,25-1 16,-25 27-16,-1-26 15,-25 26-15,-27 26 47,0 1-47,0-1 16,0 0-16,0 0 15,0 1-15,0-1 0,26 0 16,0 0-16,-26 0 16,0 1-16,0-1 15,-26 0 1,0-26-16,-1 26 15,1-26-15,0 0 16,0 0-16</inkml:trace>
  <inkml:trace contextRef="#ctx0" brushRef="#br0" timeOffset="46466.59">1364 10758 0,'26'0'31,"27"0"-15,-27 0-16,26 26 16,-25 1-16,-1-1 15,0 0-15,-26 0 16,26-26-16</inkml:trace>
  <inkml:trace contextRef="#ctx0" brushRef="#br0" timeOffset="46655.43">1679 10706 0,'-53'52'31,"1"-26"-16,-1 27-15,27-1 16,0 1-16,0-1 0,-27-26 16,27 27-16,26-27 15</inkml:trace>
  <inkml:trace contextRef="#ctx0" brushRef="#br0" timeOffset="46946">1758 10811 0,'52'-27'16,"1"1"-16,-1 26 16,1-26-16,-1 26 15,1 0-15,-27 0 16,0 0-16,-26 26 16,0 0-16,-26 1 0,-27-1 15,27 0-15,0-26 16,0 26-16,26 0 31,52 1-15,1-27-1,25 0-15,1 0 16,-27 0-16,1-27 16,-1 1-16</inkml:trace>
  <inkml:trace contextRef="#ctx0" brushRef="#br0" timeOffset="47110.89">2519 10679 0,'0'27'63,"26"-1"-63,0 0 16,0 0-16,1 1 15,-1-1-15,0 0 16,0-26-1</inkml:trace>
  <inkml:trace contextRef="#ctx0" brushRef="#br0" timeOffset="47284.52">2702 10706 0,'-26'0'0,"0"0"31,0 26-16,-27 26-15,27 1 16,-27-27-16,27 53 16,-26-53-16,25 26 15</inkml:trace>
  <inkml:trace contextRef="#ctx0" brushRef="#br0" timeOffset="47488.31">2965 10732 0,'0'52'32,"0"1"-32,0-27 15,0 26-15,0 1 0,0-1 16,0 1-16,0-27 15</inkml:trace>
  <inkml:trace contextRef="#ctx0" brushRef="#br0" timeOffset="49557.83">8475 12044 0,'-26'-26'0,"0"26"15,26 26 16,0 53-31,0-1 16,0 1 0,0 0-16,0-1 0,52-25 15,-26-1-15,27 1 16,-1-27-16,-26-26 16,1 0-16,25 0 15,-26-52 1,27-1-16,-1-26 15,-25 1-15,-1-1 0,0 26 16,-26 1-16,0 26 16,26 26-16,-26 52 47,0 1-32,-26-1-15,26 27 16,0-27-16,0 27 0,0-26 15,0-1 1,26 1-16,27-1 0,-27-26 16,0 27-16,1-53 15,-27 26-15,52-26 16</inkml:trace>
  <inkml:trace contextRef="#ctx0" brushRef="#br0" timeOffset="49796.26">9839 12306 0,'-26'0'0,"26"-26"16,53 52 15,-1 27-31,27-27 16,26 26-16,-26 1 15,-1-27-15,-25 27 16,25-27-16,-51 0 16,-1-26-16,0 26 15,-26 1 1,-26-27 0</inkml:trace>
  <inkml:trace contextRef="#ctx0" brushRef="#br0" timeOffset="50000.79">10286 12280 0,'-27'-26'16,"1"78"31,0 1-31,0 25-16,-1-25 15,-25 26-15,-1-1 16,1-25-16,-27-1 15,27 1-15,-27-1 0,27-52 16</inkml:trace>
  <inkml:trace contextRef="#ctx0" brushRef="#br0" timeOffset="50723.89">1338 13015 0,'0'-27'0,"0"1"16,26 0-16,53 0 16,-1 26-16,1-27 15,0 27-15,0 0 16,-27 0-16,-26 27 15,1-1-15,-1 26 16,-26 1-16,0-1 16,0 27-16,0-53 0,0 27 15,0-27-15,0 27 16,0-27-16,0 0 16,0 0-1</inkml:trace>
  <inkml:trace contextRef="#ctx0" brushRef="#br0" timeOffset="50912.16">2046 13015 0,'27'0'32,"25"0"-17,27 0 1,-1 52-16,27-26 15,-26 27-15,0-27 16,0 0-16,-27 27 16,1-53-16,-27 26 15,0-26-15</inkml:trace>
  <inkml:trace contextRef="#ctx0" brushRef="#br0" timeOffset="51163.92">2571 12910 0,'-26'0'16,"0"26"15,-1 0-31,1 27 16,0-1-16,0 1 15,-27-27-15,27 26 16,-27 1-16,27-1 0,0-25 15,0-1 1,26 0-16</inkml:trace>
  <inkml:trace contextRef="#ctx0" brushRef="#br0" timeOffset="51604.42">3227 12700 0,'0'-26'15,"0"-1"1,-26 54 46,-27 25-46,27 1-16,-26-1 16,25 0-16,1 1 15,0-1-15,0 1 16,26-1-16,0 1 0,0-27 16,26 27-1,26-27-15,1 0 16,-1 0-16,1-26 0,-1 0 15,1 0-15,-1 0 16,-25 0-16,-27-26 16,0 0-16,0 0 15,0-1-15,0 1 16,0 0-16,-53 26 16,27 0-16,-27 0 0,1 0 15,-27 0 1,0 26-16,-26 0 0</inkml:trace>
  <inkml:trace contextRef="#ctx0" brushRef="#br0" timeOffset="51919.25">1259 13881 0,'53'0'16,"52"0"-1,26 0-15,52-27 16,54 1-16,-1 0 16,0 0-16,0-1 15,-26 1-15,-53 26 16,-52-26-16,-26 26 15,-53-26-15,1 26 16,-1 0-16,0 0 16,0 0-1</inkml:trace>
  <inkml:trace contextRef="#ctx0" brushRef="#br0" timeOffset="52769.27">1495 14484 0,'0'-26'0,"0"0"16,0-1-16,26 1 16,53 0-16,0 0 0,26-1 15,-26 27-15,-27-26 16,-26 26-16,-26 26 15,0 27-15,0 26 16,-52-27-16,-27 27 16,0-27-16,27-25 15,-1-1-15,27 0 16,0-26-16,52 0 47,53 0-47,26 0 0,0-26 15,0 0-15,0-1 16,0 1-16</inkml:trace>
  <inkml:trace contextRef="#ctx0" brushRef="#br0" timeOffset="52926.41">2440 14353 0,'0'26'31,"52"27"-31,27-27 0,-26 0 16,25 0-16,-25 1 15,-27-1-15,0-26 16</inkml:trace>
  <inkml:trace contextRef="#ctx0" brushRef="#br0" timeOffset="53115.23">2807 14300 0,'-26'0'15,"0"0"1,0 53-16,-1-27 0,1 27 16,0-1-16,0 1 15,-1-1-15,1-26 16,26 1-16,0-1 15</inkml:trace>
  <inkml:trace contextRef="#ctx0" brushRef="#br0" timeOffset="53319.33">3332 14195 0,'26'53'31,"1"-1"-15,-1 1-16,26-1 16,-26 1-16,1-1 15,-27-25-15,26 25 16,-26-26-16</inkml:trace>
  <inkml:trace contextRef="#ctx0" brushRef="#br0" timeOffset="54184.22">11598 12359 0,'-53'0'15,"1"-27"-15,25 1 16,27 0 0,0 0-16,27-1 15,25 1-15,1 0 16,-1 0-16,0 0 15,-25 26-15,-1 0 16,-26 52 0,0 0-1,0 27-15,-79 0 0,27-27 16,-1-25-16,1-1 16,-1 0-16,27 0 15,0-26-15,26 27 31,26-27-15,53 0 0,26 0-16,0 0 15,0 0 1,26 0-16,-26-27 0,0-25 0</inkml:trace>
  <inkml:trace contextRef="#ctx0" brushRef="#br0" timeOffset="54404.24">12490 12070 0,'0'-26'0,"0"78"78,0 1-78,-27-1 0,27 27 0,-26-27 16,26 1-16,0-1 15,0 1 1,0-27-16,26 0 16,27 1-16</inkml:trace>
  <inkml:trace contextRef="#ctx0" brushRef="#br0" timeOffset="54640.12">13093 12359 0,'0'-27'16,"53"27"-1,52 0 1,0 0-16,0-26 16,26 26-16,0 0 15,-26-26-15,-26 26 16,-27 0-16,-26 0 15,1-26-15,-27-1 16,-53 1 0,-26 0-16</inkml:trace>
  <inkml:trace contextRef="#ctx0" brushRef="#br0" timeOffset="54954.26">13670 12044 0,'0'-26'16,"0"52"15,0 0-15,0 27-16,0-1 15,0 27-15,0-27 16,0 27-16,0-27 16,0 27-16,0-26 0,0-27 15,0 26-15,0-25 16,-26-27 62</inkml:trace>
  <inkml:trace contextRef="#ctx0" brushRef="#br0" timeOffset="56007.64">14982 12096 0,'0'53'63,"0"25"-63,-26-25 15,26 26-15,-26-27 16,26 1-16,0-27 15,0 0-15,0 0 16,0 1-16,0-54 47,0 1-47,0-53 16,0 1-1,0-1-15,0 0 0,0 27 16,0-1-16,0 1 15,0 26 1,26 26-16,-26 26 31,0 53-15,0-1-16,0 1 16,0 0-16,0-1 15,0-25-15,0-1 16,0-25-16,-26-27 15,26-27 32,0-25-31,0-27-16,0 0 0,0 27 16,0-27-1,26 27-15,0 26 0,-26-1 16,27 27 15,-27 53-15,0-1-1,0 27-15,0-27 16,0 27-16,0-26 16,0-27-16,0 26 15,0-25-15,0-1 16,0 0-16,0 0 15,0 1-15,0-1 16,26-26-16,26 0 0</inkml:trace>
  <inkml:trace contextRef="#ctx0" brushRef="#br0" timeOffset="56262.85">15875 12280 0,'0'-26'15,"26"26"1,0 0 0,0 26-16,27 26 15,26 1 1,-1-1-16,1 1 0,0 26 16,-27-53-16,1 26 15,-27-25-15,0-1 16,0 0-16,-26 0 15</inkml:trace>
  <inkml:trace contextRef="#ctx0" brushRef="#br0" timeOffset="56526.81">16504 12280 0,'0'-26'16,"-26"26"-16,0 0 47,0 0-47,-1 52 15,-25 1-15,-27 25 16,27 1-16,-27-26 16,27 25-16,-1-25 15,1-27-15,-1 0 16,27 1-16,0-1 0,-1 0 15,27 0-15,-26-26 16</inkml:trace>
  <inkml:trace contextRef="#ctx0" brushRef="#br0" timeOffset="57376.79">17082 12175 0,'-27'-26'15,"27"0"1,53 26-16,26-27 16,26 1-16,-1 26 15,-25-26-15,0 26 0,0 0 16,-27 0-16,1 0 16,-27 52-16,26-25 15,-25 25-15,-27 0 16,26 27-16,-26-26 15,0 25 1,0-25 0,0-1-16,0 27 15,0-26-15,-26-27 16,26 26-16,-27-25 16,27-1-16,-26 0 15,26 0 1,-26-26 359,0 0-360</inkml:trace>
  <inkml:trace contextRef="#ctx0" brushRef="#br0" timeOffset="57691.61">16950 12674 0,'53'0'31,"78"0"-31,0-27 16,53 27-16,-27 0 16,27-26-16,-26 26 15,-1 0-15,-26-26 0,-26 26 16,-52-26-1,-1 26-15,-26 0 0,1-27 16,-80 27 47,-52 0-63</inkml:trace>
  <inkml:trace contextRef="#ctx0" brushRef="#br0" timeOffset="58383.26">7320 13277 0,'-78'0'16,"25"0"-16,158 0 15,105 0 1,131 0-16,132 0 15,51 0-15,54 0 0,25 0 16,1-26-16,-53 26 16,-27-26-1,-104-1-15,-79 1 0,-104 0 16,-54 0-16,-104-1 16,-53 27-16,0 0 15,-52 0 16,-26 27-31,-53-1 16,-26 26-16</inkml:trace>
  <inkml:trace contextRef="#ctx0" brushRef="#br0" timeOffset="63094.54">11624 14799 0,'0'-53'0,"0"1"0,0 26 15,-26 0-15,-27 26 16,1-27-16,-1 27 16,1 0-16,-1 0 15,-26 27-15,53-1 16,0 26-16,26 27 15,0-27-15,52 27 16,53-26-16,0 25 16,0 1-16,0-26 15,-26-1-15,-27 1 16,-25-27-16,-27 0 0,0 0 31,-79-26-31,-26 26 0,0-26 16,26 0-16,1 0 15,25-26-15,1-26 16,52-1-16,0-25 16,0 25-16,0-26 15,78 27-15,-25-1 16,-1 1-16,1 26 16,-27-1-16,0 27 15,1 0 1,25 0-16</inkml:trace>
  <inkml:trace contextRef="#ctx0" brushRef="#br0" timeOffset="63564.89">12306 14746 0,'0'-26'0,"-26"26"15,26 53 32,0-1-47,26 1 0,26-1 16,1 1-16,26-27 16,-27 0-16,-26 0 15,27-26-15,-27 0 31,0 0-31,1-52 16,25-27-16,1 0 16,-53 27-16,26-1 15,-26 27-15,0 0 16,0 78 31,0 1-47,0 26 15,0-1-15,0 1 16,0-26-16,26-1 16,0 1-16,-26-1 15,27 1-15,-27-1 16,26-26-16,-26 0 16,0 1-16</inkml:trace>
  <inkml:trace contextRef="#ctx0" brushRef="#br0" timeOffset="63785.12">13434 15009 0,'0'-26'0,"27"26"16,77 0-1,28 0-15,25-27 16,1 27-16,-1 0 15,0 0-15,-52 0 16,-26 0-16,-53 0 16,-52 0-1</inkml:trace>
  <inkml:trace contextRef="#ctx0" brushRef="#br0" timeOffset="64020.9">14038 14668 0,'0'52'31,"0"27"-15,0-27-16,0 27 16,0-26-16,26-1 0,-26 1 15,0-1-15,26-26 16,-26 27-16,0-27 15,0 0-15,0 1 16,0-1-16,0 0 16</inkml:trace>
  <inkml:trace contextRef="#ctx0" brushRef="#br0" timeOffset="64476.95">14641 14563 0,'0'-53'0,"27"27"0,25 0 15,1 0-15,-1 26 16,27 0-16,-27 0 16,1 26-16,25 0 15,-25 27-15,-27 25 16,0 1-16,1 0 15,-1-1-15,-26 1 16,0 0 0,0-27-16,26 27 0,-26-53 15,0 27-15,0-27 0,0 0 16,26 1-16,-26-1 16,0 0-1,0-52 16</inkml:trace>
  <inkml:trace contextRef="#ctx0" brushRef="#br0" timeOffset="64665.55">14720 15009 0,'-26'0'0,"52"0"16,105 0-16,27 0 15,52 0 1,-27 0-16,27 0 0,0 0 16,-52 0-16,-1 0 15,-52 0-15</inkml:trace>
  <inkml:trace contextRef="#ctx0" brushRef="#br0" timeOffset="64902.3">16531 15114 0,'26'-26'0,"79"26"31,26-27-31,26 27 0,-25-26 0,-1 26 15,-52 0-15,-27 0 16</inkml:trace>
  <inkml:trace contextRef="#ctx0" brushRef="#br0" timeOffset="65027.68">16688 15245 0,'-52'0'15,"52"26"-15,26-26 31,52 0-31,54 0 16,-1 0-16,26 0 16,-25 0-16,-1-26 15</inkml:trace>
  <inkml:trace contextRef="#ctx0" brushRef="#br0" timeOffset="65987.31">18656 14773 0,'26'-27'0,"0"1"16,1 0-16,-27 0 15,0-27-15,0 27 16,0 0-16,-53 0 15,1 26-15,-1-27 16,1 27-16,-1 0 16,1 0-16,-1 0 15,27 0-15,0 27 0,0 25 16,26-26-16,0 1 16,0-1-16,0 0 15,26 0 1,0-26-16,0 0 0,1 0 15,-1 0-15,0 0 16,0 0-16,1 0 16,-1 0-16,0 0 15,0-26-15,1 0 16,-1 0 0,0-1-16,0 1 15,-26 79 126,26-1-126,-26 0-15,27 27 16,-1-26-16,-26-1 16,26 1-16,-26-1 0,26-26 15,-26 1-15,27-1 16,-27 0-16,0 0 16,26-26-1,-26 27-15</inkml:trace>
  <inkml:trace contextRef="#ctx0" brushRef="#br0" timeOffset="66835.85">19364 14458 0,'0'-26'15,"27"52"48,-1 26-63,0 1 16,0 26-16,-26-27 0,27 0 15,-27-25-15,26 25 16,-26 1-16,0-27 15,0 26-15,26-25 16,-26 25-16,0-26 16,26 1-16,-26-1 15,0 0-15,0 0 16,0 1 0,27-27 62,-27 26 328,-27-26-390,1 0-16,-26 26 15,-1 0-15,1-26 16</inkml:trace>
  <inkml:trace contextRef="#ctx0" brushRef="#br0" timeOffset="67464.35">21779 15219 0,'-105'0'15,"-132"26"1,-104 53-16,-131 52 0,-79 53 15,-53-1-15,-52 27 16,27 0-16,78-26 16,78 0-16,80-27 15,104-26-15,53 0 16,79-26-16,52-26 16,52 0-16,27-27 0,26 1 15,79-27-15,78 0 16,79-26-16,53-52 15,52-27-15,79-52 16,26 0-16,52-53 16,53 26-16,0-25 15,0-1-15,-26 0 16,-26 53-16,-106 26 16,-25 0-16,-132 53 15,-79 26-15,-78-1 16,-289 106-16,-183 79 15,-185 78-15,-209 52 16,-53 1 0,-104 52-16,-1-26 0,27 0 15,52 0-15,52 0 16,80-27-16,130-25 16,106-27-16,130-79 15,132-52-15</inkml:trace>
</inkml:ink>
</file>

<file path=ppt/ink/ink15.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9:43:38.047"/>
    </inkml:context>
    <inkml:brush xml:id="br0">
      <inkml:brushProperty name="width" value="0.05292" units="cm"/>
      <inkml:brushProperty name="height" value="0.05292" units="cm"/>
      <inkml:brushProperty name="color" value="#C00000"/>
    </inkml:brush>
  </inkml:definitions>
  <inkml:trace contextRef="#ctx0" brushRef="#br0">12490 3700 0,'-53'-27'0,"53"1"15,0 0 32,53 26-47,52 0 16,26 0-16,26 0 15,-26 0-15,27 0 16,-53 0-16,0 0 16,-26 0-16,-1 0 0,-52 0 15,1 0-15,-1 0 32,-52 0-32,-27 0 0,-78 0 15</inkml:trace>
  <inkml:trace contextRef="#ctx0" brushRef="#br0" timeOffset="141.43">12490 3726 0,'-53'0'0,"106"0"15,78 0 1,26 26-16,27-26 16,26 0-16,-26 0 0,-1 0 15,-25 0-15,-27 0 16,-52 0-16</inkml:trace>
  <inkml:trace contextRef="#ctx0" brushRef="#br0" timeOffset="3970.37">6717 6297 0,'-26'0'0,"26"-26"47,52 0-47,1 0 16,25-1-16,1 1 16,0 0-16,0 26 15,-27-26-15,0 26 16,-25 0-16,-27 26 15,26 0-15,-26 53 16,0-27-16,0 27 16,0 0-16,26-1 15,-26-25-15,0-1 16,0 1-16,0-1 16,0-25-16,0-1 93</inkml:trace>
  <inkml:trace contextRef="#ctx0" brushRef="#br0" timeOffset="4363.71">7924 6560 0,'0'-27'15,"-26"27"1,-1 0 0,1 0-1,-26 0-15,-27 27 0,0 25 16,1-26-16,25 27 16,27-27-16,0 27 15,26-1-15,0-26 16,26 27-16,53-1 15,-1-25-15,54-1 16,-28 0-16,28 0 16,-54-26-16,1 0 0,-26 0 15,-1 0 1,1-26-16,-27 26 0,-26-26 16,26 0-16</inkml:trace>
  <inkml:trace contextRef="#ctx0" brushRef="#br0" timeOffset="4965.08">8081 7137 0,'27'0'31,"-1"-26"-31,0 26 0,0 0 16,1 0-16,-1 0 15,0 0-15,0 26 16,1 26-16,-27-25 16,26 25-16,-26-26 15,0 1 1,-26 25-16,-1-52 0,-51 26 16,25 1-16,27-1 15,-27-26-15,80 0 63,25 0-63,27 0 15,-27 0-15,1 0 16,-1 0-16,1 0 16,-27 26-16,26 0 15,-25 1-15,-1-1 16,-26 0-16,0 0 15,0 1-15,0-1 16,-26 0 0,-27 0-16,1-26 15,-1 26-15,-25-26 0,25 0 16,1 0 0,-1 0-16,27 0 0,-27 0 15,27 0 1,0 0-16,0 0 15,-1 0 48,27-26-63</inkml:trace>
  <inkml:trace contextRef="#ctx0" brushRef="#br0" timeOffset="10907.14">8737 6297 0,'27'0'62,"25"27"-62,27-1 0,-27 26 16,27 1-16,-26-1 31,-1 1-31,0-1 16,1-26-16,-1 27 15,-25-27-15,25 0 16,-26-26-16,-26 27 0,0-1 0</inkml:trace>
  <inkml:trace contextRef="#ctx0" brushRef="#br0" timeOffset="11284.7">9446 6192 0,'-26'0'63,"-1"27"-47,1 25-16,-53 27 15,27-27-15,-1 1 0,1 25 16,0-25-16,25-1 15,1 1-15,0-27 16,0 27-16,-1-27 16,27 0-16,0 0 15,0 1 1,0-1 0,-26-26-16,26 26 15,26-26 16,27 0-31,26-26 16,-1 0-16</inkml:trace>
  <inkml:trace contextRef="#ctx0" brushRef="#br0" timeOffset="11833.38">10522 6035 0,'-27'0'15,"27"-26"-15,-26 26 0,0 0 32,0 0-32,-27 0 15,-25 0-15,-1 52 16,0-26-16,0 27 15,27-1-15,-1 27 16,27-26-16,0-1 16,26 1-16,0-1 15,0 0-15,26-25 16,0-1-16,27 0 16,-1 0-16,1-26 15,-1 0-15,1 0 16,-1 0-16,1 0 0,-1 0 15,-26-26 1,-26 0-16,27 26 0,-27-26 16,0-1-16,0 1 15,0 0-15,-27 0 16,1 26-16,0-26 16,0 26-16,0 0 15,-27 0 1,27 0-16,0 0 15,-1 0-15,1 26 16,-26 0-16,25 0 16,27 27-16,-52-27 0,26 0 15,-1 0-15</inkml:trace>
  <inkml:trace contextRef="#ctx0" brushRef="#br0" timeOffset="12604.02">10758 6586 0,'0'-26'16,"0"-1"-1,-26 27 1,-1 0 0,-25 0-16,-27 0 15,0 27-15,27-1 16,-27 0-16,27 27 16,26-1-16,-1 1 0,27-1 15,0 1 1,0-1-16,53 1 0,-1-27 15,27 0-15,0-26 16,-1 26-16,1-26 16,0 0-16,-27 0 15,1 0-15,-27-26 16</inkml:trace>
  <inkml:trace contextRef="#ctx0" brushRef="#br0" timeOffset="13345.05">11020 7268 0,'0'-26'15,"0"0"1,26 26-16,27-27 16,-27 27-1,0-26-15,27 26 0,-1 0 16,1 0-16,-27 0 16,0 26-16,1 1 15,-1-1-15,-26 26 16,0-25-1,0 25-15,0-26 0,0 1 0,-53 25 16,1-26-16,-27 1 16,0-1-16,27 0 15,-1-26-15,1 26 16,26-26-16,0 27 16,-1-27-1,80 0 48,25 0-63,27 0 15,-26 0-15,26 0 32,-26 0-32,0 0 0,-27 0 0,1 0 15,-27 0-15,0 0 16,-26-27 31,-26 27 109</inkml:trace>
  <inkml:trace contextRef="#ctx0" brushRef="#br0" timeOffset="13787.15">12070 6638 0,'52'0'47,"1"0"-32,52 0-15,0 0 16,26 0-16,0 27 16,-26-27-16,26 0 15,-52 0-15,-27 0 0,1 0 16,-53-27 62</inkml:trace>
  <inkml:trace contextRef="#ctx0" brushRef="#br0" timeOffset="14117.45">12647 6376 0,'0'-26'15,"0"78"17,0-25-17,0 51-15,0-25 16,0-1-16,0 27 16,0-27-16,0 1 15,0-1-15,0 1 0,0-1 16,0-25-16,0-1 15,0 0 1,0 0 0,0 1 15,0-54 0</inkml:trace>
  <inkml:trace contextRef="#ctx0" brushRef="#br0" timeOffset="14652.48">13513 6009 0,'0'-27'16,"26"27"-16,27-26 15,25 0-15,27 26 0,0-26 16,0 26-16,-26 0 15,0 0-15,-27 0 16,-26 0-16,1 0 16,-27 26 15,0 0-15,0 0-16,0 27 15,0-1-15,-27 27 16,1-26-16,0 25 0,26 1 15,-26 0 1,26-27-16,-26 1 0,26-1 16,0-26-16,0 1 15</inkml:trace>
  <inkml:trace contextRef="#ctx0" brushRef="#br0" timeOffset="15549.32">14536 6402 0,'0'-26'0,"-52"26"63,-1 53-63,-25-1 16,-1 0-16,26 1 15,1-1-15,26 1 16,0-1-1,26-25-15,0 25 0,26-26 16,52 27-16,1-27 0,26-26 16,-26 0-16,26 0 15,-53 0-15,1 0 16,-27 0-16,0-26 16,1 0-16,-1-1 15,-26 1-15,0 0 16,0 0-16,0-1 15,0 54 64,0-1-64,0 0 1,0 27-16,0-27 0,0 0 15,0 27-15,0-27 16,26-26-16,0 26 16,0-26-1,1 0-15,-1 0 0,26 0 16,1 0-16,-27 0 16,27-26-16,-27 0 15,0-1-15,0 1 16,-26 0-1,27 0-15,-27-27 0,0 27 32,0 0-17,0-1 1,0 80 62,0-1-78,-27 1 16,1 26-16,26-1 15,-26-25-15,0 25 0,26-25 16,0 26 0,-27-27-16,27-26 0,0 1 15,0-1-15,0 0 16,0 0-16,0 1 15,27-27 1,51 0-16,1-53 16</inkml:trace>
  <inkml:trace contextRef="#ctx0" brushRef="#br0" timeOffset="15802.2">15927 6245 0,'0'-26'0,"0"52"31,26 0-15,53 27-16,-26-1 15,25 27-15,1-27 16,-27 1-16,1-27 15,-27 0-15,0 27 0,-26-27 16,0 0 0,0 0-16</inkml:trace>
  <inkml:trace contextRef="#ctx0" brushRef="#br0" timeOffset="16084.52">16399 6245 0,'-26'0'31,"0"26"-31,-27 27 16,1 25-16,26-25 15,-1-1-15,-25 27 16,26-27-16,0 1 15,26-27-15,-27 27 16,27-27-16,-26 0 16,26 0-1,26-26 1</inkml:trace>
  <inkml:trace contextRef="#ctx0" brushRef="#br0" timeOffset="16540.84">17344 5799 0,'0'-26'16,"-52"26"30,25 26-46,-51 26 0,-1 1 16,26 25 0,1-25-16,-1 26 0,27-27 15,0 27-15,26-27 16,0 1-16,0-27 16,52 27-16,27-27 15,0-26-15,-27 26 16,27-26-16,-26 0 15,-1 0-15,-26 0 0,0 0 16,1-26-16,-1 26 16,-26-26-16,0-27 15,0 27-15,0 0 16,0-1-16,-26 1 16,-27 0-16,1 26 15,-1 0-15,-25 0 16,-1 0-16,0 0 15,0 26-15,27 0 16,-1 1-16,27-1 16</inkml:trace>
  <inkml:trace contextRef="#ctx0" brushRef="#br0" timeOffset="17286.48">18157 6429 0,'0'-27'0,"0"1"16,-26 26 0,26-26-1,-26 26 1,-27 0-1,1 26-15,-27 27 16,1-1 0,25 0-16,1 1 0,25 26 15,1-27-15,26 1 16,0-1-16,79 1 16,0-27-16,26 0 15,-1 0-15,1-26 0,0 0 16,-52 0-1,-1 0-15,1-26 0,-27 26 16,0-26-16,1 0 16,-27-1-16,0 1 15,0 0 1,0 0-16,-27 26 16,27 26 93,-26 26-93,0 1-16,0 26 0,26-27 15,-27 1-15,1 25 16,26-25-16,0-1 15,-26 1-15,26-27 16,0 0-16,0 0 16,0-78 46,0 26-46,-26-53-1</inkml:trace>
  <inkml:trace contextRef="#ctx0" brushRef="#br0" timeOffset="18655.43">18971 6533 0,'52'0'47,"1"0"-31,26-26-16,-1 26 0,1 0 15,26 0-15,0 0 0,26 0 16,-26 0-16,-26 0 16,-27 0-16,-25 0 15,-1 0-15,-52 0 47,-27 0-31,1 0-16,-27 0 15</inkml:trace>
  <inkml:trace contextRef="#ctx0" brushRef="#br0" timeOffset="20002.98">19364 6219 0,'0'52'78,"0"1"-62,0-1-16,0 27 31,0-27-31,0 1 16,0-1-16,0 1 15,0-27-15,0 26 16,0-25-16,0-1 16,0 0-16,0 0 31</inkml:trace>
  <inkml:trace contextRef="#ctx0" brushRef="#br0" timeOffset="20915.41">20467 5982 0,'26'-26'63,"26"26"-48,1-26-15,25 26 16,-25 0-16,26-26 0,-27 26 16,1 0-1,-1 0-15,1 0 0,-27 0 16,0 0-16,-26-27 125,-26 54 187,-27-27-296,1 0-16</inkml:trace>
  <inkml:trace contextRef="#ctx0" brushRef="#br0" timeOffset="31466.47">20309 6087 0,'53'-26'31,"-1"0"-15,1 0 0,25 26-16,27-27 0,-26 1 15,0 26-15,-1-26 16,1 26-16,-26 0 16,-27-26-16,0 26 0,0 0 15,1-27 1,-1 27-16,0 0 15,0 0 48,-26 27-63,26-1 16,-26 26-16,27-25 15,-27 25-15,26-26 16,-26 27-16,26-27 15,-26 27 1,26-27-16,-26 26 0,0-25 0,27-1 16,-27 0-1,26 0-15,-26 1 32,0-1 77,0 0-93,0 0-1,0 0-15,0 1 16,0-1-16,0 0 15,0 27-15,0-27 16,0 0-16,0 0 16,0 1 15,0-1 78,0 0-93</inkml:trace>
  <inkml:trace contextRef="#ctx0" brushRef="#br0" timeOffset="32128.89">22198 6717 0,'0'-26'0,"27"0"16,-27-1-1,0 1-15,-27 26 32,1 0-32,-26 0 15,-1 0-15,-26 0 16,27 26-16,-27-26 15,27 53-15,-1-27 16,27 27-16,0-27 16,26 26-16,0 1 15,26-1 1,27 1-16,25-27 0,1 0 0,26 1 16,-26-1-16,26-26 15,-27 0-15,1 0 16,-26 0-16,-27 0 15,0 0 1,-26 26 140,0 0-93</inkml:trace>
  <inkml:trace contextRef="#ctx0" brushRef="#br0" timeOffset="32443.42">22671 7268 0,'26'0'31,"26"0"-15,1 0-16,52 26 15,-26-26-15,25 0 16,-25 0-16,0 0 15,-27 0-15,-25 0 16,-27 27 0,-27-27-1,-25 0-15</inkml:trace>
  <inkml:trace contextRef="#ctx0" brushRef="#br0" timeOffset="32978.14">22723 7347 0,'0'-26'16,"0"52"31,0 0-32,0 0-15,0 1 16,0-1-16,0 26 0,0-25 15,0-1 1,0 0 0,0-52 77,26 0-77,27 26-16,-1-27 16,1 27-16,-1 0 15,27 0 1,0 0-16,-1 0 0,-25 0 16,-1 0-16,1 27 15,-1-1-15,-25 0 16,-27 0-16,0 1 15,0-1-15,-27 0 16,-78 26-16,27-25 16,-54-1-16,1-26 0,0 26 15,26-26-15,-26 0 16,26 0-16,0 0 16,26 0-16</inkml:trace>
  <inkml:trace contextRef="#ctx0" brushRef="#br0" timeOffset="38354.04">1863 10601 0,'-27'0'0,"-25"0"0,52-27 16,0 1 31,52 0-31,27 0-16,26-1 15,0 1-15,-26 26 16,-27-26-1,1 26-15,-1 0 0,-26 0 16,1 0-16,-1 0 16,26 26-16,-25 0 0,-1 1 15,0 25 1,0-26-16,-26 27 0,27-27 16,-27 27-16,0-27 15,0 26-15,0-25 16,0 25-16,0-26 15,-27-26-15,27 26 16,0 1-16,-26-27 16,26 26-16,0 0 15</inkml:trace>
  <inkml:trace contextRef="#ctx0" brushRef="#br0" timeOffset="38636.99">2965 10522 0,'26'0'31,"26"26"-16,27 0 1,-26 27-16,-1-27 0,1 27 16,-1-27-16,-26 0 15,1 0-15,-1 1 16,0-1-16,0-26 16</inkml:trace>
  <inkml:trace contextRef="#ctx0" brushRef="#br0" timeOffset="38888.87">3594 10496 0,'-26'0'15,"0"0"1,0 0-1,-27 0-15,1 52 16,-1-26-16,-25 53 16,25-26-16,1-1 15,-1 1-15,53-1 16,-26-26 0,0 27-16,26-27 0,0 0 0,0 0 15</inkml:trace>
  <inkml:trace contextRef="#ctx0" brushRef="#br0" timeOffset="39815.85">4303 10181 0,'-26'0'0,"-1"0"15,-25 0-15,26 0 16,-1 0-16,-25 52 16,-1 1-16,27-1 15,0 1-15,0 25 16,26-25-16,0-1 16,0-25-16,0 25 15,52-26-15,-26 1 16,27-1-16,-1-26 15,1 0-15,-1 0 0,-25 0 16,-1 0-16,0-26 16,0-1-1,-26 1-15,0 0 16,0 0 0,-26 26-1,-26 0-15,-1 0 16,1 0-16,-1 0 15,27 26-15,0-26 16,26 26 0,26-26-1,0 0-15</inkml:trace>
  <inkml:trace contextRef="#ctx0" brushRef="#br0" timeOffset="40083.72">4618 10312 0,'26'26'47,"26"0"-47,1 1 16,-27 25-16,27-26 15,-27 1-15,0 25 16,0-52-16,1 26 16,-1 1-16,0-27 15,0 0 1</inkml:trace>
  <inkml:trace contextRef="#ctx0" brushRef="#br0" timeOffset="40302.99">5011 10207 0,'-26'0'0,"0"0"16,-27 53 0,27-27-1,-26 52-15,-1-25 16,27 26-16,-27-27 15,27 1-15,0-27 16,0 0-16,0 0 16,26 1-16,-27-27 15</inkml:trace>
  <inkml:trace contextRef="#ctx0" brushRef="#br0" timeOffset="40664.31">5405 10050 0,'0'-27'0,"-26"27"31,-1 53-15,27-27-1,0 27-15,0-27 16,0 0 0,53 0-16,26 1 0,-27-1 15,1 0-15,-1-26 16,-26 26-16,1-26 16,-1 26-16,-26 1 31,-26-27-31,-27 26 15,-26 0-15,27-26 16,-27 0-16</inkml:trace>
  <inkml:trace contextRef="#ctx0" brushRef="#br0" timeOffset="40868.67">5536 10023 0,'-26'-26'0,"0"0"16,26 0 0,26-1-16,53 1 15,26-26-15,0 25 0,-27 27 16,-25-26 0,-1 26-16,-130 53 31</inkml:trace>
  <inkml:trace contextRef="#ctx0" brushRef="#br0" timeOffset="41246.62">1889 11440 0,'-131'27'16,"78"-27"0,27 0-16,78 0 15,80 0 1,78 0-16,-1-53 16,80 1-16,52-1 15,0-26-15,53 27 16,26-27-16,0 27 15,-53-1-15,-26 1 16,-79 25-16,-78 1 0,-53 0 16,-78 26-16,-27 0 15,-26-26-15,-105 26 32,-26 0-32</inkml:trace>
  <inkml:trace contextRef="#ctx0" brushRef="#br0" timeOffset="41717.32">2597 11729 0,'-52'0'16,"26"0"-16,26-26 15,78-1 1,1 1-16,0 0 15,-27 26-15,1 0 16,-53 26 15,0 0-31,0 27 16,-27-27-16,27 27 16,0-27-16,0 0 15,0 27-15,53-27 0,-1 26 16,1-25-1,-27-1-15,-26 0 16,0 0 0,-79-26-16,1 27 15,25-1-15,-25-26 16,51 0-16,-25 0 16</inkml:trace>
  <inkml:trace contextRef="#ctx0" brushRef="#br0" timeOffset="41937.83">3253 11703 0,'-26'0'0,"52"0"15,53 52-15,26-26 16,0 27-16,-26-27 15,-1 27-15,-25-27 16,-27 0-16,0 27 16</inkml:trace>
  <inkml:trace contextRef="#ctx0" brushRef="#br0" timeOffset="42126.34">3673 11650 0,'-26'0'0,"0"0"32,26-26-32,-27 26 15,-25 26-15,-1 53 16,-51 0-16,25-1 16,0 27-16,27-26 15,25-26-15,1-1 16,26 0-16</inkml:trace>
  <inkml:trace contextRef="#ctx0" brushRef="#br0" timeOffset="42488.92">3568 11781 0,'26'0'16,"79"-26"-16,0 0 15,0 26-15,-26 0 16,-27 0-16,1 0 16,-53 26-1,0 0-15,-26 1 16,-27-1-16,-25 0 15,-1 27-15,0-27 16,27 0-16,25 0 16,1 1-16,26-1 15,0 0-15,26-26 0,53 0 16,26 0-16,0-26 16,26-27-16,-52 27 15,0 0-15,-27 0 16</inkml:trace>
  <inkml:trace contextRef="#ctx0" brushRef="#br0" timeOffset="42787.94">4460 11571 0,'-26'0'0,"26"27"32,26 25-17,27-26-15,-1 27 16,1-27-16,-27 27 16,26-27-16,-25-26 15,-1 26-15,0-26 16,0 0-1,1 0-15,-27-26 0,26 0 16,0-1-16</inkml:trace>
  <inkml:trace contextRef="#ctx0" brushRef="#br0" timeOffset="42945.4">4906 11624 0,'-26'0'31,"-26"52"-16,-27 1-15,26-1 16,1 1-16,0-1 0,-1-25 16,27 25-16,26-26 15,-26 1-15</inkml:trace>
  <inkml:trace contextRef="#ctx0" brushRef="#br0" timeOffset="43165.71">5379 11414 0,'0'26'16,"0"27"0,0-1-16,0 27 15,26-27-15,0 1 16,-26-27-16,26 0 15,-26 1-15,0-1 16</inkml:trace>
  <inkml:trace contextRef="#ctx0" brushRef="#br0" timeOffset="43481.08">5195 9892 0,'-52'0'16,"-27"53"-1,-26 52-15,-26 0 0,-27 26 16,1 26 0,-27-26-16,27 27 15,-1-27-15,27 0 0,26 0 16,26-26-16,1 27 16</inkml:trace>
  <inkml:trace contextRef="#ctx0" brushRef="#br0" timeOffset="43795.49">4329 11493 0,'-26'0'0,"0"0"16,-53 52-16,0-26 16,-26 53-16,-26 0 15,0 0-15,-27 26 0,1 26 16,-27 0 0,-26 0-16,27 0 0,-1-26 31,53 0-31,0-26 0,78 0 0,27-53 15,26 0-15,79-26 16,26 0-16</inkml:trace>
  <inkml:trace contextRef="#ctx0" brushRef="#br0" timeOffset="44770.34">8580 10023 0,'52'-26'31,"1"0"-15,-1 26-16,1 0 16,-1 0-16,-25 0 15,-1 0-15,0 0 16,-26 26-16,0 27 15,0-1-15,-52 1 16,-1-27-16,1 26 16,-1-25-16,27-1 15,0 0-15,-1 0 16,27 0 0,27 1-1,25 25-15,27-26 16,0 1-16,-27-1 15,1 0-15,-27 0 16,0-26-16,-26 27 16,-26-27-1,-53 26 1,0-26-16,1 0 16,-1 0-16,0 0 15,53 0-15,-27 0 16,53-26-16</inkml:trace>
  <inkml:trace contextRef="#ctx0" brushRef="#br0" timeOffset="45164.84">9446 10233 0,'0'-26'15,"-26"26"48,26 26-47,0 1-16,-27 25 15,27 0-15,0-25 0,27-1 16,-1 0-16,26 0 15,1 1-15,-1-27 16,1 26-16,26-26 16,-53 26-16,0-26 15,-26 26 17,-26 1-32,-53-1 15,0 0-15,1 0 16,-1-26-16,26 0 0,27 0 15,0 0-15,0 0 16</inkml:trace>
  <inkml:trace contextRef="#ctx0" brushRef="#br0" timeOffset="45354.68">9551 10207 0,'-26'-26'16,"-1"26"-16,54 0 31,51 0-31,27 0 0,53 0 16,-27 0-16,-26 0 16,-26 0-16</inkml:trace>
  <inkml:trace contextRef="#ctx0" brushRef="#br0" timeOffset="45620.83">10417 10181 0,'26'26'31,"0"27"-15,27-1-16,-1 0 16,1 1-16,-1-1 15,1-25-15,-27-1 16,0 0-16,0 0 16,1-26-16,-1 0 15</inkml:trace>
  <inkml:trace contextRef="#ctx0" brushRef="#br0" timeOffset="45856.51">10889 10155 0,'-26'0'0,"26"-27"15,-26 54 16,-1 25-15,-51 1-16,25 25 0,-26 1 16,1 0-1,25-27-15,-26 1 0,27-1 16,0 1-16,-1-53 16,27 26-16</inkml:trace>
  <inkml:trace contextRef="#ctx0" brushRef="#br0" timeOffset="47088.09">3909 13277 0,'-26'0'0,"-26"-26"0,-1 26 15,1 0-15,-27 26 16,0 27-16,27 25 15,-27 1-15,53 0 16,0-1-16,26 1 16,0-26-16,52-1 15,27-26-15,-1 1 16,1-1-16,0-26 16,-53 0-16,27 0 15,-27-26-15,-26-1 0,26 1 16,-26 0-16,0-27 15,0 27-15,0 0 16,-26 0-16,0 26 16,-53 0-16,53 0 15,-27 0-15,1 26 16,25 0-16</inkml:trace>
  <inkml:trace contextRef="#ctx0" brushRef="#br0" timeOffset="47324">4355 13382 0,'0'26'31,"27"27"-16,-1-1-15,26 1 0,-25-27 16,-1 0-16,0 0 16,0 1-16,1-1 15,-27 0-15</inkml:trace>
  <inkml:trace contextRef="#ctx0" brushRef="#br0" timeOffset="47528.48">4670 13330 0,'-52'0'15,"-1"0"-15,1 26 16,-1 26-16,1 1 16,26-1-16,-1 1 15,1-1-15,0 27 16,26-27-16,-26-25 0,26-1 15</inkml:trace>
  <inkml:trace contextRef="#ctx0" brushRef="#br0" timeOffset="47826.37">5038 13303 0,'0'-26'15,"-27"26"1,27 26 15,0 27-15,0-27-16,27 27 16,-1-27-16,26 26 15,-25-26-15,-1 1 16,0-27-16,-26 26 15,0 0 17,-52-26-17</inkml:trace>
  <inkml:trace contextRef="#ctx0" brushRef="#br0" timeOffset="47983.81">5169 13251 0,'26'-26'16,"27"-1"-16,51-25 16,-25 26-16,26-27 15,-26 27 1,-27 0-16,27-1 0,-53 27 16</inkml:trace>
  <inkml:trace contextRef="#ctx0" brushRef="#br0" timeOffset="48267.25">3043 14484 0,'-78'26'0,"78"1"0,52-27 16,106 0 15,25-27-31,53-25 0,27-1 0,25 1 16,1-1-16,26 1 15,0 26-15,-27-1 32,-25 27-32,-53-26 0,-53 26 0,-52 0 15,-52 0 1</inkml:trace>
  <inkml:trace contextRef="#ctx0" brushRef="#br0" timeOffset="48611.98">3831 14878 0,'52'-27'31,"53"1"-15,-26 26-16,-27 0 16,-26 0-16,-26 53 15,0-1-15,-52 1 16,-1-1-16,-25-26 15,25 27-15,1-27 16,26 0 0,52-26-1,26 27-15,53-27 16,-26 0-16,26-27 16,0 1-16,0 0 15,-26-27-15</inkml:trace>
  <inkml:trace contextRef="#ctx0" brushRef="#br0" timeOffset="48784.11">4644 14825 0,'0'26'47,"0"1"-47,52 25 15,1-26-15,-1 1 16,-25-1-16,25-26 15,-26 0-15,1 26 16,-1-26-16</inkml:trace>
  <inkml:trace contextRef="#ctx0" brushRef="#br0" timeOffset="48973">5038 14746 0,'-27'0'31,"-25"0"-31,-1 53 16,1-1-16,-1 1 16,1-1-16,26 1 15,26-1-15,-27 1 16,27-1-16,0-25 16,0-1-16</inkml:trace>
  <inkml:trace contextRef="#ctx0" brushRef="#br0" timeOffset="49162.07">5694 14720 0,'0'26'31,"26"27"-31,-26-27 16,0 27-16,26-27 15,-26 26-15,0-25 16,0-1-16,-52 26 0</inkml:trace>
  <inkml:trace contextRef="#ctx0" brushRef="#br0" timeOffset="49413.7">4696 14589 0,'-78'0'0,"25"0"0,-25 26 15,-27 53-15,0 26 16,0-26-16,0 26 16,26 0-1,27 0-15,-27-27 0,0-25 16,27 25-16,-1-51 15,1 25-15,-1-52 16,27 0-16</inkml:trace>
  <inkml:trace contextRef="#ctx0" brushRef="#br0" timeOffset="49697.92">4329 13749 0,'0'-26'0,"0"52"32,-52 27-32,-53 52 0,26 0 15,-26 0-15,0-27 16,0 27-16,26 0 15,1-26 1,-1 0-16,0-27 0,1 1 16,-1-1-16,26-26 15</inkml:trace>
  <inkml:trace contextRef="#ctx0" brushRef="#br0" timeOffset="50280.73">3752 12542 0,'26'-26'16,"27"0"-16,-27 0 16,0 26-16,-26 26 62,0 26-62,26-25 0,27 25 16,-1-26-16,1 27 15,-1-27-15,-26 0 16,1-26-16,-80 27 16,-26-1-1,1-26-15,25 26 16,1-26-16,26 26 15,-1-26-15</inkml:trace>
  <inkml:trace contextRef="#ctx0" brushRef="#br0" timeOffset="51006.51">11702 9918 0,'-52'-26'0,"26"0"15,0 0-15,26 52 47,-27 26-47,1 1 16,26 26-16,-26-1 15,26 1-15,0-26 16,0 25-16,0-25 16,0-27-16,0 26 15,0-25-15,26-1 16,27-26-16</inkml:trace>
  <inkml:trace contextRef="#ctx0" brushRef="#br0" timeOffset="51226.95">11965 9997 0,'-26'0'0,"52"0"47,53-26-47,-1 26 0,1 0 16,0 0-16,-27 0 15,1 0-15,-27 0 16</inkml:trace>
  <inkml:trace contextRef="#ctx0" brushRef="#br0" timeOffset="51682.1">12122 9971 0,'-26'0'16,"0"0"-1,0 52 1,-1-25 0,27 25-1,-26 1-15,26-27 0,-26 26 16,26-25-16,0-1 15,0 0-15,0 0 32,0-52 15,0 0-32,26 0-15,0 26 0,27-27 16,-27 27-16,27-26 15,-1 26-15,1 0 16,25 0-16,1 0 16,-27 26-1,27 1-15,-26-1 0,-53 0 16,0 26-16,0 1 16,0-27-16,-27 27 15,-51-27-15,-1 0 16,-26 0-16,53-26 15,-27 0-15,53 27 0,-1-27 16</inkml:trace>
  <inkml:trace contextRef="#ctx0" brushRef="#br0" timeOffset="51933.94">12910 10207 0,'0'-26'15,"52"26"1,53 0-16,26 0 16,0 0-1,1 0-15,-28 0 0,1 0 16,-26 0-16,-53 0 15,-52 0 17</inkml:trace>
  <inkml:trace contextRef="#ctx0" brushRef="#br0" timeOffset="52342.64">13329 10023 0,'0'27'79,"0"25"-64,0 1-15,0-1 16,27 1-16,-27-1 15,0 0-15,0 1 16,0-27-16,0 27 16,0-1-16,0 1 0,0-27 15,0 26-15,0-25 16,0-1 0</inkml:trace>
  <inkml:trace contextRef="#ctx0" brushRef="#br0" timeOffset="56486.58">14012 9708 0,'-27'0'0,"106"0"32,0 0-32,26 0 0,0 0 15,-27 0-15,1 0 0,-53 0 16,1 27 0,-27-1-16,0 26 15,-53 1-15,1-27 16,-27 27-1,26-27-15,1-26 0,26 26 16,-1-26-16,27 26 16,0 1-1,0-1-15,53 0 16,-1 0-16,27 1 16,-26-1-16,-1 0 31,-26 27-31,1-27 15,-1-26-15,-26 26 0,-53-26 47,-52 26-47,0-26 16,0 0-16,27 0 16,25 0-16,27 0 15,0 0-15</inkml:trace>
  <inkml:trace contextRef="#ctx0" brushRef="#br0" timeOffset="56831.73">15350 9708 0,'-26'0'15,"-1"0"1,-25 0-16,26 27 15,-27 25-15,1-26 16,25 1-16,27 25 16,0-26-16,0 1 15,27-1 1,51 0-16,-25-26 16,26 26-16,-27-26 0,-26 27 15,1-1-15,-1-26 16,-26 26-16,0 0 15,0 1 1,-53-1 0,1-26-1,-53 0-15,26 26 16,0-26-16,1 0 16</inkml:trace>
  <inkml:trace contextRef="#ctx0" brushRef="#br0" timeOffset="57004.94">15350 9787 0,'0'-26'0,"26"26"16,0 0-16,27 0 16,52-26-16,0 26 15,26 0-15,0 0 16,-26 0-16</inkml:trace>
  <inkml:trace contextRef="#ctx0" brushRef="#br0" timeOffset="57225.16">16242 9735 0,'52'26'31,"27"0"-16,26 27-15,0 25 16,0-25-16,0-1 16,-26 1-16,-27-1 15,1 1-15,-27-1 0,-26-25 16,26-1-16</inkml:trace>
  <inkml:trace contextRef="#ctx0" brushRef="#br0" timeOffset="57429.45">17082 9813 0,'-53'0'0,"1"0"16,-1 0-16,-26 0 16,27 27-16,-27 25 15,27 1-15,-27 25 16,53-25-16,-27 26 0,27-27 15,0 27-15,0-27 16,-1-26-16,27 27 16</inkml:trace>
  <inkml:trace contextRef="#ctx0" brushRef="#br0" timeOffset="57838">18105 9577 0,'-26'0'0,"-1"0"16,-25 0-16,0 0 16,-1 53-16,1-1 15,-1 1-15,1 25 16,25-25-16,27 26 15,0-1-15,0-25 16,0-1-16,27 1 16,-1-27-16,53 0 15,-1 1-15,1-27 16,0 0-16,-1 0 0,1 0 16,-53-27-16,27 1 15,-27 0-15,-26 0 16,0-1-16,0 1 15,-52 0-15,-27 0 16,0 26-16,-26 0 16,27 0-16,-1 0 15,26 52-15,1-26 16,-1 27-16,1-27 16</inkml:trace>
  <inkml:trace contextRef="#ctx0" brushRef="#br0" timeOffset="58121.97">19260 10076 0,'26'0'0,"52"0"0,54-26 16,-1 26 0,26 0-16,-25 0 0,-1 0 15,-26 0-15,-27 0 16,-51 0-16,-80-27 31</inkml:trace>
  <inkml:trace contextRef="#ctx0" brushRef="#br0" timeOffset="58343.36">19758 9813 0,'-26'0'16,"26"-26"0,0 52-1,-26 27 1,26 26-16,0 26 15,0-27-15,0 1 16,0 26-16,0-26 16,0-1-16,-53-25 15,-26-1-15,1 1 16,-1-27-16</inkml:trace>
  <inkml:trace contextRef="#ctx0" brushRef="#br0" timeOffset="61323.01">7662 16347 0,'-53'-26'16,"1"26"-16,52-26 15,0-1 1,26-25-16,53 26 16,-27-1-16,-26 1 15,1 26-15,-1 0 16,0 0-16,0 0 15,27 0-15,-27 53 16,26-1-16,-25-26 16,-1 27-16,0 26 15,0-27-15,1 1 16,25-1-16,-52-26 0,26 27 16,-26-27-1,0 0 1,27-26-1,-27 26 17,26-26-32,26 0 15</inkml:trace>
  <inkml:trace contextRef="#ctx0" brushRef="#br0" timeOffset="62060.33">8764 16058 0,'-27'-26'15,"1"26"-15,0 0 63,-27 0-48,1 26-15,-1 27 16,1-1-16,0 1 16,25-1-16,27-25 15,0 25-15,0-26 16,27 1-16,51-1 0,27 0 16,-26-26-16,0 0 15,-1 0-15,-25 0 16,-27 0-16,0-26 15,1 0-15,-27-1 16,26 1-16,-26 0 16,26 0-16,0-1 15,1 27 32,25 27-31,-26-1-16,0 0 31,27 0-31,-53 1 0,0-1 0,0 0 16,0 27-16,0-27 15,-26 0-15,-27 0 16,27-26-16,0 27 16,0-27-16,52 0 62,26-27-62,1 1 16,52-26-16,0 25 15,0 1-15,0-26 16,-27 52-16,-25-27 16,-1 27-16,-26 0 15,-26 27 48</inkml:trace>
  <inkml:trace contextRef="#ctx0" brushRef="#br0" timeOffset="63019.3">7635 17397 0,'-26'0'0,"52"0"15,79 0 1,53-53-16,52 1 31,26-1-31,0-25 0,26-1 0,-25 26 16,-1-25-16,-26 25 15,0 1-15,-53-1 16,-26 27-16,-26 0 16,-52-1-16,-27 27 15</inkml:trace>
  <inkml:trace contextRef="#ctx0" brushRef="#br0" timeOffset="63382.4">10705 16531 0,'53'-26'46,"26"26"-30,-1-27-16,1 27 16,-27-26-16,27 26 15,-53 0-15,27-26 16,-27 26-16,-26 26 31,0 0-31,-26 1 0</inkml:trace>
  <inkml:trace contextRef="#ctx0" brushRef="#br0" timeOffset="63539.48">11020 16636 0,'-52'26'16,"26"0"-16,-1 0 16,1-26-16,52 0 62,27 0-62,25 0 16,27-26-16,-26 26 15,0-26-15,-27 26 0,1-26 16</inkml:trace>
  <inkml:trace contextRef="#ctx0" brushRef="#br0" timeOffset="71516.63">11886 16295 0,'-26'0'0,"0"0"0,26-27 15,26 1 1,26-26-16,27 25 16,0 1-16,-27 0 15,1 26-15,-27-26 16,0 26-16,1 26 31,-1 26-31,0-25 0,0 51 31,0-51-31,-26 25 0,0 1 0,27-27 16,-27 0-16,0 0 16,0 1-16,26-27 15,-26 26-15,26-26 16,0 0 0,-26 26-1,53-26-15,-1 0 16,-25-26-16</inkml:trace>
  <inkml:trace contextRef="#ctx0" brushRef="#br0" timeOffset="71752.25">12936 16032 0,'-26'0'0,"78"0"31,27 26-15,-1 27-16,27-27 15,-26 0-15,0 27 16,-27-27-16,1 0 0,-1 1 16,-26-27-1,1 26-15,-1-26 16</inkml:trace>
  <inkml:trace contextRef="#ctx0" brushRef="#br0" timeOffset="72912.73">13356 15954 0,'-27'0'15,"27"-27"1,-26 54 31,0 51-47,0-25 0,-27 25 15,27-25-15,0-1 16,-1 1-16,27-27 16,-26 0-16,26 1 15,-26-27 454,0 0-313,52 0 125,0 0-265</inkml:trace>
  <inkml:trace contextRef="#ctx0" brushRef="#br0" timeOffset="73326.12">13723 15822 0,'0'-26'15,"0"0"1,-26 26 15,-1 26-31,1 53 16,0 0-16,0 25 15,26-51-15,0 26 0,0-27 16,0-26-16,0 1 16,52-1-16,-26-26 15,27 0-15,-1 0 16,1 0-16,-27 0 16,0 0-16,1 0 15,-27-26-15,26 26 16,-26-27-16,0 1 15,-26 26 17,-27 0-32,1 0 15,-27 26-15</inkml:trace>
  <inkml:trace contextRef="#ctx0" brushRef="#br0" timeOffset="73609.84">11991 17029 0,'-52'0'0,"25"27"16,106-54 15,79 1-31,78-26 0,26-1 0,1-26 15,25 27-15,1-27 16,-1 1-16,-51 25 16,-54 27-16,-78 0 15,-26 26-15,-132 0 32,-52 52-32</inkml:trace>
  <inkml:trace contextRef="#ctx0" brushRef="#br0" timeOffset="73940.67">12280 17318 0,'52'-26'16,"53"-1"-1,0 1-15,-26 0 16,-27 26-16,-25 0 0,-27 52 16,0 27-1,0 0-15,-53-27 16,1 27-16,25-26 16,1-27-16,0 0 15,52-26 16,27 0-31,25 0 16,1 0-16,-26-26 16,25 0-16,-25-27 0,-1 27 15,-26-27 1</inkml:trace>
  <inkml:trace contextRef="#ctx0" brushRef="#br0" timeOffset="74114.67">13119 17344 0,'53'0'47,"-1"0"-32,1 26-15,26-26 16,-27 27-16,1-27 16,-1 0-16,-26 0 15,0 26-15</inkml:trace>
  <inkml:trace contextRef="#ctx0" brushRef="#br0" timeOffset="74317.52">13670 17187 0,'-26'0'16,"0"0"-16,0 0 16,-1 0-1,-25 52-15,0 1 16,25-1-16,1 1 15,0-27-15,26 26 16,0-25-16,0-1 0,0 0 16</inkml:trace>
  <inkml:trace contextRef="#ctx0" brushRef="#br0" timeOffset="74490.72">14064 17082 0,'26'0'31,"27"26"-31,-27 0 16,26 1 0,-52-1-16,27-26 0,-1 26 15,-26 0 1,0 0-16</inkml:trace>
  <inkml:trace contextRef="#ctx0" brushRef="#br0" timeOffset="74725.95">13644 16951 0,'-79'0'16,"-25"26"-16,-1 53 15,0-27-15,0 53 16,26-26-16,26-1 16,-25 1-16,25-26 15,1 25-15,26-25 16,26-27-16,-27-26 16</inkml:trace>
  <inkml:trace contextRef="#ctx0" brushRef="#br0" timeOffset="75024.25">14510 15744 0,'-26'52'47,"-27"27"-47,-52 26 16,27 0-16,-27 0 15,26-27-15,0 27 0,1-52 16,-1 26 0,26-27-16,1-26 0,26 1 15,26-1 1,-27-26-16,27 26 0</inkml:trace>
  <inkml:trace contextRef="#ctx0" brushRef="#br0" timeOffset="75604.83">13775 15114 0,'-52'-26'0,"52"-1"16,0 1 0,26-26-16,53 25 15,-27 1-15,27 26 16,-26 0-16,-1 0 16,-26 0-16,1 0 15,-1 0-15,-26 26 16,26 1-16,-26-1 15,0 0-15,0 0 16,0 1-16,0-1 16,0 0-1,26-26-15,27 26 16,-1 1-16,27-1 0,-27 0 16,27-26-1,-53 26-15,1-26 16,-1 0-16,-26 27 15,-53-1 1,1-26 0,-1 26-16,1-26 15,-27 26-15,0-26 16,27 26-16,-27-26 16,1 27-16</inkml:trace>
  <inkml:trace contextRef="#ctx0" brushRef="#br0" timeOffset="77246.86">20939 9787 0,'0'-26'63,"0"0"-48,0-1 1,26 1-16,0 0 0,53 26 15,0-26-15,-27 26 16,1 0-16,-1 0 16,-26 0-16,-26 52 15,0-26-15,0 27 16,-26 26-16,-53-27 16,1 1-16,-27 25 0,26-51 15,-26 25 1,53-26-16,-1 1 0,27-1 15,0-26-15,104 0 47,27 0-31,27 0-16,25-26 0,0 26 16,-25-27-16,-1 1 15,-52 26-15</inkml:trace>
  <inkml:trace contextRef="#ctx0" brushRef="#br0" timeOffset="77435.28">21857 9787 0,'0'-52'0,"26"-1"15,-26 27-15,0 0 16,0 0 0,0 52 15,0 52-31,0 1 15,0 26 1,27 0-16,-1 26 0,-26 1 16,0-28-16,0 1 0</inkml:trace>
  <inkml:trace contextRef="#ctx0" brushRef="#br0" timeOffset="81197.41">10522 12254 0,'-27'-27'0,"54"1"31,25 26-31,1 0 16,25-26-16,-25 26 16,-1 0-16,-25 0 15,-1 0 1,-26 26-16,26 27 15,-26-1-15,0 1 16,0-27-16,0 0 16,0 0-16,0 1 15,-26-1-15,0-26 0,-1 26 16,1-26-16,0 26 16,26 1 15,0-1-31,52 0 15,-25-26-15,25 26 16,1 1-16,-1-1 16,-26 0-16,0 0 15,-26 1-15,27-1 16,-27 0 0,-53-26 30,-25 0-46,25 0 16,1 0-16,-1 0 16,27 0-16,0 0 15,26-26-15</inkml:trace>
  <inkml:trace contextRef="#ctx0" brushRef="#br0" timeOffset="81638.53">11807 12411 0,'0'-26'0,"0"0"15,0-1 1,0 54 46,0-1-46,0 0-16,0 0 16,0 27-16,0-27 0,53 0 15,-1 1-15,1-1 16,-1-26-16,1 26 16,-1 0-16,-25 1 15,-1-27-15,0 26 16,0-26-16,1 26 15,-27 0 32,-53-26-47,1 0 0,-1 27 16,1-27-16,25 0 31,-25 0-31,26 0 0,-1-53 0</inkml:trace>
  <inkml:trace contextRef="#ctx0" brushRef="#br0" timeOffset="81890.19">12096 12254 0,'26'0'31,"1"0"-31,51 0 31,1 0-31,-27 0 0,1 0 0,-27-27 16,0 27-16</inkml:trace>
  <inkml:trace contextRef="#ctx0" brushRef="#br0" timeOffset="88703.54">12516 12201 0,'52'26'47,"27"27"-31,26 26-16,-26-27 15,26 27 1,-27 0-16,1-27 0,0-26 15,-53 27-15,0-53 16,-26 26-16,27-26 0</inkml:trace>
  <inkml:trace contextRef="#ctx0" brushRef="#br0" timeOffset="88939.58">13198 12201 0,'0'-26'0,"-26"26"78,-27 52-78,-25 27 16,-1-26-16,0 25 15,27-25-15,26-1 16,-27 1-16,27-1 16,-27-25-16,1 25 15,26-26-15,-27-26 16</inkml:trace>
  <inkml:trace contextRef="#ctx0" brushRef="#br0" timeOffset="89316.2">14143 11676 0,'0'-26'16,"-26"52"31,-79 53-32,-53 26-15,27 0 16,0 26-16,26 0 16,26-26-16,27 27 15,25-27-15,27 0 16,27 0-16,78-27 15,-1 1-15,28-27 16,-1 1-16,-26-1 16,0-52-16,-53 0 0,1 0 15</inkml:trace>
  <inkml:trace contextRef="#ctx0" brushRef="#br0" timeOffset="89929.7">11204 11125 0,'-53'0'15,"27"0"-15,105 0 32,52 0-32,79 0 15,52 0 1,-78 0-16,-26 0 0,-27 0 16,-53 0-16,1 0 15,-53 0-15,1 0 16,-1 27 15,26-27-31,27 26 16</inkml:trace>
  <inkml:trace contextRef="#ctx0" brushRef="#br0" timeOffset="90518.25">17554 10732 0,'52'0'94,"53"0"-94,105 0 0,26 26 15,27-26-15,-53 0 16,-27 26-16,-78-26 16,-52 0-16,-184 0 31</inkml:trace>
  <inkml:trace contextRef="#ctx0" brushRef="#br0" timeOffset="93223.34">14038 12332 0,'-26'-26'0,"26"0"32,0 0-17,26 26-15,0-27 16,27 1-16,-1 26 16,27 0-16,-1-26 15,-25 26-15,-1 0 16,1 0-16,-27 0 15,0 26-15,-26 0 16,0 1-16,-26 25 16,-26-26-16,25 1 15,-51-1-15,-1 0 16,26 0-16,-25 1 0,52-1 16,-1-26-16,1 0 15,26 26-15,0 0 31,26-26-15,53 27-16,0-27 16,26 0-16,0 0 15,0 0-15,-27 0 16,-25 0-16,-1-53 16</inkml:trace>
  <inkml:trace contextRef="#ctx0" brushRef="#br0" timeOffset="93490.04">15009 12070 0,'0'-26'16,"0"0"-16,26 52 62,-26 26-46,0 27-16,26-27 16,-26 27-16,26 0 15,-26-27-15,0 1 0,0-1 16,0-25-16,0 25 16,0-26-16</inkml:trace>
  <inkml:trace contextRef="#ctx0" brushRef="#br0" timeOffset="93725.53">15481 11808 0,'0'-27'0,"79"27"15,52 53 1,0 26-16,27 26 15,-53 0-15,-27 26 16,-52 0-16,-26 0 16,-52 0-16,-105 1 15,-1-28-15,-52-25 16,27 0-16,25 0 16,53-1-16</inkml:trace>
  <inkml:trace contextRef="#ctx0" brushRef="#br0" timeOffset="94040.2">16872 12569 0,'26'-27'16,"79"27"-16,0 0 16,52 0-16,1-26 15,-27 26-15,-26 0 16,-53 0-16,-25 0 15</inkml:trace>
  <inkml:trace contextRef="#ctx0" brushRef="#br0" timeOffset="94244.75">17423 12306 0,'-27'0'16,"27"26"15,-26 27-31,26-1 16,-26 1-16,26 26 15,-26-1-15,26-25 16,0 26-16,-26-27 16,26 0-16,0 1 15</inkml:trace>
  <inkml:trace contextRef="#ctx0" brushRef="#br0" timeOffset="94589.31">18262 12437 0,'27'-52'15,"25"26"-15,27-1 0,0 1 16,26 26-16,-27 0 15,1 0-15,-27 0 16,-52 53-16,0-1 16,-52 1-1,-53 25-15,0-25 0,-26-1 16,26-25-16,26-1 16,0 0-16,27-26 15,26 0-15,-1 26 16,106-26 15,26 0-31,53 27 16,-27-27-16,0 0 15,-26 0-15,0-27 0,-26-25 16</inkml:trace>
  <inkml:trace contextRef="#ctx0" brushRef="#br0" timeOffset="94778.99">19391 12332 0,'0'-26'16,"26"26"0,-26 53 15,0-1-31,0 1 16,0 25-16,0 1 15,0 0-15,0 0 0,-53-27 16,-25 0-16</inkml:trace>
  <inkml:trace contextRef="#ctx0" brushRef="#br0" timeOffset="95346.67">9997 13408 0,'26'0'16,"105"0"-16,132 0 16,104 0-16,53 0 15,78-26 1,27 26-16,26-26 0,27 0 31,-54-1-31,-51 1 16,-106 26-16,-78-26 15,-106 26-15,-78-26 16,-78 26-16,-54 26 47,1 0-47</inkml:trace>
  <inkml:trace contextRef="#ctx0" brushRef="#br0" timeOffset="96180.38">22671 12883 0,'0'-26'16,"0"0"-16,0 0 15,52 26-15,1-26 16,52-1-16,-27 27 16,1 0-16,-27 0 15,1 0-15,-27 0 16,-26 27 0,0-1-16,-26 26 15,-53 1-15,1-1 0,-1-26 16,26 27-16,1-27 15,26-26-15,26 26 16,0 1-16,0-1 16,26 0-16,53 27 15,-1-27-15,1 0 16,-27 0-16,1 1 16,-27-27-16,-52 0 46,-53 0-46,1 0 16,-1 0-16,26 0 0,1 0 16,26 0-16</inkml:trace>
  <inkml:trace contextRef="#ctx0" brushRef="#br0" timeOffset="96510.3">23668 12857 0,'-26'0'15,"26"-26"-15,0 52 32,0 0-32,0 27 0,0-27 15,0 27-15,26-27 16,26 0-16,1 0 15,-1 1-15,27-1 16,-53 0-16,27 0 16,-27 1-16,-26-1 15,0 0-15,0 0 16,-26 1-16,-27-27 16,-26 26-1,27-26-15,-27 0 0,1 0 16,25 0-16</inkml:trace>
  <inkml:trace contextRef="#ctx0" brushRef="#br0" timeOffset="96699.37">23563 12910 0,'79'-27'31,"25"27"-31,28-26 0,-1 26 16,-26 0-16,-26 0 16,-27 0-16</inkml:trace>
  <inkml:trace contextRef="#ctx0" brushRef="#br0" timeOffset="97123.1">22513 13933 0,'0'-26'0,"53"52"31,25 27-15,1-1-16,0 0 15,0 1-15,-1-1 16,-51-25-16,-1-1 16,-26 0-16,0 0 15</inkml:trace>
  <inkml:trace contextRef="#ctx0" brushRef="#br0" timeOffset="97296.61">22986 14012 0,'0'-26'15,"-53"52"17,1 0-17,-27 26-15,26 1 16,27-1-16,-26-25 15,25 25-15,-25 1 0,26-27 16</inkml:trace>
  <inkml:trace contextRef="#ctx0" brushRef="#br0" timeOffset="97594.59">23327 13959 0,'52'-26'0,"1"0"16,-1 26-1,1 0-15,-1 0 0,-26 0 0,1 26 16,-27 27-16,0-1 16,-53-26-16,1 27 15,-1-27-15,27 0 16,0 0-16,-1-26 15,27 27-15,0-1 32,79-26-32,0 0 15,26 26-15,-27-26 16,1 0-16</inkml:trace>
  <inkml:trace contextRef="#ctx0" brushRef="#br0" timeOffset="97784.34">24219 13854 0,'26'-26'0,"-26"52"47,0 1-32,0 51-15,0-25 16,0 25-16,0-25 15,0-1-15,0 1 16,-26-1-16,-27 1 0</inkml:trace>
  <inkml:trace contextRef="#ctx0" brushRef="#br0" timeOffset="98133.46">22644 14773 0,'-52'0'0,"-1"0"15,27 0-15,0 0 16,105 0 15,52 0-31,79 0 16,52-27-16,27 27 15,26 0-15,-27-26 16,27 26-16,-52 0 16,-53 0-16,-79 0 15,-53 0-15,-51 0 0,-80 0 16,-78 0-1</inkml:trace>
  <inkml:trace contextRef="#ctx0" brushRef="#br0" timeOffset="105550.41">18289 866 0,'-27'0'16,"27"-27"15,53 1-31,-1 0 15,27 0-15,0 0 16,-27-1-16,27 27 16,-53 0-16,0 0 15,1 27-15,-27 25 16,0 27-16,0-1 16,0-25-16,0-1 0,0 1 15,0-1-15,26 1 16,-26-27-16,26 0 15,-26 1-15,0-1 16,26 0-16</inkml:trace>
  <inkml:trace contextRef="#ctx0" brushRef="#br0" timeOffset="105744.51">18499 1207 0,'-27'-26'0,"27"-1"16,0 1 0,79 0-1,26 0-15,26-1 16,0 1-16,1 0 16,-1 0-16,-52-1 15,-1 27-15</inkml:trace>
  <inkml:trace contextRef="#ctx0" brushRef="#br0" timeOffset="106350.14">19653 656 0,'-26'0'31,"0"0"-15,-1 26-16,-25 27 16,-1-27-16,27 26 15,0 1-15,26-27 16,0 26-16,0-25 16,52-1-16,1-26 0,-1 0 15,27 0-15,-26 0 16,-1 0-16,-26-26 15,1-1-15,-1-25 16,-26-1-16,0 27 16,0-26-16,0 26 15,-26-1-15,26 1 16,0 0 0,26 26-16,0 0 15,0 0-15,27 0 16,-27 0-16,26 0 15,1 26-15,-27 0 16,0 1-16,1 25 0,-1-26 16,-26 27-16,26-27 15,0 0-15,1 0 16,25-26-16,-26 0 16,27 0-16,-1 0 15,-25 0-15,-1 0 16,26-26-16,-52-26 15,26 25-15,-26-25 16,0 0-16,0-1 16,-26 27-16,0 0 15,0-1-15,0 27 16,-27-26-16,1 26 0,-27 0 16</inkml:trace>
  <inkml:trace contextRef="#ctx0" brushRef="#br0" timeOffset="106853.53">19679 1417 0,'0'-27'0,"0"1"15,0 0-15,79 0 16,26 0-16,0 26 16,-26 0-16,-27 0 15,-26 0-15,1 0 16,-27 52-16,0-26 0,-27 27 15,-51-1 1,51-26-16,1 1 0,0-27 16,26 26-16,79-26 31,-1-26-31,27-1 16,-26 1-16,26 0 15,-26 0-15,-1-1 16,1 27-16,0 0 15,-27 0-15,1 0 0,-27 0 16,0 27 0,-26-1-16,27 0 0,-27 27 15,0-27-15,0 0 16,0 0-16</inkml:trace>
  <inkml:trace contextRef="#ctx0" brushRef="#br0" timeOffset="107010.13">20676 1286 0,'0'-53'0,"27"1"15,25-1-15,27 27 16,52-27-16,0 27 0,27 0 16,-1 0-1,-26-1-15,-26 1 0,-26 26 16,-53 0-16</inkml:trace>
  <inkml:trace contextRef="#ctx0" brushRef="#br0" timeOffset="108227.59">16688 15376 0,'0'-26'16,"0"0"-1,0 0-15,52-1 0,53 1 16,-52 0-16,26 26 16,-27 0-16,1 0 15,-27 0-15,26 0 16,-52 26-16,27 27 0,-1-1 15,-26 0-15,0 1 16,0-1-16,0 1 16,0-1-16,0 1 15,0-1-15,0-25 16,0 25-16,0 1 16,0-27-16</inkml:trace>
  <inkml:trace contextRef="#ctx0" brushRef="#br0" timeOffset="108715.08">17554 15455 0,'0'-26'0,"0"-1"15,52 1-15,27 0 0,0 0 16,0 26-1,-1 0-15,-25 0 0,-27 0 16,0 26-16,-26 26 16,0 1-16,-26-1 15,-26 1-15,25-1 16,-25-25-16,26 25 0,-1-26 16,27 1-1,27-27 1,25 0-16,1 0 15,25-27-15,-25 1 16,-1-26-16,1 25 16,-1 27-1,-26-26-15,27 0 0,-27 26 16,27 0-16,25 0 16,-25 0-16,-1 26 15,1 0-15,-1 27 16,1-1-16,-27-25 15,0 25-15,0-26 16,-26 27-16,0-27 0,-26 0 16,0 1-16,-27-1 15,27-26-15,-26 26 16,-1-26-16</inkml:trace>
  <inkml:trace contextRef="#ctx0" brushRef="#br0" timeOffset="108873.05">18367 15455 0,'0'-26'0,"53"-1"15,26 1-15,26 0 16,-1 0-16,1 0 16,27 26-1,-54 0-15,-25 0 0</inkml:trace>
  <inkml:trace contextRef="#ctx0" brushRef="#br0" timeOffset="109202.43">19023 15691 0,'-26'0'16,"26"-26"-1,79 26-15,0 0 16,26-26-16,-1 26 15,28 0 1,-27-27-16,-27 27 0,1-26 16,-53 26-16,-26-26 15</inkml:trace>
  <inkml:trace contextRef="#ctx0" brushRef="#br0" timeOffset="109375.69">19469 15350 0,'0'-26'0,"0"52"16,0 26 0,0 1-16,0 26 15,0 26-15,0-27 16,0 27-16,53-26 16,-27 26-1,0-53-15,-26 27 0</inkml:trace>
  <inkml:trace contextRef="#ctx0" brushRef="#br0" timeOffset="109863.83">20335 15402 0,'0'-26'0,"53"26"15,-1 0 1,-25 0-16,25 0 16,-26 26-16,-26 1 15,0 25-15,0 27 16,-26-53-16,-26 27 16,25-27-16,27 0 15,-26 0-15,52-26 16,27 0-1,52 0-15,0 0 16,-27-26-16,1-26 16,0-1-16,-27 1 15,-25-27-15,25 53 16,-26-27-16,-26 27 16,0 0-1,0 52 16,0 26-15,0 27-16,0 0 16,0 0-16,0-1 15,0 1-15,0 0 16,0 0-16,0-27 16,0 27-16</inkml:trace>
  <inkml:trace contextRef="#ctx0" brushRef="#br0" timeOffset="110461.97">18840 17292 0,'-27'-27'0,"27"1"16,0 0-16,79 0 16,26 0-16,0-1 15,-26 1-15,0 26 16,-27 0-16,-26 0 16,0 0-16,27 26 15,-53 27-15,0 25 16,0-25-16,0 26 0,0-1 15,0-25-15,0-1 16,0 1-16,0-1 16,0-25-16,0-1 15,0 0-15,0 0 16,-26 1 0</inkml:trace>
  <inkml:trace contextRef="#ctx0" brushRef="#br0" timeOffset="110634.96">18787 17685 0,'-26'0'0,"26"-26"15,79 0 1,-1 0-16,54-1 16,-27 1-16,0 0 15,-1 0-15,-25-1 16,0 27-16,0-26 15</inkml:trace>
  <inkml:trace contextRef="#ctx0" brushRef="#br0" timeOffset="111611">19889 17213 0,'0'-26'0,"0"52"94,0 26-94,0-25 15,0 25-15,27-26 16,-1 1-16,0-1 16,0 0-16,27-26 15,-27 26-15,26-26 0,-25 0 16,25 0-1,-26 0-15,27-26 0,-27 0 16,0 0-16,-26-27 16,0 27-16,0 0 15,0-1 1,0 1 0,0 52 234,0 1-235,0 25-15,0 1 16,0-27-1,0 26-15,0-25 0,0-1 16,0 0 47</inkml:trace>
  <inkml:trace contextRef="#ctx0" brushRef="#br0" timeOffset="112382.46">19863 17344 0,'-26'0'0,"0"0"16,52-26 15,53 0-15,25 26-16,28-27 15,-1 27-15,-52-26 16,-1 26-16,-25 0 15,-27 0-15,-52 0 47,0 0-47,-1 0 16,1 26-16,0-26 16,0 0-16,-1 0 15,1 0-15,0 0 16,0 0 109</inkml:trace>
  <inkml:trace contextRef="#ctx0" brushRef="#br0" timeOffset="116409.78">9735 13828 0,'-79'-26'0,"26"26"16,80 0 15,25 0-31</inkml:trace>
  <inkml:trace contextRef="#ctx0" brushRef="#br0" timeOffset="117268.85">9735 13435 0,'-263'-27'16,"27"1"-16,79 26 15,104 0-15,27 0 16,52 0-16,131 0 16,132 26-16,157 1 15,105-1-15,79 26 16,78-26-16,53 27 16,0-27-16,-26 0 0,-79 1 15,-52-27-15,-158 0 16,-131 0-16,-132 0 15,-104 0-15,-53 0 125,-26 26-109,26-26 0,1 0 46</inkml:trace>
  <inkml:trace contextRef="#ctx0" brushRef="#br0" timeOffset="130115.51">17187 15429 0,'0'-27'0,"26"1"15,53 26 1,-1-26-1,1 26-15,0-26 0,-1 26 16,-25 0-16,26 0 16,-27 0-16,-26 0 15,1 0-15,-1 0 16,0 26-16,0 0 16,-26 0-1,0 1-15,0-1 16,0 0-16,0 0 15,0 1-15,-52-1 16,26 0-16,-27 0 0,1 1 16,-1-1-16,27 0 15,0 0 1,26 1 31,0-1-32,26 0 1,26-26-16,1 26 16,-1 1-16,27-27 15,0 26-15,-27 0 16,-26-26-16,1 26 16,-27 1-16,0-1 0,0 0 31,0 0-31,-27 0 0,1 1 15,0-27-15,-26 0 16,-1 26-16,1-26 16,-27 0-16,26 0 15,1 0-15,26 0 16,-1 0-16,1 0 16,0 0-16,26-26 15</inkml:trace>
  <inkml:trace contextRef="#ctx0" brushRef="#br0" timeOffset="130696.42">17869 15324 0,'-26'-26'16,"78"26"0,1 0-1,-1 0-15,-26 0 16,0 0-16,1 0 16,-1 0-16,0 0 15,0 26 1,-26 0-16,0 26 15,0 1-15,-26-1 16,-26 1-16,25-27 16,-51 0-16,25 27 15,1-27-15,-1 0 0,1 1 16,26-27-16,26 26 16,0 0 15,0 0-31,0 1 0,52-1 15,1-26-15,25 26 16,-25 0-16,-1 1 16,-26-1-16,-26 0 15,0 0 1,0 0 15,-26-26-31,0 0 16,-26 0-16,-1 0 0,1 0 15,-27 0-15,26-26 16,-25 0-16,25 0 16,27 0-16</inkml:trace>
  <inkml:trace contextRef="#ctx0" brushRef="#br0" timeOffset="132702.09">20152 17292 0,'26'0'32,"26"0"-17,27 0-15,0 0 16,26-27-16,0 27 16,0 0-1,-27 0-15,-51 0 0,-1 0 16,0 0-16,-78 0 47,-1 0-47,-26 27 15</inkml:trace>
  <inkml:trace contextRef="#ctx0" brushRef="#br0" timeOffset="134372.51">20152 17318 0,'0'26'828,"0"27"-813,-27 25-15,1-25 16,26-1-16,-26-25 16,26 25-16,-26-26 15,26 27-15,-27-27 16,27 0 0,0-52 77,27 0-77,-1 0-16,0-1 16,-26 1-16,26 26 15,1-26-15,-1 26 16,26 0-16,1-26 15,-1 26-15,-25 0 16,51 0-16,-25 0 16,-1 0-16,1 0 15,-27 0-15,26 26 16,-25-26-16,-1 26 16,0 0-16,-26 1 15,0-1-15,0 0 16,26 0-16,-26 1 15,0 25-15,0-26 16,0 0-16,-26 1 16,-53 25-16,27-26 15,-1 1-15,1-27 16,26 26-16,-27-26 16,27 0-1,0 0 1,26-53 218</inkml:trace>
  <inkml:trace contextRef="#ctx0" brushRef="#br0" timeOffset="134976.15">21332 17370 0,'27'-52'0,"-1"52"0,0-26 16,0-1-16,-52 54 109,-26 25-109,-1 1 16,-26-1-1,53 1-15,-26-1 0,-1 27 0,27-27 16,-26 1-16,52-1 15,0 1-15,0-27 16,0 26-16,52-25 16,1 25-16,25-52 15,1 26 1,26-26-16,0 0 0,-26 0 16,-27 0-16,27 0 15,-53-52-15,0 26 16,1-27-16,-27 1 0,0 26 15,0-27-15,-27 27 16,-25 0-16,26-1 16,-1 27-16,-25 0 15,-1 0-15,-25 0 16,-1 0-16,26 0 16,27 27-16,0-27 15,0 26-15,-1 0 16,1 0-16,0 1 31,26-1-31,0 0 16,-26-26-16,26 26 15</inkml:trace>
  <inkml:trace contextRef="#ctx0" brushRef="#br0" timeOffset="135456.76">22382 17948 0,'0'-27'16,"0"1"-16,0 52 78,0 27-78,0 26 16,0-27-16,53 1 15,-27-27-15,0-26 16,0 26-16,27-26 0,-1 0 16,27-52-16,26-1 15,52-26-15,-26-26 16,-26 1-16,0-28 16,0 1-16,0-26 15,0 25-15,-52 28 16,-1-1-16,-26 52 15,1 1-15,-27 25 16,26 27 0,-26 53-1,0-1-15,0 27 16</inkml:trace>
  <inkml:trace contextRef="#ctx0" brushRef="#br0" timeOffset="135740.01">22277 18787 0,'0'-26'15,"26"26"-15,132-26 16,-1 0-16,53 26 16,0-27-16,-53 1 15,27 26-15,-79-26 16,0 26-16,-79-26 16</inkml:trace>
  <inkml:trace contextRef="#ctx0" brushRef="#br0" timeOffset="135866.73">22618 18709 0,'79'0'16,"78"0"-16,53 0 16,26 0-16,27 0 15,-27-27-15,0 1 16</inkml:trace>
  <inkml:trace contextRef="#ctx0" brushRef="#br0" timeOffset="138912.26">20257 1548 0,'26'0'31,"26"0"-15</inkml:trace>
  <inkml:trace contextRef="#ctx0" brushRef="#br0" timeOffset="139654.13">19679 1417 0,'-26'0'0,"0"26"15,26-52 63,52-1-62,1 1-16,26 26 16,-1 0-16,1-26 15,-27 26-15,1 0 16,-1 0-16,-25 0 15,-27 26 1,0 0-16,0 27 16,0-1-16,-27 1 15,-51-1-15,-1 1 16,27-27-16,-1 27 0,27-53 16,0 26-16,52-26 46,26 0-46,27 0 16,0 0-16,-1 0 16,27 26-16,-52-26 15,26 0-15,-27 26 0,-26 1 16,-26-1 0,0 0-16,-52 0 0,-53 27 15,-79-27-15,-26 26 16,-26 1-16,0-27 15</inkml:trace>
  <inkml:trace contextRef="#ctx0" brushRef="#br0" timeOffset="140522.49">22697 997 0,'52'-26'16,"-25"26"0,-27-27-16,-27 54 15,-130 78 1,-79 52-16,-105 53 16,-79 79-16,-79 25 0,-52 1 15,0 0-15,53-52 16,104-1-16,79-78 15,105-1-15</inkml:trace>
</inkml:ink>
</file>

<file path=ppt/ink/ink16.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6701" units="1/cm"/>
          <inkml:channelProperty channel="T" name="resolution" value="1" units="1/dev"/>
        </inkml:channelProperties>
      </inkml:inkSource>
      <inkml:timestamp xml:id="ts0" timeString="2024-03-07T09:49:12.033"/>
    </inkml:context>
    <inkml:brush xml:id="br0">
      <inkml:brushProperty name="width" value="0.05292" units="cm"/>
      <inkml:brushProperty name="height" value="0.05292" units="cm"/>
      <inkml:brushProperty name="color" value="#C00000"/>
    </inkml:brush>
  </inkml:definitions>
  <inkml:trace contextRef="#ctx0" brushRef="#br0">10837 5353 0,'-27'-27'0,"-25"27"32,-1 0-32,27-26 0,-26 26 0,25 0 15,-25 0-15,-27 26 16,0 1-16,1 25 16,-1 1-16,0-1 15,1 27-15,25 0 16,1-1-16,25 1 15,27-27-15,0 27 16,0-26-16,53-1 16,52-26-16,26 1 15,26-1 1,1-26-16,26 0 0,-1 0 0,1 0 16</inkml:trace>
  <inkml:trace contextRef="#ctx0" brushRef="#br0" timeOffset="485.31">11807 5353 0,'-26'0'47,"0"0"-31,0 26-16,-1 26 15,-25-25-15,0 51 16,25-25-16,1 26 15,26-27-15,0 27 16,0-53 0,0 26-16,53 1 0,25-27 0,1-26 31,0 0-31,26 0 16,-27 0-16,27 0 0,-52-26 0,-1 0 15,1-53-15,-53 0 16,0 1-1,0-27 1,0 26-16,-79 0 16,27 0-16,-53 53 15,26 26-15,-26 0 0,0 0 16,26 53 0</inkml:trace>
  <inkml:trace contextRef="#ctx0" brushRef="#br0" timeOffset="2949.43">12437 5379 0,'26'0'62</inkml:trace>
  <inkml:trace contextRef="#ctx0" brushRef="#br0" timeOffset="3360.38">13277 5143 0,'-26'-26'15,"26"-1"-15,0 54 63,-27 25-63,1 27 16,0-1-16,0 27 15,-1-26-15,1 0 16,26 0-16,-26-27 15,26 27-15,0-53 16,0 0-16,0 27 16,0-27-16,-26 0 15</inkml:trace>
  <inkml:trace contextRef="#ctx0" brushRef="#br0" timeOffset="3799.37">13067 5326 0,'52'-52'0,"1"-1"0,-1 27 16,27 0 0,26 0-16,0 0 0,0 26 15,0 0-15,-26 26 16,-27 0-16,-26 26 15,-26 1-15,0-1 16,-26 1-16,-26-27 16,-27 27-16,-26-27 15,0 0-15,0 0 16,0 1-16,0-27 16,26 26-16,53-26 15,0 0-15,52 0 31,27 26-15,-1-26-16,27 0 16,0 26-16,-1 1 15,-25-1-15,25 26 16,-25 1-16,-27-1 16,27-26-16,-1 1 15,1-1-15,-1 0 16,1 0-16,25 1 15,1-1-15,0-26 16,-1 0-16</inkml:trace>
  <inkml:trace contextRef="#ctx0" brushRef="#br0" timeOffset="4114.47">14484 5405 0,'0'-26'0,"0"-27"15,0 27 1,0 0-16,0 0 16,0 78 31,-26 27-47,26 0 15,0-1-15,0 1 16,0 0-16,0 0 15,0-1-15,0-25 16,26-1-16,-26-26 16,0 1-16,0-1 15,0 0-15</inkml:trace>
  <inkml:trace contextRef="#ctx0" brushRef="#br0" timeOffset="4334.21">14431 5510 0,'0'-52'0,"0"-1"16,0 1-16,53 25 15,-1-25-15,53 52 16,-26-26-16,26 26 16,-26 0-16,-1 26 15,-25 0-15,-27 27 16,-26-1-16,0 1 15,-79-27-15,-26 26 16,1 1-16,-28-27 0,27 27 16,27-27-16,25 0 15</inkml:trace>
  <inkml:trace contextRef="#ctx0" brushRef="#br0" timeOffset="4728.39">15533 5405 0,'-52'0'0,"26"-26"16,0 26 15,-1 52-16,-25 1-15,26-1 16,-1 27-16,1-26 16,26 25-16,0-25 15,0-1-15,53-26 16,52 1-16,-27-27 0,27 0 16,26 0-16,-26-27 15,-26 1-15,-26-26 16,-27-27-16,0 0 15,-26 1-15,-26-1 16,-53 0-16,0 27 16,1 25-16,-1 27 15,0 0-15,0 0 16,1 53-16</inkml:trace>
  <inkml:trace contextRef="#ctx0" brushRef="#br0" timeOffset="4979.37">16216 5326 0,'-27'0'15,"27"27"16,0 51-15,27-25-16,-27 26 0,26-1 16,-26-25-16,0 26 15,0-53-15,0 26 16</inkml:trace>
  <inkml:trace contextRef="#ctx0" brushRef="#br0" timeOffset="5325.44">16294 5326 0,'79'-26'0,"26"0"16,0 26-16,52 0 0,-52 0 31,0 0-31,-52 52 0,-27-25 0,-26 51 16,0-25-16,-79-1 15,-52 1-15,0-27 16,0 27-16,0-27 16,-1-26-16,54 26 15,51-26-15,1 0 16,26 26 0,53-26-16,25 27 15,1-1-15,52 0 0,-26 0 16,0 27-16,26-27 15,-26 0-15,-26 0 16,0 1-16,0-1 16,-27-26-16,1 0 15</inkml:trace>
  <inkml:trace contextRef="#ctx0" brushRef="#br0" timeOffset="5765.31">17816 5458 0,'0'-27'0,"0"80"47,-26-1-47,0 27 16,0 0-16,26-27 15,-27 1-15,1-1 16,26-26-16,-26 1 15,26-80 17,0 1-32,0-53 15,52 26-15,1-26 16,26 26-16,-27 1 31,1 25-31,-1 27 0,0 26 0,-25 0 16,25 0-16,-26 79 15,1-1-15,25 54 16,-26-27-16,1-27 16,25 27-16,-52-52 15,26 25 1,-26-51-16,27-1 0,-27 0 0,0 0 16,-53-26-1,1-26-15</inkml:trace>
  <inkml:trace contextRef="#ctx0" brushRef="#br0" timeOffset="5891.86">17475 5799 0,'26'0'16,"79"0"-1,53-26-15,52 26 16,0 0-16,0-27 15</inkml:trace>
  <inkml:trace contextRef="#ctx0" brushRef="#br0" timeOffset="6158.42">19155 5379 0,'0'26'32,"0"27"-32,0-1 0,26 27 15,0 0-15,-26-27 16,0 27-16,0-27 16,0 1-16,0-27 15,0 0-15,0 0 16,0 1-16,0-1 15</inkml:trace>
  <inkml:trace contextRef="#ctx0" brushRef="#br0" timeOffset="6332.19">18630 5484 0,'0'-26'0,"78"-1"15,54 1-15,25 26 16,1-26-16,25 26 16,-25 0-16,-27 0 15</inkml:trace>
  <inkml:trace contextRef="#ctx0" brushRef="#br0" timeOffset="6616.41">20073 5405 0,'0'53'47,"0"25"-47,0-25 15,0 26-15,0-27 16,0 27-16,0-27 16,0 1-16,0-27 15,0 0-15,0 0 16,0 1-16,26-1 16,27-26-16</inkml:trace>
  <inkml:trace contextRef="#ctx0" brushRef="#br0" timeOffset="6961.89">20703 5563 0,'0'-27'0,"0"1"16,0 0-16,0 52 47,0 27-47,-27 25 15,1-25-15,26 26 16,0-27-16,0 0 16,0 1-16,0-27 15,53 0-15,-1 1 16,1-27-16,-1 0 0,1 0 16,-1-27-16,1-25 15,-27-1-15,0 1 16,-26-27-16,0 1 15,0 25-15,-26 1 16,0 52-16,-1-27 16,-25 27-16,-1 0 15,1 27-15</inkml:trace>
  <inkml:trace contextRef="#ctx0" brushRef="#br0" timeOffset="7198.42">21726 5536 0,'0'53'47,"-26"-1"-47,26 1 0,-26-1 15,26 1 1,-27-1-16,1-26 0,0 27 16,-27-53-16,1 26 15</inkml:trace>
  <inkml:trace contextRef="#ctx0" brushRef="#br0" timeOffset="7418.87">21516 5641 0,'26'0'0,"27"0"16,-1 0-16,27 0 16,26 53-16,0-1 15,0-25-15,26 25 0,-26 0 16,0-25-16,-52 25 16,-1-26-16,-26-26 15,0 0-15</inkml:trace>
  <inkml:trace contextRef="#ctx0" brushRef="#br0" timeOffset="7591.25">22513 5431 0,'0'-52'0,"0"26"0,0 78 62,0 1-62,0 52 0,0-27 0,0 1 16,0 0-16,-26-1 16,-53-25-16</inkml:trace>
  <inkml:trace contextRef="#ctx0" brushRef="#br0" timeOffset="14670.09">12463 4565 0,'-26'-52'16,"0"26"-16,0 78 47,-1 79-47,-51 53 0,-27 52 15,-53 27 1,27 25-16,-26 1 0,-1-27 16,1 27-16,-1-27 15,1-25 1,26-28-16,52 1 0,53-52 15,26-53-15</inkml:trace>
  <inkml:trace contextRef="#ctx0" brushRef="#br0" timeOffset="15439.66">16189 4828 0,'27'-79'0,"-1"0"0,-26 27 15,26-1-15,0 27 16,1 0-16,-27 105 31,-27 26-15,-51 52-16,-27 27 16,0 26-16,-26-27 15,-1 27-15,1-26 16,26 0-16,-26-1 15,26-25-15,26-27 16,27-26-16,-1 0 0,27-26 16</inkml:trace>
  <inkml:trace contextRef="#ctx0" brushRef="#br0" timeOffset="16100.14">18656 4697 0,'26'-53'15,"-26"27"-15,26 0 16,-26 78 15,-26 27-31,-26 52 16,-79 53-16,26 26 15,-27-27-15,1 54 16,0-28-16,26 1 16,26 0-16,1-26 15,51 0-15,1-27 0</inkml:trace>
  <inkml:trace contextRef="#ctx0" brushRef="#br0" timeOffset="16792.25">20493 5221 0,'26'-52'0,"0"0"15,0-1-15,-26 27 16,0 0 0,0 52-1,-52 53 1,-79 52 0,0 26-16,-53 27 0,27 0 15,-27 25-15,26-25 16,27 0-16,26-27 15,0-26-15,53 1 16</inkml:trace>
  <inkml:trace contextRef="#ctx0" brushRef="#br0" timeOffset="17487.39">21123 5012 0,'0'-27'0,"0"1"15,26 26 1,-26 26-1,-26 53 1,-53 52-16,0 27 16,0-1-16,-26 27 15,27-1-15,-27 1 0,-26 0 16,-1-53 0</inkml:trace>
  <inkml:trace contextRef="#ctx0" brushRef="#br0" timeOffset="19983.43">7399 7898 0,'-52'-26'16,"25"26"-16,-25 0 15,-1 0-15,27 0 16,0 0-16,0 0 15,0 0-15,-1 0 16,1 26-16,0 26 16,0-25-16,26-1 15,0 0-15,0 0 16,0 1 0,52-1-1,1 0 1,-1-26-16,27 26 0,-1-26 0,1 27 15,0-27-15,-27 26 16,-25-26-16,25 0 16,-52 26-16,26 0 0,-26 1 15,0-1 1,0 0-16,0 0 0,-52 0 16,-27 1-16,0-1 15,-26 0-15,27 0 16,-1-26-16,27 0 15,25 0-15,1 0 16,26-26 15,26-26-31,27-1 0</inkml:trace>
  <inkml:trace contextRef="#ctx0" brushRef="#br0" timeOffset="22152.49">7320 7950 0,'-26'-26'0,"0"26"15,0 0-15,52 0 32,26 0-17,53 0-15,-26 0 16,26 0-16,-26 0 0,0 0 15,-1 0-15,-52 0 16,1 0-16,-27-26 344</inkml:trace>
  <inkml:trace contextRef="#ctx0" brushRef="#br0" timeOffset="23018.31">8213 7740 0,'0'-52'0,"0"26"0,0 0 16,0-1-1,0 54 64,0-1-64,0 26-15,0 1 16,0-1-16,26 1 15,0-27-15,-26 26 16,0-25-16,26-1 16,-26 0-16,0 0 15,0 1-15,0-1 16,27 0 0,-1 0-1,-26 1-15</inkml:trace>
  <inkml:trace contextRef="#ctx0" brushRef="#br0" timeOffset="23543.21">8213 8501 0,'0'27'31,"0"-1"-15,0 0-1,26-26 1,0 0-16,0 0 15,1 0 1,-1 0 15,-26-26-31,0 0 16,0-1-16,0 1 16,0 0-16,-26 26 15,-1 0-15,-25 0 16,26 0-16,-27 0 0,27 0 15,0 26 1,26 0-16,0 1 16,0-1-1,26-26 32,0 0-47,0 0 16,27-26-16,-1 26 15</inkml:trace>
  <inkml:trace contextRef="#ctx0" brushRef="#br0" timeOffset="24860.16">9603 7688 0,'27'-52'0,"-1"25"0,0 1 16,0 0-16,-52 52 46,-53 79-46,-52 26 16,-53 53-16,1 26 0,-53 52 16,-1 27-16,-25-1 15,0 1-15,25-53 16,54 0-16,52-78 16,26-1-16,52-52 15,27 0-15,0-52 16,26-1-16,0-26 15,-27 1-15,27-80 47,0-26-47,27-25 16</inkml:trace>
  <inkml:trace contextRef="#ctx0" brushRef="#br0" timeOffset="28273.03">8659 9184 0,'26'0'94,"0"0"-79,0 0-15,27 0 16,-27 0-16,0 26 16,-26 0-1,0 0 1,0 1-16,-26-1 15,26 0-15,-26 0 16,0 1-16,-1-27 16,1 26-16,0-26 15,26 26 1,-26-26-16,52 26 47,26-26-32,27 0-15,0 27 16,-27-27-16,27 26 16,-26-26-16,-1 26 15,0 0-15,-25-26 0,-27 27 16,26-27-16,-26 26 16,-53 0-1,1-26 1,0 26-16,-27-26 15,26 0-15,-25 26 16,-1-26-16,26 0 16,1 0-16,26 0 15,-1 0 1,27-26 0,0 0-1,0 0-15,0 0 16</inkml:trace>
  <inkml:trace contextRef="#ctx0" brushRef="#br0" timeOffset="28793.05">9866 8921 0,'-27'-26'0,"1"26"16,26-26-16,-26 26 15,26 26 63,0 27-78,0-1 16,0 0 0,0 1-16,0-1 0,0 27 15,26-26 1,0-1-16,-26 1 0,27-27 15,-1 0-15</inkml:trace>
  <inkml:trace contextRef="#ctx0" brushRef="#br0" timeOffset="29956.37">9971 9708 0,'0'27'31,"26"-27"-15,0 0 0,0 0-16,1 0 15,-1 0 1,-26-27-1,0 1 1,0 0 0,-26 26-1,-1 0-15,27 26 94,0 0 281</inkml:trace>
  <inkml:trace contextRef="#ctx0" brushRef="#br0" timeOffset="30427.5">11886 8921 0,'-26'0'15,"52"0"16,53 0-15,26 0-16,0 0 16,0 0-16,26 0 15,-52 0-15,-1 0 16,-25 0-16,-27 0 16,-52 0 46</inkml:trace>
  <inkml:trace contextRef="#ctx0" brushRef="#br0" timeOffset="30727.86">12017 9052 0,'79'0'47,"0"0"-47,26 0 16,26 0-16,-26 0 15,-26 0-15,-27 0 16,-26 0-16,-52 0 125</inkml:trace>
  <inkml:trace contextRef="#ctx0" brushRef="#br0" timeOffset="31466.71">11729 6770 0,'-27'0'15,"80"26"32,52-26-31,26 26-16,53-26 15</inkml:trace>
  <inkml:trace contextRef="#ctx0" brushRef="#br0" timeOffset="31828.81">15140 6901 0,'0'26'16,"105"-26"0,26 0-16,53 0 15,78 0-15</inkml:trace>
  <inkml:trace contextRef="#ctx0" brushRef="#br0" timeOffset="32253.93">20860 6665 0,'105'-27'16,"53"27"0,78-26-16,52 0 15,-52 0-15</inkml:trace>
  <inkml:trace contextRef="#ctx0" brushRef="#br0" timeOffset="38699.92">14510 8659 0,'0'-26'16,"0"-1"-16,0 1 15,0 0 1,0 0 0,0-1 140,0 1-140,-26 0-1,26 0-15,-26-1 16,-1 1-1,27 0-15,0 78 79,0 27-64,0 0-15,0 0 16,0-27-16,0 1 15,27 25-15,-27-25 16,0-1-16,0-25 16,0-1-1,0 0-15,0 0 0,0 0 16,26-26 78,0 0-94,27 0 15</inkml:trace>
  <inkml:trace contextRef="#ctx0" brushRef="#br0" timeOffset="39186.97">14930 8790 0,'-53'0'15,"27"0"-15,26-26 16,0 0 15,26-1-31,1 1 16,25 0-16,1 0 15,-1 26-15,27-27 16,0 27-16,-1 0 16,-25 0-16,-1 0 15,1 0-15,-27 27 0,-26-1 16,0 26-16,0-25 16,0 25-16,-52-26 15,-1 27-15,-26-27 16,1 0-16,-1 1 15,26-1-15,1 0 16,-1-26-16,27 0 31,26 26-15,26-26 0,27 0-16,26 0 15,26 0-15,26 0 16,0 0-1,0-26-15,-26 26 16,-52 0-16,-1 0 0</inkml:trace>
  <inkml:trace contextRef="#ctx0" brushRef="#br0" timeOffset="39628.26">16137 8606 0,'-26'0'0,"0"-26"0,-1 52 62,1 27-46,-26 26-16,-1-1 15,27 1-15,26-26 16,0-1-16,0 0 0,0-25 16,26-1-1,27 0-15,-1-26 0,1 0 16,51 0-16,-25 0 16,26-26-16,-26-27 15,-27 1-15,27 0 16,-53-1-16,-26-26 15,0 27-15,-26-27 16,-26 27-16,-1-1 16,1 27-16,-1 0 15,27-1-15,0 27 16,-1 0-16,1 0 0,0 0 16,-27 53-16</inkml:trace>
  <inkml:trace contextRef="#ctx0" brushRef="#br0" timeOffset="39926.44">13907 9315 0,'-53'0'0,"79"0"16,106 26-1,51-26-15,53 26 16,27-26-16,-1 0 16,1 0-16,-1 0 15,-26 0-15,-26-26 16,-26 26-16,-27 0 16,-52 0-16,-26-26 15,-27 26-15,-25 0 16,-54 0 15</inkml:trace>
  <inkml:trace contextRef="#ctx0" brushRef="#br0" timeOffset="40477.6">14799 9997 0,'0'-26'16,"26"0"0,26-1-16,53 1 15,-52 0-15,52 26 16,-53 0-16,1 0 15,-1 0-15,-25 0 16,-1 0 0,-26 26-16,0 0 15,0 1-15,-26-1 16,-1 0-16,1-26 0,-26 26 16,25-26-1,1 27-15,0-27 0,26 26 31,0 0-31,52-26 16,1 26-16,26-26 16,-27 27-16,27-1 15,-27-26-15,-26 26 16,-26 0-16,27-26 16,-27 27-16,-53-1 15,-25-26 1,-1 26-16,-26-26 15,26 0-15,0 0 0,27 0 16,-1 0-16,27-26 16,0 0-16,26-27 15,0 1-15,52-27 16</inkml:trace>
  <inkml:trace contextRef="#ctx0" brushRef="#br0" timeOffset="40744.75">17265 9472 0,'27'0'31,"25"0"-31,53 0 16,-26 0-16,-1 0 15,1 0-15,-26 0 0,-1 0 16,-26 0 0,1 0-16</inkml:trace>
  <inkml:trace contextRef="#ctx0" brushRef="#br0" timeOffset="40886.22">17239 9708 0,'-26'0'0,"78"0"31,27 0-15,52 0-16,27 0 15,-1 0-15,1-26 0,-1 0 16</inkml:trace>
  <inkml:trace contextRef="#ctx0" brushRef="#br0" timeOffset="41468.01">18866 9000 0,'-79'52'78,"27"1"-78,-27-1 16,0 27-16,27-26 16,26-27-16,-1 0 15,27 0-15,0 1 16,0-1-16,27 0 16,78-26-16,-1 26 15,1-26-15,0 0 0,27 0 16,-27 0-16,-27 0 15,27 0-15,-26-26 16,0 26-16,-27-26 16,-26 26-16</inkml:trace>
  <inkml:trace contextRef="#ctx0" brushRef="#br0" timeOffset="41735.15">19102 9210 0,'0'26'63,"-26"27"-63,0-1 15,-1 27-15,27-27 16,0 1-16,0-1 0,0 1 0,0-27 15,0 26-15,27-25 32,-1-27-32,0 26 15,0 0-15,1-26 16,25 0-16,1 0 16</inkml:trace>
  <inkml:trace contextRef="#ctx0" brushRef="#br0" timeOffset="42114.15">19916 9157 0,'-27'-26'15,"27"0"-15,-26 26 16,0 26 15,0 0-15,-1 53-16,1 0 15,0-27-15,26 1 16,0-1-16,0 1 16,52-27-16,1 0 15,26 1-15,-27-27 16,53 0-16,-26 0 16,-1 0-16,27-27 15,-26-25-15,-26 26 16,-1-53-16,-26 26 15,-26-25-15,0-1 0,0 26 16,-52 1-16,-1-1 16,-25 27-16,-1 26 15,0 0-15,-26 0 16,26 53-16,1-27 16,-1 26-16</inkml:trace>
  <inkml:trace contextRef="#ctx0" brushRef="#br0" timeOffset="44732.55">9472 5117 0,'-26'0'15,"52"-27"32,27 1-31,25-26-16,27-1 0,0 27 15,53-53-15,-1 27 16,1-1-16</inkml:trace>
  <inkml:trace contextRef="#ctx0" brushRef="#br0" timeOffset="45330.08">13802 4880 0,'0'-26'15,"0"-26"1,0 25-16,26-25 15,0-1-15,0 1 16,27-27-16,-1 27 16,1-1-16,26 27 15</inkml:trace>
  <inkml:trace contextRef="#ctx0" brushRef="#br0" timeOffset="45708.33">14799 4880 0,'0'-26'15,"0"-26"-15,0 25 16,0-51-16,0 25 16,52 1-16,1-1 15,25 1-15,27 26 16</inkml:trace>
  <inkml:trace contextRef="#ctx0" brushRef="#br0" timeOffset="46243.6">16950 4907 0,'-26'0'15,"26"-27"1,0 1 0,0 0-16,0-27 0,0 27 15,0-53-15,26 27 16,53-1-16,-26 1 16,25 0-16</inkml:trace>
  <inkml:trace contextRef="#ctx0" brushRef="#br0" timeOffset="47034.4">19469 4933 0,'-26'0'16,"26"-26"-1,0-1-15,0 1 16,0-26-16,26-1 16,1 1-16,-1-1 15,26 27-15,1-27 16,-1 1-16,53 26 15,-26-27-15</inkml:trace>
  <inkml:trace contextRef="#ctx0" brushRef="#br0" timeOffset="47744.24">22330 5090 0,'-27'0'16,"1"0"-16,26-26 31,0 0-15,0 0-16,53-1 0,25-25 15,-25-1-15,52 27 16,-27-26-16,27-1 16,-52 1-16</inkml:trace>
  <inkml:trace contextRef="#ctx0" brushRef="#br0" timeOffset="52145.71">15901 9682 0,'-26'0'0,"-1"-26"16,1 26-1,0 0 1,-27 0-1,1 0-15,-1 0 0,-25 0 16,-1 0-16,0 26 16,27 27-16,-27-27 15,27 26-15,-1 27 16,1-26-16,52 25 16,-27-25-16,27-1 15,0 27-15,0-26 16,27-27-16,25 26 15,1-26-15,-1 1 16,27-1-16,0-26 0,-1 0 16,-25 0-1,25 0-15,-25 0 0,-1 0 16,-25-26-16,-1-27 16,0 27-16,-26-26 15,0 25-15,0 1 16,-26 0-16,-27 0 15,-25 26-15,-1 0 16,0 0-16,1 0 16,25 0-16,27 0 15,0 0-15,-1 26 16,27 0-16,0 0 16,0 1-16,0-1 0,0 0 15,0 0-15,0 0 16,27-26-16</inkml:trace>
  <inkml:trace contextRef="#ctx0" brushRef="#br0" timeOffset="52915.94">15612 9708 0,'0'-26'15,"0"0"-15,0 0 16,0 0 15,-26 26-15,-27 0-1,27 0-15,-26 0 16,-1 0-16,-25 0 16,25 26-16,1 0 0,-27 0 15,26 27-15,1-1 16,26 1-16,-1-1 16,1 1-1,0-1-15,26 1 0,0-1 16,0 27-16,0-53 15,26 27-15,27-1 16,-1 0-16,27-25 16,0-1-16,-1 0 15,1 0-15,26-26 0,-26 0 16,26 0-16,-27 0 16,-25-26-16,-1 26 15,-25-26-15,25-27 16,-26 27-16,-26-26 15,0 26-15,0-27 16,0 27-16,-26 0 16,-26-1-16,25 1 15,-25 26-15,-27-26 16,27 26-16,-1 0 16,-26 0-16,27 0 15,0 0-15,-1 26 16,1 0-16,25 1 0,-25-1 15,26 26 1,-1-25-16,27-1 0,-26 0 16,26 0-16,0 0 15,0 1-15,0-1 32,26-26-17,1 0 1,25 0-1,-26-26-15</inkml:trace>
  <inkml:trace contextRef="#ctx0" brushRef="#br0" timeOffset="53544.26">15691 9708 0,'0'-26'16,"0"0"-16,-26 0 16,-1 26 15,1 0-15,-26 0-16,-1 0 15,1 26-15,-1 0 16,-25 27-16,51-1 15,-25 1-15,26-1 16,-1 1-16,27-1 16,0 1-1,0-1-15,0 27 0,0-27 16,0 1-16,27-27 16,-1 26-16,53-25 0,-1-1 15,1 0-15,0-26 16,-1 0-16,1 0 15,0 0 1,0 0-16,-27 0 0,27-26 16,-27 0-16,-25-1 15,25 1-15,-52 0 16,0-26-16,0-1 16,0 27-16,0-27 15,-26 27-15,-27 0 16,1 26-16,-1 0 15,-25 0-15,-1 0 16,0 0-16,0 26 0,27 0 16,-1 1-16,27-1 15,0 0-15,26 0 16,0 1-16,0-1 16,0 0-1,0 0-15,0 0 16,26 1-16,0-1 15</inkml:trace>
  <inkml:trace contextRef="#ctx0" brushRef="#br0" timeOffset="54791.47">19128 9656 0,'-26'0'15,"-53"0"-15,-26 26 16,0-26-16,0 26 16,1-26-16,25 0 0,0 0 15,27 0-15,-1 0 16,27 0-16,0-26 15,-1 0-15,1-26 16,26-1-16,0 1 16,0-1-16,0 1 15,53-1-15,-1 27 16,27 0-16,0-1 16,-27 1-16,27 0 15,-27 26-15,1 0 16,-1 0-16,-26 0 0,27 52 15,-27 1-15,-26 26 16,26-1-16,-26 1 16,0 0-16,0-1 15,0 1-15,0 0 16,0 0-16,0-1 16,-52-25-16,26-1 15,-53 1-15,26-27 16,-25 27-16,-1-27 15,0 0-15,-26 0 16,27-26-16,25 26 16,27-26-16,0 0 0,26-26 31,0 0-31,0-26 16,0-1-16,52 27 15,-26 0-15,1 26 16,-1-27-16,0 27 15,27 0-15,-1 0 16,1 27-16,52 25 16,-27 1-16,27-1 15,-26-26-15,26 27 16,-26-27-16,-27 0 0,1 0 16,-27-26-16,0 0 15,-26 27-15,26-27 16,1 0-16,-1-53 15,0 1-15</inkml:trace>
  <inkml:trace contextRef="#ctx0" brushRef="#br0" timeOffset="55692.79">18892 9708 0,'-26'0'16,"0"27"-1,-1-27 1,-25 0-16,-27 0 16,27 0-16,-27 0 15,27 0-15,-1 0 16,1-27-16,25 1 15,1-26-15,0 26 16,26-27-16,0 1 0,0-1 16,0 1-16,0-1 15,0 27-15,0 0 16,26-1-16,0 1 16,1 26-1,25 0-15,1 0 16,-1 0-16,1 0 15,-1 0-15,0 26 16,1 1-16,-1-1 16,1 26-16,-27 1 15,0-1-15,-26 1 0,0-1 16,0 27-16,0-27 16,0 1-16,0 26 15,0-27-15,0 1 16,-26-1-16,0 1 15,0-1-15,-1 1 16,-25-27-16,26 0 16,-27 0-16,1 1 15,-1-1-15,27-26 16,-26 26-16,-1-26 16,27 0-16,0 0 0,-1 0 31,1 0-16,0-26-15,-27 0 0,27-1 16,0 1-16,26 0 16,-26 26-16,26-26 15,26-1 17,53 27-17,-27 0-15,53 0 0,-26 0 16,0 0-16,-1 0 15,27 27-15,-26-1 16,-27 26-16,1-25 16,-27 25-16,0-26 15,1 27-15,-1-27 16,0 0-16,0 0 16,1-26-16,-1 27 15,0-27 1,0 0-16,1-53 31,-27-26-31</inkml:trace>
  <inkml:trace contextRef="#ctx0" brushRef="#br0" timeOffset="56755.43">18840 9604 0,'0'26'0,"0"0"47,0 0-31,-27-26-16,-25 26 0,-1-26 16,1 0-1,0 27-15,-1-27 0,1 0 16,-1 0-16,1-27 15,25 1-15,1 0 16,0 0-16,26 0 16,-26-27-16,26 27 15,0-27-15,0 27 16,0 0-16,0 0 16,26-1-16,0 27 15,-26-26-15,26 26 16,1-26-16,-1 26 15,0 0-15,27 0 16,-1 0-16,-26 0 16,53 0-1,-53 0 1,27 0-16,-1 26 16,-26 0-16,1 1 15,-1-27-15,0 26 16,-26 0-16,26 27 15,-26-27-15,0 0 16,0 27-16,27-1 16,-27-26-16,0 27 0,0-1 15,0 1-15,0-1 16,0 1-16,-27-1 16,1-26-16,0 1 15,0 25-15,-27-26 16,1 1-16,-1-1 15,1 26-15,-1-52 16,27 27-16,-26-27 16,25 0-16,1 26 15,0-26-15,-27 0 16,27 0-16,-26 0 16,25 0-1,27-26 16,0-27-31,0 27 16,0 0-16,0-1 16,0 1-1,27 26 1,-1 0 0,26 0-1,27 0-15,0 26 16,26 1-16,26 25 15,-26-26-15,0 27 16,0-27-16,-26 0 16,-27 27-16,1-53 15,-1 26-15,0 0 16,-25-26 0,-1 0-16,0 0 15,0 0-15,1 0 16</inkml:trace>
  <inkml:trace contextRef="#ctx0" brushRef="#br0" timeOffset="58972.69">9761 11965 0,'0'-26'0,"0"0"15,0-1 1,-79 27 62,27 0-78,-53 0 0,0 27 16,26-1-1,0 0-15,0 27 16,1-27-16,25 26 0,1 1 16,52 25-16,0-25 15,0-1-15,26 1 16,27-1-16,51 1 15,-25-1-15,26-25 16,-26-1-16,26-26 16,-26 26-16,-27-26 15,27 0-15,-27 0 16,1 0-16,-27-26 16,26 0-16,-25-1 0,-1 1 15,0 0-15,0-27 16,-26 27-16,0 0 15,0 0-15,-26-1 16,-26 27-16,-1-26 16,-26 26-16,1 0 15,-1 0-15,0 0 16,1 0-16,25 26 16,27 1-16,-27-27 15,27 26-15,26 0 0,-26 0 16,26 1-1,0 25-15,0-26 16,0 1-16,0-1 0,0 0 16,52 0-16,-25-26 15,25 0-15</inkml:trace>
  <inkml:trace contextRef="#ctx0" brushRef="#br0" timeOffset="59288.12">10286 12437 0,'-27'-26'0,"106"26"47,26 0-32,26 0-15,0 0 16,1 0-16,25 0 0,-52 0 16,0 0-16,-53 0 15,1 0-15,-53-26 16,-53 26 46</inkml:trace>
  <inkml:trace contextRef="#ctx0" brushRef="#br0" timeOffset="59680.98">10758 12201 0,'-26'-26'0,"26"0"15,0 52 79,0 0-94,0 53 16,0-27-16,0 1 15,0 26-15,0-27 16,0 1-16,0-27 0,0 26 15,0-25-15,0-1 16,0 0-16,0 0 16,0 1-1,26-54 79</inkml:trace>
  <inkml:trace contextRef="#ctx0" brushRef="#br0" timeOffset="60279.22">11230 12070 0,'0'-26'15,"0"0"-15,0-1 47,0 80 16,-26-1-63,0 27 0,-1 0 0,1-1 15,0-25-15,0 26 16,26-27-16,-27 1 16,27-1-16,0-26 15,0 1 1</inkml:trace>
  <inkml:trace contextRef="#ctx0" brushRef="#br0" timeOffset="61215.65">12437 12569 0,'53'0'47,"52"0"-47,0 0 16,0 0-16,0 0 16,-27 0-16,-25 0 15,-27 0-15,0 0 0,0 0 16,1 0 31,-1 0-32</inkml:trace>
  <inkml:trace contextRef="#ctx0" brushRef="#br0" timeOffset="61403.89">12516 12752 0,'26'0'0,"53"0"15,0 0-15,26 0 16,-27 0-16,1 0 16,0 0-16,-1-26 15,-25 26-15,-1-26 16</inkml:trace>
  <inkml:trace contextRef="#ctx0" brushRef="#br0" timeOffset="61812.27">13224 12411 0,'-26'0'16,"26"26"15,26 1-15,27-1-16,-1 0 15,1-26-15,26 26 16,-1 1-16,-25-27 16,-1 0-16,-26 0 0,-26 26 78,-52 26-63,-27-25-15,1-1 16,-1 26-16,0-25 16,0 25-16,27-26 15,26 0-15,-1 1 16,27-1-16,0 0 15,0 0-15,27 1 32</inkml:trace>
  <inkml:trace contextRef="#ctx0" brushRef="#br0" timeOffset="62426.23">14904 12018 0,'0'-27'31,"26"27"-15,26-26-16,1 26 16,26-26-16,-1 26 15,-25 0-15,-1 0 16,-25 0-16,-1 0 16,26 26-16,-25 27 15,-27-1-15,0 1 16,0 25-16,0-25 0,0-1 15,0 1-15,-27-1 16,1 1-16,0-27 16,0 26-16,26-25 15,-27-1-15,27 0 16,0 0 31,-26-52-16</inkml:trace>
  <inkml:trace contextRef="#ctx0" brushRef="#br0" timeOffset="62629.48">14773 12411 0,'-27'0'0,"54"0"47,51-26-47,1 26 15,0 0-15,-1 0 16,1 0-16,0 0 16,-27 0-16,27 0 0,-26 0 15,-1-26-15</inkml:trace>
  <inkml:trace contextRef="#ctx0" brushRef="#br0" timeOffset="63007.17">16189 11965 0,'0'-26'0,"0"0"31,0 52 31,0 26-46,0-25-16,0 25 16,0-26-16,0 1 0,0-1 15,0 0-15,0 0 16,0 0-16,0 1 16,0-1-1,0 0-15,0 0 16</inkml:trace>
  <inkml:trace contextRef="#ctx0" brushRef="#br0" timeOffset="63541.73">15927 12621 0,'-26'0'32,"26"26"-32,0 1 31,26-1-15,0-26-16,1 0 15,-1 26-15,0-26 16,0 0-16,1-26 15,-1 26-15,0-26 16,-26-1-16,0 1 16,0 0-1,-26 26 1,0 0-16,-1 0 16,1 0-16,0 0 15,-27 0 126,27 0-141,-53 0 15</inkml:trace>
  <inkml:trace contextRef="#ctx0" brushRef="#br0" timeOffset="64029.2">14221 13146 0,'-26'0'0,"0"0"15,52 0 1,79 0-16,26 0 16,79 0-16,26 0 15,27 0-15,-1 0 16,27 0-16,-53 0 15,0 0-15,-78-26 16,-1 26-16,-78-27 0,0 27 16,-53 0-1,-52 0 48,-53-26-63</inkml:trace>
  <inkml:trace contextRef="#ctx0" brushRef="#br0" timeOffset="70162.64">14746 13933 0,'-26'0'15,"0"0"-15,26-26 32,0-27-32,52 27 15,1-26-15,-1 25 16,1-25-16,-1 26 16,27 26-16,-27-27 0,1 27 15,-27 0-15,0 0 16,-26 27-1,0-1-15,0 26 16,0 1-16,0-1 16,-52 1-16,-1-1 15,-25 1-15,25-1 16,-26-26-16,27 27 16,0-27-16,25 0 15,1-26-15,0 27 16,78-27 46,27 0-46,26 0-16,0 0 16,0-27-16,0 27 15,0-26-15,-26 0 16,-1 26-16,-25-26 15,-1 26-15,-26 0 0,-52 0 125</inkml:trace>
  <inkml:trace contextRef="#ctx0" brushRef="#br0" timeOffset="70540.21">16163 13513 0,'-26'0'15,"26"-26"-15,0 52 78,0 27-62,0-1-16,0 1 16,0-1-16,26 1 15,0-27-15,-26 26 16,27-25-16,-27-1 16,0 0-16,0 0 15,0 1-15,0-1 16,0 0-1,0 0-15</inkml:trace>
  <inkml:trace contextRef="#ctx0" brushRef="#br0" timeOffset="71199.22">15980 14484 0,'0'26'219,"52"-26"-204,-26 0-15,1 0 0,25 0 16,-26 0-16,0 0 16,1-26-16,-1 26 15,-26-26-15,0 0 16,-26-1 15,-27 27-15,27 0-1,0 0-15,26 27 32,0-1-17,0 0 1,26-26-16,-26-26 78,-26 0-62,0 26-1</inkml:trace>
  <inkml:trace contextRef="#ctx0" brushRef="#br0" timeOffset="71641.46">17396 13172 0,'0'-26'16,"27"26"-1,51-26-15,27 26 16,27-27-16,-54 27 16,27 0-16,-52-26 15,-1 26-15,1 0 16,-27 0-16,0 0 16</inkml:trace>
  <inkml:trace contextRef="#ctx0" brushRef="#br0" timeOffset="71861.59">17501 13382 0,'-26'0'16,"79"0"15,25 0-31,27 0 15,0-26-15,0 26 16,-26-26-16,0 26 16,-27 0-16,-26 0 15,-52 0 17</inkml:trace>
  <inkml:trace contextRef="#ctx0" brushRef="#br0" timeOffset="82014.87">18918 12437 0,'-52'0'0,"26"0"0,-1 0 0,80 0 78,26 0-62,26 0-16,26 0 0,-26-26 15,-27 26-15,1 0 16,-53 0-16,27 0 16,-79 26-1</inkml:trace>
  <inkml:trace contextRef="#ctx0" brushRef="#br0" timeOffset="82534.75">19076 12464 0,'-26'26'78,"26"0"-78,0 27 16,0-27-16,0 26 0,0-25 15,0-1-15,0 26 16,0-25-16,0-1 16,26-26 46,0 0-46,-26-26-1,53-1-15,-27-25 16,26 26-16,1 26 0,25-27 16,1 1-16,0 26 15,-27 0-15,-25 0 16,-1 0-16,0 0 15,0 53-15,-26-27 16,0 26-16,0-25 16,0-1-16,0 0 15,-26 0-15,0 0 16,-27-26-16,-25 27 16,-1-1-16,-26-26 0,26 26 15,27-26-15,-1 26 16,27-26-16,0 0 15</inkml:trace>
  <inkml:trace contextRef="#ctx0" brushRef="#br0" timeOffset="82944">20073 12464 0,'-26'-27'0,"-1"27"16,27 27 15,0-1-31,-26 26 16,0 1-16,26-27 15,0 27-15,0-27 16,0 0-16,26 0 15,0-26-15,27 0 16,26 0-16,-27 0 16,27 0-16,-27 0 0,-25-26 15,-1 0 1,0-27-16,0 27 0,-26-26 16,0 25-16,-26-25 15,-26 26-15,25-1 16,-25 27-16,26 0 15,-1 0-15,-25 0 16,-1 27-16,1 25 16,-1-26-16</inkml:trace>
  <inkml:trace contextRef="#ctx0" brushRef="#br0" timeOffset="83557.03">20624 12385 0,'0'-26'0,"0"52"63,0 26-63,0 1 0,0-1 15,0-25-15,0 25 16,52-26-16,-25-26 16,-1 27-16,0-27 15,0 0-15,27 0 16,-27 0-16,27 0 16,-1-27-16,-26 27 15,1-52-15,-1 26 16,-26-1-16,0 1 15,0-26-15,0 25 16,0 1-16,0 0 0,-26 26 16,-1 0 46,27 26-46,0 27-16,0-1 15,0-26-15,0 27 16,0-1-16,0-25 16,0 25-16,0-26 15,0 1-15,0-1 16,0 0-16,27-26 16,-27 26-16,0 0 15,26-26-15,-26 27 16,26-27-16</inkml:trace>
  <inkml:trace contextRef="#ctx0" brushRef="#br0" timeOffset="83934.49">21490 12437 0,'-26'0'0,"-1"0"0,1 0 47,0 53-47,0-1 15,-1 27-15,1-26 16,0-1-16,26 1 16,0-27-16,0 0 15,26 0-15,27-26 16,25 0-16,1 0 15,0 0-15,0-26 16,-1 0-16,-25-27 0,-27 27 16,0-26-16,-26-1 15,0-26 1,-26 27-16,0-1 0,-27 27 16,1 0-16,26 26 15,-1 0-15,-25 0 16,-1 0-16,-25 26 15,-1 27-15</inkml:trace>
  <inkml:trace contextRef="#ctx0" brushRef="#br0" timeOffset="84420.51">18813 13382 0,'-105'-26'0,"27"26"16,25 0-16,27 0 15,26 26 1,26-26 15,79 26-31,26 1 0,79-27 0,27 0 16,51 0-16,27 0 15,-26 0-15,-1-27 16,-25 1-16,-27 0 16,-52 0-16,-1-1 0,-25 1 15,-53 26 1,-27-26-16,-25 26 0,-27 0 16,-52 0 15,-53 52-31</inkml:trace>
  <inkml:trace contextRef="#ctx0" brushRef="#br0" timeOffset="84936.69">20073 13828 0,'-26'-26'0,"26"0"31,0-1-15,0 1-16,26 0 16,53 0-16,-27-1 15,1 1-15,25 26 0,-51 0 0,25 0 16,-26 0-1,1 0-15,-1 53 16,-26-1-16,0 1 16,0 25-16,-26-25 15,-1-1-15,-25 1 16,-1-1-16,-25-26 16,25 1-16,-26-1 15,27-26-15,26 0 16,26 26-16,-27-26 15,54 0 48,25 0-63,53 0 16,0 0-16,26 0 15,-26 0-15,0 0 16,-26 0-16,-27 0 15,-25 0-15,25-26 16</inkml:trace>
  <inkml:trace contextRef="#ctx0" brushRef="#br0" timeOffset="85239.13">20965 13592 0,'0'-26'16,"0"-1"0,0 54 15,-79 25-31,1 1 16,-54 52-16,1-27 15,0 27-15,0-26 0,0 0 16,26-1-16,26-25 15,27-27-15,-1 27 16,53-27-16,-26-26 16,26 26-16,0 0 15,-26-26-15</inkml:trace>
  <inkml:trace contextRef="#ctx0" brushRef="#br0" timeOffset="85757.45">22330 12359 0,'0'-27'16,"-27"27"15,-51 0-31,-54 27 16,-51-1-16,-1 0 15,-26 27-15,-26-27 16,26 26-16,-26 1 16,0-1-16,26 1 0,-53-27 15,27 27 1,26-27-16,0 0 0,53 0 15,26 0-15,52 1 16,0-27-16,53 26 16,0-26-16,26 26 47</inkml:trace>
  <inkml:trace contextRef="#ctx0" brushRef="#br0" timeOffset="86905.49">18997 11729 0,'-26'0'16,"0"0"-16,26-26 31,0-1-16,0 1-15,0 0 16,26 26-16,0-26 16,27-1-16,25 1 0,-25 26 15,-27 0-15,27 0 16,-53 26 0,0 1-1,0 25-15,0 27 16,0-53-16,0 27 15,-27-1-15,-25 1 16,26-27-16,-27 0 16,27 0-16,0 1 15,-1-27-15,106 0 94,0 0-94,0 0 16,25-27-16,-25 27 15,-26 0-15,-1-26 16,-26 26 0,1 0 15</inkml:trace>
  <inkml:trace contextRef="#ctx0" brushRef="#br0" timeOffset="87125.36">19732 11598 0,'-26'0'15,"78"0"32,27 0-47,0 0 0,-27 0 16,0 0-16,1 0 0,-27 0 15</inkml:trace>
  <inkml:trace contextRef="#ctx0" brushRef="#br0" timeOffset="87628.3">19732 11624 0,'-26'0'0,"-1"26"63,27 0-63,0 27 0,0-1 15,0-25-15,-26 25 16,26-26-16,0 1 16,0-1-1,26-52 63,27-1-62,-1 1-16,27 26 16,-26-26-16,-1 26 15,27 0-15,-27 0 16,-26 0-16,27 26 16,-27 0-1,-26 27-15,0-27 16,0 27-16,0-27 15,0 26-15,-26-52 16,-27 27-16,27-1 16,-26-26-16,-27 26 0,27-26 15,-1 0 1,27 0-16,0 0 0</inkml:trace>
  <inkml:trace contextRef="#ctx0" brushRef="#br0" timeOffset="88351.34">20676 11729 0,'0'-26'31,"0"-27"-15,0 27-1,0 0 1,0-1-16,27 1 16,25 26-1,-26 0-15,1 0 16,-1 0-16,0 0 15,0 26-15,1 27 16,-27-27-16,26 27 0,-26-27 16,0 26-16,0-25 15,-53-1-15,27 0 16,-26 0-16,25 1 16,1-27-16,0 26 15,0-26-15,-1 0 16,27 26-16,-26-26 15,52 0 126,1 0-141,51 0 16,1 0-16,-26 0 15,-1-26-15,27 26 16,-27 0-16,-25 0 0,25 0 16,-26 0-16</inkml:trace>
  <inkml:trace contextRef="#ctx0" brushRef="#br0" timeOffset="88807.12">21359 11571 0,'-27'0'78,"27"27"-62,-26 25-16,26 1 0,-26-1 16,26 1-1,0-27-15,0 26 0,0 1 16,52-27-16,1 0 16,-1 1-16,27-27 15,0 26-15,-27-26 16,27 0-1,-26 0-15,-1-26 0,0 26 16,1-27-16,-27 1 16,-26-26-16,26 25 0,-26-25 15,0-1 1,0 1-16,-26-1 0,-26 27 16,25 0-16,-25 0 15,0 26-15,-27 0 16,0 0-16,0 26 15,-26 0-15,0 27 16</inkml:trace>
  <inkml:trace contextRef="#ctx0" brushRef="#br0" timeOffset="90614.99">15140 16163 0,'-79'-52'15,"53"26"-15,26-27 16,0 27-16,52-26 16,27 25-16,0 1 15,26 26-15,-26 0 0,-27 0 16,-26 0-16,0 53 15,1-1-15,-27 27 16,0-27-16,0 1 16,-27 25-16,-25-25 15,0-1-15,-53-25 16,26 25-16,0-26 16,0 1-16,1-1 15,25-26-15,1 26 16,25-26-16,80 0 47,78 0-47,0 0 15,27-26-15,25 26 16,-25-26-16,-1-27 16</inkml:trace>
  <inkml:trace contextRef="#ctx0" brushRef="#br0" timeOffset="90819.13">16216 16137 0,'-27'0'0,"106"0"31,0 0-15,0 0-16,-1 0 15,-25 0-15,-27 0 16</inkml:trace>
  <inkml:trace contextRef="#ctx0" brushRef="#br0" timeOffset="91275.19">16216 16163 0,'-27'0'63,"27"27"-63,-26-1 15,26 53-15,-26-27 16,26 1-16,0-1 16,0 1-16,0-27 15,-26 0-15,26 0 16,0-52 31,26 0-47,0 0 15,0-27-15,27 27 16,-27 26-16,27-26 16,-1 26-16,-26 0 15,53 0-15,0 0 16,0 0-16,-27 0 15,0 52-15,1-26 16,-27 1-16,-26 25 16,0-26-16,-52 27 0,-27-27 15,-26 0-15,0 0 16,26 1-16,27-27 16,26 0-16,-27 0 15,53-53 1</inkml:trace>
  <inkml:trace contextRef="#ctx0" brushRef="#br0" timeOffset="91714.45">17187 16216 0,'-27'0'0,"27"-26"16,0-1-1,0 1 1,0 0-16,53 0 16,-1-1-16,1 1 15,-1 26-15,1 0 16,-1 0-16,1 0 16,-27 0-16,26 53 15,-52-1-15,0 1 16,0-1-16,0 27 0,-78-27 15,25 1-15,1-1 16,-27-25 0,53-1-16,-27 0 0,27-26 15,0 0-15,78 0 78,27 0-62,26 0 0,0 0-16,0-26 0,0 0 15</inkml:trace>
  <inkml:trace contextRef="#ctx0" brushRef="#br0" timeOffset="92092.72">18131 16058 0,'-26'-26'16,"0"26"-16,-1 53 47,-25-1-32,26 27-15,0-27 16,26 27-16,0-26 15,0-1-15,0-26 16,26 27-16,26-53 16,27 26-16,0-26 15,-1 0-15,1 0 16,-26-26-16,-1 0 16,1-1-16,-27-25 0,-26-1 15,0 1-15,0-27 16,-53 53-16,1-27 15,-1 27-15,1 26 32,26 0-32,-1 0 0,-25 0 0</inkml:trace>
  <inkml:trace contextRef="#ctx0" brushRef="#br0" timeOffset="92424.47">19050 16058 0,'-27'-26'0,"54"79"47,25-27-47,27 26 16,-27 1-16,1-1 16,25-25-16,1 25 15,-26-26-15,-1 1 16,1-1-16,-27 0 15,26-26-15,1 0 16</inkml:trace>
  <inkml:trace contextRef="#ctx0" brushRef="#br0" timeOffset="92644.83">19627 16006 0,'-26'-26'0,"-1"26"31,27 26-15,-78 26-16,25 27 16,-26 0-16,1 0 15,25-1-15,1 1 16,-1-26-16,27-1 0,0 1 16,26-27-1,0 0-15,52-26 16</inkml:trace>
  <inkml:trace contextRef="#ctx0" brushRef="#br0" timeOffset="93053.84">20178 16163 0,'-26'-26'16,"-1"26"-16,27-26 15,0 0-15,0-1 0,0-25 16,0 26-16,53 26 16,-27-26-16,27 26 15,25 0-15,-25 0 16,-1 0-16,1 0 16,-27 26-16,0 26 15,-26 1-15,0 25 16,-52-25-16,-27 26 15,-26-27-15,0 1 16,0-27-16,0 0 0,27 0 16,25 1-16,27-27 15,52 26 32,79-26-47,0 0 16,26 0-16,0 0 15,-26 0-15,26-26 16,-26-1-16,-26-25 16</inkml:trace>
  <inkml:trace contextRef="#ctx0" brushRef="#br0" timeOffset="93368.02">21044 16006 0,'-26'-26'0,"-1"26"0,1 0 31,-26 26-31,25 26 16,-25 1-16,26 26 15,-1-27-15,27 27 16,0-27-16,27 1 16,25-27-16,-26 0 15,53-26-15,-26 0 0,-1 0 16,1 0-16,-1-26 15,0 0-15,1-27 16,-53 1-16,0-1 16,0 1-16,0-1 15,-26 1-15,-27 26 16,1 26-16,-1 0 16,1 0-16</inkml:trace>
  <inkml:trace contextRef="#ctx0" brushRef="#br0" timeOffset="93698.12">21569 16347 0,'-27'0'0,"54"0"32,51 0-32,27 0 15,0-26-15,-26 26 16,26 0-16,-26-26 15,-1 26-15,-51 0 16,-1 0-16</inkml:trace>
  <inkml:trace contextRef="#ctx0" brushRef="#br0" timeOffset="93851.57">21516 16583 0,'-52'27'0,"25"-27"0,1 0 0,131 0 31,0 0-15,79 0-16,-1 0 15,-25-27-15,-1 1 16</inkml:trace>
  <inkml:trace contextRef="#ctx0" brushRef="#br0" timeOffset="94422.46">24324 15822 0,'-26'0'0,"-1"0"0,1 0 31,-26 53 0,25-1-15,-25 1-1,26-1-15,26 1 0,-27-1 16,27 1-16,0-1 16,53 1-16,-1-27 15,27 0-15,26 0 0,0 1 16,0-27-16,-26 0 16,-27 0-16,-26 0 31,1 0-31,-27-27 0,26-25 15,-26-27-15,0 0 16,0 1-16,0 25 16,-26-25-16,-1 25 15,-25 27-15,-1-27 16,27 53 0,-26-26-1,25 26-15,-25 0 0,-1 0 16,27 0-16,-26 0 15,-1 26-15,1 1 16,26-1-16</inkml:trace>
  <inkml:trace contextRef="#ctx0" brushRef="#br0" timeOffset="96055.7">20545 16924 0,'-26'0'16,"78"0"15,1 0-31,52-26 15,0 26-15,0-26 16,0 26-16</inkml:trace>
  <inkml:trace contextRef="#ctx0" brushRef="#br0" timeOffset="96832.05">18105 17029 0,'-53'0'0,"132"0"47,52 0-47,27 0 15,26-26-15,-1 26 16</inkml:trace>
  <inkml:trace contextRef="#ctx0" brushRef="#br0" timeOffset="97960.11">23720 16006 0,'0'-26'0,"-26"26"0,0 0 31,26-26-15,-26 26-16,-1 0 15,1 0 1,0 0-16,-27 0 16,27 0-16,0 0 15,0 0-15,26 26 16,-27 0 15,1 0-31,0 27 0,0-27 0,26 26 16,0-25-16,0 25 15,0-26-15,0 27 16,0-27-16,0 0 16,26-26-16,0 27 15,0-27-15,1 0 16,-1 0-16,26 0 15,1 0-15,-27 0 16,0-27-16,1 1 16,-1 26-16,0-26 0,0 0 15,-26-1 1,0 1 0,0-26-16,0 25 0,-26-25 15,0 26-15,0-1 16,26 1-16,-27 0 15,1 26 1,0 0 0,-27 0-16</inkml:trace>
  <inkml:trace contextRef="#ctx0" brushRef="#br0" timeOffset="98596.22">23038 15849 0,'0'-27'15,"0"54"48,-52-1-63,-1 26 15,1 1-15,-1-1 16,27 1-16,0-27 16,-1 0-16,27 0 0,0 1 15,0-1-15,53 0 16,-1-26-1,1 0-15,26 0 16,-1 0-16,1 0 16,-27 0-16,27 0 15,-53 0-15,1 0 16,-1 0-16</inkml:trace>
  <inkml:trace contextRef="#ctx0" brushRef="#br0" timeOffset="99209.88">23090 16085 0,'-26'26'297,"26"0"-281,-26 27-16,26-1 0,0 1 15,0-1 1,0 1-16,0-27 0,0 26 15,0-25-15,0-1 16,0 0-16,0 27 16,0-27-16,0 0 15,-26 0-15</inkml:trace>
  <inkml:trace contextRef="#ctx0" brushRef="#br0" timeOffset="99509.44">22592 16977 0,'52'0'15,"80"0"1,51 0-16,80 0 16,25-26-1,27-1-15,0 1 0,0 0 16,-26 0-16,-53 26 15,-53-27 1,-25 1-16,-79 26 0,-1 0 16,-51-26-16,-106 26 62</inkml:trace>
  <inkml:trace contextRef="#ctx0" brushRef="#br0" timeOffset="100776.15">1443 9341 0,'-79'53'0,"-26"-27"16,53 26-16,-27-52 0,53 27 15,52-54 17,53-51-32,78-1 15,53-52-15,52-1 16,53-25-16,0-27 16,-26 27-16,-1 52 15,-51 0-15,-54 26 16,-78 27-16,-52 26 15,-27 26-15,-105 26 16,-78 26 15,-53 53-31,-26 26 0,-53 1 0,0 25 16,-52 1-16,26-27 16,27 0-16,52 0 15,78-26-15,27-52 16,78-1-16,53-26 15,132-26 1,25-26-16,79-53 16,53-26-16,52-52 15,26-1-15,27 1 16,0-27-16,-53 27 0,-53-1 16,-52 54-16,-78-1 15,-79 26-15,-53 26 16,-26 27-16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BCDB06-ADE8-4146-AE38-91A88C078A18}" type="datetimeFigureOut">
              <a:rPr lang="en-IN" smtClean="0"/>
              <a:t>07-03-2024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CA86A-408D-4529-84FD-8E280A30A2DA}" type="slidenum">
              <a:rPr lang="en-IN" smtClean="0"/>
              <a:t>‹#›</a:t>
            </a:fld>
            <a:endParaRPr lang="en-IN"/>
          </a:p>
        </p:txBody>
      </p:sp>
    </p:spTree>
    <p:extLst>
      <p:ext uri="{BB962C8B-B14F-4D97-AF65-F5344CB8AC3E}">
        <p14:creationId xmlns:p14="http://schemas.microsoft.com/office/powerpoint/2010/main" val="3185093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5c2*3c1=30</a:t>
            </a:r>
          </a:p>
        </p:txBody>
      </p:sp>
      <p:sp>
        <p:nvSpPr>
          <p:cNvPr id="4" name="Slide Number Placeholder 3"/>
          <p:cNvSpPr>
            <a:spLocks noGrp="1"/>
          </p:cNvSpPr>
          <p:nvPr>
            <p:ph type="sldNum" sz="quarter" idx="5"/>
          </p:nvPr>
        </p:nvSpPr>
        <p:spPr/>
        <p:txBody>
          <a:bodyPr/>
          <a:lstStyle/>
          <a:p>
            <a:fld id="{560CA86A-408D-4529-84FD-8E280A30A2DA}" type="slidenum">
              <a:rPr lang="en-IN" smtClean="0"/>
              <a:t>10</a:t>
            </a:fld>
            <a:endParaRPr lang="en-IN"/>
          </a:p>
        </p:txBody>
      </p:sp>
    </p:spTree>
    <p:extLst>
      <p:ext uri="{BB962C8B-B14F-4D97-AF65-F5344CB8AC3E}">
        <p14:creationId xmlns:p14="http://schemas.microsoft.com/office/powerpoint/2010/main" val="3678677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7c4=35 and arranging 4!=24        35*24=840</a:t>
            </a:r>
          </a:p>
          <a:p>
            <a:endParaRPr lang="en-IN" dirty="0"/>
          </a:p>
          <a:p>
            <a:r>
              <a:rPr lang="en-IN" dirty="0"/>
              <a:t>Or </a:t>
            </a:r>
          </a:p>
          <a:p>
            <a:r>
              <a:rPr lang="en-IN" dirty="0"/>
              <a:t>7p4-840</a:t>
            </a:r>
          </a:p>
        </p:txBody>
      </p:sp>
      <p:sp>
        <p:nvSpPr>
          <p:cNvPr id="4" name="Slide Number Placeholder 3"/>
          <p:cNvSpPr>
            <a:spLocks noGrp="1"/>
          </p:cNvSpPr>
          <p:nvPr>
            <p:ph type="sldNum" sz="quarter" idx="5"/>
          </p:nvPr>
        </p:nvSpPr>
        <p:spPr/>
        <p:txBody>
          <a:bodyPr/>
          <a:lstStyle/>
          <a:p>
            <a:fld id="{560CA86A-408D-4529-84FD-8E280A30A2DA}" type="slidenum">
              <a:rPr lang="en-IN" smtClean="0"/>
              <a:t>11</a:t>
            </a:fld>
            <a:endParaRPr lang="en-IN"/>
          </a:p>
        </p:txBody>
      </p:sp>
    </p:spTree>
    <p:extLst>
      <p:ext uri="{BB962C8B-B14F-4D97-AF65-F5344CB8AC3E}">
        <p14:creationId xmlns:p14="http://schemas.microsoft.com/office/powerpoint/2010/main" val="4169313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20p3- 6840</a:t>
            </a:r>
          </a:p>
        </p:txBody>
      </p:sp>
      <p:sp>
        <p:nvSpPr>
          <p:cNvPr id="4" name="Slide Number Placeholder 3"/>
          <p:cNvSpPr>
            <a:spLocks noGrp="1"/>
          </p:cNvSpPr>
          <p:nvPr>
            <p:ph type="sldNum" sz="quarter" idx="5"/>
          </p:nvPr>
        </p:nvSpPr>
        <p:spPr/>
        <p:txBody>
          <a:bodyPr/>
          <a:lstStyle/>
          <a:p>
            <a:fld id="{560CA86A-408D-4529-84FD-8E280A30A2DA}" type="slidenum">
              <a:rPr lang="en-IN" smtClean="0"/>
              <a:t>12</a:t>
            </a:fld>
            <a:endParaRPr lang="en-IN"/>
          </a:p>
        </p:txBody>
      </p:sp>
    </p:spTree>
    <p:extLst>
      <p:ext uri="{BB962C8B-B14F-4D97-AF65-F5344CB8AC3E}">
        <p14:creationId xmlns:p14="http://schemas.microsoft.com/office/powerpoint/2010/main" val="4186732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5 vowels now vowels consider as 1 unit </a:t>
            </a:r>
          </a:p>
          <a:p>
            <a:r>
              <a:rPr lang="en-IN" dirty="0"/>
              <a:t>3 constants</a:t>
            </a:r>
          </a:p>
          <a:p>
            <a:r>
              <a:rPr lang="en-IN" dirty="0"/>
              <a:t>3+1=4!= 24</a:t>
            </a:r>
          </a:p>
          <a:p>
            <a:r>
              <a:rPr lang="en-IN" dirty="0"/>
              <a:t>5!*4!=2880</a:t>
            </a:r>
          </a:p>
        </p:txBody>
      </p:sp>
      <p:sp>
        <p:nvSpPr>
          <p:cNvPr id="4" name="Slide Number Placeholder 3"/>
          <p:cNvSpPr>
            <a:spLocks noGrp="1"/>
          </p:cNvSpPr>
          <p:nvPr>
            <p:ph type="sldNum" sz="quarter" idx="5"/>
          </p:nvPr>
        </p:nvSpPr>
        <p:spPr/>
        <p:txBody>
          <a:bodyPr/>
          <a:lstStyle/>
          <a:p>
            <a:fld id="{560CA86A-408D-4529-84FD-8E280A30A2DA}" type="slidenum">
              <a:rPr lang="en-IN" smtClean="0"/>
              <a:t>13</a:t>
            </a:fld>
            <a:endParaRPr lang="en-IN"/>
          </a:p>
        </p:txBody>
      </p:sp>
    </p:spTree>
    <p:extLst>
      <p:ext uri="{BB962C8B-B14F-4D97-AF65-F5344CB8AC3E}">
        <p14:creationId xmlns:p14="http://schemas.microsoft.com/office/powerpoint/2010/main" val="2078822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60CA86A-408D-4529-84FD-8E280A30A2DA}" type="slidenum">
              <a:rPr lang="en-IN" smtClean="0"/>
              <a:t>14</a:t>
            </a:fld>
            <a:endParaRPr lang="en-IN"/>
          </a:p>
        </p:txBody>
      </p:sp>
    </p:spTree>
    <p:extLst>
      <p:ext uri="{BB962C8B-B14F-4D97-AF65-F5344CB8AC3E}">
        <p14:creationId xmlns:p14="http://schemas.microsoft.com/office/powerpoint/2010/main" val="1410546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Vowles</a:t>
            </a:r>
            <a:r>
              <a:rPr lang="en-IN" dirty="0"/>
              <a:t> never come together= total- come together</a:t>
            </a:r>
          </a:p>
          <a:p>
            <a:r>
              <a:rPr lang="en-IN" dirty="0"/>
              <a:t>120-48=72</a:t>
            </a:r>
          </a:p>
        </p:txBody>
      </p:sp>
      <p:sp>
        <p:nvSpPr>
          <p:cNvPr id="4" name="Slide Number Placeholder 3"/>
          <p:cNvSpPr>
            <a:spLocks noGrp="1"/>
          </p:cNvSpPr>
          <p:nvPr>
            <p:ph type="sldNum" sz="quarter" idx="5"/>
          </p:nvPr>
        </p:nvSpPr>
        <p:spPr/>
        <p:txBody>
          <a:bodyPr/>
          <a:lstStyle/>
          <a:p>
            <a:fld id="{560CA86A-408D-4529-84FD-8E280A30A2DA}" type="slidenum">
              <a:rPr lang="en-IN" smtClean="0"/>
              <a:t>15</a:t>
            </a:fld>
            <a:endParaRPr lang="en-IN"/>
          </a:p>
        </p:txBody>
      </p:sp>
    </p:spTree>
    <p:extLst>
      <p:ext uri="{BB962C8B-B14F-4D97-AF65-F5344CB8AC3E}">
        <p14:creationId xmlns:p14="http://schemas.microsoft.com/office/powerpoint/2010/main" val="210876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30c2=435</a:t>
            </a:r>
          </a:p>
        </p:txBody>
      </p:sp>
      <p:sp>
        <p:nvSpPr>
          <p:cNvPr id="4" name="Slide Number Placeholder 3"/>
          <p:cNvSpPr>
            <a:spLocks noGrp="1"/>
          </p:cNvSpPr>
          <p:nvPr>
            <p:ph type="sldNum" sz="quarter" idx="5"/>
          </p:nvPr>
        </p:nvSpPr>
        <p:spPr/>
        <p:txBody>
          <a:bodyPr/>
          <a:lstStyle/>
          <a:p>
            <a:fld id="{560CA86A-408D-4529-84FD-8E280A30A2DA}" type="slidenum">
              <a:rPr lang="en-IN" smtClean="0"/>
              <a:t>16</a:t>
            </a:fld>
            <a:endParaRPr lang="en-IN"/>
          </a:p>
        </p:txBody>
      </p:sp>
    </p:spTree>
    <p:extLst>
      <p:ext uri="{BB962C8B-B14F-4D97-AF65-F5344CB8AC3E}">
        <p14:creationId xmlns:p14="http://schemas.microsoft.com/office/powerpoint/2010/main" val="248118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5!=120</a:t>
            </a:r>
          </a:p>
        </p:txBody>
      </p:sp>
      <p:sp>
        <p:nvSpPr>
          <p:cNvPr id="4" name="Slide Number Placeholder 3"/>
          <p:cNvSpPr>
            <a:spLocks noGrp="1"/>
          </p:cNvSpPr>
          <p:nvPr>
            <p:ph type="sldNum" sz="quarter" idx="5"/>
          </p:nvPr>
        </p:nvSpPr>
        <p:spPr/>
        <p:txBody>
          <a:bodyPr/>
          <a:lstStyle/>
          <a:p>
            <a:fld id="{560CA86A-408D-4529-84FD-8E280A30A2DA}" type="slidenum">
              <a:rPr lang="en-IN" smtClean="0"/>
              <a:t>17</a:t>
            </a:fld>
            <a:endParaRPr lang="en-IN"/>
          </a:p>
        </p:txBody>
      </p:sp>
    </p:spTree>
    <p:extLst>
      <p:ext uri="{BB962C8B-B14F-4D97-AF65-F5344CB8AC3E}">
        <p14:creationId xmlns:p14="http://schemas.microsoft.com/office/powerpoint/2010/main" val="1622073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3*6*5= 90</a:t>
            </a:r>
          </a:p>
        </p:txBody>
      </p:sp>
      <p:sp>
        <p:nvSpPr>
          <p:cNvPr id="4" name="Slide Number Placeholder 3"/>
          <p:cNvSpPr>
            <a:spLocks noGrp="1"/>
          </p:cNvSpPr>
          <p:nvPr>
            <p:ph type="sldNum" sz="quarter" idx="5"/>
          </p:nvPr>
        </p:nvSpPr>
        <p:spPr/>
        <p:txBody>
          <a:bodyPr/>
          <a:lstStyle/>
          <a:p>
            <a:fld id="{560CA86A-408D-4529-84FD-8E280A30A2DA}" type="slidenum">
              <a:rPr lang="en-IN" smtClean="0"/>
              <a:t>18</a:t>
            </a:fld>
            <a:endParaRPr lang="en-IN"/>
          </a:p>
        </p:txBody>
      </p:sp>
    </p:spTree>
    <p:extLst>
      <p:ext uri="{BB962C8B-B14F-4D97-AF65-F5344CB8AC3E}">
        <p14:creationId xmlns:p14="http://schemas.microsoft.com/office/powerpoint/2010/main" val="550965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6*7*7*7= 2058</a:t>
            </a:r>
          </a:p>
        </p:txBody>
      </p:sp>
      <p:sp>
        <p:nvSpPr>
          <p:cNvPr id="4" name="Slide Number Placeholder 3"/>
          <p:cNvSpPr>
            <a:spLocks noGrp="1"/>
          </p:cNvSpPr>
          <p:nvPr>
            <p:ph type="sldNum" sz="quarter" idx="5"/>
          </p:nvPr>
        </p:nvSpPr>
        <p:spPr/>
        <p:txBody>
          <a:bodyPr/>
          <a:lstStyle/>
          <a:p>
            <a:fld id="{560CA86A-408D-4529-84FD-8E280A30A2DA}" type="slidenum">
              <a:rPr lang="en-IN" smtClean="0"/>
              <a:t>20</a:t>
            </a:fld>
            <a:endParaRPr lang="en-IN"/>
          </a:p>
        </p:txBody>
      </p:sp>
    </p:spTree>
    <p:extLst>
      <p:ext uri="{BB962C8B-B14F-4D97-AF65-F5344CB8AC3E}">
        <p14:creationId xmlns:p14="http://schemas.microsoft.com/office/powerpoint/2010/main" val="4284072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6*7*7*7= 2058</a:t>
            </a:r>
          </a:p>
        </p:txBody>
      </p:sp>
      <p:sp>
        <p:nvSpPr>
          <p:cNvPr id="4" name="Slide Number Placeholder 3"/>
          <p:cNvSpPr>
            <a:spLocks noGrp="1"/>
          </p:cNvSpPr>
          <p:nvPr>
            <p:ph type="sldNum" sz="quarter" idx="5"/>
          </p:nvPr>
        </p:nvSpPr>
        <p:spPr/>
        <p:txBody>
          <a:bodyPr/>
          <a:lstStyle/>
          <a:p>
            <a:fld id="{560CA86A-408D-4529-84FD-8E280A30A2DA}" type="slidenum">
              <a:rPr lang="en-IN" smtClean="0"/>
              <a:t>21</a:t>
            </a:fld>
            <a:endParaRPr lang="en-IN"/>
          </a:p>
        </p:txBody>
      </p:sp>
    </p:spTree>
    <p:extLst>
      <p:ext uri="{BB962C8B-B14F-4D97-AF65-F5344CB8AC3E}">
        <p14:creationId xmlns:p14="http://schemas.microsoft.com/office/powerpoint/2010/main" val="2708908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6*7*7*7= 2058</a:t>
            </a:r>
          </a:p>
        </p:txBody>
      </p:sp>
      <p:sp>
        <p:nvSpPr>
          <p:cNvPr id="4" name="Slide Number Placeholder 3"/>
          <p:cNvSpPr>
            <a:spLocks noGrp="1"/>
          </p:cNvSpPr>
          <p:nvPr>
            <p:ph type="sldNum" sz="quarter" idx="5"/>
          </p:nvPr>
        </p:nvSpPr>
        <p:spPr/>
        <p:txBody>
          <a:bodyPr/>
          <a:lstStyle/>
          <a:p>
            <a:fld id="{560CA86A-408D-4529-84FD-8E280A30A2DA}" type="slidenum">
              <a:rPr lang="en-IN" smtClean="0"/>
              <a:t>22</a:t>
            </a:fld>
            <a:endParaRPr lang="en-IN"/>
          </a:p>
        </p:txBody>
      </p:sp>
    </p:spTree>
    <p:extLst>
      <p:ext uri="{BB962C8B-B14F-4D97-AF65-F5344CB8AC3E}">
        <p14:creationId xmlns:p14="http://schemas.microsoft.com/office/powerpoint/2010/main" val="1050905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60CA86A-408D-4529-84FD-8E280A30A2DA}" type="slidenum">
              <a:rPr lang="en-IN" smtClean="0"/>
              <a:t>23</a:t>
            </a:fld>
            <a:endParaRPr lang="en-IN"/>
          </a:p>
        </p:txBody>
      </p:sp>
    </p:spTree>
    <p:extLst>
      <p:ext uri="{BB962C8B-B14F-4D97-AF65-F5344CB8AC3E}">
        <p14:creationId xmlns:p14="http://schemas.microsoft.com/office/powerpoint/2010/main" val="4167473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Cee= 4!</a:t>
            </a:r>
          </a:p>
          <a:p>
            <a:r>
              <a:rPr lang="en-IN" dirty="0"/>
              <a:t>CEF-4!</a:t>
            </a:r>
          </a:p>
          <a:p>
            <a:r>
              <a:rPr lang="en-IN" dirty="0"/>
              <a:t>CEPF-3!</a:t>
            </a:r>
          </a:p>
          <a:p>
            <a:r>
              <a:rPr lang="en-IN"/>
              <a:t>55</a:t>
            </a:r>
            <a:r>
              <a:rPr lang="en-IN" baseline="30000"/>
              <a:t>TH</a:t>
            </a:r>
            <a:r>
              <a:rPr lang="en-IN"/>
              <a:t> WORD CEPFER</a:t>
            </a:r>
            <a:r>
              <a:rPr lang="en-IN" dirty="0"/>
              <a:t>T</a:t>
            </a:r>
          </a:p>
        </p:txBody>
      </p:sp>
      <p:sp>
        <p:nvSpPr>
          <p:cNvPr id="4" name="Slide Number Placeholder 3"/>
          <p:cNvSpPr>
            <a:spLocks noGrp="1"/>
          </p:cNvSpPr>
          <p:nvPr>
            <p:ph type="sldNum" sz="quarter" idx="5"/>
          </p:nvPr>
        </p:nvSpPr>
        <p:spPr/>
        <p:txBody>
          <a:bodyPr/>
          <a:lstStyle/>
          <a:p>
            <a:fld id="{560CA86A-408D-4529-84FD-8E280A30A2DA}" type="slidenum">
              <a:rPr lang="en-IN" smtClean="0"/>
              <a:t>24</a:t>
            </a:fld>
            <a:endParaRPr lang="en-IN"/>
          </a:p>
        </p:txBody>
      </p:sp>
    </p:spTree>
    <p:extLst>
      <p:ext uri="{BB962C8B-B14F-4D97-AF65-F5344CB8AC3E}">
        <p14:creationId xmlns:p14="http://schemas.microsoft.com/office/powerpoint/2010/main" val="964950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UcPeriod"/>
            </a:pPr>
            <a:r>
              <a:rPr lang="en-IN" dirty="0"/>
              <a:t>4c0*7c5= 21</a:t>
            </a:r>
          </a:p>
          <a:p>
            <a:pPr marL="228600" indent="-228600">
              <a:buAutoNum type="alphaUcPeriod"/>
            </a:pPr>
            <a:r>
              <a:rPr lang="en-IN" dirty="0"/>
              <a:t>1 boy 4 girls- 7c1*4c4- 7</a:t>
            </a:r>
          </a:p>
          <a:p>
            <a:pPr marL="0" indent="0">
              <a:buNone/>
            </a:pPr>
            <a:r>
              <a:rPr lang="en-IN" dirty="0"/>
              <a:t>         2 boys and 3 girls- 7c2*4c3-84</a:t>
            </a:r>
          </a:p>
          <a:p>
            <a:pPr marL="0" indent="0">
              <a:buNone/>
            </a:pPr>
            <a:r>
              <a:rPr lang="en-IN" dirty="0"/>
              <a:t>         3 boys and 2 girls- 7c3*4c2- 210</a:t>
            </a:r>
          </a:p>
          <a:p>
            <a:pPr marL="0" indent="0">
              <a:buNone/>
            </a:pPr>
            <a:r>
              <a:rPr lang="en-IN" dirty="0"/>
              <a:t>        4 boys and 1 girl- 7c4*4c1- 140</a:t>
            </a:r>
          </a:p>
          <a:p>
            <a:pPr marL="0" indent="0">
              <a:buNone/>
            </a:pPr>
            <a:r>
              <a:rPr lang="en-IN" dirty="0"/>
              <a:t>C. 4c3*7c2+4c4*7c1- 91</a:t>
            </a:r>
          </a:p>
        </p:txBody>
      </p:sp>
      <p:sp>
        <p:nvSpPr>
          <p:cNvPr id="4" name="Slide Number Placeholder 3"/>
          <p:cNvSpPr>
            <a:spLocks noGrp="1"/>
          </p:cNvSpPr>
          <p:nvPr>
            <p:ph type="sldNum" sz="quarter" idx="5"/>
          </p:nvPr>
        </p:nvSpPr>
        <p:spPr/>
        <p:txBody>
          <a:bodyPr/>
          <a:lstStyle/>
          <a:p>
            <a:fld id="{560CA86A-408D-4529-84FD-8E280A30A2DA}" type="slidenum">
              <a:rPr lang="en-IN" smtClean="0"/>
              <a:t>25</a:t>
            </a:fld>
            <a:endParaRPr lang="en-IN"/>
          </a:p>
        </p:txBody>
      </p:sp>
    </p:spTree>
    <p:extLst>
      <p:ext uri="{BB962C8B-B14F-4D97-AF65-F5344CB8AC3E}">
        <p14:creationId xmlns:p14="http://schemas.microsoft.com/office/powerpoint/2010/main" val="408660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t>7c3*6c2 + 7c4*6c1 + 7c5</a:t>
            </a:r>
          </a:p>
          <a:p>
            <a:pPr marL="0" indent="0">
              <a:buNone/>
            </a:pPr>
            <a:r>
              <a:rPr lang="en-IN" dirty="0"/>
              <a:t>756</a:t>
            </a:r>
          </a:p>
        </p:txBody>
      </p:sp>
      <p:sp>
        <p:nvSpPr>
          <p:cNvPr id="4" name="Slide Number Placeholder 3"/>
          <p:cNvSpPr>
            <a:spLocks noGrp="1"/>
          </p:cNvSpPr>
          <p:nvPr>
            <p:ph type="sldNum" sz="quarter" idx="5"/>
          </p:nvPr>
        </p:nvSpPr>
        <p:spPr/>
        <p:txBody>
          <a:bodyPr/>
          <a:lstStyle/>
          <a:p>
            <a:fld id="{560CA86A-408D-4529-84FD-8E280A30A2DA}" type="slidenum">
              <a:rPr lang="en-IN" smtClean="0"/>
              <a:t>26</a:t>
            </a:fld>
            <a:endParaRPr lang="en-IN"/>
          </a:p>
        </p:txBody>
      </p:sp>
    </p:spTree>
    <p:extLst>
      <p:ext uri="{BB962C8B-B14F-4D97-AF65-F5344CB8AC3E}">
        <p14:creationId xmlns:p14="http://schemas.microsoft.com/office/powerpoint/2010/main" val="4210770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N" dirty="0"/>
              <a:t>5 vowels – 5!/3!-20</a:t>
            </a:r>
          </a:p>
          <a:p>
            <a:pPr marL="0" indent="0">
              <a:buNone/>
            </a:pPr>
            <a:r>
              <a:rPr lang="en-IN" dirty="0"/>
              <a:t>6 consonants + 1 unit vowels- 7!/2!- 2520</a:t>
            </a:r>
          </a:p>
          <a:p>
            <a:pPr marL="0" indent="0">
              <a:buNone/>
            </a:pPr>
            <a:r>
              <a:rPr lang="en-IN"/>
              <a:t>2520*20=50400</a:t>
            </a:r>
            <a:endParaRPr lang="en-IN" dirty="0"/>
          </a:p>
        </p:txBody>
      </p:sp>
      <p:sp>
        <p:nvSpPr>
          <p:cNvPr id="4" name="Slide Number Placeholder 3"/>
          <p:cNvSpPr>
            <a:spLocks noGrp="1"/>
          </p:cNvSpPr>
          <p:nvPr>
            <p:ph type="sldNum" sz="quarter" idx="5"/>
          </p:nvPr>
        </p:nvSpPr>
        <p:spPr/>
        <p:txBody>
          <a:bodyPr/>
          <a:lstStyle/>
          <a:p>
            <a:fld id="{560CA86A-408D-4529-84FD-8E280A30A2DA}" type="slidenum">
              <a:rPr lang="en-IN" smtClean="0"/>
              <a:t>27</a:t>
            </a:fld>
            <a:endParaRPr lang="en-IN"/>
          </a:p>
        </p:txBody>
      </p:sp>
    </p:spTree>
    <p:extLst>
      <p:ext uri="{BB962C8B-B14F-4D97-AF65-F5344CB8AC3E}">
        <p14:creationId xmlns:p14="http://schemas.microsoft.com/office/powerpoint/2010/main" val="1725208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208EB2-F23F-4317-968E-D15D2F6BFDA3}" type="datetimeFigureOut">
              <a:rPr lang="en-IN" smtClean="0"/>
              <a:t>07-03-2024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3862104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08EB2-F23F-4317-968E-D15D2F6BFDA3}" type="datetimeFigureOut">
              <a:rPr lang="en-IN" smtClean="0"/>
              <a:t>07-03-2024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578342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208EB2-F23F-4317-968E-D15D2F6BFDA3}" type="datetimeFigureOut">
              <a:rPr lang="en-IN" smtClean="0"/>
              <a:t>07-03-2024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1169158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208EB2-F23F-4317-968E-D15D2F6BFDA3}" type="datetimeFigureOut">
              <a:rPr lang="en-IN" smtClean="0"/>
              <a:t>07-03-2024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43489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208EB2-F23F-4317-968E-D15D2F6BFDA3}" type="datetimeFigureOut">
              <a:rPr lang="en-IN" smtClean="0"/>
              <a:t>07-03-2024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2649921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208EB2-F23F-4317-968E-D15D2F6BFDA3}" type="datetimeFigureOut">
              <a:rPr lang="en-IN" smtClean="0"/>
              <a:t>07-03-2024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3574810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208EB2-F23F-4317-968E-D15D2F6BFDA3}" type="datetimeFigureOut">
              <a:rPr lang="en-IN" smtClean="0"/>
              <a:t>07-03-2024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3266377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208EB2-F23F-4317-968E-D15D2F6BFDA3}" type="datetimeFigureOut">
              <a:rPr lang="en-IN" smtClean="0"/>
              <a:t>07-03-2024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2543146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208EB2-F23F-4317-968E-D15D2F6BFDA3}" type="datetimeFigureOut">
              <a:rPr lang="en-IN" smtClean="0"/>
              <a:t>07-03-2024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3704752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08EB2-F23F-4317-968E-D15D2F6BFDA3}" type="datetimeFigureOut">
              <a:rPr lang="en-IN" smtClean="0"/>
              <a:t>07-03-2024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1820633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208EB2-F23F-4317-968E-D15D2F6BFDA3}" type="datetimeFigureOut">
              <a:rPr lang="en-IN" smtClean="0"/>
              <a:t>07-03-2024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003BB2-79E0-417F-AC04-DA01B7536554}" type="slidenum">
              <a:rPr lang="en-IN" smtClean="0"/>
              <a:t>‹#›</a:t>
            </a:fld>
            <a:endParaRPr lang="en-IN"/>
          </a:p>
        </p:txBody>
      </p:sp>
    </p:spTree>
    <p:extLst>
      <p:ext uri="{BB962C8B-B14F-4D97-AF65-F5344CB8AC3E}">
        <p14:creationId xmlns:p14="http://schemas.microsoft.com/office/powerpoint/2010/main" val="181513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208EB2-F23F-4317-968E-D15D2F6BFDA3}" type="datetimeFigureOut">
              <a:rPr lang="en-IN" smtClean="0"/>
              <a:t>07-03-2024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003BB2-79E0-417F-AC04-DA01B7536554}" type="slidenum">
              <a:rPr lang="en-IN" smtClean="0"/>
              <a:t>‹#›</a:t>
            </a:fld>
            <a:endParaRPr lang="en-IN"/>
          </a:p>
        </p:txBody>
      </p:sp>
    </p:spTree>
    <p:extLst>
      <p:ext uri="{BB962C8B-B14F-4D97-AF65-F5344CB8AC3E}">
        <p14:creationId xmlns:p14="http://schemas.microsoft.com/office/powerpoint/2010/main" val="34158207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a:xfrm>
            <a:off x="685800" y="1135560"/>
            <a:ext cx="7772400" cy="2387600"/>
          </a:xfrm>
        </p:spPr>
        <p:txBody>
          <a:bodyPr>
            <a:normAutofit/>
          </a:bodyPr>
          <a:lstStyle/>
          <a:p>
            <a:r>
              <a:rPr lang="en-US" sz="3200" dirty="0">
                <a:solidFill>
                  <a:schemeClr val="accent1">
                    <a:lumMod val="50000"/>
                  </a:schemeClr>
                </a:solidFill>
                <a:latin typeface="Georgia" panose="02040502050405020303" pitchFamily="18" charset="0"/>
              </a:rPr>
              <a:t>Permutations &amp; Combinations</a:t>
            </a:r>
            <a:endParaRPr lang="en-IN" sz="3200" dirty="0">
              <a:solidFill>
                <a:schemeClr val="accent1">
                  <a:lumMod val="50000"/>
                </a:schemeClr>
              </a:solidFill>
              <a:latin typeface="Georgia" panose="02040502050405020303" pitchFamily="18" charset="0"/>
            </a:endParaRPr>
          </a:p>
        </p:txBody>
      </p:sp>
      <p:sp>
        <p:nvSpPr>
          <p:cNvPr id="3" name="Subtitle 2">
            <a:extLst>
              <a:ext uri="{FF2B5EF4-FFF2-40B4-BE49-F238E27FC236}">
                <a16:creationId xmlns:a16="http://schemas.microsoft.com/office/drawing/2014/main" id="{158E7AFC-B640-4391-8C66-9589B7766FE3}"/>
              </a:ext>
            </a:extLst>
          </p:cNvPr>
          <p:cNvSpPr>
            <a:spLocks noGrp="1"/>
          </p:cNvSpPr>
          <p:nvPr>
            <p:ph type="subTitle" idx="1"/>
          </p:nvPr>
        </p:nvSpPr>
        <p:spPr>
          <a:xfrm>
            <a:off x="0" y="2101951"/>
            <a:ext cx="3595456" cy="454818"/>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l"/>
            <a:r>
              <a:rPr lang="en-US" sz="2800" dirty="0">
                <a:latin typeface="Calisto MT" panose="02040603050505030304" pitchFamily="18" charset="0"/>
              </a:rPr>
              <a:t>Quantitative Aptitude</a:t>
            </a:r>
            <a:endParaRPr lang="en-IN" sz="2800" dirty="0">
              <a:latin typeface="Calisto MT" panose="02040603050505030304" pitchFamily="18" charset="0"/>
            </a:endParaRPr>
          </a:p>
        </p:txBody>
      </p:sp>
    </p:spTree>
    <p:extLst>
      <p:ext uri="{BB962C8B-B14F-4D97-AF65-F5344CB8AC3E}">
        <p14:creationId xmlns:p14="http://schemas.microsoft.com/office/powerpoint/2010/main" val="1816904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Key points:</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381742"/>
            <a:ext cx="7886700" cy="4351338"/>
          </a:xfrm>
        </p:spPr>
        <p:txBody>
          <a:bodyPr>
            <a:normAutofit/>
          </a:bodyPr>
          <a:lstStyle/>
          <a:p>
            <a:pPr algn="l">
              <a:buFont typeface="Arial" panose="020B0604020202020204" pitchFamily="34" charset="0"/>
              <a:buChar char="•"/>
            </a:pPr>
            <a:r>
              <a:rPr lang="en-US" sz="2400" i="0" dirty="0">
                <a:solidFill>
                  <a:srgbClr val="333333"/>
                </a:solidFill>
                <a:effectLst/>
              </a:rPr>
              <a:t>Whenever we want to arrange n things at n places, we have total </a:t>
            </a:r>
            <a:r>
              <a:rPr lang="en-US" sz="2400" i="0" dirty="0">
                <a:solidFill>
                  <a:srgbClr val="FF0000"/>
                </a:solidFill>
                <a:effectLst/>
              </a:rPr>
              <a:t>n! ways</a:t>
            </a:r>
            <a:r>
              <a:rPr lang="en-US" sz="2400" i="0" dirty="0">
                <a:solidFill>
                  <a:srgbClr val="333333"/>
                </a:solidFill>
                <a:effectLst/>
              </a:rPr>
              <a:t> of arrangement.</a:t>
            </a:r>
          </a:p>
          <a:p>
            <a:pPr algn="l">
              <a:buFont typeface="Arial" panose="020B0604020202020204" pitchFamily="34" charset="0"/>
              <a:buChar char="•"/>
            </a:pPr>
            <a:r>
              <a:rPr lang="en-US" sz="2400" i="0" dirty="0">
                <a:solidFill>
                  <a:srgbClr val="333333"/>
                </a:solidFill>
                <a:effectLst/>
              </a:rPr>
              <a:t>Whenever we have to select r things out of n, we have total </a:t>
            </a:r>
            <a:r>
              <a:rPr lang="en-US" sz="2400" i="0" baseline="30000" dirty="0" err="1">
                <a:solidFill>
                  <a:srgbClr val="FF0000"/>
                </a:solidFill>
                <a:effectLst/>
              </a:rPr>
              <a:t>n</a:t>
            </a:r>
            <a:r>
              <a:rPr lang="en-US" sz="2400" i="0" dirty="0" err="1">
                <a:solidFill>
                  <a:srgbClr val="FF0000"/>
                </a:solidFill>
                <a:effectLst/>
              </a:rPr>
              <a:t>C</a:t>
            </a:r>
            <a:r>
              <a:rPr lang="en-US" sz="2400" i="0" baseline="-25000" dirty="0" err="1">
                <a:solidFill>
                  <a:srgbClr val="FF0000"/>
                </a:solidFill>
                <a:effectLst/>
              </a:rPr>
              <a:t>r</a:t>
            </a:r>
            <a:r>
              <a:rPr lang="en-US" sz="2400" i="0" dirty="0">
                <a:solidFill>
                  <a:srgbClr val="FF0000"/>
                </a:solidFill>
                <a:effectLst/>
              </a:rPr>
              <a:t> ways</a:t>
            </a:r>
            <a:r>
              <a:rPr lang="en-US" sz="2400" i="0" dirty="0">
                <a:solidFill>
                  <a:srgbClr val="333333"/>
                </a:solidFill>
                <a:effectLst/>
              </a:rPr>
              <a:t> of selection.</a:t>
            </a:r>
          </a:p>
          <a:p>
            <a:pPr algn="l">
              <a:buFont typeface="Arial" panose="020B0604020202020204" pitchFamily="34" charset="0"/>
              <a:buChar char="•"/>
            </a:pPr>
            <a:r>
              <a:rPr lang="en-US" sz="2400" i="0" dirty="0">
                <a:solidFill>
                  <a:srgbClr val="333333"/>
                </a:solidFill>
                <a:effectLst/>
              </a:rPr>
              <a:t>Whenever we have to select r things from n and then arrange those r things at r places, we have total </a:t>
            </a:r>
            <a:r>
              <a:rPr lang="en-US" sz="2400" i="0" baseline="30000" dirty="0">
                <a:solidFill>
                  <a:srgbClr val="FF0000"/>
                </a:solidFill>
                <a:effectLst/>
              </a:rPr>
              <a:t>n</a:t>
            </a:r>
            <a:r>
              <a:rPr lang="en-US" sz="2400" i="0" dirty="0">
                <a:solidFill>
                  <a:srgbClr val="FF0000"/>
                </a:solidFill>
                <a:effectLst/>
              </a:rPr>
              <a:t>P</a:t>
            </a:r>
            <a:r>
              <a:rPr lang="en-US" sz="2400" i="0" baseline="-25000" dirty="0">
                <a:solidFill>
                  <a:srgbClr val="FF0000"/>
                </a:solidFill>
                <a:effectLst/>
              </a:rPr>
              <a:t>r </a:t>
            </a:r>
            <a:r>
              <a:rPr lang="en-US" sz="2400" i="0" dirty="0">
                <a:solidFill>
                  <a:srgbClr val="FF0000"/>
                </a:solidFill>
                <a:effectLst/>
              </a:rPr>
              <a:t>ways.</a:t>
            </a:r>
            <a:endParaRPr lang="en-US" sz="2400" i="0" dirty="0">
              <a:solidFill>
                <a:srgbClr val="333333"/>
              </a:solidFill>
              <a:effectLst/>
            </a:endParaRPr>
          </a:p>
          <a:p>
            <a:pPr algn="l">
              <a:buFont typeface="Arial" panose="020B0604020202020204" pitchFamily="34" charset="0"/>
              <a:buChar char="•"/>
            </a:pPr>
            <a:r>
              <a:rPr lang="en-US" sz="2400" i="0" baseline="30000" dirty="0" err="1">
                <a:solidFill>
                  <a:srgbClr val="333333"/>
                </a:solidFill>
                <a:effectLst/>
              </a:rPr>
              <a:t>n</a:t>
            </a:r>
            <a:r>
              <a:rPr lang="en-US" sz="2400" i="0" dirty="0" err="1">
                <a:solidFill>
                  <a:srgbClr val="333333"/>
                </a:solidFill>
                <a:effectLst/>
              </a:rPr>
              <a:t>C</a:t>
            </a:r>
            <a:r>
              <a:rPr lang="en-US" sz="2400" i="0" baseline="-25000" dirty="0" err="1">
                <a:solidFill>
                  <a:srgbClr val="333333"/>
                </a:solidFill>
                <a:effectLst/>
              </a:rPr>
              <a:t>r</a:t>
            </a:r>
            <a:r>
              <a:rPr lang="en-US" sz="2400" i="0" dirty="0">
                <a:solidFill>
                  <a:srgbClr val="333333"/>
                </a:solidFill>
                <a:effectLst/>
              </a:rPr>
              <a:t> = n! / [r! x (n-r)!] </a:t>
            </a:r>
          </a:p>
          <a:p>
            <a:pPr algn="l">
              <a:buFont typeface="Arial" panose="020B0604020202020204" pitchFamily="34" charset="0"/>
              <a:buChar char="•"/>
            </a:pPr>
            <a:r>
              <a:rPr lang="en-US" sz="2400" i="0" baseline="30000" dirty="0" err="1">
                <a:solidFill>
                  <a:srgbClr val="333333"/>
                </a:solidFill>
                <a:effectLst/>
              </a:rPr>
              <a:t>n</a:t>
            </a:r>
            <a:r>
              <a:rPr lang="en-US" sz="2400" i="0" dirty="0" err="1">
                <a:solidFill>
                  <a:srgbClr val="333333"/>
                </a:solidFill>
                <a:effectLst/>
              </a:rPr>
              <a:t>C</a:t>
            </a:r>
            <a:r>
              <a:rPr lang="en-US" sz="2400" i="0" baseline="-25000" dirty="0" err="1">
                <a:solidFill>
                  <a:srgbClr val="333333"/>
                </a:solidFill>
                <a:effectLst/>
              </a:rPr>
              <a:t>r</a:t>
            </a:r>
            <a:r>
              <a:rPr lang="en-US" sz="2400" i="0" dirty="0">
                <a:solidFill>
                  <a:srgbClr val="333333"/>
                </a:solidFill>
                <a:effectLst/>
              </a:rPr>
              <a:t> = </a:t>
            </a:r>
            <a:r>
              <a:rPr lang="en-US" sz="2400" i="0" dirty="0" err="1">
                <a:solidFill>
                  <a:srgbClr val="333333"/>
                </a:solidFill>
                <a:effectLst/>
              </a:rPr>
              <a:t>nC</a:t>
            </a:r>
            <a:r>
              <a:rPr lang="en-US" sz="2400" i="0" baseline="-25000" dirty="0">
                <a:solidFill>
                  <a:srgbClr val="333333"/>
                </a:solidFill>
                <a:effectLst/>
              </a:rPr>
              <a:t>(n-r)</a:t>
            </a:r>
            <a:endParaRPr lang="en-US" sz="2400" i="0" dirty="0">
              <a:solidFill>
                <a:srgbClr val="333333"/>
              </a:solidFill>
              <a:effectLst/>
            </a:endParaRPr>
          </a:p>
          <a:p>
            <a:pPr algn="l">
              <a:buFont typeface="Arial" panose="020B0604020202020204" pitchFamily="34" charset="0"/>
              <a:buChar char="•"/>
            </a:pPr>
            <a:r>
              <a:rPr lang="en-US" sz="2400" i="0" baseline="30000" dirty="0">
                <a:solidFill>
                  <a:srgbClr val="333333"/>
                </a:solidFill>
                <a:effectLst/>
              </a:rPr>
              <a:t>n</a:t>
            </a:r>
            <a:r>
              <a:rPr lang="en-US" sz="2400" i="0" dirty="0">
                <a:solidFill>
                  <a:srgbClr val="333333"/>
                </a:solidFill>
                <a:effectLst/>
              </a:rPr>
              <a:t>P</a:t>
            </a:r>
            <a:r>
              <a:rPr lang="en-US" sz="2400" i="0" baseline="-25000" dirty="0">
                <a:solidFill>
                  <a:srgbClr val="333333"/>
                </a:solidFill>
                <a:effectLst/>
              </a:rPr>
              <a:t>r</a:t>
            </a:r>
            <a:r>
              <a:rPr lang="en-US" sz="2400" i="0" dirty="0">
                <a:solidFill>
                  <a:srgbClr val="333333"/>
                </a:solidFill>
                <a:effectLst/>
              </a:rPr>
              <a:t> = n!/(n-r)!</a:t>
            </a:r>
          </a:p>
          <a:p>
            <a:pPr marL="0" indent="0">
              <a:buNone/>
            </a:pPr>
            <a:endParaRPr lang="en-IN" sz="2400" dirty="0"/>
          </a:p>
        </p:txBody>
      </p:sp>
    </p:spTree>
    <p:extLst>
      <p:ext uri="{BB962C8B-B14F-4D97-AF65-F5344CB8AC3E}">
        <p14:creationId xmlns:p14="http://schemas.microsoft.com/office/powerpoint/2010/main" val="117448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1. A room has 5 doors. In how many ways can a man enter the room through one door and come out through different door</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15</a:t>
            </a:r>
          </a:p>
          <a:p>
            <a:pPr marL="514350" indent="-514350">
              <a:buAutoNum type="alphaUcParenR"/>
            </a:pPr>
            <a:r>
              <a:rPr lang="en-US" sz="2000" dirty="0"/>
              <a:t>20</a:t>
            </a:r>
          </a:p>
          <a:p>
            <a:pPr marL="514350" indent="-514350">
              <a:buAutoNum type="alphaUcParenR"/>
            </a:pPr>
            <a:r>
              <a:rPr lang="en-US" sz="2000" dirty="0"/>
              <a:t>25</a:t>
            </a:r>
          </a:p>
          <a:p>
            <a:pPr marL="514350" indent="-514350">
              <a:buAutoNum type="alphaUcParenR"/>
            </a:pPr>
            <a:r>
              <a:rPr lang="en-US" sz="2000" dirty="0"/>
              <a:t>30</a:t>
            </a:r>
            <a:endParaRPr lang="en-IN" sz="2000" dirty="0"/>
          </a:p>
        </p:txBody>
      </p:sp>
    </p:spTree>
    <p:extLst>
      <p:ext uri="{BB962C8B-B14F-4D97-AF65-F5344CB8AC3E}">
        <p14:creationId xmlns:p14="http://schemas.microsoft.com/office/powerpoint/2010/main" val="4223527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2. In how many ways can the letters of the word RUDE be arranged</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12</a:t>
            </a:r>
          </a:p>
          <a:p>
            <a:pPr marL="514350" indent="-514350">
              <a:buAutoNum type="alphaUcParenR"/>
            </a:pPr>
            <a:r>
              <a:rPr lang="en-US" sz="2000" dirty="0"/>
              <a:t>18</a:t>
            </a:r>
          </a:p>
          <a:p>
            <a:pPr marL="514350" indent="-514350">
              <a:buAutoNum type="alphaUcParenR"/>
            </a:pPr>
            <a:r>
              <a:rPr lang="en-US" sz="2000" dirty="0"/>
              <a:t>16</a:t>
            </a:r>
          </a:p>
          <a:p>
            <a:pPr marL="514350" indent="-514350">
              <a:buAutoNum type="alphaUcParenR"/>
            </a:pPr>
            <a:r>
              <a:rPr lang="en-US" sz="2000" dirty="0"/>
              <a:t>None</a:t>
            </a:r>
            <a:endParaRPr lang="en-IN" sz="2000" dirty="0"/>
          </a:p>
        </p:txBody>
      </p:sp>
    </p:spTree>
    <p:extLst>
      <p:ext uri="{BB962C8B-B14F-4D97-AF65-F5344CB8AC3E}">
        <p14:creationId xmlns:p14="http://schemas.microsoft.com/office/powerpoint/2010/main" val="468968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3. In how many ways can the letters of the word PATNA be arranged</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120</a:t>
            </a:r>
          </a:p>
          <a:p>
            <a:pPr marL="514350" indent="-514350">
              <a:buAutoNum type="alphaUcParenR"/>
            </a:pPr>
            <a:r>
              <a:rPr lang="en-US" sz="2000" dirty="0"/>
              <a:t>60</a:t>
            </a:r>
          </a:p>
          <a:p>
            <a:pPr marL="514350" indent="-514350">
              <a:buAutoNum type="alphaUcParenR"/>
            </a:pPr>
            <a:r>
              <a:rPr lang="en-US" sz="2000" dirty="0"/>
              <a:t>180</a:t>
            </a:r>
          </a:p>
          <a:p>
            <a:pPr marL="514350" indent="-514350">
              <a:buAutoNum type="alphaUcParenR"/>
            </a:pPr>
            <a:r>
              <a:rPr lang="en-US" sz="2000" dirty="0"/>
              <a:t>None</a:t>
            </a:r>
            <a:endParaRPr lang="en-IN" sz="2000" dirty="0"/>
          </a:p>
        </p:txBody>
      </p:sp>
    </p:spTree>
    <p:extLst>
      <p:ext uri="{BB962C8B-B14F-4D97-AF65-F5344CB8AC3E}">
        <p14:creationId xmlns:p14="http://schemas.microsoft.com/office/powerpoint/2010/main" val="2354174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4. In how many ways can the letters of the word CASUAL be arranged</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120</a:t>
            </a:r>
          </a:p>
          <a:p>
            <a:pPr marL="514350" indent="-514350">
              <a:buAutoNum type="alphaUcParenR"/>
            </a:pPr>
            <a:r>
              <a:rPr lang="en-US" sz="2000" dirty="0"/>
              <a:t>60</a:t>
            </a:r>
          </a:p>
          <a:p>
            <a:pPr marL="514350" indent="-514350">
              <a:buAutoNum type="alphaUcParenR"/>
            </a:pPr>
            <a:r>
              <a:rPr lang="en-US" sz="2000" dirty="0"/>
              <a:t>180</a:t>
            </a:r>
          </a:p>
          <a:p>
            <a:pPr marL="514350" indent="-514350">
              <a:buAutoNum type="alphaUcParenR"/>
            </a:pPr>
            <a:r>
              <a:rPr lang="en-US" sz="2000" dirty="0"/>
              <a:t>360</a:t>
            </a:r>
            <a:endParaRPr lang="en-IN" sz="2000" dirty="0"/>
          </a:p>
        </p:txBody>
      </p:sp>
    </p:spTree>
    <p:extLst>
      <p:ext uri="{BB962C8B-B14F-4D97-AF65-F5344CB8AC3E}">
        <p14:creationId xmlns:p14="http://schemas.microsoft.com/office/powerpoint/2010/main" val="250513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5. How many ways different words can be made using letters of PATNA starting with P?</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18</a:t>
            </a:r>
          </a:p>
          <a:p>
            <a:pPr marL="514350" indent="-514350">
              <a:buAutoNum type="alphaUcParenR"/>
            </a:pPr>
            <a:r>
              <a:rPr lang="en-US" sz="2000" dirty="0"/>
              <a:t>12</a:t>
            </a:r>
          </a:p>
          <a:p>
            <a:pPr marL="514350" indent="-514350">
              <a:buAutoNum type="alphaUcParenR"/>
            </a:pPr>
            <a:r>
              <a:rPr lang="en-US" sz="2000" dirty="0"/>
              <a:t>20</a:t>
            </a:r>
          </a:p>
          <a:p>
            <a:pPr marL="514350" indent="-514350">
              <a:buAutoNum type="alphaUcParenR"/>
            </a:pPr>
            <a:r>
              <a:rPr lang="en-US" sz="2000" dirty="0"/>
              <a:t>15</a:t>
            </a:r>
            <a:endParaRPr lang="en-IN" sz="2000" dirty="0"/>
          </a:p>
        </p:txBody>
      </p:sp>
    </p:spTree>
    <p:extLst>
      <p:ext uri="{BB962C8B-B14F-4D97-AF65-F5344CB8AC3E}">
        <p14:creationId xmlns:p14="http://schemas.microsoft.com/office/powerpoint/2010/main" val="3319342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6. In a class there are 4 boys and 5 girls. In how many different ways a class monitor can be chosen?</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18</a:t>
            </a:r>
          </a:p>
          <a:p>
            <a:pPr marL="514350" indent="-514350">
              <a:buAutoNum type="alphaUcParenR"/>
            </a:pPr>
            <a:r>
              <a:rPr lang="en-US" sz="2000" dirty="0"/>
              <a:t>9</a:t>
            </a:r>
          </a:p>
          <a:p>
            <a:pPr marL="514350" indent="-514350">
              <a:buAutoNum type="alphaUcParenR"/>
            </a:pPr>
            <a:r>
              <a:rPr lang="en-US" sz="2000" dirty="0"/>
              <a:t>12</a:t>
            </a:r>
          </a:p>
          <a:p>
            <a:pPr marL="514350" indent="-514350">
              <a:buAutoNum type="alphaUcParenR"/>
            </a:pPr>
            <a:r>
              <a:rPr lang="en-US" sz="2000" dirty="0"/>
              <a:t>None</a:t>
            </a:r>
            <a:endParaRPr lang="en-IN" sz="2000" dirty="0"/>
          </a:p>
        </p:txBody>
      </p:sp>
    </p:spTree>
    <p:extLst>
      <p:ext uri="{BB962C8B-B14F-4D97-AF65-F5344CB8AC3E}">
        <p14:creationId xmlns:p14="http://schemas.microsoft.com/office/powerpoint/2010/main" val="4162136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7. In a class there are 4 boys and 5 girls. In how many different ways a boy and a girl can be selected for group leaders of two groups?</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30</a:t>
            </a:r>
          </a:p>
          <a:p>
            <a:pPr marL="514350" indent="-514350">
              <a:buAutoNum type="alphaUcParenR"/>
            </a:pPr>
            <a:r>
              <a:rPr lang="en-US" sz="2000" dirty="0"/>
              <a:t>15</a:t>
            </a:r>
          </a:p>
          <a:p>
            <a:pPr marL="514350" indent="-514350">
              <a:buAutoNum type="alphaUcParenR"/>
            </a:pPr>
            <a:r>
              <a:rPr lang="en-US" sz="2000" dirty="0"/>
              <a:t>20</a:t>
            </a:r>
          </a:p>
          <a:p>
            <a:pPr marL="514350" indent="-514350">
              <a:buAutoNum type="alphaUcParenR"/>
            </a:pPr>
            <a:r>
              <a:rPr lang="en-US" sz="2000" dirty="0"/>
              <a:t>45</a:t>
            </a:r>
          </a:p>
        </p:txBody>
      </p:sp>
    </p:spTree>
    <p:extLst>
      <p:ext uri="{BB962C8B-B14F-4D97-AF65-F5344CB8AC3E}">
        <p14:creationId xmlns:p14="http://schemas.microsoft.com/office/powerpoint/2010/main" val="4271329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8. An urn contains 5 red and 3 blue balls. In how many different ways, 2 red and 1 blue balls can be drawn?</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25</a:t>
            </a:r>
          </a:p>
          <a:p>
            <a:pPr marL="514350" indent="-514350">
              <a:buAutoNum type="alphaUcParenR"/>
            </a:pPr>
            <a:r>
              <a:rPr lang="en-US" sz="2000" dirty="0"/>
              <a:t>30</a:t>
            </a:r>
          </a:p>
          <a:p>
            <a:pPr marL="514350" indent="-514350">
              <a:buAutoNum type="alphaUcParenR"/>
            </a:pPr>
            <a:r>
              <a:rPr lang="en-US" sz="2000" dirty="0"/>
              <a:t>35</a:t>
            </a:r>
          </a:p>
          <a:p>
            <a:pPr marL="514350" indent="-514350">
              <a:buAutoNum type="alphaUcParenR"/>
            </a:pPr>
            <a:r>
              <a:rPr lang="en-US" sz="2000" dirty="0"/>
              <a:t>40</a:t>
            </a:r>
            <a:endParaRPr lang="en-IN" sz="2000" dirty="0"/>
          </a:p>
        </p:txBody>
      </p:sp>
    </p:spTree>
    <p:extLst>
      <p:ext uri="{BB962C8B-B14F-4D97-AF65-F5344CB8AC3E}">
        <p14:creationId xmlns:p14="http://schemas.microsoft.com/office/powerpoint/2010/main" val="3460146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9. There are 7 candidates for 4 different posts. In how many ways we can fill the posts?</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720</a:t>
            </a:r>
          </a:p>
          <a:p>
            <a:pPr marL="514350" indent="-514350">
              <a:buAutoNum type="alphaUcParenR"/>
            </a:pPr>
            <a:r>
              <a:rPr lang="en-US" sz="2000" dirty="0"/>
              <a:t>840</a:t>
            </a:r>
          </a:p>
          <a:p>
            <a:pPr marL="514350" indent="-514350">
              <a:buAutoNum type="alphaUcParenR"/>
            </a:pPr>
            <a:r>
              <a:rPr lang="en-US" sz="2000" dirty="0"/>
              <a:t>360</a:t>
            </a:r>
          </a:p>
          <a:p>
            <a:pPr marL="514350" indent="-514350">
              <a:buAutoNum type="alphaUcParenR"/>
            </a:pPr>
            <a:r>
              <a:rPr lang="en-US" sz="2000" dirty="0"/>
              <a:t>None</a:t>
            </a:r>
            <a:endParaRPr lang="en-IN" sz="2000" dirty="0"/>
          </a:p>
        </p:txBody>
      </p:sp>
    </p:spTree>
    <p:extLst>
      <p:ext uri="{BB962C8B-B14F-4D97-AF65-F5344CB8AC3E}">
        <p14:creationId xmlns:p14="http://schemas.microsoft.com/office/powerpoint/2010/main" val="1918605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10. Twenty students are participating in a race. In how many ways can the first three prizes be won?</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2460</a:t>
            </a:r>
          </a:p>
          <a:p>
            <a:pPr marL="514350" indent="-514350">
              <a:buAutoNum type="alphaUcParenR"/>
            </a:pPr>
            <a:r>
              <a:rPr lang="en-US" sz="2000" dirty="0"/>
              <a:t>3420</a:t>
            </a:r>
          </a:p>
          <a:p>
            <a:pPr marL="514350" indent="-514350">
              <a:buAutoNum type="alphaUcParenR"/>
            </a:pPr>
            <a:r>
              <a:rPr lang="en-US" sz="2000" dirty="0"/>
              <a:t>5290</a:t>
            </a:r>
          </a:p>
          <a:p>
            <a:pPr marL="514350" indent="-514350">
              <a:buAutoNum type="alphaUcParenR"/>
            </a:pPr>
            <a:r>
              <a:rPr lang="en-US" sz="2000" dirty="0"/>
              <a:t>6840</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6FD39B0-68BD-D0C6-DD8E-F24CC84175AE}"/>
                  </a:ext>
                </a:extLst>
              </p14:cNvPr>
              <p14:cNvContentPartPr/>
              <p14:nvPr/>
            </p14:nvContentPartPr>
            <p14:xfrm>
              <a:off x="311400" y="1180800"/>
              <a:ext cx="8568360" cy="5243040"/>
            </p14:xfrm>
          </p:contentPart>
        </mc:Choice>
        <mc:Fallback>
          <p:pic>
            <p:nvPicPr>
              <p:cNvPr id="4" name="Ink 3">
                <a:extLst>
                  <a:ext uri="{FF2B5EF4-FFF2-40B4-BE49-F238E27FC236}">
                    <a16:creationId xmlns:a16="http://schemas.microsoft.com/office/drawing/2014/main" id="{E6FD39B0-68BD-D0C6-DD8E-F24CC84175AE}"/>
                  </a:ext>
                </a:extLst>
              </p:cNvPr>
              <p:cNvPicPr/>
              <p:nvPr/>
            </p:nvPicPr>
            <p:blipFill>
              <a:blip r:embed="rId4"/>
              <a:stretch>
                <a:fillRect/>
              </a:stretch>
            </p:blipFill>
            <p:spPr>
              <a:xfrm>
                <a:off x="302040" y="1171440"/>
                <a:ext cx="8587080" cy="5261760"/>
              </a:xfrm>
              <a:prstGeom prst="rect">
                <a:avLst/>
              </a:prstGeom>
            </p:spPr>
          </p:pic>
        </mc:Fallback>
      </mc:AlternateContent>
    </p:spTree>
    <p:extLst>
      <p:ext uri="{BB962C8B-B14F-4D97-AF65-F5344CB8AC3E}">
        <p14:creationId xmlns:p14="http://schemas.microsoft.com/office/powerpoint/2010/main" val="4029372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11. In how many ways can the letters of the word EQUATION be arranged so that all the vowels come together?</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2000</a:t>
            </a:r>
          </a:p>
          <a:p>
            <a:pPr marL="514350" indent="-514350">
              <a:buAutoNum type="alphaUcParenR"/>
            </a:pPr>
            <a:r>
              <a:rPr lang="en-US" sz="2000" dirty="0"/>
              <a:t>2560</a:t>
            </a:r>
          </a:p>
          <a:p>
            <a:pPr marL="514350" indent="-514350">
              <a:buAutoNum type="alphaUcParenR"/>
            </a:pPr>
            <a:r>
              <a:rPr lang="en-US" sz="2000" dirty="0"/>
              <a:t>2880</a:t>
            </a:r>
          </a:p>
          <a:p>
            <a:pPr marL="514350" indent="-514350">
              <a:buAutoNum type="alphaUcParenR"/>
            </a:pPr>
            <a:r>
              <a:rPr lang="en-US" sz="2000" dirty="0"/>
              <a:t>3460</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DD85E96-0C32-204D-9798-21532D5C4F4B}"/>
                  </a:ext>
                </a:extLst>
              </p14:cNvPr>
              <p14:cNvContentPartPr/>
              <p14:nvPr/>
            </p14:nvContentPartPr>
            <p14:xfrm>
              <a:off x="94320" y="1227960"/>
              <a:ext cx="8728560" cy="5082480"/>
            </p14:xfrm>
          </p:contentPart>
        </mc:Choice>
        <mc:Fallback>
          <p:pic>
            <p:nvPicPr>
              <p:cNvPr id="4" name="Ink 3">
                <a:extLst>
                  <a:ext uri="{FF2B5EF4-FFF2-40B4-BE49-F238E27FC236}">
                    <a16:creationId xmlns:a16="http://schemas.microsoft.com/office/drawing/2014/main" id="{3DD85E96-0C32-204D-9798-21532D5C4F4B}"/>
                  </a:ext>
                </a:extLst>
              </p:cNvPr>
              <p:cNvPicPr/>
              <p:nvPr/>
            </p:nvPicPr>
            <p:blipFill>
              <a:blip r:embed="rId4"/>
              <a:stretch>
                <a:fillRect/>
              </a:stretch>
            </p:blipFill>
            <p:spPr>
              <a:xfrm>
                <a:off x="84960" y="1218600"/>
                <a:ext cx="8747280" cy="5101200"/>
              </a:xfrm>
              <a:prstGeom prst="rect">
                <a:avLst/>
              </a:prstGeom>
            </p:spPr>
          </p:pic>
        </mc:Fallback>
      </mc:AlternateContent>
    </p:spTree>
    <p:extLst>
      <p:ext uri="{BB962C8B-B14F-4D97-AF65-F5344CB8AC3E}">
        <p14:creationId xmlns:p14="http://schemas.microsoft.com/office/powerpoint/2010/main" val="265620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12. In how many ways can the letters of the word DAUGHTER be arranged so that all the vowels come together?</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5640</a:t>
            </a:r>
          </a:p>
          <a:p>
            <a:pPr marL="514350" indent="-514350">
              <a:buAutoNum type="alphaUcParenR"/>
            </a:pPr>
            <a:r>
              <a:rPr lang="en-US" sz="2000" dirty="0"/>
              <a:t>5460</a:t>
            </a:r>
          </a:p>
          <a:p>
            <a:pPr marL="514350" indent="-514350">
              <a:buAutoNum type="alphaUcParenR"/>
            </a:pPr>
            <a:r>
              <a:rPr lang="en-US" sz="2000" dirty="0"/>
              <a:t>4320</a:t>
            </a:r>
          </a:p>
          <a:p>
            <a:pPr marL="514350" indent="-514350">
              <a:buAutoNum type="alphaUcParenR"/>
            </a:pPr>
            <a:r>
              <a:rPr lang="en-US" sz="2000" dirty="0"/>
              <a:t>3460</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650A49E-AB0C-F806-03C4-3889633FA5ED}"/>
                  </a:ext>
                </a:extLst>
              </p14:cNvPr>
              <p14:cNvContentPartPr/>
              <p14:nvPr/>
            </p14:nvContentPartPr>
            <p14:xfrm>
              <a:off x="236160" y="1010520"/>
              <a:ext cx="8426160" cy="4005720"/>
            </p14:xfrm>
          </p:contentPart>
        </mc:Choice>
        <mc:Fallback>
          <p:pic>
            <p:nvPicPr>
              <p:cNvPr id="4" name="Ink 3">
                <a:extLst>
                  <a:ext uri="{FF2B5EF4-FFF2-40B4-BE49-F238E27FC236}">
                    <a16:creationId xmlns:a16="http://schemas.microsoft.com/office/drawing/2014/main" id="{F650A49E-AB0C-F806-03C4-3889633FA5ED}"/>
                  </a:ext>
                </a:extLst>
              </p:cNvPr>
              <p:cNvPicPr/>
              <p:nvPr/>
            </p:nvPicPr>
            <p:blipFill>
              <a:blip r:embed="rId4"/>
              <a:stretch>
                <a:fillRect/>
              </a:stretch>
            </p:blipFill>
            <p:spPr>
              <a:xfrm>
                <a:off x="226800" y="1001160"/>
                <a:ext cx="8444880" cy="4024440"/>
              </a:xfrm>
              <a:prstGeom prst="rect">
                <a:avLst/>
              </a:prstGeom>
            </p:spPr>
          </p:pic>
        </mc:Fallback>
      </mc:AlternateContent>
    </p:spTree>
    <p:extLst>
      <p:ext uri="{BB962C8B-B14F-4D97-AF65-F5344CB8AC3E}">
        <p14:creationId xmlns:p14="http://schemas.microsoft.com/office/powerpoint/2010/main" val="378305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i="0" dirty="0">
                <a:solidFill>
                  <a:srgbClr val="333333"/>
                </a:solidFill>
                <a:effectLst/>
                <a:latin typeface="+mn-lt"/>
              </a:rPr>
              <a:t>13. In how many ways can the letters of the word </a:t>
            </a:r>
            <a:r>
              <a:rPr lang="en-US" sz="2000" dirty="0">
                <a:solidFill>
                  <a:srgbClr val="333333"/>
                </a:solidFill>
                <a:latin typeface="+mn-lt"/>
              </a:rPr>
              <a:t>EXTRA </a:t>
            </a:r>
            <a:r>
              <a:rPr lang="en-US" sz="2000" i="0" dirty="0">
                <a:solidFill>
                  <a:srgbClr val="333333"/>
                </a:solidFill>
                <a:effectLst/>
                <a:latin typeface="+mn-lt"/>
              </a:rPr>
              <a:t>be arranged so that all the vowels never come together?</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84</a:t>
            </a:r>
          </a:p>
          <a:p>
            <a:pPr marL="514350" indent="-514350">
              <a:buAutoNum type="alphaUcParenR"/>
            </a:pPr>
            <a:r>
              <a:rPr lang="en-US" sz="2000" dirty="0"/>
              <a:t>72</a:t>
            </a:r>
          </a:p>
          <a:p>
            <a:pPr marL="514350" indent="-514350">
              <a:buAutoNum type="alphaUcParenR"/>
            </a:pPr>
            <a:r>
              <a:rPr lang="en-US" sz="2000" dirty="0"/>
              <a:t>86</a:t>
            </a:r>
          </a:p>
          <a:p>
            <a:pPr marL="514350" indent="-514350">
              <a:buAutoNum type="alphaUcParenR"/>
            </a:pPr>
            <a:r>
              <a:rPr lang="en-US" sz="2000" dirty="0"/>
              <a:t>56</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42E5B90-36F1-65A5-451F-2117AC714619}"/>
                  </a:ext>
                </a:extLst>
              </p14:cNvPr>
              <p14:cNvContentPartPr/>
              <p14:nvPr/>
            </p14:nvContentPartPr>
            <p14:xfrm>
              <a:off x="169920" y="1284480"/>
              <a:ext cx="8832600" cy="5233680"/>
            </p14:xfrm>
          </p:contentPart>
        </mc:Choice>
        <mc:Fallback>
          <p:pic>
            <p:nvPicPr>
              <p:cNvPr id="4" name="Ink 3">
                <a:extLst>
                  <a:ext uri="{FF2B5EF4-FFF2-40B4-BE49-F238E27FC236}">
                    <a16:creationId xmlns:a16="http://schemas.microsoft.com/office/drawing/2014/main" id="{642E5B90-36F1-65A5-451F-2117AC714619}"/>
                  </a:ext>
                </a:extLst>
              </p:cNvPr>
              <p:cNvPicPr/>
              <p:nvPr/>
            </p:nvPicPr>
            <p:blipFill>
              <a:blip r:embed="rId4"/>
              <a:stretch>
                <a:fillRect/>
              </a:stretch>
            </p:blipFill>
            <p:spPr>
              <a:xfrm>
                <a:off x="160560" y="1275120"/>
                <a:ext cx="8851320" cy="5252400"/>
              </a:xfrm>
              <a:prstGeom prst="rect">
                <a:avLst/>
              </a:prstGeom>
            </p:spPr>
          </p:pic>
        </mc:Fallback>
      </mc:AlternateContent>
    </p:spTree>
    <p:extLst>
      <p:ext uri="{BB962C8B-B14F-4D97-AF65-F5344CB8AC3E}">
        <p14:creationId xmlns:p14="http://schemas.microsoft.com/office/powerpoint/2010/main" val="3899004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14. There are 30 students in a class how many shake hands are possible</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435</a:t>
            </a:r>
          </a:p>
          <a:p>
            <a:pPr marL="514350" indent="-514350">
              <a:buAutoNum type="alphaUcParenR"/>
            </a:pPr>
            <a:r>
              <a:rPr lang="en-US" sz="2000" dirty="0"/>
              <a:t>450</a:t>
            </a:r>
          </a:p>
          <a:p>
            <a:pPr marL="514350" indent="-514350">
              <a:buAutoNum type="alphaUcParenR"/>
            </a:pPr>
            <a:r>
              <a:rPr lang="en-US" sz="2000" dirty="0"/>
              <a:t>425</a:t>
            </a:r>
          </a:p>
          <a:p>
            <a:pPr marL="514350" indent="-514350">
              <a:buAutoNum type="alphaUcParenR"/>
            </a:pPr>
            <a:r>
              <a:rPr lang="en-US" sz="2000" dirty="0"/>
              <a:t>480</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235DBAA-E6DA-56D4-ABFF-FAD32AEF1955}"/>
                  </a:ext>
                </a:extLst>
              </p14:cNvPr>
              <p14:cNvContentPartPr/>
              <p14:nvPr/>
            </p14:nvContentPartPr>
            <p14:xfrm>
              <a:off x="358920" y="1332000"/>
              <a:ext cx="7783920" cy="5308920"/>
            </p14:xfrm>
          </p:contentPart>
        </mc:Choice>
        <mc:Fallback>
          <p:pic>
            <p:nvPicPr>
              <p:cNvPr id="4" name="Ink 3">
                <a:extLst>
                  <a:ext uri="{FF2B5EF4-FFF2-40B4-BE49-F238E27FC236}">
                    <a16:creationId xmlns:a16="http://schemas.microsoft.com/office/drawing/2014/main" id="{0235DBAA-E6DA-56D4-ABFF-FAD32AEF1955}"/>
                  </a:ext>
                </a:extLst>
              </p:cNvPr>
              <p:cNvPicPr/>
              <p:nvPr/>
            </p:nvPicPr>
            <p:blipFill>
              <a:blip r:embed="rId4"/>
              <a:stretch>
                <a:fillRect/>
              </a:stretch>
            </p:blipFill>
            <p:spPr>
              <a:xfrm>
                <a:off x="349560" y="1322640"/>
                <a:ext cx="7802640" cy="5327640"/>
              </a:xfrm>
              <a:prstGeom prst="rect">
                <a:avLst/>
              </a:prstGeom>
            </p:spPr>
          </p:pic>
        </mc:Fallback>
      </mc:AlternateContent>
    </p:spTree>
    <p:extLst>
      <p:ext uri="{BB962C8B-B14F-4D97-AF65-F5344CB8AC3E}">
        <p14:creationId xmlns:p14="http://schemas.microsoft.com/office/powerpoint/2010/main" val="1155370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15. How many number of 4 digit can be formed with the digits 1, 2, 3 , 4, 5? ( if repetition of digit is not allowed)</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60</a:t>
            </a:r>
          </a:p>
          <a:p>
            <a:pPr marL="514350" indent="-514350">
              <a:buAutoNum type="alphaUcParenR"/>
            </a:pPr>
            <a:r>
              <a:rPr lang="en-US" sz="2000" dirty="0"/>
              <a:t>120</a:t>
            </a:r>
          </a:p>
          <a:p>
            <a:pPr marL="514350" indent="-514350">
              <a:buAutoNum type="alphaUcParenR"/>
            </a:pPr>
            <a:r>
              <a:rPr lang="en-US" sz="2000" dirty="0"/>
              <a:t>180</a:t>
            </a:r>
          </a:p>
          <a:p>
            <a:pPr marL="514350" indent="-514350">
              <a:buAutoNum type="alphaUcParenR"/>
            </a:pPr>
            <a:r>
              <a:rPr lang="en-US" sz="2000" dirty="0"/>
              <a:t>None</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EA609C0-54C9-9BCF-3951-84697DE177F0}"/>
                  </a:ext>
                </a:extLst>
              </p14:cNvPr>
              <p14:cNvContentPartPr/>
              <p14:nvPr/>
            </p14:nvContentPartPr>
            <p14:xfrm>
              <a:off x="273960" y="1208880"/>
              <a:ext cx="8681400" cy="3391920"/>
            </p14:xfrm>
          </p:contentPart>
        </mc:Choice>
        <mc:Fallback>
          <p:pic>
            <p:nvPicPr>
              <p:cNvPr id="4" name="Ink 3">
                <a:extLst>
                  <a:ext uri="{FF2B5EF4-FFF2-40B4-BE49-F238E27FC236}">
                    <a16:creationId xmlns:a16="http://schemas.microsoft.com/office/drawing/2014/main" id="{3EA609C0-54C9-9BCF-3951-84697DE177F0}"/>
                  </a:ext>
                </a:extLst>
              </p:cNvPr>
              <p:cNvPicPr/>
              <p:nvPr/>
            </p:nvPicPr>
            <p:blipFill>
              <a:blip r:embed="rId4"/>
              <a:stretch>
                <a:fillRect/>
              </a:stretch>
            </p:blipFill>
            <p:spPr>
              <a:xfrm>
                <a:off x="264600" y="1199520"/>
                <a:ext cx="8700120" cy="3410640"/>
              </a:xfrm>
              <a:prstGeom prst="rect">
                <a:avLst/>
              </a:prstGeom>
            </p:spPr>
          </p:pic>
        </mc:Fallback>
      </mc:AlternateContent>
    </p:spTree>
    <p:extLst>
      <p:ext uri="{BB962C8B-B14F-4D97-AF65-F5344CB8AC3E}">
        <p14:creationId xmlns:p14="http://schemas.microsoft.com/office/powerpoint/2010/main" val="3900160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r>
              <a:rPr lang="en-US" sz="2000" dirty="0">
                <a:latin typeface="+mn-lt"/>
              </a:rPr>
              <a:t>16. With out repetition using digits 2, 3, 4, 5, 6, 8, 0 how many numbers can be made which lies between 500 and 1000</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62496" y="1488274"/>
            <a:ext cx="7886700" cy="4351338"/>
          </a:xfrm>
        </p:spPr>
        <p:txBody>
          <a:bodyPr>
            <a:normAutofit/>
          </a:bodyPr>
          <a:lstStyle/>
          <a:p>
            <a:pPr marL="514350" indent="-514350">
              <a:buAutoNum type="alphaUcParenR"/>
            </a:pPr>
            <a:r>
              <a:rPr lang="en-US" sz="2000" dirty="0"/>
              <a:t>90</a:t>
            </a:r>
          </a:p>
          <a:p>
            <a:pPr marL="514350" indent="-514350">
              <a:buAutoNum type="alphaUcParenR"/>
            </a:pPr>
            <a:r>
              <a:rPr lang="en-US" sz="2000" dirty="0"/>
              <a:t>180</a:t>
            </a:r>
          </a:p>
          <a:p>
            <a:pPr marL="514350" indent="-514350">
              <a:buAutoNum type="alphaUcParenR"/>
            </a:pPr>
            <a:r>
              <a:rPr lang="en-US" sz="2000" dirty="0"/>
              <a:t>120</a:t>
            </a:r>
          </a:p>
          <a:p>
            <a:pPr marL="514350" indent="-514350">
              <a:buAutoNum type="alphaUcParenR"/>
            </a:pPr>
            <a:r>
              <a:rPr lang="en-US" sz="2000" dirty="0"/>
              <a:t>150</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42F5DA8-C3BC-0556-AB3B-B4A2D3316275}"/>
                  </a:ext>
                </a:extLst>
              </p14:cNvPr>
              <p14:cNvContentPartPr/>
              <p14:nvPr/>
            </p14:nvContentPartPr>
            <p14:xfrm>
              <a:off x="0" y="547920"/>
              <a:ext cx="8133480" cy="5394240"/>
            </p14:xfrm>
          </p:contentPart>
        </mc:Choice>
        <mc:Fallback>
          <p:pic>
            <p:nvPicPr>
              <p:cNvPr id="4" name="Ink 3">
                <a:extLst>
                  <a:ext uri="{FF2B5EF4-FFF2-40B4-BE49-F238E27FC236}">
                    <a16:creationId xmlns:a16="http://schemas.microsoft.com/office/drawing/2014/main" id="{642F5DA8-C3BC-0556-AB3B-B4A2D3316275}"/>
                  </a:ext>
                </a:extLst>
              </p:cNvPr>
              <p:cNvPicPr/>
              <p:nvPr/>
            </p:nvPicPr>
            <p:blipFill>
              <a:blip r:embed="rId4"/>
              <a:stretch>
                <a:fillRect/>
              </a:stretch>
            </p:blipFill>
            <p:spPr>
              <a:xfrm>
                <a:off x="-9360" y="538560"/>
                <a:ext cx="8152200" cy="5412960"/>
              </a:xfrm>
              <a:prstGeom prst="rect">
                <a:avLst/>
              </a:prstGeom>
            </p:spPr>
          </p:pic>
        </mc:Fallback>
      </mc:AlternateContent>
    </p:spTree>
    <p:extLst>
      <p:ext uri="{BB962C8B-B14F-4D97-AF65-F5344CB8AC3E}">
        <p14:creationId xmlns:p14="http://schemas.microsoft.com/office/powerpoint/2010/main" val="2307381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17. A bank has 6 digit number with no repetition of digits with in account number. The first and last digit of the numbers is fixed to be 4 and 7. how many such numbers are possible</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US" sz="2000" dirty="0"/>
              <a:t>1220</a:t>
            </a:r>
          </a:p>
          <a:p>
            <a:pPr marL="514350" indent="-514350">
              <a:buAutoNum type="alphaUcParenR"/>
            </a:pPr>
            <a:r>
              <a:rPr lang="en-US" sz="2000" dirty="0"/>
              <a:t>1560</a:t>
            </a:r>
          </a:p>
          <a:p>
            <a:pPr marL="514350" indent="-514350">
              <a:buAutoNum type="alphaUcParenR"/>
            </a:pPr>
            <a:r>
              <a:rPr lang="en-US" sz="2000" dirty="0"/>
              <a:t>1480</a:t>
            </a:r>
          </a:p>
          <a:p>
            <a:pPr marL="514350" indent="-514350">
              <a:buAutoNum type="alphaUcParenR"/>
            </a:pPr>
            <a:r>
              <a:rPr lang="en-US" sz="2000" dirty="0"/>
              <a:t>1680</a:t>
            </a:r>
            <a:endParaRPr lang="en-IN" sz="2000"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637E992-7E99-8931-3929-E7A457057696}"/>
                  </a:ext>
                </a:extLst>
              </p14:cNvPr>
              <p14:cNvContentPartPr/>
              <p14:nvPr/>
            </p14:nvContentPartPr>
            <p14:xfrm>
              <a:off x="358920" y="56520"/>
              <a:ext cx="8227800" cy="5743800"/>
            </p14:xfrm>
          </p:contentPart>
        </mc:Choice>
        <mc:Fallback>
          <p:pic>
            <p:nvPicPr>
              <p:cNvPr id="4" name="Ink 3">
                <a:extLst>
                  <a:ext uri="{FF2B5EF4-FFF2-40B4-BE49-F238E27FC236}">
                    <a16:creationId xmlns:a16="http://schemas.microsoft.com/office/drawing/2014/main" id="{2637E992-7E99-8931-3929-E7A457057696}"/>
                  </a:ext>
                </a:extLst>
              </p:cNvPr>
              <p:cNvPicPr/>
              <p:nvPr/>
            </p:nvPicPr>
            <p:blipFill>
              <a:blip r:embed="rId3"/>
              <a:stretch>
                <a:fillRect/>
              </a:stretch>
            </p:blipFill>
            <p:spPr>
              <a:xfrm>
                <a:off x="349560" y="47160"/>
                <a:ext cx="8246520" cy="5762520"/>
              </a:xfrm>
              <a:prstGeom prst="rect">
                <a:avLst/>
              </a:prstGeom>
            </p:spPr>
          </p:pic>
        </mc:Fallback>
      </mc:AlternateContent>
    </p:spTree>
    <p:extLst>
      <p:ext uri="{BB962C8B-B14F-4D97-AF65-F5344CB8AC3E}">
        <p14:creationId xmlns:p14="http://schemas.microsoft.com/office/powerpoint/2010/main" val="2494843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18. How many 4 digit numbers can be formed using the digits 9, 8, 7, 6, 0, 4, 3 such that repetition of digits is allowed</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US" sz="2000" dirty="0"/>
              <a:t>1026</a:t>
            </a:r>
          </a:p>
          <a:p>
            <a:pPr marL="514350" indent="-514350">
              <a:buAutoNum type="alphaUcParenR"/>
            </a:pPr>
            <a:r>
              <a:rPr lang="en-US" sz="2000" dirty="0"/>
              <a:t>2052</a:t>
            </a:r>
          </a:p>
          <a:p>
            <a:pPr marL="514350" indent="-514350">
              <a:buAutoNum type="alphaUcParenR"/>
            </a:pPr>
            <a:r>
              <a:rPr lang="en-US" sz="2000" dirty="0"/>
              <a:t>1027</a:t>
            </a:r>
          </a:p>
          <a:p>
            <a:pPr marL="514350" indent="-514350">
              <a:buAutoNum type="alphaUcParenR"/>
            </a:pPr>
            <a:r>
              <a:rPr lang="en-US" sz="2000" dirty="0"/>
              <a:t>2058</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93DB5AC-8C14-278A-B032-76FB893140A3}"/>
                  </a:ext>
                </a:extLst>
              </p14:cNvPr>
              <p14:cNvContentPartPr/>
              <p14:nvPr/>
            </p14:nvContentPartPr>
            <p14:xfrm>
              <a:off x="349200" y="169920"/>
              <a:ext cx="8634600" cy="6027120"/>
            </p14:xfrm>
          </p:contentPart>
        </mc:Choice>
        <mc:Fallback>
          <p:pic>
            <p:nvPicPr>
              <p:cNvPr id="4" name="Ink 3">
                <a:extLst>
                  <a:ext uri="{FF2B5EF4-FFF2-40B4-BE49-F238E27FC236}">
                    <a16:creationId xmlns:a16="http://schemas.microsoft.com/office/drawing/2014/main" id="{793DB5AC-8C14-278A-B032-76FB893140A3}"/>
                  </a:ext>
                </a:extLst>
              </p:cNvPr>
              <p:cNvPicPr/>
              <p:nvPr/>
            </p:nvPicPr>
            <p:blipFill>
              <a:blip r:embed="rId4"/>
              <a:stretch>
                <a:fillRect/>
              </a:stretch>
            </p:blipFill>
            <p:spPr>
              <a:xfrm>
                <a:off x="339840" y="160560"/>
                <a:ext cx="8653320" cy="6045840"/>
              </a:xfrm>
              <a:prstGeom prst="rect">
                <a:avLst/>
              </a:prstGeom>
            </p:spPr>
          </p:pic>
        </mc:Fallback>
      </mc:AlternateContent>
    </p:spTree>
    <p:extLst>
      <p:ext uri="{BB962C8B-B14F-4D97-AF65-F5344CB8AC3E}">
        <p14:creationId xmlns:p14="http://schemas.microsoft.com/office/powerpoint/2010/main" val="3556931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19. How many 6 digit even numbers can be formed from the digits 1, 2,3 ,4, 5, 6, 7 so that the digits should not repeat and second last digit is even?</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US" sz="2000" dirty="0"/>
              <a:t>2160</a:t>
            </a:r>
          </a:p>
          <a:p>
            <a:pPr marL="514350" indent="-514350">
              <a:buAutoNum type="alphaUcParenR"/>
            </a:pPr>
            <a:r>
              <a:rPr lang="en-US" sz="2000" dirty="0"/>
              <a:t>320</a:t>
            </a:r>
          </a:p>
          <a:p>
            <a:pPr marL="514350" indent="-514350">
              <a:buAutoNum type="alphaUcParenR"/>
            </a:pPr>
            <a:r>
              <a:rPr lang="en-US" sz="2000" dirty="0"/>
              <a:t>6480</a:t>
            </a:r>
          </a:p>
          <a:p>
            <a:pPr marL="514350" indent="-514350">
              <a:buAutoNum type="alphaUcParenR"/>
            </a:pPr>
            <a:r>
              <a:rPr lang="en-US" sz="2000" dirty="0"/>
              <a:t>720</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E6614F0-E239-0DD9-39A8-7B191E9470D2}"/>
                  </a:ext>
                </a:extLst>
              </p14:cNvPr>
              <p14:cNvContentPartPr/>
              <p14:nvPr/>
            </p14:nvContentPartPr>
            <p14:xfrm>
              <a:off x="443880" y="103680"/>
              <a:ext cx="8275320" cy="5564520"/>
            </p14:xfrm>
          </p:contentPart>
        </mc:Choice>
        <mc:Fallback>
          <p:pic>
            <p:nvPicPr>
              <p:cNvPr id="4" name="Ink 3">
                <a:extLst>
                  <a:ext uri="{FF2B5EF4-FFF2-40B4-BE49-F238E27FC236}">
                    <a16:creationId xmlns:a16="http://schemas.microsoft.com/office/drawing/2014/main" id="{AE6614F0-E239-0DD9-39A8-7B191E9470D2}"/>
                  </a:ext>
                </a:extLst>
              </p:cNvPr>
              <p:cNvPicPr/>
              <p:nvPr/>
            </p:nvPicPr>
            <p:blipFill>
              <a:blip r:embed="rId4"/>
              <a:stretch>
                <a:fillRect/>
              </a:stretch>
            </p:blipFill>
            <p:spPr>
              <a:xfrm>
                <a:off x="434520" y="94320"/>
                <a:ext cx="8294040" cy="5583240"/>
              </a:xfrm>
              <a:prstGeom prst="rect">
                <a:avLst/>
              </a:prstGeom>
            </p:spPr>
          </p:pic>
        </mc:Fallback>
      </mc:AlternateContent>
    </p:spTree>
    <p:extLst>
      <p:ext uri="{BB962C8B-B14F-4D97-AF65-F5344CB8AC3E}">
        <p14:creationId xmlns:p14="http://schemas.microsoft.com/office/powerpoint/2010/main" val="476422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20. What is the rank of the word MOTHER?</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IN" sz="2000" dirty="0"/>
              <a:t>309</a:t>
            </a:r>
          </a:p>
          <a:p>
            <a:pPr marL="514350" indent="-514350">
              <a:buAutoNum type="alphaUcParenR"/>
            </a:pPr>
            <a:r>
              <a:rPr lang="en-IN" sz="2000" dirty="0"/>
              <a:t>310</a:t>
            </a:r>
          </a:p>
          <a:p>
            <a:pPr marL="514350" indent="-514350">
              <a:buAutoNum type="alphaUcParenR"/>
            </a:pPr>
            <a:r>
              <a:rPr lang="en-IN" sz="2000" dirty="0"/>
              <a:t>305</a:t>
            </a:r>
          </a:p>
          <a:p>
            <a:pPr marL="514350" indent="-514350">
              <a:buAutoNum type="alphaUcParenR"/>
            </a:pPr>
            <a:r>
              <a:rPr lang="en-IN" sz="2000" dirty="0"/>
              <a:t>none</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EF85416-188B-107F-092D-84993448A66E}"/>
                  </a:ext>
                </a:extLst>
              </p14:cNvPr>
              <p14:cNvContentPartPr/>
              <p14:nvPr/>
            </p14:nvContentPartPr>
            <p14:xfrm>
              <a:off x="2012040" y="122760"/>
              <a:ext cx="6461640" cy="5668200"/>
            </p14:xfrm>
          </p:contentPart>
        </mc:Choice>
        <mc:Fallback>
          <p:pic>
            <p:nvPicPr>
              <p:cNvPr id="4" name="Ink 3">
                <a:extLst>
                  <a:ext uri="{FF2B5EF4-FFF2-40B4-BE49-F238E27FC236}">
                    <a16:creationId xmlns:a16="http://schemas.microsoft.com/office/drawing/2014/main" id="{7EF85416-188B-107F-092D-84993448A66E}"/>
                  </a:ext>
                </a:extLst>
              </p:cNvPr>
              <p:cNvPicPr/>
              <p:nvPr/>
            </p:nvPicPr>
            <p:blipFill>
              <a:blip r:embed="rId4"/>
              <a:stretch>
                <a:fillRect/>
              </a:stretch>
            </p:blipFill>
            <p:spPr>
              <a:xfrm>
                <a:off x="2002680" y="113400"/>
                <a:ext cx="6480360" cy="5686920"/>
              </a:xfrm>
              <a:prstGeom prst="rect">
                <a:avLst/>
              </a:prstGeom>
            </p:spPr>
          </p:pic>
        </mc:Fallback>
      </mc:AlternateContent>
    </p:spTree>
    <p:extLst>
      <p:ext uri="{BB962C8B-B14F-4D97-AF65-F5344CB8AC3E}">
        <p14:creationId xmlns:p14="http://schemas.microsoft.com/office/powerpoint/2010/main" val="3466131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21. What is the rank of the word BANANA?</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IN" sz="2000" dirty="0"/>
              <a:t>24</a:t>
            </a:r>
          </a:p>
          <a:p>
            <a:pPr marL="514350" indent="-514350">
              <a:buAutoNum type="alphaUcParenR"/>
            </a:pPr>
            <a:r>
              <a:rPr lang="en-IN" sz="2000" dirty="0"/>
              <a:t>60</a:t>
            </a:r>
          </a:p>
          <a:p>
            <a:pPr marL="514350" indent="-514350">
              <a:buAutoNum type="alphaUcParenR"/>
            </a:pPr>
            <a:r>
              <a:rPr lang="en-IN" sz="2000" dirty="0"/>
              <a:t>35</a:t>
            </a:r>
          </a:p>
          <a:p>
            <a:pPr marL="514350" indent="-514350">
              <a:buAutoNum type="alphaUcParenR"/>
            </a:pPr>
            <a:r>
              <a:rPr lang="en-IN" sz="2000" dirty="0"/>
              <a:t>NONE</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F8BD9A3-8A3F-16CB-9A96-F9EE618ECCCC}"/>
                  </a:ext>
                </a:extLst>
              </p14:cNvPr>
              <p14:cNvContentPartPr/>
              <p14:nvPr/>
            </p14:nvContentPartPr>
            <p14:xfrm>
              <a:off x="1983600" y="169920"/>
              <a:ext cx="7056720" cy="6584400"/>
            </p14:xfrm>
          </p:contentPart>
        </mc:Choice>
        <mc:Fallback>
          <p:pic>
            <p:nvPicPr>
              <p:cNvPr id="4" name="Ink 3">
                <a:extLst>
                  <a:ext uri="{FF2B5EF4-FFF2-40B4-BE49-F238E27FC236}">
                    <a16:creationId xmlns:a16="http://schemas.microsoft.com/office/drawing/2014/main" id="{BF8BD9A3-8A3F-16CB-9A96-F9EE618ECCCC}"/>
                  </a:ext>
                </a:extLst>
              </p:cNvPr>
              <p:cNvPicPr/>
              <p:nvPr/>
            </p:nvPicPr>
            <p:blipFill>
              <a:blip r:embed="rId4"/>
              <a:stretch>
                <a:fillRect/>
              </a:stretch>
            </p:blipFill>
            <p:spPr>
              <a:xfrm>
                <a:off x="1974240" y="160560"/>
                <a:ext cx="7075440" cy="6603120"/>
              </a:xfrm>
              <a:prstGeom prst="rect">
                <a:avLst/>
              </a:prstGeom>
            </p:spPr>
          </p:pic>
        </mc:Fallback>
      </mc:AlternateContent>
    </p:spTree>
    <p:extLst>
      <p:ext uri="{BB962C8B-B14F-4D97-AF65-F5344CB8AC3E}">
        <p14:creationId xmlns:p14="http://schemas.microsoft.com/office/powerpoint/2010/main" val="3969247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22. What will be the 55</a:t>
            </a:r>
            <a:r>
              <a:rPr lang="en-US" sz="2000" baseline="30000" dirty="0">
                <a:latin typeface="+mn-lt"/>
              </a:rPr>
              <a:t>th</a:t>
            </a:r>
            <a:r>
              <a:rPr lang="en-US" sz="2000" dirty="0">
                <a:latin typeface="+mn-lt"/>
              </a:rPr>
              <a:t> word in the arrangement of the letters of the word PERFECT?</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IN" sz="2000" dirty="0"/>
              <a:t>CEPFRET</a:t>
            </a:r>
          </a:p>
          <a:p>
            <a:pPr marL="514350" indent="-514350">
              <a:buAutoNum type="alphaUcParenR"/>
            </a:pPr>
            <a:r>
              <a:rPr lang="en-IN" sz="2000" dirty="0"/>
              <a:t>CEPFERT</a:t>
            </a:r>
          </a:p>
          <a:p>
            <a:pPr marL="514350" indent="-514350">
              <a:buAutoNum type="alphaUcParenR"/>
            </a:pPr>
            <a:r>
              <a:rPr lang="en-IN" sz="2000" dirty="0"/>
              <a:t>CEPERFT</a:t>
            </a:r>
          </a:p>
          <a:p>
            <a:pPr marL="514350" indent="-514350">
              <a:buAutoNum type="alphaUcParenR"/>
            </a:pPr>
            <a:r>
              <a:rPr lang="en-IN" sz="2000" dirty="0"/>
              <a:t>CEPRFET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5DFBF09-2566-5626-6659-13CF7F8771C3}"/>
                  </a:ext>
                </a:extLst>
              </p14:cNvPr>
              <p14:cNvContentPartPr/>
              <p14:nvPr/>
            </p14:nvContentPartPr>
            <p14:xfrm>
              <a:off x="434520" y="1171440"/>
              <a:ext cx="8766360" cy="5649120"/>
            </p14:xfrm>
          </p:contentPart>
        </mc:Choice>
        <mc:Fallback>
          <p:pic>
            <p:nvPicPr>
              <p:cNvPr id="4" name="Ink 3">
                <a:extLst>
                  <a:ext uri="{FF2B5EF4-FFF2-40B4-BE49-F238E27FC236}">
                    <a16:creationId xmlns:a16="http://schemas.microsoft.com/office/drawing/2014/main" id="{45DFBF09-2566-5626-6659-13CF7F8771C3}"/>
                  </a:ext>
                </a:extLst>
              </p:cNvPr>
              <p:cNvPicPr/>
              <p:nvPr/>
            </p:nvPicPr>
            <p:blipFill>
              <a:blip r:embed="rId4"/>
              <a:stretch>
                <a:fillRect/>
              </a:stretch>
            </p:blipFill>
            <p:spPr>
              <a:xfrm>
                <a:off x="425160" y="1162080"/>
                <a:ext cx="8785080" cy="5667840"/>
              </a:xfrm>
              <a:prstGeom prst="rect">
                <a:avLst/>
              </a:prstGeom>
            </p:spPr>
          </p:pic>
        </mc:Fallback>
      </mc:AlternateContent>
    </p:spTree>
    <p:extLst>
      <p:ext uri="{BB962C8B-B14F-4D97-AF65-F5344CB8AC3E}">
        <p14:creationId xmlns:p14="http://schemas.microsoft.com/office/powerpoint/2010/main" val="1796250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23. A group consists of 4 girls and 7 boys. In how many ways can a team of 5 members be selected if the team has</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IN" sz="2000" dirty="0"/>
              <a:t>No girls</a:t>
            </a:r>
          </a:p>
          <a:p>
            <a:pPr marL="514350" indent="-514350">
              <a:buAutoNum type="alphaUcParenR"/>
            </a:pPr>
            <a:r>
              <a:rPr lang="en-IN" sz="2000" dirty="0"/>
              <a:t>At least one boy and one girl</a:t>
            </a:r>
          </a:p>
          <a:p>
            <a:pPr marL="514350" indent="-514350">
              <a:buAutoNum type="alphaUcParenR"/>
            </a:pPr>
            <a:r>
              <a:rPr lang="en-IN" sz="2000" dirty="0"/>
              <a:t>At least three girls</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2C1B61A-6744-E631-7A06-7D48427E0129}"/>
                  </a:ext>
                </a:extLst>
              </p14:cNvPr>
              <p14:cNvContentPartPr/>
              <p14:nvPr/>
            </p14:nvContentPartPr>
            <p14:xfrm>
              <a:off x="311400" y="1095840"/>
              <a:ext cx="7708680" cy="5894640"/>
            </p14:xfrm>
          </p:contentPart>
        </mc:Choice>
        <mc:Fallback>
          <p:pic>
            <p:nvPicPr>
              <p:cNvPr id="4" name="Ink 3">
                <a:extLst>
                  <a:ext uri="{FF2B5EF4-FFF2-40B4-BE49-F238E27FC236}">
                    <a16:creationId xmlns:a16="http://schemas.microsoft.com/office/drawing/2014/main" id="{D2C1B61A-6744-E631-7A06-7D48427E0129}"/>
                  </a:ext>
                </a:extLst>
              </p:cNvPr>
              <p:cNvPicPr/>
              <p:nvPr/>
            </p:nvPicPr>
            <p:blipFill>
              <a:blip r:embed="rId4"/>
              <a:stretch>
                <a:fillRect/>
              </a:stretch>
            </p:blipFill>
            <p:spPr>
              <a:xfrm>
                <a:off x="302040" y="1086480"/>
                <a:ext cx="7727400" cy="5913360"/>
              </a:xfrm>
              <a:prstGeom prst="rect">
                <a:avLst/>
              </a:prstGeom>
            </p:spPr>
          </p:pic>
        </mc:Fallback>
      </mc:AlternateContent>
    </p:spTree>
    <p:extLst>
      <p:ext uri="{BB962C8B-B14F-4D97-AF65-F5344CB8AC3E}">
        <p14:creationId xmlns:p14="http://schemas.microsoft.com/office/powerpoint/2010/main" val="2853817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24. From a group of 7 men and 6 women, five persons are to be selected to form a committee so that at least 3 men are there on the </a:t>
            </a:r>
            <a:r>
              <a:rPr lang="en-US" sz="2000" dirty="0" err="1">
                <a:latin typeface="+mn-lt"/>
              </a:rPr>
              <a:t>committe</a:t>
            </a:r>
            <a:r>
              <a:rPr lang="en-US" sz="2000" dirty="0">
                <a:latin typeface="+mn-lt"/>
              </a:rPr>
              <a:t>. In how many ways can it be done?</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IN" sz="2000" dirty="0"/>
              <a:t>564</a:t>
            </a:r>
          </a:p>
          <a:p>
            <a:pPr marL="514350" indent="-514350">
              <a:buAutoNum type="alphaUcParenR"/>
            </a:pPr>
            <a:r>
              <a:rPr lang="en-IN" sz="2000" dirty="0"/>
              <a:t>645</a:t>
            </a:r>
          </a:p>
          <a:p>
            <a:pPr marL="514350" indent="-514350">
              <a:buAutoNum type="alphaUcParenR"/>
            </a:pPr>
            <a:r>
              <a:rPr lang="en-IN" sz="2000" dirty="0"/>
              <a:t>735</a:t>
            </a:r>
          </a:p>
          <a:p>
            <a:pPr marL="514350" indent="-514350">
              <a:buAutoNum type="alphaUcParenR"/>
            </a:pPr>
            <a:r>
              <a:rPr lang="en-IN" sz="2000" dirty="0"/>
              <a:t>756</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0A23D78-DD49-8CC2-13FD-59734801441C}"/>
                  </a:ext>
                </a:extLst>
              </p14:cNvPr>
              <p14:cNvContentPartPr/>
              <p14:nvPr/>
            </p14:nvContentPartPr>
            <p14:xfrm>
              <a:off x="604440" y="207720"/>
              <a:ext cx="8426520" cy="6555960"/>
            </p14:xfrm>
          </p:contentPart>
        </mc:Choice>
        <mc:Fallback>
          <p:pic>
            <p:nvPicPr>
              <p:cNvPr id="4" name="Ink 3">
                <a:extLst>
                  <a:ext uri="{FF2B5EF4-FFF2-40B4-BE49-F238E27FC236}">
                    <a16:creationId xmlns:a16="http://schemas.microsoft.com/office/drawing/2014/main" id="{70A23D78-DD49-8CC2-13FD-59734801441C}"/>
                  </a:ext>
                </a:extLst>
              </p:cNvPr>
              <p:cNvPicPr/>
              <p:nvPr/>
            </p:nvPicPr>
            <p:blipFill>
              <a:blip r:embed="rId4"/>
              <a:stretch>
                <a:fillRect/>
              </a:stretch>
            </p:blipFill>
            <p:spPr>
              <a:xfrm>
                <a:off x="595080" y="198360"/>
                <a:ext cx="8445240" cy="6574680"/>
              </a:xfrm>
              <a:prstGeom prst="rect">
                <a:avLst/>
              </a:prstGeom>
            </p:spPr>
          </p:pic>
        </mc:Fallback>
      </mc:AlternateContent>
    </p:spTree>
    <p:extLst>
      <p:ext uri="{BB962C8B-B14F-4D97-AF65-F5344CB8AC3E}">
        <p14:creationId xmlns:p14="http://schemas.microsoft.com/office/powerpoint/2010/main" val="2153199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471658"/>
            <a:ext cx="7886700" cy="1325563"/>
          </a:xfrm>
        </p:spPr>
        <p:txBody>
          <a:bodyPr>
            <a:normAutofit/>
          </a:bodyPr>
          <a:lstStyle/>
          <a:p>
            <a:r>
              <a:rPr lang="en-US" sz="2000" dirty="0">
                <a:latin typeface="+mn-lt"/>
              </a:rPr>
              <a:t>25. In how many different ways can the letters of the word CORPORATION be arranged so that vowels always come together? </a:t>
            </a:r>
            <a:endParaRPr lang="en-IN" sz="2000" dirty="0">
              <a:latin typeface="+mn-lt"/>
            </a:endParaRPr>
          </a:p>
        </p:txBody>
      </p:sp>
      <p:sp>
        <p:nvSpPr>
          <p:cNvPr id="3" name="Content Placeholder 2">
            <a:extLst>
              <a:ext uri="{FF2B5EF4-FFF2-40B4-BE49-F238E27FC236}">
                <a16:creationId xmlns:a16="http://schemas.microsoft.com/office/drawing/2014/main" id="{1A9B993E-4686-4315-B267-16DE2C3648F6}"/>
              </a:ext>
            </a:extLst>
          </p:cNvPr>
          <p:cNvSpPr>
            <a:spLocks noGrp="1"/>
          </p:cNvSpPr>
          <p:nvPr>
            <p:ph idx="1"/>
          </p:nvPr>
        </p:nvSpPr>
        <p:spPr>
          <a:xfrm>
            <a:off x="628650" y="1727971"/>
            <a:ext cx="7886700" cy="4351338"/>
          </a:xfrm>
        </p:spPr>
        <p:txBody>
          <a:bodyPr>
            <a:normAutofit/>
          </a:bodyPr>
          <a:lstStyle/>
          <a:p>
            <a:pPr marL="514350" indent="-514350">
              <a:buAutoNum type="alphaUcParenR"/>
            </a:pPr>
            <a:r>
              <a:rPr lang="en-IN" sz="2000" dirty="0"/>
              <a:t>810</a:t>
            </a:r>
          </a:p>
          <a:p>
            <a:pPr marL="514350" indent="-514350">
              <a:buAutoNum type="alphaUcParenR"/>
            </a:pPr>
            <a:r>
              <a:rPr lang="en-IN" sz="2000" dirty="0"/>
              <a:t>1440</a:t>
            </a:r>
          </a:p>
          <a:p>
            <a:pPr marL="514350" indent="-514350">
              <a:buAutoNum type="alphaUcParenR"/>
            </a:pPr>
            <a:r>
              <a:rPr lang="en-IN" sz="2000" dirty="0"/>
              <a:t>2880</a:t>
            </a:r>
          </a:p>
          <a:p>
            <a:pPr marL="514350" indent="-514350">
              <a:buAutoNum type="alphaUcParenR"/>
            </a:pPr>
            <a:r>
              <a:rPr lang="en-IN" sz="2000" dirty="0"/>
              <a:t>50400</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AFE5E1F-84AC-0C1D-4304-29610DECDFD1}"/>
                  </a:ext>
                </a:extLst>
              </p14:cNvPr>
              <p14:cNvContentPartPr/>
              <p14:nvPr/>
            </p14:nvContentPartPr>
            <p14:xfrm>
              <a:off x="311400" y="1586880"/>
              <a:ext cx="8870760" cy="4543920"/>
            </p14:xfrm>
          </p:contentPart>
        </mc:Choice>
        <mc:Fallback>
          <p:pic>
            <p:nvPicPr>
              <p:cNvPr id="4" name="Ink 3">
                <a:extLst>
                  <a:ext uri="{FF2B5EF4-FFF2-40B4-BE49-F238E27FC236}">
                    <a16:creationId xmlns:a16="http://schemas.microsoft.com/office/drawing/2014/main" id="{FAFE5E1F-84AC-0C1D-4304-29610DECDFD1}"/>
                  </a:ext>
                </a:extLst>
              </p:cNvPr>
              <p:cNvPicPr/>
              <p:nvPr/>
            </p:nvPicPr>
            <p:blipFill>
              <a:blip r:embed="rId4"/>
              <a:stretch>
                <a:fillRect/>
              </a:stretch>
            </p:blipFill>
            <p:spPr>
              <a:xfrm>
                <a:off x="302040" y="1577520"/>
                <a:ext cx="8889480" cy="4562640"/>
              </a:xfrm>
              <a:prstGeom prst="rect">
                <a:avLst/>
              </a:prstGeom>
            </p:spPr>
          </p:pic>
        </mc:Fallback>
      </mc:AlternateContent>
    </p:spTree>
    <p:extLst>
      <p:ext uri="{BB962C8B-B14F-4D97-AF65-F5344CB8AC3E}">
        <p14:creationId xmlns:p14="http://schemas.microsoft.com/office/powerpoint/2010/main" val="3564356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9262-8A82-4C26-8EFD-613583988434}"/>
              </a:ext>
            </a:extLst>
          </p:cNvPr>
          <p:cNvSpPr>
            <a:spLocks noGrp="1"/>
          </p:cNvSpPr>
          <p:nvPr>
            <p:ph type="title"/>
          </p:nvPr>
        </p:nvSpPr>
        <p:spPr>
          <a:xfrm>
            <a:off x="457200" y="3291840"/>
            <a:ext cx="8524240" cy="137160"/>
          </a:xfrm>
        </p:spPr>
        <p:txBody>
          <a:bodyPr>
            <a:noAutofit/>
          </a:bodyPr>
          <a:lstStyle/>
          <a:p>
            <a:pPr marR="0" indent="0">
              <a:lnSpc>
                <a:spcPct val="150000"/>
              </a:lnSpc>
              <a:spcBef>
                <a:spcPts val="500"/>
              </a:spcBef>
              <a:spcAft>
                <a:spcPts val="500"/>
              </a:spcAft>
              <a:buNone/>
              <a:tabLst>
                <a:tab pos="463550" algn="l"/>
              </a:tabLst>
            </a:pPr>
            <a:r>
              <a:rPr lang="en-IN" sz="2000" b="1" dirty="0">
                <a:solidFill>
                  <a:schemeClr val="accent2"/>
                </a:solidFill>
                <a:latin typeface="+mn-lt"/>
              </a:rPr>
              <a:t>Practice Questions:</a:t>
            </a:r>
            <a:br>
              <a:rPr lang="en-IN" sz="2000" b="1" dirty="0">
                <a:solidFill>
                  <a:schemeClr val="accent2"/>
                </a:solidFill>
                <a:latin typeface="+mn-lt"/>
              </a:rPr>
            </a:br>
            <a:r>
              <a:rPr lang="en-IN" sz="2000" dirty="0">
                <a:latin typeface="+mn-lt"/>
              </a:rPr>
              <a:t>1. how many words ending and beginning with consonants can be formed by using letters of AMUETION.</a:t>
            </a:r>
            <a:br>
              <a:rPr lang="en-IN" sz="2000" dirty="0">
                <a:latin typeface="+mn-lt"/>
              </a:rPr>
            </a:br>
            <a:r>
              <a:rPr lang="en-IN" sz="2000" dirty="0">
                <a:latin typeface="+mn-lt"/>
              </a:rPr>
              <a:t>A. 4542		B. 4320		C. 3240		D. 6540</a:t>
            </a:r>
            <a:br>
              <a:rPr lang="en-IN" sz="2000" dirty="0">
                <a:latin typeface="+mn-lt"/>
              </a:rPr>
            </a:br>
            <a:r>
              <a:rPr lang="en-IN" sz="2000" dirty="0">
                <a:latin typeface="+mn-lt"/>
              </a:rPr>
              <a:t>2. how many words can be formed the letters of the word FATHER so that the vowels always come together?</a:t>
            </a:r>
            <a:br>
              <a:rPr lang="en-IN" sz="2000" dirty="0">
                <a:latin typeface="+mn-lt"/>
              </a:rPr>
            </a:br>
            <a:r>
              <a:rPr lang="en-IN" sz="2000" dirty="0">
                <a:latin typeface="+mn-lt"/>
              </a:rPr>
              <a:t>A. 240		B. 720		C. 144		D. None</a:t>
            </a:r>
            <a:br>
              <a:rPr lang="en-IN" sz="2000" dirty="0">
                <a:latin typeface="+mn-lt"/>
              </a:rPr>
            </a:br>
            <a:r>
              <a:rPr lang="en-IN" sz="2000" dirty="0">
                <a:latin typeface="+mn-lt"/>
              </a:rPr>
              <a:t>3. Number of 6 digit numbers that can be formed only using 0, 1, 2, 3, 4 and 5(each one) and divisible by 6?</a:t>
            </a:r>
            <a:br>
              <a:rPr lang="en-IN" sz="2000" dirty="0">
                <a:latin typeface="+mn-lt"/>
              </a:rPr>
            </a:br>
            <a:r>
              <a:rPr lang="en-IN" sz="2000" dirty="0">
                <a:latin typeface="+mn-lt"/>
              </a:rPr>
              <a:t>A. 96		B. 120		C. 192		D. 312</a:t>
            </a:r>
            <a:br>
              <a:rPr lang="en-IN" sz="2000" dirty="0">
                <a:latin typeface="+mn-lt"/>
              </a:rPr>
            </a:br>
            <a:r>
              <a:rPr lang="en-IN" sz="2000" dirty="0">
                <a:latin typeface="+mn-lt"/>
              </a:rPr>
              <a:t>4. how many numbers of 5 digits can be formed from the numbers 2, 0, 4, 3, 8 when repetition of digit is not allowed</a:t>
            </a:r>
            <a:br>
              <a:rPr lang="en-IN" sz="2000" dirty="0">
                <a:latin typeface="+mn-lt"/>
              </a:rPr>
            </a:br>
            <a:r>
              <a:rPr lang="en-IN" sz="2000" dirty="0">
                <a:latin typeface="+mn-lt"/>
              </a:rPr>
              <a:t>A. 96		B. 120		C. 144		D. 14</a:t>
            </a:r>
            <a:br>
              <a:rPr lang="en-IN" sz="2000" dirty="0">
                <a:latin typeface="+mn-lt"/>
              </a:rPr>
            </a:br>
            <a:r>
              <a:rPr lang="en-IN" sz="2000" dirty="0">
                <a:latin typeface="+mn-lt"/>
              </a:rPr>
              <a:t>5. what is the rank of the word SUCCESS</a:t>
            </a:r>
            <a:br>
              <a:rPr lang="en-IN" sz="2000" dirty="0">
                <a:latin typeface="+mn-lt"/>
              </a:rPr>
            </a:br>
            <a:r>
              <a:rPr lang="en-IN" sz="2000" dirty="0">
                <a:latin typeface="+mn-lt"/>
              </a:rPr>
              <a:t>A. 331		B. 341		C. 351		D. 361</a:t>
            </a:r>
          </a:p>
        </p:txBody>
      </p:sp>
    </p:spTree>
    <p:extLst>
      <p:ext uri="{BB962C8B-B14F-4D97-AF65-F5344CB8AC3E}">
        <p14:creationId xmlns:p14="http://schemas.microsoft.com/office/powerpoint/2010/main" val="3276524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2427-3A7E-41AA-A893-CAFFCE8C33FF}"/>
              </a:ext>
            </a:extLst>
          </p:cNvPr>
          <p:cNvSpPr>
            <a:spLocks noGrp="1"/>
          </p:cNvSpPr>
          <p:nvPr>
            <p:ph type="title"/>
          </p:nvPr>
        </p:nvSpPr>
        <p:spPr>
          <a:xfrm>
            <a:off x="628650" y="338493"/>
            <a:ext cx="7886700" cy="1325563"/>
          </a:xfrm>
        </p:spPr>
        <p:txBody>
          <a:bodyPr>
            <a:normAutofit/>
          </a:bodyPr>
          <a:lstStyle/>
          <a:p>
            <a:endParaRPr lang="en-IN" sz="2000" dirty="0">
              <a:latin typeface="+mn-lt"/>
            </a:endParaRPr>
          </a:p>
        </p:txBody>
      </p:sp>
      <p:pic>
        <p:nvPicPr>
          <p:cNvPr id="5" name="Content Placeholder 4">
            <a:extLst>
              <a:ext uri="{FF2B5EF4-FFF2-40B4-BE49-F238E27FC236}">
                <a16:creationId xmlns:a16="http://schemas.microsoft.com/office/drawing/2014/main" id="{5A741F9D-F0E7-442B-BBEE-A22356364D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183" y="1423987"/>
            <a:ext cx="6477000" cy="4010025"/>
          </a:xfrm>
        </p:spPr>
      </p:pic>
    </p:spTree>
    <p:extLst>
      <p:ext uri="{BB962C8B-B14F-4D97-AF65-F5344CB8AC3E}">
        <p14:creationId xmlns:p14="http://schemas.microsoft.com/office/powerpoint/2010/main" val="37533096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555</TotalTime>
  <Words>1185</Words>
  <Application>Microsoft Office PowerPoint</Application>
  <PresentationFormat>On-screen Show (4:3)</PresentationFormat>
  <Paragraphs>186</Paragraphs>
  <Slides>29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Calisto MT</vt:lpstr>
      <vt:lpstr>Georgia</vt:lpstr>
      <vt:lpstr>Office Theme</vt:lpstr>
      <vt:lpstr>Permutations &amp; Combinations</vt:lpstr>
      <vt:lpstr>Key points:</vt:lpstr>
      <vt:lpstr>1. A room has 5 doors. In how many ways can a man enter the room through one door and come out through different door</vt:lpstr>
      <vt:lpstr>2. In how many ways can the letters of the word RUDE be arranged</vt:lpstr>
      <vt:lpstr>3. In how many ways can the letters of the word PATNA be arranged</vt:lpstr>
      <vt:lpstr>4. In how many ways can the letters of the word CASUAL be arranged</vt:lpstr>
      <vt:lpstr>5. How many ways different words can be made using letters of PATNA starting with P?</vt:lpstr>
      <vt:lpstr>6. In a class there are 4 boys and 5 girls. In how many different ways a class monitor can be chosen?</vt:lpstr>
      <vt:lpstr>7. In a class there are 4 boys and 5 girls. In how many different ways a boy and a girl can be selected for group leaders of two groups?</vt:lpstr>
      <vt:lpstr>8. An urn contains 5 red and 3 blue balls. In how many different ways, 2 red and 1 blue balls can be drawn?</vt:lpstr>
      <vt:lpstr>9. There are 7 candidates for 4 different posts. In how many ways we can fill the posts?</vt:lpstr>
      <vt:lpstr>10. Twenty students are participating in a race. In how many ways can the first three prizes be won?</vt:lpstr>
      <vt:lpstr>11. In how many ways can the letters of the word EQUATION be arranged so that all the vowels come together?</vt:lpstr>
      <vt:lpstr>12. In how many ways can the letters of the word DAUGHTER be arranged so that all the vowels come together?</vt:lpstr>
      <vt:lpstr>13. In how many ways can the letters of the word EXTRA be arranged so that all the vowels never come together?</vt:lpstr>
      <vt:lpstr>14. There are 30 students in a class how many shake hands are possible</vt:lpstr>
      <vt:lpstr>15. How many number of 4 digit can be formed with the digits 1, 2, 3 , 4, 5? ( if repetition of digit is not allowed)</vt:lpstr>
      <vt:lpstr>16. With out repetition using digits 2, 3, 4, 5, 6, 8, 0 how many numbers can be made which lies between 500 and 1000</vt:lpstr>
      <vt:lpstr>17. A bank has 6 digit number with no repetition of digits with in account number. The first and last digit of the numbers is fixed to be 4 and 7. how many such numbers are possible</vt:lpstr>
      <vt:lpstr>18. How many 4 digit numbers can be formed using the digits 9, 8, 7, 6, 0, 4, 3 such that repetition of digits is allowed</vt:lpstr>
      <vt:lpstr>19. How many 6 digit even numbers can be formed from the digits 1, 2,3 ,4, 5, 6, 7 so that the digits should not repeat and second last digit is even?</vt:lpstr>
      <vt:lpstr>20. What is the rank of the word MOTHER?</vt:lpstr>
      <vt:lpstr>21. What is the rank of the word BANANA?</vt:lpstr>
      <vt:lpstr>22. What will be the 55th word in the arrangement of the letters of the word PERFECT?</vt:lpstr>
      <vt:lpstr>23. A group consists of 4 girls and 7 boys. In how many ways can a team of 5 members be selected if the team has</vt:lpstr>
      <vt:lpstr>24. From a group of 7 men and 6 women, five persons are to be selected to form a committee so that at least 3 men are there on the committe. In how many ways can it be done?</vt:lpstr>
      <vt:lpstr>25. In how many different ways can the letters of the word CORPORATION be arranged so that vowels always come together? </vt:lpstr>
      <vt:lpstr>Practice Questions: 1. how many words ending and beginning with consonants can be formed by using letters of AMUETION. A. 4542  B. 4320  C. 3240  D. 6540 2. how many words can be formed the letters of the word FATHER so that the vowels always come together? A. 240  B. 720  C. 144  D. None 3. Number of 6 digit numbers that can be formed only using 0, 1, 2, 3, 4 and 5(each one) and divisible by 6? A. 96  B. 120  C. 192  D. 312 4. how many numbers of 5 digits can be formed from the numbers 2, 0, 4, 3, 8 when repetition of digit is not allowed A. 96  B. 120  C. 144  D. 14 5. what is the rank of the word SUCCESS A. 331  B. 341  C. 351  D. 361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Permutations</dc:title>
  <dc:creator>Pavithra Kura</dc:creator>
  <cp:lastModifiedBy>medari anusha</cp:lastModifiedBy>
  <cp:revision>18</cp:revision>
  <dcterms:created xsi:type="dcterms:W3CDTF">2022-01-07T08:27:42Z</dcterms:created>
  <dcterms:modified xsi:type="dcterms:W3CDTF">2024-03-07T10:31:55Z</dcterms:modified>
</cp:coreProperties>
</file>