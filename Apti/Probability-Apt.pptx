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notesSlides/notesSlide4.xml" ContentType="application/vnd.openxmlformats-officedocument.presentationml.notesSlide+xml"/>
  <Override PartName="/ppt/ink/ink6.xml" ContentType="application/inkml+xml"/>
  <Override PartName="/ppt/notesSlides/notesSlide5.xml" ContentType="application/vnd.openxmlformats-officedocument.presentationml.notesSlide+xml"/>
  <Override PartName="/ppt/ink/ink7.xml" ContentType="application/inkml+xml"/>
  <Override PartName="/ppt/notesSlides/notesSlide6.xml" ContentType="application/vnd.openxmlformats-officedocument.presentationml.notesSlide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notesSlides/notesSlide9.xml" ContentType="application/vnd.openxmlformats-officedocument.presentationml.notesSlide+xml"/>
  <Override PartName="/ppt/ink/ink11.xml" ContentType="application/inkml+xml"/>
  <Override PartName="/ppt/notesSlides/notesSlide10.xml" ContentType="application/vnd.openxmlformats-officedocument.presentationml.notesSlide+xml"/>
  <Override PartName="/ppt/ink/ink12.xml" ContentType="application/inkml+xml"/>
  <Override PartName="/ppt/notesSlides/notesSlide11.xml" ContentType="application/vnd.openxmlformats-officedocument.presentationml.notesSlide+xml"/>
  <Override PartName="/ppt/ink/ink13.xml" ContentType="application/inkml+xml"/>
  <Override PartName="/ppt/notesSlides/notesSlide12.xml" ContentType="application/vnd.openxmlformats-officedocument.presentationml.notesSlide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ppt/notesSlides/notesSlide14.xml" ContentType="application/vnd.openxmlformats-officedocument.presentationml.notesSlide+xml"/>
  <Override PartName="/ppt/ink/ink16.xml" ContentType="application/inkml+xml"/>
  <Override PartName="/ppt/notesSlides/notesSlide15.xml" ContentType="application/vnd.openxmlformats-officedocument.presentationml.notesSlide+xml"/>
  <Override PartName="/ppt/ink/ink17.xml" ContentType="application/inkml+xml"/>
  <Override PartName="/ppt/notesSlides/notesSlide16.xml" ContentType="application/vnd.openxmlformats-officedocument.presentationml.notesSlide+xml"/>
  <Override PartName="/ppt/ink/ink18.xml" ContentType="application/inkml+xml"/>
  <Override PartName="/ppt/notesSlides/notesSlide17.xml" ContentType="application/vnd.openxmlformats-officedocument.presentationml.notesSlide+xml"/>
  <Override PartName="/ppt/ink/ink19.xml" ContentType="application/inkml+xml"/>
  <Override PartName="/ppt/notesSlides/notesSlide18.xml" ContentType="application/vnd.openxmlformats-officedocument.presentationml.notesSlide+xml"/>
  <Override PartName="/ppt/ink/ink20.xml" ContentType="application/inkml+xml"/>
  <Override PartName="/ppt/notesSlides/notesSlide19.xml" ContentType="application/vnd.openxmlformats-officedocument.presentationml.notesSlide+xml"/>
  <Override PartName="/ppt/ink/ink21.xml" ContentType="application/inkml+xml"/>
  <Override PartName="/ppt/notesSlides/notesSlide20.xml" ContentType="application/vnd.openxmlformats-officedocument.presentationml.notesSlide+xml"/>
  <Override PartName="/ppt/ink/ink22.xml" ContentType="application/inkml+xml"/>
  <Override PartName="/ppt/notesSlides/notesSlide21.xml" ContentType="application/vnd.openxmlformats-officedocument.presentationml.notesSlide+xml"/>
  <Override PartName="/ppt/ink/ink2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67" r:id="rId2"/>
    <p:sldId id="353" r:id="rId3"/>
    <p:sldId id="326" r:id="rId4"/>
    <p:sldId id="327" r:id="rId5"/>
    <p:sldId id="329" r:id="rId6"/>
    <p:sldId id="354" r:id="rId7"/>
    <p:sldId id="356" r:id="rId8"/>
    <p:sldId id="357" r:id="rId9"/>
    <p:sldId id="358" r:id="rId10"/>
    <p:sldId id="328" r:id="rId11"/>
    <p:sldId id="359" r:id="rId12"/>
    <p:sldId id="355" r:id="rId13"/>
    <p:sldId id="330" r:id="rId14"/>
    <p:sldId id="331" r:id="rId15"/>
    <p:sldId id="332" r:id="rId16"/>
    <p:sldId id="334" r:id="rId17"/>
    <p:sldId id="335" r:id="rId18"/>
    <p:sldId id="336" r:id="rId19"/>
    <p:sldId id="337" r:id="rId20"/>
    <p:sldId id="339" r:id="rId21"/>
    <p:sldId id="338" r:id="rId22"/>
    <p:sldId id="340" r:id="rId23"/>
    <p:sldId id="360" r:id="rId24"/>
    <p:sldId id="298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7637" autoAdjust="0"/>
  </p:normalViewPr>
  <p:slideViewPr>
    <p:cSldViewPr snapToGrid="0">
      <p:cViewPr varScale="1">
        <p:scale>
          <a:sx n="79" d="100"/>
          <a:sy n="79" d="100"/>
        </p:scale>
        <p:origin x="15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21:04.1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14372 1257 506 0,'0'0'54'15,"0"0"59"-15,0 0 57 16,0 0-31-16,0 0-28 16,0 0 12-16,0 0-46 15,0-149-1-15,0 149-20 0,0 0-17 16,0 0-16-16,0 14-10 16,-16 52-11-16,-15 27 42 15,-14 19-11-15,-11 0-21 16,-1-18-10-16,3-10 10 15,-7-16 25-15,4-8-33 16,12-17 0-16,8-14 43 16,13-14-43-16,19-8-3 15,-2-7 0-15,7 0-2 16,0 0 5-16,0 0-17 16,0 0 26-16,0 0-2 15,0 0-2-15,26 0-18 16,45 0 12-16,30-5-6 0,27-9 2 15,-1 0 1-15,-5 5 8 16,-4 3-8-16,-7 3-4 16,-5 3 3-16,-23 0-15 15,-22 0-140-15,-26 9 13 16,-25 8-111-16,-10-1-95 16,0-12-115-16</inkml:trace>
  <inkml:trace contextRef="#ctx0" brushRef="#br0" timeOffset="281.91">14549 1537 710 0,'0'0'32'0,"0"0"29"16,0 0 149-16,0 0-69 15,0 0-21-15,0 0-30 16,-35-119-24-16,35 119-19 15,0 32-11-15,-10 38-14 16,3 24 89-16,3 11-51 16,4-9 4-16,0 0-37 15,0-7-10-15,0-11-12 16,0-2 1-16,0-10-4 16,0-9-1-16,11-10-2 15,8-7-71-15,2-16-67 0,5-7-88 16,5-13-55-16,9-4-163 15</inkml:trace>
  <inkml:trace contextRef="#ctx0" brushRef="#br0" timeOffset="611.44">15353 1436 785 0,'0'0'25'0,"0"0"90"15,0 0 67-15,0 0-31 0,-21-162-54 16,21 153-31-16,0 3 3 16,0 4 37-16,0 2-66 15,0 0-10-15,0 5-15 16,0 43 0-16,-5 24 37 16,5 17 17-16,0 0-51 15,0 2 5-15,0-14-4 16,0 1 4-16,0-12-17 15,0-7 2-15,0-11-7 16,0-7-1-16,0-8 6 16,5-6-6-16,4-6-2 15,-4-6-9-15,-5-2-48 0,0-8-121 16,7-5-105-16,-7 0-77 16,0-45-320-16</inkml:trace>
  <inkml:trace contextRef="#ctx0" brushRef="#br0" timeOffset="1207.51">15398 1489 719 0,'0'0'23'0,"0"0"41"0,0 0 122 16,0 0-60-16,0 0-59 15,0 0-38-15,-26-175-4 16,66 144-4-16,7 5-8 15,3 2 0-15,11 6-6 16,-4 3 1-16,4 9-3 16,-5 6-5-16,-15 0 3 15,-6 19-2-15,-4 30-1 16,-13 20-1-16,-6 8 1 16,-12 1 3-16,0-5 1 15,0-8-2-15,0-9 3 16,-40-8-1-16,-16-3 5 15,-6-9-4-15,-9-6 7 16,5-9-6-16,10-7-1 16,4-8 1-16,24-3 16 0,7-3-16 15,16 0 8-15,5 0-5 16,0 0-9-16,0 0 10 16,0 0 10-1,14-20-11-15,26-7-8 0,2 2 0 16,3 5-1-16,7 8 1 15,9-1 0-15,5 7-1 16,5 6 0-16,-5 0 0 16,-5 0-2-16,-6 25 2 15,1 13 0-15,-16 11 0 16,-14-2 0-16,-16 10 8 16,-10-1-8-16,0-5 14 0,-19 0 22 15,-47-10-16-15,-21-7-3 16,-15-8 4-16,-4-9-15 15,5-11 3-15,4-6-5 16,5 0-4-16,14-6-13 16,12-23-31-1,17-6-78-15,9-7-133 0,14-7-243 16</inkml:trace>
  <inkml:trace contextRef="#ctx0" brushRef="#br0" timeOffset="1650.65">11692 2935 1047 0,'0'0'14'0,"-330"13"14"15,259-9 127-15,71-2-48 0,47-2-51 16,156 0 14-16,127 0-51 15,123 0 36-15,105 0 26 16,72-15-51-16,30-2-3 16,17-8-14-16,-27 1 29 0,-60 3-26 15,-102 4 16 1,-123 5-28-16,-120 6-4 0,-117 3-20 16,-105-1-59-16,-37 4-128 15,-135 0-153-15,-58 0-279 16</inkml:trace>
  <inkml:trace contextRef="#ctx0" brushRef="#br0" timeOffset="5494.8">22209 1125 972 0,'0'0'37'0,"0"0"-33"0,0 0 9 16,0 0 47-1,0 0-17-15,0 0 6 0,0 0-7 16,-170 22 21-16,151-22-3 15,-21-22 1-15,-7-7-40 16,2-5 10-16,-2 0-18 16,16 0 1-16,13 8-12 15,13 5 6-15,5 5 8 16,0 4-1 0,0 3-15-16,9 4 1 0,27 1-1 0,20 4 5 31,1 0-5-31,9 9 14 0,5 28 3 0,-5 10-14 15,0 13 1-15,-17 5 6 16,-7 10-2-16,-18 5-6 16,-17-1 8-1,-7-2-7 1,0-5 1-16,-26-9 4 16,-30-11-1-16,-10-9-1 15,-5-9-6-15,0-9 7 16,-2-10-6-16,7-6-2 15,0-9 8-15,12 0-5 16,-3 0 2-16,5-24-4 0,12-15 3 16,10-2-3-16,11 1-1 15,7 1 1-15,12 16-1 16,0 3 3-16,0 5-2 16,0 8 0-16,0 7 1 15,31 0-2-15,25 16 4 16,15 19-2-16,16 10 6 15,-2-3-14-15,2-4 3 16,5-4 4-16,-16-7 7 16,1-8 12-16,-18-4-15 0,-2-8-4 15,-17-7-11-15,2 0-1 16,-11 0-11-16,-7 0-75 16,-8 0-135-16,-11-13-79 15,-5-2-212-15</inkml:trace>
  <inkml:trace contextRef="#ctx0" brushRef="#br0" timeOffset="6154.72">22487 561 664 0,'0'0'46'15,"0"0"27"-15,0 0 107 16,-351-122-72-16,230 107-14 16,-11 12-2-16,-11 3-40 15,-4 0 0-15,-6 43 3 16,0 16-19-16,16 19-3 15,22 8-10-15,23 9 4 16,31 10-2-16,25 9-21 16,27 10 28-16,9 10-22 15,9 6-1-15,62-2-4 0,30-9-4 16,12-16 1-16,24-12 2 16,9-15-4-16,12-10-3 15,14-21 3-15,8-15 0 16,-4-23 0-16,8-17-3 15,10-2 6-15,4-53-2 16,0-19 6-16,-22-18-5 16,-18-19 5-16,-44-23-4 15,-44-24 1-15,-44-23-3 16,-26-13 1-16,-52 3-4 16,-80 17 1-16,-40 30-2 15,-26 44 3-15,-12 32-1 0,8 35-67 16,4 33-26-16,4 6-107 15,13 43-142-15,11 14-318 16</inkml:trace>
  <inkml:trace contextRef="#ctx0" brushRef="#br0" timeOffset="7128.4">22508 990 706 0,'0'0'56'0,"0"0"119"15,0 0-21-15,0 0-14 16,0 0-46-16,-87-151 0 15,87 145-31-15,-5 6-14 16,5 0-27-16,0 0-5 16,0 34-3-16,0 21 28 15,0 17-15-15,0 2-13 16,0 5 10-16,0-5-20 16,0-2 1-16,0-10-1 15,10-11 1-15,11-15-3 16,-7-19-2-16,-2-8 0 0,-7-9-1 15,-5 0 3-15,0 0-4 16,0 0 2-16,0-9-1 16,0-29 1-16,-10-22-20 15,-21-5 5-15,6-12 14 16,-1-1-14-16,4 3-2 16,13 3 17-16,9 4 0 15,0 9 0-15,16 8-13 16,39 11 8-16,11 11 3 15,12 11-7-15,2 10 6 0,2 8 2 16,-16 0 1 0,-5 8 2-16,-20 28-2 0,-15 12-4 15,-12 6 3-15,-14-8 0 16,0 3-3-16,-31-9 4 16,-26 3 5-16,3-13-5 15,2-6 0-15,12-6 0 16,10-13 4-16,4 1-3 15,16-6-1-15,6 4 0 16,-1-4 4-16,5 0-3 16,0 0 4-16,0 0-4 15,5-7-1-15,30-10-13 16,10 2 13-16,21 3-1 0,4 12-1 16,18 0 2-1,-1 0 10-15,10 27-10 0,-17 15-6 16,-19 8 6-16,-26 1 13 15,-18-3-6-15,-17-7-2 16,0-5 7-16,-66 0-5 16,-31-9 6-16,-21-7-3 15,-4-8-10-15,16-9-8 16,14-3-2-16,16 0 9 16,6-29-125-16,-8-19-173 15,12-21-280-15</inkml:trace>
  <inkml:trace contextRef="#ctx0" brushRef="#br0" timeOffset="24464.89">16140 547 208 0,'0'0'415'15,"-330"-81"-393"-15,132 45 17 16,-33 1 75-16,-11 2 25 16,-13 14-47-16,0 17-6 15,-9 2-23-15,-9 32-28 16,-8 38 26-16,12 29-17 15,41 22-3-15,46 23 30 0,38 25-25 16,43 37-25-16,30 20-4 16,36 14 4-16,35 1-10 15,0-18-1-15,71-20-4 16,35-23-3-16,38-31 2 16,28-24-2-16,35-24 1 15,27-10-2-15,11-20-2 16,9-15 1-16,6-17-1 15,23-21 0-15,18-18 0 16,8 0 3-16,7-53-3 0,-21-19 4 16,-36-15-3-16,-51-13 4 15,-60-21-2-15,-46-25-1 16,-48-32-2-16,-28-28 0 16,-26-25 0-16,0-20 0 15,-57 8 0-15,-54 11-1 16,-51 26-2-16,-41 35 1 15,-42 37-2-15,-24 30-3 16,-9 32-10-16,-3 30-19 16,27 30-56-16,30 12-69 15,42 31-21-15,38 33-147 16,38 7-69-16</inkml:trace>
  <inkml:trace contextRef="#ctx0" brushRef="#br0" timeOffset="25580.76">19092 4216 704 0,'0'0'45'15,"0"0"97"-15,0 0 1 16,0 0-27-16,0 0-9 16,0 0-73-16,-9-89-9 15,9 110 12-15,-5 39-9 0,0 17 50 16,-11 18-43 0,-5-3-12-16,-3 2 4 0,-7-8-14 15,1-9-4-15,-6-14-8 16,10-13 1-16,0-17 0 15,17-15 0 1,4-11 0-16,5-6 1 0,0-1-6 16,0 0 2-16,0 0 1 15,0 0-8-15,10 0 8 16,20 0 6-16,10 0 0 16,22 0-6-16,-6 5 0 15,15 7 0-15,5-4 0 16,1-5 0-16,3-3-1 0,3 0 1 15,-8 0-4-15,-13-9-2 16,-22-10 3-16,-14-1 3 16,-17-9-1-16,-4-2 1 15,-5-4-1-15,0 2-3 16,0 1 4-16,-5 0 1 16,-14 6 0-16,3 9-1 15,6 5 0-15,-1 6 4 16,11 3-4-16,-5 0 0 15,5 3 2-15,0 0 0 0,0-3-2 16,0 3 5-16,0 0-5 16,0 0 2-16,0 0 16 15,0 0-12 1,0 0-6-16,0 0-5 0,0 9 5 16,0 23 3-16,0 4 7 15,0 0 0-15,0 0-1 16,12 0 1-16,2 2 13 15,2 7 2-15,-6 6 1 16,9-3 25-16,-8-1-34 16,4 1-1-16,-4-9-10 0,-6-7 7 15,4-1-7-15,-9-13-5 16,5-6 4-16,-5-7-2 16,0-5-2-16,0 0 0 15,0 0 1-15,0 0-2 16,0 0 0-16,0 0-1 15,0 0-6 1,0 0-77-16,0 0-34 0,0 0-45 16,0-11-138-16,0-23-111 15,0-1-320-15</inkml:trace>
  <inkml:trace contextRef="#ctx0" brushRef="#br0" timeOffset="26711.08">20561 4815 465 0,'0'0'223'0,"0"0"-158"16,0 0 128-1,0 0-66-15,16-155-29 0,-16 135-42 16,0 5 7-16,0 9-30 0,0 2 4 15,0 4 12 1,-30 0-32-16,-27 13-3 0,-18 28-8 16,2 11 0-16,14 4 13 15,12 3-10 1,21 5 20-16,16-3-7 0,10 5 2 16,0-9-5-16,40-6-12 15,17-6 0-15,-1-12-6 16,6-7 1-16,-13-7 0 15,-2-11 1-15,-2-4-2 16,-9-4 6-16,4 0-4 16,11 0 2-16,-6-18-3 0,7-4-1 15,-7 1-1 1,-10 4 0-16,-4 2-2 0,-10 5-5 16,-11 7 1-16,-6 0 2 15,-4 3 4-15,0 0 0 16,0 0 2-16,0 0-1 15,0 0 1 1,0 0-2-16,0 0 0 0,0 0 2 16,0-3-2-16,7 1-1 15,3-5-1-15,4-1-2 16,12-1 4-16,0 3 3 16,-5 0-2-16,-2 6-1 15,7 0-1-15,-5 0 1 16,-2 0-1-16,2 6 1 0,-2 17 2 15,-3-2 0-15,-6 3-2 16,-10-3 1-16,0 0 0 16,0 3 2-16,0-3 1 15,0 2 0-15,0-1-1 16,-5-4-1-16,-21 2 3 16,0 1-2-1,7-2-1-15,3-5-1 0,2-5 1 16,9-4-1-16,5 1-1 0,-5-2 2 15,5-2-1-15,0-2-1 16,-7 5-4-16,3-4 4 16,-1-1 1-16,5 0 1 15,0 0 0 1,0 0-2-16,0 0 1 0,0 0 0 16,0 0 0-16,0 0-1 15,0 0 2-15,0 0-1 16,0 0 0-16,0 0 0 15,0 0-1-15,0 0 1 16,0 0-1-16,0 0 1 16,0 0-1-16,0 0 0 15,0 0-1-15,0 0-2 0,0 0 2 16,0 0 0 0,0 0-2-16,0 0-4 0,0 0 6 15,35 0 2-15,17 0 5 16,19 0-1-16,4 0-3 15,13 0 33 1,8-1-16-16,1-6-7 0,0-3 6 16,-6 5 29-16,-20-1-28 15,-21 3-7-15,-29 1 9 16,-16 2-10-16,-5 0-1 16,0 0 0-16,0 0 43 15,0 0-41-15,0 0-4 16,0 0-4-16,0 0-1 0,0 0-3 15,0 0 0-15,0 0 0 16,0 0-77-16,0-10-116 16,0-13-28-16,-36-19-581 15</inkml:trace>
  <inkml:trace contextRef="#ctx0" brushRef="#br0" timeOffset="29970.34">17720 6062 580 0,'0'0'284'16,"-273"-32"-268"-16,181 29 60 16,35 3 71-16,26 0-64 15,31 0-41-15,0 9-8 16,114 32-21-16,79 18 52 15,90-4-15-15,77-13-8 16,74-18-30-16,47-24-1 16,33 0 18-16,19-15-16 15,-19-22 8-15,-21 5 14 16,-45 6 6-16,-57 4-16 0,-87 7 0 16,-89 7-2-16,-93-1-19 15,-72 3 16-15,-34 2-20 16,-16 2-11-16,0-2 1 15,0 4 9-15,-12 0-11 16,-28 0 9-16,-4 0-31 16,-8 0-27-16,2 0-33 15,-16 0-71-15,-12-9-44 16,-7-29-188-16</inkml:trace>
  <inkml:trace contextRef="#ctx0" brushRef="#br0" timeOffset="39572.51">1472 1559 817 0,'0'0'57'0,"0"0"-1"16,0 0 128-16,0 0-59 15,0 0-109-15,0 0-15 16,0 0 23-16,-102 141 5 16,88-75-3-16,-12-2 6 15,5-5-17 1,7-2-1-16,-2-12-12 0,1-7 7 16,11-4 2-16,-1-14-6 15,-2-8-4-15,7-4-1 16,0-8 2-16,0 3-2 15,0 3 0-15,7 7 4 16,47-1-1-16,24-3 2 16,7-1-2-16,7-5-3 0,0 1 3 15,-5-4-6-15,-7 0 1 16,-19 0 2-16,-11 0 1 16,-8-12 0-16,-18 0-1 15,-3-9 8-15,-11 0-6 16,-3 1 4-16,-7-9-5 31,0 3 6-31,0-3-6 0,0-5 1 0,0 6-2 16,-17-1 2-16,3 9 2 0,-7 3-4 15,7 1 0 1,-3 5 2-16,8 5-2 0,4-1 2 16,-2 7-1-16,7 0 2 15,0 0 1 1,0-3-1-16,0 3 3 0,0 0-2 15,0 0 6-15,0 0-5 16,0 0 2-16,0 0 7 16,0 0-11-16,0 0 3 15,0 0-6-15,0 0 2 16,0 0-1-16,0 0-1 31,0 0 1-31,0 0 1 16,0 0 1-16,0 0-3 0,0 0-1 15,0 10 1 1,0 23 0-16,0 15 5 0,0 4 6 16,12 2-5-16,-3 4 4 15,1-2 2-15,6 1 3 16,-6-7-3-16,-1-5-8 16,3-6 10-16,-3-12-9 15,1-10-1-15,-3-2 0 16,-3-2-4-16,1-4 5 15,-5-3-5-15,0 0 0 16,0 0-8-16,0-4-67 16,10-2-93-16,-6 0-143 0,8-20-187 15</inkml:trace>
  <inkml:trace contextRef="#ctx0" brushRef="#br0" timeOffset="39964.72">2321 1717 624 0,'0'0'34'15,"0"0"47"-15,0 0 132 16,0 0-97-16,0 0-32 0,0 0 31 16,0-150-48-1,0 150 2-15,0 0-24 0,0 0-18 16,-5 0-2-16,5 0-12 15,-5 0 8-15,5 15-19 16,0 27-2-16,0 17 6 16,0 9 18-16,0-2-2 15,0-6-6-15,0 0 17 16,21-6-19-16,-2-7-4 16,2-7 2-16,-6-6 28 15,1-3-35-15,-2-8-5 16,-9-5 0-16,7-3-1 0,-8 1 1 15,1-8 0-15,0 4-29 16,0-6-63-16,-5-6-89 16,0 0-54-16,0 0-97 15,0-21-114-15</inkml:trace>
  <inkml:trace contextRef="#ctx0" brushRef="#br0" timeOffset="40608.93">2325 1919 370 0,'0'0'161'0,"0"0"-69"16,0 0 30-16,0 0 49 0,-23-174-84 16,23 136-4-16,19 8-34 15,11 1-34-15,1 5 10 16,4 8-12-16,1 5 1 16,6 5-5-16,-2 3-1 15,-5 3-7-15,1 0 0 16,-1 3 11-16,-9 23 0 15,0 5-10-15,5 7 6 16,-22 2-8-16,5-8 3 16,-14 4-3-16,0-4 0 15,0-1-4-15,-4 4 4 16,-36 2-20-16,-12-6 19 0,2 0-2 16,-6-5 3-16,11-5 0 15,2-2 5-15,8-7 2 16,16-6-6-16,3-6 1 15,16 0 0-15,0 0-2 16,0 0 7-16,0 0 20 16,0 0-14-16,0 0-4 15,0 0 7-15,0 0-6 16,21 0-5-16,14-12 7 16,10-5-11-16,12 3 2 15,-6 2-6-15,4 4-3 16,1 2 6-16,-9 3 2 0,-2 3-2 15,-9 0 0-15,-6 9 0 16,1 17 3-16,-1 5-3 16,-11 3 3-16,3 0 2 15,-13-2-3-15,-9-2 0 16,0-3-1-16,0-3 5 16,0 1-1-16,-24-8 4 15,-18 0 14-15,-8-2 2 16,-6-5 23-16,-1-4-19 15,-9-6-19-15,12 0 15 16,2 0 1-16,7-6-12 0,10-13 0 16,9-4-11-16,10 0-3 15,16-2-26-15,0 1-88 16,0 3-105-16,11 0-307 16</inkml:trace>
  <inkml:trace contextRef="#ctx0" brushRef="#br0" timeOffset="40922.85">3851 2269 726 0,'0'0'53'0,"0"0"38"16,0 0 158-16,0 0-109 15,0 0-81-15,0 0-9 16,-5-49-8-16,5 49-1 16,14 0 1-16,12 18 17 15,-5 21-18-15,-7 6-22 0,-2 8-10 16,-12 4-4-16,-12 3-5 15,-68-1-3-15,-38 1-83 16,-23-12-309-16</inkml:trace>
  <inkml:trace contextRef="#ctx0" brushRef="#br0" timeOffset="42655.95">5258 1296 711 0,'0'0'41'0,"0"0"170"0,0 0 13 16,0 0-167-16,0 0 6 16,0 0 35-16,-92-69-62 15,38 69-20-15,-7 0 6 16,-1 18-20-16,6 11 8 15,2 13-4-15,11 9 6 16,8 7-4-16,21 10-2 16,9 4 1-16,5 5-6 15,0 4 8-15,0-10 3 16,35-5-9-16,10-9-2 16,21-8 0-16,5-9-1 0,16-14 0 15,0-7-9-15,-2-7 9 16,-2-10-7-16,-13-2-4 15,-8 0 11-15,-18 0 0 16,-8-19-7-16,6-7 7 16,-18-9 1-16,-3-7-1 15,-12-5 0-15,-9-2 0 16,0 2 1-16,0 7 12 16,-4 8-11-16,-36 4-2 15,0 11-4-15,-17 5-3 16,-4 7 2-16,-1 5 5 15,6 0 3-15,6 0-2 0,10 2-1 16,-2 20 1-16,6 1-3 16,6 4 4-16,11 6 3 15,14 0-4-15,5 2 0 16,0 1 4-16,0-2-3 16,0-8-2-16,24-3 0 15,6-1-3-15,1-1-13 16,-5-4-90-16,5-2-79 15,-5-8-151-15,4-7-113 16</inkml:trace>
  <inkml:trace contextRef="#ctx0" brushRef="#br0" timeOffset="43898.83">5859 1213 621 0,'0'0'35'0,"0"0"38"16,0 0 146-16,0 0-67 16,0 0-32-16,0 0-18 15,0 0 7-15,-78-85-43 16,78 85-14-16,0 0-22 15,0 0-5-15,0 0-12 16,0 25 1-16,0 16 13 16,17 10 3-16,2 9 6 0,2 6 9 15,0-1-15-15,-7 1-13 16,-4-1-6-16,6-6-5 16,-6-2-4-16,2-6 7 15,-3-6 1-15,-4-7-8 16,-1-8-1-16,1-5-2 15,0-8 2-15,2-1-2 16,-2-4 3-16,-5-6-5 16,4-4-3-16,-4-2-60 15,0 0-95-15,5 0 25 16,0-12-92-16,-1-33-175 16,8-8-114-1</inkml:trace>
  <inkml:trace contextRef="#ctx0" brushRef="#br0" timeOffset="44275.04">5890 1316 630 0,'0'0'70'0,"0"0"23"32,0 0 89-32,0 0-90 15,0 0-27-15,-21-163 5 16,21 147-37-16,0 4-8 15,0 4 3-15,0 4-3 16,0 2 1-16,4-1-14 16,22 0-6-16,5 0-4 0,4 3 8 15,1 0 2 1,4 0-4-16,7 0 20 0,-12 6 2 16,5 18-12-16,-9 3 16 15,-5 8-26-15,-7 4-3 16,-7 0 0-16,-3 3 2 15,-9-8-2-15,0 0 1 16,0-4 0-16,0 6 11 16,-14-4-9-16,-24-1 11 15,-2-8-3-15,-5-3-16 16,-7 3 3-16,3-3-3 16,6-6 0-16,13-5-1 0,11 1-23 15,2-5-47 1,13 2-97-16,-1-1-41 0,5 0-111 15,0 0 5-15</inkml:trace>
  <inkml:trace contextRef="#ctx0" brushRef="#br0" timeOffset="44605.32">5939 1668 153 0,'0'0'443'0,"0"0"-343"15,0 0 51-15,0 0 34 16,0 0-106-16,0 0 36 0,0 0-43 15,0 0-4 1,0 0-30-16,0 0-10 0,17 0-7 16,23 0-10-16,17 0 33 15,13 12 7-15,10 2-36 16,8 5 12-16,13 0 1 16,-9-2-8-16,-7 0 16 15,-19-4-14-15,-19 2-11 16,-16-3-2-16,-5-3-6 15,-12-4 1-15,2 1-1 16,-6-2-3-16,-1-2-8 16,-4 2 3-16,-5-4-36 15,0 3-27-15,0-3-39 16,0 0-55-16,0 0-33 0,0 0-154 16,-14-3-453-16</inkml:trace>
  <inkml:trace contextRef="#ctx0" brushRef="#br0" timeOffset="50850.54">9254 1305 648 0,'0'0'66'0,"0"0"-28"15,0 0 216-15,0 0-133 0,0 0-35 16,0 0 12-16,0 0-18 15,-148-12-17-15,138-7-4 16,-6 2-25-16,11-1-4 16,5-6-10-16,0 0-1 15,0-2 10-15,0 2-21 16,21 0 11-16,15 3-14 16,4 6-4-16,16 2-1 15,1 5-7-15,9 8 7 16,9 0 0-16,1 2-5 15,1 32 4-15,-11 4 2 16,-11 10 0-16,-13 3-1 16,-18 3 0-16,-8-1 0 15,-16-2 1-15,0-3-2 0,-5-7 3 16,-37-4 1-16,-3-2-3 16,-4-8 1-16,-3-9 6 15,-5 2-4-15,8-4-1 16,-8-1 0-16,5-1-1 15,8 1-1-15,8-6 0 16,10-3 2-16,17 1-2 16,9-7 0-16,0 1 0 15,-5-1 1-15,5 0 0 16,0 0 3-16,0 0-4 0,0 0-2 16,0 0 2-1,10 0 15 1,41 0-12-16,25-10 0 0,16-12 0 0,0 2-2 15,2-2 0-15,-7 4-1 16,-4 1 0 0,-24-1 0-16,-3 5 3 0,-20 5-3 15,-20 2 1-15,-6 6 1 16,-10 0 3-16,0 0-1 16,0 0 0-16,0 0 13 15,0 0-12-15,0 0 5 16,0 0-9-16,0 0 6 15,0 0 23-15,0 0-24 0,0 0 2 16,0 0 0-16,0 0-4 16,0-3 0-16,0 3-3 31,0 0 4-31,0 0-5 0,0 0 0 0,0 0 0 16,0 0 2-16,0 0 2 15,0 0-4-15,0 0 0 16,0 0 0-1,0 0-2-15,0 0 2 0,0 0 4 16,0-3-4-16,0 3 1 16,0 0-1-16,0 0 1 0,0 0-1 15,0 0 0-15,0 0 1 16,0 0-1-16,0 0 0 16,0 0 0-16,0 0 0 15,0 0-1-15,0 0 4 16,0 0-2-16,0 0 0 15,0 0-1-15,0 0 0 16,0 0-1-16,0 0 0 16,0 0-2-16,0 0 3 15,0 0-35-15,0 0-131 16,0 0-56-16,-15 0-292 16</inkml:trace>
  <inkml:trace contextRef="#ctx0" brushRef="#br0" timeOffset="52390.44">10199 1113 548 0,'0'0'119'16,"0"0"-14"-16,0 0 90 16,0 0-81-16,0 0 21 0,0 0-68 15,-16-94 22 1,16 90-15-16,0 4-11 16,0 0-26-16,0 0-14 0,0 0-1 15,0 0 1-15,0 0-10 16,0 0-3-16,0 0-5 15,0 7 2-15,0 27-3 16,21 12 101-16,15 5-72 16,-6-4-16-16,6 1 11 15,-1 0-10-15,-9-2-13 16,-7 0 3-16,2-4-1 16,0-7 40-16,-7 2-36 15,3-8-8-15,-8-6 6 0,1 0 0 16,1-15-9-16,-11-2 4 15,5 0-2-15,0-4-1 16,-5-2-1-16,0 0 0 16,0 0-3-16,0 0 1 15,0 0-11-15,0 0-65 16,0-8 1-16,0-23-67 16,0-1 44-16,-5-7 7 15,-11 0 26-15,2-3 11 16,-8 1 50-16,3-1 6 15,-2 4 2-15,0 2-2 16,2 0 5-16,-2 0 14 0,0 4 16 16,-3 2-1-1,3 3 10-15,0-1-5 0,7 5-14 16,-3-1-3-16,12-3-5 16,1 7-6-16,-1 2 1 15,5-1-4-15,0 7-5 16,0 0 4-16,0 1-7 15,9 2 1-15,17-3-2 16,5 6 2-16,0 0 0 16,4 6 0-16,5 0-1 15,2 0 0-15,-1 0 0 16,-1 4 2-16,0 13 0 16,-5 4-1-16,-4 5 1 15,-10-1-2-15,-12 4 0 0,-4-1 1 16,-5-5 0-16,0 1 1 15,0 0-1-15,0-6 1 16,-24 2-2-16,-13-1 1 16,1-4-1-16,6-1 0 15,1 1 0-15,8-4 4 16,0 0-4-16,7-5 0 16,9-4 1-16,5-2-2 15,0 0 1-15,0 0 0 0,0 0-3 16,0 0 3-16,0 0 0 15,0 0-1 1,0 0 1-16,5 0 0 0,30 0 3 16,15 0-2-16,16 0 1 15,-10-8-1-15,6 1 0 16,-6-2 0-16,-16 3-1 16,-4 6 0-16,-6 0 0 15,-4 0 0-15,0 0 0 16,5 0 0-16,-8 11 0 15,8 14 5-15,-5 2-3 16,-10-1 0-16,-6 5-1 16,-5 1 1-16,-5 2 2 0,0-3-2 15,0 0 9-15,-31-5 4 16,-14-1 6-16,-2-7-13 16,-2-3 16-16,-3-4 15 15,2-2-30-15,-2-3-3 16,12-1 6-16,10-5-4 15,-1 0-8 1,5 0 5-16,0 0-5 0,2 0 2 16,3-2 2-16,5-7-4 15,6 3-1-15,6 3 1 16,-1 3-3-16,0-6-70 16,-7-2 16-16,8-7-42 0,4-7-70 15,0-1-130-15,0-4-289 16</inkml:trace>
  <inkml:trace contextRef="#ctx0" brushRef="#br0" timeOffset="53348.28">10746 657 295 0,'0'0'87'15,"0"0"-23"-15,0 0 92 16,0 0-26-16,0 0-38 15,0 0 11-15,22-78 5 0,-22 63-28 16,-10 1-34 0,-25-1-19-16,-12-1 10 0,-3 6 10 15,-6-1 13-15,-10 3-12 16,-10 2-19-16,-2 3 8 16,-7 3-3-16,-11 0 11 15,-6 0-26-15,6 0 5 16,-6 0-3-16,-6 11 0 15,2 6 0 1,-17 6-1-16,8 0-10 0,2 7 2 16,11 3 12-16,15-1-15 15,12 5 0-15,9 1-3 16,9-4 0-16,7 5 24 0,-1-1-20 16,6 7-6-16,-7 5 2 15,7-2 4-15,5 7 4 16,-2 1-7-16,13 1 4 15,8 3 3-15,0 7-9 16,16 1 1-16,5 11-3 16,0-5 3-16,0 2-5 15,0-5 1-15,0-2 0 16,21-3 1-16,-2-7-2 16,7-3 0-16,0-5 0 15,5-3-1-15,-1-4 2 16,11-1-2-16,3-5 0 15,8 0 0-15,5-1 2 16,9-5-2-16,4-3 0 0,1 0-2 16,0-9-4-16,-5-6-1 15,5-1 6 1,11-10-8-16,5-3 8 0,15 0-3 16,4 0-5-16,5 0 6 15,11-19-5-15,1-1 5 16,-1-7 2-16,-11-3 2 15,0 1-2-15,-7-5 3 16,-8-1-1-16,1-5-1 16,-7-4 1-16,-3-3 0 15,5-10 2-15,-7-9 0 0,-3-11 4 16,-16-16-7-16,-9-12 3 16,-17-1 1-16,-19-8 6 15,-11 4-8-15,-10 6 10 16,-5-8-2-16,-68 0-9 15,-33-11 5 1,-40-2-4-16,-29 2-4 0,-23 8 2 16,-14 15-5-16,-22 22-15 15,-20 35-134-15,-31 33-84 16,-5 10-470-16</inkml:trace>
  <inkml:trace contextRef="#ctx0" brushRef="#br0" timeOffset="85422.4">908 3109 722 0,'0'0'28'0,"0"0"-2"16,0 0 141-16,0 0-16 16,0 0-69-16,0 0-70 15,0 0 55-15,264-56-13 16,-30 29-14-16,20-3 3 15,11 3-20-15,-1-3 22 16,-19 0-22-16,-28 3 3 16,-33 3 37-16,-62 10-52 15,-42 5-1-15,-44 7-10 0,-25-2 0 16,-6 4 0-16,-5 0-5 16,0 0 0-16,0 0-63 15,0 0-7-15,0 0-66 16,-5 0-2-16,-21 18-100 15,-14 0-29-15</inkml:trace>
  <inkml:trace contextRef="#ctx0" brushRef="#br0" timeOffset="87867.52">5635 2984 795 0,'0'0'36'0,"0"0"40"16,0 0 95-16,0 0-25 16,0 0-16-16,0 0-47 15,-82-126-14 1,77 126-24-16,5 0 5 0,-5 0 18 0,-4 0 5 15,4 0-55-15,-7 18-12 16,-6 24 3-16,-4 19 32 16,-4 7-20-16,-4-2-19 15,-1-4 8-15,8-5 4 16,-8-8-10 0,5-3-4-16,-5-5 6 0,5-10-5 15,12-14-1-15,14-11 5 16,0-3-5-16,0 0-3 15,0 3-4-15,0 4-3 16,40 1 8-16,26 5 4 0,10-5-2 16,11-2 1-1,0-3-1-15,-7 1-13 0,-4-7 4 16,-10 0 4-16,-14 0 2 16,-8-5 3-16,-8-12-3 15,-10-6-15-15,-5-8 18 16,-12 2 17-16,-4-6-17 15,-5-4-4-15,0-1 0 16,0 2 8-16,0 4-11 16,-19 11 10-16,7 5-3 15,-2 6 0-15,10 5 4 16,4 1-4-16,0 6 0 16,0 0 0-16,0 0 0 0,-5 0 0 15,5 0 0-15,0 0-2 16,0 0 2-1,0 0-1-15,0 28-3 0,0 23 4 16,0 10 8-16,0 5 22 16,0-3-18-16,0 0-5 15,5 0 0-15,4-4 1 16,8 1 1-16,-8-10 4 16,0-7-9-16,1-17 3 15,-3-7-3-15,-2-7 4 16,-1-6-5-16,-4-4-3 15,5 4 2-15,-5-3-2 0,0-3 0 16,0 0-1-16,0 0 0 16,0 0-12-16,0 0-30 15,0 0-107-15,0 0-37 32,0-21-89-32,0-2-234 0</inkml:trace>
  <inkml:trace contextRef="#ctx0" brushRef="#br0" timeOffset="88640.54">6630 3402 639 0,'0'0'55'0,"0"0"31"31,0 0 117-31,0 0-66 16,0 0-46-16,0 0-2 0,36-147-11 0,-36 147-29 31,0-2-26-31,-31 2-1 16,3 0-18-16,-20 0 0 15,-8 15 3-15,2 17-4 16,-3 13 5-16,5 9 7 16,17 2 1-16,16 10 3 0,2 0-9 15,13-8 17-15,4 2-19 16,0-11-8-16,26-4-5 15,30-10 5-15,10-5 9 16,14-12-8-16,3-9 4 16,-8-6-2-16,-9-3 0 15,-9 0-2-15,-17-6 0 16,-9-24 2-16,-5-6-2 16,-8-9 0-16,4-2 1 15,-1 2 0-15,7 5-2 16,3 6-2-16,11 7 1 15,3 8-7-15,7 10 1 16,-7 3-1-16,0 6 6 16,-3 0 0-16,-2 15 1 0,-5 21-1 15,-9 7 2-15,-11 7 2 16,-11-2-1-16,-4 0 1 16,0-1 0-16,-9-5 6 15,-31 0-7-15,-17-4 9 16,-4-8-7-16,7-6 5 15,2-3-6-15,7-6 15 16,7-7-13-16,15 3-2 16,6-6 2-16,12-2-3 15,5-3-1-15,0 0 0 0,0 0-14 16,0 0 10-16,0 0-1 16,5 0 5-16,31 0 6 15,20 0-5-15,5 0 1 16,15 0-1-16,11 0 0 15,14 0 0-15,1 0-1 16,-6-3 2-16,-4 0 1 16,-16 1-3-16,-24 2-1 15,-17 0-2-15,-16 0 3 16,-12 0-42-16,-7 0-62 16,0 0-13-16,0 0-71 15,-7 17-67-15,-38 6 5 16,-21-4-234-16</inkml:trace>
  <inkml:trace contextRef="#ctx0" brushRef="#br0" timeOffset="89076.97">4049 4663 667 0,'0'0'28'16,"0"0"112"-16,-321 24 39 16,286-22-75-16,25-2-33 15,10 0-6-15,0 0 8 16,0 0-34-16,71 0 3 16,52 0-19-16,60 0 8 15,39 0-15-15,49 0 20 16,55 0-3-16,44 0 3 15,26-8 13-15,26-7-26 16,-5-2 64-16,-26-4-77 16,-25 2 10-16,-31 2 16 15,-41 2-16-15,-39 0 8 0,-52 0-9 16,-60 3-5-16,-58 3 0 16,-42 3-13-16,-34 1 1 15,-9 5 0-15,0-4-2 16,0 4-21-16,-31 0-18 15,-25 0-43-15,-15 0-79 16,-9 9 12 0,-12-6-20-16,-14-3-144 0,-21 0-271 15</inkml:trace>
  <inkml:trace contextRef="#ctx0" brushRef="#br0" timeOffset="93045.34">6769 5018 694 0,'0'0'74'16,"0"0"79"-16,0 0 89 16,0 0-76-16,0 0-47 15,0 0-55-15,-61-89 21 16,61 89-48-16,0 3 102 0,0 39-106 15,19 17 30-15,7 9-23 16,0 4-3-16,-7-2-4 16,-3-3-4-16,-2-1-18 15,-2-10-1-15,-3-7-7 16,1-11-3-16,-3-7 3 16,-2-11-6-16,4-1 1 15,-4-9-12-15,4 1-80 16,3-11-59-16,2 0-134 15,7-28-20-15,5-29-205 16</inkml:trace>
  <inkml:trace contextRef="#ctx0" brushRef="#br0" timeOffset="93486.23">7439 4967 677 0,'0'0'84'0,"0"0"39"16,0 0 53-16,0 0-15 15,0 0-121-15,0 0-15 16,0-9 2-16,0 40 12 16,-10 7 18-16,-6 8-14 15,11-2-21-15,5 3-9 16,0 7-3-16,0 0 16 0,0 0 10 16,26-4-34-16,9-5 0 15,10-7-1-15,7-7 2 16,5-8-3-16,-3-11 3 15,7-5 0-15,-4-7 0 16,4 0 0-16,-16-3 2 16,2-22-2-16,-7-7 3 15,-9-8 2-15,-12 0-3 16,-8-11 0-16,-11 0 35 16,0-6-8-16,-11 1-14 15,-34 5-10-15,-5 9 7 16,-2 12 3-16,-4 9 18 15,2 3-33-15,-3 10 10 0,0-1-13 16,1 9-1-16,6 0 0 16,-1 0-1-16,10 0-10 15,1 0-42 1,10 0-15-16,-1 17-126 0,0 8-58 16,5-5-288-16</inkml:trace>
  <inkml:trace contextRef="#ctx0" brushRef="#br0" timeOffset="94350.39">8481 5236 216 0,'0'0'601'15,"0"0"-522"-15,0 0 86 16,0 0-10-16,0 0-87 15,0 0-9-15,122-138-1 16,-122 136-10-16,0-2-8 16,0-2-9-16,-21 4-28 15,-24 2 0-15,-2 0 12 0,-7 0-9 16,2 17-5 0,7 17 6-16,10 8-6 0,9 5 8 15,21 7-1 1,5 0-1-16,0-3 6 0,15-2-9 15,36-3 32-15,11-8-33 16,8-4-3-16,1-11-19 16,0-11 16-16,0-8 3 15,-5-4 0-15,-5 0-2 16,-9 0 2-16,-7-13 2 16,-5-7-2-16,-14-7 0 15,-1-7 3-15,-3 2 8 0,-3-4-21 16,-10 9 13-16,3 10-6 15,-3 4 1-15,1 4-2 16,6 6 3-16,3 0 1 16,12 3 10-16,6 0-10 15,-1 0 0 1,9 21-5-16,-10 7 20 0,0-2-15 16,1 3 36-16,-10 2-19 15,-17 2-7-15,-9 3 18 16,0 0-19-16,-9-1-1 0,-36 0 2 15,-12 1 2 1,-4-2-8-16,4-7 0 0,-4-5 2 16,16-5-6-16,5 0 0 15,5-7 1-15,14-5 1 16,11-2 2-16,10-3-4 16,0 0 1-16,0 0-4 15,0 0 5-15,0 0-4 16,0 0-11-16,40 0 13 15,22 0 1 1,13 0 2-16,12-3-1 0,10-2 1 16,14-8 2-16,-3 3-5 15,-2 1 0-15,-14-3 24 0,-21 10-15 16,-15-4 6-16,-15 3-5 16,-16 3 1-16,-10 0-2 15,-11 0-4 1,-4 0 1-16,0 0 0 0,0 0-1 15,0 0-4-15,0 0-1 16,0 0 0-16,0 0-2 16,0 0-14-16,0 0-35 15,0 0-48-15,0 0-76 16,0-11-196-16,0-26-132 16</inkml:trace>
  <inkml:trace contextRef="#ctx0" brushRef="#br0" timeOffset="94774.07">10772 4297 673 0,'0'0'43'0,"0"0"86"16,0 0 57 0,0 0-52-16,0 0-67 0,0 0-40 15,-30 0 14-15,56 0 22 16,14 0 12-16,12 0-9 16,14 0 21-16,4 0-48 15,18 0 10-15,-4 0-18 16,4-9 20-16,-13-1-24 31,-14 1-1-31,-21 7-7 0,-14-2-15 0,-14 4 2 16,-7 0-6-16,-5 0 1 0,0 0-2 15,0 0-4 1,0 0-31-16,0 0-81 0,0 0-39 16,0 10-106-16,-26 14 33 15,-14 2-128 1,-17-6-202-16</inkml:trace>
  <inkml:trace contextRef="#ctx0" brushRef="#br0" timeOffset="95071.81">10584 4554 223 0,'0'0'252'31,"0"0"-226"-31,0 0 102 0,0 0-16 16,0 0-52-16,0 0 50 15,61 68 9-15,12-68-37 16,12 0-16-16,7 0 13 16,9 0-29-16,-4-7 0 15,0-8 7-15,-5 1-8 0,-8-4 5 16,-18 4 33 0,-18 1-52-16,-18 4 8 15,-16 6-26-15,-9 0 7 16,-5 3-17-16,0 0-7 15,0 0-2-15,0 0-22 16,0 0 9-16,-5 0-126 16,-30 0 1-16,-14 0-13 0,-17 3-113 15,-8 3-52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33:58.472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3596 2295 869 0,'0'0'23'16,"0"0"101"-16,0 0 80 0,0 0-53 0,-85-158-29 15,85 155-32 1,-5 3-43 0,5 0-3-16,-11 0 4 15,-4 41-46-15,-10 25 14 16,-11 17 23-16,-9 10-31 16,-2-6 1-16,-2-2-2 15,-3-7-1-15,12-12-5 16,9-15 1-16,5-15 1 15,12-18-2-15,14-9 3 16,0-9-6-16,0 0 2 16,0 0 0-16,0 0-1 15,0 0-1-15,31 0 2 0,39 0 3 16,20-12 1-16,18-3-2 16,3 1-2-16,12-3-1 15,-1 3-14-15,-1 0-68 16,-3 4-13-16,-22 5-80 15,-20 5-50-15,-34 0-103 16,-37 0-187-16</inkml:trace>
  <inkml:trace contextRef="#ctx0" brushRef="#br0" timeOffset="236.02">3582 2506 1002 0,'0'0'16'0,"0"0"50"16,0 0 164-16,0 0-110 16,0 0-84-16,0 0 0 15,-52 31 60-15,64 43 41 16,18 4-92-16,1-4-14 16,-3 7-15-16,3-7-14 15,4-5 3-15,8-6-1 16,-8-12-8-16,10-11 4 15,7-6-90-15,9-11-160 0,0-17-33 16,-2-6-232-16</inkml:trace>
  <inkml:trace contextRef="#ctx0" brushRef="#br0" timeOffset="487.34">4643 2372 812 0,'0'0'112'0,"0"0"-63"16,0 0 206 0,0 0-124-16,0 0-84 0,0 0-12 15,-40 0 9 1,61 43 66-16,10 10-59 0,-1 3-3 16,6 1-19-16,4-3-23 15,0-6-4-15,2-4-2 16,3-8-44-16,-5-10-56 15,12-1-76-15,-7-13-66 16,-5-12-169-16,2 0-191 16</inkml:trace>
  <inkml:trace contextRef="#ctx0" brushRef="#br0" timeOffset="848.49">5319 2283 60 0,'0'0'701'15,"0"0"-681"-15,0 0 79 16,0 0 48-16,0 0-87 16,0 0-36-16,-127-57-12 15,108 83 3-15,-7 25 71 16,-4 10-41-16,-1 13 9 16,0 3-5-16,-4 10 24 15,4 6-8-15,5-1-25 16,0-3 19-16,3-2 2 0,6-3-5 15,13-12-8 1,-1-4-8-16,0-17-25 16,5-19-10-16,0-9 3 0,0-10-2 15,0-10-6-15,0-3-1 16,0 0 1-16,0 0 0 16,0 0 0-16,0 0-14 15,0 0-76-15,0-18-83 16,0-29-76-16,0-12-261 15</inkml:trace>
  <inkml:trace contextRef="#ctx0" brushRef="#br0" timeOffset="4015.39">9695 2257 729 0,'0'0'79'15,"0"0"-26"-15,0 0 144 16,0 0-128-16,0 0 42 16,-321-94-48-1,251 94-22-15,-1 0 2 0,5 12 20 0,0 22-42 32,9 9-6-32,12 14 28 0,10 6-18 0,14 8-12 15,16 4-2-15,5-4-5 16,0-1-6-16,21-8 7 31,29-10-7-31,16-8-8 16,16-11 6-16,15-10-1 15,9-14-26-15,-4-5 9 16,4-4-13-16,-19 0 3 16,-12 0-21-16,-18-25 14 15,-17-1 2-15,-14-3 10 16,-17-4 13-16,-9-10 4 0,0-1 8 15,-9 2 5-15,-31 2-3 16,-7 11 18-16,-3 9-11 16,-2 8 3-16,3 9 21 15,-8 3-3-15,-9 0-7 16,0 32 3-16,5 17 7 16,11-3 10-16,20 2-14 15,9 0-7-15,21-5-17 16,0-2-5-16,0-6 0 15,44-1-14-15,39-11-42 16,23-6-41-16,17-10-89 16,9-7-131-16,-10 0-86 0</inkml:trace>
  <inkml:trace contextRef="#ctx0" brushRef="#br0" timeOffset="4282.39">10433 2309 695 0,'0'0'52'16,"0"0"110"-16,0 0 77 16,0 0-123-16,0 0-27 15,0 0-6-15,0-71-31 16,0 83-24-16,0 33 11 16,0 18 3-16,-17 9 75 15,3-2-52-15,-2 2-28 0,6-9-14 16,1-3-17-16,4-9 0 15,5-8-4-15,0-6 0 16,0-8-2-16,0-2-12 16,0-2-113-16,10-10-54 15,-6-10-120-15,6-5-101 16,2-9-186-16</inkml:trace>
  <inkml:trace contextRef="#ctx0" brushRef="#br0" timeOffset="4863.67">10423 2366 700 0,'0'0'22'0,"0"0"81"15,0 0 87-15,0 0-109 16,0 0-6-16,-56-160-37 16,75 136-20-16,18 5-15 15,8 8 2-15,0 5 1 16,-3 3-6-16,8 3 2 15,-3 0-1-15,-7 3-1 16,-4 29-1-16,-6 10 1 16,-11 7 7-16,-2 6-4 15,-17-4-2-15,0 0 2 16,0-3 4-16,-17-7 0 0,-28-1-7 16,-21-6 8-16,-4-2-2 15,-1-9-4-15,-2-6 4 16,19-1-2-16,6-4 14 15,18-9-15-15,16 0-2 16,9-3 1-16,5 0 0 16,0 0 4-16,0 0 1 15,19 0 1-15,33-15-3 16,9-4-4-16,10 5 0 0,9 2-1 16,12 4 0-16,4 2 0 15,6 6 0-15,-10 0 0 16,-10 0 1-16,-11 28-1 15,-22 12 8-15,-13 11 8 16,-15 4-2-16,-21 0 10 16,0-4 9-16,-45-11-11 15,-37-2 17-15,-15-10-5 16,-9-9 17-16,0-10-22 16,4-9-18-16,6 0-6 15,18-3-3-15,17-30-1 16,21-10-1-16,14-6-32 15,16-8-73-15,10-4-93 0,0 5-284 16</inkml:trace>
  <inkml:trace contextRef="#ctx0" brushRef="#br0" timeOffset="11163.8">19637 1766 974 0,'0'0'5'0,"0"0"47"16,0 0 111-16,0 0-72 15,0 0-16-15,0 0-1 16,-260-12-9-16,260-8-3 15,0-7-22 1,0-9 25-16,5 0-52 0,35 0 2 16,3 8-5-16,1 9-7 15,1 7-1-15,2 12 5 16,-2 0 0-16,2 0-6 16,-2 33 3-16,-10 11 3 15,-9 13 16-15,-16 3 4 16,-10 6-13-16,0-6-7 0,-31-7-1 15,-35-3-2 1,-9-7 3-16,-8-4 5 0,3-6-2 16,9-8 0-16,10-6-4 15,9-4-1-15,26-9-3 16,17 0 1-16,9-6 1 16,0 0-6-1,0 0 4-15,0 0 0 0,5 0 5 16,46 0-7-16,30 0 0 15,27-12 6-15,19-6-6 16,5-4-3-16,5 5-21 16,-10-4-103-16,-11-3-56 15,-15-11-119-15,-23-14-164 16</inkml:trace>
  <inkml:trace contextRef="#ctx0" brushRef="#br0" timeOffset="11547.16">19927 1002 862 0,'0'0'20'0,"-271"-52"55"16,139 43 114-16,7 9-73 0,-3 0-34 16,-4 44-19-16,5 21-11 15,0 26-19-15,14 19 28 16,11 21-36-16,22 15-6 15,19 0 11 1,35 0-10-16,26 0-5 0,0-9 27 16,66-5 6-16,52-12-41 15,28-20 1-15,33-21 1 16,28-20 2-16,13-25-7 16,4-29 1-16,-3-5 2 15,-6-23 5-15,-1-43 11 16,-11-23 16-16,-31-34-2 15,-44-36 3-15,-62-34-9 0,-66-41-31 16,-123-22-1-16,-125 18-15 16,-124 43-67-16,-111 77-71 15,-64 61-174-15,-38 39-459 16</inkml:trace>
  <inkml:trace contextRef="#ctx0" brushRef="#br0" timeOffset="17788.96">4167 4574 701 0,'0'0'45'0,"0"0"141"0,0 0 33 16,0 0-119-16,0 0 30 15,0 0-65-15,0 0-19 16,0 0 15-16,-26-129-35 16,26 129-8-16,0 0 5 15,-5 0-3-15,0 0-13 16,5 0-7 0,-12 37 4-16,8 10 44 0,-1 7 21 15,0-3-41-15,5-7-11 16,0-1-5-16,0-9 0 15,0-3 25-15,5-5-33 16,11-2-3-16,-1 1-1 16,-6-8 0-16,3-2-44 15,-3-7-50-15,-9-1-113 0,0-7-68 16,0 0-168-16</inkml:trace>
  <inkml:trace contextRef="#ctx0" brushRef="#br0" timeOffset="18244">4258 4154 737 0,'0'0'12'0,"0"0"78"16,0 0 129-16,0 0-92 16,0 0-30-16,0 0-14 15,-240-144-49-15,200 144 20 16,-17 0-16-1,-13 30-9-15,-11 15-13 0,-1 12-8 16,7 4 0-16,9 12 2 16,-1 11 6-16,11 5-8 15,16 5 1-15,9 9 24 16,22-5-25-16,9 0-6 16,0-2-2-16,45-13 3 15,30-8 4-15,12-13-7 0,19-11 0 16,17-15 4-16,14-15-4 15,16-12 2-15,5-9 11 16,0-9-10-16,-7-36 35 16,-19-15-18-16,-26-15 13 15,-33-16-8-15,-24-23 27 16,-27-23-28 0,-22-18-18-16,0-3-2 0,-57 9-4 15,-49 21-45-15,-31 31 44 16,-37 31-35-16,-13 46-102 15,-6 20-40-15,5 33-225 16,8 33-167-16</inkml:trace>
  <inkml:trace contextRef="#ctx0" brushRef="#br0" timeOffset="20703.05">9803 4394 737 0,'0'0'69'0,"0"0"98"0,0 0 8 15,0 0-81-15,0 0-42 16,0 0-5 0,40-61 2-16,-21 45-15 0,-7 4 22 15,2 7-10-15,-14 2-9 0,0 3-11 16,10 0-11-16,-10 0 22 15,0 0-7-15,0 0-6 16,0 0-6-16,0 0-5 16,0 0-7-16,0 0-2 31,0 0 0-31,0 0 2 16,0 0 3-16,0 0-5 15,0 0-2-15,0 0 3 16,0 0-3-16,0 0-1 15,0 0-1-15,0 0 2 0,0 0 2 16,0 0-2 0,0 0 1-16,0 0-2 0,0 0-1 15,0 0 1-15,0 0-1 16,0 0 6-16,0 0-6 16,0 0 3-16,0 0-3 15,0 0 1-15,0 0-3 16,0 0 2-16,0 0-2 15,0 0 2-15,0 0-1 16,0 8 2-16,0 35-1 16,0 10 0-16,0 12 22 15,-5-2-7-15,5-3 3 16,-5-3-2-16,5-9-11 16,-4-13 0-16,4-11-3 15,-5-9-2-15,5-9 2 0,0-3-1 16,-5-3 2-16,5 0-2 15,0 0-1-15,0 0 3 16,0 0-2-16,0 0 0 16,0 0-1-16,0 0 5 15,0 0-10-15,0 0 5 16,0 0-39-16,0 0-24 16,0-18-104-16,0-27-20 15,0-14-83-15,0-10-36 16,0-6-34-16</inkml:trace>
  <inkml:trace contextRef="#ctx0" brushRef="#br0" timeOffset="21174.27">9853 3914 450 0,'0'0'110'16,"0"0"19"-16,0 0 48 15,0 0-35-15,0 0-39 16,0 0-32-16,-198-124 11 15,141 124-34-15,-13 0-18 16,-1 32-1-16,-12 25-2 16,8 12 47-16,4 14-37 15,10 6-16-15,9 7 1 0,17 5 7 16,16 7-19-16,14 2 5 16,5-2 1-16,0-5 0 15,24-3-8-15,23-14-1 16,2-11-2-16,17-7 0 15,17-11-1-15,18-6 1 16,27-8 2-16,18-9 33 16,23-16 5-16,-6-9-38 15,-17-9-1-15,-18 0 1 16,-27-33-1-16,-9-17 0 16,-12-19 14-16,-2-18-16 15,-12-20 4-15,-5-19-2 16,-16-8-5-16,-24-4 3 0,-21 2-4 15,0 17 0-15,-52 17 0 16,-35 22-2-16,-24 23 2 16,-25 25-23-16,-39 17-69 15,-28 15-14-15,-14 2-11 16,3 36-168-16,16 11-177 16</inkml:trace>
  <inkml:trace contextRef="#ctx0" brushRef="#br0" timeOffset="30631.68">6041 6768 686 0,'0'0'85'0,"0"0"44"0,0 0 88 16,0 0-51-16,0 0-57 16,0 0-34-16,0 0-29 15,0-121 7-15,0 121-20 16,0 6 13-16,-5 45-11 15,-16 13 77-15,-7 21-70 16,-15-1-27-16,8-7 1 16,-1-5-5-16,10-12 6 15,-4-9-16-15,11-11-1 16,2-6 3-16,3-10-1 16,5-13-2-16,2-2-4 0,7-9 4 15,0 3 0-15,0-3 0 16,0 0-5-16,0 0-12 15,0 0 14-15,0 0-16 16,52 0 11-16,23-3 8 16,22-6 0-16,-1 3 0 15,1 4 0-15,0-7-6 16,-1 0-39-16,1-4-16 16,-14-5 49-16,-13 4-9 15,-25-1-20-15,-19 0 35 0,-21 0 6 16,-5-3-1-1,0-2 3-15,0-8 18 0,-5 1-17 16,-21-5-3-16,0-2 2 16,3 6-1-16,-3-1 2 15,9 12-1-15,3 8 10 16,9 4 7-16,5 2-2 16,-4 0 23-16,4 3 8 15,0 0-34-15,0 0-8 16,0 0-3-16,0 3 0 15,0 31-1-15,0 15 9 16,0 8 9-16,0 0-10 0,0-4 2 16,0 6 13-16,9-2-16 15,10 1 7-15,-7-11-7 16,-3-11 8-16,1-6-11 16,-10-9 4-16,7-4-8 15,-7-8 0-15,4-1-2 16,-4-2-2-1,5-6-3-15,-5 5-46 0,5-5-55 16,4 0-122-16,8 0-60 16,9-16-214-16</inkml:trace>
  <inkml:trace contextRef="#ctx0" brushRef="#br0" timeOffset="31212.37">7510 6999 846 0,'0'0'46'0,"0"0"110"15,0 0 18-15,0 0-97 16,0 0 4-16,0 0-40 16,-121-87-15-16,60 87-7 15,-17 34-6-15,-7 6 7 0,8 11 0 16,6 4 9-16,10 2-5 15,25 3-10-15,22-2 11 16,14-1-12-16,0-3-9 16,50-9-4-16,37 0 0 15,9-12 1-15,6-10-1 16,4-11-15-16,-14-10-6 16,-10-2-4-16,-16 0-7 15,-16-6 14-15,-3-16 13 16,-12-9 2-16,-11-1 3 15,-3 0 2-15,-11-2-1 16,-10 8 1-16,0 1 0 16,0 7 2-16,0 10 5 0,0-1 2 15,0 6 24-15,0 0-19 16,0 3-1-16,0 0 4 16,0 0-14-16,0 0 10 15,0 0-10-15,0 32-3 16,-10 7 86-1,-4 12-59-15,2-7 25 0,12 5-40 16,0-4 20-16,0-5-23 16,0 0-2-16,0-8-3 15,0-2-3-15,0-5-3 0,5-8 0 16,2 0-12 0,-7 0-83-16,0 0-59 0,0-2 19 15,0 2-181-15,-26-4-109 16</inkml:trace>
  <inkml:trace contextRef="#ctx0" brushRef="#br0" timeOffset="31730.75">5341 8153 604 0,'0'0'54'0,"0"0"2"16,0 0 154-16,0 0-90 15,0 0-46-15,0 0 0 16,-106 0-23-16,106 0-28 15,0 0-12-15,44 9-9 0,36 5 29 16,60 3 11-16,41-6-20 16,48-5-3-16,35-3-6 15,21-3 12-15,14 3-10 16,13 2-3-16,-8 5 28 16,-10-5-4-16,-25 8-15 15,-40-7-9-15,-45 0 20 16,-57-2-28-1,-51-4-2-15,-36 0 2 0,-29 0 0 16,-11 0 28-16,0 0 51 16,0 0-50-16,0 0-10 15,0 0-14-15,0 0-6 16,0 0-3-16,0 0-6 0,0 0-50 16,0 0-102-16,-16 0 39 15,-29 0-100-15,-21 0-127 16,-9 0-142-16</inkml:trace>
  <inkml:trace contextRef="#ctx0" brushRef="#br0" timeOffset="33241.32">6371 8694 711 0,'0'0'103'0,"0"0"61"16,-40-155 43-16,35 118-10 15,5 17-84-15,0 5-14 0,0 12 19 16,-5 3 4-1,5 0-78-15,0 0-14 0,-9 50-8 16,-3 22 22-16,7 21-7 16,1 5-15-16,4-5-8 15,0-6-14-15,0-4 0 16,0-14 0-16,0-7 0 16,9-8 0-16,8-14 0 15,1-2 0-15,4-13 0 16,-1-5-44-16,7-16-85 15,10-4-136-15,7-9-14 16,0-38-271-16</inkml:trace>
  <inkml:trace contextRef="#ctx0" brushRef="#br0" timeOffset="33634.36">6951 8631 241 0,'0'0'603'16,"0"0"-501"-16,0 0 82 15,0 0 2-15,0 0-110 16,0 0-23-16,-168-43-15 16,147 86 11-16,7 11-4 15,5 6-10-15,9-1-22 0,0 10-1 16,0-4-3 0,14-6-5-16,21 1-2 0,5-8-2 15,12-11-1-15,0-5-2 16,-7-16 3-16,0-8-3 15,-3-5 6-15,-7-7-1 16,10 0-2 0,-10-19 10-16,6-16 4 0,-16-7-14 15,-15-9 2-15,-10-8 4 16,0-9 7-16,0-4-9 16,-50-3 8-16,-16 10 27 15,0 14-39-15,-4 11-2 16,8 17-2-16,10 11-14 15,22 6-34-15,11 6-16 0,14 4-93 16,5 36-201-16,0 20-209 16</inkml:trace>
  <inkml:trace contextRef="#ctx0" brushRef="#br0" timeOffset="34230.62">8115 8854 950 0,'0'0'85'0,"0"0"99"16,0 0-24 0,0 0-90-16,0 0-3 0,0 0-38 15,-172-92-19-15,99 107 0 16,-2 24 4-16,-5 11 8 15,2 3-3-15,17 8 9 16,16 1-15-16,14 7 0 16,26 0 0-16,5-4-13 15,10-1-1-15,65-11-3 16,22-12 8-16,16-7-6 16,3-16 2-16,-3-13-10 0,-17-2-11 15,-11-3-16-15,-19 0 21 16,-9-3 16-16,-10-14-1 15,-12-4 3-15,-11-7-3 32,-8-1 4-32,-11-4 0 0,0 4-1 0,0 1-2 15,-5 5 1-15,0 2 7 16,0 6 1-16,0 2 15 16,0 4-12-16,0 3 13 15,0 6 20-15,0 0 4 16,0 0-20-16,0 0-14 15,0 3 30-15,0 34-37 0,-19 19 4 16,2 9 20-16,17 14-10 16,0-5-7-16,0 4 2 15,0-10-10-15,0-8-4 16,12-10-1-16,7-11-2 16,2-7-5-16,-7-4-34 15,-2-4-130-15,-7-10-63 16,-5 1-181-16,0-11-438 15</inkml:trace>
  <inkml:trace contextRef="#ctx0" brushRef="#br0" timeOffset="34624.71">9747 8166 909 0,'0'0'33'15,"0"0"85"-15,0 0 69 16,0 0-115-16,0 0-5 16,0 0-4-16,325 0-29 15,-193 0 3-15,-4 0-15 0,-8-10-9 16,-2 1-5-16,-26 4-3 15,-31 5-5-15,-38 0-17 16,-23 0-186-16,-9 2-282 16,-62 16-378-16</inkml:trace>
  <inkml:trace contextRef="#ctx0" brushRef="#br0" timeOffset="34813.32">9822 8502 629 0,'0'0'291'0,"0"0"-230"0,0 0 158 16,0 0-38-16,0 0-109 16,0 0-10-16,224 12-30 15,-56-21-22-15,4-14-10 16,2-1-4-16,-6-9-143 16,-15-11-157-16,-21-10-364 15</inkml:trace>
  <inkml:trace contextRef="#ctx0" brushRef="#br0" timeOffset="35174.55">12298 7226 979 0,'0'0'42'15,"0"0"42"-15,0 0 124 16,0 0-41-16,0 0-80 16,0 0-50-16,0 0 30 15,-31-80-41-15,31 83-4 16,0 34-11-16,0 23 82 16,0 20-51-16,0 5-6 0,9 5 5 15,3-7-19 1,-2-9-6-16,4-5-7 0,7-15-5 15,-4-6-1-15,1-13-2 16,-1-4-1-16,2-11-3 16,2-2-15-16,5-4-92 15,-2-8-126-15,18-6-21 16,3-6-209-16,7-45-342 16</inkml:trace>
  <inkml:trace contextRef="#ctx0" brushRef="#br0" timeOffset="35614.51">13014 7166 852 0,'0'0'46'15,"0"0"93"-15,0 0 69 16,0 0-109-16,0 0-52 16,0 0-17-16,-75-14-10 15,54 52 5-15,0 18 28 16,-3 7-34-16,3 0-11 15,0 5-2-15,11 2-2 16,5 1-4-16,5-6 0 16,0 1-1-16,0-9 0 15,40-10-6-15,17-5 1 16,4-12 6-16,5-5 0 0,0-17 5 16,0-5-5-16,5-3 11 15,-10 0-8-15,1-21 4 16,-8-13-3-16,-12-11 0 15,-11-7 3-15,-17-11-1 16,-14-8 7-16,0-6 14 16,0 8 2-16,-21 6-16 15,-14 15 1-15,-6 10 21 16,6 7-23-16,-17 8-8 16,3 5-4-16,-8 5-7 0,-9 7-12 15,5 6-39 1,-5 0-31-16,0 10-52 15,5 26-96-15,-1 3-158 0</inkml:trace>
  <inkml:trace contextRef="#ctx0" brushRef="#br0" timeOffset="36039.39">12083 7292 613 0,'0'0'68'16,"0"0"-26"-16,0 0 61 15,0 0-72-15,0 0-25 16,0 0-4-16,-259 3-4 15,240 8-4-15,10 1-29 16,9 0-4 0,0 3-12-16,0 0-50 0,35 3-15 15,19-7-7-15,12 2-155 16</inkml:trace>
  <inkml:trace contextRef="#ctx0" brushRef="#br0" timeOffset="36478.87">12319 6978 891 0,'0'0'67'0,"0"0"79"0,0 0 31 16,0 0-89-16,-302 53-18 15,236 17-2-15,7 7-10 16,12 3 17 0,12 7-14-16,13-3 11 0,18-1-49 15,4-2 32-15,0-7-46 16,12-6-7-16,46-4 4 15,34-13-1-15,26-17 2 16,28-11-3-16,17-12-4 0,5-11 9 16,6 0-9-1,-2 0 7-15,-14-17-7 0,-26-5 17 16,-31 1-17-16,-30 4-7 16,-35-4-63-16,-25-7-66 15,-11-1-21-15,-47-13-144 16,-33-9-257-16</inkml:trace>
  <inkml:trace contextRef="#ctx0" brushRef="#br0" timeOffset="36730.14">12541 7133 813 0,'0'0'88'0,"0"0"111"15,0 0 8-15,0 0-91 16,0 0-72-16,0 0-3 15,-55 129 117-15,55-42-32 16,0 2-38-16,19 5-42 16,24 9-4-16,6 0-21 15,-2-4 0-15,-7-6-9 16,-14-10-5-16,-12-9-7 16,-9-8 0-16,-5-11-6 15,0-10-66 1,0-13-71-16,-5-5-80 0,-30-18-130 15,-10-9-154-15</inkml:trace>
  <inkml:trace contextRef="#ctx0" brushRef="#br0" timeOffset="37076.19">12486 7056 935 0,'0'0'48'0,"0"0"127"15,0 0-18-15,0 0-72 16,-299-19-38-16,212 68-15 16,-5 14 10-16,12 2 4 0,14 7-2 15,9-3-3-15,26-1-24 16,15-6 4-16,16 2-8 16,0-5-6-16,47-3-5 15,24-8 6-15,21-10-7 16,9-10-1-16,17-11 4 15,7-11-2-15,7-3 5 16,7-3-7 0,-7 0 2-1,-12 0-2-15,-2-14-24 0,-21-1-56 0,-22-3 1 16,-23-10-65-16,-43-4-69 16,-9-13-162-16,-25-6-335 0</inkml:trace>
  <inkml:trace contextRef="#ctx0" brushRef="#br0" timeOffset="37327.85">12536 7097 228 0,'0'0'534'16,"0"0"-422"-16,0 0 107 16,0 0-23-16,0 0-82 15,0 0-39-15,-45-11-26 0,45 71 19 16,0 26 82-1,5 12-64-15,25 4-43 0,10 4 25 16,12-3-46-16,-2-3-2 16,-8-4-3-16,-6-3-11 15,-13-10-5-15,-2-11-1 16,-16-13-6-16,-5-10-5 16,0-6-72-16,0 0-61 15,-9 2-68-15,-36-4-170 16,-12-7-230-16</inkml:trace>
  <inkml:trace contextRef="#ctx0" brushRef="#br0" timeOffset="37626.69">11194 8798 945 0,'0'0'53'15,"0"0"6"-15,0 0 98 16,0 0-82-16,300 0-5 16,-102-4-35-16,30-11 13 15,18-5 7-15,8-6-6 0,-16-5-5 16,-23 2 86-16,-17 4-29 16,-26 2-36-16,-14 3-15 15,-17 7-22-15,-34 7-17 16,-41 6-11-16,-36 0 0 15,-30 0-17-15,-35 15-139 16,-92 21-143-16,-50 15-22 16,-31-6-418-16</inkml:trace>
  <inkml:trace contextRef="#ctx0" brushRef="#br0" timeOffset="37861.6">12064 9006 945 0,'0'0'123'16,"0"0"-30"-16,0 0 107 16,0 0-46-16,0 0-9 15,45 222 15-15,-14-139-106 16,-1 4 7-16,1-10-31 16,-5-12-20-16,-12-5-8 15,-9-3-2-15,-5-3-9 16,0-4-82-16,0-4-123 15,-36-13-142-15,6-19-107 16</inkml:trace>
  <inkml:trace contextRef="#ctx0" brushRef="#br0" timeOffset="38222.16">12597 9269 702 0,'0'0'151'16,"0"0"-7"-16,0 0 50 15,0 0-30-15,0 0-85 16,0 0-28-16,0-72-19 16,0 72-12-16,-14 34 0 15,-3 17 11-15,-1 10-6 16,6 8-16-16,12 2-4 16,0-2-1-16,0-4-1 15,30-8-1-15,22-8-2 16,10-17 0-16,8-7 1 0,6-16 3 15,2-9 0-15,-3 0 2 16,-4-19 0-16,-5-22 14 16,-10-8 7-16,-16-14 56 15,-14-2-62-15,-21-4 48 16,-5 1-48-16,-5 5-13 16,-51 10-1-16,-20 6-6 15,-11 13-1-15,-10 10-75 16,-9 13-74-16,-12 11-32 15,-2 0-315-15</inkml:trace>
  <inkml:trace contextRef="#ctx0" brushRef="#br0" timeOffset="52540.51">7337 11462 854 0,'0'0'61'0,"0"0"117"16,0 0-13-16,0 0-47 15,0 0-62-15,-320-114-11 0,249 117-20 16,-9 42-2-16,-3 24 2 16,8 17 6-16,14 12 4 15,21 1 1-15,23-1-15 16,17-2-12-16,5-9-3 16,56-13 12-16,22-8-17 15,13-15-1 1,10-13-4-16,0-11 4 0,-4-12 9 15,-10-9-4-15,-22-6-1 16,-8 0-4-16,-22-12 10 16,-14-16-7-16,-10 0 5 0,-16-9-4 15,0-4-4 1,0 5-1-16,-47-2-27 16,-9 7 28-16,-3 13 0 0,-7 16 2 15,-7 2-2-15,7 0 0 16,0 26 4-16,16 11-8 15,10 4 6-15,19 6-4 16,11 1-2-16,10 1-40 16,0-6-66-16,5 3-139 15,45-8-4-15,6-14-76 16,15-14-83-16</inkml:trace>
  <inkml:trace contextRef="#ctx0" brushRef="#br0" timeOffset="53090.64">8243 11933 750 0,'0'0'90'15,"0"0"73"-15,0 0 20 16,0 0-127-16,0 0 25 16,0 0-47-16,-123-128-5 15,67 128 10-15,-10 12-25 16,-5 23 14-16,-5 10 11 15,10 10 5-15,14 1-24 0,22 3-7 16,20-2 2-16,10 5-4 16,0-1-11-16,22-8 7 15,37-2-3-15,14-13-4 16,7-10-11-16,12-13 11 16,0-7 0-16,4-8 0 15,-6 0 0 1,-3 0 0-16,-11-17-6 0,-15-19 3 15,-14-7-9-15,-7-7 11 16,-9-6-4-16,-12 4 0 16,-8 7 2-16,-11 10 2 15,0 11 2-15,0 6-1 0,0 9 5 16,0 6 17 0,0 3-14-16,0 0 0 0,0 0-3 15,0 0 2-15,0 12-6 16,-11 39 0-16,-8 15 57 15,2 11 24-15,3-5-58 16,5-2-7-16,-3-3-7 16,7-10 2-16,5-6-8 15,0-14-3-15,0-6-1 16,0-5-2-16,0-5-1 0,0-5-113 16,0-1-31-16,0-9-178 15,-49-6-175-15</inkml:trace>
  <inkml:trace contextRef="#ctx0" brushRef="#br0" timeOffset="53436.49">6291 12873 669 0,'0'0'188'0,"0"0"-138"15,0 0 140-15,0 0-74 0,0 0-63 16,0 0 10-16,-198 23-38 16,294-10 15-16,55 2 2 15,59-7-7-15,33-4 2 16,42-4 5-16,26 0-15 16,8-6-3-16,6-15 33 15,-14-1-15 1,-21-1 5-16,-42 0-3 0,-50 0-26 15,-50 6-7-15,-68 6-5 16,-37 2-2-16,-39 6-4 0,-4 0-2 16,0 3-5-1,-30 0-103-15,-46 0-43 0,-11 0-53 16,-14 0-68 0,-1 0-346-1</inkml:trace>
  <inkml:trace contextRef="#ctx0" brushRef="#br0" timeOffset="54567.83">7663 13496 472 0,'0'0'437'0,"0"0"-325"15,0 0 38-15,-83-174-36 16,55 148-51-16,-14 6 31 16,1 5-75-16,-3 9 10 15,-18 6 12-15,-15 0-24 16,-4 12-9-16,6 26 19 15,14 7-22-15,14 6 18 0,28 11-13 16,14-5-10-16,5 0 38 16,0-9-38-16,40-13-9 15,21-8 9-15,10-6 12 16,4-12-12-16,3-4-3 16,-2-5 3-16,-10 0-2 15,-17-8 0-15,3-21 2 16,-12-8 3-16,-9-7 0 15,-5-1-1-15,-12 0 1 16,-7 6-1-16,-2 3 1 0,-5 4 12 16,0 11-10-16,0 6-1 15,0 11 9-15,0 4 4 16,0 0-2-16,0 0-5 16,0 0 5-16,0 15-15 15,0 45 1-15,0 18 40 16,-12 18-30-16,2-10 51 15,1-3-41-15,4-9 13 16,5-4-18-16,0-11-1 16,0-10-11-16,0-9 0 15,0-6-4-15,0-8 0 0,0-5-6 16,0-6-1 0,5-2-54-16,9-10-112 0,12-3-96 15,-5-18-149-15,10-33-605 16</inkml:trace>
  <inkml:trace contextRef="#ctx0" brushRef="#br0" timeOffset="55117.32">8445 13550 952 0,'0'0'75'0,"0"0"89"16,0 0-46-16,0 0-67 15,0 0 1-15,0 0-5 16,-82-45-26-16,28 51 11 16,-12 30-25-16,-12 15 12 15,7 2 7-15,22 4-4 16,13 3 9-16,20-1-16 16,16 5 2-16,0-9-8 15,16-4-7-15,43-11-1 16,19-12 6-16,7-7 7 15,7-11-12-15,-5-7-2 16,-7-3 1-16,-7 0 4 16,-14 0-5-16,-7-22 2 0,-2-7 1 15,-3-7-3-15,-12-2-5 16,-4-7-11-16,-17 7 17 16,-2 1-2-16,-8 14 2 15,-4 7 1-15,0 7 4 16,0 7 0-16,0-2-6 15,0 4 6-15,0 0 16 16,0 4-7-16,0 40-13 16,-25 16 84-16,3 6-56 15,13-1 25-15,9 4-29 16,0 0 7-16,0-7-19 16,0-9-9-16,0-11-2 0,5-5 1 15,11-5-4-15,-6-6-2 16,6-7-5-16,-2-4-110 15,12-9-12-15,24-6-60 16,16-6 5-16,16-54-467 16</inkml:trace>
  <inkml:trace contextRef="#ctx0" brushRef="#br0" timeOffset="55384.1">10240 12958 1010 0,'0'0'57'0,"0"0"12"15,0 0 131-15,0 0-53 16,0 0-130-16,0 0 20 16,242-53 4-16,-140 41 0 15,1 0-18 1,-18 1-13-16,-19 2-9 0,-9 3-1 15,-22 3 0-15,-4 0-14 0,-17 0-71 16,-7 3-204 0,-7 0-90-16,0 3-138 0</inkml:trace>
  <inkml:trace contextRef="#ctx0" brushRef="#br0" timeOffset="55572.58">10275 13270 723 0,'0'0'111'15,"0"0"87"-15,0 0 1 16,0 0-108-16,0 0 9 16,0 0-51-16,101 18 6 15,1-18-11 1,16-12-25-16,9-9-14 0,0-1-5 16,-11 2-1-16,-15-4-82 15,-18-15-326-15</inkml:trace>
  <inkml:trace contextRef="#ctx0" brushRef="#br0" timeOffset="56689.59">7561 11231 499 0,'0'0'149'0,"0"0"-86"16,0 0 159-16,0 0-66 0,0 0-75 15,0 0-38 1,-66 23-19-16,5 60 31 0,-26 36 112 16,-10 19-81-1,-14 4-26-15,-2-2-3 0,-2-8 70 16,2-14-86-16,11-12-10 15,22-20 21-15,14-15-31 16,19-20-16-16,19-13 3 16,11-7-8-16,8-13 1 15,4-4-3-15,-2-5-5 16,2-6-78-16,5-3-73 16,-9 0-7-16,-8-44-173 0,-6-48-600 15</inkml:trace>
  <inkml:trace contextRef="#ctx0" brushRef="#br0" timeOffset="57208.85">5661 10612 846 0,'0'0'24'0,"0"0"59"0,0 0 85 16,0 0-116-16,0 0 13 15,19-173-39-15,28 152-10 16,-7 9 6-16,-4 3-9 16,-6 9 2-16,-4 0-15 15,5 18 1-15,0 35-1 16,-8 25 27-16,-6 9-3 15,-13 4-14-15,-4-4-7 16,0-13 4-16,-9-2 16 16,-38-15-17-16,-7-6 20 0,-8-9 5 15,10-12-19 1,3 0-4-16,-8-9-4 0,17-4 4 16,14-8 18-16,14-7 2 15,12 2-20-15,0-4-3 16,0 0 8-16,0 0 7 15,12 0-7-15,38 0-1 16,23 0 14-16,16-6-14 16,25-11 7-16,-4-4-12 15,-13 6 8-15,-10-4-4 16,-37 14-11-16,-8-1 0 0,-23 6-2 16,-7 0-11-16,-3 0-126 15,-9 36-106-15,0 5-183 16</inkml:trace>
  <inkml:trace contextRef="#ctx0" brushRef="#br0" timeOffset="57664.02">7703 13138 731 0,'0'0'82'0,"0"0"51"16,0 0 16-16,0 0-115 16,0 0 28-16,0 0 54 15,-295 254-12 1,203-139 2-16,-4 3-30 0,-6-3-13 16,1-1 45-16,4-3-60 15,5-7-18-15,17-8 26 16,9-18-45-16,14-19-8 15,28-15 0-15,3-13-3 16,21-13 0-16,0-10-5 16,0-5-86-16,5-3-109 0,42 0-29 15,14-44-189-15</inkml:trace>
  <inkml:trace contextRef="#ctx0" brushRef="#br0" timeOffset="58309.01">7993 14815 793 0,'0'0'76'0,"0"0"49"15,0 0 78 1,0 0-89-16,0 0-66 0,0 0 7 15,-106 23 19-15,106-32-27 16,0-20-38-16,4-8-9 16,18 11 3-16,8 5-3 15,-1 9-4-15,8 6 4 16,3 6 5-16,0 0-4 16,12 0 3-16,-16 27-1 15,-1 9 2-15,-9 6-4 16,-21-1 5-16,-5 2 12 0,0 0-1 15,-5 0 3-15,-37-7 5 16,-13-1-11-16,-6-4 2 16,4-8-1-16,6-6-9 15,11-5-6 1,21-9 2-16,7 1 0 0,12-4-1 16,0 0-1-16,0 0-9 15,0 0-2-15,12 0-16 16,23 0 17-16,10 0 10 15,7-4 0-15,7 4-4 16,9 0 4-16,3 31-1 16,-1 10 3-16,-20 7 0 15,-8 3 3-15,-18 3 4 0,-17-7 11 16,-7-4-7-16,0-9 45 16,-47 0 12-16,-14-8-49 15,-20-1-3-15,-6-4 0 16,-9-12 8-16,-6-9 20 31,6 0-38-31,-1-9 9 0,12-28-13 0,12-7-4 16,14-13-5-16,17-8-31 15,16-16-52-15,26-14-80 16,0-22-185-16,47-25-450 0</inkml:trace>
  <inkml:trace contextRef="#ctx0" brushRef="#br0" timeOffset="60243.89">14443 10730 1061 0,'0'0'37'16,"0"0"52"-16,0 0 93 16,0 0-52-16,0 0-92 15,0 0-24-15,-57-38-2 16,43 74-3-16,-23 24-1 15,-8 16 88-15,-12 8-79 16,3-2-4-16,7-5 11 16,7-6 17-16,9-5-24 15,22-7-13-15,9-5-4 16,0 0 4-16,45-9-7 16,37-4 3-1,24-10-23-15,5-10 13 0,7-10 10 0,-7-11-15 16,-15 0-1-16,-13 0 3 15,-22-14-10-15,-11-13 22 16,-15-13-7-16,-9-2 8 16,-21-5-3-16,-5-4 3 15,0 0-1-15,0 5 2 16,0 12 1-16,0 10 1 16,-10 11 0-16,10 9 0 15,0 4-1-15,0 0 13 16,0 0-8-16,0 0 5 15,0 0-3-15,-5 0-9 0,1 21 0 16,-13 41 3-16,-4 19 70 16,2 5-57-16,10-12 5 15,2-5-15-15,7-3 9 16,0-6-3-16,0-6-12 16,0-14 0-16,0 0-8 15,7-11 6-15,-3 2-35 16,-4-2-108-16,0-3 5 15,-35 2-144 1,-38-7-118-16,-7-13-167 0</inkml:trace>
  <inkml:trace contextRef="#ctx0" brushRef="#br0" timeOffset="60511.45">13521 12106 441 0,'0'0'440'15,"0"0"-397"-15,0 0 45 16,0 0 68-16,0 0-81 0,297 101 13 16,-110-80-10-1,22-11-3-15,29-10 5 0,5 0-33 16,7-27 12-16,-16-12 6 31,-20-3 5-31,-42 6-40 0,-44 6-14 0,-53 9-8 16,-40 7-7-16,-18 8-1 15,-17 6-17-15,0 0-168 16,-87 26-130-16,-24 19-79 16</inkml:trace>
  <inkml:trace contextRef="#ctx0" brushRef="#br0" timeOffset="60794.5">14540 12624 1052 0,'0'0'51'16,"0"0"53"-16,0 0 128 15,0 0-110-15,0 0-79 16,0 0-2-16,-26 13 16 16,26 47 60-16,19 5-50 15,-8 8-23-15,-1-8-20 16,-5-7-3-16,-1 0-17 15,3-7-3 1,3-7-1-16,-5-2-4 0,4-2-1 0,-2-6-107 16,-7-6-82-16,5-7-38 15,-1-21-196-15,11 0-313 16</inkml:trace>
  <inkml:trace contextRef="#ctx0" brushRef="#br0" timeOffset="61202.45">14997 12769 942 0,'0'0'83'0,"0"0"55"16,0 0 62-16,0 0-84 15,0 0-70-15,0 0-14 16,-16-36-6-16,16 36-2 31,0 0-5-31,0 0-1 0,0 0-8 0,0 0-5 16,0 0-1-16,0 0-2 15,0 0 0-15,0 0-1 16,0 0 1-16,0 0-1 16,0 0-1-16,0 0 0 15,0 0 0 1,0 0 6 0,0 0-5-16,0 0 0 15,0 0 1-15,0 0-1 0,0-3 0 16,0 3-1-1,0 0 0-15,0 0 0 0,0 0 3 16,0 0-3-16,0 0 0 16,0 0-4-16,0 0 4 15,0 0 1-15,0 0-1 16,0 0-6-16,0 0-13 16,0 0-10-16,0 0-17 15,0 0-27-15,0 0-100 16,-10 0-48-16,-11-3-174 15</inkml:trace>
  <inkml:trace contextRef="#ctx0" brushRef="#br0" timeOffset="62146.46">13076 6845 803 0,'0'0'41'0,"0"0"12"16,0 0 154-16,-194 218-89 15,128-84 2-15,-16 7-28 0,-3 4-32 16,-12-14-2 0,-11-12-23-16,-3-15 1 0,5-11-16 15,0-16-5-15,19-11 1 16,11-9-14-16,20-6-4 15,20-4 1-15,15-10-4 16,21-17-55-16,0-20-181 16,21-3-199-1,33-71-179-15</inkml:trace>
  <inkml:trace contextRef="#ctx0" brushRef="#br0" timeOffset="62507.82">12734 5790 992 0,'0'0'18'0,"0"0"1"15,210-151 26-15,-114 130 25 16,-11 21-12-16,-24 4-36 16,-30 55-13-16,-26 27-2 15,-5 18 1-15,-19 4 2 16,-42-10-5-16,-10-18 3 15,-2-14 1-15,7-13 12 0,0-13 26 16,21-10-33-16,14-15 49 16,17-6-28-16,14-9-27 15,0 0 1 1,0 0 37-16,0 0-7 0,59 0-23 16,38 0 12-1,42-11-24-15,28-11 3 0,27-1-6 16,13 4-1-16,-4 11-1 15,-29 8 0-15,-42 0-32 16,-47 44-193-16,-54 33-24 16,-31 20-197-16</inkml:trace>
  <inkml:trace contextRef="#ctx0" brushRef="#br0" timeOffset="62853.44">13106 8670 624 0,'0'0'86'16,"0"0"-13"-16,0 0 131 16,0 0-102-16,0 0-27 0,0 0 39 15,-47 238-30 1,-19-136-23-16,-23 11 22 0,-25 16-31 15,-22 2-11 1,-27 6-8-16,-16-6 5 0,16-12 5 16,26-14-17-16,31-22 27 15,36-17-40-15,22-15-6 16,34-13-4-16,14-8-3 16,0-3-5-16,31-3-41 15,40 0-73-15,30-10-60 16,26-14-102-1,10-2-283-15</inkml:trace>
  <inkml:trace contextRef="#ctx0" brushRef="#br0" timeOffset="63261.88">14132 9263 1039 0,'0'0'18'0,"0"0"-7"15,0 0 121-15,0 0-74 16,-243 192-15-16,238-133 26 16,5-11-53-16,0-10 9 15,0-11-10-15,0-12-8 16,0-9-3-16,0-6-2 0,0 0 4 16,0 0 3-16,0 0 23 15,24 0 21-15,28-31-48 16,18-3 5-16,18 3-8 15,-3 11 1-15,2 14-3 16,0 6 1-16,-2 0 1 16,-14 32-2-1,-10 19 1-15,-14 9 14 0,-21 0-2 16,-17-6 15-16,-9-10-9 16,0-5 5-16,-4-10 11 0,-43 5-30 15,-8-5 3 1,-1-6-8-16,-6 3-18 15,1-9-43-15,5-11-90 16,-3-6-77-16,7-4-180 0,7-41-138 16</inkml:trace>
  <inkml:trace contextRef="#ctx0" brushRef="#br0" timeOffset="63450.68">14193 9352 589 0,'0'0'198'16,"0"0"-125"-1,0 0 105-15,0 0-43 0,0 0-91 16,0 0 0-16,255-130 9 0,-170 111 23 16,11 4-28-16,-8 2-4 15,3 0-29-15,-10 7-10 16,-8 2-4-16,-14 4-2 16,-12 0-2-1,-12 4-69-15,-21 17-208 0,-14-7-312 16</inkml:trace>
  <inkml:trace contextRef="#ctx0" brushRef="#br0" timeOffset="64331.07">14712 12086 1149 0,'0'0'29'16,"-66"152"-18"-16,66-90 4 16,0-19 31-16,49-14 1 15,43-14-15-15,21-15-6 16,15-9 0-16,-13-43 6 15,-13-19-10-15,-32-15 4 0,-27-16-3 16,-29-11 19-16,-14 2-40 16,-9 14-2-16,-58 25 17 15,-15 36 2-15,-29 36-9 16,-26 15 2-16,-11 74-4 16,6 37 50-16,36 20 1 15,40 0-30-15,36-6-22 16,30-21-3-16,0-20-4 15,23-25-2-15,39-26 0 16,25-30 4-16,19-18 3 16,16-34 6-16,1-46-10 0,-26-26-1 15,-38-32-2-15,-33-23-10 16,-26-15 5-16,0 6-40 16,-55 30 10-16,-41 44 30 15,-22 58 4-15,-24 38 3 16,-6 64 0-16,2 59 24 15,23 32 33-15,41 16-21 16,58-22-9-16,24-18 23 16,0-26-50-16,59-33 0 15,14-26 8-15,2-28-6 16,13-18 8-16,8-44-1 16,-6-46-3-16,-12-35-6 0,-33-37 0 15,-24-24-4-15,-21-14 2 16,-12 11-30-16,-73 40-3 15,-21 54 18-15,-17 53 16 16,-9 42 1-16,-16 68 1 16,2 70 11-16,14 40 36 15,30 16-34-15,46-2-3 16,51-16-11-16,5-12-2 16,19-10 2-16,37-20-2 15,10-17-139-15,0-36-34 16,5-37-284-16</inkml:trace>
  <inkml:trace contextRef="#ctx0" brushRef="#br0" timeOffset="64959.44">17654 12283 1068 0,'0'0'21'16,"0"0"23"-16,0 0 59 0,17-185-55 16,58 154-32-1,0 13-14-15,-13 12 13 0,-6 6-5 16,-20 0 0-16,-10 34 10 15,-12 15 9-15,-14 14 33 16,0 8-15-16,-26 5-26 16,-33-8 17-16,-19-2-24 15,-14-12-2-15,-14-6-5 16,-5-8 5-16,10-9 13 16,18-10-9-16,27-10 0 15,25-4-1-15,26-7-9 16,5 0 1-16,0 0 13 15,5 0-13-15,56 0-5 0,31 0 30 16,36 0-19-16,20-18-8 16,12-6-4-16,10 2-2 15,2-1-2-15,-4 3-8 16,-20 2 11-16,-42 5-2 16,-40 10-47-16,-52 3-143 15,-14 0-198-15,-23 0-281 16</inkml:trace>
  <inkml:trace contextRef="#ctx0" brushRef="#br0" timeOffset="65241.89">16928 13213 559 0,'0'0'329'15,"0"0"-281"-15,0 0 84 16,0 0 15-16,0 0-61 15,0 0 2-15,365 122-31 16,-162-122 45-16,21 0-49 16,5-6-14-16,-15-18 2 15,-6-5 30-15,-15 1-3 16,-16 2-26-16,-19 5 21 16,-45 7-47-16,-42 3-5 0,-52 9-10 15,-19 2-1-15,-15 0-76 16,-81 21-150-16,-41 32-15 15,-30 9-233-15</inkml:trace>
  <inkml:trace contextRef="#ctx0" brushRef="#br0" timeOffset="65665.97">17720 13857 873 0,'0'0'147'0,"0"0"-125"16,0 0 182-1,-97 155-34-15,88-81-88 0,4 7-30 16,5-3-10-16,0-9-12 16,0-11-12-16,0-13-14 15,0-14 4-15,0-13-5 16,0-10-2-16,0-4 1 16,0-2 0-16,0-2 1 15,0 0-1-15,14 0 1 16,34-14 0-16,1-16 2 15,17 0-3-15,-5 3-1 16,1 6-1-16,4 6 3 0,-5 4-3 16,-7 8-1-1,3 3 1-15,4 0 1 0,-4 20 10 16,4 16 62 0,-12 2-15-16,-13 8-29 0,-20 2 50 15,-11-4-56-15,-5 4-2 16,-5-6-19-16,-51-4 0 15,-15 2 13-15,-12-11-15 16,-1-3-6-16,1-7-29 16,8-13-80-16,-1-6-49 15,-2 0 24-15,12-34-108 16,0-25-141-16,17-19-291 16</inkml:trace>
  <inkml:trace contextRef="#ctx0" brushRef="#br0" timeOffset="65854.32">17411 14111 825 0,'0'0'182'16,"0"0"-100"-16,0 0 108 15,0 0-50-15,0 0-104 16,0 0-17-16,252-12 14 16,-94 3-16-16,36-7-14 15,25-1-3-15,14-3-30 16,-4-8-202-16,-21 1-255 15</inkml:trace>
  <inkml:trace contextRef="#ctx0" brushRef="#br0" timeOffset="66136.24">19931 12953 1184 0,'0'0'25'16,"0"0"17"-16,0 0 124 16,0 0-57-16,0 0-61 0,0 0 29 15,229 155 12 1,-137-87-10 0,5 2-42-16,4-6-24 0,-4-1-6 0,-12-8-4 15,-12-14 0-15,-19-10-3 16,-14-9-6-16,-14-3-49 15,-14-7-171-15,-8-9-82 16,-4-3-105-16,0-23-115 16</inkml:trace>
  <inkml:trace contextRef="#ctx0" brushRef="#br0" timeOffset="66340.35">20790 12864 461 0,'0'0'416'0,"0"0"-332"16,0 0 30-16,0 0 42 15,0 0-15 1,-300 157-22-16,234-76-30 0,10-1-4 16,1-1 22-16,3-1-79 15,12-7-11-15,5-8-11 16,0-3-2-16,9-14-4 16,5 0 0-16,11-9-20 15,10-8-181-15,0-21-139 16,0-8-249-1</inkml:trace>
  <inkml:trace contextRef="#ctx0" brushRef="#br0" timeOffset="66875.27">21787 12082 893 0,'0'0'23'0,"0"0"95"0,14-176 3 0,33 125-31 15,3 10-38 1,11 12-19 0,0 4-13-16,5 13 15 0,10 12-17 0,-10 0-9 31,-5 0-8-31,0 20 2 15,-9 26 1-15,-17 8 10 16,-20 13 35-16,-15 9 2 16,0 1-47-16,-66 1 6 15,-26-6 2-15,-24-6 1 16,-16-7 9-16,-12-5-5 16,17-16-1-16,26-9 4 15,30-13-10-15,31-7 10 16,30-6-11-16,10-3-2 0,0 0-4 15,0 0 9-15,0 0 30 16,5 0-41-16,40 0 3 16,21 0 19-16,31 0-14 15,16 0-8-15,12 0 2 16,7 0 1-16,7 0-5 16,-2-3 2-16,4-6-2 15,-18 0 2-15,-13 1-4 16,-22 3 3-16,-44 5-6 15,-22 0-103-15,-22 0-131 0,-5 0-224 16,-61 13-412-16</inkml:trace>
  <inkml:trace contextRef="#ctx0" brushRef="#br0" timeOffset="67142.48">21181 13004 806 0,'0'0'38'16,"0"0"75"-16,0 0 88 16,0 0-70-16,0 0-19 0,431 107-34 15,-233-103 2 1,-4-4-31-16,-1 0-2 0,-14 0 23 16,-21-4 2-16,-12-14-36 15,-9 4 0-15,-14-1 23 16,-22 0-36-16,-18 0-11 15,-39 8-7-15,-22 1-4 16,-18 6-1-16,-4-2-21 16,0-7-140-16,-26-6-172 15,-14-5-315-15</inkml:trace>
  <inkml:trace contextRef="#ctx0" brushRef="#br0" timeOffset="67771.3">22183 13654 838 0,'0'0'32'0,"0"0"58"15,0 0 110-15,0 0-125 16,0 0 29-16,0 0-56 0,-35-89-9 15,75 57-16-15,16-5-20 16,5 8-2-16,5 4-1 16,5 8-1-16,0 8 1 15,-10 6-1-15,-4 3 3 16,-12 0-3-16,-10 9 5 16,-4 23-3-16,-10 4 7 15,-12 8 14-15,-9 1 14 16,0 4-22-16,-16-3 2 15,-29 2 3-15,-16 1-5 16,-10-5-2-16,-9-5-1 16,-7-2-8-16,11-11-1 0,8-6 2 15,18-7-4-15,20-7 0 16,8 0-1-16,22-6 3 16,0 3 3-16,0 0-4 15,0-3 0-15,12 0-1 16,38-6-18-16,20-13 18 15,8 1 0-15,-2 13 0 16,-1 5 0-16,-2 0 0 16,-2 5 2-16,0 38 1 15,-10 9 14-15,-5 11 5 16,-20 0 34-16,-17-4 43 0,-19-7-58 16,0-7-5-1,-40-9 28-15,-48-8-37 0,-27-3-1 16,-8-13-16-16,-9-12-7 15,5 0 0-15,0-8-6 16,4-35-31 0,-2-13-57-16,7-9-41 0,17-20-114 15,14-13-336-15</inkml:trace>
  <inkml:trace contextRef="#ctx0" brushRef="#br0" timeOffset="72805.92">19347 15336 829 0,'0'0'96'16,"0"0"68"-16,0 0 9 15,0 0-41-15,0 0-44 16,0-152-26-16,0 152-8 15,0 0-7-15,0 0-21 16,0 31-14-16,0 28 33 16,-26 19 59-16,-5-1-79 15,1-5-18-15,-1-6-6 16,12-7 2-16,3-15 1 16,6-10-3-16,5-16-2 0,5-12 6 15,0 0-7 1,0 2 2-16,40 8-6 0,31-1 6 15,16-1 4-15,10-5-4 16,0-6-5-16,-12-3 4 16,-3 0-42-16,-11 0 41 15,-10-8-6-15,-16-29 16 16,-10-4-7-16,-9-16-1 16,-14 0 1-16,-12 3 1 15,0 4-2-15,0 8 2 16,0 12-2-16,-12 15 0 15,3 2 0-15,9 11 4 16,0-1-1-16,0 0-1 0,0 3 20 16,0 0 4-16,0 0-26 15,0 0 1 1,0 6-1-16,0 42 5 0,0 27 8 16,0 14 32-16,-5 4-13 15,0-6-24-15,5-13 10 16,0-6-9-16,0-11-8 15,0-12 6-15,0-3-7 16,0-10 1-16,0-4-4 16,0-8 3-16,0-6-30 15,0-2-38-15,0-3-77 16,0-5-104-16,-16-4-93 0,-3 0-247 16</inkml:trace>
  <inkml:trace contextRef="#ctx0" brushRef="#br0" timeOffset="73167.28">18512 16324 695 0,'0'0'110'16,"0"0"36"-16,0 0 26 15,0 0-73-15,0 0-38 16,0 0-35-16,47 90 97 0,135-67-69 15,47-14-24-15,30-9-6 16,12 0-7-16,2-3 29 16,-8-12 39-16,-6 4-12 15,-14-4 26-15,-23 3-45 16,-29-1-6-16,-35 2-22 16,-57 5-1-16,-39 3-13 15,-36 0-7-15,-26 0-4 16,0 3-2-16,0 0-3 15,0 0-32-15,-26 0-36 16,-14 0-107-16,-17 0-9 0,-9 0-98 16,0-18-30-16,-5-18-375 31</inkml:trace>
  <inkml:trace contextRef="#ctx0" brushRef="#br0" timeOffset="73701.33">19585 17001 859 0,'0'0'124'0,"0"0"47"15,0 0 17-15,0 0-52 16,0 0-59-16,0 0-23 16,-54-81-10-16,54 81 13 15,0 4 13-15,0 41-20 16,0 14 14-16,0 7 9 15,0 2-52-15,0-9 0 0,0 1-7 16,-7-3-2-16,-3-9-9 16,5-7-2-16,-4 5-1 31,2-13-11-31,7 0-21 0,0-14-61 0,0-6-104 16,21-13 7-16,24 0-88 15,12-27-192-15</inkml:trace>
  <inkml:trace contextRef="#ctx0" brushRef="#br0" timeOffset="74219.53">20094 16924 772 0,'0'0'87'0,"0"0"64"15,0 0 30-15,0 0-59 16,0 0-27-16,0 0-33 15,-82-87-39-15,58 104-13 16,-14 26 8-16,-2 17 15 16,10-2-17-16,11-7 2 15,7-2-3-15,7-9-4 16,5-3-7-16,0-10-2 16,0-6-2-16,5-9 0 15,16-6-2-15,-11 0 2 16,1-6 0-16,-1 0-2 15,-6 0-1-15,13 0-2 0,7 0 5 16,11-6 0-16,12-12 0 16,-2-3 0-16,11 0 0 15,6 6 2-15,-6 4-3 16,3 1 1-16,-2 8 0 16,-5 2-3-16,-3 0 5 15,3 8-2-15,-2 24 3 16,-8 11 2-16,-11 1 15 15,-17 2 28-15,-14-1-6 16,0-5 62-16,-10 0-69 16,-37-5-12-16,-14-2 2 0,-19-7-14 15,-7 2 0-15,2-7-8 16,12-4-4-16,18-17 1 16,8 0-19-16,7 0-23 15,5 0-105-15,14-34-75 16,6-17-163-16,15-21-318 15</inkml:trace>
  <inkml:trace contextRef="#ctx0" brushRef="#br0" timeOffset="74517.33">20023 16891 855 0,'0'0'139'16,"0"0"10"-16,0 0 19 15,0 0-82-15,0 0-34 16,0 0 1-16,-35-16-25 16,125 16-2-16,32 0 26 15,20 0-19-15,16-8 69 16,0-10-59-16,-10-2 17 16,-11 5-13-16,-36 2-6 15,-40 1 0-15,-25 9-22 16,-27 0-19-16,-9 3 1 0,0 0-1 15,0 0-7-15,0 0-65 16,-14 0-109-16,-33 18-40 16,-7-3-202-16,-3-9-305 15</inkml:trace>
  <inkml:trace contextRef="#ctx0" brushRef="#br0" timeOffset="75271.44">20790 14737 833 0,'0'0'3'15,"-264"-108"35"-15,91 76-13 16,-36 11 78-16,-34 15-19 0,-31 6-15 15,-32 39 5-15,-20 41 20 16,-8 40 42-16,-13 37-77 16,-2 38 19-16,12 46-6 15,33 36-12-15,40 34 44 16,54 29-61-16,69-2-7 16,65-5-6-1,76-16-24-15,50-31 2 0,124-24-3 16,74-35-4-16,72-36 2 15,46-33 2-15,37-44-5 0,24-34-4 16,25-36 4 0,20-35-3-16,25-9 0 0,-9-62-16 15,-9-37 9-15,-12-47 10 16,-50-45 11-16,-52-38-6 16,-70-49 3-16,-76-40 5 15,-77-41-3-15,-76-46-2 16,-66-34-2-16,-116 6-6 15,-134 42-1-15,-146 73-8 16,-148 94-32-16,-147 90-148 16,-106 60-148-16,3 40-498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23:01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15398 2892 671 0,'0'0'44'0,"0"0"146"15,-285 3 10-15,214-3-97 16,31 0-20-16,23 0-18 16,17 0-36-16,0 2 3 15,43 8-13-15,63 1 27 16,66 0-5-16,52-7-9 15,31-4 7-15,30 0 7 16,-7-11 13-16,-14-14-29 16,-14 1 8-16,-31 3 17 15,-47 2-12-15,-40 0-8 16,-47 4-31-16,-42 9 1 16,-34 2-5-16,-9 4-2 15,0 0-27-15,-57 0-121 0,-53 6-2 16,-44 25-95-16,-34 1-104 15,-15-1-101-15</inkml:trace>
  <inkml:trace contextRef="#ctx0" brushRef="#br0" timeOffset="486.2">14575 3145 730 0,'0'0'38'16,"0"0"163"-16,0 0-17 0,0 0-55 0,0 0-74 15,0 0 23-15,290 13-7 16,5-13-40-16,40-6-6 16,16-16 39-16,5-5 21 15,-17 0-26-15,-23-2 0 16,-42-2-18-16,-36 2-4 16,-40 5-8-16,-54 7-19 15,-48 0 1-15,-51 12-11 16,-36-1 0-16,-9 6-3 15,-18 0-20-15,-88 0-75 16,-43 0-81-16,-40 9-15 16,-4 3 2-16,-5-3-58 15,-5-1-4-15,-9 5 110 0,-7-1-80 16,0 3 212-16,11 1 12 16,15 1 26-16,9 1 87 15,17 2 11-15,25 1 27 16,29 0 22-16,38 0-25 15,44-6-63-15,31 6-15 16,40-9-25 0,99 0 87-16,78-12-43 0,82 0-25 15,57-15 60-15,31-27-71 16,0-3 1-16,-36 1-35 0,-52 1-5 16,-49-2-14-1,-59-14-141-15,-33-32-318 0</inkml:trace>
  <inkml:trace contextRef="#ctx0" brushRef="#br0" timeOffset="13588.04">9650 5532 830 0,'0'0'39'0,"0"0"73"16,0 0 85-16,0 0-104 0,0 0-27 15,0 0-22 1,0 0 5-16,-61-42-28 0,75 9-18 16,24 3 6-16,2 1-9 15,21 1 0-15,15 8 4 16,16 5 2-16,4 15 41 16,1 0-40-16,-12 0-7 15,-19 32 0-15,-19 11 2 16,-16 0-2-16,-27 8-36 15,-4 6 36-15,-30 6 44 16,-46 6-44-16,-21-4 0 16,-4-8 57-16,-3-10-50 15,19-7-1-15,19-12 1 0,19-6-5 16,28-12 7 0,8-4-9-16,11-6-1 0,0 0-1 15,0 0-5-15,0 0-15 16,7 0 22-16,47 0 1 15,17-6 4-15,16-7-5 16,0 7 1-16,-2 6-1 16,2 0 0-16,-11 0-2 15,-10 21 2-15,-10 17 0 16,-20 11 1-16,-15 2 20 16,-21 0-9-16,0 4-3 15,-5-4-3-15,-56-2 4 0,-22 2 17 16,-13-13-9-16,-10-9 9 15,-5-10 3-15,2-10-7 16,20-9-7-16,11 0-9 16,7-6 1-16,22-37-8 15,6-10-3-15,24-6-40 16,19-7-38-16,0 9-140 16,15 9-83-16,36 13-101 15,-1 10-141-15</inkml:trace>
  <inkml:trace contextRef="#ctx0" brushRef="#br0" timeOffset="14215.3">10768 5630 1007 0,'0'0'32'15,"0"0"38"-15,0 0 153 16,0 0-110-16,0 0-71 15,0 0 33-15,0-39-37 16,0 39-7-16,0 27-9 16,4 24 14-16,8 11 42 15,2 3-54-15,8-5-21 0,-4 3 8 16,8-8-7-16,5-5-3 16,0-12-1-16,-5-7 0 15,-12-16-7-15,2-7 6 16,-11-5-53-16,-5-3 51 15,5 0 0-15,-5-5-2 16,4-32 5-16,6-10 4 16,-3-1-4-16,7 3-6 15,2 10 6-15,3 1 0 16,3 11 2-16,-4 8 1 16,4 3-3-16,-8 9 0 15,12 3 0-15,9 0-1 16,8 0 1-16,6 32 0 0,3 13 11 15,-3 6-7 1,-1 6-4-16,-4-1-3 0,1-2 3 16,-2-3 4-16,1-10-3 15,-4-7-2-15,-9-16 1 16,0-9-7-16,-15-9 7 16,3 0-1-16,7-6 6 15,5-37-4-15,-1-10 3 16,-8-10-2-16,-13-8 32 15,-9-7-19-15,0-9-5 16,-31-2-1-16,-21 6-9 16,-2 15 3-16,-7 13-2 0,4 20 7 15,8 10-8-15,2 13 0 16,2 10-1-16,2 2-19 16,8 6-108-16,4 35-102 15,3 14-240-15</inkml:trace>
  <inkml:trace contextRef="#ctx0" brushRef="#br0" timeOffset="14686.93">14950 5478 1252 0,'0'0'12'0,"0"0"30"15,0 0 75-15,0 0-45 16,0 0 14-16,0 0-63 16,0 0 30-16,26-95-31 0,-26 139-19 15,-5 19 46 1,-35 14-11-16,-2-2-17 0,6-4-15 15,1-5 8-15,0-4-12 16,-1-11 2-16,6-9-3 16,4-12 0-16,7-12 0 15,7-10-2-15,12-2 2 16,0-6-2-16,0 0 1 16,0 0-4-16,0 4 1 15,57 3 1-15,25-3 2 16,19 2 4-16,15-2-3 15,11-4-1-15,5 0 0 16,12 0 0-16,-2 0-43 0,-10 0 38 16,-15 0-58-16,-32 0-17 15,-33 0-95-15,-38 0-30 16,-14 0-69-16,-14-4-38 16</inkml:trace>
  <inkml:trace contextRef="#ctx0" brushRef="#br0" timeOffset="14969.65">15381 5731 468 0,'0'0'124'0,"0"0"-5"0,0 0 90 15,0 0-25-15,0 0-40 16,0 0-21-16,-75-104-38 16,75 104-40-16,0 21-21 15,0 24 92-15,0 8-37 16,0 6-3-16,21 1-25 15,5 3-21-15,2-1-18 16,10 4-2-16,-14 0-5 16,2-3-5-16,-10 0-5 15,-6-7-6-15,-6-6-60 16,-4-5-105 0,0-8-62-16,5-13-72 0,7-16-181 15</inkml:trace>
  <inkml:trace contextRef="#ctx0" brushRef="#br0" timeOffset="15768.99">16171 5746 765 0,'0'0'56'0,"0"0"138"16,0 0 6-16,0 0-52 15,0 0-54-15,0 0 14 16,0-113-57-16,0 113 74 15,0 6-88-15,0 36-9 16,0 12 33-16,5 7 14 0,4 5-40 16,1 2-11-16,2 2-13 15,-3-8 1-15,0-2-2 16,8-9-9-16,-3-7-1 16,7-2 0-16,-7-2-1 15,3-8-22-15,-12-2-65 16,-1-12-7-1,-4-6-94-15,0-12-3 0,0 0 56 16,-4-24 8-16,-27-27-15 16,5-11 54-16,0-16 88 15,7-2 1-15,-2 1 9 16,2-1 47-16,7 11-17 16,8 4-2-16,4 8 4 0,0 10 5 15,4 3-9-15,39 11-18 16,-8 8 5-16,5 6-16 15,0 14 7-15,-4 5-8 16,4 0-1-16,2 0 0 16,-2 31 12-16,0 4 17 15,-4 13-5-15,-6 0-10 16,-8-4 2 0,-13 1 6-16,-9-4-20 0,0-1-1 15,-14-2-7-15,-38 1 1 16,-5-4 0-16,3-1 0 15,-2-8 3-15,4-5-3 0,16-5 1 16,13-8-2-16,11-5 2 16,12-3-2-1,0 0-2-15,0 0 1 0,21 0 0 16,36 0 1-16,18-15 0 16,12-2 2-16,3 1-2 15,-3 7 3-15,1 3-1 16,-18 6-1-16,-8 0 1 15,-18 0 5-15,-4 34 7 16,-14 12 19-16,-9 14-7 16,-17 6 14-16,0 3 29 15,-31-7 15-15,-25-7-48 16,-15-10-12-16,5-10 3 0,0-12-18 16,14-7-8-16,12-13 11 15,9-3-12-15,-4 0 0 16,-5-22-41-1,-3-19-176-15,-11-18-35 0,-2-13-212 16</inkml:trace>
  <inkml:trace contextRef="#ctx0" brushRef="#br0" timeOffset="18350.73">5421 3751 979 0,'0'0'15'0,"-387"-3"7"15,220 3 117-15,35 0-32 16,40 0-40-16,42 0-32 15,34 0-26-15,16 0 35 32,37 17-36-32,110 14 16 0,103 7 3 0,94 1-14 15,73-12-8-15,50-6-4 16,26-6 9-16,25-9 1 16,13-3 9-16,-20-3 81 0,-2 0-62 15,-25-3-7 1,-48-22-8-16,-49-4-16 15,-79-8-6-15,-72 5-2 0,-68 3 0 32,-72 1 3-32,-46 11-3 0,-34 5 0 0,-16 3-1 15,-56 9-117-15,-76 0 27 16,-48 0-125-16,-41 27-1 16,-46-7-164-16,-37-5-340 31</inkml:trace>
  <inkml:trace contextRef="#ctx0" brushRef="#br0" timeOffset="18711.82">4216 3921 879 0,'0'0'3'16,"-380"18"5"-16,272-6 56 15,63-10 80-15,41 2-80 16,4 7-55-16,110 4 18 16,79 6 28-16,84-2-7 15,79-8-30-15,74-5-7 0,58-6 15 16,60 0 24-16,55 0-9 16,21-4-7-16,17-13-8 15,-17-4 18-15,-31-9-7 16,-56-8 38-16,-66-10-31 15,-81-3-26-15,-91 6 31 16,-85 10-17-16,-90 8-23 16,-63 8 0-16,-43 4-9 15,-14 10 0-15,-5 2-17 16,-56 3-53-16,-24 0-85 16,-28 21-45-16,-3 9-83 15,-6-3-335-15</inkml:trace>
  <inkml:trace contextRef="#ctx0" brushRef="#br0" timeOffset="26218.49">13436 8181 800 0,'0'0'72'0,"0"0"38"15,0 0 101-15,0 0-100 16,0 0-42-16,0 0-5 0,0 0-21 16,-82-81-5-16,82 81-11 15,-5 0-9-15,5 0-1 16,-5 0-16-16,1 21 2 16,-1 26-2-16,0 27 11 15,-16 11 3-15,-5-5 6 16,-4 3-7-16,-11-8-1 15,1-6-8-15,5-7-3 16,0-19 1-16,13-11 0 16,6-20-1-16,11-10-2 15,5 4 0-15,0-6 2 16,0 0 5-16,0 0-7 0,0 0-26 16,5 0 17-16,42 0 5 15,10 0 4-15,2 7 8 16,2-5-5-16,17 2-3 15,-3 2 0-15,17 0 2 16,5-6-2-16,-12 0-2 16,-3 0 2-16,-21 0 0 15,-16-3 0-15,-9-12-10 16,-6-4 6-16,-4-1 4 16,-12 0 1-16,-2-8 4 15,-7 2-5-15,-5-14 3 0,0 0-3 16,0-5 0-16,-17-1 3 15,-6 14-3-15,-3 2 6 16,0 5-5-16,5 11-1 16,2 0 4-16,9 4 1 15,-1 3 2-15,11 6 9 16,-5 1-7-16,5 0-5 16,0 0 5-16,0 0-9 15,0 0-2-15,0 0 1 16,0 1 1-16,0 39 0 15,-5 14 1-15,0 5 39 16,-6 7-34-16,1 3 1 0,5 6 14 16,5 3-17-16,-4-1 6 15,4-6-3-15,-5 0 35 16,5-10-35-16,0-8 2 16,0-9-6-16,0-5-2 15,0-9 6-15,0-11-6 16,0-8 2-16,0-7-1 15,0-2 1-15,0-2-1 16,0 0 0-16,0 0-1 16,0 0 2-16,0 0-2 15,0 0 1-15,0 0 0 0,0 0-2 16,0 0 0-16,-5 0-25 16,-11-9-128-16,-10-12-93 15,2 4-107 1,-2 2-189-16</inkml:trace>
  <inkml:trace contextRef="#ctx0" brushRef="#br0" timeOffset="27099.37">14889 8798 809 0,'0'0'122'16,"0"0"-43"-16,0 0 85 16,0 0-37-16,0 0-73 15,35-164-5-15,-35 155 4 16,0 3-33-16,0 4 0 16,-14 2 1-16,-22 0-15 15,-25 0-6-15,-14 34 11 0,-17 17 3 16,0 12-1-1,12 3-2-15,14 5 0 0,19-2 21 16,11-6-14 0,22-4-12-16,14-6-3 0,0-5-2 15,24 1-2-15,32-10-1 16,10-4 2-16,10-11 0 16,6-7 4-16,5-7-3 15,3-7-1-15,-8-3 3 16,-1 0-6-16,-8 0-13 15,-14-6 16-15,7-18 3 16,-10 0-3-16,-4-1-5 16,-12-2 2-1,-9 5 0-15,-5-5 2 0,-7 2-3 0,-15 9 8 16,3-3-2-16,-7 6 0 16,0 5-2-16,0-2 1 15,0 5-1-15,0-1 3 16,0 3-1-16,0 1-2 15,0-2-6-15,0 2 6 16,0-2 0-16,0 4 2 16,0-2-1-16,0-4 12 15,0 0-11-15,-7 3-1 16,3-7 3-16,-1 4-2 16,0 0 10-16,1 0 0 0,-1 0 14 15,0 4 4-15,5-4 1 31,0 3 56-31,0 0-69 0,0 3-1 16,0 0-7-16,0 0-1 0,0 0-1 16,0 0 1-16,0 0-6 15,0 0 8-15,0 29-9 16,0 17 26-16,5 10-17 16,9 4 1-1,7 3 0-15,-7 1-11 0,3 2 12 0,-3-7-8 16,2-4-1-16,-1-10-4 15,-6-10 0-15,3-5 1 16,-7-9 2-16,-1-4-6 16,1-2 6-16,0 4-6 15,-5-7-9-15,0 3-29 16,0-1-23-16,0 5-106 16,-55 2-76-16,-27-4-153 15,-29 0-191-15</inkml:trace>
  <inkml:trace contextRef="#ctx0" brushRef="#br0" timeOffset="27681.43">12109 10203 723 0,'0'0'87'0,"0"0"59"16,0 0 14-16,0 0-59 15,-259 0-27-15,259 0-18 16,0 0-12-16,0 0 0 15,35 0-10-15,48 0-9 16,39 6 10-16,41 6 12 16,35-1-11-16,24-2 2 15,44-3 17-15,43 0 5 16,51 1-46-16,37-5 17 16,36 2-18-16,8-4-11 15,-9 0-2-15,-15 0 36 16,-47 0-18-16,-49-13-9 0,-62 1-2 15,-56 1 1-15,-55-1 0 16,-51 3 16-16,-36 3-4 16,-30 1 6-16,-22 1-17 15,-9 4 10-15,0 0-12 16,0 0 8-16,0 0-14 16,0 0 5-16,0 0-5 15,0 0-1-15,0 0-8 16,0 0 8-16,0 0 0 15,0 0 0-15,5 0-6 16,-5 0-7-16,0 0-31 0,0 0-41 16,0 0-88-16,-19 0 14 15,-47 0-96-15,-26 0-128 16,-16 0-211-16</inkml:trace>
  <inkml:trace contextRef="#ctx0" brushRef="#br0" timeOffset="29852.91">13771 11048 794 0,'0'0'103'0,"0"0"40"0,0 0 50 16,0 0-73-16,0 0-49 15,0 0-21-15,-198 0-20 16,198 0 10-16,0 0-26 31,45 0 12-31,16-4-21 0,22 2 4 0,-13-4-3 16,-4-5 1-16,-14 7-2 15,-7 0-3-15,0 1 0 16,-14 0-2-16,-5 0 4 16,-10 0-4-16,-7 3 12 15,-4-3-11-15,-5 3-1 16,0-3 1-1,0 3-1-15,0 0 0 16,0 0 4-16,5 0-3 16,-5 0-1-16,0 0 1 15,0 0-2-15,0 0-10 16,0 0 11-16,0 0-2 16,0 0 4-16,0 0-1 15,0 0 5-15,0 0-11 16,0 0 10-16,0 0-5 15,0 0 0-15,0 0 3 16,0 0-4-16,0 0 1 16,0 0 0-16,0 0 0 0,0 0 7 15,0 0 2 1,0 0-3-16,0 26-2 0,0 19 17 16,0 13 36-16,0-8-13 15,0 9-25-15,0 5-3 16,0 2 3-16,16 4-9 15,-1-4 29-15,1-7-27 16,-7-7 10-16,1-7-14 16,2-4 5-16,-8-7 3 15,1-11-10-15,0-8 5 16,-5-7-3-16,0-2-1 16,0-3 0-16,0 1-5 15,0-2 0-15,0 2-1 0,0-1 0 16,0-3 1-1,0 0-2-15,0 0 1 0,0 0-3 16,0 0 2-16,0 3-1 16,0-3 0-16,0 3-10 15,0 0-9-15,0-3-34 16,0 0-7-16,5 0-113 16,-5 0-28-16,0-12-164 15,0-2-140-15</inkml:trace>
  <inkml:trace contextRef="#ctx0" brushRef="#br0" timeOffset="30605.49">15183 11394 669 0,'0'0'182'0,"0"0"-88"16,0 0 40-16,0 0-4 15,0 0-78-15,0 0 0 0,-30-157-13 16,1 151 4 0,-18 6-7-16,-14 0-9 0,-14 11-11 15,-13 27 9-15,-4 10 37 16,17 8-10-16,14 10-18 15,16 3 20-15,24-1-32 16,21 4 22-16,0-3 5 16,30-4-46-16,53-3-1 15,28-8-3-15,21-9 1 16,11-15-1-16,-6-9-2 16,-10-9-7-16,-16-9-2 15,-14-3-38-15,-22 0 31 0,-18 0 12 16,-22 0-27-1,-9-6 23-15,-12-13 10 0,-7 2 1 16,-7-3 0-16,0-7 4 16,0 5-1-16,0-5-1 15,0 4-2-15,0 4 5 16,-16 2 17-16,11 5 2 16,0 6 15-16,1 0 11 15,4 6-24-15,0 0-17 16,0 0 4-16,0 0-4 15,0 0-5-15,0 0 7 16,0 0 1-16,0 0-6 0,0 0 1 16,0 0 6-16,0 0 0 15,0 12 0 1,0 23 6-16,-7 14-3 0,7 8-4 16,-5 14-1-16,5 9-7 15,-5 3 5-15,1 1 6 16,-1-7-11-16,5-1-4 15,0-15 0-15,0-7 0 16,0-6 0-16,0-11 0 16,0-14 0-16,0-8 0 15,0-7 0-15,0-2 0 16,0-3 0-16,0-3-12 16,0 0-52-16,0-28-85 0,0-30-167 15,14-22-85-15,12-19-681 16</inkml:trace>
  <inkml:trace contextRef="#ctx0" brushRef="#br0" timeOffset="31029.21">17861 10143 761 0,'0'0'69'0,"0"0"28"16,0 0 114-16,-294 89-39 15,258-64-70-15,22-4-43 0,14-4 0 16,0 1-23 0,10-6-13-16,60-3 10 15,39-9 22-15,18 0-29 0,10 0 37 16,0-15-40-16,-15-6-7 16,-25 1-2-16,-26 4-14 15,-31 7 0-15,-14 6-5 16,-22 3-21-16,-4 0-109 15,0 0-1-15,0 3-154 16,-35 22-9-16,-22 1-208 16</inkml:trace>
  <inkml:trace contextRef="#ctx0" brushRef="#br0" timeOffset="31296.59">17496 10645 703 0,'0'0'101'0,"0"0"49"0,0 0 36 16,0 0-52-16,0 0-76 16,0 0-12-16,17 143 1 15,115-143-9-15,30 0-14 16,15-24-10-16,7-7-9 16,-12 2 1-16,-19-4 10 15,-21 3 4-15,-35 7-1 16,-31 8 0-16,-35 5-16 15,-27 10-6-15,-4 0-17 16,-16 0-81-16,-43 0-140 16,-14 3-143-16,7 6-278 0</inkml:trace>
  <inkml:trace contextRef="#ctx0" brushRef="#br0" timeOffset="32003.94">19856 9046 706 0,'0'0'52'0,"0"0"65"15,0 0 79-15,0 0-58 16,0 0-46-16,0 0-30 16,0-66-2-16,0 69-20 0,0 48-22 15,-12 20 17-15,-23 15 39 16,-5 13-44-16,-12-3-24 15,7-5 5-15,-7-4 1 16,12-22-8-16,5-14-4 16,9-17 3-16,16-13 0 15,10-4-3-15,0 1-4 16,31 1 4-16,40 1 0 16,25 0 1-16,11-1-1 0,6-7 3 15,-2-6-5-15,-10-6 2 16,-9 0-6-1,-21 0 3-15,-20-18-11 0,-20-9 2 32,-17 1 6-32,-14-8 6 0,0-1-2 0,0 2 1 15,-19-3-3-15,-18 6-11 16,8 9 20-16,8 6-5 16,12 7 3-16,2 5-1 15,7 3-1-15,0 0 2 16,0 0-3-16,0 0 0 15,0 9 22-15,0 38-18 16,0 17 25-16,0 10 0 0,0 0 31 16,0 4-14-1,0-4 5-15,0-8-42 0,7-10-8 16,7-8 7-16,7-6-8 16,-2-10 0-16,-3-4-5 15,-6-5-123-15,-10 1 14 16,0 1-64-16,-31-8-161 15,-40-2-149-15</inkml:trace>
  <inkml:trace contextRef="#ctx0" brushRef="#br0" timeOffset="32238.83">19260 10609 1013 0,'0'0'46'16,"0"0"1"-16,0 0 151 15,0 0-86-15,0 0-22 16,381 12-48-16,-183-12-12 16,17-12 24-16,2-15 4 15,2-3-15-15,-11 0-21 16,-20 3 9-16,-35 6-9 16,-42 0-17-16,-45 7-5 15,-40-1-1-15,-26 3-89 0,-40 6-152 16,-73 6-413-16</inkml:trace>
  <inkml:trace contextRef="#ctx0" brushRef="#br0" timeOffset="32599.36">19611 11137 978 0,'0'0'83'0,"0"0"-37"15,0 0 95-15,0 0-86 16,339-95-40-16,-242 78-6 16,-15 17 26-16,-16 0-7 0,-9 6 6 15,-22 39 1 1,-16 12 10-16,-12 13 24 0,-7 1 4 16,0 0 5-16,0 1-19 31,0-6-22-31,0-3-11 0,0-3-4 0,0-7-11 15,0-6 31-15,10-1-38 16,-1-12-4-16,8-3-2 16,-8-8-55-16,-4-8-45 15,-5-5-95-15,0-10-63 16,0 0-140 0,-10-10-276-16</inkml:trace>
  <inkml:trace contextRef="#ctx0" brushRef="#br0" timeOffset="32835.22">19606 11715 847 0,'0'0'150'16,"0"0"5"-16,0 0 25 15,0 0-58-15,0 0-84 16,259-81-1-16,-86 58-13 16,20-5 16-16,10 5 18 15,2-7 18-15,-24 0-10 16,-9-2-14-16,-23-2 27 15,-12 5-44-15,-15 1-10 16,-20 5-5 0,-15 6-7-16,-26 5-6 15,-16 3-7-15,-19 3-1 16,-17 3-1-16,-9 3-18 16,0 0-58-16,-56 0-170 15,-36 3-21-15,-19 6-272 16</inkml:trace>
  <inkml:trace contextRef="#ctx0" brushRef="#br0" timeOffset="34139.78">3195 6394 635 0,'0'0'146'0,"0"0"-24"16,0 0 27-16,0 0 65 15,0 0-90 1,0 0-47-16,-111 56-3 0,3 16-7 15,-38 12-12-15,-17 4 28 16,-16 3 15-16,-7 4-63 0,-3 5 11 16,10 3-6-1,12-2-17-15,16-14 0 16,23-13-2-16,41-17-15 0,26-15-5 16,42-14-2-1,19-11 0-15,0-5-12 0,0-3-8 16,0-7-56-16,35-2-12 15,36 0-99-15,0-8-77 16,-10-35-37-16,-11-14-348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25:34.7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11590 3914 36 0,'0'0'84'0,"0"0"-32"15,0 0 31-15,0 0 18 16,-268-52 8-16,192 41-29 16,-11-3 7-16,-10 5-22 15,-4 3 23-15,-5 1 15 0,-7 5-25 16,11 0-1-16,17 0-15 16,12 0-5-16,24 0-25 15,14 0-5-15,23 0-9 16,12 0-9-16,0 0 3 15,0 0-2-15,37 8 8 16,65 10 43 0,44 6-19-16,52-9-29 0,42 3-9 15,43-7 2-15,55-8 9 16,36-3-2-16,27 0 10 16,16 0-9-16,10 0 1 15,-10 0 16-15,-11 0-14 16,-8 0-5-16,-44 0 1 15,-29-3-1-15,-44-3 2 0,-52-3 3 16,-57-2 1-16,-54 2 42 16,-48-3-50-16,-39 10 1 15,-17-4-2-15,-14 1-3 16,0 5-6-16,0 0-14 16,0 0 4-16,0 0-9 15,0 0-23 1,-9 0-55-16,-41 5-65 0,-23 15-37 15,-2 0-263 1</inkml:trace>
  <inkml:trace contextRef="#ctx0" brushRef="#br0" timeOffset="8144.54">10275 5565 772 0,'0'0'53'0,"0"0"75"15,0 0 25-15,0 0-85 16,0 0-23-16,0 0-8 16,0 0-9-16,148 0 46 15,-53 0-18-15,1 5-38 16,-8 1-13-16,-6 0 2 15,-11-3-3-15,-5-3-1 16,-12 0-3-16,-11 0 5 16,-13 0-3-16,-11-15 0 15,-2-5 3-15,-13-1-3 16,-4-4 1-16,0 8 2 16,0 6-1-16,0 4 4 0,0 7 4 15,0-3 12-15,0 3-8 16,0 0-16-16,0 0 1 15,0 0 2-15,0 0-3 16,0 0 5-16,0 0-1 16,0 0-1-16,0 0 0 15,-9 0-1-15,-17 29 0 16,-9 14 9-16,4 4-1 16,0 7-1-16,10 6 1 15,2 3 5-15,3 5-6 16,6 0 5-16,6 4 12 15,4 0-15-15,0-6-2 16,0-4-4-16,0-9 14 0,14-5-13 16,7-9-1-16,-7-7-1 15,3-1 1-15,-8-10-2 16,0-4-3-16,-4-8 1 16,-5-3-1-16,0-3 3 15,0-3 1-15,0 0-4 16,0 0 0-16,0 0 0 15,0 0-5-15,0 0-34 16,0 0-59-16,0 0-129 16,-9-26-186-16,-22 2-505 0</inkml:trace>
  <inkml:trace contextRef="#ctx0" brushRef="#br0" timeOffset="9244.9">11668 6122 699 0,'0'0'9'0,"0"0"50"0,0 0 117 16,0 0-89-16,0 0-31 15,0 0 3-15,24-154 27 16,-29 148-36-16,-35 6-30 16,-21 0 2-16,-15 8 5 15,-2 29-3-15,-2 7-1 16,10 9 3-16,13 10-4 16,12 0-1-16,19 2-11 0,17-8 5 15,9-1-6 1,0-8-7-16,40-5-2 0,26-8-7 15,5-6 7-15,11-10 10 16,-6-5-10-16,4-8-4 16,-14-2 4-16,-14-4 0 15,-22 0-11-15,-8 0 11 16,-8 0-2-16,7-4 2 16,-2-19 3-16,2-5-3 15,-2 2 0-15,-3 0 0 16,6 4 2-16,1 5-2 0,8 5 0 15,4 3-2 1,8 6 1-16,-3 3 0 0,4 0-1 16,4 0 4-16,-8 12-2 15,0 14 0-15,-14 7 0 16,0 5 0-16,-12 5 0 16,-14-3 1-16,0 4 1 15,0-3-1-15,-19-3 2 16,-28-1 2-16,-10-11-2 15,12-2 16-15,-6-5-12 16,6-2 1-16,0-5 1 16,10-3-4-16,9-1 0 15,4-5-1-15,13 1-4 16,4-2 1-16,5-2-1 0,0 3 0 16,0-3 1-16,0 0 1 15,0 0-4-15,0 0 2 16,0 0-4-16,0 0 1 15,0 0 6-15,0 0-2 16,0 0-1-16,5 0 2 16,35 0-2-16,21 0 3 15,15 0-3-15,11 0 1 16,5 0-1-16,9 0 1 16,-4 0-1-16,0 6 1 15,-12 1-1-15,-12-4 0 16,-19 0 0-16,-19 0 2 15,-9 3 0-15,-14-3 8 16,-12-3-5-16,0 0 1 0,0 0 0 16,0 0 1-16,0 0-2 15,0 0-1-15,0 0-3 16,0 0 1-16,0 0-1 16,0 0-1-16,0 0 2 15,0 0-2-15,0 0 1 16,0 0-1-16,0 0 1 15,0 0-1-15,0 0 2 16,0 0-2-16,0 0 0 0,0 0 2 16,0 0-2-16,0 0 0 15,0 0 0-15,0 0 0 16,0 0 0-16,0 0 0 16,0 0 0-16,0 0-2 15,0 0-3-15,0 0-31 16,0 2-59-16,0 10-155 15,0-6-292-15</inkml:trace>
  <inkml:trace contextRef="#ctx0" brushRef="#br0" timeOffset="11181.87">7847 7617 859 0,'0'0'21'0,"0"0"40"0,-326 0 72 15,274 0 10 1,22 0-64-16,20 0-13 0,10 0-22 16,0 0-2-16,10 0-32 15,82 0 1-15,70 6 24 16,77 3-12-16,67 0 7 16,33-6-10-16,43 3-3 15,19-4 25-15,5 1 1 16,2-3-25-16,-12 0 40 15,-36 0-49-15,-30 0 2 16,-30-11 30-16,-29-4-27 16,-33 3 23-16,-19-4-14 0,-25 4 9 15,-32 1-8 1,-37-1-12-16,-28 7-8 0,-36-1 13 16,-18 6-15-16,-20-4-2 15,-11 4-4-15,-7 0 4 16,-5 0 3-16,0 0 9 15,0 0-11-15,0 0 1 16,0 0-2-16,0 0-17 16,0 0 5-16,0 0-68 15,-5 0-20-15,-47 0-114 16,-14 0 29-16,-26 0-130 16,-14-24-296-16</inkml:trace>
  <inkml:trace contextRef="#ctx0" brushRef="#br0" timeOffset="19208.22">10464 8291 762 0,'0'0'44'0,"0"0"98"15,0 0 70-15,0 0-73 16,-102-153-17-16,95 142-51 0,7 5 8 16,0 0 52-1,0 6-71-15,0 0-12 0,0 0-25 16,0 0-7-16,0 6 3 16,0 41-13-16,0 19 12 15,0 12 8-15,0-1-18 16,0-5-1-16,-5-4 2 15,1-3-5-15,-1-14 4 16,5-5-8-16,0-13 1 16,0-6-3-16,0-4 2 15,0-3-3-15,0-4-22 16,0-1-44-16,0-4-94 16,0-5 11-16,0 0-89 15,0-6-18-15,0 0-70 0,0-17-20 16</inkml:trace>
  <inkml:trace contextRef="#ctx0" brushRef="#br0" timeOffset="19600.08">10798 8293 512 0,'0'0'78'0,"0"0"18"15,0 0 55-15,0 0 8 0,0 0-66 16,0 0-19-16,-4-85-12 15,4 81-13-15,0 4-2 16,0 0-4-16,0 0-6 16,0 0 4-16,0 0-13 15,0 0-8-15,0 0 10 16,0 32 1-16,0 19 37 16,0 6 40-16,0 10-51 15,0 1-31-15,0-2-2 16,9-6 16-16,0-7-24 15,8-9-4-15,-8-5-5 16,8-3 2-16,-8-15 6 16,-4-6-13-16,0-9 2 15,-5-2-3-15,7-2 3 16,-7-2-3-16,0 3 0 0,0-3-1 16,0 0 0-16,0 0-2 15,0 0-12-15,0 0-44 16,0 0-65-16,0-5-79 15,0-35-110-15,0-10-295 16</inkml:trace>
  <inkml:trace contextRef="#ctx0" brushRef="#br0" timeOffset="20654">11876 8499 597 0,'0'0'93'16,"0"0"-8"-16,0 0 72 15,0 0-19-15,0 0-58 16,0 0-10 0,-36-62-19-16,10 62-16 0,-14 0 9 15,-12 0-24-15,-14 5 5 16,-9 29 17-16,4 8-1 0,5 7-9 16,14 12 33-1,22 7 11-15,20 4-54 0,10-4 0 16,0-7-14-16,26-14-3 15,45-8-2-15,9-6-2 16,12-9 2-16,5-10-3 16,-15-5-7-16,-11-9 5 15,-22 0-52-15,-18 0 47 16,0 0-7-16,-10 0 3 16,-7-21 10-16,3-8 2 15,-3-8-2-15,2 5 0 16,-2-4 1-16,12 4 0 0,0 4 0 15,14 5-6-15,12 5-3 16,-2 5-6-16,2 10 12 16,-3 3-2-16,-2 3 3 15,-11 39 2-15,-6 15 1 16,-11 9 11-16,-12 6-10 16,-7-4 5-16,0-5 18 15,0-7-20-15,-47-3 35 16,-2-4-13-16,-13-4-11 15,6-10-8-15,-1-4 7 16,12-7-4-16,10-7 0 16,14-6 26-1,7-6-16-15,9 1-21 0,5-4 0 0,0-2 0 16,0 2 0-16,0 2-7 16,0-1-10-16,40-3 17 15,21 0 2-15,10 0 0 16,21 0-2-16,5-7 1 15,4-8-2-15,0-2-32 16,-16-4-93-16,7 0-7 16,0-3-99-16,-5-11-127 15,5-13-192-15</inkml:trace>
  <inkml:trace contextRef="#ctx0" brushRef="#br0" timeOffset="20999.67">13792 7641 737 0,'0'0'51'16,"0"0"26"-16,0 0 82 15,0 0-20-15,0 0-54 16,0 0-53-16,10-6 31 31,35 6 24-31,11 11-42 0,1-5 37 0,9 0-21 16,0-3-35-16,5-3-2 16,-1 0-20-16,-4 0-3 15,-4 0-1-15,-1 0-1 16,-9 0-53-16,-12 0-73 15,-5 0 9 1,-9 0-92-16,-21-9-109 0,-5 3-91 0</inkml:trace>
  <inkml:trace contextRef="#ctx0" brushRef="#br0" timeOffset="21234.28">13757 7864 692 0,'0'0'55'16,"0"0"64"-16,0 0 59 16,0 0-88-16,0 0 12 15,0 0-43-15,212 86-8 16,-106-86 0-16,3-3-26 16,-3-14-14-1,-10 0-7-15,-8-6-4 0,-13 6-30 0,-4 0-77 16,-19-15-197-16,-22 0-390 15</inkml:trace>
  <inkml:trace contextRef="#ctx0" brushRef="#br0" timeOffset="21753.26">15240 5758 987 0,'0'0'21'15,"0"0"17"-15,0 0 79 16,0 0-46-16,0 0-51 0,255-169 0 16,-138 150 4-16,-1 10 0 15,-10 4-3-15,-14 5-8 16,-26 0-6-16,-19 0 4 16,-16 20-5-16,-12 20 14 15,-15 9-7-15,-4 15 12 16,0 3 4-16,0 8-3 15,-30-5-1-15,-6 6 53 16,1 0-20-16,0-2-27 16,4-2-10-16,5-12 10 15,12-7-15-15,9-6 9 16,0-4-2-16,5-11-15 0,0-7 1 16,0-8-7-1,0-1-2-15,5-5-1 0,26-3 0 16,-1-5-30-16,11-3-74 15,15 0-51-15,3 0-95 16,2-35-161-16,1-19-346 16</inkml:trace>
  <inkml:trace contextRef="#ctx0" brushRef="#br0" timeOffset="22035.78">16527 5735 718 0,'0'0'38'0,"0"0"114"16,0 0 51-16,0 0-71 16,0 0-43-16,0 0-40 15,-47-42-17-15,47 65-8 16,35 17 37-16,5 9-9 16,8 5-28-16,1 0 8 15,8-3-15-15,-1-4 8 16,-6-5 28-16,-3-2-46 15,-7-8-6-15,-5-4-1 16,-4-5-64-16,-5 0 2 0,-7 1-64 16,-3-5-91-16,-6-7-56 15,-6-12-56-15,4 0-110 16</inkml:trace>
  <inkml:trace contextRef="#ctx0" brushRef="#br0" timeOffset="22302.86">17074 5790 409 0,'0'0'174'16,"0"0"-71"-16,0 0 54 16,0 0 13-16,0 0-51 15,0 0-9-15,-71-135-36 0,62 135-13 16,-12 4-23 0,-19 38-15-16,-5 13 39 0,-16 10 7 15,4 1-36-15,5-1 12 16,-2 0 40-16,7-5-65 15,2-3-4-15,10-3-5 16,9-9-11-16,0-7 0 16,7-5-20-16,7-6-64 15,7-6-38-15,1-6-54 16,4-3-82-16,0-12-179 16</inkml:trace>
  <inkml:trace contextRef="#ctx0" brushRef="#br0" timeOffset="25176.64">17892 5442 653 0,'0'0'49'16,"0"0"43"-16,0 0 87 15,0 0-50-15,0 0-36 16,0 0-30-16,-115-50-37 16,75 90 18-16,-8 18 10 15,18 13-18-15,20 1-4 16,10 2-5-16,0 1-4 15,0-4-21-15,22-5 2 16,18-6-1-16,4-9-1 0,8-10 2 16,2-8-2-16,-2-12-2 15,0-12 3-15,-7-9 3 16,0 0 0-16,-10 0 10 16,-4-24 12-16,-10-5-14 15,0-1-3-15,-16 0 16 16,-5-1-15-16,0 9-12 15,0 3 1-15,-31 7-3 16,-35 5-1-16,-26 7-29 16,-14 0-29-16,-12 19-38 15,3 17-57-15,-8 6-47 16,1 2-93-16,-6 1-74 16</inkml:trace>
  <inkml:trace contextRef="#ctx0" brushRef="#br0" timeOffset="25508.03">15190 6668 854 0,'0'0'25'0,"0"0"-18"16,0 0 89-16,0 0 29 15,0 0-92-15,0 0 38 16,477 17-22-16,-166-17-16 16,19-17 4-16,-5-6-1 15,-21-2 1-15,-14-1 1 16,-30 1 0-16,-18-1 4 16,-27 5-4-16,-38 4-24 15,-45 0-13-15,-28 9 17 16,-34-1-25-16,-34 3 7 15,-27 3-26-15,-9 3-71 16,-5 0-104-16,-70 12-107 16,-22 13-164-16</inkml:trace>
  <inkml:trace contextRef="#ctx0" brushRef="#br0" timeOffset="25932.96">16176 7120 594 0,'0'0'211'0,"0"0"-118"16,0 0 75-16,0 0-39 15,0 0-80-15,0 0-38 16,26-91 4-16,45 76 0 16,-5 13 21-16,-12 2-5 15,2 0-2-15,-20 23-9 16,-10 30-3-16,-10 17 2 15,-16 4-4-15,0 3-5 16,-16-5-3-16,-34-4 2 16,-18-5-3-16,-8-9-1 15,6-6 16-15,-1-12-16 16,14-10 27-16,12-11-16 16,24-5-5-16,12-10 3 0,9 0-1 15,0 0-1-15,0 0-3 16,0 0 39-16,0 0-40 15,35 0-2-15,26-6-5 16,20-11 1-16,11 3-2 16,14-4 0-16,7 4-2 15,-2-1-64-15,-5 2-68 16,-10-2-50-16,-13 1-169 16,-17-6-218-16</inkml:trace>
  <inkml:trace contextRef="#ctx0" brushRef="#br0" timeOffset="26200.35">17232 7163 424 0,'0'0'388'15,"0"0"-260"-15,0 0 78 16,0 0-21-16,0 0-90 16,0 0-57-16,-57-36 3 15,57 69-32-15,31 16 59 16,16 4-21-16,10-6 17 15,2-1-49-15,2-12 9 0,-4-3-24 16,-1-7-3 0,-16-10-23-16,-4-2-75 0,-15 1-1 15,-7-7-45-15,-14-3-37 16,0-3-22-16,0 0 1 16,0-3 50-16,9-33-117 15</inkml:trace>
  <inkml:trace contextRef="#ctx0" brushRef="#br0" timeOffset="26404.7">17694 7149 208 0,'0'0'131'16,"0"0"-2"-16,0 0 17 16,0 0-21-16,0 0 15 15,-49-152-21-15,37 148-22 0,-2 4 1 16,-17 0-23 0,-14 42-17-16,-2 15 9 0,-2 11 4 15,1 1-25-15,13-3 9 16,0-4-37-16,9-4-4 15,7-9-12-15,2-7-2 16,8-4-15-16,4-4-69 16,5-8-95-16,0-13-151 15,0-13-305-15</inkml:trace>
  <inkml:trace contextRef="#ctx0" brushRef="#br0" timeOffset="26908.93">18361 6826 556 0,'0'0'102'15,"0"0"11"-15,0 0 68 16,0 0-5-16,0 0-68 0,0 0-25 16,-30-54 18-1,30 50 33-15,0 4-73 0,0 0 6 16,0 0-52-16,0 0-6 16,0 40 0-16,0 11 69 15,0 11-34-15,0-5-36 16,0 0-3-16,4-4-1 15,1-4-2-15,-5-6-2 16,0 0-6-16,0-4-56 16,-31-1-66-16,-18-6-162 15,-8-4-70-15,-4-13-177 16</inkml:trace>
  <inkml:trace contextRef="#ctx0" brushRef="#br0" timeOffset="27160.06">17051 7044 781 0,'0'0'87'0,"0"0"50"16,0 0 57-16,0 0-52 15,-281 161-47-15,189-80-37 0,0 3 15 16,2-1-6-1,8-6-2-15,7-6-50 0,13-5-14 16,15-9-1-16,12-12-73 16,16-10-7-16,14-10-78 15,5-13-111-15,0-12-137 16</inkml:trace>
  <inkml:trace contextRef="#ctx0" brushRef="#br0" timeOffset="27458.8">18432 5501 957 0,'0'0'22'15,"0"0"45"-15,0 0 57 16,0 0-8-16,-316 77-62 15,205 17 23-15,-7 13-14 16,-9 4-13-16,7-1-12 16,11 0 0-16,13-12-27 0,20-11 26 15,20-19-36-15,11-14-1 16,19-15-33 0,17-9-36-16,9-11-92 0,0-19-205 15,26-4-190-15</inkml:trace>
  <inkml:trace contextRef="#ctx0" brushRef="#br0" timeOffset="27930.34">17965 4566 852 0,'0'0'56'0,"0"0"-35"16,0 0 37-16,116-189 51 16,-38 154-68-16,2 7-10 15,-14 14 29-15,-10 8-18 16,-16 6-11-16,-14 0-18 16,-16 29-12-16,-10 31 3 15,0 9 13-15,-5 5-3 16,-40-2 2-16,-7-13 17 15,0-8-17-15,-2-10 4 16,7-7-3-16,16-13-4 16,17-7-2-16,10-5-4 0,4 4-7 15,0 5-5-15,0 5 5 16,18 10 3-16,39 5 0 16,4 5-1-16,1 2 0 15,-6-7-1-15,-16-11 0 16,-14-6 2-16,-16-12 8 15,-6-6 9-15,-4-3 26 16,0 0-37-16,0 0 28 16,-61 0-2-16,-10 0-29 15,-16 0-6-15,21 0-5 0,17 0-25 16,13 0-49-16,10 0-51 16,5 0-214-16,7 11-218 15</inkml:trace>
  <inkml:trace contextRef="#ctx0" brushRef="#br0" timeOffset="28490.97">15068 8068 767 0,'0'0'112'15,"0"0"-29"-15,0 0 55 16,0 0-63-16,0 0-24 16,0 0-27-16,198 0 0 15,35-9-3-15,36-15-5 16,33-7 33-16,16-2 1 15,7-3-3-15,-4 8 11 16,4-3-13-16,-9 8 71 0,-16-1-79 16,-22 2-8-16,-28 2-5 31,-36 5-12-31,-32 0 26 0,-45 2-38 0,-46 4 0 16,-43 3 0-16,-39 4-25 15,-9 2-6-15,0 0-54 16,-52 0-70-16,-33 0 2 15,-28 0-88-15,-7 2-129 16</inkml:trace>
  <inkml:trace contextRef="#ctx0" brushRef="#br0" timeOffset="29203.78">20063 7065 845 0,'0'0'55'0,"0"0"36"16,0 0 149-16,0 0-125 15,0 0-49-15,0 0-7 16,194 0-1-16,-88 0 35 31,12 0-29-31,-17-2-41 16,-9-5-9-16,-26 1-9 15,-21 6-4-15,-19 0-2 16,-17 0-61-16,-9 0-85 16,0 0-26-16,0 15-104 15,-49 17-32-15,-24 2-123 16</inkml:trace>
  <inkml:trace contextRef="#ctx0" brushRef="#br0" timeOffset="29393.01">20125 7378 446 0,'0'0'116'15,"0"0"2"-15,0 0 44 16,0 0 38-16,0 0-38 16,0 0-67-16,-66 62-12 15,85-55-9-15,32-5-18 16,25-2 48-16,16 0-60 15,21 0-35-15,-2-9-6 16,7-11-3-16,-3-2-144 16,-13-4-18-16,-10-14-224 0</inkml:trace>
  <inkml:trace contextRef="#ctx0" brushRef="#br0" timeOffset="29926.39">21841 6494 207 0,'0'0'713'0,"0"0"-675"16,0 0 118-16,0 0 48 15,0 0-119-15,-172-172-38 16,172 126-12-16,0 3-7 15,0-2-6-15,26 10-4 16,14 4-15-16,12 5-1 16,19 7 1-16,4 10-2 15,3 6-1-15,-3 3 2 16,-9 0-2-16,-9 9-1 16,-12 25 0-16,-15 13 0 15,-16 19 1-15,-14 6 4 16,0-2 13-16,-14 3-17 0,-42-8 17 15,-15-3 25-15,-16-3 6 16,-10-7-37-16,3-11 0 16,11-5 4-16,13-8 9 15,29-13-13-15,20-3-8 16,17-10 11-16,4-2-14 16,0 4 0-16,0 1 0 15,14-2 10-15,38 6-6 16,28-4 9-16,16-5-13 15,22 0 1-15,14 0-2 0,5 0 1 16,0-8-57 0,-5-16-120-16,0-10-29 0,-5-12-154 15,-18-14-192 1</inkml:trace>
  <inkml:trace contextRef="#ctx0" brushRef="#br0" timeOffset="30130.61">23199 6021 771 0,'0'0'67'16,"0"0"100"-16,0 0 52 16,0 0-43-16,0 0-71 15,0 0-54-15,-40-69 35 16,40 111-32-16,0 15 86 0,0 11-88 16,0 6-18-1,0 4-14-15,0-1 1 0,26 4-3 16,9-11-16-16,-4-3-2 15,-3-7-9-15,-11-3-34 16,-17-6-68-16,0 0-185 16,-62-4-152-16</inkml:trace>
  <inkml:trace contextRef="#ctx0" brushRef="#br0" timeOffset="30743.57">16242 8673 824 0,'0'0'68'0,"0"0"82"16,0 0 56-16,0 0-14 16,0 0-85-16,0 0-27 15,-78-138 36-15,59 191-25 16,-7 13-23-16,5 13-19 16,12-8-27-16,-1-5-11 15,5 15-5-15,-6-1-6 16,-3 0-2-16,4 0-73 0,-2-6-155 15,3-7-98-15,-12-22-271 16</inkml:trace>
  <inkml:trace contextRef="#ctx0" brushRef="#br0" timeOffset="30979.39">16230 8639 714 0,'0'0'361'0,"0"0"-191"0,0 0 40 16,0 0-43-16,0 0-33 16,0 0-48-16,47 6-13 15,-2 60-8 1,-3 14-34-16,-6-1-19 0,-13-2-7 16,-1-2-5-16,-13 0-5 15,-2-10-45-15,-2-2-69 16,-5-6-124-16,0-11-69 15,0-12-144-15</inkml:trace>
  <inkml:trace contextRef="#ctx0" brushRef="#br0" timeOffset="31183.63">16791 8825 910 0,'0'0'124'16,"0"0"22"-16,0 0 2 15,0 0-58 1,0 0-26-16,0 0 35 0,212 160-74 16,-129-108-17-16,-8-11-8 15,-4-5-1-15,-10-7-97 16,-21-4-65-16,-9-10-71 0,-26-10-184 16</inkml:trace>
  <inkml:trace contextRef="#ctx0" brushRef="#br0" timeOffset="31403.96">17399 8747 859 0,'0'0'151'0,"0"0"9"16,0 0 20-16,0 0-57 16,0 0-42-16,-282 191-14 15,239-110 60-15,12-3-73 16,13-10-38-16,6-2-14 15,7-5-2-15,5-4-106 0,0-3-33 16,0-12-84-16,0-12-137 16,0-24-267-16</inkml:trace>
  <inkml:trace contextRef="#ctx0" brushRef="#br0" timeOffset="31624.04">17777 8611 892 0,'0'0'118'0,"0"0"78"16,0 0 25-16,0 0-83 0,0 0-18 15,0 0 18-15,26 196-73 16,9-118-36-16,0-6-2 16,1-4-27-16,-1-6-7 15,-9-7-48-15,-12-6-52 16,-9-3-125-16,-5-12-52 15,0-15-211 1</inkml:trace>
  <inkml:trace contextRef="#ctx0" brushRef="#br0" timeOffset="31939.41">18371 8617 856 0,'0'0'53'16,"0"0"56"-16,0 0 63 0,0 0-73 15,0 0-49-15,-111 199 4 16,111-113-26-16,0-5-12 16,23-10-2-16,29-14-6 15,0-12-6-15,-2-13 3 32,-5-14-3-32,2-8 6 0,-7-10 4 15,0 0 43-15,2-30 3 16,-6-25-3-16,-1-4-12 15,-16-18 56-15,-12-10-79 16,-7-2 8-16,0 4-16 16,-26 27 1-16,-9 21-7 15,-13 26-6-15,-13 11-21 16,-14 15-6-16,-17 36-116 16,-14 17-22-16,-22 6-111 15,-18 1-192-15</inkml:trace>
  <inkml:trace contextRef="#ctx0" brushRef="#br0" timeOffset="32254.38">15346 10072 760 0,'0'0'76'16,"0"0"-47"-16,0 0 65 16,368 12 66-16,-125-24-113 0,30-19 30 15,17-3 2-15,5 0 15 16,-1 2-17-16,-8 1 48 16,-27 5-62-16,-26 2-22 15,-39 4-7-15,-46 3 8 16,-46 9-29-16,-46 2-13 15,-37 6-15-15,-19 0-66 16,0 0-104-16,-80 0-78 16,-43 26-216-16</inkml:trace>
  <inkml:trace contextRef="#ctx0" brushRef="#br0" timeOffset="32631.14">16185 10550 913 0,'0'0'127'16,"0"0"-9"-16,0 0 43 16,0 0-76-16,0 0-58 15,0 0-10-15,102-57 4 16,-55 57 12-16,-2 0 4 16,-10 8 27-16,-9 37-39 15,-5 14 10-15,-11 5-21 16,-10-5 6-16,0-2-9 15,0-6-2-15,-22-10 28 16,-8-8-9-16,-1-7-4 0,12-7-7 16,-2-10-3-16,16-6 5 15,5-3-9-15,0 0-2 16,0 0-4-16,0 0-3 16,0 3 0-16,14 3 1 15,38-3-2-15,10 0 0 16,8-3-10-16,6 0-60 15,6-3-19-15,-11-15-111 16,-10-7-31-16,-16-1-167 16,-14-7-301-16</inkml:trace>
  <inkml:trace contextRef="#ctx0" brushRef="#br0" timeOffset="32853.42">16954 10505 910 0,'0'0'142'15,"0"0"-42"-15,0 0 39 16,0 0-63-16,0 0 9 16,0 0-32-16,151 157 63 15,-69-112-75-15,-2 0 0 0,3-3-28 16,-12-10-4-16,-5-5-9 16,-14-6-3-16,-12-5-46 15,0-8-71-15,-14 1-43 16,-17-6-91-16,0-3-103 15,-9 0-130-15</inkml:trace>
  <inkml:trace contextRef="#ctx0" brushRef="#br0" timeOffset="33044.08">17605 10409 719 0,'0'0'97'15,"0"0"20"-15,0 0 59 0,0 0-11 16,0 0-79-16,0 0 24 15,-290 218-53-15,254-141 19 16,6-5-43-16,4-6-2 16,0-6-28-16,4-7 3 15,4-9-6-15,1-5-58 0,8-9-58 16,9-7-140-16,0-17-165 16</inkml:trace>
  <inkml:trace contextRef="#ctx0" brushRef="#br0" timeOffset="33357.28">18274 10230 522 0,'0'0'325'15,"0"0"-191"-15,0 0 18 0,0 0 11 32,0 0-82-32,0 0 8 15,17 14-35-15,-8 58 37 16,0 16-26-16,-9 1 3 16,5-3-34-16,2-9-17 0,-7-9-13 15,0-7-4-15,0-14-15 16,-7 0-94-16,-38-4-50 15,-11-14-125-15,-24-4-199 16</inkml:trace>
  <inkml:trace contextRef="#ctx0" brushRef="#br0" timeOffset="33629.75">16867 10447 1009 0,'0'0'60'16,"0"0"7"-16,0 0 154 15,-250 198-71-15,153-98-78 16,0 8 55-16,-4-4-27 16,0 4-56-16,16-10-29 15,2-7-12-15,22-17-3 16,11-18-1-16,20-14-31 15,18-15-82-15,12-15-71 16,0-12 1-16,42-18-97 0,24-45-100 16</inkml:trace>
  <inkml:trace contextRef="#ctx0" brushRef="#br0" timeOffset="33912.69">19073 8577 920 0,'0'0'30'0,"0"0"21"16,0 0 104-16,0 0-48 16,0 0-58-16,-351 223 22 15,214-112 2-15,-2 0-13 16,2-4-11-16,5-8 2 15,0-10-24-15,26-6-9 16,14-8-11-16,17-16-7 16,28-10-12-16,16-17-53 15,22-11-71-15,4-15-116 16,5-6-142-16</inkml:trace>
  <inkml:trace contextRef="#ctx0" brushRef="#br0" timeOffset="34383.76">18705 7748 641 0,'0'0'299'16,"0"0"-246"-16,0 0 88 0,0 0-11 15,0 0-95 1,0 0-25-16,-61-4 6 0,52 41-4 16,4-2-5-16,5-4-4 15,0-2-1-15,0-9 1 16,0-3-3-16,0-6 0 16,9-8-6-16,17 0 6 15,10 0-3-15,11-3 4 16,-2 0-3-16,11 0 3 15,-6 0-1-15,2 8 5 16,4 13-3-16,-11 10 13 16,0 2 17-16,-19 9 7 15,-17-10 2-15,-9 1-4 16,0-7 19-16,-14-9 3 0,-43-4 6 16,-4 0-26-16,-10-7-29 15,5-1-10-15,10-5-32 16,21 0-66-16,-1 0-16 15,17 0-28-15,3-26-59 16,6-14-39-16,6-11-19 16,4-4-74-16</inkml:trace>
  <inkml:trace contextRef="#ctx0" brushRef="#br0" timeOffset="34431.03">18705 7748 466 0</inkml:trace>
  <inkml:trace contextRef="#ctx0" brushRef="#br0" timeOffset="34525.56">18705 7748 466 0,'57'-13'134'0,"-40"5"-39"0,-3-1 44 0,7 7 56 0,14-5-98 0,15 1-18 15,16 4-6-15,16-4-35 16,3 2-13-16,7 4-25 16,14 0-11-16,17 0-109 15,-5 0-257-15</inkml:trace>
  <inkml:trace contextRef="#ctx0" brushRef="#br0" timeOffset="34949.48">21065 7735 718 0,'0'0'60'0,"0"0"48"0,0 0 84 16,0 0-56-1,0 0-89-15,0 0-18 0,-198 15 10 16,264-15 10-16,50 0 9 16,32 0-33-1,39-12-14-15,32-5-3 0,19-1 1 16,7-2 4-16,-11-2 1 15,-15-1 66-15,-21-1-37 16,-5 3-3-16,-21-3-10 16,-9 6 0-16,-22 3-18 15,-23 0-7-15,-21 6-4 16,-22 3-1-16,-27 4-6 16,-34 2-45-16,-14 0-115 15,0 6-63-15,-71 20-175 0</inkml:trace>
  <inkml:trace contextRef="#ctx0" brushRef="#br0" timeOffset="35466.96">22136 8231 875 0,'0'0'34'15,"0"0"-28"1,0 0 103-16,0 0 42 0,0 0-107 16,0 0 30-16,-111 168-28 15,101-136-1-15,-1-2-16 16,6-6-8-16,5-10-6 16,0-2-7-16,0-3 0 15,0-2-7-15,0-1 0 16,0-4 7-16,5-2-5 15,11 0-3-15,15 0 7 16,4 0-6-16,10 0 6 16,7-11-7-16,-3-2-1 15,3 4 1-15,0 3 3 0,-2 3-3 16,1 3 0-16,-6 0 12 31,-9 0 10-31,-1 34 38 0,-9 6 14 0,-12 18-33 16,-7-1 33-16,-7-9-36 15,0-4-6-15,-12-5-21 16,-32-10 2-16,-18 2-11 16,1-7 1-16,4-13 3 15,13-2-6-15,13-9-23 16,0 0-43-16,12-3-55 16,-2-38-86-16,0-13 11 15,12-12-24-15,9-11-77 0,0-5-19 16</inkml:trace>
  <inkml:trace contextRef="#ctx0" brushRef="#br0" timeOffset="35498.21">22136 8231 466 0</inkml:trace>
  <inkml:trace contextRef="#ctx0" brushRef="#br0" timeOffset="35608.6">22136 8231 466 0,'-10'48'182'0,"-9"-66"-27"0,3 6 60 0,16 5-37 0,0 5-63 16,0 2-26-16,0 0-16 16,9 0-54-16,57 0-3 15,31 0-16-15,21 0-76 16,5 0-154-16,-17 0-192 15</inkml:trace>
  <inkml:trace contextRef="#ctx0" brushRef="#br0" timeOffset="36016.83">23138 8247 781 0,'0'0'76'16,"0"0"49"-16,0 0 70 15,0 0-51-15,0 0-65 16,0 0-37-16,0-48-18 16,0 48-12-16,0 9-6 15,-10 14 2-15,-6 7-4 16,11 0 3 0,5-3-5-16,0-3-2 15,0-4 0-15,0-8 0 16,12 1 2-16,16-1 1 15,15 2 3-15,1 0-3 16,8 1 10-16,-7 7-8 16,0 2 6-16,-3 6 14 15,-11 8 46-15,-8 11-13 16,-15 0-19-16,-8-3 4 16,0-5 8-16,0-5-19 15,-38-13-7-15,2-4 14 0,-4-10-19 16,-4-3-3-1,-8-6-17-15,2 0 0 0,8 0-21 16,11 0-45-16,3-27-65 16,7-18-115-16,-1-12-13 15,18-11-44-15,4-7-139 16</inkml:trace>
  <inkml:trace contextRef="#ctx0" brushRef="#br0" timeOffset="36101.51">23138 8247 665 0</inkml:trace>
  <inkml:trace contextRef="#ctx0" brushRef="#br0" timeOffset="36283.93">23138 8247 665 0,'30'-34'119'0,"-20"25"46"0,6 4 33 0,3-1-89 0,19-4-27 0,11 3 15 0,13-1-7 15,8 2-13-15,1 0-18 16,7 1 55-16,-3-2-71 16,8-1-10-16,-12 2-6 15,-17-3-14-15,-7 3-6 16,-16 0 0-16,-13 3 3 15,-6 3-10-15,-7 0 0 16,-5 0-6-16,0 0-6 16,0 0-46-16,0 0-74 15,-17 0-96-15,-44 0-6 16,-28 0-190-16</inkml:trace>
  <inkml:trace contextRef="#ctx0" brushRef="#br0" timeOffset="37745.19">2997 5764 369 0,'0'0'194'0,"0"0"-112"16,0 0 61-16,0 0 43 15,0 0-65-15,0 0-31 16,10-137-13-16,-10 132-17 0,0 5 2 15,-31 0-32-15,-35 43-5 16,-24 27 21-16,-13 16 4 16,-8 4-3-16,-7 1 25 15,2 3-11-15,10-5-32 16,-2 6-11-16,11 1-12 16,12-7 7-16,-2 0-13 15,21-11-1-15,10-6-50 16,11-4-114-1,14-11-20-15,5-6-54 0,0-12-137 16,7-12-165-16</inkml:trace>
  <inkml:trace contextRef="#ctx0" brushRef="#br0" timeOffset="38028.33">918 7031 608 0,'0'0'66'0,"0"0"-18"16,0 0 67-16,0 0-15 16,0 0-56-16,311 4 37 15,-73-4-29-15,38-12 5 16,33-6 33-16,26-2-24 16,25 1 5-16,1 1 17 15,-14 1-5-15,-48-2-30 0,-54 2-1 16,-59-1-38-16,-42 3-12 15,-42-1-2-15,-36 2-19 16,-26-1-65-16,-24-11-136 16,-16-8-354-1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28:06.9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14401 3679 645 0,'0'0'47'16,"0"0"-3"-16,0 0 119 15,0 0-32-15,0 0-57 16,0 0-21-16,0 0 18 16,0 0-15-16,-172-21-5 15,172 21-23-15,35 0-22 16,62 0 9-16,56 0-4 16,54 0-7-16,38 0-3 0,34 0 7 15,11-21 13-15,16-5 4 16,-2-1 16-16,-9-1-24 15,-22 2 7-15,-32 1 22 16,-38 7-7-16,-45 7-17 16,-43 2 17-16,-44 3-30 15,-41 4-5-15,-18 2 0 16,-12 0 4-16,0 0-8 16,0 0-1-16,0 0-18 15,0 0 12-15,0 0 1 16,0 0-32-16,0 0-47 15,-12 0-44-15,-58 0-48 16,-32 0-67-16,-30 0-206 0</inkml:trace>
  <inkml:trace contextRef="#ctx0" brushRef="#br0" timeOffset="5467.2">11079 4603 861 0,'0'0'58'0,"-392"-32"20"16,260 27 58-16,59 1-36 15,43 4-41-15,30 0-16 0,0 0-8 16,87 4-22-16,80 28 15 16,83 4 16-16,59-10-32 15,42-5-7-15,31-13-3 16,10-8 12-16,-13 0 17 15,-16 0-10-15,-49-2-2 16,-64-13 14-16,-73 0-21 16,-76 7-10-16,-59 5 1 15,-32 3-6-15,-10 0 3 16,0 0-7-16,-71 0-47 16,-30 0 18-16,-43 0-76 15,-7 14-49-15,-7-2-48 0,-5-3-97 16,-4-9-83-16</inkml:trace>
  <inkml:trace contextRef="#ctx0" brushRef="#br0" timeOffset="5812.49">10930 4740 476 0,'0'0'103'15,"0"0"-58"-15,0 0 31 16,0 0 52-16,0 0-29 15,0 0-45-15,-118 37-20 16,253-34 53-16,51-3-12 16,43 0-40-16,35 0 1 0,38-8-1 15,16-15 3-15,14 3 1 16,-2-1 33-16,-21 2-33 16,-14 5-6-16,-36-1 12 15,-44 4-27-15,-53 5-3 16,-60 3-3-16,-41 0-11 15,-30 3 4-15,-27 0-4 16,-4 0-1-16,0 0-3 16,0 0 1-16,0 0-3 15,0 0-25-15,0 0-114 0,0 0-84 16,0 6-39 0,-35 0-30-16</inkml:trace>
  <inkml:trace contextRef="#ctx0" brushRef="#br0" timeOffset="13873.04">8085 6342 897 0,'0'0'142'15,"0"0"-127"-15,0 0 82 0,0 0 16 16,0 0-44-16,0 0-37 16,0 0-22-16,137-14 19 15,-46 14-12-15,-10 0 4 16,-8 0-9-16,-19 0-8 15,-19 0 0-15,-9 0-3 16,-9 0 3 0,-13 0-2-16,-4 0 0 0,0 0 2 0,0 0 0 15,0 0 1-15,0 0 18 16,0 0 9-16,0 0-17 16,0 0-1-16,0 0-1 15,0 0 3-15,0 0-2 16,0 0-1-1,0 0-3 1,0 0 2-16,0 0-6 16,0 0 13-16,0 0-14 15,0 0 0-15,0 0-5 16,0 0 3-16,0 0 0 16,0 0-1-16,0 0 1 15,0 0-2-15,0 0-1 16,0 0-1-16,0 0-5 0,0 0 2 15,0 0-15-15,0 12 18 16,0 24-6-16,-16 11 7 16,-3 22 2-16,-2 5-1 15,0 1 16-15,6 3 1 16,6 3-7-16,-3-4-5 16,8-6 1-16,-1-11-3 15,5-5 1-15,-5-12-1 16,5-9-2-16,0-11 11 15,0-8-10-15,0-3-1 16,0-5 0-16,0-7-1 16,0 1 0-16,0-1 1 0,0 0-2 15,0 5 1-15,0-5 0 16,0 0 1-16,0 0-1 16,0 0-1-16,-5 0-3 15,5 0-25-15,0 0-48 16,0 0-36-16,-4-13-99 15,-8-8-171-15,-7 4-258 16</inkml:trace>
  <inkml:trace contextRef="#ctx0" brushRef="#br0" timeOffset="14642.15">9426 7095 363 0,'0'0'379'15,"0"0"-352"-15,0 0 123 16,0 0 31-16,0 0-118 16,0 0 30-16,31-126-34 15,-41 114 18-15,-20 7-28 16,-22-1-43-16,-9 3 4 0,-15 3-9 15,-11 0-1-15,12 20 1 16,-8 16 7-16,17 11-1 16,16 8 4-16,10 4 6 15,19 1-3-15,21 0-6 16,0-2 0-16,5 0-8 16,47-5 0-16,14-4 0 15,9-15 3-15,12-5 14 16,-2-12-16-16,3-8 1 15,-1-9-2-15,-12 0 5 16,1 0-5-16,-10 0-1 0,-5-12-4 16,-4-8 2-1,-17-3 3-15,-5 3-1 0,-9 3 0 16,-17 1 1-16,3 7 2 16,-7 0 1-16,-5 3-3 15,0 0-4-15,0 1 0 16,0-4 4-16,0 3-1 15,0 0 1-15,0 3 5 16,-10 0-4-16,3 1 7 16,-2-5 0-16,4 1-4 15,0 0 13-15,1 2-3 16,4 4-2-16,0 0 16 0,0 0-13 16,0 0 0-16,0 0 12 15,0 0-20-15,0 0 6 16,0 0-6-16,0 0-7 15,0 0 0-15,0 0 3 16,0 10-1-16,0 26-1 16,0 9 26-16,0 2 17 15,0 4-36-15,0-3 8 16,0-1-3-16,9-5-7 16,-4-6-3-16,11-6 1 15,-6-4-4-15,-1-7 0 16,1-1-3-16,-10-1-8 0,0 1-117 15,0 3 15-15,-24 3-92 16,-37-7-154-16,-26-11-105 16</inkml:trace>
  <inkml:trace contextRef="#ctx0" brushRef="#br0" timeOffset="24433.67">11180 6647 281 0,'0'0'204'0,"0"0"-72"15,0 0 27-15,0 0 14 16,0 0-49-16,0 0 0 0,128-153-28 0,-128 151 16 15,0 2-23-15,0 0-30 16,0 0-14-16,0 0 14 16,0 0 4-16,-12 0-47 15,-33 33-8-15,-16 30 20 16,-20 21 51-16,-1 7-51 0,7-3-6 31,13-2 19-31,6-5-27 16,6-11-5-16,8-9-4 15,11-18-3-15,7-3-4 16,13-14 0-16,6-7-24 16,0-7-49-16,1-3-70 15,4-9-39-15,-5 0-14 16,0-15-46-16,5-31-90 16,0-11-40-16</inkml:trace>
  <inkml:trace contextRef="#ctx0" brushRef="#br0" timeOffset="24716.43">10652 6845 261 0,'0'0'181'0,"0"0"-51"16,0 0 14-16,0 0 3 16,0 0-14-16,0 0-20 15,0-141-29-15,0 141 38 16,0 0-57-16,0 0-19 16,0 0-9-16,28 30-17 15,15 15 65-15,11 8-48 16,7 6-15-16,10-2 32 15,12 3-9-15,-3-5-3 16,7-6 14-16,-12-3-36 16,-1-12 0-16,-20-3-11 0,-2-11-2 15,-22-1-5-15,-4-1-1 16,-7-6-1-16,-2 2-3 16,1-2-28-16,-1-4-145 15,2-4-10-15,7-4-149 16,-5-26-273-16</inkml:trace>
  <inkml:trace contextRef="#ctx0" brushRef="#br0" timeOffset="28123.76">12842 6193 717 0,'0'0'61'16,"0"0"98"-16,0 0 39 16,0 0-93-16,0 0-45 15,0 0 11-15,0 0-17 16,-42-46-15-16,37 46-11 16,-9 38-6-16,-12 27 0 15,0 22 63-15,0-7-64 16,7-3 10-16,-2-5-11 15,7-10-10-15,-7-5 0 16,0-11-2-16,6-14-6 0,6-7 2 16,-3-11-1-16,12-8-3 15,0-2 0-15,0-2 0 16,0 1 2-16,0 0-2 16,0-3-4-16,0 0-2 15,0 3-7-15,0-3-15 16,0 0 1-16,0 0 25 15,17 0-22-15,32 0 24 16,12 0 12-16,17 3-12 16,-2 0 0-16,-1-3-1 0,-4 0 2 15,-5 0-1 1,-14 0 0-16,-17 0 0 0,-9-9 0 16,-12-9 1-16,-2-3-1 15,-3-3 1-15,-9-2-2 16,0-5-6-16,0 3 7 15,0-10 2-15,0 6-2 16,0-1-3-16,-14 3 2 16,-2 7 1-16,2 1 1 15,2 8 0-15,7 5 1 16,0 3 0-16,5 1 0 16,0 5-1-16,0 0 0 15,0 0-1-15,0 0 1 0,0 0 0 16,0 0 3-16,0 0-2 15,0 0-2-15,0 0 2 16,0 0 9-16,0 0-11 16,0 22 0-16,-4 12 7 15,-1 4 1-15,0-4-3 16,5 0 10-16,0 10-8 16,-7 1 2-16,7 7 2 15,-5 5 3-15,1 3-3 16,-1 0 59-16,5-1-65 0,0-2 1 15,0-4-1 1,0-10 8-16,0-9 4 0,0-6-12 16,0-10-4-16,0-7 2 15,0 1 1-15,0-5-2 16,0-5-1-16,0 1-1 16,0 1 0-16,0-2 0 15,0-2-14-15,0 4-9 16,0-4-81-16,0 0-23 15,0 0-97-15,0-45-261 16</inkml:trace>
  <inkml:trace contextRef="#ctx0" brushRef="#br0" timeOffset="29288.69">16225 4554 536 0,'0'0'32'16,"0"0"51"-16,0 0 78 15,0 0-62-15,0 0-63 16,0 0 25-16,-162 14 2 16,173-5-13-16,55 0-37 15,45 3 59-15,47-4-28 16,31-2-17-16,23-6 2 15,21 0 7-15,17-3-3 0,0-12 3 32,-12-2-1-32,-23 2-3 0,-38-4-5 15,-36 5 9-15,-44 2-6 0,-36 4 11 16,-30 2 54-16,-27 6-82 16,-4 0 2-16,0 0 1 15,0 0-9-15,0 0-4 16,0 0-3-16,0 0-14 15,0 0-24-15,0 0-73 16,-4 0 2-16,-22 6-20 0,-14 11 19 16,-5 0-65-16,-16 0-116 15,-5-6-78-15</inkml:trace>
  <inkml:trace contextRef="#ctx0" brushRef="#br0" timeOffset="33049.39">14087 7071 846 0,'0'0'136'0,"0"0"-46"0,0 0 109 16,0 0-105-16,0 0-66 16,0 0-3-16,0 0 6 15,-47-3-12-15,2 38-9 16,-16 14 2-16,-10 4 22 16,15 0-4-16,25-11-13 15,17 15-8-15,14 9-4 16,0 3 52-16,0-4-37 15,45-21-11-15,6-13-9 16,-1-11 0-16,6-8 0 16,-20-6-2-16,-10-6-1 15,0 0 3-15,-3-3 1 0,15-26 0 16,-10-11-2-16,10-1-6 16,-3 2 0-16,5 0-12 15,5 4 12-15,2 11-20 16,-11 8 22-16,-6 8 1 15,6 8 4-15,9 0 1 16,6 0-1-16,6 12-12 16,-3 20 12-16,-2 11 30 15,-7 6-14-15,-10 0-3 16,-14 2 9-16,-21 1 4 0,0-1-13 16,0 1-3-16,-51-8-7 15,1-6-1 1,-6-6 5-16,6-12-7 0,12-8 1 15,8-6-3-15,11-4 6 16,9-2 2-16,3 0-5 16,3 0 1-16,4 0 1 15,0 0-3-15,0 0-1 16,0 0-5-16,30 0-24 16,41-6 30-16,42-11 2 0,33-5-2 15,22 5-1 1,1-4-7-16,-1 0 4 0,-27 4 1 15,-39 4 3-15,-41 5-25 16,-30 4-50-16,-31 4-25 16,0 0 4-16,-22 0-102 15,-58 0-128 1,-33 0-200-16</inkml:trace>
  <inkml:trace contextRef="#ctx0" brushRef="#br0" timeOffset="33756.71">7566 8673 694 0,'0'0'66'0,"-273"0"5"15,190 3 144-15,43 3-46 16,40-3-103-16,9 6-27 16,128-7-3-16,82 2-20 15,112-4 25 1,86 0-23-16,92-18 6 0,80-13 16 16,55-1 23-16,42-7 27 15,-5 0 4-15,-35 0-27 16,-47 8-21-16,-54-1-20 0,-67 9 18 15,-67 2-16-15,-60 0 0 16,-66 6-21 0,-51 0 3-16,-51 7-3 0,-41 2-3 15,-50 3 0-15,-47 0-4 16,-24 3 1-16,-16 0-1 16,-5 0-3-16,0 0-12 15,0 0-34-15,0 0-35 16,-52-3-98-16,-38-6-34 15,-33-10-42-15,-25-4-270 16</inkml:trace>
  <inkml:trace contextRef="#ctx0" brushRef="#br0" timeOffset="38123.74">10645 9216 385 0,'0'0'561'0,"0"0"-479"16,0 0 120-16,0 0-32 15,0 0-69-15,0 0 11 16,0 0-31-16,-45-117 5 16,45 115-33-16,0 2-29 15,0 0-2-15,0 0 0 0,-4 0-12 16,-1 8-3-16,-7 49-4 15,7 20 7-15,1 12 20 16,4-5-13-16,0-15-11 16,0-7-3-16,0-8-1 15,0-6-1-15,0-13 0 16,0-4 1-16,0-10-1 16,0-7-1-16,0-2-1 15,4-3-8-15,1-2-44 16,0-5-33-16,7-2-117 15,2 0-95-15,16 0-104 0,6-9-163 16</inkml:trace>
  <inkml:trace contextRef="#ctx0" brushRef="#br0" timeOffset="38547.61">11027 9186 617 0,'0'0'79'0,"0"0"-14"0,0 0 105 16,0 0-48-16,0 0-45 15,0 0-14-15,-40-40-4 16,40 40-8-16,0 0-6 16,0 0-17-16,0 0-1 15,0 0 8-15,0 13-15 16,0 25-3-16,0 14 66 15,0 8-10-15,14-1-34 16,3 4-9-16,-8 0 22 16,7-5-14-16,-11-1-15 15,0-5-11-15,0-9 17 16,-1-3-18-16,-4-8-3 16,5-1 4-16,0-11-1 15,2-1 0-15,-2-8-2 0,-5-5-7 16,0-3 3-16,0-3-2 15,0 0-2-15,0 3-2 16,0-3 0-16,0 0-20 16,0 0-17-16,0 0-68 15,0 0-47-15,0 0-89 16,0-3-73-16,4-17-363 16</inkml:trace>
  <inkml:trace contextRef="#ctx0" brushRef="#br0" timeOffset="39175.46">11977 9651 785 0,'0'0'57'0,"0"0"39"15,0 0 79-15,0 0-97 16,0 0-39-16,0 0 23 16,0-66-32-16,-26 61 11 0,-5 2-20 15,-9 0-7-15,-9 3-10 16,-12 0 24-16,-5 0-2 16,0 11-8-16,0 16 15 15,0 9-6-15,14 5 17 16,12 11-15-16,4 2 35 15,15 1-9-15,12 2-22 16,9-3-26-16,0-6 46 16,18-5-42-16,44-5-7 15,11-6-4-15,12-11 3 16,7-6-3-16,-5-9 9 16,2-6-9-16,-11 0 5 15,-12 0-4-15,-16 0 3 0,-15 0 12 16,-9 0-3-16,-21 0 0 15,2 0 2-15,-7 0 1 16,0 0-9-16,0 0-2 16,0 0 3-16,0 0-3 15,0 0-5-15,0 0 0 16,0 0-3-16,0 0 5 16,0 0-2-16,0 0 5 15,0 0-5-15,0 0 0 16,0 0-1-16,0 0-5 15,0 0-26-15,0 0-7 16,0 0-36-16,0 0-58 0,0 0-38 16,0 0 21-1,0 0-97-15,-12-3-90 0</inkml:trace>
  <inkml:trace contextRef="#ctx0" brushRef="#br0" timeOffset="40022.76">12439 10325 552 0,'0'0'63'15,"0"0"58"-15,0 0 40 16,0 0-95-16,0 0 21 16,0 0-10-16,-146 0 30 0,120-9-51 15,5-6-15 1,7 1-4-16,9-7-11 0,0-1 13 16,5-1-28-1,0 2-7-15,5-4 6 0,30 8 2 16,15-3-11-16,6 2 3 15,10 5-4-15,-4 7 1 16,4 1 1-16,-10 5-2 16,-11 0 0-16,-10 0 8 15,-4 0-1-15,-5 14 16 16,-5 19-9-16,-11 3 8 16,-10 9 26-16,0 3-18 15,0-1-7-15,0 1 22 16,-5-9-27-16,-26-3 9 15,5-6-16-15,-9-3-2 16,4-7 8-16,-4 0-17 0,0-1 7 31,4-7-5-31,0-3-1 0,5 0-1 0,8-7-4 16,1-2-3-16,8 3 7 16,4-3-6-16,5 0 0 15,0 0 3-15,0 0-8 16,0 0-1-16,0 0-27 15,0 0 19-15,19 0 19 16,7-9 2-16,9 1 2 16,0-1-3-16,6 0 0 15,1 3 0-15,3 0-1 0,-10 4 3 16,0 2-1-16,-4 0-1 16,0 0 0-16,-1 8 10 15,-4 16-2-15,-4 3 7 16,-4 3 14-16,-13 8-15 15,-5 7-4-15,0 0 4 16,0 2-2-16,0-2 20 16,-30-6-8-16,-15 3-9 15,0-9 7-15,-16-7-5 16,-5-8 2-16,-17-8 4 0,3-1-16 16,-7-9-2-1,7 0-4-15,-3-5 3 0,12-24-4 16,5-3-6-16,10-10-37 15,11-12-1-15,-2-6-53 16,-3-15-156-16,-2-17-169 16</inkml:trace>
  <inkml:trace contextRef="#ctx0" brushRef="#br0" timeOffset="44190.29">16501 8371 991 0,'0'0'61'0,"0"0"-47"15,0 0 141-15,0 0-56 16,0 0-43 0,0 0 18-16,0 0-27 0,66 0-16 15,10 0 23-15,6 7-32 16,-6-3-11-16,-6-4 24 15,1 0 12-15,-5 0-37 0,0 0-5 16,-9 0-5 0,-17 0-7-16,-14 0-65 0,-17 0-50 15,-9 5-129-15,0 15-80 16,-5 6 50-16,-39 2-191 16</inkml:trace>
  <inkml:trace contextRef="#ctx0" brushRef="#br0" timeOffset="44457.23">16664 8711 500 0,'0'0'102'16,"0"0"-9"-16,0 0 83 0,0 0-40 15,0 0-72-15,0 0 16 16,-113 96-3-16,113-87-19 16,0 0 18-16,30-3-39 15,18-1-6-15,18-1-4 16,18-4 26-1,25 0-16-15,2 0-2 0,11-4-11 16,6-13-14-16,-27 2-9 16,-16 5 4-16,-24 6-5 15,-18-1-1-15,-20 5-5 16,-11 0-108-16,2 0-167 16,3 0-142-16,-3 0-330 0</inkml:trace>
  <inkml:trace contextRef="#ctx0" brushRef="#br0" timeOffset="45274.27">18234 7277 701 0,'0'0'45'15,"0"0"112"-15,0 0 15 0,0 0-71 16,0 0-55-16,0 0-9 16,-5-6-5-16,102 6-3 15,23 0 19-15,29-4-11 16,9-8-2-16,-12 0-8 0,-14-2-2 16,-31 2-13-16,-39 4-9 15,-32 2-1-15,-13 1-1 16,-17 4 3-16,0-4-1 15,0 3-1-15,0-2 0 16,0 2 2-16,0 2 5 16,0-4 0-16,0 4-2 15,0 0 0-15,0-2 2 16,0 2 10 0,0 0-12-16,0 0-3 0,0 0 3 15,0 0-5-15,0 0 4 16,0 0-6-16,-12 27-1 0,-7 26 1 15,-12 15 56-15,5 8-39 16,17 1 9-16,-3 1 4 16,7-3 16-1,5-10-12-15,0-8-21 0,0-10 30 16,0-11-37-16,5-6-1 16,12-2-1-16,-3-8-4 15,2 0-1-15,3-2-48 16,2 4-67-16,5-4-79 15,-7-13-157-15,7-5-291 16</inkml:trace>
  <inkml:trace contextRef="#ctx0" brushRef="#br0" timeOffset="45572.92">19818 7258 915 0,'0'0'25'0,"0"0"123"16,0 0 38-16,0 0-67 0,0 0-65 15,0 0-27 1,-40-12-10-16,71 61 11 0,9 13 45 16,12 7-50-1,-3-3 17-15,3-1-18 0,5-5 8 16,-8-4-3-16,3-11-5 15,-2-3-16-15,-3-7-5 16,-7-6-1-16,-5-3 0 16,-9-7-9-16,-5 0-63 15,-16-4-75-15,-5-3-84 16,0-6-42 0,0-6-93-16,-5 0-260 0</inkml:trace>
  <inkml:trace contextRef="#ctx0" brushRef="#br0" timeOffset="45824.18">20252 7255 659 0,'0'0'67'0,"0"0"107"16,0 0 29-16,0 0-63 15,0 0-88-15,0 0-20 16,-73 31-7-16,38 38 74 15,-5 8-50-15,4 1-9 16,6-10-12-16,-6 4-13 16,6-6-14-16,-11-1 4 0,-6 1-10 15,7-6 1-15,-5-7-66 16,5-6-68-16,-7-11-109 16,-2-9-97-16,-3-16-62 15</inkml:trace>
  <inkml:trace contextRef="#ctx0" brushRef="#br0" timeOffset="47100.34">9848 1567 9 0,'0'0'830'0,"0"0"-776"15,0 0 103-15,-127-161 29 16,113 140-82-16,7 10 4 15,2 8-53-15,5 3 28 16,0 0-42 0,0 0-26-16,0 0-12 0,0 37 0 15,0 20 0-15,21 9-1 16,19 2-1-16,7-5-1 16,3-8 1-16,11-14-3 15,-11-5 2-15,-3-13 0 16,-12-10-6-16,-9-4-4 15,0-9-14-15,-7 0 15 16,-10 0 1-16,8 0 0 0,4-22 7 16,-11-18-8-16,-1-20 7 15,-4-9-11-15,-5-2 12 16,0 2 0-16,0 6 2 16,0 15 1-16,0 16 5 15,0 9-2-15,0 18-4 16,0 2 2-16,0 3 7 15,0 0 2-15,0 0-10 16,0 37-2-16,0 17 8 16,21 10 17-16,10 12-11 15,-1-8-8-15,6-1-2 0,-1-9 16 16,0-5-19 0,-4-4-1-16,4-9-1 0,-4-3-6 15,4-8-45-15,-4-10-122 16,-5-13-143-16,-7-6-158 15</inkml:trace>
  <inkml:trace contextRef="#ctx0" brushRef="#br0" timeOffset="47335.2">10574 1425 756 0,'0'0'72'0,"0"0"52"15,0 0 81-15,0 0-64 16,0 0-101-16,0 0-19 15,-19-11-2-15,78 45 14 16,14 7 23 0,8-2-34-16,6 4-12 0,-7-6 2 15,3 3-12-15,-13-5-10 16,-8-5-13-16,-22 2-134 16,-10-7-124-16,-16-10-159 15</inkml:trace>
  <inkml:trace contextRef="#ctx0" brushRef="#br0" timeOffset="47555.19">11048 1262 731 0,'0'0'38'16,"0"0"118"-16,0 0 39 16,0 0-120-16,0 0-16 15,0 0-14-15,-127 21-6 16,106 43 37-16,11 7-31 15,1 10-13-15,2-7-5 16,7 1-27-16,0-4-8 16,0-8 8-16,0-6-1 15,0-7-69-15,0-14-125 0,0-12-150 16,7-18-197 0</inkml:trace>
  <inkml:trace contextRef="#ctx0" brushRef="#br0" timeOffset="47997.04">11463 1283 791 0,'0'0'14'0,"0"0"108"0,0 0 51 15,0 0-97-15,0 0-13 16,0 0-41-16,-40-151-15 15,87 127 0-15,3 3-3 16,6 2-4 0,-6 11 3-16,-12 4-3 0,-15 4 0 15,-2 0 0-15,-16 4-1 16,0 26 0-16,-5 12 1 16,0 2-13-16,0 1 12 15,0-4 1-15,-19-1 1 16,-2-8 2-16,16-1-2 15,5-5-2-15,0-3 3 0,5 5 17 16,39-2-19-16,18 1 1 16,4 3 0-16,-5-3-1 15,-14 0 3-15,-11-3-1 16,-18-7-1-16,-6-4 0 16,-12-4 0-16,0 6-1 31,0 2-27-31,-21 8 21 15,-36 8-45-15,-23-1-110 16,-7 1-123-16,-14 0-27 16</inkml:trace>
  <inkml:trace contextRef="#ctx0" brushRef="#br0" timeOffset="48310.41">10315 2324 143 0,'0'0'309'16,"0"0"-252"-16,0 0 36 16,0 0 24-16,0 0-33 15,0 0-35-15,71 34 19 16,32-34 17-16,39-12-12 0,30-22-25 16,43-7 19-1,18-7-15-15,5-3-12 0,7 4 6 16,-21 2 1-16,-33 7 7 15,-28 10-14-15,-55 11 3 16,-42 8-37-16,-35 3-6 16,-31 6-3-16,0 0-6 15,0 0-122-15,-61 18-171 16,-31 20-26-16,-14 10-282 16</inkml:trace>
  <inkml:trace contextRef="#ctx0" brushRef="#br0" timeOffset="48796.94">11133 2483 327 0,'0'0'379'0,"0"0"-338"15,0 0 144-15,0 0-27 16,0 0-99-16,0 0-21 16,31-57-5-16,9 52-19 15,-10 5 2-15,-4 0-7 16,-4 9 5-16,-8 23-12 15,-10 6 5-15,-4 5 2 16,0-3 1-16,0-6-4 0,0-4 4 16,0-7-10-16,0-7 1 15,0-4 2-15,0 0-2 16,12-4 3-16,14-2-4 16,14 0 1-16,0-3-1 15,12-3-1-15,2 0-3 16,-2 0-22-16,-7-21-27 15,-2-11-64-15,-15-10-66 16,-12-3 26-16,-16-3 61 16,0 7 29-16,0 8 20 15,0 5 47-15,-26 6 35 16,8 4-22-16,-4 5 64 0,13 4 11 16,2 6 74-16,7 3-51 15,0 0-50-15,0 0-11 16,0 0-40-16,42 3 2 15,20 21 6-15,-4 1 1 16,8 0-12-16,0 1-2 16,-14-7-3-16,0-1-2 15,-12-2-16-15,-14-1-179 16,-12-6-100-16,-14-6-232 16</inkml:trace>
  <inkml:trace contextRef="#ctx0" brushRef="#br0" timeOffset="49016.6">12008 2283 772 0,'0'0'156'0,"0"0"-57"16,0 0 41-16,0 0-70 16,0 0-19-16,0 0 65 15,-88 115-64-15,84-75-29 16,-1 3-10-16,0 0-9 15,-4 3-4-15,9 1-8 16,-12 0-126-16,12-5-124 0,0-12-119 16</inkml:trace>
  <inkml:trace contextRef="#ctx0" brushRef="#br0" timeOffset="49236.51">12444 2309 884 0,'0'0'142'16,"0"0"-7"-16,0 0 22 15,0 0-118-15,0 0-5 16,0 0 25-16,97 114-48 16,-60-69-2-16,-8 0-8 0,-4 0-1 15,1-3-10-15,-11 2-94 16,-15-2-90-16,0-4-124 15,0-7-97-15</inkml:trace>
  <inkml:trace contextRef="#ctx0" brushRef="#br0" timeOffset="50398.23">21506 7143 582 0,'0'0'78'0,"0"0"2"16,0 0 121-16,0 0-71 15,0 0-14-15,0 0-52 16,-66-146-18-16,17 146-5 15,-29 0-9-15,-7 21-5 16,-7 26-4-16,0 12 6 16,5 9-7-16,12 11-4 15,18 5 8 1,22 1-6-16,20-1 7 0,15-4-22 16,0 0-5-16,41-4 3 15,25-12 0-15,9-12-5 0,12-13 4 16,10-15-2-16,-5-13 2 15,-7-8-2-15,-3-3 5 16,-11 0-3 0,-15-12 2-16,-6-11 1 0,-24-11-2 15,-17 3-3-15,-9 0 4 16,0 4-2-16,-14 1 2 16,-38 7-4-16,-2 7-18 15,-12 7 16-15,-7 5 1 16,-2 0 1-16,-1 15-4 0,-6 21-27 15,6 9-82 1,-6 8-75-16,2 4-151 0,-3-3-15 16</inkml:trace>
  <inkml:trace contextRef="#ctx0" brushRef="#br0" timeOffset="50885.51">18446 8565 502 0,'0'0'200'16,"0"0"-181"-16,0 0 126 15,0 0 21 1,0 0-92-16,0 0 0 0,-111 0-47 0,163 0-4 16,54 8 0-16,66 11-2 15,62 2-1-15,51-6 1 16,36-4 17-16,30-2 17 15,10 1-17-15,-12-4-3 16,-29-3-15 0,-25-3 27-16,-26 0-22 0,-34 0 2 15,-37 0 23-15,-42-9-21 16,-47-12-8-16,-48 9 8 16,-38 6-1-16,-16 4-25 15,-7 2-3-15,0 0-35 16,-16 0-21-16,-41 0-106 15,-27 0-111 1,-39 0-96-16</inkml:trace>
  <inkml:trace contextRef="#ctx0" brushRef="#br0" timeOffset="52789.64">3603 13673 998 0,'0'0'88'16,"0"0"94"-16,0 0-15 0,0 0-73 0,0 0-34 15,0 0-24 1,-47-13 13-16,47 64-17 0,0 9 61 16,0 3-77-16,0-4-12 15,0 1 0-15,0 1-3 16,21 5-1-16,10 0 0 15,4-3-2-15,10-6-98 16,7-12-58-16,-3-13-71 16,8-20-38-16,-12-12-100 15,2-17-83-15</inkml:trace>
  <inkml:trace contextRef="#ctx0" brushRef="#br0" timeOffset="53009.44">4084 13744 628 0,'0'0'81'16,"0"0"34"-16,0 0 128 15,0 0-32 1,0 0-70-16,0 0-67 0,-9-135-31 16,9 135-20-16,0 31 12 15,0 25 23-15,9 16-17 16,22 2-31-16,-10-8-1 0,10 6-5 16,-1 8-4-16,1 0-14 15,4 0 0 1,5-4-134-16,5-20-113 0,7-25-135 15,0-29-437-15</inkml:trace>
  <inkml:trace contextRef="#ctx0" brushRef="#br0" timeOffset="53230.26">4655 13660 1047 0,'0'0'46'0,"0"0"46"0,0 0 101 16,0 0-84-16,0 0-50 15,0 0-47-15,-66-41-3 32,115 73 9-32,12 8 30 15,10 3-41-15,7-1-2 16,-3 7-3-16,8-8-1 16,-3-2 2-16,-14-4-6 15,-5 2-41-15,-11-5-135 16,-20-2-35-16,-8-6-137 15,-22-16-185-15</inkml:trace>
  <inkml:trace contextRef="#ctx0" brushRef="#br0" timeOffset="53459.46">5034 13553 715 0,'0'0'77'0,"0"0"40"15,0 0 118-15,0 0-102 16,0 0-32-16,0 0-44 15,-80-111-35-15,71 165-13 16,-8 18 46-16,3 11 5 16,2 0-31-16,-2-4-26 15,5-1 0-15,-8-4 0 16,3-2 0-16,9-4-6 0,5-2-19 16,0-11-198-16,0-12-189 15,0-26-559-15</inkml:trace>
  <inkml:trace contextRef="#ctx0" brushRef="#br0" timeOffset="53859.81">5878 13422 860 0,'0'0'45'16,"0"0"67"-16,0 0 51 16,0 0-33-16,0 0-47 15,0 0-10-15,-163-143 8 16,163 143-26-16,0 0-50 0,0 3 5 15,0 44-2-15,0 19 48 16,0 12-21-16,17-1-16 16,2-5-4-16,7-7-10 15,0 4-5-15,0-6 1 16,4-8-4-16,-6-4-3 16,6-8-60-16,13-8-144 15,-3-11-56-15,9-18-117 16,-1-6-45-16</inkml:trace>
  <inkml:trace contextRef="#ctx0" brushRef="#br0" timeOffset="54174.95">6215 13473 679 0,'0'0'69'0,"0"0"100"16,0 0 40-16,0 0-97 16,0 0-3-16,0 0-64 15,-82-129-33-15,82 164-8 16,0 28 13-16,0 15 10 15,9-4-18-15,27-6-1 16,6-5-5-16,-2-12-1 16,12-12 0-16,-7-8-2 15,-5-14 2-15,-5-8 1 16,-9-9-1-16,-9 0 13 0,-3 0 12 16,7-21 56-1,3-24-19-15,-13-14-47 0,-11-14 4 16,0-1-1-16,0-6-8 15,-42 11-7-15,-3 17-5 16,0 12-7-16,-2 20-5 16,7 10-14-16,0 10-97 15,14 10-85-15,21 24-251 16</inkml:trace>
  <inkml:trace contextRef="#ctx0" brushRef="#br0" timeOffset="54410.57">6894 13456 1051 0,'0'0'78'0,"0"0"32"16,0 0 41-16,0 0-77 16,0 0 8-16,281 46-38 15,-180-14-7-15,-4-1 3 16,-10 4-26-16,-7-4-14 15,-14-2-2-15,-14 2 1 16,-12-5-8-16,-5 1-118 0,-9-3-83 16,-4-12-95-16,-3-12-202 15</inkml:trace>
  <inkml:trace contextRef="#ctx0" brushRef="#br0" timeOffset="54630.42">7606 13246 562 0,'0'0'122'15,"0"0"33"-15,0 0 52 16,0 0-97-16,0 0-2 16,0 0-36-16,-207-51-19 0,186 102 34 15,2 13-18 1,7 2-45-16,7 3-8 0,0 0 10 16,1-6-21-1,-1 0-2-15,5-7-3 0,-5-5-20 16,5-7 19-16,0-1-103 15,0-5-120-15,0-13-146 16,0-11-259-16</inkml:trace>
  <inkml:trace contextRef="#ctx0" brushRef="#br0" timeOffset="55117.5">8436 13227 870 0,'0'0'62'16,"0"0"77"-1,14-160 9-15,-14 123-73 0,0 17-11 16,-21 8-39-16,-19 9-10 16,-21 3-13-16,-1 0 6 15,-8 24-3-15,4 8-4 16,16 10 1-16,19-2-2 15,15 1 1-15,16-2 13 16,0-6-14-16,21-9 0 0,19-4-1 16,0-8 1-16,3-9-4 15,-3-3 4-15,-10 0 0 16,6 0 9-16,-6-12-7 16,1-8-1-16,0 2 8 15,-12 2-5-15,2 4 3 16,-16 7 15-16,-1 5 12 15,-4 0 2-15,12 0-24 16,7 9-5-16,7 30 7 16,0 7 24-16,4 9 4 15,-4 2-35-15,-7-3-2 16,2 3-2-16,-11-11-3 16,-1 3 0-16,-9-9-5 15,0 3-30-15,0-1-111 0,-9 3-39 16,-36-7-132-16,-12-6-70 15</inkml:trace>
  <inkml:trace contextRef="#ctx0" brushRef="#br0" timeOffset="55604.12">3455 15130 899 0,'0'0'3'0,"0"0"5"16,0 0 127-16,0 0-28 15,0 0-46-15,0 0-50 16,214 10 17-16,3-35-17 0,42-3-7 16,48-12-1-16,37-11-2 15,38-4 0-15,40-15 23 16,14-4-3-16,17-7 24 16,-5-3 22-16,-12 1-9 15,-14 0 25-15,-40 2-46 16,-43 7 4-16,-44 8 32 15,-50 7-15-15,-52 10-39 16,-42 15-9-16,-49 5 1 16,-41 15-8-16,-35 8 6 15,-17 0-9-15,-9 3 0 16,0 3-3-16,0 0-15 16,0 0-12-1,-19 3-145-15,-32 26-62 0,-25-1-89 0,5-7-295 16</inkml:trace>
  <inkml:trace contextRef="#ctx0" brushRef="#br0" timeOffset="58568.29">4893 15495 845 0,'0'0'36'0,"0"0"-5"16,0 0 155-16,0 0-128 16,0 0-30-16,0 0-27 15,0 0 12-15,193-164 19 16,-132 151-9-16,-16 5 4 15,-2 8-19-15,-15 0-1 16,-7 0 5-16,-4 0-2 16,-8 0-8-16,-4 15 1 15,-5 15-2-15,0 5 20 16,0 2-21-16,0-5 2 0,0-5 9 16,0 3-7-1,0-7-1-15,-10 2 3 0,-6-2 0 16,2-3-4-16,9-1-1 15,5-7-1-15,0-3 0 16,0 0 0-16,0 3-6 16,9 5 3-16,27 5 2 15,16 5 1-15,2-1 20 16,7 7-16-16,-4-1-4 16,-8-4 0-16,-11 1 1 15,-10-4 1-15,-16-7 6 16,-7-7 4-1,-5 1 19-15,0-3 12 0,-22 6-15 0,-27 0-3 16,-12 1-14-16,4-5 2 16,8-6-12-16,6-5-1 15,8 0-2-15,9 0-51 16,16-26-87-16,10-25-87 16,0-15-252-16</inkml:trace>
  <inkml:trace contextRef="#ctx0" brushRef="#br0" timeOffset="58788.39">5843 15445 840 0,'0'0'189'0,"0"0"-107"15,0 0 122-15,0 0-107 16,0 0-68-16,0 0 74 16,285 149-35-16,-158-84-55 15,1-2-5-15,-13-6-5 16,-2-11-3-16,-21-3 0 15,-26-13-13-15,-21-9-122 16,-19-9-66-16,-21-12-65 16,-5 0-86-16,0-21 98 15</inkml:trace>
  <inkml:trace contextRef="#ctx0" brushRef="#br0" timeOffset="58967.04">6630 15259 825 0,'0'0'232'0,"0"0"-118"15,0 0 15-15,0 0-67 16,0 0 53-16,-163 191-25 16,140-111-64-16,6 1-7 15,8 2-15-15,4 8-4 16,-2-6-2-16,7-4-55 16,0-10-158-16,0-19-84 15,21-27-338-15</inkml:trace>
  <inkml:trace contextRef="#ctx0" brushRef="#br0" timeOffset="59291.42">7078 15439 777 0,'0'0'56'16,"0"0"-19"-16,0 0 136 15,0 0-40-15,274-93-71 16,-213 93-25-16,-5 18 39 15,-20 23-50-15,-15 13-3 16,-21 6 0-16,0 2-8 16,0 2-4-16,-42-11-3 0,-8-4 0 15,5-5 1 1,3-18 6 0,18-5-3-16,17-15-6 0,2-6 1 0,5 0-5 15,0 3-2-15,26 0 2 16,40-3 0-16,22 0-2 15,13 0-3-15,10-27-56 16,7-3-56-16,-7-5-35 16,-20-7-199-1,-15-4-257-15</inkml:trace>
  <inkml:trace contextRef="#ctx0" brushRef="#br0" timeOffset="59495.37">8130 15250 678 0,'0'0'119'0,"0"0"-66"16,0 0 83-16,0 0 6 16,0 0 2-16,0 0-94 15,214 183-14-15,-138-143-2 16,-1 0-17-16,-2-8-11 16,-12-4-1-16,-11-11-5 15,-5-6 0-15,-8-7-86 16,-6-4-132-1,-17 0-143-15,-4-4-139 16</inkml:trace>
  <inkml:trace contextRef="#ctx0" brushRef="#br0" timeOffset="59683.94">8644 15110 785 0,'0'0'105'0,"0"0"52"16,0 0 26-16,0 0-46 15,0 0-41-15,-281 164-27 16,257-102-14-16,8-3-23 16,6 2-23-16,10-4-4 15,0 0-5-15,0-1-9 0,0-5-77 16,26-9-136-16,19-16-87 16,12-20-275-16</inkml:trace>
  <inkml:trace contextRef="#ctx0" brushRef="#br0" timeOffset="59904.06">9172 15024 899 0,'0'0'126'0,"0"0"13"16,0 0 117-16,0 0-107 16,0 0-112-16,0 0-17 15,26-24-12-15,18 74 17 16,8 19 95-16,-2 8-110 15,2-1-9-15,-17-6 0 16,-9-4-1-16,-21-3-99 16,-5-4-11-16,-5-4-126 15,-61-14-216-15</inkml:trace>
  <inkml:trace contextRef="#ctx0" brushRef="#br0" timeOffset="60280.92">6413 15053 674 0,'0'0'137'0,"0"0"-27"0,0 0 105 15,0 0-163-15,0 0-32 16,-139 180 49-16,68-61 39 16,-4 7 7-16,4 7-53 15,-11-5-38-15,11 3 2 16,5-14-14-16,9-19 2 15,27-14-11-15,11-22-3 16,14-14-11-16,5-11-74 16,0-20-176-16,45-17 25 15,26-3-153-15</inkml:trace>
  <inkml:trace contextRef="#ctx0" brushRef="#br0" timeOffset="60579.79">9172 12464 1121 0,'0'0'54'0,"0"0"-46"16,0 0 47-16,0 0 47 0,0 0-22 15,-243 173-12-15,146-69-22 16,5 4-11-16,-4 1-9 16,-1 3-18-16,0-6-3 15,-9 6-4-15,9-1-1 16,-4-8 0-16,0-5-14 16,4-11-86-16,0-18-134 15,10-19-243-15</inkml:trace>
  <inkml:trace contextRef="#ctx0" brushRef="#br0" timeOffset="60972.82">7413 11975 293 0,'0'0'572'16,"0"0"-551"-16,127-161 51 0,-80 132 71 15,-16 10-61 1,-22 16-36-16,-4 3-37 0,-5 30-7 16,0 32 16-16,14 16 6 15,12-3-12-15,17-9 3 16,27-3 18-16,20-11-16 15,23-1-15-15,3-8 4 16,-3-8 3 0,-21-9-6-16,-22-7-1 0,-29-10 0 15,-25-3-2-15,-16-3 0 16,0 14-5-16,-35 11-45 16,-31 13 50-16,-17 13-106 15,-14 3-174-15,6 2-164 16</inkml:trace>
  <inkml:trace contextRef="#ctx0" brushRef="#br0" timeOffset="61208.32">7715 14057 674 0,'0'0'43'15,"0"167"104"-15,0-57 102 16,0 11-93-16,9 2-61 0,5 3-4 15,-9-4-29-15,-5-5-19 16,0-7-33-16,0-5-6 16,-24-4 0-16,-23-8-4 15,2-16-10-15,-2-11-57 16,19-19-101 0,2-14-78-16,0-21-244 0</inkml:trace>
  <inkml:trace contextRef="#ctx0" brushRef="#br0" timeOffset="61835.71">6524 12950 812 0,'0'0'151'15,"0"0"-75"-15,0 0-1 16,-203 154 53-16,97-25-23 15,3 11-40-15,6 3-31 16,3 9-18-16,-15-5 12 16,12-12-28-16,13-14-4 15,10-19 0-15,20-18-14 0,7-18-95 16,24-18-105-16,6-28-173 16,17-20-163-16</inkml:trace>
  <inkml:trace contextRef="#ctx0" brushRef="#br0" timeOffset="62197.87">5376 12285 874 0,'0'0'9'0,"0"0"0"16,0 0 80-1,0 0 58-15,0 0-111 0,0 0-36 16,-106-62 0-16,99 97 3 16,7 7 14-16,0 2 2 15,7-7-7-15,38-8 20 16,7-1-18-16,2-5-13 16,24 0 3-16,-3 5 7 15,0-2-7-15,8 5-2 16,-12 1 0-16,-5-4 5 15,-14-5 67-15,-12-8-51 0,-26-7-1 16,-14-5-2-16,0-3 21 16,0 4-6-16,0 4-35 15,-26 8 8-15,-24-1-18 16,-11-1 4 0,-10-5-174-16,10-9-41 0,-5 0-236 15</inkml:trace>
  <inkml:trace contextRef="#ctx0" brushRef="#br0" timeOffset="62417.85">5421 12183 191 0,'0'0'602'16,"0"0"-490"-16,0 0 45 16,0 0-7-16,0 0-108 15,0 0 16-15,167-184 31 16,-89 145-46-16,-7 4-19 15,-15 7 4-15,-16 11-23 16,-9 2-2-16,-12 9-3 16,-7 6-25-16,-3 0-106 15,-4 2-139-15,-5 17-212 16</inkml:trace>
  <inkml:trace contextRef="#ctx0" brushRef="#br0" timeOffset="62810.83">5055 12115 492 0,'0'0'84'0,"-49"-182"36"0,49 72-12 16,0-16 6-16,45-9-65 15,51-13-10-15,32-7-36 16,34 3 4-16,20 9-7 16,32 24 5-16,36 23-4 15,19 20 4-15,14 30 19 16,2 24 77-16,-21 22-6 15,-19 19 11-15,-28 53-53 16,-28 22 10-16,-45 26-16 16,-43 14-18-16,-40 4-19 15,-42-1-10-15,-19-6 0 0,-5 0-10 16,-61-3 9-16,-9 6-138 16,-12-11-163-16,-5-28-181 15</inkml:trace>
  <inkml:trace contextRef="#ctx0" brushRef="#br0" timeOffset="63832.51">11159 14203 927 0,'0'0'69'16,"0"0"15"-16,0 0 70 15,0 0 29-15,0 0-96 16,0 0-32-16,-35-17-36 15,20 57 6-15,-6 20 23 16,0 9 50-16,7-7-66 16,4-5-17-16,3-2-10 0,7-6-2 15,0 2-3-15,0-2-5 16,0-2-41-16,22 1-35 16,13-9-37-16,10-7-103 15,16-13-135-15,12-19-90 16</inkml:trace>
  <inkml:trace contextRef="#ctx0" brushRef="#br0" timeOffset="64150.3">11748 14403 741 0,'0'0'123'0,"0"0"77"16,0 0 1-16,0 0-72 16,0 0-72-16,0 0-27 15,-18-60-18-15,18 60-9 16,0 0-2-16,0 34 0 15,28 6 5-15,24 12-1 16,14-4 2-16,16-2 3 16,-2 3-2-16,8 2-6 15,-13 0 0-15,-9 2 3 16,-9-2 1-16,-22-13 4 16,-21-4 10-16,-9-15 13 15,-5-6 10 1,0 2-20-16,-28 3 23 0,-50 2-37 0,-7 1-9 15,-2-2-22-15,21-10-82 16,9-6-53-16,12-3-180 16,5-9-84-16</inkml:trace>
  <inkml:trace contextRef="#ctx0" brushRef="#br0" timeOffset="64322.08">11928 14364 729 0,'0'0'68'0,"0"0"48"16,0 0 54-16,0 0-77 0,0 0-79 0,0 0-12 16,278-41-2-1,-160 41-6 1,-8 0-93-16,4 6-183 0,-25 5-16 0</inkml:trace>
  <inkml:trace contextRef="#ctx0" brushRef="#br0" timeOffset="64481.01">12856 14346 531 0,'0'0'173'0,"0"0"30"0,0 0 13 0,0 0-98 16,0 0-24 0,0 0-37-1,5 51-7-15,38 12 21 16,11 6-45-16,12-3-13 16,5-4-4-16,6-9 1 15,-11-11-7-15,-16-6-3 16,-3-6-6-16,-16-4-53 15,-12-7-231-15,-3-13-146 0</inkml:trace>
  <inkml:trace contextRef="#ctx0" brushRef="#br0" timeOffset="64685.26">13288 14400 663 0,'0'0'289'15,"0"0"-170"-15,0 0 35 16,0 0 20-16,0 0-120 15,0 0-7-15,-259 66 21 16,240-3-42-16,7 3-12 16,7 2-14-16,0 4-6 15,5 2-1-15,0 4-104 16,0-7-113-16,0-17-111 0,26-22-258 16</inkml:trace>
  <inkml:trace contextRef="#ctx0" brushRef="#br0" timeOffset="64905.83">14082 14308 916 0,'0'0'163'0,"0"0"54"16,0 0 4-16,0 0-144 16,0 0-43-16,0 0-14 0,5 26-10 15,-26 40-1-15,7 6-3 16,9-4-6-16,-2-5 0 15,7-6-2-15,0-3-47 16,0-13-106-16,26-8-105 16,14-15-96-16,7-15-34 15</inkml:trace>
  <inkml:trace contextRef="#ctx0" brushRef="#br0" timeOffset="65077.86">14280 14627 488 0,'0'0'150'15,"0"0"10"-15,0 0 104 16,10-164-32-16,-10 158-53 15,0 6-53-15,0 0-86 16,0 0-19-16,0 35-13 0,0 19 53 16,5 6-34-16,16 9-19 15,-2-1-6-15,2 4-2 16,-16 3 0-16,-5-4-43 16,0 0-116-16,-71-2-86 15,-40-12-199-15</inkml:trace>
  <inkml:trace contextRef="#ctx0" brushRef="#br0" timeOffset="65360.98">10530 15701 1123 0,'0'0'37'0,"-290"33"7"15,259-16-5-15,31-2 18 16,106 0-30-16,118-5 15 15,127-10-19-15,102 0-13 16,75-16-4-16,31-20-6 16,35-2 2-16,7 1 21 15,-23 5 92-15,-29 5-66 16,-75 1-32-16,-73-8 6 16,-97 2-9-16,-99-3-8 15,-90 4-2-15,-68 2-4 16,-47 1 0-16,-21 5-69 0,-80 2-138 15,-36-4-44-15,-16-1-382 16</inkml:trace>
  <inkml:trace contextRef="#ctx0" brushRef="#br0" timeOffset="66398.89">19123 9311 604 0,'0'0'259'15,"0"0"-75"-15,0 0-104 16,0 0 137-16,0 0-32 15,0 0-125-15,0-152-3 16,0 152 42-16,0 0-59 16,0 0-25-16,0 21-6 15,0 32-1 1,0 23 76-16,0-2-52 0,0 3-15 0,0-5-10 16,0-9-6-16,0-3-1 15,0-1-1-15,0-3-4 16,0-3-53-16,0-1-95 15,0-11-57-15,21-14-78 16,5-27-82-16,2 0-88 16</inkml:trace>
  <inkml:trace contextRef="#ctx0" brushRef="#br0" timeOffset="66807.38">19566 9171 687 0,'0'0'118'16,"0"0"72"-16,0 0 41 31,0 0-96-31,0 0-31 0,0 0-52 0,5-29-20 16,-5 29-18-16,-5 44-7 15,-16 15 10-15,7 13-3 16,2 5 2-16,12 4-8 16,0-4-6-16,0 0 0 15,26-6-2-15,14-13 2 16,12-7-2-16,-3-14 0 15,-2-11 0-15,-7-14-1 16,-4-4 1-16,-10-8 2 16,4 0 0-16,-4 0 5 0,5-17-3 15,-12-18 0-15,2-8-1 16,-11-2 1-16,-10 4-1 16,0 2 1-16,0 9-4 15,-5 9 0-15,-35 9 3 16,-3 3-1-16,-6 9-2 15,-17 0-8-15,4 0 5 16,11 17 3-16,15 8-18 16,27 7-89-16,9 2-106 15,0-7-109 1,26-10-108-16</inkml:trace>
  <inkml:trace contextRef="#ctx0" brushRef="#br0" timeOffset="67186">20297 9328 805 0,'0'0'83'15,"0"0"76"-15,0 0 40 16,0 0-85-16,0 0-29 16,0 0-52-16,0-103-20 15,0 103-13-15,0 8 4 0,0 28-3 16,0 15-1-16,0 3 0 15,0-4 3-15,0-2 5 16,9 0-6-16,34-6-3 16,6-4 1-16,13-4 0 15,8-1 1-15,-4-7 1 16,12-2 3-16,-12-3-4 16,-12-4 1-16,-7 4-1 15,-11 0 5-15,-17-6 16 16,-12-4 15-16,-7-5-15 15,0-6 24-15,0 11 15 16,-36-1-35-16,-37 6 2 0,-7 2-21 16,-2-4-7-16,11-5-6 15,10 0-63-15,11-2-64 16,10-7-145-16,-2 0-119 16,11-25-111-16</inkml:trace>
  <inkml:trace contextRef="#ctx0" brushRef="#br0" timeOffset="67374.08">20306 9371 847 0,'0'0'127'0,"0"0"38"15,0 0 2-15,0 0-113 16,0 0-12-16,271-119 13 16,-169 95-7-16,-10 5-17 15,-26 4-19-15,-21 12-12 16,-20 3-3-16,-25 0-40 15,0 31-227-15,-16 16-208 16</inkml:trace>
  <inkml:trace contextRef="#ctx0" brushRef="#br0" timeOffset="67735.49">17241 11814 846 0,'0'0'52'0,"0"0"45"16,0 0 95-16,0 0-83 16,0 0-52-16,0 0 22 15,154 74-24-15,8-74-22 16,22-6-14-16,-7-21-10 16,-14 1-9-16,-31 2 6 15,-40 5-13-15,-40 7-2 16,-43 12-121-16,-9 0-195 15,-61 0-396-15</inkml:trace>
  <inkml:trace contextRef="#ctx0" brushRef="#br0" timeOffset="67908.46">17416 12189 816 0,'0'0'114'15,"0"0"31"-15,0 0 42 16,0 0-115-16,0 0-37 15,391 6-7-15,-183-35-28 16,6-5-15-16,-27-6-223 16,-34-11-360-16</inkml:trace>
  <inkml:trace contextRef="#ctx0" brushRef="#br0" timeOffset="69200.81">20693 11291 899 0,'0'0'49'0,"0"0"72"15,26-175 94-15,-26 135-49 16,0 20-70-16,0 12-38 0,0 8 31 15,0 0 2-15,0 0-65 16,-14 34-20-16,-12 23-2 16,0 15 16-16,5 5-18 15,21-11 5-15,0-9-4 16,35-9-4-16,17-13 1 16,9-5 0-16,0-11 0 15,-11-8 0-15,-3-5-4 16,-7-6 2-16,0 0-1 15,-4-9 3-15,-1-26 0 16,0-10-2-16,-4-6 2 0,-5-2 0 16,-17-4 2-16,-2 1-1 15,-7 5-1-15,0 11-3 16,0 16 3-16,0 16 0 16,0 8 2-16,0 0-2 15,0 0 1-15,-16 26 2 16,-10 33 2-16,2 19 5 15,-2 10 2-15,5-8-6 16,12-2 10-16,4-7 21 16,0-2-33-16,5-9 2 15,0-5-6-15,0-1 3 16,0 0-3-16,0-3-45 0,19-4-121 16,21-7-66-1,12-17-346-15</inkml:trace>
  <inkml:trace contextRef="#ctx0" brushRef="#br0" timeOffset="69590.07">21806 11231 1057 0,'0'0'15'0,"0"0"41"15,0 0 110-15,0 0-70 16,0 0-77-16,0 0-12 15,52-20 16-15,-3 77 20 16,-11 12-1-16,-34 8-21 16,-4-3-3-16,-11-5-14 15,-44-6 6-15,-18-9 2 16,-7-3-1-16,0-10 7 16,2-12-10-16,29-10 13 15,23-7-5-15,16-9 2 16,10-3-13-16,0 0 2 15,19 0-3-15,52 0 1 16,37 0 10-16,17-9-13 0,14-6 2 16,-2-5-3-16,0-2-1 15,-5 5-2-15,-9-4-2 16,-17 5-24-16,-19 4-19 16,-26 6-18-16,-25 6-38 15,-36 0-178-15,0 0-137 16</inkml:trace>
  <inkml:trace contextRef="#ctx0" brushRef="#br0" timeOffset="69923.92">19962 12489 558 0,'0'0'301'0,"-285"23"-223"15,209-20 86-15,46-3 5 16,30 0-91-16,40 0 39 16,108 0-71-16,81 0 2 15,66 0-22-15,35 0-15 16,19-6 0-16,7-10 8 16,-14 1 5-16,-29-2-1 15,-54 2 7-15,-65 1-12 0,-67 1 2 16,-61 4-2-16,-35 6-6 15,-31 0-6-15,0 3-6 16,-36 0-19-16,-60 0-9 16,-36 13-104-16,-22 16-50 15,-8 9-136-15,-15-1-338 16</inkml:trace>
  <inkml:trace contextRef="#ctx0" brushRef="#br0" timeOffset="70206.86">20287 12930 1026 0,'0'0'122'16,"0"0"0"-16,0 0 69 16,0 0-103-16,0 0-51 15,0 0-11-15,-16 34 2 16,16 42 91-16,0 7-82 15,-5-2 9-15,5-6-30 16,0-7-6-16,0-2-6 0,0-10-1 16,0-5-3-1,0-12-2-15,0-4-26 0,21-7-103 16,19-8-29-16,17-11-135 16,4-9-207-16</inkml:trace>
  <inkml:trace contextRef="#ctx0" brushRef="#br0" timeOffset="70631.36">20926 12855 805 0,'0'0'94'16,"0"0"72"-16,0 0 36 0,0 0-96 16,0 0-42-16,0 0-15 15,-252-25-7-15,231 82-9 16,7 12-7-16,7 5-9 15,7 0-4-15,0-2-6 16,0 0-5-16,42-6 1 16,8-4-2-16,6-10 0 15,5-11-1-15,-6-10 0 16,-8-9-5-16,-7-11 2 16,-9-10-11-16,-1-1 11 15,-9 0 3-15,3-14 3 16,-8-18 11-16,3-8-12 15,-7-1 1-15,-12-1-1 0,0 4 2 16,0 4 2-16,-35 14 10 16,-17 4 14-16,2 16 5 15,-11 0-3-15,-5 0-13 16,10 13-8-16,-1 10-7 16,22 5 3-16,-1 5-7 15,15-5-3-15,12 6-67 16,4 1-8-1,5-7-64-15,0-7-94 0,0-7-164 16,5-14-374-16</inkml:trace>
  <inkml:trace contextRef="#ctx0" brushRef="#br0" timeOffset="71055.87">21466 12983 546 0,'0'0'297'15,"0"0"-158"-15,0 0 28 16,0 0-6-16,0 0-96 16,0 0-22-16,5-110-17 15,-5 110-16-15,0 6-4 0,0 26-1 16,0 10 10-16,0-3-15 16,0-4 5-16,0-1-2 15,31-2 0-15,-1-2 2 16,1-9-5-16,4 0-2 15,5-5 2-15,-4 1 2 16,6-2-1-16,3 3 1 16,0-1 1-1,-3 5-1-15,-7 1 5 0,-4 0 32 16,-17 5-10-16,-14-1 7 16,0 3 4-16,0-3-11 15,-26 1 64-15,-35-5-68 0,-5-2-14 16,-9-10-5-16,9-6-4 15,14 1-4-15,7-2 0 16,10-4-46-16,13 0-84 16,3-36 3-16,19-15-131 15,0-17-152-15,0-13-327 16</inkml:trace>
  <inkml:trace contextRef="#ctx0" brushRef="#br0" timeOffset="71135.1">21466 12983 722 0</inkml:trace>
  <inkml:trace contextRef="#ctx0" brushRef="#br0" timeOffset="71261.21">21466 12983 722 0,'-5'-113'105'0,"5"113"51"0,0-3 63 0,0 0-128 0,36-3-31 0,44-3-11 16,21-4 33-16,13 1-34 31,-4-5-9-31,-1 0-18 16,-8-2 7-16,-25 7-16 15,-20 0 1-15,-32 4-13 16,-12 8-1-16,-12 0-52 16,0 0-225-16,-71 0-231 0</inkml:trace>
  <inkml:trace contextRef="#ctx0" brushRef="#br0" timeOffset="74739.72">21568 6808 245 0,'0'0'107'15,"0"0"-19"-15,0 0 42 16,0 0 0 0,0 0-49-16,0 0 20 0,0 0-6 15,0-74-18-15,0 71-2 16,0 3-30-16,0 0-10 16,0 3-22-16,-31 48-5 15,-30 32 44-15,-15 21 39 16,-6 12-44-16,6 7 35 15,1-2-16-15,4-9-31 16,-2-7-5-16,2-22-4 0,10-12 16 16,11-14-2-16,3-13 6 15,17-11-29-15,11-8-13 16,7-3 1-16,3 1-5 16,4-3-6-16,-5 6 6 15,6-1-56 1,-3 1-80-16,7-2-85 0,-5-9-78 15,-5-15-262-15</inkml:trace>
  <inkml:trace contextRef="#ctx0" brushRef="#br0" timeOffset="75729.19">21678 5672 599 0,'0'0'8'15,"0"0"1"1,0 0 44-16,0 0 69 0,0 0-32 15,0 0 13-15,-155 21-8 16,143-21 0-16,-2-12-24 16,-7-19-43-16,6-7-5 15,-1-1 3-15,11-2-9 0,5 2-7 16,0 9-2 0,0 5 5-16,0 14-4 0,0 0 8 15,17 1-10-15,6 8 6 16,3 2 13-16,0 0-24 15,0 21-2-15,-7 26 2 16,-7 19 1-16,-12 6 3 16,0 5 2-16,0 0 0 15,-12-2-3-15,-23-3 1 16,-10-13 13-16,5-12-8 0,-3-11 3 16,8-12-5-16,9-3-2 15,2-9 2-15,8 0-2 16,7-4-4-16,-1-2-2 15,3-2 0-15,7-2 2 16,0 3 7 0,0-5-8-16,0 0-2 0,0 0 17 15,42 0-15-15,48 0 3 16,37 0 5-16,22 0-4 16,-3-11-4-16,-7-6 1 15,-12 0-1-15,-20-2-1 16,-23 7 0-16,-27 3 12 15,-26 0 1-15,-22 9 7 0,-9-2 13 16,0 2-11-16,0 0 6 16,0 0 7-16,0 0-27 15,0 0-9-15,0 0-1 16,0 0-14-16,0 0-6 16,0 8-24-16,0 43-88 31,0 12-110-31,0 6-361 0</inkml:trace>
  <inkml:trace contextRef="#ctx0" brushRef="#br0" timeOffset="76421.89">21233 9383 419 0,'0'0'53'0,"0"0"40"15,106-158 30-15,-80 113-30 16,-12 11 46-16,-9 5-26 16,-5 9 10-16,0 8-33 15,0 5-11-15,0 7-15 16,-50 0-40-16,-32 31 0 15,-34 35 17-15,-28 17 24 16,-18 21-29-16,-20 9-5 0,-32 9 1 16,-10 1 0-1,-5-8-13-15,12-15-2 0,19-14 22 16,24-17 10-16,27-12-33 16,29-12-7-16,27-13-1 15,32-12-2-15,23-7-5 16,20-8-1-16,16-5 0 15,0 0-1-15,0 0-1 16,0 0-10-16,0 0-101 16,0 0 0-16,21 0-47 15,40 0-41-15,24-32-176 16</inkml:trace>
  <inkml:trace contextRef="#ctx0" brushRef="#br0" timeOffset="78245.83">21775 9929 671 0,'0'0'195'0,"0"0"-99"16,0 0 25-16,0 0 3 15,0 0-18 1,0 0-64-16,-90-51-16 0,69 65 10 16,-9 23 26-16,8 1 1 15,8-2-48-15,14 0 0 16,0 0-9-16,0-4 6 15,5 2-7-15,30-11 1 16,5 0-3-16,8-4-3 16,1-4 0-16,-2-6 2 15,3-7-1 1,6 2 5-16,-4-4-3 0,-7 0-1 0,-5 2 0 31,2 1-1-31,-13 6 0 0,1 10-1 0,-4 5-2 16,-9 8 2-16,-3 2 4 31,-14-6 10-31,0-3-3 16,0-7 6-16,0-6 8 15,-21-1 31-15,-29 1-1 16,-16 1-42-16,-9-4-4 16,-3-3-8-16,7-4 0 15,15-2-2-15,6 0-4 0,15 0-29 16,4 0-90-1,10-2 19-15,16-32-76 0,5-19-222 16,0-9-121-16</inkml:trace>
  <inkml:trace contextRef="#ctx0" brushRef="#br0" timeOffset="78528.67">21690 9916 682 0,'0'0'49'0,"0"0"-3"16,0 0 175-16,0 0-69 0,0 0-97 16,0 0 11-16,-35-15-18 15,54 15-14-15,28-3-4 16,19-3-8-16,19-2 19 16,11-1 3-16,1-6-19 15,-10 3 8-15,-21-1 0 16,-21 7-13-16,-24 4 1 15,-16 2-7-15,-5 0-8 16,0 0-6-16,0 0-9 16,0 0-24-16,-14 0-93 15,-17 0-71-15,-4 13-163 0</inkml:trace>
  <inkml:trace contextRef="#ctx0" brushRef="#br0" timeOffset="79063.55">22614 9916 810 0,'0'0'100'0,"0"0"-44"0,0 0 76 16,0 0-65-1,0 0-25-15,0 0-15 0,0-87-1 16,0 87 29-16,0 0-41 15,0 0-10-15,0 0-4 16,-4 0-2-16,-13 6 2 16,-2 19 25-16,3 4-18 15,11 8 1-15,5-2 0 16,0 4 12-16,0-7-16 16,5-1 0-16,21-7-3 15,4-4-1-15,1-1 4 16,4-4-4-16,12-1 1 15,3-5 3-15,11-3-4 0,5-1 4 16,5-1 1-16,-5-2-4 16,-9 4 3-16,-8 7-2 15,-11 2 3-15,-10 6 16 16,-11 5 18-16,-17 5 7 16,0-3-5-16,0 3 1 15,-26-5-13-15,-24-5 19 16,-16 1-16-16,-7-7 10 15,2-1-28-15,1-5-13 16,8-3 8-16,6-6-5 16,6 0-4-16,10 0-8 15,-2 0-106-15,6-6-5 0,13-20-55 16,2-16-64-16,11-9-204 16</inkml:trace>
  <inkml:trace contextRef="#ctx0" brushRef="#br0" timeOffset="79346">22666 9875 699 0,'0'0'114'15,"0"0"-53"-15,0 0 104 16,0 0-17-16,0 0-85 16,0 0 27-16,-26-15-5 0,26 12-21 15,19-4-55 1,42-8 6-16,22 1 10 0,14 0-2 15,-5-4-10-15,-12 3-2 16,-19 2 27-16,-16 4-13 16,-24 6 2-16,-16 0-8 15,-5 3-4-15,0 0-9 16,0 0-6-16,0 0-26 16,0 0-2-16,0 0-54 15,-19 0-110-15,-19 0-95 0,3 0-502 16</inkml:trace>
  <inkml:trace contextRef="#ctx0" brushRef="#br0" timeOffset="81969.45">3103 7408 818 0,'0'0'65'0,"0"0"-15"16,0 0 122-16,0 0-60 16,0 0-59-16,0 0-23 15,-330 153 46-15,219-64 3 0,3 2-27 16,-3 12 4-16,0-3-19 15,-2-1 16-15,-2-6 25 16,6-13-56-16,13-14-12 16,20-12-6-16,31-9-3 15,15-15-1-15,13-10-29 16,17-12-87-16,0-5-34 16,0-3-60-16,0 0-12 15,0 0-90-15,0 0-123 16</inkml:trace>
  <inkml:trace contextRef="#ctx0" brushRef="#br0" timeOffset="82253.11">1361 8514 650 0,'0'0'50'16,"0"0"-4"-16,0 0 139 15,0 0-52-15,0 0-119 16,0 0 63-16,467 0 62 15,-203-29-43-15,35-14-41 16,38-6 2-16,19 0-10 16,10-2 23-16,-10 5 6 0,-17 3-50 15,-39 1 23 1,-46 10-27-16,-51 2 42 0,-54 6-58 16,-48 9 1-16,-30 7-3 15,-41 4-4-15,-13 2-12 16,-12 2-56-16,-1-4-166 15,-4-11-150-15,0-11-728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3-09-30T08:31:36.2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1" timeString="2023-09-30T08:32:00.128"/>
    </inkml:context>
  </inkml:definitions>
  <inkml:trace contextRef="#ctx0" brushRef="#br0">7820 2650 0</inkml:trace>
  <inkml:trace contextRef="#ctx1" brushRef="#br0">12694 3404 56 0,'0'0'41'15,"0"0"0"-15,0 0 24 16,0 0 1-16,0 0 11 16,0 0-8-16,-278-8-16 0,240 8 17 15,2 0-1-15,6 0-2 31,2 0 6-31,-10 0 7 0,2 0-10 0,-4 0-18 16,-4 6-4-16,1 2-11 16,3 4 3-16,9-6-9 15,6 4 4-15,15-10-14 16,5 2-9-16,5 2 1 16,0 5 0-16,26 9-7 31,50 2 15-31,42 3-8 15,40-4-6-15,44-4-2 16,32-10-1-16,44-5 0 16,43 0 4-16,30 0 30 15,10-23 9-15,4-8-13 16,-23-3-7-16,-38-6 5 0,-31 5-7 16,-49-4 18-16,-56 9-11 15,-41 7-11-15,-49 4-9 16,-33 10-3-16,-29 3-7 15,-11 6 1-15,-5 0-3 16,0 0 0-16,0 0-8 16,0 0-11-16,0 0-31 15,-5 0-62-15,-37 21-59 16,-24 3-130-16,-14-3-190 16</inkml:trace>
  <inkml:trace contextRef="#ctx1" brushRef="#br0" timeOffset="1245.83">11602 5924 695 0,'0'0'42'0,"0"0"42"16,0 0 107-16,0 0-57 15,0 0-14-15,0 0-39 16,0-91-29-16,0 91 3 15,0 0-24-15,0 0-16 16,0 6 1-16,-7 33-13 16,-7 17 5-16,0 6-7 15,2 4 3-15,7-3 3 16,1 3-3-16,-1-9-1 16,0-6-1-16,-2-13-2 15,2-14 3-15,5-6-2 0,-4-12-1 16,4-3-1-16,0-3 1 15,0 0 1-15,0 0 2 16,0 0-2-16,0 0-1 16,0-15 3-16,4-21-1 15,27-2 0-15,4-2-1 16,-4 11 0-16,4 1-2 16,8 11 1-16,-3 5 0 15,5 6 0-15,7 6 0 16,4 0 0-16,10 0 0 0,5 26 0 15,-5 11 1-15,0 4-1 32,-5 2 2-32,-16-5-1 0,-14 1 1 0,-10-4-2 15,-21 4 0-15,0 1 2 16,0-2 0-16,-21 1 0 16,-31-4-1-16,2-5 1 15,-11-3-2-15,4-3-1 16,8-7 1-16,7-4-3 15,13-7 3-15,-1-6-8 16,-6 0-41-16,-2 0-69 16,-6-12-102-16,-8-16-105 15,2-4-177-15</inkml:trace>
  <inkml:trace contextRef="#ctx1" brushRef="#br0" timeOffset="1670.33">11444 6007 679 0,'0'0'15'0,"0"0"-5"0,0 0 113 0,0 0-12 15,0 0-54-15,0 0-42 16,10-28 3-16,30 28 0 15,16 0 25-15,15 0-19 16,-5 0 6-16,12 0 41 16,-7 0-48-16,-1 0-7 15,-4 0 2-15,-4 0 4 16,-1 0-4-16,-12 0-3 16,-1 0 3-16,-13 0-2 15,-16 0-3-15,-7 0-3 16,-8 0 3-16,-4 0-3 15,0 0 8-15,0 0 4 0,0 0-6 32,0 0-1-32,0 0-8 0,0 0-3 0,0 0-2 15,0 0-2-15,0 0-37 16,0 0-75-16,5 0-89 16,4 0-144-16,-9 0-125 15</inkml:trace>
  <inkml:trace contextRef="#ctx1" brushRef="#br0" timeOffset="2582.55">13198 5701 237 0,'0'0'239'0,"0"0"-193"16,0 0 57-16,80-157-17 15,-70 138 8-15,2 7-30 16,-12 9-14-16,0 3-2 0,0 0 3 16,0 19-31-16,-26 49-5 15,-26 34 5-15,-19 23 7 16,0 21 12-16,-16 20 19 15,2 18-19-15,-16 6 28 16,-8 4 5-16,-6-3-5 16,-3-9-9-16,3-7-18 15,11-16-10-15,19-26-13 16,19-16 0-16,19-24-3 16,23-16-8-16,8-20-3 15,6-21-3-15,-1-13 4 0,11-17-6 16,-5-3 2-1,5-3-32-15,0 0-48 0,0-3-96 16,0-49-42 0,0-36-335-16</inkml:trace>
  <inkml:trace contextRef="#ctx1" brushRef="#br0" timeOffset="4391.32">13137 6766 692 0,'0'0'18'0,"0"0"115"15,0 0 67-15,0 0-85 16,0 0-41-16,0 0 6 31,0-60 17-31,0 60-11 16,0 0-12-16,0 0 0 15,0 0-40-15,0 0-10 16,-5 22 1-16,-2 22-4 16,2 16 14-16,1 5-17 15,4-2 11-15,0-5 23 16,0-5-41-16,0-12-6 15,0 1-1-15,0-12-2 16,0-3 0-16,0-3-1 16,0-10 0-16,0-1-1 0,4-8-1 15,1-1-86-15,16-4 0 16,19 0-87-16,17-7-53 16,4-28-294-16</inkml:trace>
  <inkml:trace contextRef="#ctx1" brushRef="#br0" timeOffset="5018.46">13710 6978 615 0,'0'0'57'16,"0"0"-34"-16,0 0 134 15,0 0-12-15,0 0-62 16,0 0-19-16,-212-9-20 15,195-12 28-15,8-8-39 16,4-4-16-16,5 0 3 16,0 0-3-16,0 4-14 15,31 1-2-15,13 5 4 16,13 8 0-16,0 3-3 16,9 10 2-16,-7 2-3 15,2 0-1-15,-9 14 2 16,-7 24-1-16,2 5 2 0,-17 8-1 15,-11 2-2 1,-14 3 4-16,-5-2-2 0,0 0 2 16,-14-8 2-16,-38 3-2 15,-9-7 0-15,-15-4 2 16,5-7 3-16,1-5 6 16,8-6-10-16,6-3 1 15,20-5-5-15,11-7 3 16,15 1-1-16,10-6 3 15,0 0-4-15,0 0-4 0,0 0 7 16,0 0 2 0,52 0-3-16,14 0-2 0,14 0 4 15,12 0-5-15,9 0 1 16,6-2 7-16,10-11 8 16,-6 7 3-16,-19-1-1 15,-21 1 6-15,-24 4-11 16,-28 2-4-16,-7 0-1 15,-12 0-1-15,0 0 9 16,0 0-15-16,0 0 8 16,0 0-10-16,0 0-1 15,0 0-7-15,0 0-44 16,0 0-52-16,0-9-123 16,-7-14-229-16</inkml:trace>
  <inkml:trace contextRef="#ctx1" brushRef="#br0" timeOffset="12026.63">11638 9597 831 0,'0'0'32'0,"0"0"3"16,0 0 122-16,0 0-36 15,0 0-70-15,0 0-32 16,0 0-5-1,-36-29 22-15,36 32-26 0,0 35-4 16,0 20 89-16,0 13-50 16,0 3-30-16,0 3 36 15,0 7-14-15,0-5-26 16,0-5 23-16,0-13-8 16,0-10-20-16,0-11 11 15,0-11-7-15,0-11-4 16,0-3-2-16,0 0 11 15,0-3-15-15,0-1-1 16,0-2-5-16,0-3-2 0,0-2-16 16,10 3-96-1,4-5-109-15,7-2-7 0,10 0-110 16,9-7-146 0</inkml:trace>
  <inkml:trace contextRef="#ctx1" brushRef="#br0" timeOffset="12325.33">12090 10192 426 0,'0'0'254'15,"0"0"-227"-15,0 0 125 0,0 0-5 16,0 0-67-16,0 0 7 16,-158-31-28-16,158 31-31 15,31 0 2-15,49 0 13 16,43 0-7-16,23 0-14 15,28 0 22-15,-2 0-1 16,1 0 4-16,-11 0-19 16,-18 0 4-16,-24 0-8 15,-37 0-9-15,-34 0-12 16,-28 0 2-16,-21 0-5 16,0 0 0-16,0 0-1 15,0 0-2-15,0 0-24 0,0 0-55 31,-9 0-145-31,-17 0-80 0,5-18-264 0</inkml:trace>
  <inkml:trace contextRef="#ctx1" brushRef="#br0" timeOffset="12732.89">13974 9460 563 0,'0'0'145'0,"0"0"-121"15,0 0 122-15,0 0 18 16,0 0-71-16,0 0-12 16,-54-117-51-16,47 117-19 15,2 6-8-15,-5 31 0 32,10 5 1-32,0 5 3 0,0-5 13 0,31-1-17 15,14-4-2-15,11-3 1 16,6-2-2-16,-6-10 5 15,-1 3-4-15,1-4 0 16,-11 2-1-16,2 1 2 16,-12 3 0-16,-13 5-1 15,-8-1 2-15,-9-5 1 0,-5 2 2 16,0-7 10-16,-26-1 30 16,-29-1-6-16,-6-5-5 15,0-5-21-15,0-3-8 16,16-6-3-16,2 0-3 15,8 0 0-15,4-6-4 16,3-24-78-16,-10-8-82 16,3-19-192-16,-5-14-229 15</inkml:trace>
  <inkml:trace contextRef="#ctx1" brushRef="#br0" timeOffset="12827.44">13974 9460 696 0</inkml:trace>
  <inkml:trace contextRef="#ctx1" brushRef="#br0" timeOffset="12968.61">13974 9460 696 0,'-229'-217'11'0,"229"217"40"0,0-4 131 0,0 2-70 0,57-2-15 0,54 2-1 16,32-1-53-16,20-3-1 16,0 2 2-16,-17-2-18 15,-23 0 5-15,-36 3-21 16,-33 0-4-16,-28 3-5 15,-26 0-1-15,0 9-25 0,-10 27-48 16,-56 11-93 0,-21 10-163-16,-5 0-171 0</inkml:trace>
  <inkml:trace contextRef="#ctx1" brushRef="#br0" timeOffset="13267.13">13583 10480 347 0,'0'0'322'16,"0"0"-298"-16,0 0 21 15,0 0 81-15,0 0 43 16,0 0-57-16,188 75 11 0,-61-66-40 16,22-6-14-16,7-3-23 15,18 0-15-15,-11 0 20 16,-17-9-24-16,-9-5-9 15,-24-3 20-15,-21 3-11 16,-26 6-16-16,-31-2 0 16,-16 8-8-16,-19-4-3 15,0 3-1-15,0 3-25 16,0 0-67-16,-50 0-144 16,-20 9-188-16</inkml:trace>
  <inkml:trace contextRef="#ctx1" brushRef="#br0" timeOffset="13582.26">14137 10874 892 0,'0'0'17'16,"0"0"-14"-16,0 0 38 0,0 0 86 15,0 0-75-15,0 0-29 16,-71 36-3-16,71 18 127 16,0 7-100-16,0 5 40 15,0-3-33-15,0-1-26 16,0-4 12-16,-5-10-24 16,0-3-8-16,1-4-6 15,4 1 0-15,-5-4-2 16,-2 2-4-16,7-8-54 15,0-5-169-15,0-12-132 16,0-15-193-16</inkml:trace>
  <inkml:trace contextRef="#ctx1" brushRef="#br0" timeOffset="14052.24">14280 11265 714 0,'0'0'55'0,"0"0"-20"16,0 0 135-16,0 0-29 15,31-170-76-15,-7 145-26 16,6 3 4-16,1 5-17 16,4 7 0-16,1 6-12 15,-6 4-3-15,1 0 5 16,0 8 30-16,-5 26-21 16,-10 14-4-16,-7-1-1 15,-9 7 4-15,0 0 1 0,0-3-10 16,-16-4 37-1,-24 1-33-15,-5-3 7 0,3-7 17 16,-3-1-18-16,5-8 1 16,0-5 29-16,2-5-41 15,19-5-6-15,-2-2-2 16,11-6 2-16,10-4 7 16,0 2-11-16,0-2-3 15,0-2 5-15,0 3 39 16,0-3-34-16,0 3-7 15,0-3-2-15,0 0 4 16,0 0-5-16,45 0 3 0,17 0-2 16,20-8 0-16,-2-4 0 15,-9 3-2-15,7 0-2 16,-8 3-3-16,-8 0 0 16,-8 4-86-16,-2-9-90 15,4 0-31-15,6-15-185 16,8-20-421-16</inkml:trace>
  <inkml:trace contextRef="#ctx1" brushRef="#br0" timeOffset="14382.25">16190 10561 879 0,'0'0'79'16,"0"0"-76"-16,0 0 79 16,0 0 90-16,0 0-98 15,0 0-21-15,66-17 43 16,21 17-33-16,5 6-21 0,-7 2-15 16,-2-2 15-1,-13-3-20-15,-4-3 4 0,-9 0-1 16,-8 0-7-16,3 0 5 15,-7 0-4-15,2 0-18 16,-11 0 1-16,-6 0 4 16,-16 0-6-16,-2 0-4 15,-12 0-65-15,0 3-86 16,-7 11-183-16,-38 1-271 16</inkml:trace>
  <inkml:trace contextRef="#ctx1" brushRef="#br0" timeOffset="14634.47">16489 10773 122 0,'0'0'601'15,"0"0"-588"-15,0 0 94 16,0 0 60-16,0 0-94 16,0 0 37-16,-120 101 8 15,181-96-15-15,10-1-38 16,14-4-10-16,7 0-30 15,9-6-7-15,1-20-5 16,6-1 0-16,-6-3-9 0,-10 3-3 16,-12 9-1-1,-19 5-30-15,-26 5-118 0,-25-1-128 16,-10-3-194-16</inkml:trace>
  <inkml:trace contextRef="#ctx1" brushRef="#br0" timeOffset="15310.31">17051 10212 814 0,'0'0'14'0,"0"0"37"16,0 0 116-16,0 0-78 15,0 0-38-15,0 0-12 16,-38-33 14-16,38 33-36 15,0 0-10-15,0 0-2 16,0 8-5-16,0 29 3 16,0 8 20-16,16-1 1 15,10 2-11-15,10-8 9 16,4-2 1-16,-5-4-13 16,5-2-5-16,-5-6-3 15,-4-4 6 1,0-4-8-16,-10-4-1 0,-7-3 1 0,-2-3 0 15,-7-4 3-15,-1 2-3 16,-4-4 0-16,5 2 3 16,-5-2-3-16,0 0 2 15,0 0 3-15,0 0-1 16,0 0 10 0,0 0-4-16,0 0 0 0,0 0-3 15,0 0-4-15,0 0 1 16,0 0 4-16,0 0 0 15,0 0 11-15,0 0-12 16,0 0-2-16,0 0-2 16,0 0 1-16,0 0-2 0,0 0 0 15,0 0-2-15,0 0 2 16,0 0 0-16,0 0-2 16,0 0 0-16,0 0 2 15,0 0 0-15,0 0-4 16,0 0 3-16,0 6-1 15,-5 19 0-15,-39 23 1 16,-22 16 8 0,-17 23 5-16,8 0-10 0,-3 2 3 15,-2 0-7-15,-3 2-3 0,8-5 2 16,4-5-1 0,10-10-49-16,-5-8-171 0,0-18-162 15,4-16-557-15</inkml:trace>
  <inkml:trace contextRef="#ctx1" brushRef="#br0" timeOffset="16978.36">18345 9428 820 0,'0'0'24'16,"0"0"-13"-16,0 0 49 15,0 0 79-15,0 0-45 0,0 0-67 16,0 0 8-1,280-10-23-15,-183 10-2 0,-17 0 17 16,-2 0-19 0,-17 0-6-16,-16 0 3 0,-19 0 0 15,-12-9-3-15,-14 3 7 16,0-3-7-16,0 1 25 16,0-4-17-16,0 6-1 15,0-4 7-15,0 10-1 16,0 0 6-16,0 0-4 15,0 0-7-15,0 0-2 16,0 22-6-16,0 29 2 0,0 12 51 16,-5 7-3-1,-4-5-31-15,4-1-2 0,-2-5 15 16,7-4-16-16,-5-8-2 16,5-6-7-16,0-1-3 15,0-6-6 1,0 0 0-16,0-2 0 0,-4 5-6 15,-10-5-20-15,-12 2-78 16,-10 1-116-16,-16-8-101 16,-9-9-148-16</inkml:trace>
  <inkml:trace contextRef="#ctx1" brushRef="#br0" timeOffset="17261.29">17958 10415 276 0,'0'0'351'16,"0"0"-333"-16,0 0 67 16,0 0 77-16,0 0-27 15,267 0-63 1,-91 0-18-16,27 0-18 0,12-3 36 16,13-10-27-16,1 5 1 15,-22-5 2-15,-13 2 1 0,-36 3-15 16,-26-5-10-16,-36 5 21 15,-30 2-29-15,-30 1-6 16,-31 3-8 0,-5 2-2-16,0 0-11 0,-31 0-89 15,-49 19-184-15,-29 2-195 16</inkml:trace>
  <inkml:trace contextRef="#ctx1" brushRef="#br0" timeOffset="17560.3">18453 10842 893 0,'0'0'60'0,"0"0"-40"16,0 0 147-16,0 0-11 15,0 0-70 1,0 0-16-16,0 0-4 0,29 97-16 15,-13-48-19-15,-2 7 20 16,-2-12-16-16,-3 1-15 16,-4 0-7-16,-5-3-12 15,5 6 3-15,-5-3-3 0,7 2-1 16,2-7-19 0,1-6-111-16,6-6-85 0,-2-13-60 15,8-15-183-15</inkml:trace>
  <inkml:trace contextRef="#ctx1" brushRef="#br0" timeOffset="18141.41">19036 11082 796 0,'0'0'106'0,"0"0"-75"0,0 0 91 15,0 0 27 1,-41-175-72-16,41 145-41 0,0 4-21 15,17 1-1-15,28 4 14 16,11 6-21 0,6 4-4-16,-1 8 2 0,-7 3-3 15,3 0 4-15,-1 18 4 16,-6 20-1-16,-15 9 2 16,-9 10 8-16,-16-2-13 15,-10-2 5-15,0-2-4 16,0-4 5-16,-36-5-1 31,-9-3 2-31,-11-6 13 0,-5-1 4 16,6-4-19-16,-1-7 3 15,11-7-3-15,2-8-3 16,18 0-4-16,10-6 6 16,6 0 1-16,4 0-4 15,5 0-3-15,0 0 0 16,0 0-2-16,0 0 16 15,0 0-17-15,0 0 8 16,0 0-9-16,0 0 46 16,29 0-46-16,32 0 20 15,26-18-12-15,14 1-5 16,13 2-3-16,6-1 0 16,2 1 12-16,6-2-12 0,-6 0 11 15,-11 0 3-15,-9 0-10 16,-20 6 2-16,-7-1-1 15,-23-1-2-15,-12 5 0 16,-21 1-3-16,-12 7 0 16,-7 0 0-16,0 0-9 15,0-2-106-15,-42-8-42 16,-38-8-142-16,-17-11-107 16,-16-16-180-16</inkml:trace>
  <inkml:trace contextRef="#ctx1" brushRef="#br0" timeOffset="19355">2891 4712 806 0,'0'0'39'0,"0"0"77"16,0 0 49-16,0 0-82 15,0 0-24-15,0 0-40 16,-78 28-7-16,29 53 64 16,-8 18 6-16,-4-1-18 15,0 4-32-15,-10-1-2 0,-5-3-8 16,-11 4 11-16,2-7-20 16,3-5-11-16,-5-6-1 15,16-12 1-15,5-10-2 16,21-5-10-16,5-10-69 15,9-11-81 1,1-6-38-16,-17-13-142 0,-19-11-82 16</inkml:trace>
  <inkml:trace contextRef="#ctx1" brushRef="#br0" timeOffset="19653.33">807 6062 632 0,'0'0'80'0,"0"0"-63"0,0 0 60 15,0 0 69-15,0 0-80 16,0 0 28-16,146 19-4 16,59-7 22-16,69 3-58 15,61-13 40-15,46-2-12 16,32 0-43-16,9 0 9 16,19 0 10-1,-10-8-6-15,-35 2-14 0,-28 3 23 16,-50 3-34-16,-63-3-10 15,-66 3-5-15,-62-3 16 16,-56-1-26-16,-41 4-4 16,-20-2 1-16,-10 2-16 0,0 0 10 15,0-16-35 1,-31-13-147-16,-18-31-126 0,1-29-421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34:19.8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4629 3879 595 0,'0'0'54'0,"0"0"9"15,0 0 136 1,0 0-51-16,0 0-63 0,0 0-26 15,0 0-7 1,-97 0-20-16,97 0-14 0,0 0-8 16,0 0 4-16,52 0-12 15,28 0 17-15,52 0 20 16,47-9-10-16,33-10 16 16,43-4-2-16,9 0-9 15,21-2-14-15,-7 10-9 16,-13 6-8-16,-16 4 0 15,-25 2-2-15,-26-3 0 16,-21-3-1-16,-19-4 2 16,-31-4-1-16,-20-7 0 15,-30 3 0-15,-27 0 2 0,-24 9-1 16,-17 7 1-16,-2 5-2 16,-7 0-1-16,0 0-5 15,0 0-6-15,0 0-39 16,-7 0-87-16,-28 8-45 15,-26 14-230-15,2-5-239 16</inkml:trace>
  <inkml:trace contextRef="#ctx0" brushRef="#br0" timeOffset="800.35">8964 3694 804 0,'0'0'22'0,"0"0"-8"16,0 0 115-16,0 0-46 15,0 0-80-15,0 0 35 16,335 26-17-16,-71-22 35 16,47-4-24-16,24-4 38 15,11-26-5-15,-1-4 15 16,-11-6-19-16,-39 2-5 16,-36 5-22-16,-60 2-3 15,-56 10-4-15,-63 4-12 16,-37 8-10-16,-29 3-1 15,-14 4-4 1,0 2-2-16,0 0-34 0,-75 0-70 0,-22 0-101 16,-26 12-70-16,-9-10-246 15</inkml:trace>
  <inkml:trace contextRef="#ctx0" brushRef="#br0" timeOffset="4699.14">9308 1877 370 0,'0'0'341'0,"0"0"-297"16,0 0-20-16,0 0 104 15,-268-145-45-15,187 113-63 0,-20 6-1 16,-12 9 12-16,-24 5-4 15,-21 12 6-15,-19 0-4 16,-2 17-4-16,7 34 4 16,9 18-12-16,27 9 0 15,18 5 3-15,26 6-8 16,21 8-4-16,15 0-3 16,20 1 2-1,17-5-2 1,19-12-3-16,0-4 1 15,36-5-2-15,56-4 3 16,33-2 22-16,44-6-19 16,25-9-3-16,13-14-2 15,17-5 5-15,5-24-6 0,-1-8-1 16,15 0 4-16,17-30-4 16,15-27 0-16,-6-15 5 15,-31-14-1-15,-49-11-3 16,-57-15 1-16,-57-9 7 15,-39-21 55-15,-36-4-30 16,-29-3-22-16,-93 12-9 16,-57 28-1-16,-64 22-2 15,-42 34 0-15,-20 36-43 16,-6 17-16-16,7 57-67 0,19 39-93 16,21 12-150-16</inkml:trace>
  <inkml:trace contextRef="#ctx0" brushRef="#br0" timeOffset="7233.49">9853 5270 583 0,'0'0'264'16,"0"0"-234"-16,0 0 159 16,0 0-50-16,0 0-21 15,0 0-70-15,-106-84-30 16,106 84 2-16,0 23 1 15,0 34-17-15,0 15 60 16,-12 0-49-16,3-10-12 16,-1-5 5-16,1-13-6 15,-3-7 0-15,3-14 1 16,4-12-3-16,0 0 1 0,5-11 2 16,0 0-2-16,0 0-1 15,0 0 5-15,0 0-4 16,0 0 1-16,0 0 1 15,0-11 0-15,31-11 0 16,9-11-2-16,9 5-1 16,3 5 1-16,5 4 0 15,2 4 0-15,2 10-2 16,0 5-1-16,1 0 2 16,-1 0-1-16,-5 26 1 15,-1 16 0-15,-3 3 0 0,-12 2 1 16,-10-1-1-16,-20-10 3 15,-10-1-3-15,0-8 0 16,-5 0 5-16,-35-1-4 16,-12-4 3-16,-14-2 2 15,0-5-3-15,0-6-3 16,12-7 0-16,2-2-1 16,2 0-82-16,3-2-61 15,7-28-49-15,5-9-176 16,-1-5-25-16</inkml:trace>
  <inkml:trace contextRef="#ctx0" brushRef="#br0" timeOffset="7530.97">9832 5298 515 0,'0'0'37'16,"0"0"5"-16,0 0 75 15,0 0 9-15,0 0-39 16,0 0-48-16,-76-32-4 16,76 32 0-16,0 0-15 15,36 0 0-15,34 0 35 0,27 0-15 16,11 0-16-16,8 0 13 16,-15 0 14-16,-9 0-2 15,-26 0-17-15,-26 0-6 16,-23 0-17-16,-12 0-3 15,-5 0-2-15,0 0-4 16,0 0-7-16,0 0-52 16,0 0-106-16,-36 15-166 15</inkml:trace>
  <inkml:trace contextRef="#ctx0" brushRef="#br0" timeOffset="8301.37">11168 6011 696 0,'0'0'21'0,"0"0"33"0,0 0 125 16,0 0-60-1,-54-158-38-15,33 144-36 0,-5 8-13 16,-5 3 3-16,-4 3-25 16,-5 0 4-16,-12 3-10 15,-2 32 1-15,2 8 1 16,7 10 2-16,19 13-3 16,12 6 7-16,14 6 0 15,0-4-9-15,0-8-2 16,28-4 1-16,24-8 1 15,10-13-2-15,-1-11 0 16,-7-12 12-16,3-11-7 16,-5-7-4-16,-3 0 1 15,-2 0 10-15,-2-25 26 0,2-5-12 16,-2-5-4-16,-10-2-10 16,1 2 7-16,-15 2-8 15,-2 4 3-15,-3 3-1 16,-11 9-4-16,0 6 3 15,-5 5 3-15,0 6 3 16,0-4-2-16,0 4 1 16,0 0 10-16,0 0-17 15,0 0-2-15,0 0-4 16,0 0 0-16,0 0-1 16,0 0-3-16,0 0 2 0,0 0-2 15,0 0 1-15,0 0-1 16,0 0-1-16,0 0 0 15,4 0 0-15,1 4-3 16,7 28 3-16,7 10 3 16,2 6 4-16,5-1-1 15,-7 1-1-15,2 0-2 16,5-1 1-16,-7 2 3 16,2-5-1-16,-4-5-3 15,-8-12 0-15,0-6 1 16,-9-6-3-16,5-10 1 15,-5 1-2-15,0 0-1 0,0 1 0 32,0-5-10-32,0 2-84 0,0-4-45 0,-9 0-128 15,-27-30-162-15</inkml:trace>
  <inkml:trace contextRef="#ctx0" brushRef="#br0" timeOffset="12289.18">12121 5924 750 0,'0'0'95'0,"0"0"29"0,0 0 100 15,0 0-86-15,0 0-63 0,0 0-11 16,0 0 9-16,-21-2-31 15,91-1-12-15,27 0 2 16,14 3-5-16,11-3-17 16,1 1 0-16,4 2 20 15,-4-3-18-15,-17 3 0 16,-9-3-3-16,-27 3-3 16,-25 0-6-16,-14 0 2 15,-15 0-2-15,-16 0 0 16,0 0-5-16,0 0-2 15,0 0-72-15,0 0 7 16,0 0-70 0,0 0-106-16,-35-13-52 0,-12-4-72 0</inkml:trace>
  <inkml:trace contextRef="#ctx0" brushRef="#br0" timeOffset="12666.18">12583 5636 488 0,'0'0'72'15,"0"0"46"-15,0 0 42 16,0 0 23-16,0 0-77 16,0 0-9-16,-21-45-21 15,21 43-20-15,0 2-1 0,0 0-25 16,0 0 3 0,0 0-20-16,-5 0-6 0,5 0 6 31,0 0-10-31,0 0-3 0,0 0 4 0,0 0-2 15,0 17-2-15,0 13 5 16,0 12-5-16,0 2 5 16,0 10 3-16,0 6 16 15,0 9-12-15,0 8-1 16,0 9 2 0,0 1 4-16,0-6 8 0,0-9-17 15,0-13 1-15,0-12-6 0,0-7 1 16,0-8-2-16,0-11-1 15,0-3-2-15,0-9-1 16,0-4-16-16,0-5-109 16,0 0-163-16,0-20-187 31</inkml:trace>
  <inkml:trace contextRef="#ctx0" brushRef="#br0" timeOffset="14223.33">11704 2749 408 0,'0'0'72'0,"0"0"20"16,0 0 38-16,0 0-31 15,0 0-28-15,0 0 20 16,-194 0 21-16,194 0-36 16,0 0-31-16,0 0-9 15,0 0-7 1,0 0-7-16,0 0-2 0,0 0 3 15,0 0-2-15,19 0-19 16,64 12 1-16,49 5 20 16,52 0-12-16,28 2-5 15,26-7-1-15,7-5-3 16,5-5 4-16,-7-2-3 16,-15 0 2-16,-20 0 16 0,-19 0 23 15,-41 0-3-15,-42-2-14 16,-45-5-12-16,-35 4 2 15,-16 3-7-15,-10 0 1 16,0 0-7-16,0 0 5 16,0 0-9-16,0 0 1 15,0 0-1 1,0 0 0-16,0 0-8 0,0 0-21 16,0 29-116-16,0 14 14 15,9-3-364-15</inkml:trace>
  <inkml:trace contextRef="#ctx0" brushRef="#br0" timeOffset="15087.72">14061 5538 864 0,'0'0'52'15,"0"0"2"-15,0 0 160 16,0 0-125-16,0 0-19 15,0 0-34-15,-45-45 2 16,50 45-8-16,49-3-20 16,24 3 7-16,2-3-9 15,-14 3-3 1,-9 0-5-16,-12 0 2 0,-15-3-2 16,-4 0 4-16,-16 0-3 15,-3 3 0-15,-7 0 0 16,0 0 2-16,0 0 2 0,0 0 6 15,0 0-3-15,0 0-5 16,0 0 7 0,0 0-9-16,0 0 1 0,0 0 0 15,0 0 2-15,0 0-3 16,0 0 7-16,0 0-5 16,0 0-2-16,0 0 5 15,0 9-6-15,0 23 7 16,0 10-5-16,0-4 10 15,0-1-2-15,0-1 15 0,0-3-5 16,0 3-6-16,0 2 2 16,0 1 13-16,0 5 3 15,0 2-9-15,0-2-15 16,0 0-1-16,0 2 39 16,0-7-43-16,0-4-1 15,0-9 7 1,0-7-6-16,0-10-2 0,0-3 2 15,0-6 3-15,0 0-6 16,0 0 0-16,0 0 2 16,0 0-2-16,0 0 0 15,0 0-1-15,0 0 1 16,0 0-72-16,0 0-78 16,9 0-107-16,12-9-283 0</inkml:trace>
  <inkml:trace contextRef="#ctx0" brushRef="#br0" timeOffset="15699.87">15195 5830 978 0,'0'0'42'0,"0"0"-14"0,0 0 148 15,0 0-108-15,0 0-57 16,0 0 3-16,-158-84-14 16,97 84 34-16,-15 12-19 15,-11 31 17-15,12 6-12 16,4 17-9-16,24 3-2 16,16 5-2-16,22-3-5 15,9 1 3-15,0-6-3 16,61-6 17-16,36-3-14 15,18-19-4-15,8-7 1 16,-5-17-2-16,-12-14 0 16,-10 0 3-16,-20 0-1 0,-5-18-2 15,-15-12 3-15,-11-2 0 16,-7-4 0-16,-15 6 0 16,-6 3 2-16,-12 0 0 15,-5 7 3-15,0-1 1 16,0 5 5-16,0 2 0 15,-5 5 5-15,-12 3-11 16,13 4-2-16,-1 2 1 16,5 0-1-16,0 0-2 15,0 0 1-15,0 0 0 16,0 0 3-16,0 0-2 16,-5 5-3-16,-11 37-3 0,-8 11 11 15,3 13 16-15,-5-1 7 16,12 1 12-16,-3 2 13 15,8-4-46-15,-1-5-2 16,6-12-6-16,4-7 1 16,0-4-2-16,0-7-4 15,0-4-11-15,0-5-75 16,-17 1-47-16,-18-4-79 16,-17-8-281-16</inkml:trace>
  <inkml:trace contextRef="#ctx0" brushRef="#br0" timeOffset="16391.23">8974 7312 489 0,'0'0'153'16,"0"0"-102"-16,0 0 80 15,0 0 18-15,0 0-66 16,0 0-36-16,-5 3-6 16,5-3 4-16,0 0-20 15,0 9-4-15,35-1-8 16,48 11-3-16,53 0 1 16,67-6-7-16,82 2 2 0,90-5-3 15,83-7-3-15,65-3 0 16,57 0 0-16,19 0 6 15,2 0 13-15,-2-9-4 16,-19-4-3-16,-12-1-9 16,-28-1-3-16,-38 0-1 15,-33 2 1-15,-63-4 2 16,-72 6 0-16,-70-4 0 16,-80 3-2-16,-66 6 6 15,-59-1-6-15,-42 5-4 16,-17 2-17-16,-22-4-73 15,-53 4-84-15,-31 0-142 16,-12-9-269-16</inkml:trace>
  <inkml:trace contextRef="#ctx0" brushRef="#br0" timeOffset="25376.2">10784 8327 636 0,'0'0'56'0,"0"0"2"15,0 0 135-15,0 0-67 16,0 0-61-16,0 0 4 15,0 0-1-15,-113-45-25 16,108 18 14-16,5 0-34 16,0 1-13-16,0 5 6 15,0-1-13-15,21 5 13 16,20-4-2-16,20 0-11 0,5 2-2 16,5 2 1-1,-1 8-1-15,-8 9 1 0,-6 0 0 16,-11 0 2-16,0 26-4 15,-3 17 1-15,-6 5 1 16,-6 5 7 0,-11 1-4-16,-7 0 2 0,-12 0 0 15,0-4 11-15,0-2 31 16,-35 0-37-16,-8-8-6 16,-6-2 6-16,-3-6-7 15,-3-8-2-15,-6-3 0 16,5-7 3-16,11 4-5 15,-7-5 1-15,12-5 9 16,5-2-11-16,4 0-2 16,10-2 1-16,11-4 1 0,6 2 1 15,4-2 1-15,0 0-1 16,0 0 1-16,0 0-4 16,0 0 5-16,0 0 0 15,0 0-3 1,0 0 2-16,0 0 3 0,14 0 5 15,42 0-4-15,15 0-4 16,26 0-2-16,9 0-1 16,12 0 1-16,4-2 4 15,-6 2 44-15,-15-4-35 16,-9 2 12-16,-21 2-8 16,-19 0 0-16,-12 0-4 0,-26 0 5 15,-7 0-10-15,-2 0 2 16,-5 0 6-16,0 0-4 15,0 0-1-15,0 0-4 16,0 0-2-16,0 0-2 16,0 0-2-16,0 0-1 15,0 0-1-15,0 0 0 16,0 0-1-16,0 0-15 16,0 0-47-16,-12 0-18 15,-24 0-76-15,-4 0-41 16,-9 0-72-16,2-6-143 15</inkml:trace>
  <inkml:trace contextRef="#ctx0" brushRef="#br0" timeOffset="29242.86">12074 8253 182 0,'0'0'499'0,"0"0"-425"16,0 0 83-1,0 0 4-15,0 0-73 16,0 0 6-16,0 0-36 0,-31-94 13 16,31 91-21-16,-5 3-10 15,5 0-18-15,-4 0 23 16,4 0-26-16,0 0-5 15,0 0-6-15,-10 0-1 16,-6 46-4-16,2 13 13 16,-3 13 95-16,12 0-88 15,5-1-10-15,0 1 6 16,0-3 9-16,22-7-21 16,22-11-5-16,13-13 0 15,-3-8 1-15,-2-15-3 0,0-5 0 16,-3-10 1-16,3 0 4 31,10 0 3-31,-3-25 5 0,2-11-7 0,-9-12-3 16,-17-6 0-16,-9-1-1 15,-26-9 1-15,0 2 0 16,0-6 1-16,-57 1 1 16,-13 8-3-16,-22 8 2 15,4 13 2 1,4 4-4-16,18 14-1 0,9 8-1 15,26 6 0-15,10 3-3 0,12 3 2 16,9 0-6-16,0 0-33 16,0 0-62-16,0 3-12 15,21 32-29-15,19 14 37 16,12 2-32-16,-7-2 22 16,-1 2-8-16,-1 3-65 15,2 0 27-15,-5-10-88 16</inkml:trace>
  <inkml:trace contextRef="#ctx0" brushRef="#br0" timeOffset="31363.45">13248 8571 658 0,'0'0'63'16,"0"0"29"-16,0 0 91 16,0 0-85-16,0 0-22 15,0 0 15-15,35-123-6 16,-35 114-13-16,0 3-12 16,-26 0-37-16,-14 1 6 0,-9 5-15 15,-8 0-6 1,0 9 13-16,8 31-10 0,-3 9 0 31,12 11-5-31,14 5 49 16,12 1-24-16,14 2-18 15,0-2-3-15,9-3-4 16,41-3 0-16,23-12-5 16,12-7 2-16,16-11 2 15,-4-8-5-15,0-11 0 16,-15-8 4-16,-16-3 2 15,-16 0-3-15,-15 0 2 16,-9 0-4-16,-14 0 8 0,-8 0-7 16,-4-3 10-16,0 3 11 15,0 0-4-15,0-3 19 16,0 3-9-16,0 0-21 16,0-3 16-16,0 3-22 15,0 0 7-15,0 0-6 16,0 0 11-16,0 0-12 15,0 0 3-15,0 0 5 16,0 0-10-16,0 0 8 16,0 0 1-16,0 0-4 15,0 0 4-15,0 0-6 16,0 0 2-16,0 0-3 16,0 0 6-16,0 0-6 0,0 0 0 15,0 0-2-15,0 0 1 16,0 0 0-16,0 0-1 15,0 0 3-15,0 0-3 16,0 0 0-16,0 0-1 16,0 0 2-16,0 0-2 15,0 0 2-15,0 0-2 16,0 0 0-16,0 0 0 16,0 0 1-16,0 0-3 15,0 0-1-15,0 0 2 0,0 0 2 16,0 0-2-16,0 0 1 15,0 0 1-15,0 0 0 16,0 0 0-16,0 0 1 16,0 0-1-16,0 0-1 15,0-3 1-15,0 3 0 16,0 0 0-16,0 0 0 16,0 0-1-16,0 0 1 15,0 0 2-15,0 0-2 16,0 0 0-16,0 0 0 15,0-2 0-15,0 2-1 0,0 0 1 16,0 0 0-16,0 0 0 16,0 0 0-16,0 0-1 15,0 0-4-15,0 0 3 16,0 0 2-16,0 0 0 16,0 0 1-1,0 0-1-15,0 0-1 0,0 0 0 16,0 0 1-16,0 0-4 15,0 0 3-15,0 0 0 16,0 0-1-16,0 0 0 16,0 0-2-16,0 0 1 15,0 0 2-15,0 0 1 16,0 0 0-16,0 0-3 0,0 0-5 16,0 0-2-16,0 0-3 15,0 0 4-15,0 0 8 16,0 0 0-16,0 0-8 15,0 0 9-15,0 0 2 16,0 0-1-16,0 0-2 16,0 0-1-16,0 0 2 15,0 0 0-15,0 0 0 16,0 0 2-16,0 0 2 16,0 0-3-16,0 0-1 0,0 0 0 15,0 0 0 1,0 0 1-16,0 0 1 15,0 0-2-15,0 0-1 0,0 0 1 16,0 0 0-16,0 0 0 16,0 0-2-16,0 0 2 15,0 0 0-15,0 0 3 16,0 0-2-16,0 0-1 16,0 0 0-16,0 0 0 15,0 0-1-15,0 0 2 16,0 0-3-16,0 0 4 15,0 0-5-15,0 0 3 0,0 0 0 16,0 0 0-16,0 0 1 16,0 0-3-16,0 0 6 15,0 0-4-15,0 0 0 16,0 0-4-16,0 0 4 16,0 0 4-1,0 0-4-15,0 0-1 0,0 0 0 16,0 0 0-16,0 0 0 15,0 0-1-15,0 0 2 16,0 0-3-16,0 0 6 16,0 0-3-16,0 0 2 15,0 0-2-15,0 0-3 0,0 0 1 16,0 0 4-16,0 0-4 16,0 0 2-16,0 0 0 15,0 0 4-15,0 0-1 16,0 0-2-16,0 0 1 15,0 0-2-15,0 0-1 16,0 0 1-16,0 0-1 16,0 0 0-16,0 0 2 15,0 0-2-15,0 0 2 16,0 0-1-16,0 0 1 16,0 0-1-16,0 0-1 0,0 0 1 15,0 0 0-15,0 0 1 16,0 0 0-16,0 0-1 15,0 0-5 1,0 0 3-16,0 0-2 0,0 0 4 16,0 0-6-16,0 0 2 15,0 0-1-15,0 0 1 16,0 0 2-16,0 0-13 16,0 0 10-16,0 0 2 15,0 0 2-15,0 0-20 16,0 0 17-16,0 0-3 0,0 0 7 15,0 0 12 1,0 0-12-16,0 0-8 0,0 0 7 16,0 0 1-16,0 0-1 15,0 0 1-15,0 0 2 16,0 0-2-16,0 0 1 16,0 0 18-1,0 0-19-15,0 0 0 16,0 0-19-16,0 0 16 0,0 0 3 15,0 0-1-15,0 0-1 16,0 0 2-16,0 0 4 16,0 0-4-16,0 0 0 0,0 0-8 15,0 0 4 1,0 0-35-16,0 0-3 0,0 0-17 16,0 0-30-16,0 0-62 15,0 0-14-15,0 0-38 16,0-6-234-16</inkml:trace>
  <inkml:trace contextRef="#ctx0" brushRef="#br0" timeOffset="32008.02">14391 9152 651 0,'0'0'86'0,"0"0"63"0,0 0 22 16,0 0 1-16,0 0-88 15,0 0 33-15,-56-89-31 16,51 89 16-16,0 0-54 16,5 0 8-1,0-3-21-15,0 3 4 0,0 0-21 16,0 0 2-16,0 0-1 15,0 0-7-15,0 0-1 16,0 0-1-16,0 0 0 16,0 0-1-16,0 0-2 15,0 27-5-15,0 15 28 0,0 12-13 16,0 2-6-16,0 1-4 16,0 3 3-16,0 2 1 15,5-3 1-15,0-2-1 16,2-2-9-16,-7-17 10 15,0 2-6-15,4-12-2 16,1-6-4-16,-5-4 0 16,5-7 0-1,-5 1 0-15,5-3 0 0,-1 0 0 16,-4-5 0-16,7-1 0 0,-7-3-21 16,0 0-20-1,0 0-45-15,0 0-14 0,0-3-41 16,0-33-222-16,-26-15-269 15</inkml:trace>
  <inkml:trace contextRef="#ctx0" brushRef="#br0" timeOffset="38415.19">18519 7286 1028 0,'0'0'85'16,"0"0"-48"-16,0 0 92 16,0 0 52-16,0 0-126 15,0 0-22-15,0 0-8 16,-21 0-6 0,47 0-3-16,23 0-5 0,22 0-5 15,12 0-6-15,4 0 0 0,-7 0-1 16,7 0 0-1,-16 0-15-15,-14 0-102 0,-13 3-96 16,-27 17-123-16,-17 1-302 16</inkml:trace>
  <inkml:trace contextRef="#ctx0" brushRef="#br0" timeOffset="38619.51">18507 7617 776 0,'0'0'53'16,"0"0"59"0,0 0 110-16,0 0-145 0,0 0-51 0,0 0 0 15,0 0 52 1,290 9 19-16,-136-31-82 0,-8-1-10 16,-24 3-5-16,-30 3-1 15,-30 11-75-15,-32 4-157 16,-30-4-315-1</inkml:trace>
  <inkml:trace contextRef="#ctx0" brushRef="#br0" timeOffset="43487.01">20973 5865 582 0,'0'0'56'15,"0"0"90"-15,0 0 10 16,0 0-32-16,0 0 5 15,0 0-60-15,0 0 39 0,-16-89-39 16,16 86-14-16,0 3-3 16,0 0-30-16,0 0-11 15,0 0-1-15,0 0-6 16,0 11 1-16,0 29-2 16,0 14 3-1,0 9 74-15,0 3-58 0,0 1 6 16,0-5 40-16,0-5-52 15,0 0-8-15,0-8-3 16,0-11-2-16,-5-5 2 16,5-9-3-16,0-7-1 15,-4 1 0-15,4-2-1 0,-5 4-1 16,5-3 0-16,0 2-8 16,0-4-48-16,0-3-160 15,9-12-111-15,22-3-143 16</inkml:trace>
  <inkml:trace contextRef="#ctx0" brushRef="#br0" timeOffset="44052.32">21384 6108 758 0,'0'0'63'0,"0"0"2"15,0 0 139-15,0 0-97 16,0 0-50-16,0 0 7 15,-80-91-8 1,63 62-6-16,-2-3-19 0,10-2-20 16,2 4-1-16,7 3 8 15,0 1-2-15,0 2-16 16,0 3 0-16,0 9 3 16,11 9-6-16,20 0 7 15,4 3-3-15,10 0-1 0,12 3 0 16,-1 30-3-1,-1 11 0-15,1 13-5 0,-16 6 7 16,-14 0 2-16,-21 2 0 16,-5-8 0-16,0-1 1 15,-45-2-1-15,-16-5 0 16,-15 4 3-16,-6-6-3 16,11-5 2-1,5-3 1-15,10-8-4 0,15-9 4 16,6-3-3-16,14-7 2 15,16-3-3-15,0-7 0 16,5 2-1-16,0-4 1 16,0 0 3-16,0 0-1 15,41 2-2-15,25-2 6 16,26 0-1-16,4 0-3 0,6 0 1 16,4 0-3-16,7-2 1 15,-2-10 4-15,-5 0-5 16,-14 2 1-16,-15 1-1 15,-22 6 0-15,-25 0-3 16,-8 3 2-16,-18 0-40 16,-4 0-132-16,0 0-3 15,-66 28-60-15,-30 4-190 16</inkml:trace>
  <inkml:trace contextRef="#ctx0" brushRef="#br0" timeOffset="44382.37">20120 7318 539 0,'0'0'50'15,"0"0"-5"-15,0 0 60 16,0 0 48-16,0 0-65 16,0 0-9-16,-148 46-54 15,218-40 12-15,39-1 19 16,32-5 13-16,31 0-20 0,12 0-7 15,5 0 11-15,-12 0 9 16,-5-5-7-16,-10-8-22 16,-4 5 0-16,-14-3-12 15,-19 3-1-15,-12 2 21 16,-33 0-25-16,-18 0 27 16,-32 3-38-1,-20 3-5-15,-10 0-4 0,0 0-24 16,0 0-25-16,0 0-77 15,-45 23-131-15,-31 11-137 16</inkml:trace>
  <inkml:trace contextRef="#ctx0" brushRef="#br0" timeOffset="44925.47">20622 8026 857 0,'0'0'53'0,"0"0"130"16,0 0-5-16,0 0-96 15,0 0-4-15,0 0-62 16,0-93 0-16,17 69-7 0,2-1-7 16,6 8-2-1,1 8 0-15,10 1 0 0,4 5 2 16,-5 3-2-16,1 0 1 15,-6 0 0 1,1 20 0-16,0 22-1 0,-6 11 8 16,-10 7 0-16,-11-1-5 15,-4 4 5-15,0-3-7 16,-19 1 26-16,-32-11-19 16,-11-3 1-16,-8-4 2 15,-1-9-1-15,10-6 2 16,11-7-4-16,8-13-1 0,18-2-5 15,12-6 2-15,12 0 1 16,0 0-2-16,0 0 6 16,0 0 13-16,0 0-17 15,0 0-3-15,17 0 6 16,13-9-6-16,20-8 3 31,21 2-4-31,6-1-1 16,15 4 2-16,-2 4-2 15,2-1 0-15,-10 4 0 16,-11 5-9-16,-10 0-55 16,-11-4-127-16,2 2-172 15,-7-14-63-15</inkml:trace>
  <inkml:trace contextRef="#ctx0" brushRef="#br0" timeOffset="45341.06">21709 7933 589 0,'0'0'155'16,"0"0"-110"-16,0 0 178 16,0 0-95-16,0 0-29 15,0 0-52-15,-59-75-2 16,59 75-13-16,-12 0-17 16,-2 24-9-16,-7 21 13 0,0 15 11 15,7 6-15-15,9-7-6 16,5 4 0-16,0-4-2 15,0-2-3-15,5-6 3 16,35-6-4-16,12-13 10 16,-3-9-1-16,12-7 6 15,5-13-3-15,0-3 7 16,5 0 5-16,-10-22-10 16,1-16 14-16,-10-7 5 15,-12-9-25-15,-14 1 8 16,-17-7 6-16,-9 1-10 0,0 5-13 15,-5 8-2-15,-40 9 0 16,-11 6 4-16,-10 13-4 16,-5 7-10-16,5 2 10 15,-12 9-23-15,12 0-23 16,0 0-34-16,12 0-10 16,2 6-101-16,0-1-122 15,12-5-275-15</inkml:trace>
  <inkml:trace contextRef="#ctx0" brushRef="#br0" timeOffset="45797">22223 5690 687 0,'0'0'29'0,"0"0"50"16,0 0 144-16,0 0-90 15,0 0-97-15,0 0-11 16,0-25 8-16,-5 29-19 15,-47 37 22-15,-18 19 34 16,-22 20 6-16,-10 13-36 16,-4 15 6-16,-21 5-3 15,-5 10-12-15,0-5-8 16,5-4-5-16,4-5 19 16,3-6-22-16,7-5 12 0,11-15-3 15,15-4-12 1,12-18-4-16,9-10 0 0,21-5-4 15,9-5-2-15,10-2-2 16,5-1-3-16,12 7-6 16,9-2-19-16,0 4-145 15,21-2-82-15,33-3-130 16</inkml:trace>
  <inkml:trace contextRef="#ctx0" brushRef="#br0" timeOffset="46158.11">22209 7683 538 0,'0'0'456'0,"0"0"-431"16,0 0 137-16,0 0-12 15,0 0-115-15,0 0-16 16,-73-22-8-16,-12 70 11 15,-47 24 11-15,-12 11 5 16,-7 9 8-16,-7 11-11 16,0 0 5-16,0 0-11 15,17-6-17-15,14-4 24 0,16-13-21 16,14-8-10-16,24-15 0 16,19-13-2-16,18-11-1 15,10-12-2-15,10-9-2 16,11-7-6-16,5-1 0 15,0-4-99-15,0 0-115 16,5-24-69-16,30-39-240 16</inkml:trace>
  <inkml:trace contextRef="#ctx0" brushRef="#br0" timeOffset="48338.32">21471 4696 371 0,'0'0'88'0,"0"0"41"0,0 0-2 16,0 0-4-16,0 0 5 15,0 0-28-15,-66-47 0 16,56 29-46-16,10-7-15 16,0-1-18-1,0-7-10-15,36 1 40 0,25-1-39 16,5 5-5-16,5 5 1 15,-5 8 16-15,-10 8-11 16,-11 1-2-16,-9 6-6 16,-20 0-2-16,-6 0-3 15,-6 28 0-15,1 10 0 16,0 10 9-16,-5-3-2 16,0-4-6-16,0 2 6 0,-31-8-1 15,-18 1 4-15,-13-7 5 16,-4-1-4-16,5-5 2 15,11-5 6-15,13-8-14 16,13-4-4-16,19-3 0 16,-2-3-1-1,7 0 5-15,0 0-5 0,0 0 1 16,0 0 3-16,0 0-2 16,0 0 7-16,22 0-5 15,22 0 2-15,29 0-5 16,17-7 1-16,11 1-1 15,8 3-1-15,-3 3-1 16,-19 0 1-16,-16 0-1 0,-22 0 2 16,-23 22-2-16,-9 10-13 15,-17 4 14-15,0 8 0 16,0 2 3-16,-47-4 0 16,-8-4-2-16,-18-5 14 15,-7-9-2-15,-12-3 6 31,-4-7-3-31,-1-4-3 0,12-2-2 0,7-4-8 16,22-4 0-16,16 0-2 16,4 0-1-16,6 0 2 0,4-6-4 15,2-13-2 1,3-1-21-16,7 2-62 0,2 3-126 16,12 2-303-1</inkml:trace>
  <inkml:trace contextRef="#ctx0" brushRef="#br0" timeOffset="49201.83">22909 9028 1055 0,'0'0'83'0,"0"0"39"0,0 0 72 15,0 0-120-15,0 0-58 16,0 0-2-16,0-43-13 15,-5 47 7-15,-16 29 3 16,-3 2-4-16,-1-1-5 16,-1-2 1-16,11-9 0 15,4-1-1-15,6-4-2 16,5-10 0-16,0 1-3 16,0 0 3-16,0-3 2 0,0 1 2 15,26-1-2-15,14-6 0 16,21 0 3-16,15 0-2 15,11 0-3-15,0 0 0 16,-2-3 1-16,2 3 1 16,-21 0-1-16,-9 0-1 15,-12 9 3-15,-10 19 19 16,-9 16-12-16,-17-4 21 16,-4 5-11-16,-5 0 3 15,0-7 17-15,-31-1-24 16,-18-8 10-16,-8 2 18 15,-13-8-31-15,-1-5-4 0,0 1-7 16,10-11-2-16,4-2-1 16,1-6-5-16,6 0-63 15,10-6-58-15,2-30 11 16,15-8-143-16,6-16-117 16,13-5-201-16</inkml:trace>
  <inkml:trace contextRef="#ctx0" brushRef="#br0" timeOffset="49516.19">22914 9022 560 0,'0'0'118'0,"0"0"-29"15,0 0 127-15,0 0-48 16,0 0-80-16,0 0-13 16,35-51 17-16,17 37-23 15,14 1-8-15,0-2-20 16,9-3-5-16,13 0 0 15,4 1 9-15,0-2 1 16,-3 2 1-16,-11 2-34 16,-7 0-2-16,-27 3 3 15,-18 5-8-15,-4 1-1 16,-18 4-3-16,-4 2 5 16,0 0-6-16,0 0-1 0,0 0-3 15,0 0-2-15,0 0-7 16,0 0-95-16,0 0 9 15,-47-9-82-15,-50-8-218 16</inkml:trace>
  <inkml:trace contextRef="#ctx0" brushRef="#br0" timeOffset="51057.65">2728 7501 534 0,'0'0'150'0,"0"0"-54"15,0 0 77-15,0 0 19 0,0 0-108 16,0 0-9 0,0-31-13-16,-11 50-20 0,-44 47-18 15,-27 29 45 1,-29 24-3-16,-16 8-29 0,4 5 21 16,-9 2 16-16,17-11-41 15,6-19 29-15,24-14-41 16,19-15-10-16,19-12-6 15,12-7-1-15,9-9-2 16,12-8-2-16,4-8-4 16,3-5-2-16,7-2-137 15,0 2-68-15,0-7-82 16,0-13-311-16</inkml:trace>
  <inkml:trace contextRef="#ctx0" brushRef="#br0" timeOffset="51341.01">960 9159 771 0,'0'0'50'0,"0"0"25"16,0 0 140-16,0 0-71 16,0 0-130-16,380-28 21 15,-34-27-12-15,60-15-19 16,21 0 4-16,16-2 30 0,5 6 52 15,-3 9-3-15,-18 4-21 16,-45 10-19-16,-57 9 37 16,-75 7-62-16,-82 8-21 15,-67 10-1-15,-56 1 0 16,-33 1-43-16,-12-1-98 16,-17-17-93-16,-49-10-300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37:25.9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8978 4900 893 0,'0'0'124'16,"0"0"22"-16,0 0 21 15,0 0-64-15,0 0-45 16,0 0-43-16,-40-16-14 16,10 97 18-16,-1 18 21 15,5-5-27 1,7-5-6-16,-7-1 5 0,5-13-6 0,-3-13-4 15,-2-15 0-15,5-16-2 32,12-16 6-32,4-7-5 15,5-8 1-15,0 0-2 16,0 0 3-16,0 0-3 16,0 0-2-16,0 0-1 15,10-20 1-15,34 2 2 16,13 2 0-16,14 7 1 15,11 6 0-15,15 3-1 16,18 0 0-16,8 0 0 16,9 0 4-16,0 0-3 15,-9 0-1-15,-13-6-24 0,-18 4-44 16,-21-4-42-16,-19 3-62 16,-26-3-106-16,-21-6-69 15,-5-3-61-15</inkml:trace>
  <inkml:trace contextRef="#ctx0" brushRef="#br0" timeOffset="300.86">9452 5164 505 0,'0'0'82'0,"0"0"43"16,0 0 41-16,0 0-38 15,0 0-30-15,0 0 22 16,-35-80-51-16,35 80 1 15,0 6-38-15,0 39-9 16,0 18 54-16,0 9 28 16,0-1-66-16,0 0-8 15,0-2-14-15,0-6 59 16,9-1-68-16,12-13-2 16,-2-3-3-16,-7-6 3 15,2-2-6-15,-4-2-25 16,1-6-71-16,-6-7-100 15,0-7 0-15,0-10-113 16,-1-6-113-16</inkml:trace>
  <inkml:trace contextRef="#ctx0" brushRef="#br0" timeOffset="970.9">9940 5298 384 0,'0'0'331'16,"0"0"-266"-16,0 0 107 0,0 0-1 16,0 0-57-1,0 0-45-15,-30-131-6 0,30 131-19 16,0 0-8-16,0 0-19 16,0 13-12-16,0 33-3 15,0 20 15-15,0 12 2 16,0-4-12-16,18-2 15 15,8-3-12-15,0-6-7 16,5-12 0-16,0-15-2 16,-1-15 1-16,1-10-2 15,-8-8-1-15,3-3 1 16,-4 0 6-16,3-14-1 16,-1-29-1-16,-7-11-4 15,-8-1-4-15,3-5 4 16,-8 6 1-16,-4 6 3 0,5 10 2 15,0 10-6-15,-5 13 3 16,5 9-2-16,-5 6 0 16,0 0-2-16,9 0-5 15,3 15 1-15,14 27 5 16,9 18 1-16,1 0 2 16,4-1-3-16,-5-2 0 15,5-6 0-15,2-6 3 16,3-5-5-16,-5-9 3 15,0-10-1-15,3-10 1 0,-20-8 3 16,3-3 3-16,0 0-5 16,0-3 0-16,5-29 8 15,-5-16-1-15,-7-12-9 16,-19-11 1-16,0-9 22 16,0-10-16-16,-5 0-2 15,-26 6 16-15,1 18-20 16,-1 13 4-16,5 12 1 15,3 14 0-15,1 6-4 16,8 10 0-16,-2 4-2 16,11 7-21-16,5 0-51 15,0 0-26-15,0 0-122 16,0 26-224-16,0 11-162 0</inkml:trace>
  <inkml:trace contextRef="#ctx0" brushRef="#br0" timeOffset="1442.25">12175 5788 771 0,'0'0'27'0,"0"0"68"0,0 0 82 15,0 0-53-15,0 0-75 16,0 0-7-16,-14 0 13 16,14 0 0-16,5-4-21 15,-1-1-13-15,1 5 53 16,-5 0-37-16,0 0-9 16,0 0-16-16,0 0-1 15,0 0 8-15,0 0-11 16,0 0 0-16,0 0 7 0,0 0-2 15,0 0 2 1,5-3-2-16,-5 3 7 0,0 0-18 16,0 0 6-16,0 0 29 15,7 0-37-15,-2 33 2 16,-1 5 16-16,-4 5-11 16,0-5-7-16,0 4 0 15,-40 5-29-15,-16 1-65 16,-1-3-89-16,-4 0-7 15,7-9-94 1,2-19-211-16</inkml:trace>
  <inkml:trace contextRef="#ctx0" brushRef="#br0" timeOffset="2008.06">13264 5186 780 0,'0'0'38'0,"0"0"61"0,0 0 74 16,0 0-68-16,0 0-25 15,0 0-36-15,0-146-3 16,0 146-6-16,-30 0-21 15,-13 20-14-15,-6 21 6 16,2 7 6-16,6 12 1 16,6 3-5-16,9 9-4 15,7 2 6 1,8 3 2-16,11-2-9 0,0-9-3 16,0-3 3-16,47-12-4 15,14-7 1-15,10-10-2 16,14-15 1-16,-3-7-1 15,5-9-3-15,-16-3 3 0,-17 0-4 16,-11 0 3-16,-13-3 4 16,-11-15-1-16,-2-5 2 15,-8-13-1-15,-9-2 3 16,0-7-2-16,0 1-1 16,-35 5 0-16,-5 8 0 15,-7 13 2-15,-3 12 6 16,-7 6-6-16,-4 0 5 15,0 4 6 1,7 20-5-16,6 5 16 0,13 1-18 16,16 0 1-16,12 2-8 15,7 2 0-15,0-5 0 16,0 1-32-16,31-3-35 0,4-4-103 16,8-8-114-16,-8-5-150 15</inkml:trace>
  <inkml:trace contextRef="#ctx0" brushRef="#br0" timeOffset="2353.58">14040 5224 748 0,'0'0'64'0,"0"0"77"0,0 0 55 16,0 0-64-16,0 0-59 15,0 0-29-15,-5-60-6 16,5 60-4-16,0 30-3 16,0 19 27-16,0 6-18 15,0 5 36 1,0 7-14-16,0-5 5 0,0-3-33 16,5 1-14-16,2-10-8 15,-2-5-6-15,-1-5 5 16,1-11-5-16,0-5-2 15,4-6-4-15,3-2-2 0,-2-5-14 16,-1-3-34 0,-2-2-138-16,-2-6 25 0,-5 0-88 15,0 0-172-15,0-20-365 16</inkml:trace>
  <inkml:trace contextRef="#ctx0" brushRef="#br0" timeOffset="2966.59">14009 5284 681 0,'0'0'20'0,"0"0"83"0,0 0 61 15,0 0-79-15,0 0-31 16,-35-170 3-16,87 148-37 16,4 3-11-16,3 6 1 15,-2 7-3 1,-5 6-5-16,-7 0 8 0,-5 4 2 15,-3 28-2-15,-18 13-2 16,-2 6 0-16,-13 6-6 16,-4-4-1-16,0-2 3 15,0-5 4-15,-40-1-3 16,-7-5-1-16,2-8 0 16,-2-7-3-16,7-4-1 0,5-7 0 15,-5-2 1-15,9-5 3 16,10-1-2-16,11-4-1 15,6-2 0-15,4 0 2 16,0 0 1-16,0 0 0 31,0 0-4-31,40-12 3 0,9-6-3 16,13 7 0-16,-6 1 2 0,1 4-2 31,-8 6 0-31,8 0 2 0,-1 0-2 0,-6 0 4 0,7 13-1 16,-13 12 4-1,-1 9-2-15,-8 9-1 0,-16 3 11 16,-3 5 7 0,-11-2 0-1,-5-9 9-15,0-3-8 16,-14-7-4-16,-33-4 22 16,-3-4-23-16,-1-4-16 15,-1-7 11-15,-7-6-12 16,-3-5 18-16,-4 0-18 15,0 0 4-15,5 0 16 16,5-26-21-16,11-4 0 16,14-8 0-16,19 1-35 15,12 2-63-15,0 5-145 0,12 12-494 16</inkml:trace>
  <inkml:trace contextRef="#ctx0" brushRef="#br0" timeOffset="3266.16">15657 5968 1046 0,'0'0'45'0,"0"0"47"15,0 0 87-15,0 0-117 16,0 0-44-16,0 0-5 16,-16 77-13-16,-3-45 0 15,-7 5-106-15,-5 2-129 0,-18-10-221 16</inkml:trace>
  <inkml:trace contextRef="#ctx0" brushRef="#br0" timeOffset="4382.41">16862 5421 695 0,'0'0'90'16,"0"0"-21"-16,0 0 118 15,0 0 3-15,0 0-114 16,0 0-9-16,-153-60-31 0,153 31-10 15,0-5-13-15,16 2-4 16,24-1-6-16,5 9-2 16,7 1-1-16,4 7 2 15,-6 10 1-15,2 3-3 16,-7 3 2-16,7 0-2 16,-12 33 3-1,0 18-3-15,-14 8 0 0,-22 13 12 16,-4 2-9-16,-9 5-3 15,-52 2 1-15,-22-7 0 16,-2-8 0-16,-2-13 2 16,0-15 1-16,16-8 5 15,5-9 3-15,17-11 2 16,18-4-2-16,14-3-2 0,17-3-1 16,0 0-2-16,0 0-4 15,0 0 1-15,0 0 56 16,5 0-53-16,42 0 16 15,15 0-16-15,4-6-7 16,9-1 0-16,0-1-3 16,13 2 6-16,-6-3-21 15,3 2-11-15,-2 4-42 16,1 3-28-16,4 0-72 16,-1 0-87-16,-2 0-48 15,2-6-114-15</inkml:trace>
  <inkml:trace contextRef="#ctx0" brushRef="#br0" timeOffset="4727.99">18085 5427 658 0,'0'0'66'16,"0"0"8"-16,0 0 97 15,0 0-17-15,0-152-19 16,0 141-63-16,0 1-4 15,-4 8-13-15,-1 2-11 0,0 0-3 16,5 0-25-16,0 0-6 16,0 35 15-16,0 19 31 15,0 11 6-15,0 5 13 16,0-2-50-16,0 4-5 16,0-7-5-1,0-8 2-15,0-5-7 0,0-6-6 16,0-11-3-16,0-4 4 15,0-9-5-15,0-3-7 16,0 0-27-16,0-11-93 16,0 1-24-16,0-3-54 15,0-6-90-15,0 0-144 16</inkml:trace>
  <inkml:trace contextRef="#ctx0" brushRef="#br0" timeOffset="5057.68">18107 5442 491 0,'0'0'211'16,"0"0"-159"-16,0 0 99 15,-17-152-4-15,24 128-53 16,29 10-21-16,4-2-49 16,0 6 3-16,7 8 9 15,-7 2-4-15,5 0-3 16,2 2-3-16,-12 30 21 0,-9 8-12 15,-12 9-8 1,-4 2 3-16,-10 0-8 0,0-1-11 16,0-3 36-16,-36-2-28 15,-18-3 2-15,-7-3-15 16,4-4-4-16,-4-7-4 16,16-7-35-16,10-4-34 15,-3-6-45-15,15-5-32 16,-8-6-67-16,10 0-75 15,2 0 85-15,7 0-37 0</inkml:trace>
  <inkml:trace contextRef="#ctx0" brushRef="#br0" timeOffset="5261.79">17970 5784 216 0,'0'0'230'15,"0"0"-70"-15,0 0-37 16,0 0 30-16,0 0-41 31,0 0-38-31,0-2-11 0,14 8 45 0,33 21-36 16,7-1-9-16,8 8-1 15,8 2-10-15,8-4-2 16,-7-1-3-16,-10-5-10 16,-6-5 28-16,-18-6-60 15,-6-6-5-15,-12-1 0 16,-10-2-6-16,-2 0-70 0,-7-3-20 16,0 0-67-16,0-3-95 15,0 0-124-15</inkml:trace>
  <inkml:trace contextRef="#ctx0" brushRef="#br0" timeOffset="15332.89">8141 7037 784 0,'0'0'18'0,"0"0"59"15,0 0 81-15,0 0-22 16,0 0-82-16,0 0-29 16,0 0 15-16,-37-51 7 15,37 51-14-15,0 0-6 16,-5 0-2-16,0 0 2 16,0 0-16-16,1 0 27 15,4 0-22-15,0 0 2 0,0 0 10 16,0 0-5-1,0 0-6-15,0 0-1 0,0 0-5 16,0 0-8-16,0 0 2 16,0 0-5-16,0 0 0 15,0 0 0-15,-5 0-3 16,-11 26 8-16,-10 27-6 16,-10 25 2-16,-13 8 4 15,-8 0 4-15,1-5-3 16,1-5-3-16,-1-10-3 15,16-11 0-15,4-10 0 16,10-16 1-16,17-7-1 0,2-10 3 16,7-10-2-16,0-2-1 15,0 0 0 1,0 0-2-16,0 0-6 0,0 0 8 16,21 0 6-16,24 0 2 15,16 0-4-15,5 4-3 16,12-2 0-16,2 1 0 15,7-3 0-15,-2 0-1 16,-2 0 0-16,-3 0 1 16,-14 0-2-16,-14 0 0 15,-17 0-12-15,-14 0 2 16,-11 0 1-16,-10 0-9 16,0 0 19-16,0 0 11 0,0-17-11 15,0-5-2-15,0-7-17 16,-14-1 19-16,2-3 14 15,2 3-14-15,1 0-1 16,2 4 1-16,2 1 0 16,-4 8 1-16,9 4-1 15,-5 8 3-15,5 2-3 16,-5 0 2-16,5 3 0 16,0 0 0-16,0 0-2 15,0 0 1-15,0 0-2 16,-4 0 1-16,4 0-13 0,0 29 13 15,0 17 2-15,0 7 4 16,0 7 12-16,0 1-14 16,0 5 3-16,0-3-1 15,0-1 0-15,4 2 0 16,1-10 0-16,-5-13 13 16,0-5-13-16,0-19-1 15,0-5 1-15,0-3-1 16,0-9-2-16,0 4-1 15,0-4-2-15,0 0 0 16,0 0 0-16,0 0-5 16,0 0-76-16,0 3-102 0,0 7-142 15,-35-8-182 1</inkml:trace>
  <inkml:trace contextRef="#ctx0" brushRef="#br0" timeOffset="16073.05">9066 7876 756 0,'0'0'41'0,"0"0"70"16,0 0 80-16,0 0-71 15,0 0-81-15,0 0-6 16,-17-101 12-16,8 98-7 15,-10 3-33-15,-19 0 12 16,-12 0-8-16,-6 15-5 16,-5 22 4-16,6 12 0 15,8 2 13-15,17 6 18 16,11 3-31-16,12-5 3 16,7 2-10-16,0-6 0 15,30-6 1-15,27-7 0 16,4-7-1-16,5-10-1 0,10-7-1 15,-3-5 1-15,-7-6-4 16,4-3 4-16,-4 0-12 16,-11 0-1-16,-8-12 10 15,-12-5-10-15,-9-1 11 16,-16-4 2-16,-6 5 5 16,-4-1-4-16,0-1 6 15,0 2-2-15,0-4-3 16,0 6 0-16,-14 2 11 15,-2 5-6-15,6-1-4 0,5 3-2 16,1 4 7 0,-3-2-1-16,2 4 5 0,5 0-2 15,-5 0-1 1,1 0-2-16,4 0-3 0,0 0 1 16,0 0-3-16,0 0-4 15,0 0 7-15,0 6-5 16,0 24 1-16,0 6 30 15,0 10 9-15,0 4-26 16,0 6-4-16,0 0 7 16,0 7 4-16,0-8 0 15,0-1-18-15,0-14 4 16,0-3 18-16,0-11 7 0,0-8 1 16,0-8-25-1,0-1-8-15,0-3-3 0,4 2 2 16,6 1-1-16,6 0-58 15,-2-3-85-15,12-6-43 16,10-6-208-16,16-39-498 16</inkml:trace>
  <inkml:trace contextRef="#ctx0" brushRef="#br0" timeOffset="16420.09">10204 7760 930 0,'0'0'30'0,"0"0"80"0,0 0 80 16,0 0-68 0,0 0-51-1,0 0-45-15,-40-42-3 16,40 42-8-16,35 26 13 15,15 22 28-15,7 7 8 16,-1-1 21-16,-2 1-65 16,8-4 0-16,-6-3-7 15,-6-7-13-15,-8-4 9 16,-2-8-9-16,-4-4 0 16,-10-8-3-16,0 0-13 15,-17-4-101-15,-4 0-39 0,-5-5-59 16,0-8-46-16,0 0-106 15,0-8-129-15</inkml:trace>
  <inkml:trace contextRef="#ctx0" brushRef="#br0" timeOffset="16687.16">10763 7638 662 0,'0'0'57'15,"0"0"52"-15,0 0 93 16,0 0-95-16,0 0-22 15,0 0 2-15,-26-54-42 16,-5 80-20-16,-13 25-2 0,-13 17 45 16,0 10-11-16,13-3-4 15,4-4-17-15,4 2 4 16,1-14-13-16,9-6 4 16,9-10-4-16,8-14-22 15,0-3-2-15,-3-7-2 16,12-1-1-16,-5 0-19 15,5-7-59-15,0 5-67 16,0-10-75-16,21-6-168 16</inkml:trace>
  <inkml:trace contextRef="#ctx0" brushRef="#br0" timeOffset="17192.68">12272 7326 960 0,'0'0'18'16,"0"0"22"-16,0 0 91 16,0 0-36-16,0 0-57 15,0 0-5-15,-264-91-15 0,202 91 0 16,-4 27 6-1,0 17-7-15,5 16 7 0,12 9 7 16,18 11-10-16,22 0-13 16,9 3-2-16,0-1 0 15,18-11-6-15,34-7 1 16,2-15-8-16,8-12 14 16,-1-11-5-16,10-11 0 15,7-9 3-15,-3-6 2 16,0 0-7-16,-1 0 10 15,-20-21-12-15,2-5 4 16,-20-5 4-16,-15 5 2 0,-12-2 8 16,-9 1 14-16,0 2-16 15,-9 1 5-15,-26 3-4 16,-13 3-13-16,-1 12 2 16,-8 3 4-16,5 3-8 15,3 0 0-15,-3 3 0 16,7 17-3-16,5 9 3 15,10 11 0-15,8 9-54 16,8 0-104-16,2 5-168 16,3-9-183-16</inkml:trace>
  <inkml:trace contextRef="#ctx0" brushRef="#br0" timeOffset="17803.47">12816 7801 866 0,'0'0'61'16,"0"0"32"-16,0 0 60 15,0 0-48-15,0 0-58 16,0 0-7-16,0-68 4 16,0 68-37-16,0 0 6 15,-16 0-13-15,-20 2 4 0,-18 30 5 16,-7 11 0-16,0 9 8 15,14 13-3-15,2 4 0 16,19 3-1-16,16-2 4 16,10-4-6-16,0-9 5 15,52-3-16-15,7-10-4 16,19-4-3-16,2-14 7 16,3-12 3-16,-8-8 1 15,1-6 5-15,-3 0-9 16,-7-6-14-16,-17-14 14 15,-9-4 7-15,-14 0-5 16,-16-5-2-16,-3 2 0 16,-7-1-5-16,0 2 5 0,0 1 5 15,0 5 1-15,-12 6 10 16,7 5-11-16,5 5 17 16,-5 4 17-16,1 0-11 15,-1 0-13-15,0 0 23 16,5 0-30-16,-7 0 1 15,-2 21-1 1,4 18 6-16,-4 5 67 0,9 5-63 16,-7-4-5-16,7-1 4 15,0 1-7-15,0-3 2 0,0-4-4 16,0-2-7-16,0-9 5 31,0-3-6-31,0 0-2 0,0 0 1 0,0 2-8 16,7 2-55-16,11-5-161 15,18-1-28-15,11-18-31 16,7-4-336-16</inkml:trace>
  <inkml:trace contextRef="#ctx0" brushRef="#br0" timeOffset="18086.08">13884 7873 1010 0,'0'0'21'16,"0"0"33"-16,0 0 135 16,0 0-79-16,0 0-60 15,0 0-37-15,45 28 9 16,21 12 16-16,14 9 0 16,-7-4-20-16,3-1-11 15,-5-2-3-15,-5-7 3 0,-10-8-7 16,-21-6 0-1,-9-6 0-15,-7 0-14 16,-12-2-106-16,-7-1-94 0,0-4-60 16,0-8-194-16</inkml:trace>
  <inkml:trace contextRef="#ctx0" brushRef="#br0" timeOffset="18322">14351 7804 838 0,'0'0'124'0,"0"0"-36"16,0 0 52 0,0 0 1-16,0 0-103 0,0 0 42 15,0 0-10-15,-172 156-5 16,141-97-8-16,1 1-5 31,9-6-32-31,-1 0-1 0,8-10-7 0,0 1-11 16,2-3-1-16,3-10 0 15,4-4-21-15,5-1-115 16,0-10-96-16,0-8-67 16,0-9-233-16</inkml:trace>
  <inkml:trace contextRef="#ctx0" brushRef="#br0" timeOffset="18965.8">15398 7623 883 0,'0'0'25'16,"0"0"84"-16,0 0 38 16,0 0-91-16,0 0 23 0,0 0-40 15,-92-74-7 1,92 52-20-16,0-1-12 0,35-2 1 31,12 7-1-31,-2 4 0 0,0 7-1 0,-3 7-4 16,-6 0 4-16,4 0 2 15,-9 15-2-15,4 25 0 16,-9 8 1-16,-12 4 2 16,-2 5 6-16,-12-2 7 15,0-8 8-15,0 0-6 16,0-4 8-16,-47-8 10 15,-8 1-14-15,-13-7 7 0,-3-4-12 32,1-1-3-32,4-7-5 0,4-1-2 0,1-6 17 15,16 1-13-15,19-9-8 16,12 2 4-16,14-4-5 31,0 0 2-31,0 0 3 0,0 0-6 0,0 0-3 16,40 0 3-16,12 0 7 15,2 0-4-15,12 0 0 16,-4 0-1-16,4 0 3 16,0 0 14-16,-5 0-13 15,0 0 5 1,0 0 33 0,-11 0-23-16,2 0 10 0,-17 0-16 15,-14 0 1-15,-11 0 31 16,-5 0-35-16,-5 0-12 15,0 0 9-15,0 0-9 16,0 0 0-16,0 0 0 16,0 0-61-16,0 0-59 15,0 0-54-15,0 0-193 16,-5 0-232-16</inkml:trace>
  <inkml:trace contextRef="#ctx0" brushRef="#br0" timeOffset="19703.78">16546 7884 795 0,'0'0'40'0,"0"0"11"15,0 0 129-15,0 0-78 16,0 0-60-16,0 0 8 15,-57-60-20-15,43 60 15 16,-16 0-26-16,-10 0-10 16,-8 0 6-16,-1 23 17 0,2 9-1 15,-3 10-8 1,10 3-5-16,5-1 4 0,14 5-5 16,11-6-10-16,10 2 5 15,0-3-12-15,31 0 2 16,28-6 0-16,19-7 0 15,2-4-2-15,2-10 1 16,3-7 0-16,-7-8 1 16,-7 0-4-16,-1 0 1 15,-8 0 1-15,-6-14 0 16,-11-4 1-16,-10-1 0 16,-9 2 2-16,-12 2 0 0,-2-4-3 15,-7 8 1-15,-5-1 1 16,0 3-2-16,0 3 3 15,0 1-2-15,0 2-1 16,0 0 3-16,0 3-2 16,0 0 3-16,0 0-1 15,0 0 6-15,0 0 10 16,0 0-9-16,0 0 19 16,0 0-8-16,0 0-5 15,0 0 8-15,0 0-11 16,0 0 5-16,0 0 0 15,0 0-3-15,0 0-8 16,0 0 1-16,0 0-7 0,0 0 34 16,0 0-31-16,0 0 2 15,0 0 41-15,0 0-42 16,0 15-3-16,0 30 7 16,0 14 13-16,0 7-2 15,0 1-11-15,0 2-4 16,0 1-1-16,0-9-1 15,9-4-2-15,-9-8-1 16,0-6 0-16,0 3-5 16,-26 1-79-16,-49 2-260 0,-26-11-389 15</inkml:trace>
  <inkml:trace contextRef="#ctx0" brushRef="#br0" timeOffset="23868.04">6154 9135 859 0,'0'0'40'16,"-356"-15"6"-16,255 12 67 16,44 3 21-16,48-3-33 15,9 3-38-15,18 0-41 16,100 11-3-16,80 35 19 16,97 14 35-16,106 1-53 15,82 3-14-15,97-8 6 16,71-2 13-1,61-3 8-15,40-10-11 0,23-14 13 0,25-12-15 16,-22-15 4-16,-26 0-14 16,-47 0 8-16,-50 0-2 15,-40 0-13-15,-61 0-3 16,-66 0 4-16,-75 0 9 16,-88 0 1-16,-87 0 11 15,-75-3-19-15,-62-9-3 16,-44 1 35-16,-31 5-23 15,-21 2-6-15,-5 4 16 16,0 0-24-16,0 0-1 16,-5-6-29-16,-47 3-79 15,-23-3-61-15,-39-3-102 0,-27-5-221 32</inkml:trace>
  <inkml:trace contextRef="#ctx0" brushRef="#br0" timeOffset="30800.98">10777 10393 620 0,'0'0'30'0,"0"0"43"16,0 0 76-16,0 0 39 16,0 0-66-16,0 0-21 15,0 0-5-15,-45-146-23 16,41 146-11-16,4 0-18 16,-5 0-25-16,5 51-10 15,0 27 46-15,-5 14 65 16,-7 7-84-16,-2-4-8 15,-7-1 33-15,2-8-30 16,-2-9-19-16,11-8 19 0,-1-13-14 16,6-15 0-1,0-13-6-15,5-10-6 0,0-12-5 16,0-4 0-16,0 1 1 16,0-3-1-16,0 0-4 15,0 3-4-15,0-3-75 16,0 0-66-16,10 0-32 15,37-17-26-15,14-43-100 16,10-26-252-16</inkml:trace>
  <inkml:trace contextRef="#ctx0" brushRef="#br0" timeOffset="33063.76">11190 10584 529 0,'0'0'60'0,"0"0"-40"16,0 0 92-16,0 0 18 15,0 0-61-15,0 0 18 16,-10 0-15-16,10 0-14 16,-4 0-7-16,4 0 14 15,0 0-37-15,0 0 19 0,-8 0-8 16,4 0-5-1,-6-8 18-15,-6-10-22 0,2-7-6 16,-1-3-4-16,4-5 4 16,6-3-22-16,5-1 1 15,0 8 0-15,0 3-2 16,9 1-1-16,22 7 4 16,0 6-4-16,4 7-2 15,8 5 2-15,6 0 3 16,3 0-2-16,2 20 2 15,3 20 0 1,-1 3-2-16,-11 12 2 0,-10-2 1 0,-9 4 0 16,-16 0 1-1,-10 3 1-15,0-1 5 0,-10-6-2 16,-25-2 2-16,-10-6 0 16,-7-3-3-16,0-4-2 15,8-7-1-15,-1-8 0 16,10-9-1-16,9-3-1 15,4-5-2-15,13 0 4 16,4-4-4-16,5-2 1 16,0 0-1-16,0 0-1 15,0 0 1-15,0 0 2 16,0 0-3-16,0 0-7 16,0 0 7-16,5 0 15 0,35 0-4 15,26-14 2-15,9-1-9 16,13-1-3-16,-1 4 1 15,-7 7 5-15,-2 2-7 16,-12 0 1-16,-21 3-1 16,-10 0 1-16,-9 0-1 15,-17 0 0 1,3 0-4-16,-7 0-14 0,-5 0 18 16,0 0 1-16,0 0-1 15,0 0 0-15,0 0 2 0,0 0-1 16,0 0-1-1,0 0 0-15,0 0 0 0,0 0 1 16,0 0 0-16,0 0 0 16,0 0-1-16,0 0 0 15,0 0 0-15,0 0 0 16,0 0 1-16,0 0-1 16,0 0 2-16,0 0 0 15,0 0-2-15,0 0 1 16,0 0 0-16,0 0-1 15,0 0 0 1,0 0 2-16,0 0 6 0,0 0-8 16,0 0-1-16,0 0 1 0,0 0 1 15,0 0 0-15,0 0-1 16,0 0 0-16,0 0 7 16,0 0-6-16,0 0-1 15,0 0 0-15,0 0-5 16,0 0 5-16,0 0-1 15,0 0 6-15,0 0-10 16,0 0 5-16,0 0 0 16,0 0-6-16,0 0 3 15,0 0 3-15,0 0 0 0,0 0 0 16,0 0 0 0,0 0 1-1,0 0 0-15,0 0-2 0,0 0-2 0,0 0 3 16,0 0 2-16,0 0-1 15,0 0-1-15,0 0 0 16,0 0 0-16,0 0-1 16,0 0 2-16,0 0-1 15,0 0 0 1,0 0 0-16,0 0 0 0,0 0 0 16,0 0 0-16,0 0 0 15,0 0-1-15,0 0 4 16,0 0 2-16,0 0 0 0,0 0-5 15,0 0-5 1,0 0 0-16,0 0 2 0,0 0 4 16,0 0-1-16,0 0 0 15,0 0 0-15,0 0 0 16,0 0 0-16,0 0 0 31,0 0 0-31,0 0 0 0,0 0 0 0,0 0 0 16,0 0 1-16,0 0 8 15,0 0-9 1,0 0-5-16,0 0 5 16,0 0 0-16,0 0 2 15,0 0 3-15,0 0-5 16,0 0-11-16,0 0 10 16,0 0 2-16,0 0 0 15,0 0-1-15,0 0 0 16,0 0-1-16,0 0 1 15,0 0 0-15,0 0 0 16,0 0 0-16,0 0-1 16,0 0 1-16,0 0 1 15,0 0-1-15,0 0 0 16,0 0 0-16,0 0 0 16,0 0-1-16,0 0 0 0,0 0 1 15,0 0 0-15,0 0-1 16,0 0 0-16,0 0 1 15,0 0 5-15,0 0-5 16,0 0-12-16,0 0 12 16,0 0 0-16,0 0 0 15,0 0 0-15,0 0 0 16,0 0 0-16,0 0 0 16,0 0 0-16,0 0 0 15,0 0 0-15,0 0 0 0,0 0 0 16,0 0 1-1,0 0-1-15,0 0 0 0,0 0-1 16,0 0 0-16,0 0 0 16,0 0 2-16,0 0 2 15,0 0 2-15,0 0-5 16,0 0 12-16,0 0-1 16,0 0-4-16,0 0-3 15,0 0 26-15,0 0-26 16,0 0 8-16,0 0-7 15,0 0-2-15,0 0 1 16,0 0-1-16,0 0 0 16,0 0 1-16,0 0-1 0,0-3-1 15,0 3-1-15,0 0 2 16,0-3-3-16,0 3 0 16,0 0 1-16,0 0 1 15,0 0-1-15,0 0-1 16,0 0 0-16,0 0 0 15,0 0 0-15,0 0 1 16,0 0-1-16,0 0-1 16,0 0 1-16,0 0 3 15,0 0-3-15,0 0 0 0,0 0 0 16,0 0 2-16,0 0-2 16,0 0 0-16,0 0 1 15,0-3 0-15,0 3-1 16,0 0 1-16,0 0 1 15,0 0-2-15,0 0 0 16,0 0 0-16,0 0 1 16,0 0-1-16,0 0 1 15,0 0-1-15,0 0 0 16,0 0-1-16,0 0 1 16,0 0-3-16,0 0 1 15,0 0-13-15,0 0-52 16,0 0-6-16,0 0-10 0,0 0-9 15,0 0-56 1,0 0-48-16,0 0-58 0,0 0-181 16</inkml:trace>
  <inkml:trace contextRef="#ctx0" brushRef="#br0" timeOffset="34352.31">12741 10842 717 0,'0'0'64'0,"0"0"79"16,0 0 44-16,0 0-88 15,0 0-8-15,0 0-44 16,-7-126 4-16,2 123-15 16,5 3-4-16,0 0-13 15,-5 0-8-15,5 0-5 16,0 0 1-16,0 0-6 0,0 0 3 16,0 0-2-1,-4 0 0-15,4 0 2 0,0 0-3 16,0 0 0-16,-5 0 2 15,5 0-2-15,-5 0 0 16,-2 0 7-16,-2 0-1 16,-17 0 2-1,-19 0 0-15,-16 9 5 0,-5 14-5 16,0 11 5-16,4 13-4 16,6 12 5-1,6 11 7-15,20-2-2 0,8 0-4 16,18-8-2-16,4-6-7 0,0-3-1 15,40-10-2 1,26 1-4-16,16-12 1 0,24-5 11 16,1-11 12-16,1-8-24 15,-16-3 13-15,-17-3 6 16,-9 0-14-16,-9 0-5 16,-22 0 8-16,-11-6-2 15,-12 3 0-15,-8-3-1 16,-4 6-1-16,0 0-4 15,0 0 1-15,0 0-1 16,0 0-2-16,0 0-91 16,5-6-62-16,5-8-72 15,6-8-248-15,-7 1-327 0</inkml:trace>
  <inkml:trace contextRef="#ctx0" brushRef="#br0" timeOffset="35075.47">13257 11420 645 0,'0'0'44'0,"0"0"36"0,0 0 122 0,0 0-108 15,0 0-19-15,0 0 10 16,-14 2-15-16,14-2 14 16,0 0-27-1,-5 0-21-15,5 0 13 0,0 0-5 16,0-17-29-16,0-6-12 16,0-2 2-16,0 2-4 15,31 2-1-15,4 2 0 16,1 7 2-16,-1 4 5 15,5 5-4-15,-9 3-2 16,-10 0 1-16,-2 0-2 0,2 3 0 16,5 24 0-16,-7 3 5 15,2 8 0-15,-11-2-3 16,-10 0 1-16,0 2 0 16,0 2-2-16,-24-2 12 15,-23 1-6-15,2-3-6 16,5-6 5-16,-7-6-6 15,16-7 3-15,5-5-2 16,7-2-1-16,8-6 7 0,11 1-7 16,0-5 1-1,0 2 3-15,0-2-4 0,0 0-3 16,0 0 2-16,0 0-1 31,11 0-6-31,25 0 8 0,9-7 1 0,16 3 1 16,5 0-2-16,0 4 0 15,0 0 0-15,0 19 0 16,0 13-1-16,-14 7 1 16,-12 2-2-16,-14-5 3 15,-17-4-1-15,-9 0 0 32,0-6 1-32,-9 1 2 15,-43 3 5-15,-19-4 0 0,0-1-5 16,-11-11-2-16,6-5 4 15,1-9-3-15,-3 0 0 16,8 0-2-16,-1-21-7 16,9-12-27-16,-4-5-75 15,0-13-136-15,5-3-202 16</inkml:trace>
  <inkml:trace contextRef="#ctx0" brushRef="#br0" timeOffset="36954.97">9344 13685 859 0,'0'0'60'0,"0"0"123"15,0 0-16-15,0 0-64 16,0 0-63-16,0 0-17 0,0 0-18 16,-111 119 34-1,76-15 30-15,-1 0-48 0,6-8-19 16,-1-4 9-16,5-12-3 16,0-14-7-16,12-17 4 15,9-18-3-15,0-9 0 16,5-10-2-16,0-3-1 15,19 2-4-15,43 1 5 16,25 0 4-16,9 1-4 16,11-5 0-16,-6 2-10 15,-4-10-7-15,-1 0-3 16,-25 0 6-16,-14-16-5 16,-13-11 10-16,-27-2 9 15,-3-11 4-15,-14-6-1 0,0-5 6 16,0-3-5-1,-5 2 5-15,-21 9-3 0,3 9 14 16,2 11-3-16,6 11 9 16,4 7-7-16,6 1 0 15,5 4 4-15,0 0-13 16,-5 27-8-16,0 33 6 16,1 17 93-16,-3 6-75 15,7-6 4-15,0-5-11 16,0 0 19-16,0-7-29 15,16-5-9-15,20-5-37 0,8-12 34 16,22-4-51 0,12-12-163-16,2-20-90 0,3-7-371 15</inkml:trace>
  <inkml:trace contextRef="#ctx0" brushRef="#br0" timeOffset="37189.89">10306 14126 977 0,'0'0'63'0,"0"0"113"0,0 0-25 15,0 0-78 1,0 0 1-16,0 0 10 0,233 206-30 16,-136-138-19-16,-1-2-9 15,1-7-12-15,-5-8-11 16,-26-9-3-16,-10-6-8 15,-15-10-74-15,-11-5-91 16,-11-12-132-16,-2-9-243 16</inkml:trace>
  <inkml:trace contextRef="#ctx0" brushRef="#br0" timeOffset="37378.54">11058 14033 257 0,'0'0'780'15,"0"0"-716"-15,0 0 105 0,0 0-20 16,-312 57-67-16,268 13 15 16,4 9-36-16,14-1 21 15,4-10-43-15,13 2-22 16,4-2-17-16,5 0-5 16,0-5-14-16,0-3-133 15,0-11-115-15,-16-12-207 16</inkml:trace>
  <inkml:trace contextRef="#ctx0" brushRef="#br0" timeOffset="37803.01">12017 13893 1255 0,'0'0'5'0,"0"0"26"16,0 0 83-16,0 0-59 16,-264-14-14-16,203 69-13 15,7 14 1-15,2 11-4 16,12 4-8-16,14-2-8 0,16-2-4 16,10-9-3-16,0-5-1 15,36-13 0-15,34-9 10 16,13-6-10-16,2-16-2 15,11-7 0-15,-4-9 1 16,-11-6 4-16,-20 0 2 16,-14 0-6-16,-21-3 2 15,-26-17 2-15,0-6 5 16,0-8-6-16,-52 2-3 16,-14 5-2-16,-9 8-1 15,9 14 3-15,9 5 0 16,22 0-1-16,4 0 0 15,14 30-15-15,8 11-80 0,9 1-149 16,0-10-332-16</inkml:trace>
  <inkml:trace contextRef="#ctx0" brushRef="#br0" timeOffset="38267.26">12456 14137 511 0,'0'0'660'16,"0"0"-593"-16,0 0-41 15,0 0 59-15,0 0-36 16,0 0 100 0,313 159-91-16,-221-93-22 0,-5-5-5 15,5-6-22-15,-12-10-8 16,-9-7 1-16,-14-8-2 15,-17-9-8-15,-14-10-55 16,-17-7-38-16,-2-2-64 16,-7-2 38-16,0-2 26 15,0-34-26-15,0-20 1 0,-16-10 64 16,-20-14-3-16,1-7-29 16,0 0 46-16,-1 9 48 15,10 15 52-15,-4 26 77 16,16 14 40-16,-3 18 13 15,8 5-47-15,-13 0-58 16,-13 39-33-16,0 21 77 16,-10 11-41-16,10 4-48 15,9-3-5-15,-5-1-9 16,0 4-14-16,5-1-4 16,-4-2-1-16,-1-1-53 15,12-8-180-15,7-21-260 0</inkml:trace>
  <inkml:trace contextRef="#ctx0" brushRef="#br0" timeOffset="38698.58">13950 14000 208 0,'0'0'1001'0,"0"0"-989"15,0 0 1-15,59-163 37 0,-21 151 10 16,-10 12-36-16,19 0-10 16,-11 15 8-16,-1 32 0 15,-14 19 31-15,-16 6-35 16,-5 6 5 0,0-4-6-16,-21-6-4 0,-24-5-2 15,-16-7 0-15,-5-8 5 16,0-9 3-16,0-7-11 15,14-4 5-15,21-14-8 16,17-1-1-16,14-7-4 16,0-6 0-16,0 2-3 15,31 1 3-15,39 0 5 0,27-3-3 16,21 0-2-16,14 0 2 16,-5-8-2-16,5-13-3 15,0-4-13-15,0 5-8 16,-4-3-5-16,-13 0-17 15,-23 8-55-15,-31 4-12 32,-30 5-108-32,-31 6-157 0</inkml:trace>
  <inkml:trace contextRef="#ctx0" brushRef="#br0" timeOffset="39153.85">7936 15461 930 0,'0'0'12'0,"0"0"-2"0,-290 34 52 31,276-31 42-31,14 6-32 0,83 3-33 0,84-4-3 16,85 1 9-16,74-9-13 31,81 0-14-31,77 0-10 16,70-20 10-16,80-14-7 15,47 2-2-15,27-4-6 16,13 1 9-16,-21-2 5 15,-33 2 12-15,-47-5 2 16,-66 2-15-16,-77-1 12 16,-81 7-8-16,-90 4-13 15,-98 5 18-15,-86 9-21 16,-77 8-2-16,-45 2-2 16,-19 4 0-16,-103 0-38 0,-41 0-44 15,-47 6-115-15,-2 9-80 16,-12-9-510-16</inkml:trace>
  <inkml:trace contextRef="#ctx0" brushRef="#br0" timeOffset="40269.86">10362 16127 1003 0,'0'0'82'0,"0"0"25"16,0 0 97-16,0 0-48 16,0 0-56-16,0 0 13 15,-118-108-72-15,118 108 33 16,0 46-40-16,0 28 14 15,0 9 6-15,0-5-40 16,0-12 3 0,0 0-17-16,0-4 0 0,0 4 0 15,0-9 0-15,-9-6 0 16,4-5 0-16,5-3 0 16,0-14 0-16,0-5-19 15,5-12-151-15,35-12-87 16,21-8-73-16,1-49-293 0</inkml:trace>
  <inkml:trace contextRef="#ctx0" brushRef="#br0" timeOffset="40818.17">10794 16345 852 0,'0'0'74'15,"0"0"27"-15,0 0 63 16,0 0-94-16,0 0 1 15,0 0-18-15,-92-42 11 0,92 22-9 16,-5-7-48-16,5-3 0 16,0-3 9-16,5-1-16 15,39 2-8-15,8 11 8 16,0 9 2 0,-7 9 0-16,0 3 2 0,-3 6-4 15,3 34-21-15,-10 13 21 16,-13 13 2-16,-13 2-2 15,-9 7 1-15,0-10 7 16,-14-1-4-16,-29-12 2 16,-1-9-5-16,-1-9 3 15,-7-6 3-15,7-10 0 16,3-7-3-16,6-2 2 0,6-6-3 16,6-3 8-16,8 0-9 15,11 0 6-15,-5 0-1 16,10 0-1-16,0 0 20 15,0 0-16-15,0 0-3 16,0 0 6 0,0 0-7-16,0 0-5 0,0 0-1 15,36 0 3-15,25 0 6 16,15 0 0-16,16 0-3 16,-1 7 6-16,-1-5 5 15,11 2-7-15,-9-4-4 0,-4 0-6 16,-18 0-1-1,-8 0 0-15,-18 0-13 0,-1 0-109 16,-12-4-157-16,-13-8-143 16</inkml:trace>
  <inkml:trace contextRef="#ctx0" brushRef="#br0" timeOffset="41148.91">11708 16202 830 0,'0'0'166'0,"0"0"-94"15,0 0 89-15,0 0-22 16,0 0-73 0,0 0-11-16,-52-31-33 0,69 31-9 15,23 31-8-15,21 17 61 16,5 7-19-16,10 6-8 15,-5 1 13-15,11-1-12 16,-2-2-5-16,-2-9-17 16,-3-5-9-16,-9-8-6 0,-9-11 3 15,-12-6-4-15,-10-4-4 16,-9-1 2-16,-9-6-4 16,-3 0-77-16,-10-6-82 15,-4-3-110-15,0 0-103 16,0-18-214-16</inkml:trace>
  <inkml:trace contextRef="#ctx0" brushRef="#br0" timeOffset="41447.83">12307 16082 714 0,'0'0'119'0,"0"0"46"0,0 0-19 0,0 0-75 16,0 0-13-1,0 0-21-15,-75 0-4 0,49 61 58 16,-5 10 14-16,0 6-41 16,8-2 7-16,-8 2-28 15,5-3-9-15,-4-2 12 16,4-6-45-16,0-24 67 16,7-4-56-16,2-7-11 15,3-8 1 1,2-2 3-16,3-5 0 0,0-7-5 15,9-3-13-15,-5-4-83 0,0 1-61 16,-2-3-115-16,-2 0-160 16</inkml:trace>
  <inkml:trace contextRef="#ctx0" brushRef="#br0" timeOffset="42030.15">12790 15948 808 0,'0'0'122'0,"0"0"57"15,0 0 47 1,0 0-91-16,0 0-77 0,0 0-6 15,-26 22-28-15,26 33 3 16,17 19 128-16,9 3-120 16,-2-7-25-16,1 0 3 15,-3-9-4-15,-3-1-9 16,-3-8-3-16,-7-5-1 16,1-6-32-16,-3-4-132 15,-2-14-9-15,-1-11-97 16,6-12-116-16,2 0-93 15</inkml:trace>
  <inkml:trace contextRef="#ctx0" brushRef="#br0" timeOffset="42265.98">13064 15997 628 0,'0'0'129'0,"0"0"80"16,0 0 49-16,0 0-120 15,0 0-23-15,0 0-63 16,0-55-20-16,0 70-14 15,16 33-1-15,20 21 82 16,4 2-39-16,-5-2-30 16,8-4-15-16,-3-2-7 0,-5-3-8 15,0-6-8-15,-4-8-5 16,4-6-87-16,6-14-51 16,1-14-88-16,3-12-149 15,-5 0-313-15</inkml:trace>
  <inkml:trace contextRef="#ctx0" brushRef="#br0" timeOffset="42502.36">13726 15927 899 0,'0'0'75'0,"0"0"58"0,0 0 109 16,0 0-121-16,0 0-35 15,0 0-44 1,-66-48-21-16,76 69-8 0,42 30 1 15,23 8 123-15,5 5-126 16,12-5-1-16,0 1 1 16,0-7-6-16,-12-5-3 15,-9-3-3-15,-14-7 1 16,-10-7-20-16,-12-5-139 16,-16-9-36-16,-3-10-68 15,-6-7-159-15</inkml:trace>
  <inkml:trace contextRef="#ctx0" brushRef="#br0" timeOffset="42722.81">14391 15865 604 0,'0'0'303'0,"0"0"-185"16,0 0 52-16,0 0-3 16,0 0-69-16,0 0-22 15,-278 39 8-15,231 29-14 16,16 4 7-16,5-4-41 15,12-3-20-15,-7 1-14 0,7-4 1 16,4 1-3 0,-1 3-15-16,6-3-129 0,0-12-118 15,5-16-299-15</inkml:trace>
  <inkml:trace contextRef="#ctx0" brushRef="#br0" timeOffset="42990.44">15051 15785 953 0,'0'0'244'0,"0"0"-155"16,0 0 94-16,0 0-54 16,0 0-62-16,0 0-28 15,-49-46-20 1,49 103 42-16,0 15 12 0,0 2-20 15,0-2-40-15,14-1 3 16,2-8-14-16,3-6-2 16,7-12-6-16,0-7-39 15,10-10-99-15,8-8-91 16,3-17-123-16,3-3-378 16</inkml:trace>
  <inkml:trace contextRef="#ctx0" brushRef="#br0" timeOffset="43320.12">15582 15728 298 0,'0'0'766'16,"0"0"-699"-16,0 0 121 15,0 0-75 1,0 0-49-16,0 0-30 0,-128-24-34 16,117 90 12-16,1 23 32 15,10 5-32-15,0-10-5 16,0-9-5-16,31-11 1 0,14-14-1 15,7-11-2 1,4-13 9-16,-6-8-8 16,6-16 17-16,6-2-6 0,-1-2 30 15,0-30 8-15,-7-17 12 16,-18-2-42-16,-15-8 12 16,-21-6-10-16,0-7 57 15,-21 4-68-15,-34 14-9 16,-18 8-2-16,-11 20-4 15,-8 5-72-15,-5 15-69 16,5 6-33-16,17-9-229 16</inkml:trace>
  <inkml:trace contextRef="#ctx0" brushRef="#br0" timeOffset="43665.6">15296 13859 977 0,'0'0'57'0,"0"0"108"0,0 0 29 15,0 0-63-15,0 0-76 16,0 0-18-16,-21-51-14 15,26 56-6-15,42 33 10 16,19 16 119-16,5 6-122 16,4-5-8-16,8 2-13 15,-3-3 27 1,3-2-26-16,-8-9-5 0,-14-3 1 16,-9-4-7-16,-12-4-40 15,-9-4-119-15,-5-5-12 16,-17-8-101-16,-4-9-124 15,-5-6-256-15</inkml:trace>
  <inkml:trace contextRef="#ctx0" brushRef="#br0" timeOffset="43917.26">15851 13751 520 0,'0'0'173'0,"0"0"-77"15,0 0 81-15,0 0 53 16,0 0-104-16,0 0-46 15,-52-111-33-15,38 137 0 16,-12 36-25-16,-5 18 79 16,-4 9-29-16,4-4 7 15,0-2-39-15,1 1-1 0,-6-7-16 16,10-7-8-16,3-14 7 16,-3-5-22-16,0-6-25 15,12-6 9 1,-3-1 13-16,13-6-172 0,4-4-20 15,0-18-287-15</inkml:trace>
  <inkml:trace contextRef="#ctx0" brushRef="#br0" timeOffset="44467.25">16485 13887 1020 0,'0'0'25'16,"0"0"9"-16,0 0 80 15,4-159-34 1,39 122-33-16,11-3-34 16,7 8-6-1,5 4-3-15,0 8 3 16,0 5-5-16,-9 12-1 0,-5 3 1 15,-12 0-2-15,-9 12 2 16,-5 30-2-16,-22 8 17 16,-4 10 0-16,0 3-12 15,-26-6 1-15,-26-3-5 16,-7-5 13-16,-2-3-6 16,5-12 8-16,16-6 8 15,14-13-18-15,16-9 0 16,10-4-5-16,0 4-1 15,0-3-6-15,40 3 6 16,17 4 23-16,14-1-17 16,-1 3-2-16,-8 8-4 15,4 14 1-15,-17 13-1 0,-2 4 0 16,-21 3 3 0,-26-13 25-16,0-5 3 0,0-10 1 15,-52 3 6-15,-14-6 18 16,-21-6-21-16,2-4-14 15,7-9-7-15,17-4-10 16,16 0-3-16,15 0-1 16,11-25-10-16,12-20-91 15,7-14-66-15,21-16-182 16,50-15-400-16</inkml:trace>
  <inkml:trace contextRef="#ctx0" brushRef="#br0" timeOffset="44703.03">17539 13607 1048 0,'0'0'71'0,"0"0"48"15,0 0 55-15,0 0-96 16,0 0-40-16,0 0 31 16,228 176-24-16,-138-119 2 15,2-4-30-15,-17-3-15 16,-9-7 0-16,-14-4-2 15,-21-7-2-15,-10 1 0 0,-12-3-77 16,1-4-78 0,-6-12-130-16,4-9-138 0</inkml:trace>
  <inkml:trace contextRef="#ctx0" brushRef="#br0" timeOffset="44938.5">18269 13571 634 0,'0'0'112'15,"0"0"69"-15,0 0-22 16,0 0-28-16,0 0-7 0,0 0-75 16,-162-51-25-1,105 113 81-15,-14 18-44 0,5-2-20 16,14 1-1-16,-2-7 10 16,2-4 36-16,8-7-71 15,8-7-10-15,6 0-5 16,8-5 2-16,8-6-4 15,10-3-23-15,4-2-151 16,9-16-110-16,66-19-310 16</inkml:trace>
  <inkml:trace contextRef="#ctx0" brushRef="#br0" timeOffset="45378.69">18880 13717 602 0,'0'0'378'0,"0"0"-366"15,0 0 158-15,0 0-53 16,0 0-54-16,-118-152-5 16,118 121-31-16,0-3 28 15,0-3-10-15,57-1-44 0,18 5 7 16,17 3-5-1,0 9 2-15,0 19-5 0,-17 2 0 16,-4 5 2-16,-26 43 3 16,-14 11 0-16,-20 10 12 15,-11 2 0-15,0 0-1 16,-56-2 2-16,-20-3 9 16,-11-6-13-16,0-9-5 15,2-9 3-15,-2-6 36 16,21-16-30-16,14-7-11 15,28-7-3-15,20-4 32 16,4-2-31-16,0 0-5 0,0 0-10 16,0 0 7-1,28 0-2-15,38 0 5 0,26 0 4 16,26 0-4-16,18-15-54 16,6 0-73-16,11-8-56 15,-4-11-123-15,-17-4-235 16</inkml:trace>
  <inkml:trace contextRef="#ctx0" brushRef="#br0" timeOffset="45661.9">20085 13376 109 0,'0'0'738'0,"0"0"-695"16,0 0 176-16,0 0-65 15,0 0-82-15,0 0-7 16,0-17-42-16,35 50 46 16,15 8-19-16,6 5-6 15,1 8-32-15,13 1 7 16,-4-1-11-16,0-5-8 16,-4-12 2-16,-13-3-1 15,-2-11-2-15,-16-4-5 16,-12-8-27-16,-14-1-90 0,2-8-138 15,-7-2-170-15</inkml:trace>
  <inkml:trace contextRef="#ctx0" brushRef="#br0" timeOffset="45929.18">20556 13213 465 0,'0'0'390'0,"0"0"-276"15,0 0 24 1,0 0 50-16,0 0-101 0,0 0-49 0,-141-15-11 16,98 84 111-16,-6 11-72 15,2 1 17-15,7-4-26 16,4-9-19-16,1-1 13 16,4-1-39-16,1-7-11 15,-1-3 0-15,5 2-1 16,-2-3-3-16,2-1-90 15,0 1-94-15,5-18-161 16,16-12-639-16</inkml:trace>
  <inkml:trace contextRef="#ctx0" brushRef="#br0" timeOffset="46258.22">21502 13051 1089 0,'0'0'26'16,"0"0"31"-16,0 0 140 0,0 0-27 15,0 0-107-15,0 0-32 16,-15-83 4-16,15 90-8 15,-7 45-11-15,3 20 13 16,-1 24 48-16,5-1-68 16,0 1 9-16,0 0-12 15,0-10-5-15,0-6-1 16,0-9-1-16,0-5-10 16,0-9-74-16,-14-2-91 15,-33-12-102-15,-15-6-178 16</inkml:trace>
  <inkml:trace contextRef="#ctx0" brushRef="#br0" timeOffset="47152.82">16520 14913 408 0,'0'0'55'0,"0"0"21"0,0 0 42 15,0 0-58-15,0 0-2 16,0 0 15-16,-54 42 6 16,54-39 13-16,0 0-36 15,0 0-2 1,45-1-14-16,47-2-6 0,40 0-7 15,40 0-6-15,38-23-9 16,37-7 2-16,43-6 1 16,21-6-2-16,19-5 57 15,26 0-9-15,10-8-18 16,20 4-2-16,1 7-19 16,-17-1-1-1,-30 10 20-15,-29 4-4 0,-38 2-4 0,-44 4-5 16,-40 5 2-16,-31 5 11 15,-31 1 4-15,-31 1-10 16,-15 1-18-16,-30 3 43 16,-15 4-43-16,-22 1-7 15,-9 2-3 1,2 2-5-16,-7 0-2 0,0 0-1 16,0 0-17-16,-31 0-82 31,-47 8-124-31,-37 10-6 0,-22-5-256 0</inkml:trace>
  <inkml:trace contextRef="#ctx0" brushRef="#br0" timeOffset="49714.44">15042 13168 508 0,'0'0'84'0,"0"0"1"0,0 0 65 0,0 0-47 16,0 0-66-16,0 0 54 15,-387 114 25-15,184-10-30 16,-46 17 27-16,-51 8-56 16,-44 3-13-16,-24-1-7 15,-7-5 7-15,24-11-12 16,30-12 18-16,39-20 29 16,53-14-55-16,50-19-7 15,47-12 13-15,52-10-27 16,32-10-3-16,30-7 2 15,10-5-2-15,8 0-46 16,0 9-73-16,0 1-22 0,0 4-23 31,0-5-201-31,0-10-27 0</inkml:trace>
  <inkml:trace contextRef="#ctx0" brushRef="#br0" timeOffset="50295.61">12175 15504 649 0,'0'0'81'16,"0"0"73"-16,0 0 31 16,0 0-112-16,0 0-42 15,0 0-1-15,-212 92 21 16,103-11 11-16,-6 23 3 16,-29 15-6-16,-7 6-2 15,-16-2 2-15,-17-6-31 16,0-1 19-16,-2-3 35 15,7 1-49-15,7-5-6 0,9-4 17 16,5-7-18-16,17-9-16 16,8-10 3-1,20-13-9-15,24-14-3 0,20-12 1 16,20-11-4-16,18-11 1 16,17-9 0-16,7-5-3 15,7-1-46-15,0-3-25 16,0 0-62-16,0 0-8 15,0 0-53-15,16 0 5 16,29 0-134-16</inkml:trace>
  <inkml:trace contextRef="#ctx0" brushRef="#br0" timeOffset="52265.56">20337 12347 775 0,'0'0'16'16,"0"0"85"-16,0 0 83 16,0 0-33-16,0 0-75 15,0 0-42-15,0 0 12 16,-137 103 70-16,71 0-9 15,-5 8-59-15,-11 6 7 16,2 4-4-16,-7-2-28 0,2 10-8 16,2-3-10-1,3-10 0-15,-7-3-4 0,7-9-1 16,-12 6-4-16,0 2-69 16,-10 3-113-16,-16 4-19 15,-9-1-110-15,-14-5-205 16</inkml:trace>
  <inkml:trace contextRef="#ctx0" brushRef="#br0" timeOffset="52752.93">16400 15734 428 0,'0'0'37'0,"0"0"19"16,0 0 72-16,0 0 6 15,0 0 10-15,0 0-68 16,-47-21-19-16,-19 83 60 16,-10 19-29-16,-6 11 8 15,-8 4-25-15,-14 3-19 16,-2-5 28-16,-5 2-36 15,-6-6-11-15,6-11 30 16,2-9-17-16,20-13-26 0,18-12 12 16,24-16-22-1,16-12-10-15,17 2-6 0,9-7-41 16,5 6-63-16,0-1-63 16,0-8-98-16,24-9-184 15</inkml:trace>
  <inkml:trace contextRef="#ctx0" brushRef="#br0" timeOffset="53318.31">16989 16103 949 0,'0'0'25'0,"0"0"4"16,0 0 101-16,0 0-8 15,0 0-89-15,0 0 10 16,-16 125 27-16,-3-65-26 16,7-3-21-16,3-6-5 15,4-7-8-15,0-10-6 0,5-14 2 16,0-5-1-16,0-13-4 15,0 2 2-15,0-4-1 16,0 0-1-16,0 0 1 16,0 0 2-16,0-4-4 15,5-18-19-15,26-9 15 16,13-1-6-16,4 2-5 16,6 5 4-16,16 8 5 15,8 2-1-15,-12 12 7 16,0 3-1-16,-9 0 1 15,-3 0 1-15,-2 30 0 16,-3 9 2-16,-13 2 15 16,-15 2 6-16,-12 2-2 0,-9-7 36 15,0 1 44-15,-9-1-54 16,-31-5 18-16,-17-1-41 16,1-11 4-16,6 1-19 15,3-4-6-15,2-7 1 16,5 4-5-16,10-15-11 15,-1 0-58-15,0 0-60 16,5-6-88 0,0-32-110-16,8-22-145 0</inkml:trace>
  <inkml:trace contextRef="#ctx0" brushRef="#br0" timeOffset="53601.82">16994 16159 613 0,'0'0'131'16,"0"0"-49"-16,0 0 114 16,0 0-20-16,0 0-102 15,0 0-28-15,0-32-4 16,75 11 4-16,13-3 3 16,4 1-11-16,4 1 1 0,1 1 67 15,9-2-49-15,-5 2-27 16,-13 0 30-16,-34 9-32 15,-12 6-18-15,-37 4-2 16,-5 2-8-16,0 0-7 16,0 0-6-16,0 0-81 15,0 0-78-15,-26 11-190 16,-19 6-122 0</inkml:trace>
  <inkml:trace contextRef="#ctx0" brushRef="#br0" timeOffset="60204.78">3801 5012 519 0,'0'0'36'15,"0"0"62"-15,0 0 17 16,0 0-2-16,0 0-28 16,0 0-7-16,0 0 8 15,-31-131-40-15,-56 173 2 16,-24 18 9-16,-28 17 13 0,-7 15-6 15,-16 10 12-15,-11 14-38 16,-6 7 24-16,7 6 5 16,9-7 65-16,15-13-102 15,21-15 0-15,21-17-19 16,25-14-4-16,11-8-3 16,23-4-4-16,6-8 1 15,15-8-1-15,12-2-35 16,7-12-100-16,7 0 17 15,0-13-6-15,0 1-30 16,0-9-34-16,38 0 25 16,28-15-64-16,19-32-35 15</inkml:trace>
  <inkml:trace contextRef="#ctx0" brushRef="#br0" timeOffset="60526.66">3332 5040 562 0,'0'0'42'0,"0"0"-2"0,127-159 72 15,-80 114 28 1,-16 13-32-16,-17 14 1 0,-9 15 16 16,-5 3-29-16,0 0-39 15,-5 18-23-15,-82 59-22 16,-45 46 18-16,-50 40 12 31,-37 26 10-31,-19 8-23 0,-7-6-3 0,11-16 6 16,27-20 6-16,28-29-34 15,33-22 3-15,28-23 42 16,38-18-49-16,33-14 0 16,28-6-52-16,19-7-48 15,9-3-34-15,62-11-25 16,16-9-76-16,5-13-135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41:36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6335 3565 470 0,'0'0'51'0,"0"0"11"16,0 0 55-16,0 0 7 16,0 0-59-16,0 0 15 15,0 0-4-15,0 0-10 16,-242-23-10-16,242 23-9 15,0-5-9-15,9-5-12 0,57-5-3 16,52-10-10-16,59 3-1 16,42 1 13-16,31 5-5 15,14 10 4-15,0 3-11 16,-9 3-4-16,-17 0 1 16,-14 0-2-16,-22 0-5 15,-25 0 1-15,-33 0-2 16,-28 0 1-16,-39 3-2 15,-27 0 3-15,-19-3-4 16,-22 0 1-16,-2 0 0 0,-7 0 26 16,0 0-8-1,0 0-5-15,0 0-2 0,0 0-1 16,0 0 22-16,0 0-28 16,0 0-1-16,0 0-1 15,0 0 1-15,0 0 1 16,0 0-2-16,0 0-1 15,0 0 3-15,0 0-4 16,0 0 2-16,0 0-3 16,0 0 2-16,0 0 0 15,0 0 0-15,0 0 0 16,0 0 0-16,0 0-1 16,0 0 0-16,0 0 0 15,0 0 0-15,0 0 1 16,0 0-2-16,0 0 1 0,0 0 1 15,0 0-2-15,0 0 0 16,0 0 0-16,0 0 1 16,0 0 0-1,0 0-1-15,0 0 0 0,0 0 1 16,0 0-1-16,0 0 0 16,0 0 0-16,0 0 0 15,0 0 0-15,0 0 1 16,0 0-1-16,0 0 0 15,0 0 2-15,0 0-2 0,0 0 0 16,0-3-1-16,0 0 1 16,0 0 0-16,0 0 0 15,0 3 0-15,0 0 0 16,0-3-1-16,0-3 1 16,-7 1-1-16,7-4 1 15,0 0 0-15,0 3 0 16,-5 3-2-16,5-4 1 15,-4 7 0-15,4 0 0 16,0-1 0-16,0 1-1 16,0 0-1-16,0 0-2 0,-5 0 4 15,5 0-8-15,-5 0 3 16,5 0 0-16,0-5-13 16,0 5 18-16,0 0 0 15,-5-6 1-15,1 4 0 16,-8-7 0-16,7 0-1 15,-4 1 1-15,4-2 0 16,-2 1 0-16,2 1 0 16,5 1 1-16,0-3 1 15,0 5-2-15,0-3 0 16,0 1 0-16,0 5 1 16,0 2 0-16,0 0-1 0,0 0 1 15,0 0-2-15,0 0 1 16,0 0-2-16,0 0 2 15,0 0-5-15,0 0 5 16,0 0 1-16,0 0-1 16,0 2 0-1,0 1 1-15,0-3-2 0,0 4 1 16,0-2-4-16,0 4-2 16,0 3-178-16,0-7-145 15,0-2-446-15</inkml:trace>
  <inkml:trace contextRef="#ctx0" brushRef="#br0" timeOffset="959.52">15535 4375 467 0,'0'0'27'0,"0"0"31"0,0 0 65 0,0 0-10 16,0 0-20-16,0 0-22 16,-239-33-16-16,239 33-29 15,10 0 0-15,65 8-21 16,64 19 45-16,48-1 9 16,58-9-29-1,45-12-17-15,30-5 19 0,25 0 4 16,11-16 14-16,9-7 0 15,3-1-13-15,-3-3-14 16,-21 1 13-16,-23-1-11 16,-26 5-6-16,-36 2 1 15,-30 5-12-15,-45 0 5 16,-43 2 0-16,-35 7 1 0,-44 1-6 16,-27 2-1-16,-19 3 3 15,-16 0-10-15,0 0 0 16,0 0-2-16,0 0 2 15,0 0-1-15,0 0 1 16,0 0-4-16,0 0 0 16,0 0-26-1,-4 0-111 1,-62 0-119-16,-26 0-139 16</inkml:trace>
  <inkml:trace contextRef="#ctx0" brushRef="#br0" timeOffset="3435.02">6977 5850 87 0,'0'0'841'0,"0"0"-808"16,0 0 149-16,0 0-55 15,0 0-75-15,0 0-22 16,-62-32-18-16,62 70-8 16,-14 19 26-16,-2 18 27 15,2 2-34-15,-8-2 9 16,8-4 9-16,-2-11-24 16,6-11-10-16,6-17-2 15,-3-14-4-15,7-6-1 16,0-12 5-16,0 0-5 0,0 0 5 15,0 0-5-15,0 0-2 16,0 0 2-16,0-9 12 16,0-24-4-16,21-6-8 15,9-3 0-15,1 4-4 16,14 2-21-16,2 6 17 16,-2 9-2-16,11 9 15 15,-6 12-5-15,2 0 3 16,9 8-3-16,0 32 1 15,1 4-1-15,4 5 1 0,-12 4 0 16,-2-6 1 0,-17 1 5-16,-14-3-7 0,-11-7 9 15,-10 2-2-15,0-8 4 16,-31 2-11-16,-30 0 7 16,-10-2-1-16,0-10 0 15,1-6-6-15,8-7-51 16,6-9 0-16,4 0-40 15,12-9-44-15,0-35-67 16,4-14-173-16,10-10-237 16</inkml:trace>
  <inkml:trace contextRef="#ctx0" brushRef="#br0" timeOffset="3733.74">6809 5875 686 0,'0'0'9'16,"0"0"23"-16,0 0 115 0,0 0-96 15,0 0-39-15,0 0-10 0,97-7 52 16,14 23-16 0,11-2-18-16,1-7 20 0,4-1 15 15,-16-6 6-15,-14 0-3 16,-31 0-34-16,-31 0-1 15,-18 0-7-15,-17 0-10 16,0 0 9-16,0 0-1 16,0 0-14-16,0 0-9 15,0 0-50-15,-12 0-64 16,-14 0-103-16,-9 0-123 16</inkml:trace>
  <inkml:trace contextRef="#ctx0" brushRef="#br0" timeOffset="5007.3">8212 6486 378 0,'0'0'306'0,"0"0"-267"15,0 0 110-15,0 0 8 0,0 0-75 16,19-170-26 0,-24 155-16-16,-30 7 6 0,-10 4-34 15,-21 4 3 1,-16 0-6-16,-10 36 3 0,2 12 6 16,12 8 12-16,24 7-9 15,23-1 7-15,24 6-8 16,7-2 1-16,26 1-14 15,40-5-2-15,17-5 1 16,2-6-6 0,-3-10 3-16,-6-14 1 0,-15-6-4 15,-14-12-3-15,-12-3 3 16,-11-6-1-16,-8 0 2 0,-6 0-1 16,6 0 1-16,-1-21 5 15,6-9-6-15,-2-5-3 16,2-2-1-1,0 8-2-15,3 3-10 0,6 7 10 16,6 10-2-16,-1 3 3 16,7 6 3-16,3 0 0 15,2 6 2-15,-2 28 5 16,-9 6-5-16,-6 11 0 16,-9 6 6-16,-11-3 1 15,-10-1 7-15,0-2-2 16,0-3-9-16,-40-4 21 0,-12-7-22 15,-9-5 3-15,-5-7-4 16,0-4 3-16,4-8-1 16,8 0-2-16,12-7-1 15,11-4 2-15,17-2-2 16,14 0 1 0,0 0 2-16,0 0-3 0,0 0-16 15,0 0 1-15,35 0 6 16,22-2 9-16,13-8 0 15,11 4 1-15,1 3 1 0,5 3 0 16,-2 0 1-16,-2 0 6 16,-8 0-3-16,-9 0 0 15,-14 3-1-15,-12 3-1 16,-21-2 2-16,-12-4-5 16,-2 2 4-16,-5-2 1 15,0 0 9-15,0 0-2 16,0 4-6-16,0-4 4 15,0 0-6-15,0 0-1 16,0 0 8 0,0 0-9-16,0 0 2 0,0 0 10 0,0 0-10 15,0 0 1 1,0 0-3-16,0 0-1 0,0 0-2 16,0 0 1-16,0 0 0 15,0 0 0-15,0 0 2 16,0 0-2-1,0 0 1-15,0 0-1 0,0 0 1 32,0 0-1-32,0 0 0 15,0 0-1-15,0 0 2 16,0 0-2-16,0 0 0 0,0 0 0 0,0 0 1 16,0 0-1-16,0 0 0 15,0 0 2-15,0 0-2 0,0 0 0 16,0 0 2-1,0 0-2-15,0 0 2 0,0 0-2 16,0 0-1-16,0 0 0 16,0 0 1-16,0 0 0 15,0 0-1-15,0 0 3 16,0 0-3 0,0 0 1-1,0 0-8-15,0 0-5 16,0 0 3-16,0 0 3 15,0 0 2-15,0 0 1 16,0 0 2-16,0 0-9 16,0 0 4-16,0 0 3 0,0 0-2 15,0 0 6-15,0 0-2 16,0 0-5-16,0 0-5 16,0 0-22-16,0 0-53 15,0 0-101-15,0 0-78 16,-5-19-469-16</inkml:trace>
  <inkml:trace contextRef="#ctx0" brushRef="#br0" timeOffset="7586.59">10758 2423 430 0,'0'0'39'0,"0"0"26"15,0 0 50-15,0 0 7 16,0 0-30-16,0 0-12 15,-71 0 5-15,71 0-4 16,0 0-14-16,0 0-26 0,0 0 10 16,0 0-36-1,0 0-14-15,0 7 29 0,0 10 7 16,0-2-10-16,0-6-15 16,0-3 11-16,0-6-10 31,0 0 7-31,0 0-5 15,0 0-3-15,0 0 3 16,0 0-4-16,0 0 2 16,0 0-9-16,0 4 3 15,0-4-2-15,0 0-3 16,0 0 3-16,0 0-4 16,0 0 0-16,0 0-1 0,0 0 0 15,0 0-5-15,0 5 5 16,10 7 0-16,11 5 3 15,-2 8-2-15,12 7-1 16,-10 0 2-16,10 5-1 16,-1-8 0-16,-11-7-1 15,-2-8-2-15,-8-8 2 16,-4-6 5-16,4 0-2 16,8-6-1-16,13-30 3 15,6-17-4-15,4-6 3 16,7-4-6-16,2-6 3 0,8-8-2 15,9-7-1-15,5-9 1 16,4-8-5-16,12-4-23 16,10 7-31-16,14 18-98 15,7 24-53-15,4 16-160 16</inkml:trace>
  <inkml:trace contextRef="#ctx0" brushRef="#br0" timeOffset="8214.76">15876 2277 535 0,'0'0'58'0,"0"0"-33"0,0 0 91 15,0 0 9-15,0 0-32 16,0 0-40-16,-61-54-37 16,61 54 1-16,26 25 2 15,9 4 6-15,1-3-6 16,-6-1 9-16,-11-10 3 16,-2-6-13-16,-12-3-3 15,-5-6 2-15,0 0 15 16,4 0 13-16,10-21 21 15,12-24-36-15,17-18-27 16,11-3 2-16,7 4-4 0,22-4-1 16,13 3-3-1,20 8-40-15,11 4-82 0,-4 5-232 16,-17 11-332-16</inkml:trace>
  <inkml:trace contextRef="#ctx0" brushRef="#br0" timeOffset="10331.43">9457 6299 685 0,'0'0'71'16,"0"0"61"0,0 0 76-16,0 0-82 0,0 0-18 15,0 0-27-15,0 0-21 16,-21-82-29-16,21 82-15 15,0 0-3 1,0 27 0-16,35 18 76 0,26 3-11 16,5 3-44-16,5-6-10 15,2-1 17-15,-7-2-25 16,-21-10-5-16,-5-1-10 16,-14-11 3-16,-5-5-6 15,-7 0 2-15,-4-6-7 16,2 3 7-16,-3-5 0 0,-4 1-32 15,-1-2-13-15,-4-3-84 16,0 0-20-16,0 0-45 16,0-1-128-16,-9-2-206 15</inkml:trace>
  <inkml:trace contextRef="#ctx0" brushRef="#br0" timeOffset="10676.7">9910 6104 677 0,'0'0'55'0,"0"0"109"15,0 0-22 1,0 0-55-16,0 0-26 0,0 0 6 16,-26-36-19-16,4 42-7 15,-13 45-27-15,-10 21 30 16,-16 7 20-16,4-1-34 15,3-6-4-15,2-10 8 16,12-2 0-16,5-12-14 16,-1-5 1-16,6-8 9 15,13-9-30-15,3-1 0 16,9-4 2-16,-6-1-2 0,-4 8-28 16,4-8-26-16,1 4-2 15,10-3-50-15,0-9-45 16,0-6-99-16,26-6-153 31</inkml:trace>
  <inkml:trace contextRef="#ctx0" brushRef="#br0" timeOffset="11304.78">10412 5913 92 0,'0'0'705'16,"0"0"-676"-16,0 0 96 15,0 0 40-15,0 0-97 16,0 0-56-16,16-48-2 15,45 45 10-15,15-3-8 16,-1 3-6-16,3 0 5 0,-12 0 5 16,-7 1-4-1,-12-2 0-15,-16 2-7 16,-17-4-3 0,-2 3 5-16,-7 1 1 0,-5 2 23 0,0 0 11 31,0 0 12-31,0 0-30 0,0 0-3 0,0 0 1 15,0-4-13-15,0 4-9 16,0 0 1-16,0 0-1 31,0 0 4-31,0 0-4 0,0 0 0 16,0 0 0-16,0 0 0 16,0 0 0-16,0 0-2 15,0 0-5-15,0 17 6 16,0 26 1-16,0 14 34 15,0 10-24-15,0 8 10 16,0 9 13-16,4-7-21 16,1-1 23-16,-5-14-13 15,5-11 34-15,-5-13-46 16,4-10-1-16,-4-8 5 16,5-11-9-16,2 0-5 15,-7-7 7-15,0-2-5 16,0 0-2-16,0 0-1 0,0 0 1 15,0 0 0-15,0 0-41 16,0 0-95-16,0 4-96 16,0 1-73-16,0-5-302 15</inkml:trace>
  <inkml:trace contextRef="#ctx0" brushRef="#br0" timeOffset="11752.16">11765 6316 800 0,'0'0'26'16,"0"0"110"-16,0 0-4 15,0 0-57-15,0 0-38 16,0 0-4-16,-52-86-9 15,21 86-1-15,-9 0-18 16,-12 0 24-16,-14 20-10 16,5 17 13-16,7 7-10 15,2 7-11-15,17 3 15 16,9-2-15-16,12 3 5 0,14-4-3 16,0-4-5-1,4-3-5-15,41-1 1 0,21-5 9 16,7-2-8-16,-2-9-5 15,4-3 4-15,-4-12-4 16,-5-3 2-16,-5-6-2 16,-9-3-1-16,-2 0-13 15,-8 0-24-15,-2 0-25 16,-4-3 3-16,-1-6-16 16,0 1-45-16,1 2-35 15,-6 0-115-15,-8 1-196 16</inkml:trace>
  <inkml:trace contextRef="#ctx0" brushRef="#br0" timeOffset="12185.18">12272 6812 375 0,'0'0'153'0,"0"0"-49"16,0 0 66-16,0 0-18 0,0 0-56 16,0 0-1-16,-5-24-8 15,5 24-23-15,0 0-3 16,0 0-16-16,0 0-6 16,0 0-6-16,0 0-5 15,0 0-2-15,0 0 23 16,0 0-18-16,0 0-6 15,0 0 53-15,0 0-58 16,0 0-4-16,0 0-5 16,0 0-2-16,0 0-2 0,0 6-1 15,0 32 35-15,21 19 12 16,-2 14-49-16,2 6 34 16,1 4-13-16,-8-7-12 15,0-4-5-15,2-11 5 16,-11-5-11-16,0-9 3 15,-5-4-5-15,0-4-21 16,0 1-89-16,-26-5-162 16,-24-15-231-16</inkml:trace>
  <inkml:trace contextRef="#ctx0" brushRef="#br0" timeOffset="14123.27">13521 6391 736 0,'0'0'65'16,"0"0"3"-16,0 0 137 15,0 0-89-15,0 0-61 16,0 0 2-16,-111-3-1 15,111 3-23-15,5 0-20 16,52 0-2-16,30 11 33 16,29 1-11-16,16-9 18 15,4-3-33-15,8 0 43 0,-12 0 20 16,0-11-49-16,-9-4 20 16,-12-3-38-16,-10 2 9 15,-9 2 7-15,-17 2 9 16,-23 4-16-16,-16 2-15 15,-27 2 2-15,-4 2-9 16,-5 2-1-16,0 0-3 16,0 0-23-16,0 0 0 15,0 0 10-15,0 0-104 16,-14 0-50-16,-17 14 47 16,-9-5-69-16,-12-3-132 0,-5-6-164 15</inkml:trace>
  <inkml:trace contextRef="#ctx0" brushRef="#br0" timeOffset="14563.57">14401 5928 746 0,'0'0'52'0,"0"0"56"15,0 0 100-15,0 0-85 16,0 0-47-16,0 0-14 15,-19-60 13-15,19 60-26 0,0 0-16 16,0 0 20-16,0 0-43 16,-5 28 5-16,0 23 1 15,-2 13 58-15,3 8-4 16,4 6-29-16,0 3 4 16,0 8-32-16,0 0 17 15,0-4 3-15,0-5-14 16,0-9-7-16,16-5-11 15,-2-3 6-15,3-3 2 16,2-8-5-16,2-1-4 16,-7-8 5-16,2-11-2 15,-11-5 0-15,0-9-3 16,-5-6 3-16,5-4-3 0,-5-4 0 16,0 1 0-16,0-5-4 15,4 4 1-15,-4-4-11 16,0 0-47-16,0 0-15 15,0 0-43-15,0 0-102 16,0 0-11-16,-9-27-129 16,-1-16-195-16</inkml:trace>
  <inkml:trace contextRef="#ctx0" brushRef="#br0" timeOffset="15947.69">16171 5705 89 0,'0'0'708'0,"0"0"-630"16,0 0 116-16,0 0-17 15,0 0-76-15,0 0-43 16,-12-61-15-16,-2 86-21 16,-7 25-11-16,-5 21 87 15,7 1-63-15,3 0-19 16,11-4 1-16,0-5-10 15,5-6 9-15,0-18-15 16,0-12 3-16,0-13-4 16,0-8-2-16,0-6-3 15,0 0 5-15,0 0 2 16,0 0 6-16,0 0-8 16,26-26 0-16,10-16-10 0,13-5 8 15,8 7-10-15,-1 4 6 16,6 13-14-16,-1 3 2 15,0 4 12-15,-7 14 6 16,-2 2-3-16,-2 0 3 16,2 26 0-16,-8 25 0 15,8 14 0-15,-16 7 6 16,-10 0 5-16,-12-10-3 16,-10-7 19-16,-4-11-13 15,0-11 12-15,0-9-7 16,-23-4 32-16,-34-1-48 15,-18-2-2-15,-17-1-1 0,5-5-58 16,6-9-36-16,15-2-54 16,10 0-85-16,16-8-53 15,2-30-102-15</inkml:trace>
  <inkml:trace contextRef="#ctx0" brushRef="#br0" timeOffset="16294.39">16308 5701 570 0,'0'0'45'0,"0"0"5"15,0 0 113-15,0 0-39 16,0 0-49-16,0 0 14 16,-26-29-36-16,26 29-33 15,0 0-9-15,0 0 2 16,52 0-6-16,28 0 15 15,26 12 11-15,17-3-7 16,-1-3 9-16,1-4 4 16,-22-2-2-16,-25 0-2 15,-24 0 5-15,-29 0-22 0,-16 0 9 16,-7 0-12 0,0 0-6-16,0 0 1 0,0 0-10 15,0 0-17-15,0 0-11 16,0 0-63-16,0 4-83 15,-30 10-32-15,-13 2-130 16</inkml:trace>
  <inkml:trace contextRef="#ctx0" brushRef="#br0" timeOffset="16733.48">17628 6268 921 0,'0'0'22'16,"0"0"51"0,0 0 64-16,0 0-56 0,0 0-38 15,0 0-6-15,0-113 1 16,-14 113-15-16,-26 0-9 15,-33 9 6-15,-12 29 7 0,-7 14 12 16,9 10-19 0,25 10 12-16,15-4-4 15,24 1 13-15,19-6-31 0,0-6-5 16,0-10 1-16,36-8 22 16,13-7-23-16,12-7-6 15,-4-11 6-15,4-4 4 16,-11-8-1-16,2-2 10 15,0 0 5-15,-3 0 4 16,3-8 41-16,-3-7-58 16,3-4-8-16,-2 4-2 15,-8 1 0-15,-6 2-30 16,-6-4-147-16,-20 5-108 0,-1-1-278 16</inkml:trace>
  <inkml:trace contextRef="#ctx0" brushRef="#br0" timeOffset="17409.54">18085 6802 844 0,'0'0'21'0,"0"0"117"0,0 0 41 16,0 0-109-16,0 0-13 15,0 0 7-15,-18-23-50 16,22 1 6-16,15 2-13 16,12-2-5-16,-1 5 0 15,1 4 0-15,0 5 0 16,-1 3 2 0,1 5-4-16,0 0 4 0,4 0-4 15,-4 0 5-15,-1 11-2 16,-4 17 5-16,-7 7 6 15,-7 4 12-15,-7 2-5 16,-5 1 4-16,0-4-2 0,0 2 10 16,-10-6-7-1,-27 6 18-15,-8-8-37 0,-5-1 51 16,-2-8-58-16,8-5 7 16,-4-2-7-16,8-10 1 15,-7 0 3-15,7-6-3 16,5 0 2-16,9 0-3 15,12 0-5-15,9 0-15 16,5 0 6-16,0 0-43 16,0 0 48-16,0 0 9 15,0 0-21-15,9 0 5 16,31 0 10-16,12-9 3 0,14-1 0 16,0 8 3-16,5 2 2 15,0 0-2-15,-5 0-2 16,-5 9 2-1,-9 20 1-15,-12 7 5 0,0 8 11 16,-14 5 3-16,-12 2 75 16,-14-11-58-16,0-3-28 15,0-8 16-15,-45-7 11 16,-42-1-20-16,-33-7-8 16,-29-2-8-16,-18-9-40 15,-17-3-38-15,-2 0-154 0,-12-9-25 16,9-26-289-1</inkml:trace>
  <inkml:trace contextRef="#ctx0" brushRef="#br0" timeOffset="22625.51">7149 8350 937 0,'0'0'47'16,"-396"0"-23"-16,202 6 108 15,22 0 3-15,45 0-40 0,52-3-6 16,49 0-65-16,26 1-7 16,75 0 4-16,128-4 0 15,129 0 8 1,126 0-8-16,96 0 0 0,66 0 25 15,59-11-31-15,37-1 5 16,22-3-6-16,10-8-13 16,-22-2-1-16,-14-4 3 15,-31-4 6-15,-35 1 10 16,-26-4-15-16,-42 0-4 16,-29-4 4-16,-56 5 5 15,-55 2-1-15,-58 4 2 0,-64 5-5 16,-57 2 21-1,-56 8-26 1,-45 2-4-16,-48 4 4 0,-44-2 13 0,-35 8-11 16,-14-3-1-16,-17 4 4 15,0-4-5-15,0 3-20 16,0-2-88-16,-62 4-15 16,-39-2-53-16,-48-13-203 15,-27-11-376-15</inkml:trace>
  <inkml:trace contextRef="#ctx0" brushRef="#br0" timeOffset="30203.55">10829 8825 603 0,'0'0'83'15,"0"0"69"-15,0 0 32 0,0 0-33 16,0 0-38-16,0 0-30 16,0 0-8-16,-52-99-23 15,52 99-23-15,0 0 6 16,-5 0-22-16,1 27-5 15,-10 27 9-15,-3 20 119 16,3 4-59-16,-3 0-49 16,3-1 2-16,2-3-6 15,-2 1-1-15,5-6-13 16,9-15 9-16,-5-9-11 16,5-16-1-16,0-12 1 15,0-6-7-15,0-5-1 0,0-2 2 16,0 0-4-16,0-4 3 15,0 3-2-15,0-3-44 16,0 0-32-16,0 0-147 16,0 0 31-16,0-16-121 15,24-30-217-15</inkml:trace>
  <inkml:trace contextRef="#ctx0" brushRef="#br0" timeOffset="30954.3">11265 9131 602 0,'0'0'56'0,"0"0"-42"15,0 0 135-15,0 0-29 16,0 0-74-16,0 0 21 16,0 0 11-16,0 0-29 15,-9 0 5-15,-13 0-20 16,-1-2-14-16,-8-16 10 15,5-2 29-15,0-2-51 16,12-1 15-16,2-4 2 0,12-1-12 16,0 5-9-1,0-1 1-15,0 3-2 0,26 4-6 16,14-2 7-16,12 8-6 16,5 5 2-16,-8 2 0 15,-1 4 0-15,-8 0 2 16,0 4-2-16,-5 28 2 15,0 13 4-15,-9 8-6 16,-9 7 12-16,-8-3-5 16,-9 3-3-16,0-6-4 15,0-3 8-15,-35-7-1 16,-17-5 16 0,3-10-15-16,-3-5 1 0,2-8-1 0,8-5-6 15,6-1 5-15,6-5-4 16,4-2-1-16,7 3 2 15,10-6-4-15,1 3 2 16,4-3-2-16,4 0 0 16,0 3 0-16,0-3 0 15,0 0 0-15,0 0 0 16,0 0-13-16,0 0 8 16,12 0 5-16,28 0 2 15,21 0 11-15,19 0-6 0,12 0 1 16,5-3 2-16,-1-3 11 15,-16 3 11-15,-14 0-24 16,-18 0 9-16,-22 3-15 16,-17 0 52-16,-9 0-42 15,0 0 12-15,0 0-18 16,0 0 6-16,0 0-5 16,0 0-2-16,0 0 0 15,0 0-1-15,0 0-2 16,0 0-2-1,0 0-18-15,0 0-4 0,0 0-95 0,0 0 11 16,0 0-44 0,0 0-44-16,0 0-141 0,0 0-113 15</inkml:trace>
  <inkml:trace contextRef="#ctx0" brushRef="#br0" timeOffset="31630.29">12475 9428 547 0,'0'0'77'0,"0"0"15"0,0 0 124 32,0 0-84-32,0 0-52 0,0 0-3 0,30-113-14 15,-30 103-5-15,0 1-26 16,-23 3-16-16,-15 0 1 15,-12 6 6-15,-16 0-5 16,-4 0 0-16,-1 6 24 16,5 24-22-1,-2 12-5-15,13 11-1 0,8 7 15 16,24 3-15-16,11-6-10 16,12-1-6-16,0-3 8 15,42-8-6-15,12-5 6 16,12-11-6-16,5-6 2 0,-5-7-2 15,3-10 3-15,-3-3 3 16,-7-3-6-16,2 0 7 16,-9 0-5-16,-8 0 0 15,-8 0-1-15,-10-3 0 16,-10-3 3-16,-6 3-2 16,-6-1-2-16,1 4 1 15,-5 0 0-15,0 0 1 16,0 0-1-1,0 0 0-15,0 0-1 0,0 0 12 0,0 0-9 16,0 0 2-16,0 0 2 16,0 0 3-16,0 0-4 15,0 0 9-15,0 0 8 16,0 0-23-16,0 0 6 16,0 0-3-1,0 0 1-15,0 0 18 0,0 0-14 16,0 0-5-16,0 0-3 15,0 0 2-15,0 0-2 16,0 0 0-16,0 0 0 16,0 0-1-16,0 0-34 15,0 0-7-15,0 0-16 16,0 0-47 0,0 0-68-16,0 0-42 0,0 0-115 0,0 0 84 31,0 10-90-31</inkml:trace>
  <inkml:trace contextRef="#ctx0" brushRef="#br0" timeOffset="32291.21">12720 9901 289 0,'0'0'71'0,"0"0"50"0,0 0 41 16,0 0-72-16,0 0 24 15,0 0 26-15,4 4-26 16,-4-4-16-16,0 0-26 15,0 0-3-15,0 0 5 16,0 0-17-16,0 0-13 16,0 0-5-16,0 0-19 15,0-10-10-15,0-4-2 16,0-4-4-16,10 1-3 16,16-6-1-16,4 9 0 15,-4 2 0-15,10 1-1 16,-6 5-2-16,1 2 3 15,0 2 0-15,4 2 0 0,0 0 1 16,1 0-1-16,-1 17 2 16,-9 13 1-16,-5 6 0 15,-11-1 7-15,-6 2-9 16,-4 1 7-16,0-2-4 16,-14-4 25-16,-28 2-17 15,-3-5-7-15,-2-5 9 16,2-3-12-16,5-6 1 15,9-6-1-15,5-3 0 16,5-4-2-16,17 2 2 0,4-4 2 16,0 0-4-1,0 0 3-15,0 0-3 0,0 0-14 16,0 0 3-16,25 0 10 16,16-15-15-16,6 0 14 15,7 9 2-15,7 6-4 16,0 0 4-16,10 4 3 15,-5 24 28-15,-4 15-20 16,-1 1 44-16,-26-2-45 16,-9-2 39-16,-26-12-20 15,0 4-15-15,0-9 4 16,-61-3 1-16,-26 5 2 16,-24-4-17-16,-21-4-4 0,0-5 13 15,4-12-26-15,6 0-10 16,11 0-21-16,5-17-106 15,9-23 4-15,1-16-135 16,8-19-277-16</inkml:trace>
  <inkml:trace contextRef="#ctx0" brushRef="#br0" timeOffset="46833.27">8863 2309 813 0,'0'0'32'15,"0"0"73"-15,0 0 80 0,-264-110-78 16,172 86-15-16,-31 10-25 15,-30 10-14-15,-40 4-26 16,-41 18-1-16,-25 33 9 16,-15 12-25-16,1 14 20 15,18 19 33-15,31 8 14 16,45 13-36-16,54 1-22 16,47-1-1-16,53 3-17 15,25-5 8-15,56 8-9 16,88 3 1-16,54-1 5 15,40-2-4-15,21-17 2 16,10-23-4-16,-5-22 0 16,12-25-8-16,19-27-5 0,-1-9 13 15,-4-21 3-15,-11-39 0 16,-15-20-2-16,-36-22 5 16,-39-18-3-16,-52-17-1 15,-71-18 14-15,-62-17-10 16,-23-13-6-16,-129 2 1 15,-81 23-5-15,-61 31 3 16,-40 40-30-16,-9 38-26 16,9 36-41-16,9 15-104 15,26 0-123-15,20 23-285 16</inkml:trace>
  <inkml:trace contextRef="#ctx0" brushRef="#br0" timeOffset="70691.44">3287 1102 959 0,'0'0'27'16,"0"0"66"-16,0 0 115 15,0 0-69-15,0 0-87 16,0 0-31-16,0 0-9 16,0 0-9-16,-82-46 10 15,82 92-11-15,0 5 3 16,0 3-2-16,0-13 5 15,0-2-6-15,0-7 0 0,0-14-2 16,0-2 1 0,0-14 0-16,0-2-1 0,0 4 0 15,0-4-2-15,0 0 2 16,0 0 0-16,0 0-19 31,0-11 19-31,30-12-2 0,6-3 2 0,11 1 1 16,-2 10 0-16,11 7-1 15,10 5 1-15,10 3 2 16,11 0 0-16,0 14 0 16,-2 23 19-16,2 11 2 15,-25-2-11-15,-22 3-7 16,-14-11 8-16,-26-1-9 16,0-2 5-16,-12 1-5 0,-38 2-5 15,-16-2 2-15,-5-8-4 16,5-5 2-16,-7-8-58 15,7-15-78-15,0 0-76 16,7-38-152-16,-2-35-300 16</inkml:trace>
  <inkml:trace contextRef="#ctx0" brushRef="#br0" timeOffset="70895.71">3358 910 935 0,'0'0'17'0,"0"0"44"0,0 0 132 16,0 0-114-16,0 0-54 15,0 0-13-15,224-11-9 16,-127 11-3-16,9 0-15 16,-5 8-183-16,-4-2-154 15,-10-3-66-15</inkml:trace>
  <inkml:trace contextRef="#ctx0" brushRef="#br0" timeOffset="71131.14">4084 905 771 0,'0'0'48'0,"0"0"-6"31,0 0 124-31,0 0-49 0,0 0-57 0,0 0-5 16,92 68-14-16,-5-28 34 15,15 1-39-15,-1 7 16 16,-14-3-43-16,-11-1-1 16,-15 1-8-16,-21-3 0 15,-5-4-53 1,-13 1-85 0,-13-6-33-16,-4-13-77 0,-5-10-25 15,0-10-154 1</inkml:trace>
  <inkml:trace contextRef="#ctx0" brushRef="#br0" timeOffset="71335.69">4659 910 650 0,'0'0'75'16,"0"0"94"-16,0 0-12 16,0 0-47-16,0 0-38 15,0 0-26-15,-167-20-25 16,127 65 14-16,-3 10 45 15,13 11-41-15,11 6-21 16,2 7-9-16,13-3-7 0,4 2-2 16,0-6-10-16,0-6-77 15,0-13-64-15,0-20-72 16,4-19-183-16</inkml:trace>
  <inkml:trace contextRef="#ctx0" brushRef="#br0" timeOffset="71838.23">4999 650 929 0,'0'0'37'0,"0"0"66"16,0 0 73-16,0 0-77 15,0 0-44-15,0 0-40 16,-5-65-4-16,5 98-7 15,0 21-1-15,0 12 2 16,0 0 12-16,12-7-17 16,23-6 0-16,15-7-8 15,6-7 7-15,1-6 0 16,2-13 1-16,-7-8-7 0,-17-5 7 16,-9-7-4-1,0 0 4-15,-3-7 11 0,3-23-4 16,-9-12-2-16,-3-5-3 15,-9-6-2-15,-5-5-1 16,0 7 1-16,0 10 2 16,0 18 3-16,0 12-3 15,0 9 11-15,0 2-7 16,0 0-5-16,0 0-1 16,12 36 11-16,6 11-11 15,8 6 13-15,5-1-2 16,4-10-1-16,-9-1 11 0,0-5-15 15,-2-1-2 1,2 2-2-16,4-5 1 0,-8 2-3 16,-13-2-13-16,-9 4-107 15,0 0-176-15,-31-15-229 16</inkml:trace>
  <inkml:trace contextRef="#ctx0" brushRef="#br0" timeOffset="72325.89">2997 2312 717 0,'0'0'20'0,"0"0"34"15,0 0 124-15,0 0-74 16,0 0-57-16,0 0-6 16,472-92 14-1,-201 26-30-15,28-10 8 0,17-5-4 16,14 1 16-16,10 2 57 16,2 5-42-16,-8 6-16 15,-25 1-8-15,-38 10-29 16,-37 7 0-16,-58 10 1 15,-53 18-8-15,-62 10 0 0,-51 11-4 16,-10 0-60-16,-76 2-143 16,-72 41-7-16,-34 9-173 15</inkml:trace>
  <inkml:trace contextRef="#ctx0" brushRef="#br0" timeOffset="72703.8">4096 2471 567 0,'0'0'57'0,"0"0"125"15,0 0 84-15,0 0-131 16,0 0-105-16,0 0-8 16,247-143 9-16,-181 118-11 15,-14 11 7-15,-16 8-5 16,-10 6-20-16,-3 0 0 15,3 20 2-15,0 14-2 16,-5 4 0-16,-11 2-2 16,-10-1-5-16,0 2 5 15,0 1 1-15,-15-4 4 0,-15-4-10 16,4-8 10-16,0-2-1 16,12-6-4-16,7-6 0 15,7-6 0-15,0-6-6 16,0 3 0-16,12-3 3 15,37 0 3-15,22 0 0 16,11-6 0-16,6-22-64 16,-4-4-99-1,4-11-93-15,-18-6-25 0,-13-8-122 16</inkml:trace>
  <inkml:trace contextRef="#ctx0" brushRef="#br0" timeOffset="72907.91">5112 2238 492 0,'0'0'152'0,"0"0"-88"15,0 0 71-15,0 0-21 16,0 0-66-16,0 0 6 16,-40 25 51-16,94 13-14 15,17 1-51-15,7-4-14 16,6-1-9-16,-6-5-8 16,-7-3-9-16,-10-1 0 15,-16-8-33-15,-19-2-78 16,-17-6-174-1,-9-9-29-15</inkml:trace>
  <inkml:trace contextRef="#ctx0" brushRef="#br0" timeOffset="73096.5">5437 2129 397 0,'0'0'415'16,"0"0"-287"-1,0 0 21-15,0 0-38 0,0 0-68 16,0 0 21-16,-70 97 7 15,62-37-30-15,8 6-29 16,0-1-9-16,0 4-3 16,0-6-80-16,0-3-84 15,8-14-167-15,15-18-205 0</inkml:trace>
  <inkml:trace contextRef="#ctx0" brushRef="#br0" timeOffset="73300.55">6149 1970 991 0,'0'0'78'0,"0"0"60"0,0 0 12 16,0 0-88-16,0 0-37 16,0 0-4-16,5 89 39 0,40-26-30 15,2 3-25-15,-12-6 1 16,-16-1-6-16,-14-2-6 15,-5 0-87 1,-14-7-100-16,-62-8-125 0,-27-18-414 16</inkml:trace>
  <inkml:trace contextRef="#ctx0" brushRef="#br0" timeOffset="73520.5">4985 2023 1034 0,'0'0'73'16,"0"0"-63"-16,0 0 156 16,0 0-14-16,-234 235-92 15,192-144-41-15,6 3 6 16,1 0-25-16,-5-2-14 16,5-9 3-1,-1-14-152-15,1-12-21 0,14-25-153 16,11-26-364-16</inkml:trace>
  <inkml:trace contextRef="#ctx0" brushRef="#br0" timeOffset="73787.67">6366 765 1113 0,'0'0'31'0,"0"0"30"16,0 0 124-16,0 0-115 16,0 0-47-1,0 0-9-15,-177 26-13 0,95 44 8 0,2 10 2 16,2 1-2 0,12-1-8-16,-14 12 0 0,-3 7-2 15,3 1-36-15,-12 0-128 16,7-22-119-16,17-29-166 15</inkml:trace>
  <inkml:trace contextRef="#ctx0" brushRef="#br0" timeOffset="74872.5">9056 11721 989 0,'0'0'164'0,"0"0"-91"15,0 0 33-15,0 0 36 16,0 0-82-16,0 0 15 15,-113 214 37-15,99-120-73 16,9-8-3-16,5-9-15 16,0-9-16-16,0-2-4 15,19-8 7-15,7-4-8 16,9-8-2-16,22-1-33 16,4-5-141-16,5-14-38 15,-5-17-107-15,-16-9-220 16</inkml:trace>
  <inkml:trace contextRef="#ctx0" brushRef="#br0" timeOffset="75219.53">9426 12130 806 0,'0'0'74'0,"0"0"116"16,0 0 14-16,0 0-128 16,0 0 13-16,0 0-61 15,0 0-17-15,-162-6 34 16,162 77-1-16,0 0-42 15,14 1 2-15,38-3-4 0,4-9 8 16,-2-6-8-16,12-22 1 16,-4-7-3-16,4-19 9 15,11-6-7-15,-1-6 13 16,-10-37 46 0,-5-8-17-16,-16-7 19 0,-19-11 16 15,-26-5-52-15,0-11-13 16,-21 7-4-16,-38 10 7 15,-14 17-4-15,7 19-9 16,0 15 4-16,7 13-6 16,-3 4-14-16,20 21-63 15,18 33-89-15,17 15 14 0,7-1-172 16,17-8-246-16</inkml:trace>
  <inkml:trace contextRef="#ctx0" brushRef="#br0" timeOffset="75470.44">10468 12201 1083 0,'0'0'31'0,"0"0"76"0,0 0 25 16,0 0 16-16,0 0-105 15,0 0 24-15,198 27-10 16,-80 17 30-1,2-1-46-15,-11 2-15 0,-8-5-19 16,-16-2-6-16,-7-6-1 16,-12 4-4-16,-12 2-12 15,-7 2-164-15,-16-6-51 16,-22-12-166-16,-9-22-245 16</inkml:trace>
  <inkml:trace contextRef="#ctx0" brushRef="#br0" timeOffset="75706.71">11225 12086 870 0,'0'0'37'0,"0"0"64"15,0 0 98-15,0 0-52 16,-273-25-69 0,230 76 37-16,15 14-50 0,-3 5-25 15,1 1-4-15,4 0 24 16,0-2-50-16,4 0-9 15,8-6-1-15,10-1 0 0,4-8-81 16,0-8-74 0,18-12-171-16,44-24-337 15</inkml:trace>
  <inkml:trace contextRef="#ctx0" brushRef="#br0" timeOffset="76037.34">12232 12120 1030 0,'0'0'118'0,"0"0"-106"0,0 0 114 16,0 0-53-16,66-174-40 16,52 148-5-16,7 12 7 15,-8 11 14-15,-25 3 4 16,-21 0-31-1,-19 32-6-15,-33 23 0 0,-14 16 4 16,-5 13 27-16,0 5 2 16,-10-2-24-16,-16-8 25 15,7-9-29-15,8-11-9 16,1-10-8-16,5-11 0 16,5-4-4-16,0-9 1 15,0-3-1-15,0-4-7 0,0-3-77 31,0-4-90-31,0-8-93 16,0-3-121-16,0-3-161 16</inkml:trace>
  <inkml:trace contextRef="#ctx0" brushRef="#br0" timeOffset="76241.59">12206 12550 846 0,'0'0'92'0,"0"0"28"15,0 0 70-15,-260-44-47 0,260 41-42 16,0 0-24-16,12-4-33 16,78-3-6-16,54-3-10 15,49 1-21-15,10 4-14 16,9 2 1-16,-19 0-117 16,-30 0-147-16,-15-3-126 15</inkml:trace>
  <inkml:trace contextRef="#ctx0" brushRef="#br0" timeOffset="76524.09">13934 12503 1022 0,'0'0'28'0,"0"0"85"15,0 0 45-15,-264-19-67 16,264 19-27-16,14 0-11 15,90 0-28-15,32 0 26 16,32 0-28-16,-1 0-11 16,-4 0 0-16,0-8 3 15,-10-7 10-15,-12 0-17 16,-23 3-5-16,-33 1 2 16,-33 7-5-16,-33 2-2 15,-19 2-44-15,0 0-71 16,0-4-167-16,-40-9-67 0</inkml:trace>
  <inkml:trace contextRef="#ctx0" brushRef="#br0" timeOffset="76759.77">14478 12023 769 0,'0'0'39'15,"0"0"147"-15,0 0 5 16,0 0-116-16,0 0-7 15,0 0 73-15,-35 128-81 0,66-62 18 16,-1 2-32-16,-11 4 5 16,-2 3-42-16,-13-7-6 15,-4-2 0-15,0-3-3 16,0-10-2-16,0-2-38 16,-4-6-53-16,-22-5-66 15,-10-3-68-15,-11-11-101 16,7-11-140-16</inkml:trace>
  <inkml:trace contextRef="#ctx0" brushRef="#br0" timeOffset="80692.89">1941 12071 181 0,'0'0'527'16,"0"0"-441"-16,-35-159 88 15,35 123 89-15,0 15-169 16,0 12 0-16,0 9-10 15,0 0-63-15,-7 34-18 16,2 32-1-16,0 14 11 16,0 3 2-16,1-17-9 15,4-13-2-15,0-17 2 16,0-12-5-16,0-12 6 0,0-2-7 16,0-10 3-16,0 0 1 15,0 0-2 1,0 0 4-16,0 0 7 0,4 0-1 15,18-22 7-15,1-11-14 16,20-8 2-16,1 4-7 16,6 5 1-16,7 5-4 15,-6 12 6-15,-1 10 3 16,2 5-4-16,-7 0 13 16,-3 22 6-16,-7 6 13 0,-16-1-4 15,-2-1-20-15,-13-1-2 16,-4 1-8-16,0 7-5 15,-4 3-5-15,-43 3 1 16,-3-1-104-16,15-4-102 16,18-20-172-16,13-14-412 15</inkml:trace>
  <inkml:trace contextRef="#ctx0" brushRef="#br0" timeOffset="80893.21">1701 11990 1009 0,'0'0'21'16,"0"0"53"-16,0 0 96 0,0 0-44 15,0 0-59-15,0 0-37 16,254-72-21-16,-143 55-9 16,-14 8-14-16,-20 5-161 15,-11 4-174-15,-21 0-77 16</inkml:trace>
  <inkml:trace contextRef="#ctx0" brushRef="#br0" timeOffset="81097.24">2615 11772 796 0,'0'0'102'0,"0"0"-13"16,0 0 74-16,0 0-72 15,0 0 16 1,0 0-11-16,71 87 2 0,-10-45-81 15,1 3-9-15,-6-7-7 16,1-2 2-16,-12-1-3 16,-10-2-37-16,-4-6-107 15,-6-10-78-15,-10-10-128 16,-11-7 21-16</inkml:trace>
  <inkml:trace contextRef="#ctx0" brushRef="#br0" timeOffset="81294.31">2967 11632 673 0,'0'0'57'16,"0"0"165"-16,0 0-49 16,0 0-88-16,0 0-4 31,0 0-26-31,-255 110 37 0,241-26-35 0,9-1-34 16,5 0-10-16,0-1-13 15,0-11-6-15,14-5-84 16,12-17-79-16,5-11-78 0,-1-24-114 15</inkml:trace>
  <inkml:trace contextRef="#ctx0" brushRef="#br0" timeOffset="81695.41">3282 11543 689 0,'0'0'226'16,"0"0"-100"-16,0 0 25 15,0 0-40-15,0 0-89 16,0 0 25-16,-66 91 20 0,121-31-50 16,22-2-7-16,8-11-10 15,7-9 4-15,-4-14-15 16,-8-11-10-16,-7-13 10 16,-19 0-1-16,-7 0 12 31,-16-31 3-31,-12-13 3 15,-10-9-3-15,-9-13 9 16,0 6-1-16,0 8-4 16,-5 12 9-16,-14 12 31 15,3 16 5-15,7 3 10 16,9 9-20-16,0 0-8 16,0 0-33-16,0 0 15 15,0 24-14-15,0 24 39 16,30 7-33-16,6 1-4 0,4 1-4 15,-5-8-1-15,0 3-54 16,-4-4-64-16,-10-10-37 16,-11-9-97-16,-10-16-125 15,0-13-99-15</inkml:trace>
  <inkml:trace contextRef="#ctx0" brushRef="#br0" timeOffset="81914.28">4084 11405 838 0,'0'0'71'16,"0"0"150"-16,0 0-22 0,0 0-129 16,0 0-32-16,0 0 1 15,83 6 30-15,-3 30-43 16,7 5-18-16,-7 5-4 16,-14 1-4-16,-9-2-2 15,-10-6-52-15,-17-4-87 16,-11-1-67-16,-14-16-95 15,-5-16-172-15</inkml:trace>
  <inkml:trace contextRef="#ctx0" brushRef="#br0" timeOffset="82134.03">4405 11203 762 0,'0'0'65'16,"0"0"78"-16,0 0 26 15,0 0-110-15,0 0-38 16,0 0 127-16,-81 122-36 16,81-63-54-16,0 4-27 15,0-7-6-15,0 3-5 16,0-1-13-16,-7-10-4 16,7-4-3-16,-4-4-2 15,4-3-31-15,0-3-97 0,0-14-154 16,0-17-158-16</inkml:trace>
  <inkml:trace contextRef="#ctx0" brushRef="#br0" timeOffset="82527.21">4725 11216 473 0,'0'0'469'0,"0"0"-439"0,0 0 179 15,0 0-119-15,0 0-41 16,26-178-29-16,19 136-10 16,2 1 1-16,3 5 11 15,6 2 12-15,6 11-20 16,-13 14 24-16,-9 9-10 16,-14 3-20-16,-9 45-7 15,-8 15 3-15,-9 12-3 16,0-7 2-16,0-8 3 15,0-14-5-15,0-12 1 16,0-4 1-16,9-3 9 16,34-3-8-16,11-4-2 15,7-2-1-15,-9-3 8 0,-12-3-7 16,-26 3-1-16,-14-4-1 16,0 10-3-16,-9 13-27 15,-62 11-31-15,-25 5-124 16,-27 1-101-16,8-9-344 15</inkml:trace>
  <inkml:trace contextRef="#ctx0" brushRef="#br0" timeOffset="82857.05">2118 12995 606 0,'0'0'88'16,"0"0"-22"-16,0 0 106 15,0 0-3-15,0 0-49 16,0 0-82-16,111 7 21 16,82-56-3-16,57-20-5 15,49-14 13-15,36-6-13 16,28-11-24-16,-9 12-1 15,-12 4 4-15,-38 7-3 0,-40 12-3 16,-66 11 3-16,-54 11-12 16,-64 19-11-16,-45 10-2 15,-23 11-2-15,-12 3-5 16,0 0-89-16,-47 0-72 16,-45 0-50-16,-19 15-220 15</inkml:trace>
  <inkml:trace contextRef="#ctx0" brushRef="#br0" timeOffset="83234.27">2783 13248 866 0,'0'0'59'0,"0"0"45"15,0 0 71-15,0 0-76 16,0 0-87-16,0 0 5 16,108-95-9-16,-58 80-4 15,-15 13 7-15,-4 2-1 16,-5 8-9-16,-1 30 2 16,-10 19 2-16,1 3-4 0,-11 0 1 15,0-6 6-15,11-16-7 16,-6-7 0-16,4-11 7 15,2-6-6-15,-11-2 34 16,-5 5-5-16,0 11 6 16,-14 12-26-16,-48 7 1 15,-11 1-12-15,3-9-52 16,8-10-59-16,22-5-58 16,5-18-105-16,21-6-78 15</inkml:trace>
  <inkml:trace contextRef="#ctx0" brushRef="#br0" timeOffset="83423.22">3125 13242 680 0,'0'0'142'15,"0"0"45"-15,0 0-21 16,0 0-82-16,330-55-8 16,-243 55 2-1,-7 11-53-15,-5 13-15 0,3 2-7 16,-12 2-3-16,-9-2-14 15,-17 5-124-15,-14-5-88 16,-12-6-93-16,-9-17-103 0</inkml:trace>
  <inkml:trace contextRef="#ctx0" brushRef="#br0" timeOffset="83612.8">4018 12956 877 0,'0'0'150'16,"0"0"-32"-16,0 0-20 15,0 0-43-15,0 0 47 16,-252 188-53-16,214-107-32 16,14 2-12-16,-1 1-3 15,3-1-2-15,8-5-66 0,2-3-98 16,8-22-42-16,4-20-159 16</inkml:trace>
  <inkml:trace contextRef="#ctx0" brushRef="#br0" timeOffset="83895.34">4075 13093 604 0,'0'0'191'15,"0"0"-84"-15,0 0 90 16,0 0-71-16,273-143-90 16,-230 143-13-16,-13 25-17 0,-11 24-1 15,-14 12 0-15,-5 7 7 16,0-5 3-16,-10 0 1 15,-20-13-2-15,11-17 4 16,2-13 10-16,13-10-12 16,4-7-10-16,0-3 5 15,0 0-1-15,0 0-6 16,44 0-2-16,22-7 16 16,17-22-18-16,-3-14-34 15,3-6-85-15,-3-11-75 0,-2-9-260 16</inkml:trace>
  <inkml:trace contextRef="#ctx0" brushRef="#br0" timeOffset="84084.27">5020 12750 680 0,'0'0'73'0,"0"0"-9"16,0 0 115-16,0 0-58 15,0 0-55-15,0 0-14 16,52 108-9-16,2-87-21 15,7-4-8-15,-9 2-10 16,-2-2-4-16,-10-2-1 16,-2 0-60-1,-3-1-170-15,-4-1-131 16</inkml:trace>
  <inkml:trace contextRef="#ctx0" brushRef="#br0" timeOffset="84288.1">5336 12612 910 0,'0'0'95'15,"0"0"48"-15,0 0-23 16,0 0-30-16,0 0 33 0,0 0-67 16,-78 192-37-16,78-138-5 15,0 3-13-15,0-2-2 16,0 9 0-16,0 1-82 15,0 1-123-15,-9-9-66 16,-1-22-151-16</inkml:trace>
  <inkml:trace contextRef="#ctx0" brushRef="#br0" timeOffset="84524.61">5878 12515 1100 0,'0'0'77'0,"0"0"15"16,0 0 43-16,0 0-42 16,0 0-29-16,0 0-31 15,118 141-19-15,-73-100-8 16,-10-5-6-16,-9 2 0 16,-5-2-2-16,-16-13-21 15,-5-1-34-15,0-7-139 16,0-15-22-16,-16 0-208 15</inkml:trace>
  <inkml:trace contextRef="#ctx0" brushRef="#br0" timeOffset="84775.88">5253 10376 248 0,'0'0'363'0,"0"0"-275"16,0 0 91-16,0 0-40 15,0 0-80-15,0 0-40 0,-56-17 21 16,37 82 63 0,-12 12-80-16,1 15-21 0,-6 19 1 15,-16 11-3-15,-18 13-51 16,-10-1-194-16,-24-6-125 15</inkml:trace>
  <inkml:trace contextRef="#ctx0" brushRef="#br0" timeOffset="85011.46">3565 12470 479 0,'0'0'23'0,"0"0"54"15,-120 153 48-15,85-79 19 16,4 10-33-16,-4 2 5 16,-8 0-43-16,-6-3-37 15,-3 4-15-15,-14 3-15 16,-5-1-6-16,-4 1-8 16,-8-7-94-16,8-11-194 15,4-19-207-15</inkml:trace>
  <inkml:trace contextRef="#ctx0" brushRef="#br0" timeOffset="85231.33">4624 12836 1252 0,'0'0'1'0,"0"0"13"15,0 0-2-15,0 0 11 16,-47 156 16-16,33-84-33 16,-3 6-6-16,-6-1-1 15,-29 0-43-15,-19-2-85 0,-12-15-142 16,-6-18-39-16</inkml:trace>
  <inkml:trace contextRef="#ctx0" brushRef="#br0" timeOffset="85528.91">3902 11357 913 0,'0'0'34'0,"0"0"-8"0,0 0 104 16,0 0 19-16,-117 215-78 15,67-104-35-15,-6-8-14 16,-10 3 13-16,4-12-22 16,1-6-5-16,0-8-8 15,6-8-1-15,13-15-76 16,11-14-133-16,17-31-275 15</inkml:trace>
  <inkml:trace contextRef="#ctx0" brushRef="#br0" timeOffset="85922.09">3313 10671 860 0,'0'0'10'15,"0"0"52"-15,101-164 32 16,-4 131-56-16,-5 18 0 0,-12 15-9 16,-18 0-16-16,-22 36-8 15,-19 21 45-15,-21 9-37 16,0 6-9-16,-5-10 10 15,-42-6-1-15,-3-8 42 16,-11-8-34-16,9-8 14 16,8-9-5-1,13-10 10-15,14-4-2 0,17-6-17 16,0-3-14-16,0 0 37 16,0 0-31-16,48 0-12 15,43 0 12-15,46 0-6 16,40-25-7-16,47-7-1 0,40-8-128 15,26-9-51 1,26-11-287-16</inkml:trace>
  <inkml:trace contextRef="#ctx0" brushRef="#br0" timeOffset="87427.84">15789 12092 767 0,'0'0'103'0,"0"0"60"15,0 0 42-15,0 0-91 16,0 0-47-16,0 0 0 0,5-46-22 16,-5 46-17-16,0 0-2 15,0 0-15-15,0 15-4 16,0 27 12-16,0 12 34 16,0 3-2-1,0-1-11-15,5-3-28 0,-1-1 3 16,8-4-7-16,-2-4 1 15,-6-11-1-15,8-6-3 16,-7-10-3-16,-5-2 0 16,5-2-2-16,-5-7 4 15,4 6-4-15,-4-1 1 16,5-2-1-16,0-3 0 16,-5-4 0-16,4 3 0 0,-4-4 1 15,0-1-1-15,0 0 1 16,0 0 0-16,0 0 0 15,7 0 0-15,-2 0 0 16,-5 0 0-16,0 0 0 16,0 0 1-1,0 0 0-15,0 0-2 0,0 0 1 16,0 0 0-16,0 0 0 16,0 0 0-16,0 0-1 15,0 0 2-15,0 0-2 16,0 0 0-16,0 0 1 15,0 0-1-15,0-6 0 16,5-5 2-16,0-6-1 0,-1-7-1 16,8-7-2-16,-12-1 1 15,5-1-1-15,0-3 2 16,-5 0-3-16,0 1 3 16,0 2 1-16,0 3-1 15,0 0 1-15,0 0-1 31,0 4 1-31,0 4 0 0,0 2-1 0,0 2-1 16,0 5 1-16,0 9 2 16,0-3-1-16,0 3-1 15,0 2-1-15,0 2 1 16,0 0 1-16,0 0-1 0,0 0 0 16,0 0 0-1,0 0 0-15,0 0-3 0,0 0 3 16,0 0 0-16,0 0-2 15,0 0 1-15,0 0-1 16,4 0 0-16,-4 0 0 16,0 0 0-16,5 2 2 15,4 23 0-15,8 1 2 16,-3 4 0-16,-2 7-2 16,2-4 1-16,-5 2-1 0,3 4 0 15,2-1 1 1,-2-1-1-16,-2 1 0 0,-6-5 2 15,6-3-1-15,1 0 0 16,-1-3-1-16,4-1 0 31,-7-5-1-31,3-6 1 0,-1-3 1 0,-4-3-1 16,6-1 1-16,-6 1-2 16,0-3 0-16,0 3-1 15,4-2-1-15,3 2-37 16,-3-3-115-16,1 0 23 15,6-6-77-15,10 0-107 16,5-18-43-16</inkml:trace>
  <inkml:trace contextRef="#ctx0" brushRef="#br0" timeOffset="88056.32">16541 12204 275 0,'0'0'63'0,"0"0"13"16,0 0 23-16,0 0 2 0,0 0-19 15,0 0-13-15,26-59 8 16,-21 55 17-16,-5 4-11 15,0 0-22-15,0 0-9 16,0 0-12-16,0-2-10 16,0 2-4-16,0 0-10 15,0 0 3-15,0 0-3 16,0 0-4-16,0 0-2 16,0 0 0-16,0 0 0 15,0 0 1-15,0 0 4 16,5 0-7-16,-1 0-1 0,-4 0 0 15,0 0 1-15,0 0-5 16,0 0 1-16,0 0-1 16,0 0 1-16,0 0-1 15,0 0 1-15,0 0-3 16,0 0 4-16,0 0-1 16,0 0 20-16,0 0-20 15,0 0-1-15,0 0 2 16,0 0-5-16,0 0 2 15,0 0-2-15,0 0 1 16,0 0 0-16,0 0-1 16,0 0 0-16,0 0 0 0,0 0 0 15,0 0 1-15,0 0-1 16,0 0 0-16,0 0 1 16,0 0 0-16,0 0 0 15,0 0 0-15,0 0-1 16,0 0 0-16,0 0-2 15,0 0 1-15,0 0-55 16,0 0-96-16,0-9-120 16,0-9-178-16</inkml:trace>
  <inkml:trace contextRef="#ctx0" brushRef="#br0" timeOffset="115595.98">16841 11958 622 0,'0'0'24'0,"0"0"54"16,0 0 105-16,0 0-45 15,0 0 30-15,0 0-60 16,0 0-45-16,0 0-1 15,0 0 15-15,0 0-46 16,-146-40-27-16,98 91 27 0,-1 12 47 16,2 5-56-1,23 4 4-15,12 5-9 0,12-3 2 16,0-2-9-16,12-3 0 16,28-6 1-1,14-6-9-15,15-12 2 0,2-10-1 16,-1-11 3-16,10-9-1 15,3-15 0-15,-8 0-3 16,13 0-1-16,-8-21 7 16,2-15-6-16,-16-6 5 15,-16-9-1-15,-15-9-4 16,-18-7 6-16,-17-8-4 0,0-6 7 16,-26 3-6-16,-31 10-5 15,-2 5 0-15,-14 13 0 16,-2 8-9-16,-17 15 1 15,-10 18-12-15,-4 9-48 16,-12 21-27-16,-2 33-143 31,2-1-146-31,7-2-324 0</inkml:trace>
  <inkml:trace contextRef="#ctx0" brushRef="#br0" timeOffset="116427.73">15702 11876 590 0,'0'0'74'16,"0"0"71"-16,0 0 32 0,0 0-36 16,0 0-29-16,0 0 2 15,-9-96-37-15,9 96-31 16,-5 0-23-16,5 34-8 15,0 32 36-15,0 23 82 16,0 13-98-16,0-1 7 31,0-7-5-31,0-3-15 0,9-14 1 0,8-8-13 16,2-6-1-16,-3-13 9 16,-2-14-4-16,3-13-6 15,-8-10-5-15,-4-6 1 0,0-7-2 16,-5 0 1-16,0 0-2 15,0 0 3 1,0 0 2-16,11-17-1 0,-1-37 16 16,4-22-14-16,7-20-7 15,-11-12 1-15,-6-8-1 16,-4 6-1-16,0 9-4 16,0 26 4-16,0 25 1 15,-4 19 1-15,-6 16 0 16,6 12-1-16,-1 3 0 15,5 0 0-15,0 0-1 16,0 12-3-16,0 39 4 16,0 12 0-16,0 9 1 0,35-1 1 15,1-6-2-15,4 2 0 16,4-5 1-16,-6 1-1 16,-3-3 0-1,-20 0 0-15,-11-1-5 0,-4 3-48 16,0 1-41-16,-9-1-45 15,-48-1-146-15,-13-16-174 16,-6-16-123-16</inkml:trace>
  <inkml:trace contextRef="#ctx0" brushRef="#br0" timeOffset="117134.79">10006 13541 24 0,'0'0'444'0,"0"0"-397"0,-377-19 103 16,261 13-5-16,15 1-8 15,9 1-27-15,21 2-15 16,10-1-14-16,9 3-2 16,22 0-17-16,11 0-20 15,12 0-5-15,7 0-8 16,0 0-17-16,82 0-2 15,95 5 20-15,87 4 23 16,78-3-29-16,89-6-24 16,83 0 2-16,90 0-1 15,89 0 0-15,59 0 3 16,31 0 1-16,-8-11 23 16,-32-10 6-16,-66-15-2 0,-93-8 15 15,-91-1 15-15,-88 2-36 16,-84 9 2-16,-71 7 4 15,-69 5-5-15,-53 8 0 16,-36 5-14-16,-47 6-2 16,-15 0-1-16,-18 0-7 15,-12 0 1-15,0 3-4 16,0 0-8-16,-5 0-12 16,-56 27-79-16,-31 15 1 15,-26-5-169-15,-23-8-45 16,-22-21-246-16</inkml:trace>
  <inkml:trace contextRef="#ctx0" brushRef="#br0" timeOffset="119121.89">13090 14854 1003 0,'0'0'35'0,"0"0"53"15,0 0 121-15,0 0-93 16,0 0-61-16,0 0-50 15,12-93 8-15,63 69 12 16,1 5 7-16,1 15-11 16,-1 4 27-16,-10 0 27 15,4 0-18-15,1 35-36 16,-9 13 1-16,-1 9 33 16,-16 17-53-16,-19 4 37 0,-5 5-23 15,-12-2 4-15,-9-9-8 16,0-9 9-16,0-10-20 15,0-6 17-15,0-5-8 16,0-7-5-16,0-7-2 16,0-11-2-16,5-5-2 15,11-3-1-15,3 1-42 16,17-10-62-16,15 0-41 16,6-34-166-16,9-34-11 15,-5-18-249-15</inkml:trace>
  <inkml:trace contextRef="#ctx0" brushRef="#br0" timeOffset="119483.44">14412 14781 524 0,'0'0'240'0,"0"0"-89"16,0 0 25-16,0 0-61 16,0 0-65-16,0 0-39 15,-70 28 42-15,63 34 9 16,7 4-3-16,0 0-25 15,0 0-23-15,7-9 28 16,23-11-24-16,10-6-15 16,5-14 6-16,2-5 32 0,3-13-9 15,2-1 8-15,-3-7-21 16,3 0 11-16,-7 0 7 16,2-19-12-16,-7-13 4 15,-14-10-6-15,-17-9 10 16,-9-10 1-16,0-8-21 15,-30 3 4-15,-31 7-14 16,4 16 0-16,3 14-5 16,7 14-1-16,2 8-2 15,-2 7-24-15,2 0-138 16,0 19-16-16,14 13-106 16,20-1-255-16</inkml:trace>
  <inkml:trace contextRef="#ctx0" brushRef="#br0" timeOffset="119734.48">14981 15098 538 0,'0'0'408'0,"0"0"-379"16,0 0 125-16,0 0-14 0,0 0-121 15,0 0 90 1,268 0-48-16,-150 0-14 0,0-5 14 15,-12-1 29-15,-14-4-26 16,-16 3-40-16,-20 3-9 16,-25-2-12-16,-12 6-3 15,-8 0-28-15,-11 0-163 16,0 0 6-16,0-7-165 16,-7-10-167-16</inkml:trace>
  <inkml:trace contextRef="#ctx0" brushRef="#br0" timeOffset="120001.3">15485 14769 763 0,'0'0'153'0,"0"0"43"15,0 0 17-15,0 0-109 16,0 0-46-16,0 0-30 16,-42 52-14-16,42 17 208 15,0 20-148-15,7 2-15 16,12-3-16-16,2-2-24 15,-2-12 11-15,-3-10-21 16,-2-5-3-16,8-8-4 16,-8-10-2-16,-3-10 0 15,4-5 0-15,-4-11-45 16,4-7-54 0,-6-8-140-16,12 0-89 0,0-32-4 0,8-30-236 15</inkml:trace>
  <inkml:trace contextRef="#ctx0" brushRef="#br0" timeOffset="120284.58">16164 14710 809 0,'0'0'71'16,"0"0"109"-16,0 0 63 16,0 0-65-16,0 0-113 15,0 0-18-15,7-15-10 0,17 67 137 16,2 10-115-1,-5 0-26-15,-7 1 6 0,-2-7-7 32,-3-5-24-32,1 1-3 0,-6-5-5 0,3-6 0 15,-2-4 0-15,9-5-12 16,-4-6-64-16,6-7-23 16,-2-9-135-16,3-10-24 15,2 0-163-15,-3-33-152 16</inkml:trace>
  <inkml:trace contextRef="#ctx0" brushRef="#br0" timeOffset="121431.73">13854 15399 342 0,'0'0'50'16,"0"0"21"-16,0 0 65 15,0 0-46-15,0 0-2 16,0 0 5-16,-47 0-11 16,47 0-7-16,0 0-17 15,0 0-14-15,0 0-11 0,0 0 12 16,0 0-11-16,0 0-5 15,0 0-7-15,0 0-4 16,0 0 15-16,0 0-33 16,0 0-4-16,0 0 4 15,0 0 4-15,0 0 4 16,4 0-6-16,8 0 27 16,-3 0-15-16,1 0 2 15,-10 0 1-15,5 0-6 16,-5 0 1-16,0 0-4 0,0 0 1 15,0 0-1 1,0 0 0-16,0 0 1 0,0 0-2 16,0 0-2-16,0 0-1 15,0 0 1-15,0 0-1 16,0 0 0-16,0 0-1 16,0 0-3-16,0 0-1 15,0 0 1-15,0 0 0 16,0 0-12-16,0 0-29 15,7 0-35-15,16 0-69 16,20 0-104-16,11 0-21 16,19 0-444-16</inkml:trace>
  <inkml:trace contextRef="#ctx0" brushRef="#br0" timeOffset="122327.71">13990 15336 508 0,'0'0'19'0,"0"0"26"16,0 0 28-16,0 0-39 15,0 0-26-15,0 0 21 16,15 37 27-16,62-37-7 15,39 0 4-15,28 0-10 16,37-31-32-16,34-6 8 16,18-9-3-16,26-4 5 15,1-4 42-15,-13 3-1 16,-18 0 14-16,-24 7 9 16,-37 5-1-16,-46 10-11 15,-42 8-11-15,-44 10 36 0,-27 9-48 16,-9 2-28-1,0 0-6-15,0 0-16 0,0 0-33 16,0 0-129-16,0 6-134 16,17-4-176-16</inkml:trace>
  <inkml:trace contextRef="#ctx0" brushRef="#br0" timeOffset="122956.02">18585 14385 871 0,'0'0'29'15,"0"0"37"-15,0 0 97 16,31-193-53-16,-31 147-14 16,0 11-37-16,-31 4-29 15,-16 8 0-15,-14 11-29 0,-10 12 14 16,-9 0-6-16,-12 0 3 16,17 20 11-16,13 14-9 15,20 2 11-15,18 6-15 16,17 1-6-16,7 12-1 15,17 2 2-15,49 0 14 16,14 5-15 0,7-2-2-16,5-1 2 0,-12-2 0 15,-2-6 0-15,-17-4-2 16,-11-5 3-16,-15-6 17 16,-9-10 40-16,-21-5-31 15,-5-7-11-15,0 3-19 16,-31-2 17-16,-18-2 1 0,-13-2 6 15,6-7 10-15,6-4-31 16,3 0-4-16,12-2 5 16,9-22 0-16,12-11 8 15,14-16-11-15,0-18 19 16,14-11-21-16,33-5 2 16,-2 9 2-16,7 6-3 15,-17 21 1 1,-16 9-2-16,2 14 0 0,-21 14-1 15,0 5 1-15,0 7-6 0,0 0-9 16,0 0-70 0,-5 0-140-16,-25 0-12 0,-6 0-85 15,15 7-184 1</inkml:trace>
  <inkml:trace contextRef="#ctx0" brushRef="#br0" timeOffset="123412.15">19321 13997 896 0,'0'0'28'16,"0"0"72"-16,0 0 85 0,0 0-76 0,0 0-33 16,0 0-50-16,-10-89-7 15,-6 92-7-15,-15 36-11 31,3 20 15-31,-10 6 4 0,15 7-13 0,6 0 5 16,17-1-8 0,0 2-1-16,5-3 0 0,51-4-3 15,15-7 7-15,12-4-5 16,-13-16 14-16,-4-10-14 16,-9-14 5-16,-17-9 8 15,-5-6 49-15,1 0 54 16,4-29-76-16,2-16 54 15,-11-12-56-15,-12-5 2 0,-19-14-27 16,0-4-4-16,0-3 3 16,-45 3-6-16,-12 14-7 15,6 14-1-15,-8 18-2 16,-7 9-9-16,-17 10-23 16,-4 12-67-16,2 3-95 15,3 15-52 1,11 19-234-16</inkml:trace>
  <inkml:trace contextRef="#ctx0" brushRef="#br0" timeOffset="123836.33">17746 15382 508 0,'0'0'389'0,"0"0"-336"15,0 0 130-15,0 0-24 0,0 0-74 16,0 0-18 0,123 0-37-16,27 0 34 0,39-18 4 15,35-7-38-15,35-4 51 16,20-7-53-16,15 4 1 15,-4-4 1-15,-19 2-12 16,-33 2 8-16,-35 5-2 16,-40 7-5-16,-26-3 5 15,-29 9-4-15,-18 2-7 16,-17 0 18-16,-19 1-16 16,-12 5-3-16,-23 0-5 15,-9 3-1-15,-3 0-1 16,-7 3-2-16,0 0 3 0,0 0-4 15,0 0-2 1,0 0-13-16,0 0-29 0,0 0-68 16,-21 0-81-16,-20 0-34 15,-15 0-110-15,4 0-257 16</inkml:trace>
  <inkml:trace contextRef="#ctx0" brushRef="#br0" timeOffset="125061.13">18387 15817 1040 0,'0'0'121'0,"0"0"66"15,0 0-33-15,-122-155-4 16,122 146 28-16,-5 9-119 0,5 0-3 15,0 0-13 1,0 0-11-16,0 0-12 0,0 48-13 16,0 32-7-16,0 18 0 15,0 13 0-15,9-16 0 16,17-9 0-16,0-1 0 16,3-13 0-16,1-10 0 15,-4-12 0-15,-5-7 0 16,-2-17 0-16,7-12 0 15,9-7 0-15,13-7-90 16,6-15-118-16,19-42-146 16,2-14-219-16</inkml:trace>
  <inkml:trace contextRef="#ctx0" brushRef="#br0" timeOffset="125500.9">19012 16091 905 0,'0'0'107'0,"0"0"55"15,0 0 38-15,0 0-98 16,0 0-2-16,0 0-78 16,-113-121 5-16,160 84-20 15,2 8-1-15,-1 4-6 16,1 5-4-16,8 8 4 16,-12 9 4-16,2 3-2 15,-3 0-2-15,-13 32 2 0,-5 19 0 16,-7 12 4-1,-19 6 48-15,0-6-35 16,0-1-16-16,-31-3 20 0,-18-8-12 16,-17-6 27-16,4-10-4 15,1-7-17-15,0-7 1 16,25-12 2-16,6-4-2 16,20-5-7-16,10 0-6 15,0 0 1-15,0 0 1 16,0 0 1-16,0 0 0 15,0 0-4-15,0 0-2 16,0 0-1-16,22 0 2 16,22 0-2-16,27 0 9 15,16-14-5-15,10-4-4 16,4 3 2-16,-4-4-3 0,0 5-5 16,-22-1-28-16,-14 1-121 15,-25-14-194-15,-10-4-308 16</inkml:trace>
  <inkml:trace contextRef="#ctx0" brushRef="#br0" timeOffset="125800.14">19790 15823 771 0,'0'0'211'0,"0"0"-32"16,0 0 34-16,0 0-107 15,0 0-58-15,0 0 68 16,19-12-74-16,42 51 64 16,15 9-37-16,6 5-29 15,3 6-6-15,2-1-7 16,-4-8 1-16,-8 1-19 16,-9-9-8-16,-5-10 0 15,-11-4-1-15,-15-8-6 16,-9-8-34-16,-5-4-43 0,-11-2-77 31,6-6-133-31,-6 0-97 0,-5-17-209 0</inkml:trace>
  <inkml:trace contextRef="#ctx0" brushRef="#br0" timeOffset="126035.97">20455 15647 850 0,'0'0'132'0,"0"0"71"15,0 0-20-15,0 0-97 16,0 0-9-16,0 0 42 16,-184 178 35-16,134-84-84 15,8-8-10-15,7-3-16 16,-1-2-21-16,1-7-11 31,0 0-6-31,-1-4-6 0,6-8 0 0,-6-2-16 16,5-9-113-16,-4-9-189 15,0-21-258-15</inkml:trace>
  <inkml:trace contextRef="#ctx0" brushRef="#br0" timeOffset="126413.38">20933 15539 1186 0,'0'0'54'0,"0"0"116"16,0 0 28-16,0 0-113 15,0 0-29-15,0 0-11 31,0 15-21-31,0 49 4 16,0 22 53-16,0 9-38 16,0-3-16-16,0-7 3 15,0-8-18-15,0-8-4 16,0-14-8-16,0-10 0 16,0-8 0-16,0-5 0 15,15-6-39-15,6-4-66 16,9-12-86-16,6-10-94 15,4-4-71-15,0-44-222 0</inkml:trace>
  <inkml:trace contextRef="#ctx0" brushRef="#br0" timeOffset="126633.63">21339 15579 872 0,'0'0'77'15,"0"0"93"-15,0 0 48 16,0 0-82-16,0 0-73 15,0 0-27-15,0-31 23 16,0 102 63-16,0 17-11 0,0 4-68 16,14-6-6-1,7-14-5-15,0-7-18 0,-2-10-14 16,7-10-1-16,-5-10 1 16,5-2-27-16,-2-9-62 15,2-4-160-15,5-13-46 16,-1-7-255-16</inkml:trace>
  <inkml:trace contextRef="#ctx0" brushRef="#br0" timeOffset="126875.73">21669 15579 1030 0,'0'0'61'0,"0"0"126"15,0 0-53-15,0 0-88 16,0 0 21-16,0 0 85 15,255 143-59-15,-180-84-34 16,-4 1-30-16,7-3-18 16,-3-7-11-16,-4-8 0 15,-1-13-26-15,-8-4-65 16,-6-10-45-16,-16-6-69 16,-14-9-51-16,-21 0-119 15,-5-21-107-15</inkml:trace>
  <inkml:trace contextRef="#ctx0" brushRef="#br0" timeOffset="127088.8">22324 15465 78 0,'0'0'744'15,"0"0"-591"-15,0 0 54 16,0 0-23-16,0 0-105 16,0 0-4-16,-167 142 120 15,117-55-79-15,3-2-57 16,7-5-11-16,10-6-21 15,4-8-17-15,11-12-7 16,11-8-3-16,4-8 0 16,0-6-31-16,4-5-79 0,46-9-186 15,11-12-34 1,10-6-294-16</inkml:trace>
  <inkml:trace contextRef="#ctx0" brushRef="#br0" timeOffset="127356.33">22782 15373 454 0,'0'0'584'0,"0"0"-483"15,0 0 128-15,0 0-52 0,0 0-36 16,0 0-23-16,21-131-86 16,-21 182 1-16,0 26 40 15,0 9-18-15,0 3-22 16,0-2-16-16,0-12-17 15,0-3 0-15,0-13 0 16,5-12 0-16,21-1 0 16,9-14-44-16,10-11-66 15,11-8-72-15,10-13-134 16,17-10-94-16,-3-44-287 16</inkml:trace>
  <inkml:trace contextRef="#ctx0" brushRef="#br0" timeOffset="127677.2">23612 15212 775 0,'0'0'138'0,"0"0"-22"16,0 0 52-16,0 0-69 15,0 0-80-15,0 0 41 16,-114 146 21-16,84-63-44 16,20-2-12-1,6-4 9-15,4-8-2 0,0-12-4 16,35-12-14-16,26-16 0 15,15-20 21-15,16-9 82 16,4-3-67-16,6-38-4 16,-1-16-12-16,-26-9-10 0,-13-11 1 15,-36-8 14-15,-26 1-19 16,0 10-12-16,-36 14-5 16,-39 17-3-16,-22 12-5 15,-11 16-35-15,-17 15-32 16,-19 0-126-16,-14 18-18 15,-9 19-171-15,-10-3-378 16</inkml:trace>
  <inkml:trace contextRef="#ctx0" brushRef="#br0" timeOffset="128299.59">20596 15193 509 0,'0'0'129'0,"0"0"-53"16,0 0 93-16,0 0-62 15,0 0-51-15,0 0-12 16,102 0 13-16,6 0 3 15,34-9-22-15,41-17 21 16,51-11-29-16,39-9-3 16,27-5 15-1,6-3-6-15,-16-1 12 0,-26 9-12 16,-30 1-4-16,-27 9 34 0,-40 3 16 16,-27 9-58-16,-44 3-15 15,-37 6 3-15,-28 6-10 16,-19 9-2-16,-12 0-19 15,0 0-85 1,-43 0-134-16,-54 0-35 0,-35-8-155 16</inkml:trace>
  <inkml:trace contextRef="#ctx0" brushRef="#br0" timeOffset="128645.3">20028 14103 919 0,'0'0'55'0,"0"0"105"16,0 0 71-16,0 0-141 0,0 0-52 15,0 0 7 1,127 76 156-16,-42-23-137 0,7 7-6 16,0-3-12-16,-5-3-39 15,-11-2 3 1,-10-5-10-16,-14-9-12 0,-12 0-46 16,-5-1-90-16,-16-14-99 15,2-10-191-15,-4-13-296 16</inkml:trace>
  <inkml:trace contextRef="#ctx0" brushRef="#br0" timeOffset="128865.07">20632 13923 547 0,'0'0'305'0,"0"0"-185"0,0 0 78 15,0 0-32-15,0 0-49 16,0 0-30-16,-163 182 45 15,139-114-45 1,3-2-20-16,-5 3-40 0,0-5-17 16,3-4-8-16,-3-3-4 15,0-2-17-15,16-8-88 16,10-6-113-16,0-10-59 0,5-22-186 16</inkml:trace>
  <inkml:trace contextRef="#ctx0" brushRef="#br0" timeOffset="129321.02">21101 13914 860 0,'0'0'45'15,"0"0"77"-15,0 0 3 16,0 0-56-16,181-152-27 15,-98 134-23-15,-17 12 19 16,-17 6 2-16,-13 0 5 0,-15 0-24 16,-21 33-2-1,0 11-2-15,0 13 0 0,-40 2-9 16,-12-4-8-16,2-4 4 16,-6-8-4-16,11-6 1 15,10-5 1-15,14-8-2 16,16-5-1-16,5-8-1 15,0 4-6-15,0-7-7 16,30 5 14-16,32-3-1 16,18-2 3-16,-5 1-1 15,3 2 0-15,-7 10 0 16,-22 4 2-16,-6 1 1 0,-24 2 9 16,-19-10 10-16,0-4 9 15,0 0 9-15,-66-1 101 16,-15 2-92-16,-15-3-17 15,9-6-14-15,16-3-18 16,26-1-6-16,14-2-22 16,15 0-75-16,16 0-97 15,0-11-35-15,5-26-179 16</inkml:trace>
  <inkml:trace contextRef="#ctx0" brushRef="#br0" timeOffset="129572.03">21883 13821 870 0,'0'0'148'16,"0"0"53"-16,0 0-37 15,0 0-71-15,0 0-51 16,0 0 76-16,217 81-13 16,-125-33-78-16,0 2 34 15,-5 1-36-15,-6-9-23 16,-11 0 2-16,-13-10-4 0,-12-1-6 15,-15-5-66 1,-8-7-60-16,-13 1-139 0,-4-17-49 16,2-3-223-16</inkml:trace>
  <inkml:trace contextRef="#ctx0" brushRef="#br0" timeOffset="129792.42">22544 13717 651 0,'0'0'107'15,"0"0"42"-15,0 0 57 16,0 0-58-16,0 0-69 16,0 0-34-16,-137 17 33 15,90 53-12-15,2 0-3 0,-2 9 47 16,7-7-35-16,4-4-13 16,1-5-49-16,9-14-6 15,7-3-7-15,7-11 0 16,8-7 0-16,-1-2-53 15,5-4-125-15,0-7-122 16,26-15-96-16</inkml:trace>
  <inkml:trace contextRef="#ctx0" brushRef="#br0" timeOffset="130311.8">23006 13815 744 0,'0'0'16'0,"0"0"133"15,0 0 31-15,0 0-100 16,0 0-21-16,0 0-18 16,-128-122-3-16,119 83 15 15,-1 1-24-15,10-1-4 16,0 3-3-16,0 2-21 15,36 6 4-15,4 9 0 0,17 4-3 16,-3 12-1-16,-2 3 0 16,-3 0-1-16,-2 18 7 15,-11 22-6-15,-10 10 8 16,-12 13 4-16,-14-2 11 16,0 5-1-16,0 0-6 15,-45 0 18-15,-12-1-20 16,1-5 15-16,2-9-2 15,2-13 22-15,12-7-36 16,14-11 15-16,16-5-24 0,6-9 4 16,4 1-6-1,0-7 1-15,0 2 0 0,0-2-8 16,4 0-8-16,62 0 12 16,19-9 20-16,38-14-16 15,4-4-3-15,10-1-1 16,-1 2-3-16,-8-1-55 15,-20 0-37-15,-37 7-52 16,-31-4-226-16,-31 2-425 16</inkml:trace>
  <inkml:trace contextRef="#ctx0" brushRef="#br0" timeOffset="132454.65">24166 14860 981 0,'0'0'56'15,"0"0"129"-15,0 0-12 16,0 0-51-16,0 0-6 16,0 0 2-16,0-102-55 15,-22 153-40-15,-18 43-3 16,-16 41 67-16,4 20-35 16,12 13-15-16,26 7-23 0,2 8-14 15,12-8 0-15,0-19 0 16,-5-20 0-1,-4-19 0-15,-8-12 0 0,-11-11 0 16,-19-10 0-16,-15-15-31 16,-30-10-137-16,-23-22-290 15,-17-31-474-15</inkml:trace>
  <inkml:trace contextRef="#ctx0" brushRef="#br0" timeOffset="133131.04">19559 13628 651 0,'0'0'41'15,"0"0"120"-15,0 0 52 0,-10-168-33 0,10 153-50 16,0 12-30-16,0 3-19 15,0 27 27-15,0 54-76 16,0 43 98-16,0 36-66 16,17 6-25-16,18 1 8 15,1-5-36-15,-6-11-5 32,-11 1-6-32,-12-6-1 0,-7 4-35 0,0-3-89 31,-21-13-178-31,-14-27-366 15</inkml:trace>
  <inkml:trace contextRef="#ctx0" brushRef="#br0" timeOffset="133949.04">21726 13416 674 0,'0'0'34'16,"0"0"72"-16,0 0 99 0,-26-161-42 15,16 148 7-15,-2 13-44 16,-11 0-61-16,-24 48-2 16,-24 38 60-16,-5 26-19 15,-6 0-52-15,21 5-17 16,2-3-3-16,2-2-15 15,1 5-15-15,-10 0-1 16,-5-5-1-16,-12 8-16 16,-6 0-55-16,-15 8-110 15,-12-10-197-15,-11-6-242 16</inkml:trace>
  <inkml:trace contextRef="#ctx0" brushRef="#br0" timeOffset="134357.53">19559 15785 659 0,'0'0'87'16,"0"0"77"-16,0 0 92 15,0 0-111-15,0 0-77 16,0 0-29-16,-120 68 16 16,-17 44 37-16,-26 14-31 15,-11 3 2-15,-8 0 8 16,3 1 35-16,2-7-73 15,15-11 17-15,13-16-30 16,34-15-9-16,23-18 2 16,30-10-13-16,22-14-10 0,19-4-5 15,16-4-77-15,5-8-171 16,0-17-60-16,40-6-379 16</inkml:trace>
  <inkml:trace contextRef="#ctx0" brushRef="#br0" timeOffset="134828.07">19752 16880 1044 0,'0'0'114'0,"0"0"-19"15,0 0 43-15,0 0-40 16,0 0-55-16,0 0-20 16,-59 52-11-16,22 17 82 15,-3 9 13-15,4-3-51 16,1-14-30-16,-1-4 3 16,10-2-16-16,8-21-6 15,6-9-3-15,7-10-4 16,5-10 2-16,0-5-2 0,0 0 2 15,0 0-4-15,0 0 2 16,0 4-5-16,45 4 5 16,16-5 1-16,22 0 2 15,13-3-2-15,10 0 0 16,12 0 0-16,-7-3 1 16,-5-12-2-16,-9 4-1 15,-19 2-3-15,-17-5 4 16,-21 8-9-16,-21-1-5 15,-7 7-59-15,-12-6-55 16,0-3-45 0,0-2-128-16,-47-10-301 0</inkml:trace>
  <inkml:trace contextRef="#ctx0" brushRef="#br0" timeOffset="135032.47">20007 17066 282 0,'0'0'614'15,"0"0"-440"-15,0 0 69 16,0 0-84-16,0 0-100 16,0 0 42-16,-14 72-26 15,28 16 68-15,2 19-71 16,-6-7-20-16,-1 2-28 0,-9-7-16 16,5-12 3-16,-5-4-11 15,0-5-4-15,0-4-23 16,0-8-83-16,-35-3-145 15,11-26-244-15</inkml:trace>
  <inkml:trace contextRef="#ctx0" brushRef="#br0" timeOffset="136574.13">23920 12968 593 0,'0'0'116'0,"0"0"73"16,0 0 8-16,0 0-23 0,0 0-40 16,0 0-32-16,17-122-50 15,-64 163 0-15,-33 40 30 16,-34 27 46-16,-6 11-91 16,-7-4-14-16,0 3-3 15,-10-5 2 1,-16 8-22-16,-1 8 2 0,3 9-2 15,-2 2-20-15,9 2-39 16,8-4-126-16,4 2-19 16,0-6-74-16,4-10-154 15</inkml:trace>
  <inkml:trace contextRef="#ctx0" brushRef="#br0" timeOffset="137248.47">20653 16880 714 0,'0'0'232'16,"0"0"-117"-16,0 0 34 0,0 0-15 15,0 0-12-15,-234 235-10 16,128-104-33-16,-12 3 38 15,-9 4-41-15,5-13-9 16,1-12-39-16,8-11 8 16,21-16-24-16,17-11-10 15,18-12 2 1,17-14-3-16,14 2-1 0,12-17-41 16,5-2-132-16,9-9-194 15,0-23-175-15</inkml:trace>
  <inkml:trace contextRef="#ctx0" brushRef="#br0" timeOffset="137861.5">21039 17815 940 0,'0'0'78'16,"0"0"41"-16,0 0 53 0,0 0-37 16,0 0-60-16,0 0-15 15,-122-8 6 1,122-29-35-16,0-15 24 0,16 1-35 15,13 2-14-15,-3 2-6 16,9 9 0-16,7 2-2 16,8 12 2-16,6 6 0 15,-6 9 9-15,-3 9-7 0,-2 0-2 16,7 12 0 0,-7 23 2-16,-5 13 4 0,-14 3 10 15,-22 3 26-15,-4 2-29 16,0 6 14-16,-30-2-11 15,-25-6 5-15,-11 6-4 16,-11 0 5-16,-4-7-4 16,-1-2-12-16,7-3 6 15,9-16-6 1,4-4 0-16,22-8-4 0,10-11 2 16,13-3-4-16,17-3 0 15,0-3 5-15,0 0-5 16,0 0 0-16,0 0-5 15,0 0 4-15,57 0 1 16,30-18 0-16,40-17 0 16,19-10-11-16,33-15-27 0,24-5-49 15,16-16-98-15,-6-5-134 16,-25-16-303-16</inkml:trace>
  <inkml:trace contextRef="#ctx0" brushRef="#br0" timeOffset="138725.79">21973 17155 1005 0,'0'0'197'16,"0"0"-36"-16,0 0-9 16,0 0-23-1,-309 198 19-15,172-67-72 16,10 3-27-16,9 1 4 15,12-3-30-15,5-1-11 16,-1-9-7-16,1-4-5 16,-7-12-7-16,-3-12-58 15,9-10-53-15,6-22-215 16,-1-16-161-16</inkml:trace>
  <inkml:trace contextRef="#ctx0" brushRef="#br0" timeOffset="139340.72">18899 13929 465 0,'0'0'107'16,"0"0"46"-16,0 0 46 15,0 0-22-15,0 0-28 16,0 0-1-16,78-121-56 0,-121 176-52 16,-42 32 25-16,-28 26 76 15,-2 3-72-15,1 1-35 16,4-10-17-16,-4-2 8 15,4-4-19-15,-1-9-2 16,7-5-4-16,-2-4-9 16,9-7-56-16,17-11-211 15,19-17-130-15,26-33-312 16</inkml:trace>
  <inkml:trace contextRef="#ctx0" brushRef="#br0" timeOffset="139798.35">19087 12092 1078 0,'0'0'51'15,"0"0"80"-15,0 0-11 0,36-157 21 16,-36 149 4-16,0 6-95 16,0 2-23-16,0 0 15 15,0 6-18-15,0 38-17 16,-31 18 2-16,-4 10 11 16,4-4-5-16,0-7-5 15,6-8 3-15,6-12-11 16,-3-7 7-16,13-11-6 15,4-8 0-15,5-6 5 16,0-3-8-16,0-6 0 16,0 4-2-16,0-4 4 15,50 3-2-15,32-3 5 16,20 0-3-16,25 0-1 0,5-16-1 16,-5-5 1-1,-11 4 0-15,-24 2-1 0,-21 2 0 16,-36 7-7-16,-14 4-38 15,-21-2-97-15,0 2-105 16,-21-5-140-16,-29-6-161 16</inkml:trace>
  <inkml:trace contextRef="#ctx0" brushRef="#br0" timeOffset="140047.79">19347 12077 678 0,'0'0'37'0,"0"0"65"15,0 0 110 1,0 0-53-16,0 0-36 0,0 0-27 16,-21-48-49-16,21 48-7 15,0 26-32-15,0 22 186 16,0 12-103-16,0 3-33 16,0-1-18-16,11 1-10 15,-11-1-25-15,0 3 1 16,0 7-6-16,0 2-1 15,-21 5-57-15,-5 4-129 16,-4-8-162-16,-1-9-152 16</inkml:trace>
  <inkml:trace contextRef="#ctx0" brushRef="#br0" timeOffset="142077.48">3042 7095 859 0,'0'0'185'16,"0"0"-95"-16,0 0 5 15,0 0 23-15,0 0-30 16,-299 203-12-16,176-105-9 16,3 10 2-16,-3-4-28 0,12 0 50 15,8-6-67-15,18-7-23 16,19-11-2-16,9-6 1 15,27-10-7-15,15-8-127 16,15-12-20-16,0-2-50 16,15-7-4-16,10-10-243 15</inkml:trace>
  <inkml:trace contextRef="#ctx0" brushRef="#br0" timeOffset="142343.92">1057 8413 926 0,'0'0'72'0,"0"0"-19"16,0 0 126-16,0 0-51 16,0 0-47-16,0 0-30 15,24 29-18-15,247-29 94 16,73 0-47-16,68 0-24 16,50-5-8-16,31-10 8 15,26 4-17-15,0-1 6 16,-31-5-15-16,-36 0-3 15,-68-4-11-15,-77 4-16 16,-78-5 0-16,-93 8 0 16,-65-1-43-1,-54-8-123-15,-17-20-221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47:26.5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9858 6802 797 0,'0'0'93'16,"0"0"-62"-16,0 0 136 0,0 0-75 16,0 0 32-16,0 0-64 15,0 0-39-15,-36-176-16 16,112 141-1 0,2 7-1-16,2 10-2 0,2 5 1 15,-11 9 9-15,-5 4-5 16,-14 0 7-16,-12 15-2 15,-9 18 7-15,-6 2-10 16,-15 10 2-16,-10-1 2 16,0 5 4-16,0 2 14 31,-47-5-17-31,-12 5-7 0,-7-2-2 0,-12-4 1 16,12-10 0-16,0-2 4 0,9-9-9 15,13-6 6 1,18-7-4-16,16-8-1 0,10-3-1 15,0 0 2-15,0 0-4 16,0 0 4 0,31-3 9-1,14-17-11-15,11-4-6 16,6 2 5-16,-6 13 0 16,3 3 1-16,2 4 1 15,5 2 0-15,7 0 0 16,-2 0 1-16,-5 8-2 15,0 14 0-15,-16 5 4 16,-3 2-13-16,-16 5 42 0,-22-5-12 16,-9 2-5-16,0-3 2 15,0 8 11-15,-57 3 5 16,-13 0-7-16,-18-1-15 16,4-1 22-16,-8-8-22 15,4-5-6-15,3-2 4 16,8-8-10-16,15-5 3 15,8-9 3-15,12 0-5 16,2 0 3-16,-5-6-4 16,9-14-17-16,1-6-107 15,14 7 40-15,11 4-34 0,6 6-119 16,4 6-174 0,0 3-109-16</inkml:trace>
  <inkml:trace contextRef="#ctx0" brushRef="#br0" timeOffset="423.57">8898 7950 746 0,'0'0'49'16,"0"0"44"-16,0 0 108 15,0 0-78-15,0 0 12 16,0 0-69-16,-163 16-16 16,163-16-23-16,0 0-12 15,36 0 26-15,44 0-34 16,38-10 33-16,45 1 39 16,39 1-64-16,22-1 32 15,10-3-26-15,-6 3-12 16,-18 1 0-16,-17 2 24 15,-20-1-14-15,-15 1-9 16,-26-3 4-16,-22 3 0 16,-27 3 0-16,-29 1 3 0,-11-2-8 15,-25 4-6-15,-1-2 0 16,-12 2-1-16,-5 0-2 16,0 0-16-16,0 0-42 15,0 0-91-15,0 0-57 16,0 0-144-16,-12 11-132 15</inkml:trace>
  <inkml:trace contextRef="#ctx0" brushRef="#br0" timeOffset="862.75">9610 8533 1004 0,'0'0'37'0,"0"0"42"16,0 0 91-16,0 0-86 16,0 0-44-16,0 0-18 15,300-66 9-15,-168 41-8 16,-5 5 0-16,-21 3-1 16,-19 7-13-16,-21 8-5 15,-21 2 0-15,-5 0-3 16,-14 2 3-16,-5 28 38 0,-7 6-10 15,-9 14-18-15,-5 6 35 16,0 11-29-16,0 7 13 16,-9 8 22-16,-22 4-27 15,0 1-4-15,5-2-11 16,3-8 1-16,6-8-1 16,8-11 6-16,-1-11-4 15,10-11-8-15,0-13-6 16,0-1 2-16,0-10-3 15,0-6-5-15,0-4-9 16,0-2-50-16,0 0-56 16,0 0-69-16,0-29-33 0,-7-14-204 15,-16 3-73-15</inkml:trace>
  <inkml:trace contextRef="#ctx0" brushRef="#br0" timeOffset="1068.09">9980 9225 702 0,'0'0'55'16,"0"0"69"-16,0 0 43 15,0 0-88-15,0 0-28 16,0 0-8-16,163 0 39 0,-62 0-37 16,22-13-9-16,9-8 0 15,5-5-9-15,4-4-22 16,3 0-4-16,-7 3-1 15,-19 6-28-15,-8 6-110 16,-22 4-201-16,-30 2-186 16</inkml:trace>
  <inkml:trace contextRef="#ctx0" brushRef="#br0" timeOffset="2469.58">11951 3210 806 0,'0'0'29'0,"0"0"7"16,0 0 136-16,0 0-10 16,0 0-76-16,0 0-12 15,-172-25-26-15,172 25-10 16,0-4 4-16,0 4-6 15,0 0-36-15,45 6 0 16,59 14 107-16,46-1-74 16,56-10-8-16,27-9 2 15,26 0 3-15,5-13-7 16,0-16 0-16,0-4-8 16,-21 0-5-16,-24 1-6 15,-30 4 4-15,-47 5 11 0,-46 8-12 16,-39 6-5-16,-38 5-2 15,-12 4-2-15,-7 0 1 16,0 0-15-16,-7 0-60 16,-48 10-51-16,-22 14-159 15,-20-4-99-15</inkml:trace>
  <inkml:trace contextRef="#ctx0" brushRef="#br0" timeOffset="13438.72">16770 3273 606 0,'0'0'67'0,"0"0"87"16,0 0 2-16,-295 20-40 16,265-15-93-16,25-3 4 15,5 4-2-15,0-3-4 16,80 7 32-16,47-8-35 15,57-2 5-15,40 0-14 16,24 0-2-16,28-21 2 16,-3-3 8-16,-4 1 3 15,-19 2-9-15,-26 2 12 16,-26 2 5-16,-26 2-8 0,-35 6 0 16,-50-1-1-16,-40 8-7 15,-33 2-8-15,-14 0-4 16,0 0 0-16,0 0-16 15,-40 0-113-15,-21 0-61 16,-10 0-192-16</inkml:trace>
  <inkml:trace contextRef="#ctx0" brushRef="#br0" timeOffset="18221.27">8389 4846 926 0,'0'0'32'0,"-259"0"13"15,178 0 63-15,34 0 12 16,38 0-39-16,9 0-55 15,96 0-8-15,107 3 29 16,97-3 14-16,86 0-45 16,32 0-10-16,4-3 4 15,-5-7 7-15,-26 5 17 16,-25 1 21-16,-20 4-32 16,-46-2 9-16,-32-2-18 15,-48-2-3-15,-44-3-3 16,-44 4-2-16,-44-4 1 15,-44 0-2-15,-27 6-5 16,-17-3-4-16,0-7-43 0,-47 5-62 16,-38-7-95-16,-28-2-162 15</inkml:trace>
  <inkml:trace contextRef="#ctx0" brushRef="#br0" timeOffset="29964.31">6449 3942 651 0,'0'0'24'0,"0"0"-19"16,0 0 33-16,0 0 112 0,0 0-106 15,0 0-19-15,0 0 48 32,54-9-35-32,59 12 18 0,19 12 6 0,9-1-35 15,13-2 1-15,-8-4 6 16,2-2-6-16,-16-6-7 16,-25 0 6-16,-20 0-15 15,-26 0-6 1,-26 0-3-16,-13 0-3 0,-18 0-3 15,-4 0-24-15,0 0-38 16,-4 0-132-16,-53 0-88 0,-21 0-254 16</inkml:trace>
  <inkml:trace contextRef="#ctx0" brushRef="#br0" timeOffset="30231.89">6427 3998 538 0,'0'0'80'16,"0"0"-10"-16,0 0 116 16,0 0-58-16,0 0-61 15,0 0-6-15,-30 0 3 0,96 0-8 16,21 0-12-16,19 0 2 16,12 6-12-16,-3 7 2 15,3-7 5-15,-2 0 2 16,2-4-14-16,-7-2 23 15,-8 0-33-15,-23 0-14 16,-14 0-4 0,-14 0-1-16,-12 0-14 0,-18-2-68 15,-13-4-113-15,-9-4-267 16</inkml:trace>
  <inkml:trace contextRef="#ctx0" brushRef="#br0" timeOffset="36149.41">17289 7485 724 0,'0'0'38'0,"0"0"78"16,0 0 46-16,0 0-70 0,0 0-24 16,0 0-14-1,0 0-24-15,0 0 44 0,-106-153-32 16,106 127-9-1,0 3-16-15,18-2-7 0,8 10-4 16,-4 4-5-16,8 5-1 16,6-3 10-1,4 6 0-15,4 0-9 0,-1 3 1 16,2 0 1-16,7 30-3 16,-8 9 0-16,-8 5 0 15,-10 4 3-15,-17 3-3 16,-9-2 2-16,0 0-1 15,0 2-1-15,-14-4 1 16,-29 1 4-16,-11-3 9 16,-2-3-10-16,-6-6-2 0,1-6 17 15,12-6-12-15,1-4-2 16,-1-2-4-16,6-4 6 16,8-1-7-16,12-4 1 15,-3-3 1-15,16 0-2 16,-6-3 0-16,11-3 1 15,5 0 2-15,0 0-3 16,0 0 3-16,0 0-6 16,0 0 3-16,9 0-17 15,31 0 17-15,22-15 2 0,20 0 1 16,10-4-1-16,10 4-1 16,8 2 0-1,-8-2 10-15,-1 3-9 0,-14 3 7 16,-21-1-8-16,-14 4 11 15,-21 3-1-15,-17 1-7 16,-9 2-2-16,-5 0 3 16,0 0-5-16,0 0 1 15,0 0-1-15,0 0-2 16,0 0-32-16,0 0-52 16,0 0-115-16,-5 17-75 15,-35 8-102-15</inkml:trace>
  <inkml:trace contextRef="#ctx0" brushRef="#br0" timeOffset="37437.53">16718 8291 434 0,'0'0'229'0,"0"0"-166"15,0 0 28-15,0 0 60 16,0 0-90-16,0 0-25 0,73 8 52 16,24-2-7-16,28-3-32 15,28-3-4-15,26 0-9 16,7 0 21-16,8 0-13 16,-1 0-11-16,-21 0-3 15,-23 0 5-15,-22-6 4 16,-30-5 2-16,-27 2 11 15,-18 0-19-15,-16 1 19 16,-27 4-44-16,0 2 2 16,-4 2-1-16,-5 0-1 15,0 0 0-15,0 0-5 16,0 0-1-16,0 0-2 0,0-4 0 16,0 4-1-1,0 0 1-15,0 0 0 0,0 0 0 16,0 0-9-16,0 0-25 15,0 0 33-15,0 0-12 16,0 0-5-16,0 0 10 16,0 0 4-16,0 0 1 15,0 0 2-15,0 0 0 16,0 0 1-16,0 0 8 16,0 0-4-16,0 0-4 0,0 0 0 15,0 0 0 1,0 0 3-16,0 0-3 0,0 0-1 15,0 0 1-15,0 0 0 16,0 0 2-16,0 0-2 31,0 0 0-31,0 0-2 0,0 0 2 0,0 0-1 16,0 0 0-16,0 0 1 16,0 0-3-16,0 0 3 15,0 0-3-15,0 0 3 16,0 0 0-16,0 0 1 15,0 0-1-15,0 0 0 16,0 0 0-16,0 0 0 0,0 0 1 16,0 0-1-16,0 0 0 15,0 0 0-15,0 0 2 16,0 0-2-16,0 0 0 16,0 0 0-16,0 0 0 15,0 0 0-15,0 0 0 31,0 0 2-31,0 0-2 0,0 0 0 0,0 0 4 16,0 0-7 0,0 0 3-16,0 0 0 0,0 0 2 0,0 0-1 15,0 0-1-15,0 0 1 16,0 0-1-16,0 0 0 16,0 0 3-1,0 0-3 1,0 0 4-16,0 0-9 15,0 0 12-15,0 0-7 16,0 0 0-16,0 0-6 16,0 0 4-16,0 0 2 15,0 0-2-15,0 0 2 16,0 0 1-16,0 0-1 16,0 0 2-16,0 0 1 15,0 0-6-15,0 0 0 16,0 0 2-16,0 0 2 0,0 0-2 15,0 0 1-15,0 0 0 16,0 0 0-16,0 0 0 16,0 0-1-16,0 0 1 15,0 0 0-15,0 0 3 16,0 0-3-16,0 0 0 16,0 0 0-16,0 0 0 15,0 0 0-15,0 0 2 16,0 0-2-16,0 0 0 15,0 0-3-15,0 0 3 0,0 0 0 16,0 0 2-16,0 0-1 16,0 0 0-16,0 0-1 15,0 0 0-15,0 0 0 16,0 0 0-16,0 0-2 16,0 0-4-16,0 0-43 15,0 0 4-15,0 0-35 16,0 0-45-16,0 0-22 15,0 0 16-15,0 0-52 16,-14 0-145-16</inkml:trace>
  <inkml:trace contextRef="#ctx0" brushRef="#br0" timeOffset="38933.76">17949 8834 541 0,'0'0'146'15,"0"0"-48"-15,0 0 49 16,0 0 17-16,21-167-79 16,-21 137-37-16,0-2 41 15,-12 0-26-15,-16 7-29 16,-19 6-13-16,-3 4 6 15,-11 6-13-15,-10 6-7 0,-2 3-4 16,-12 0-2-16,12 31 5 16,2 3-3-16,17 4-1 15,12 5-2-15,11 0 3 16,22 0 4-16,9 2-7 16,0 1 3-16,26 2-2 15,30-4 10-15,15 4 3 16,21 0-10-16,9-1-4 15,1 4 2-15,-6 3 2 16,-11-1 1-16,-7 4-5 16,-24-6 2-16,-11-9-1 15,-20-10 1-15,-11-1-2 0,-12-11 4 16,0-5-4-16,0 8 9 16,-47-4 2-16,-24-1-3 15,-21-4-8-15,-5-11 0 16,8-3 6-16,2 0-6 15,21-17 1-15,14-15 0 16,28-11-1-16,17-2-4 16,7-9-31-16,26-6 31 15,45-1 2-15,16 1 2 16,0-6 0-16,-2 1-1 16,-12-1 1-16,-23-2 4 0,-20 10-2 15,-25 10 0 1,-5 1-2-1,-40 5-29-15,-66 13-78 0,-38 7-198 0,-19 13-239 16</inkml:trace>
  <inkml:trace contextRef="#ctx0" brushRef="#br0" timeOffset="47025.38">13432 7876 509 0,'0'0'45'0,"0"0"-22"0,0 0 129 16,0 0-10-16,0 0-53 15,0 0-15 1,0 0-10-16,0 0 0 0,-66-18-26 16,66 18-11-16,0 0-9 15,0 0 2-15,0 0 1 16,0 0-11-16,-5 0 6 15,5 0 1-15,0 0 7 16,0 0 3-16,0 0 0 16,0 0-11-16,28 0 1 15,24 4 15-15,24 1 7 0,15 4-9 16,23-9-8-16,6 0 5 16,-2 0 6-16,-26 0-12 15,-26 0 2-15,-17 0-18 16,-18 0-2-16,0 0 21 15,-10 0-10 1,-7 0-14-16,-2 0-4 0,-8 0-9 16,1 0 3-16,-5 0 6 15,5 0-48-15,-5 0-33 16,0 0-160-16,0 0-1 16,0-9-97-16,0-11-42 15</inkml:trace>
  <inkml:trace contextRef="#ctx0" brushRef="#br0" timeOffset="47402.05">13741 7510 559 0,'0'0'40'0,"0"0"42"15,0 0 83-15,0 0-33 16,0 0-25-16,0 0 6 15,-57-46-55-15,57 46-7 0,0 0 3 16,0 0-16-16,0 0-12 16,0 0 4-16,0 0-9 15,-5 0-12 1,5 34-5-16,0 23 21 0,0 23 60 16,0 6-59-16,0 3 4 15,0 8-3-15,17-8 44 16,-8-12-52-16,1-8-1 15,1-9 1-15,-1-9-6 16,-1-2 2-16,3-7-8 16,-3-8-4-16,1-11 3 15,-5-11-6-15,2 0-2 16,2-4 2-16,-4 1-25 0,-5-3-109 16,5-2-53-1,-5-4-127-15,0-15-145 0</inkml:trace>
  <inkml:trace contextRef="#ctx0" brushRef="#br0" timeOffset="55670.87">6621 7438 615 0,'0'0'55'0,"0"0"54"16,0 0 86-16,0 0-69 15,-76-167 11-15,76 151-19 16,0 13-6-16,0 3 8 16,0 0-84-1,-4 0 1-15,4 0-14 0,0 19-14 0,0 31-3 16,0 15 29-16,28 10 4 15,10-6-13-15,-10-6-9 32,-2-10-2-32,0-4 1 15,4-9-12-15,-4-3 1 16,10-5 3-16,-6-1-8 16,1-4-1-16,-5-5-4 15,-3 3-33-15,-6-1-59 16,-12-1-61-16,-5 5-199 15,-5-8-29-15,-56-5-183 0</inkml:trace>
  <inkml:trace contextRef="#ctx0" brushRef="#br0" timeOffset="55971.67">5970 8259 588 0,'0'0'70'15,"0"0"-3"-15,0 0 101 16,0 0-8-16,0 0-69 16,0 0-29-16,97 6 34 0,56-12-1 15,33-17-29 1,29-3 33-16,4-3-27 0,-7-1-27 16,-19 3 18-16,-39 5-31 15,-39 7-25-15,-32 7 0 16,-38 2-7-16,-20 3 0 15,-20 3-4-15,-5 0-22 16,0 0-91-16,-5 0-127 16,-39 11-6-16,-18 8-166 15</inkml:trace>
  <inkml:trace contextRef="#ctx0" brushRef="#br0" timeOffset="56504.42">7026 8617 376 0,'0'0'213'16,"0"0"-135"-16,0 0 99 15,0 0-20-15,0 0-38 16,0 0-74-16,-203 68-10 16,203-68 11-16,0 0-4 15,0 0 8-15,0 0-5 16,0-15-10-16,0-10-26 0,0-1 10 15,0 6-14-15,22-2-5 16,13 7 4-16,17 4 0 16,7 8 1-16,14 3-1 15,-2 0 7-15,-1 38-5 16,-8 13 1-16,-13 6 38 16,-18 6-37-16,-15-7-4 15,-16 1 15-15,0 2-5 16,-47-3-3-16,-28 5-7 15,-12-8 1-15,2-9-4 16,7-4 5-16,19-14-1 16,12-7 41-16,16-10-45 0,17-7 5 15,9 2 6-15,5-4-7 16,0 0 12-16,0 2-8 16,0-2 3-16,0 0-2 15,0 4-2-15,0-4 2 16,14 3-8-16,31 3-2 15,21-1 18-15,21 3 3 16,5-4-9-16,-4-2-12 16,-4-2 1-16,4 0-2 15,-8 0-4-15,7 0-41 16,0 0-116-16,-7-12-56 0,-9-14-83 16,-9-13-78-16</inkml:trace>
  <inkml:trace contextRef="#ctx0" brushRef="#br0" timeOffset="56849.98">7983 7927 684 0,'0'0'37'0,"0"0"103"0,0 0 17 15,0 0-52-15,0 0-13 16,0 0-25-16,-82-65-33 16,82 65-9-16,12 5-9 15,32 35 12-15,18 6 36 16,8 8-30-16,1-2-2 16,12-2-11-16,-13 0 2 15,-4-1 4-15,0-4-19 16,-16-5-5-16,-3-6-3 15,-7-8 0-15,-9-1-33 16,-10-4-37-16,-7-4-66 0,-9-6-68 16,-5-7-95-1,0-4-56-15</inkml:trace>
  <inkml:trace contextRef="#ctx0" brushRef="#br0" timeOffset="57085.63">8455 7778 614 0,'0'0'60'0,"0"0"20"16,0 0 115-16,0 0-82 15,0 0-38-15,0 0-31 16,-120 66 45-16,103 3 6 0,3 2-36 16,2 4-17-16,-2-4-15 15,-12 7-10-15,-4-4-13 16,-11 0-3-16,6-3-1 15,-7-10-9-15,6-8-52 16,1-6-104-16,4-13-65 16,-4-13-149-16</inkml:trace>
  <inkml:trace contextRef="#ctx0" brushRef="#br0" timeOffset="59824.39">14672 7332 882 0,'0'0'53'0,"0"0"85"15,0 0 59-15,0 0-72 16,0 0-62-16,0 0-27 15,-57-23-12 1,52 89 27-16,-11 14 88 0,11 1-79 0,1 2-19 16,4-5-22-16,0-6 0 15,0-4-15-15,0-9 1 16,9-5-4-16,17-2-1 16,0-7-1-16,4-7-44 15,-4 1-133 1,-16-4-65-16,-10-7-54 0,0-7-93 15,0-16-313-15</inkml:trace>
  <inkml:trace contextRef="#ctx0" brushRef="#br0" timeOffset="60073.3">13920 8485 563 0,'0'0'32'15,"0"0"37"-15,0 0 88 16,0 0 19-16,0 0-89 15,0 0 12-15,186 29 18 16,-42-29-28-16,7 0-29 16,2-9-15-16,-5-17-8 15,-16 2 21 1,-11-4 21-16,-29 6-56 0,-15 4-18 16,-18-1-5-16,-12 7-19 15,-16 0-127 1,-17 7-2-16,-9 5-105 0,-5 0-168 0,0 9-94 31</inkml:trace>
  <inkml:trace contextRef="#ctx0" brushRef="#br0" timeOffset="60474.33">14594 8854 391 0,'0'0'38'15,"0"0"82"-15,0 0 33 16,0 0-7-16,0 0-35 15,0 0-13-15,-163 52 13 0,163-52-12 16,0 0-55-16,0 0-2 16,0 0-20-16,7 0 1 15,22 5-14-15,18 20 3 16,2 7 2-16,-2 3 7 16,-11 8-5-16,-10-2-3 15,-17 1 9-15,-4 4-11 16,-5-3 0-16,0 2-7 15,-35 3 6-15,-22-3 22 16,3-9 7-16,2-4-27 0,12-7-4 16,9-11 46-1,15-2-37-15,16-6-13 16,0-4-4-16,0 3-1 0,0-5 0 16,0 0-23-1,26 0 24-15,21 0 8 0,19 0-3 16,14 0-5-16,2-11 0 15,20-3 0-15,4-6-3 16,5-8-116-16,7 2 16 16,-8-7-110-16,-13-8-182 15,-14-11-268-15</inkml:trace>
  <inkml:trace contextRef="#ctx0" brushRef="#br0" timeOffset="60775.47">15485 8093 788 0,'0'0'31'16,"0"0"114"-16,0 0 23 16,0 0-78-16,0 0-49 15,0 0-16-15,-21 0 22 16,61 45 62-16,12 13-64 15,-7-5-23-15,6 3 18 16,4 4-15-16,6-6-15 0,5-6-10 16,0-4-3-16,0-10 3 15,-9-12-4-15,-6-3-39 16,-10-6-36-16,-6-7-133 16,-9-6-102-16,-17 0-118 15</inkml:trace>
  <inkml:trace contextRef="#ctx0" brushRef="#br0" timeOffset="60988.06">15952 7930 828 0,'0'0'87'0,"0"0"32"16,0 0 61-1,0 0-95-15,0 0-45 0,0 0-16 16,-87 77 72-16,56 6-18 15,0 2-46-15,1 5-17 16,6 4-4-16,-18 8-4 16,-3-1-7-16,-12 1-28 15,-9-7-90-15,-9-14-119 16,-1-15-148-16</inkml:trace>
  <inkml:trace contextRef="#ctx0" brushRef="#br0" timeOffset="65033.3">9924 12220 620 0,'0'0'62'0,"0"0"8"16,0 0 163-16,0 0-106 16,0 0-18-16,0 0-17 15,-260-43-4-15,225 20-14 16,9-7-8-16,17 0-55 16,9 0 29-16,0 3-26 15,4 1-13-15,58-1 3 16,8 6-1-16,22 6-3 15,-4 13-7-15,3 2 6 16,-15 12 1-16,-10 25-3 16,-10 17 3-16,-25 6 2 0,-17 6-2 15,-14 3 0-15,0-3 3 16,-30-4-1-16,-32-5-2 16,8-14 0-16,-2-9 17 15,4-7-16-15,21-16 3 16,12-2-3-16,14-5 0 15,5-4 4-15,0 0 9 16,0 0-14-16,0 0-9 16,36 0-17-16,18-7 26 15,19-2 6-15,7 3-4 0,3 6 0 16,2 0-2 0,2 0-1-16,-12 31-4 0,-9 10 5 15,-19 4 0-15,-23 2 11 16,-24-2 3-16,0 3-11 15,-66-4 6-15,-45-1-1 16,-25-7-3-16,-13-9 8 16,8-13-1-16,9-12 12 15,14-2-15-15,21 0 1 16,22-11-10-16,23-18 0 16,28-10-12-16,24-18-69 0,0-3-130 15,31-3-121 1,14 14-79-16</inkml:trace>
  <inkml:trace contextRef="#ctx0" brushRef="#br0" timeOffset="65300.73">9014 13442 561 0,'0'0'169'15,"0"0"-154"-15,0 0 129 16,0 0 24-16,0 0-23 0,422 43-60 16,-203-43-19-16,0 0 3 15,5-18-2-15,-16-12-35 16,-20 6 44-16,-30 3-48 16,-47 11-21-16,-45 10-7 15,-45 0-30-15,-21 4-99 16,-38 32-200-16,-68 2-252 15</inkml:trace>
  <inkml:trace contextRef="#ctx0" brushRef="#br0" timeOffset="65802.35">9598 13834 1146 0,'0'0'9'0,"0"0"-7"16,0 0 58-16,0 0 41 16,-40 229-24-16,66-143-41 15,19 2-4-15,2-8-22 16,-7-2 2-16,-9-16-7 16,-1-11-5-16,1-13-4 15,-7-14 4-15,13-5-10 0,-1-11 11 16,4-8-4-16,5 0-7 15,11 0-10-15,6-36 12 16,-18-14 6-16,3-10 4 16,-11-6-9-16,-17 7 8 15,2 5-1-15,-12 13 2 16,-9 15 13-16,0 15 30 16,0 6-2-16,0 5 21 15,0 0-26-15,0 0-4 16,0 43-7-16,5 23 2 15,7 25 80-15,-3 3-54 16,1-1-26-16,2-6-7 0,-3-7 1 16,0-8-20-1,3-6 0-15,-2-13-1 0,-1-6 3 16,3-10-5-16,-3-8-16 16,1-10-46-16,-6-10-75 15,3-7-34-15,3-2-28 16,4-30-85-16,7-33-71 15</inkml:trace>
  <inkml:trace contextRef="#ctx0" brushRef="#br0" timeOffset="66508.92">8750 13994 731 0,'0'0'113'0,"0"0"22"15,0 0 75-15,0 0-31 0,0 0-65 16,0 0-35 0,0 0-39-16,-85-89 3 0,85 155 46 15,14 26 37-15,12 22-66 16,-7 1-34-16,-3 2-11 15,5-14-3-15,-6-3-3 16,6-8-8-16,-2-15-1 16,7-11-1-16,14-6-13 15,11-18-58-15,25-16-116 16,30-20-61 0,12-6-104-16,19-51-223 0</inkml:trace>
  <inkml:trace contextRef="#ctx0" brushRef="#br0" timeOffset="66838.31">11758 13386 977 0,'0'0'30'0,"0"0"-10"0,0 0 123 16,0 0-35 0,0 0-47-16,0 0-19 0,78-24-4 15,23 24 27-15,10 0-30 16,16 0 22-16,5 3-15 16,5-3 61-16,2 0-78 15,-7 0-6-15,-16 0-18 16,-25-6-1-1,-20 1-116-15,-24 1-9 0,-37 1-145 16,-10-9-75-16,-14-13-111 16</inkml:trace>
  <inkml:trace contextRef="#ctx0" brushRef="#br0" timeOffset="67058">12399 12987 798 0,'0'0'138'16,"0"0"-20"-16,0 0 38 15,0 0-10-15,0 0-89 16,0 0-21-16,-26 106 122 16,26-23-30-16,5 5-34 15,21 7-32-15,0-3-37 16,0 7-7 0,-7-7-13-16,2-6-5 0,-5-1-11 15,-2-7-16-15,1-10-100 16,10-13-164-16,6-24-167 15</inkml:trace>
  <inkml:trace contextRef="#ctx0" brushRef="#br0" timeOffset="67530.22">14005 12612 1117 0,'0'0'15'0,"0"0"36"0,16-172 59 0,34 132-21 15,6 18-32-15,5 10-29 16,1 12-1-16,-8 0-9 16,-7 18 23-16,-7 30-24 15,-23 17-13-15,-17 10 18 16,0 5-12-1,0 1-4-15,-43-4 0 0,-23-8-3 16,0-4 2-16,-4-11 1 16,-1-10 2-16,9-7-6 15,6-14 4-15,16-8 5 16,14-9-5-16,16-2 2 0,10-4 5 16,0 0-6-1,0 0 1 1,0 0 0-16,0 0 66 15,22 0-64-15,44 0 4 16,35 0-6-16,26-4-3 16,20-8 0-16,25-8-3 15,7-4 1-15,5-7-4 16,2 3 2-16,-19 1 1 16,-23-1-1-16,-42 13-1 15,-41 7-72-15,-42 5-51 0,-19 3-130 16,-14 0-118-1,-52 9-249-15</inkml:trace>
  <inkml:trace contextRef="#ctx0" brushRef="#br0" timeOffset="67891.05">13842 13573 837 0,'0'0'24'0,"0"0"-17"0,0 0 141 16,0 0-43 0,0 0-34-16,0 0 30 0,122 81-22 15,27-67-22-15,23-3-17 16,21-11-3-16,10 0-7 16,0 0-16-16,-5-22 37 15,-9 1 25-15,-22 1-13 16,-14-2-16-16,-26 5-17 15,-20 2-9-15,-32 3 0 16,-23 3 4-16,-31 7-10 16,-16 2-8-16,-5 0-7 15,0 0-2-15,0 0-38 16,-26 6-111-16,-31 17-32 16,-9-6-115-16,-4-17-367 15</inkml:trace>
  <inkml:trace contextRef="#ctx0" brushRef="#br0" timeOffset="68598.25">15358 8997 712 0,'0'0'15'0,"0"0"43"16,-285 120 164-16,143-21-59 16,-11 13-29-16,-10 9-57 0,5-6-11 15,0 1-28 1,0-1 7-16,3-5-23 15,1 0-17-15,18-5-5 0,34-10-12 16,41-17-12-16,49-19-132 16,12-35-169-16,69-24-171 15</inkml:trace>
  <inkml:trace contextRef="#ctx0" brushRef="#br0" timeOffset="68865.03">18107 6957 1008 0,'0'0'72'16,"0"0"-72"-16,0 0 92 15,0 0 27-15,0 0-55 16,0 0-30-16,-264 93 3 15,115 29-6-15,-18 21-22 16,-10 25-7-16,-12 16-1 16,-4 13-1-16,0 24-2 15,-1 9-114-15,6 6-146 16,6-10-172-16</inkml:trace>
  <inkml:trace contextRef="#ctx0" brushRef="#br0" timeOffset="69917.05">14158 12357 891 0,'0'0'36'15,"0"0"87"-15,0 0 98 16,0 0-58-16,0 0-109 16,0 0-33-16,-71 32 46 15,71 62 77-15,0 15-20 0,0-6-90 16,0-12 7-16,0-7-24 16,10-18-1-16,-1-13-7 15,3-15 1 1,-3-16-3-16,-9-13-5 0,0-9 0 15,0 0 3-15,0 0-5 16,0 0 14-16,0-31 7 16,0-38-13-16,0-25-5 15,0-26-3-15,-9-12 1 16,-8 3-2-16,-2 15 1 16,-2 28 0-16,0 31 1 15,7 25-1-15,9 21 2 16,0 9-1-16,5 0-1 0,0 22-2 15,0 39 1 1,0 24 1-16,0 13 8 0,0 4-3 16,24-13-5-16,2-2 0 15,0-10 0-15,-5-12 0 16,-2-10 0-16,-10-27 0 16,-9-10 0-16,7-11 0 15,-7-7 0-15,0 0 0 16,0 0 0-16,0-30 0 15,0-42 0-15,-7-34 0 16,-12-26 0-16,-6-8 0 16,3 12 0-16,8 25 0 0,0 45 0 15,7 30 0-15,2 19 0 16,5 9 0-16,0 27 0 16,0 41 0-16,0 26 0 15,12 12 0-15,16 0 0 16,10-6 0-16,-3-7 0 15,-11-6 0-15,7-13 0 16,-10-4 0-16,-7-14 0 16,-2-12 0-16,-8-8 0 15,-4-15 0-15,0-4 0 0,5-11 0 16,0-1 0 0,0-3 0-16,-5-2-35 15,7 0-65 1,-3-2-81-16,-4-49-152 0,0-24-398 0</inkml:trace>
  <inkml:trace contextRef="#ctx0" brushRef="#br0" timeOffset="70780.69">14915 14561 486 0,'0'0'104'0,"0"0"73"15,0 0 155-15,87-184-237 16,-87 139-9-16,0 9 9 0,-21 9-31 16,-36 12-11-16,-18 10-40 31,-13 5-3-31,3 0 5 15,10 31-14-15,18 9 24 16,27 6-4-16,20 5-14 16,10 10 3-16,0 1 40 15,55 4-45-15,32 3-1 16,9-1 1-16,15-2-2 16,-19 0-3-16,-9-13 0 15,-24-6 0-15,-17-10 6 16,-23-11-5-16,-7-11-1 0,-12-2-5 15,0-2 4 1,-26 5-31-16,-35-2 32 0,-15 0 4 16,3-8 1-16,14-6 3 15,2 0-8-15,10-12 1 16,19-16-2-16,2-9 2 16,26-10 0-16,0-9-1 15,10-10-18-15,41-6 18 16,20-8-4-16,-5 2 19 15,0-3-28-15,0 0 26 16,-5 7-13-16,-16 5 14 16,-14 12 20-16,-15 13-20 0,-16 14 1 15,0 9 9 1,-11 4-24-16,-39 5-9 0,-16 7-39 16,-12 5 36-16,-11 0-89 15,-15 32-87-15,-7 2-111 16,-7 0-212-16</inkml:trace>
  <inkml:trace contextRef="#ctx0" brushRef="#br0" timeOffset="73515.24">14198 16897 844 0,'0'0'95'15,"-295"15"6"-15,194-7 91 16,40-2-59-16,35-3-71 15,26-3-27 1,0 3-12-16,96 0 11 0,102-3 29 16,104 0 6-1,82-3 9-15,50-38-38 16,12-7 5 0,-3-9-19-16,-26 4 11 0,-21 0-7 15,-35 2-10-15,-40-1 0 16,-53 11 8-16,-60 7 1 15,-76 15-8-15,-59 4-9 16,-54 9-2-16,-19 6-10 16,0 0 0-16,0 0 0 15,0 0 0-15,-5 0-23 16,-30 0-23-16,-22 0-34 16,-14 8-124-16,-30 16-31 15,-22 5-73-15,-23-1-274 0</inkml:trace>
  <inkml:trace contextRef="#ctx0" brushRef="#br0" timeOffset="74081.02">15622 17275 819 0,'0'0'134'0,"0"0"-44"0,0 0 55 16,0 0-56-16,0 0-44 16,0 0 3-16,-78 78 24 15,73-33-10-15,1 6-4 16,4-7-25-16,-5 2-19 16,0-12 2-16,0 0-10 15,1-8-1-15,-3-7-5 16,2-7 2-16,5-6 1 15,0-6-2-15,0 0-1 16,0 0 2-16,0 0 0 16,0 0-1-16,0 0 9 0,0-3 11 15,5-25-21-15,25-1 0 16,6-3-2-16,16 6 0 16,-1 7-1-16,8-7-3 15,7 9 6-15,7 5 9 16,3 12-2-16,-1 0 2 15,-4 0 7-15,2 19 21 16,-14 25 13-16,-12 13-29 16,-11 6 2-16,-15 2-10 15,-16-5-6-15,-5-7 4 16,0-5-1-16,-12-5-4 16,-28-3 17-16,-10-6-23 15,-2-7 4-15,7-16-4 0,-6-5 0 16,6-6-1-16,-2 0 1 15,2-17-53-15,5-32-85 16,-7-10-50-16,11-12-59 16,1-11-117-16,4-4-248 15</inkml:trace>
  <inkml:trace contextRef="#ctx0" brushRef="#br0" timeOffset="74348.39">15627 17189 736 0,'0'0'170'0,"0"0"11"0,0 0-9 16,0 0-93-16,0 0-7 15,0 0-12-15,198-34 4 16,-66 17 72-16,4 0-55 16,1-4-22-16,-14 0-15 15,-15 2-13-15,-32 8-14 16,-36 8-9-16,-24 0-8 15,-16 3 0-15,0 0-2 16,0 0-8-16,0 0-69 16,0 9-124-16,-7 18-29 0,-17-3-76 15,-6-10-499-15</inkml:trace>
  <inkml:trace contextRef="#ctx0" brushRef="#br0" timeOffset="74835.81">17140 16939 838 0,'0'0'105'0,"0"0"12"16,0 0-4-16,0 0-61 15,0 0 5-15,0 0-34 0,-238-15 13 16,203 45 3-16,-1 8-23 15,-11 13 19-15,12 9 16 16,4 3-26-16,12 5-1 16,15 4 16-16,4 2-21 15,0-2-6-15,14-4-7 16,42-8-4-16,6-13 6 16,4-10-6-16,0-14 0 15,0-8 3-15,0-5-2 16,0-9 3-16,-5-1 43 0,5 0-42 15,-12-1 11-15,-2-24-5 16,0-10 28-16,-17-4-20 16,-4-3-12-16,-17 4-5 15,-14-8 10-15,0 11-14 16,0 7 4-16,-31 10 8 16,-25 16-7-16,-15 2-4 15,-9 0-1-15,-7 20 4 16,11 17-3-16,15-1-1 15,14 0 0-15,18-4-4 16,8-5-26-16,17-6-146 16,4-10-74-16,0-11-170 0</inkml:trace>
  <inkml:trace contextRef="#ctx0" brushRef="#br0" timeOffset="76015.03">14087 15781 660 0,'0'0'200'0,"0"0"-76"16,0 0 138-16,0 0-90 15,0 0-28-15,0 0-67 16,-101-149 58-16,96 149-92 31,5 24-13-31,0 39 15 16,0 17 2-16,19 12-19 15,2 1 12-15,-7-3-26 16,7-10 1-16,5-8-12 16,-7-15 1-16,7-12-4 0,5-5-1 15,-5-6 1 1,0-2-7-16,9 2-71 0,0-11-95 16,10-17-182-16,2-6-172 15</inkml:trace>
  <inkml:trace contextRef="#ctx0" brushRef="#br0" timeOffset="76580.53">14655 15936 872 0,'0'0'30'0,"0"0"66"15,0 0 36-15,0 0-76 16,0 0 1-16,0 0-6 15,-54 12 8-15,54-12-3 16,0 0-8-16,-12-15-12 16,8-11-29-16,4-7 2 15,0 6-1-15,0-3-4 16,0 0 0-16,51 1-1 16,15 1-1-16,5 14 6 15,0 5-7-15,0 9-2 16,-10 0 0-16,0 27 1 0,-16 30 9 15,-10 20-8 1,-9 8 0-16,-21 6 1 0,-5-2 3 16,0-5 27-16,-14-10-7 15,-43-8-6-15,-4-6-3 16,7-13 7-16,-3-9-9 16,22-12 18-16,9-15-14 15,12-5-8-15,7-3-5 16,7-3 2-16,0 0-4 15,0 0 25-15,0 0-23 16,0 0 12-16,0 0 25 16,0 0-33-16,0 0-7 0,0 0 2 15,35 0 3 1,22-6-3-16,13-8 11 0,22-3-10 16,5 3 6-16,0 0-4 15,-1 1-7-15,-9 5 5 16,-16 2-5-16,-10 6-4 15,-25 0-8-15,-6 0-53 16,-11 0-150-16,3 6 13 16,-1 2-139-16,-12-4-91 15</inkml:trace>
  <inkml:trace contextRef="#ctx0" brushRef="#br0" timeOffset="76989.22">15834 16250 651 0,'0'0'65'0,"0"0"28"15,0 0 128-15,0 0-90 16,0 0-10-16,0 0-51 16,-111-16-2-16,111 13-7 15,0 3 7-15,0 0-16 16,0-3-17-16,0 3 10 0,0-2 54 15,0-2-52-15,57-1-18 16,28-4-1-16,33-6 3 16,23-7-15-16,3 5 7 15,-3 0-11-15,-4-2 11 16,-24 7-13-16,-37 0 13 16,-32 6-16-16,-27 6-5 15,-17 0-1-15,0 0-1 16,0 0-2-16,0 0-17 15,0 0-19-15,0 0-38 16,0 0-56-16,0 0-73 16,-12 9 11-16,-16-3-69 15,-15-6-46-15,-11 0-9 0</inkml:trace>
  <inkml:trace contextRef="#ctx0" brushRef="#br0" timeOffset="77271.89">16242 15874 379 0,'0'0'112'15,"0"0"63"-15,0 0 30 16,0 0-21-16,0 0-23 16,0 0-59-16,-17-63 17 15,17 57-51-15,0 3 9 16,0 3 8-16,0 0-2 0,0 0-28 16,0 0-35-16,0 39-3 15,0 18 32-15,17 17 0 16,18 1-26-16,-4 0-3 15,4-4-9-15,-4 1-5 16,-12-4-2-16,2-5-4 16,-16-8 0-1,-1 3-2-15,-4-16-17 0,0 0-65 16,0-4-31-16,-9-1-170 16,-31-11 16-16,-12-17-183 15</inkml:trace>
  <inkml:trace contextRef="#ctx0" brushRef="#br0" timeOffset="78655.8">15469 17009 107 0,'0'0'0'0,"0"0"-16"0,0 0 13 15,0 0 3-15,0 0-54 16</inkml:trace>
  <inkml:trace contextRef="#ctx0" brushRef="#br0" timeOffset="86051.37">16933 15301 372 0,'0'0'96'0,"0"0"-45"15,0 0 41-15,0 0 0 16,0 0-32-16,0 0-3 0,0 0 7 15,-45 0-3 1,45 0-4-16,0 0-9 0,0 0-4 16,0 0 23-16,0 0-22 15,0 0-13-15,0 0 4 16,-7 0-5-16,7 0-7 16,0 0-12-16,0 0-6 15,0 0 0-15,0 0-2 16,0 0-3-16,0 0 2 15,0 0-3-15,0 0 2 16,0 0-1-16,0 0 1 16,0 0 0-16,0 0 1 15,0 0-1-15,0 0 0 0,0 0 1 16,0 0-3-16,0 0-3 16,0 0-11-16,0 0-41 15,0 0-35-15,0 0-105 16,0 0-85-16,0 0 28 15</inkml:trace>
  <inkml:trace contextRef="#ctx0" brushRef="#br0" timeOffset="86224.95">16933 15301 346 0</inkml:trace>
  <inkml:trace contextRef="#ctx0" brushRef="#br0" timeOffset="86619.88">16933 15301 346 0,'-203'57'295'0,"177"-57"-199"0,12 0 87 0,7-3-35 0,2 0-18 16,5 3-40-16,0-3-14 15,0 3-10-15,0-3-12 0,0 3-20 16,0 0 8-1,0-7 43-15,5-7-64 0,30-4-2 16,17-9-9-16,9 2-6 16,-11 8 1-16,-3 0-2 15,-7 5 1-15,-14 3-1 16,-7 5 26-16,-3-2-24 16,-11 6 2-16,-5 0 6 15,0 0-1-15,0 0-3 16,0 0-9-16,0 0 0 15,0 0 0-15,21 31 0 16,5 24 7-16,2 24 26 0,10 13-12 16,-10 3 4-1,3 8 4-15,-5-6-8 0,-9-7-5 16,1-9 16-16,-6-22-18 16,2-15-7-16,-9-10 5 15,7-13-10 1,-12-4 4-16,5-8-6 0,-5-3 3 15,4 1-3-15,-4-5 0 16,5 2-18-16,-5-4-53 16,0 0-33-16,0 0-76 15,0 0-27-15,0 0-99 16,-31-31-305-16</inkml:trace>
  <inkml:trace contextRef="#ctx0" brushRef="#br0" timeOffset="86853.31">16827 16005 397 0,'0'0'177'0,"0"0"16"16,0 0-6-16,0 0-76 16,0 0 8-16,0 0-10 15,-43 0-38 1,90-12-10-16,15-5-10 0,13-2-11 16,12-2 56-16,10-2-45 15,18-5-15-15,3 2 22 0,10-8-37 16,-18 8 2-16,-8 2-20 15,-24 7-3-15,-34 6-14 16,-8 11-69 0,-15 0-141-16,-12 0-90 0,-9 13-198 15</inkml:trace>
  <inkml:trace contextRef="#ctx0" brushRef="#br0" timeOffset="87246.51">18788 16470 1146 0,'0'0'15'16,"0"0"10"-16,0 0 159 0,0 0-84 16,0 0-51-1,0 0-5-15,66-33 48 0,21 19-45 16,19-7-16-16,-9 2-24 16,-5 2 52-16,-2 0-28 15,-3 1-5-15,-12 0-4 16,-14 8-12-16,-13 2 0 15,-25 0-6-15,-11 6-4 16,-7 0 0-16,-5 0-5 16,0 0-49-16,0 0-88 15,0 0-51 1,0 19-178-16,-5 10 30 0</inkml:trace>
  <inkml:trace contextRef="#ctx0" brushRef="#br0" timeOffset="87481.81">18863 16769 681 0,'0'0'34'0,"0"0"80"15,0 0 133-15,0 0-112 16,0 0-10-16,0 0-29 16,168-25-5-16,-76 4-34 15,-5 1 31-15,-2-7-42 16,2 0-12-16,-4 1-7 15,-8 1-17 1,-14 7-5-16,-11 6-5 0,-3 1-35 0,-2 5-142 16,-5-9-28-16,-5-12-262 15</inkml:trace>
  <inkml:trace contextRef="#ctx0" brushRef="#br0" timeOffset="87890.05">20363 14937 957 0,'0'0'23'0,"0"0"85"16,0 0 46-16,0 0 23 16,0 0-77-16,0 0-24 15,-71-113 15-15,71 113-48 16,0 0 17-16,0 26-46 16,0 27 15-16,0 17 25 15,0 4-16-15,14-2-17 0,17-4 9 16,-5-5-3-16,9-6-11 15,-9-6-4-15,5-7-6 16,-10-5 0-16,-7-2-4 16,0-2-2-16,-2-6-1 15,-7 14-2-15,-5-2-48 16,0 3-33-16,0 2-100 16,5-15-111-16,11-18-71 15,12-13-214-15</inkml:trace>
  <inkml:trace contextRef="#ctx0" brushRef="#br0" timeOffset="88361.16">21431 15044 896 0,'0'0'30'0,"0"0"72"16,-92-169 43-16,47 126-58 15,3 11 37-15,-8 7-75 16,10 13-25-16,9 10-24 15,-11 2-2-15,-3 2 2 16,-11 35 1-16,-6 13 4 16,18 1-2-16,22 1 1 15,18-2-5-15,4-9 1 16,0-4-2-16,11-11 1 16,29-12 0-16,5-5 1 0,12-9 2 15,4 0 2-15,5-11-2 16,-5-21 2-16,1-5-4 15,-8-1 7-15,-7-4-5 16,-7 6 1-16,-14 5 8 16,-12 15 8-16,-4 6 24 15,-10 10 67-15,0 0-47 16,0 0-28-16,0 10-1 16,0 33-26-16,0 21 47 15,11 4-26-15,-1 0 1 16,11-5-9-16,-2-3-8 15,2-3-4-15,-7-6-4 16,3-4-3-16,-3-2-2 0,-9 0-3 16,-5 2-16-16,0 4-57 15,0 4-70-15,0 4-59 16,-29-11-144-16,-27-7-195 16</inkml:trace>
  <inkml:trace contextRef="#ctx0" brushRef="#br0" timeOffset="88659.9">19651 16220 817 0,'0'0'40'16,"0"0"4"-16,0 0 101 16,0 0-18-16,0 0-15 15,0 0-40-15,316 6 24 16,-36-6-34-16,29-9-1 15,12-18-11-15,9-6 65 16,-14-6-53-16,-29 1-16 16,-27-2-15-16,-50 5-4 15,-53 6-12-15,-50 6 0 16,-51 12-12-16,-32 5-3 0,-24 6-6 16,0 0-42-1,-24 0-129-15,-77 45-164 0,-34 5-32 16</inkml:trace>
  <inkml:trace contextRef="#ctx0" brushRef="#br0" timeOffset="89178.33">20566 16795 1091 0,'0'0'45'0,"0"0"-5"15,0 0 134-15,0 0-68 16,0 0-74-16,0 0-19 16,-50 96 60-16,34-30 2 15,-3-3-55-15,2-2 26 16,3-10-37-16,2-2-4 16,8-15-2-16,-1-3-1 15,5-16-1-15,0-4 3 16,0-11-4-16,0 0 0 15,0 0 0-15,0 0 1 16,0 0 0-16,0 0 16 0,5 0-9 16,37-32-2-16,8-2-6 15,11-4 7-15,0 5-7 16,10 10 0-16,0 5 4 16,-1-1-4-16,-8 13 0 15,-15 6-2-15,-2 0 2 16,-10 0 26-16,5 16-14 15,-5 11 25-15,-4 2-13 16,-10-2-12-16,-7-3 6 16,-7 3 4-16,-7 0-5 15,0-1-8-15,-7 8-8 16,-37-5 0-16,-6 3-2 0,-7 2-2 16,10-8-44-1,12-7-32-15,0-16-108 0,-1-3-18 16,-4 0-21-16,5-39-129 15,4-21-152-15</inkml:trace>
  <inkml:trace contextRef="#ctx0" brushRef="#br0" timeOffset="89366.89">20577 16875 916 0,'0'0'121'0,"0"0"94"16,0 0-72-16,0 0-60 15,0 0-30-15,0 0 0 16,116-100-53-16,-15 73 0 16,12 8-24-16,-2 7-67 15,2 9-94-15,-23 3-230 16,-7-6-453-16</inkml:trace>
  <inkml:trace contextRef="#ctx0" brushRef="#br0" timeOffset="89854.03">22122 16511 854 0,'0'0'148'16,"0"0"-10"-16,0 0 36 16,0 0-68-16,0 0-57 15,0 0-27-15,-76-60-1 16,55 60-10-16,-19 23 1 15,-21 24 8-15,-15 21 20 16,-2 6-12-16,17 2 25 16,12-1-16-16,18-3 15 15,14-1-50-15,17-2 4 16,0-7 10-16,7-9-16 0,38-7 0 31,17-14 11-31,-6-5-11 0,3-9-7 0,2-10 0 16,-14-2-12-16,-2-6 19 15,-14 0 2-15,-5-6 20 16,-7-20-12-16,2-5 11 16,-5-3-6-16,-16 7-3 15,0-1-5-15,0 2 16 16,0 11-7-16,-16 2-2 0,-10 7-4 16,-14 6 1-1,5 0-8-15,-6 0 1 16,-1 0-2-16,2 6-1 0,0 19-2 15,5 4-1-15,4 0-13 16,5 5-58-16,12 3-108 16,14-8-107-16,0-12-131 15</inkml:trace>
  <inkml:trace contextRef="#ctx0" brushRef="#br0" timeOffset="90214.87">22584 15779 424 0,'0'0'707'0,"0"0"-658"15,-50-160 172-15,43 146-63 16,7 8-17-16,0 6-77 16,0 0-24-16,0 0-25 15,0 14-3-15,17 37-11 16,23 19 32-16,7 4-20 15,-7-6-2-15,-5-2 0 16,1-15 6-16,-10-9-11 16,-8-18-4-16,-1-9 0 15,-12-12 10-15,4-3-3 0,-9 0 10 16,12 0 19-16,23-24-13 31,31-36-8-31,19-29-17 0,33-40 0 0,14-20 0 16,9-18 0-16,29-18 0 15,2 6 0-15,-4 4 0 16,-22 7-62-16,-12 17-116 16,-28 10-385-16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51:32.4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10987 1645 521 0,'0'0'136'16,"0"0"-12"-16,0 0 86 0,-21-188-27 16,16 145-64-16,5 11-17 15,-5 11-25-15,5 8 22 16,-4 13-39-16,4 0 10 16,0 0-50-16,-5 0-8 15,5 43 5-15,0 34-13 16,0 22 33-16,0 0 22 15,23-5-41-15,20-9 2 16,-8-11-5 0,-4-8 4-16,-8-13-8 0,-1-5 2 0,-8-12-7 15,-2-6 1-15,-8-10-6 16,1-10 6-16,0-1-7 16,-1-7 0-16,-4 2-4 15,8-4 4-15,-8 0-24 16,0 0-96-1,4-6-47-15,1-51-89 0,-5-18-213 16,0-18-395-16</inkml:trace>
  <inkml:trace contextRef="#ctx0" brushRef="#br0" timeOffset="675.27">11529 1717 659 0,'0'0'20'0,"0"0"2"15,0 0 177-15,0 0-71 16,0 0-73-16,0 0 2 16,0 11 2-16,0-11 15 15,0 0-16-15,-5 0-19 16,-4 0 0 0,-12-2-9-16,2-25 31 0,2-10-38 15,3-11-6-15,14 1-13 16,0-3-1-16,0 7-3 15,0 11-3-15,36 4-1 16,8 7 4-16,13 8 3 0,9 7-1 16,17 6-2-1,-3 0 3-15,-5 14 2 0,-9 16-4 16,-9 6-1-16,-17 3 2 16,-14 2 11-16,-22 2-13 15,-4-6 6-15,0 0-4 16,-14-5 3-16,-33 2 3 15,2-11-3-15,1-3-4 16,-4-3 7 0,13-3-8-16,9-5 0 0,7-7 0 0,15 5 6 15,4-7-6-15,0 0 1 16,0 0-2-16,0 0 3 16,0 0-4-16,0 0-1 15,9 0-2-15,40-3 4 16,25-15-1-1,15 0 4-15,15 8-2 0,2 10 4 16,-5 0-4-16,-4 0 1 16,-10 22-1-16,-21 7 0 15,-16 7-3-15,-20 0 6 32,-20 0-3-32,-10-4 9 0,0-1-6 0,-36-1 13 15,-25 0 7-15,-14-1-12 0,-5-3 3 16,-3-1-12-16,3-7 7 15,2-9-9-15,7-4-5 16,5-2 2-16,0-3-27 16,5 0-37-16,4-5-47 15,8-18-151-15,-3-3-29 16,7 6-193 0</inkml:trace>
  <inkml:trace contextRef="#ctx0" brushRef="#br0" timeOffset="1036.5">10301 2778 542 0,'0'0'170'15,"0"0"-156"-15,0 0 96 16,0 0-14-16,0 0 23 16,304 9-26-16,-101-9 0 0,32-20-8 15,8-1-3 1,7-7 11-16,-2 5-44 0,-8-5-1 16,-11-1 37-16,-17 2-29 15,-40 3-24-15,-33 3 6 16,-42 6-20-16,-48 7-8 15,-18 2-4-15,-26 6-5 16,-5 0-1-16,0 0-7 16,0 0-51-16,-26 0-171 15,-45 27-92-15,-26 5-73 16,-18 10-395-16</inkml:trace>
  <inkml:trace contextRef="#ctx0" brushRef="#br0" timeOffset="1602.29">11463 3198 870 0,'0'0'105'0,"0"0"-10"16,0 0 92-16,0 0-66 15,0 0-70-15,0 0-18 16,-19-2 4-16,19 2-10 15,0 0-12-15,0 6-6 16,0 27-6-16,0 5 37 0,0-2-24 16,0-7-10-16,0-2-4 15,0-5 1-15,0-5 7 16,0-5-3-16,0-6-7 16,0-3-10-16,0-3 8 15,0 0 4-15,0 0-2 16,0 0 2-16,0 0-3 15,0 0 1-15,5 0 0 16,21-6 47-16,9-14-44 16,5-1 2-16,17-4 5 0,0 10-10 15,-3 4-6-15,2 3 3 16,-6 8 3-16,-8 0 0 16,-2 0 5-16,5 0-5 15,-9 19-13-15,6 15-8 16,-11 2 21-16,-8 9 6 15,-11-5 3-15,-12 0 10 16,0-4-10-16,0-9 2 16,-12 5 24-16,-33 1-28 15,-11 0-2-15,2 0 7 16,2-9-10-16,7-7-1 16,10-8-1-16,-8-6-10 15,8-3-82-15,-1-3-4 16,6-38-72-16,4-16-117 0,7-15-139 15,7-2-272-15</inkml:trace>
  <inkml:trace contextRef="#ctx0" brushRef="#br0" timeOffset="1822.42">11602 3092 592 0,'0'0'154'0,"0"0"-79"16,0 0 98-16,0 0-49 0,0 0-34 15,0 0-27-15,-26-19 34 16,40 19-33-16,34 0-35 16,13 0 35-16,10 0-44 15,-1 0-20-15,6 0 0 16,2 0-4-16,-3-6-135 16,0-3-138-16,-13-5-200 15</inkml:trace>
  <inkml:trace contextRef="#ctx0" brushRef="#br0" timeOffset="2340.67">12578 3213 344 0,'0'0'421'0,"0"0"-394"16,0 0 134-16,0 0-36 15,0 0-63-15,0 0-4 16,-96-26-3-16,96-1-14 16,0 0-24-16,0-5 7 15,0 1-15-15,0 5-9 16,9 2 0-16,26 5 0 16,5 5 2-16,12 8 6 15,-2 4-6-15,-3 2 1 16,-2 0-2-16,2 14 2 0,-12 22 3 15,1 5 9-15,-17 8 2 16,-8 4-3-16,-11 1 2 16,0 1-2-16,-4 2 1 15,-39-2 7-15,-11-8-1 16,-3-5-8-16,-4-10-3 16,4-1 20-16,13-14-17 15,8-5 2-15,10-2-2 16,5-4-4-16,12-3-4 15,4 0-3-15,5-3 1 0,0 0 5 16,0 0-5-16,0 0-1 16,9 0-2-16,53 0 2 15,30 0 12-15,40-22-5 16,9-4-7-16,8-4 7 16,-8-6-9-16,3-2-20 15,-7-13-163-15,-5-15-273 16</inkml:trace>
  <inkml:trace contextRef="#ctx0" brushRef="#br0" timeOffset="3047.81">14335 2704 712 0,'0'0'67'0,"0"0"37"16,0 0 71-16,0 0-22 15,0 0-87-15,0 0-2 16,-142 0 27-16,142 0-37 16,10 0-15-16,41 0-15 0,30 0 4 15,36-18 16-15,16-7 16 16,8-1-7-16,-9 0-10 16,-14 0-24-16,-21 4-4 15,-36 4-8-15,-26 9-6 16,-14-1 5-16,-11 7-6 15,-10 3-7-15,0 0-3 16,0 0-59-16,0 0-80 16,0 0 12-16,-10 3-149 15,-37 24 37-15,-14-3-95 0</inkml:trace>
  <inkml:trace contextRef="#ctx0" brushRef="#br0" timeOffset="3268.2">14280 2852 397 0,'0'0'101'0,"0"0"-46"16,0 0 81-16,0 0-6 15,0 0-7-15,0 0-15 16,239 3 11-16,-133-3-36 16,16-17-9-16,5-7-9 15,1-1 1-15,-27 5-17 16,-25 2-10-16,-29 10-36 0,-24 1-3 15,-16 4-4-15,-7 3-24 16,0 0-134-16,0-3-190 16,-30-9-109-16</inkml:trace>
  <inkml:trace contextRef="#ctx0" brushRef="#br0" timeOffset="3707.65">14941 2355 613 0,'0'0'29'0,"0"0"65"0,0 0 82 0,0 0-70 15,0 0-41-15,0 0 3 16,-10-15-9-16,10 12-27 16,0 3-8-16,0 0 8 15,0 0-20-15,19 0-1 16,23 12 39-16,13 8-30 31,6 5-4-31,5 2-5 16,5-1 0-16,6 1-4 15,-6-6 1-15,-14-7 0 16,-17-5 0-16,-14-3-6 16,-12-2 6-16,-14-2 3 0,0-2-3 15,0 0-1 1,0 0 17-16,0 0 9 0,0 0-18 15,0 0-6-15,0 0 8 16,0 4-6-16,0-1-7 16,0 18-1-16,-10 21-3 15,-32 13 10-15,-7 20 8 16,-13 1-17-16,-4-2 5 16,0 0-5-16,-5-6-1 15,10-2-2-15,5-9-152 16,11-15-135-16,19-25-176 15</inkml:trace>
  <inkml:trace contextRef="#ctx0" brushRef="#br0" timeOffset="23424.2">17593 1174 989 0,'0'0'50'0,"0"0"56"0,0 0 84 15,0 0-45-15,0 0-76 16,0 0-17-16,0 0-8 0,21-87-18 16,-21 90-24-1,0 44-1-15,-35 23 5 0,-17 13 86 16,12-2-78-1,4-13-6-15,10-12 1 0,12-11-4 16,-2-12-5-16,2-7 0 16,9-14 5-16,5-3-4 15,0-3-1-15,0 3-2 16,19 7 2-16,47 4 1 16,30 1 4-16,27-6 0 15,4-5 0 1,-11-8-5-16,-20-2-6 0,-18 0 5 15,-16 0-1-15,-27-12 2 16,-4-9 2-16,-17-8 1 16,-10-8-2-16,-4-6-1 0,0-6-6 15,0 1 5-15,-26 4 1 16,-4 5 0 0,6 7-3-16,8 7 7 0,2 7-4 15,2 12 0-15,12 6 0 16,-5 0 1-16,5 0 1 15,0 0-2-15,0 0 0 16,0 0-1-16,0 18-4 16,0 30 5-16,0 18 7 15,0 6 6-15,0-7-6 16,0-5 20-16,0 0-8 0,17-1 25 16,-8-8-30-16,0-3-6 15,-1-6 0-15,-4-10-2 16,1-3-6-16,-5-4-1 15,0-4 0-15,0-4-18 16,0-1-74 0,0-4-56-16,0 0-9 0,0-1-55 15,-31 0-39-15,-21 1-156 16</inkml:trace>
  <inkml:trace contextRef="#ctx0" brushRef="#br0" timeOffset="23708">16893 2381 225 0,'0'0'379'0,"0"0"-338"16,0 0 51-16,0 0 43 16,0 0-46-16,0 0 14 15,96 9-7-15,62-9-21 16,19 0-3-16,21 0-7 15,5 0 10-15,7-9 13 0,-12-3-37 16,-26-2 28-16,-14-1 11 16,-26 3-52-16,-26-4-3 15,-24 7-15-15,-32 3-15 16,-24 1-3-16,-17 5-2 16,-9 0-1-16,0 0-69 15,-30 0-199-15,-51 3-86 16,-20 17-247-16</inkml:trace>
  <inkml:trace contextRef="#ctx0" brushRef="#br0" timeOffset="24290.04">17369 2996 336 0,'0'0'621'0,"0"0"-583"16,0 0 141-16,0 0-15 15,0 0-75-15,0 0-38 16,-76-9-19-16,76 9-6 0,0 18-15 16,-4 24 4-1,-1 9 64-15,-7-4-47 0,3-5 9 16,9-7-25-16,-5-4 13 15,0-5-22-15,1-7-6 16,-4-4 3-16,4-9-4 16,-1-4 3-16,5-2-3 15,0 0 1-15,0 0 0 16,0 0-1-16,0 0-4 16,0 0 3-16,9-6 1 15,34-16 0-15,6-1 0 16,13 6-2-16,4 2-2 15,12 3 1-15,6 8 3 0,18 4-5 16,-1 0 13 0,8 0 9-16,-20 27-16 0,-11 3 6 15,-29 10 0-15,-23 0 15 16,-26 3 5-16,0 2-15 16,-4 1 7-16,-53-2-12 15,-14-3-1-15,-16-3 5 16,2-2-8-16,3-9-2 15,6-9 0-15,24-10-1 16,8-4-1-16,4-4-11 0,4 0-45 16,1-27-44-16,9-24-50 15,0-11-56 1,21-8-67-16,5-1-121 0</inkml:trace>
  <inkml:trace contextRef="#ctx0" brushRef="#br0" timeOffset="24525.87">17812 2847 643 0,'0'0'64'0,"0"0"13"16,0 0 160-16,0 0-95 16,0 0-44-16,0 0-38 15,-106-14 37-15,115 14-15 16,43 0-62-16,19 0 6 15,4 0-15-15,8 0-11 16,2 0-5-16,7 0-114 16,0 0-163-16,-17-13-290 15</inkml:trace>
  <inkml:trace contextRef="#ctx0" brushRef="#br0" timeOffset="25767.16">18472 3115 515 0,'0'0'119'0,"0"0"-8"0,0 0 122 15,0 0-68-15,0 0-81 16,0 0-9-16,-49-39-7 16,42 21-15-16,7 1-6 15,0 2-17 1,0 1-21-16,0-5-1 0,0 7 19 16,0 0-27-16,21-3 1 15,5 7 3-15,0-3 1 16,4 5-4-16,1 6 0 15,-3 0 1-15,-2 0 0 16,0 0 0-16,0 25 1 16,0 20 12-16,-12 12 11 0,-9 6-9 15,-5-4-3-15,0-5-7 16,0-5 15-16,-5-3-10 16,-35 2-5-16,0-1 3 15,-12-2-5-15,-5-7 18 16,17-4 16-16,0-11-36 15,10-5 1-15,8-5-2 16,8-7 0-16,10-6-1 16,-3 0 1-16,7 0-3 15,0 0 3-15,0 0 1 16,0 0-1-16,0 0-1 16,0 0 7-16,0 0-1 0,0 0-7 15,0 0-1 1,0 0-1-16,0 0 2 0,37-9 0 15,22-7 3-15,19 1-4 16,19 1 1-16,9-1 0 16,5-1 5-16,6-1-4 15,-11 5 1-15,-9-2 5 16,-26 2-4-16,-15 3 9 16,-30 3 3-16,-11 6-14 15,-15 0 6-15,0 0-6 16,0 0-1-16,0 0-14 0,0 0-41 15,-15 0-82-15,-32 0-40 16,-7 0-148-16,-3-16-280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52:10.8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3938 4138 744 0,'0'0'195'0,"-290"0"-159"0,137 0 93 15,6 13 42-15,20-1-70 16,31 2-40-16,34-2-19 16,32-6 16-16,30 2-34 15,9 8-3 1,118 5-17-16,97-1 10 0,102-7 2 15,81-13-12-15,60 0 13 16,31-16 36-16,20-16 8 16,-4-10-43-16,-16-3 2 15,-55-5 1-15,-73-2-1 16,-85 12 1-16,-103 6-19 16,-81 20 1-16,-58 2-1 0,-43 9-2 15,-7 3-44-15,-88 0-79 16,-48 20-48-16,-34 16-119 15,-33 4-63-15,-7-8-296 16</inkml:trace>
  <inkml:trace contextRef="#ctx0" brushRef="#br0" timeOffset="1893.6">10296 4583 942 0,'0'0'117'0,"0"0"-82"16,0 0 155-16,0 0-22 15,0 0-83-15,0 0-54 16,0-83 9 0,0 92-5-16,0 48-22 0,-7 20 7 15,-12 14 21-15,-7 2-25 16,0-2-9-16,3-8-5 16,-3-9 13-16,5-17-11 15,-1-16-4-15,13-20-1 16,4-11 0-16,5-10-1 15,0 0 0 1,0 0 2-16,0 0 4 0,0 0 17 16,14 0 5-16,48-10-17 0,20-1-8 15,24 1 2-15,7 7-1 16,12 0 0-16,19-3-1 16,-2 1-2-16,-15 1 2 15,-16-1-1 1,-24 5 0-1,-21 0-45-15,-26 0-40 16,-19 0-74-16,-16 0-27 16,-5 0-126-16,-14 5-103 15,-38-5-41-15</inkml:trace>
  <inkml:trace contextRef="#ctx0" brushRef="#br0" timeOffset="2146.06">10940 4875 587 0,'0'0'69'0,"0"0"87"15,0 0 50-15,0 0-59 16,0 0-17-16,0 0-32 16,-80-107-27-16,80 107-32 15,0 0-13-15,0 12-7 16,0 42-9-16,0 20 40 16,0 10-2-16,4-1-18 15,6 0-6-15,2-2-18 16,-3-7-3-16,0-4-3 15,-9-4-2-15,0-8-36 0,0-6-88 16,0-7-31-16,0-7-89 16,-30-15-110-16,-15-1-61 15</inkml:trace>
  <inkml:trace contextRef="#ctx0" brushRef="#br0" timeOffset="2495.3">8877 6122 850 0,'0'0'16'16,"0"0"51"-16,0 0 115 16,0 0-91-16,0 0-13 15,0 0-47-15,189 51 38 16,84-51-14-16,48 0-9 15,25-9-11-15,20-19 33 16,-1 0-29-16,-4-6 42 16,-15 2-30-16,-32 1-23 15,-38 5 5-15,-43-1-9 0,-56 6-3 16,-50 6 33 0,-54 6-53-16,-44 7 1 15,-22 2-2-15,-7 0-36 0,-31 0 3 16,-56 13-81-16,-15 10-60 15,-4 0-39-15,-7 1-148 16,7-3-227-16</inkml:trace>
  <inkml:trace contextRef="#ctx0" brushRef="#br0" timeOffset="3167">10254 6740 717 0,'0'0'129'16,"0"0"-32"-16,0 0 89 16,0 0-14-16,0 0-76 15,0 0-47-15,-50-84-18 16,50 105-10-16,0 30 9 15,0 18 21-15,0-1-24 16,0-8-9-16,0-5-9 0,0-4-2 16,0-8-7-1,0-11 2-15,5-7-1 0,0-13 0 16,-1-3 0-16,1-7-1 16,2-2 0-1,-7 0-4-15,10 0 4 0,11 0 7 16,2-23-1-16,13-5-5 15,11 2-1-15,2 5-3 16,17 9 3-16,7 5 0 16,17 7 1-16,2 0 5 15,5 37 34-15,-10 9 13 16,-21 9-24-16,-21 2-22 16,-19-3 17-16,-26 3-17 0,0-4 34 15,-45 0-35 1,-38-4-3-16,3-11 4 0,-2-8-6 15,1-12 1-15,4-13-2 16,6-5-50-16,10-2-62 16,6-41-37-16,8-18-83 15,7-18-127-15,0-16-273 16</inkml:trace>
  <inkml:trace contextRef="#ctx0" brushRef="#br0" timeOffset="3371.33">10091 6694 729 0,'0'0'60'0,"0"0"54"15,0 0 70-15,0 0-40 16,0 0-109 0,0 0-16-16,158-17 17 0,-14-4-20 15,11-1-11-15,3-3-5 16,0 1-40-16,-26 5-194 15,-19-2-200-15</inkml:trace>
  <inkml:trace contextRef="#ctx0" brushRef="#br0" timeOffset="3858.47">11590 6788 662 0,'0'0'177'15,"0"0"-136"-15,0 0 120 16,0 0 22-16,0 0-127 16,0 0-10-16,-181 24 8 15,164-24-13-15,3-12-1 16,-2-16-13-16,11 2-5 0,5-7-12 16,0 3-4-16,5 3-6 15,47 5 2-15,9 10-1 16,10 4 0-16,4 8 0 15,-4 0 0-15,7 25-1 16,-12 19 2-16,-10 10 2 16,-11 9 0-16,-24 5 8 15,-16 4-11-15,-5 2 11 16,0 4 4-16,-57-4 14 16,-9 1-14-16,-4-12 15 15,-8-10-17-15,12-12-1 16,7-13 11-16,16-10-7 0,20-7-6 15,11-8-6 1,12-3 3-16,0 0-3 0,0 0 20 16,0 0-17-16,57-3-8 15,23-14 5-15,7-4-5 16,10 0 0-16,4 0 3 16,5-3-3-16,17 3 0 15,-1-3-1-15,10 4-5 16,-4-2-59-16,-13 4-69 15,-2-8-111-15,-21-14-220 0</inkml:trace>
  <inkml:trace contextRef="#ctx0" brushRef="#br0" timeOffset="4219.62">13604 5801 912 0,'0'0'61'0,"0"0"69"0,0 0 69 15,0 0-117-15,0 0-44 16,0 0 10-16,52 38 8 15,63-32-23-15,22-6-4 16,7 0-7-16,-8 0-11 16,-13 0 0-1,-17-12-11-15,-30 0 0 0,-25 3 0 16,-25 6-55-16,-21 3-111 16,-5 0-109-16,-16 0-52 15,-50 24-206-15</inkml:trace>
  <inkml:trace contextRef="#ctx0" brushRef="#br0" timeOffset="4440.96">13599 6161 622 0,'0'0'81'0,"0"0"16"16,0 0 109-16,0 0-67 16,0 0-33-16,0 0-24 15,193 60-15-15,-65-60-7 31,4 0-30-31,4-19-1 0,-4-3 7 0,0-10-12 16,-9 3 22-16,-17 6-6 0,-26 1 2 16,-28 7-36-16,-26 9-6 15,-21 4-34-15,-5 2 32 16,-5 0-107-16,-61 0-40 16,-16 20-127-1,-20-1-172 1</inkml:trace>
  <inkml:trace contextRef="#ctx0" brushRef="#br0" timeOffset="4990.38">11006 4523 305 0,'0'0'89'0,"61"-161"-15"15,-26 96 74-15,-9 8-7 16,-9 20 28-16,-8 20-9 0,-9 8-16 15,0 9-8-15,0 0-78 16,-26 39-35-16,-54 48-21 16,-38 35 38-16,-14 24 10 15,-4 10-14-15,4 1-3 16,0 0-7-16,-1 3-16 16,20-20-1-16,21-15-8 15,33-21 0-15,12-9-2 16,28-16-6-16,19-18-82 15,0-7-54-15,15-17-106 16,41-11-128-16</inkml:trace>
  <inkml:trace contextRef="#ctx0" brushRef="#br0" timeOffset="5351.93">12769 6348 882 0,'0'0'68'0,"0"0"44"16,0 0 115-16,0 0-131 16,0 0-47-16,0 0 4 0,-379 162 34 15,225-61-37-15,-22 19 7 16,-30 8-10-16,-27 16 43 15,-22 5-72-15,-23 8-8 16,-16-5 2-16,13-15-5 16,29-14-3-16,37-22 10 15,53-22-6-15,44-27-7 16,52-21-2-16,35-17 0 16,31-10-8-16,0-4-30 15,17-15-122-15,49-39 26 16,21-23-123-16,2-22-195 15</inkml:trace>
  <inkml:trace contextRef="#ctx0" brushRef="#br0" timeOffset="9569.73">3410 8049 157 0,'0'0'861'0,"0"0"-848"16,0 0 10-16,-307 47 134 16,215 10-33-16,3 21-15 15,2 12-56-15,11 16 19 0,-2 15-15 16,-2 16 5 0,-2 6 21-16,1-3-48 0,-10-9-9 15,3-21-5-15,8-10-8 16,9-20-3-16,1-12-5 15,4-5-3-15,9-12-2 16,5-10-3-16,7-8-22 16,10-6-72-16,0-6-38 15,4 0 1-15,-9-6-89 16,-2 2-25-16,-8 4 1 16,-2 1 45-16,3 7 14 15,-8 3 15-15,-14-1 43 16,-6 2 130-16,1 0 48 15,1-5 143-15,18 4-5 0,12-9-16 16,15-1-43-16,8-11 11 16,22-5-36-16,0-6-30 15,62 0 27-15,70 0-15 16,70-17-32-16,79-22 6 16,63-18-4-16,69-13-18 15,44-7 6-15,57-6-14 16,19-3 23-16,7-2 21 15,-3 5-4-15,-35 6-28 16,-37 2 35-16,-55 3-57 16,-73 13-12-16,-68 10-2 15,-66 17-1-15,-67 9-6 16,-44 10-47-16,-40 7-9 0,-42 0-108 16,-10-5-65-16,-21-13-158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52:27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3146 4878 260 0,'0'0'0'16,"0"0"0"-16,0 0 4 0,0 0 2 16,0 0-5-16,0 0-1 15,0 0-1-15,54-11 1 16,-42 11-1-16,-3 0-12 16,-4 0-13-16,0 0-53 15,4 0-29-15,-2 0 65 16,3-12 43-16</inkml:trace>
  <inkml:trace contextRef="#ctx0" brushRef="#br0" timeOffset="376.67">2601 4600 616 0,'0'0'74'0,"0"0"15"16,-361-6 125-16,269 6-70 16,22 0-35-16,30 0-37 15,14 0-8-15,14 0-8 16,12 0-21-16,0 0-17 16,0 0 20-16,66 12-14 15,47 10-7-15,24-7 9 16,35-9-7-16,21-6 59 15,12 0-44-15,3 0 20 0,4-24 8 16,-12-7-25-16,-23-1-1 16,-24 5-11-16,-51 3-10 15,-36 13-11-15,-40 5-1 16,-21 6 3-16,-5 0-12 16,0 0-13-16,-57 6-67 15,-49 29-209-15,-38 4-98 16,-19-4-301-16</inkml:trace>
  <inkml:trace contextRef="#ctx0" brushRef="#br0" timeOffset="659.07">1514 4938 1099 0,'0'0'20'15,"0"0"15"-15,0 0 146 16,0 0-43-16,0 0-86 15,278-96-15-15,-49 51 5 16,26 3 2-16,30-1 13 16,-2 0 16-16,-12 5-48 15,-38 5 25-15,-51 9-41 16,-55 10 8-16,-61 8-14 16,-35 1 0-16,-31 5-3 0,0 0 5 15,0 0-10 1,0 0-65-16,-19 0-118 0,-7 11-75 15,5 0-181-15</inkml:trace>
  <inkml:trace contextRef="#ctx0" brushRef="#br0" timeOffset="1020.1">4949 4466 906 0,'0'0'50'0,"0"0"47"16,-290 31 89-16,250-25-86 16,19 0-36-16,21-6 4 15,0 6-50-15,52-1-16 16,73-2 18-16,68-3 28 15,43 0-15-15,11 0 7 16,3-14 12-16,-16-13 38 16,-15-3-57-16,-33 3 32 15,-33-4-46-15,-39 14-4 16,-44 5-2-16,-39 7-12 0,-17 5-1 16,-14 0 0-16,-5 0-17 15,-82 0-180-15,-33 20-88 16,-33 13-198-16,-10-1-444 15</inkml:trace>
  <inkml:trace contextRef="#ctx0" brushRef="#br0" timeOffset="1287.81">4751 4795 918 0,'0'0'39'0,"0"0"-23"15,0 0 144-15,0 0 2 16,344 0-46-16,-98-23-27 15,18-15 4-15,26-2 10 16,0-5 0-16,-12-4-27 16,-19 3-48-16,-40 1 7 15,-47 8-17-15,-54 10 0 16,-47 13 2-16,-45 5-12 16,-17 7-3-16,-9 2-4 15,0 0-1-15,-44 0-4 16,-44 8-31-16,-22 16-72 0,-18 6-140 15,-20-9-129-15,-15-7-481 16</inkml:trace>
  <inkml:trace contextRef="#ctx0" brushRef="#br0" timeOffset="107879.48">8714 4932 563 0,'0'0'121'16,"0"0"-50"-16,0 0 102 15,0-167 15-15,0 129-83 16,0-2-41-16,0 13 70 16,-4 13-44-16,-1 5-18 15,0 9-20-15,5 0 30 16,0 0-43-16,0 0-16 16,0 29-16-16,0 37 1 15,0 23 57-15,0 4 2 0,0-6-49 16,10-10 10-1,11-8-11-15,-7-7 0 0,-5-5-6 16,8-10-6-16,-12-5 2 16,-1-5-4-16,1-8 2 15,2 0-5-15,-2-7 0 16,-1-7-2-16,-4-7-8 16,0-8-2-16,0 4-61 15,0-4-106-15,0 0-40 16,0-36-86-16,0-21-443 15</inkml:trace>
  <inkml:trace contextRef="#ctx0" brushRef="#br0" timeOffset="108601.96">9162 4974 692 0,'0'0'55'16,"0"0"-10"-16,0 0 110 15,0 0-55-15,0 0-63 16,0 0-5-16,0 0 1 16,0 0 7-16,0 0 0 15,0 0 0-15,0 0 24 0,-16-7-32 16,-3-5-21-16,2-2-4 16,3-7 10-16,9-6-7 15,1-5 7-15,4-2 4 16,0 2-8-16,19-4-9 15,28 4 1-15,12 1-4 16,2 7-2-16,10 4-4 16,-3 5 5-16,3 3 3 15,-5 6-3-15,-5 6 0 16,-16 0 0-16,-10 0 1 16,-4 15-1-16,-17 17 20 15,-2 10-4-15,-12 9-4 0,0 2-3 16,-21 2 0-16,-29 1 1 15,-11-5-8 1,-5-4-2-16,-5-2-1 0,10-10 1 16,18-7 5-16,8-14-5 15,21-5 2-15,4-9-2 16,10 4-2-16,0-4 2 16,0 0 0-16,0 0 3 15,0 0-2-15,0 0-2 16,0 0-5-16,15 0 6 15,25-7 13-15,21-4-6 16,10 2-5-16,6 6-1 16,4 3-1-16,-6 0-1 0,8 0 1 15,-3 12 2-15,-7 14 5 16,-2 8 0-16,-10-6 2 16,-21 4 13-1,-14-6-10-15,-17-3-8 0,-9 2 6 16,0 4 1-16,-61 3-2 15,-24 7 19-15,-28-2-22 16,-10-11-4-16,-9-5 2 16,5-12-4-16,11-9 0 15,15 0-2-15,9-12-20 16,17-25-87-16,9-14-174 0,0-13-424 16</inkml:trace>
  <inkml:trace contextRef="#ctx0" brushRef="#br0" timeOffset="113149.5">13446 4846 736 0,'0'0'69'16,"0"0"77"-16,0 0 81 15,0 0-70-15,0 0-33 16,0 0-27-16,0 0-62 16,-50-146 4-16,50 148-13 15,0 36-13-15,0 17 62 0,-7 13 21 16,-7 1-64-1,0-3-4-15,2-6-11 0,-2-7-11 16,2-6-3-16,-2-7 0 16,5-2-1-16,2-14 0 15,7-6 5-15,0-6-5 16,0-4-2-16,0-2 6 16,0-3-6-16,21 0 0 15,19 0 1-15,21-3 6 16,17 0-6-16,7 0 6 15,21 0-5-15,7 0 0 16,14 0-2-16,-4 0-4 0,-7 0 3 16,-15 0 1-1,-23 0-1-15,-24 0-3 0,-23 0-9 32,-27 0-36-32,-4 0-69 0,0 0-6 0,0 0 0 15,-9 0-156-15,-27-12 27 16,-15-8-62-16,6-9 40 15</inkml:trace>
  <inkml:trace contextRef="#ctx0" brushRef="#br0" timeOffset="113432.07">13969 5024 422 0,'0'0'132'0,"0"0"33"16,0 0 16 0,0 0-22-16,0 0-22 0,0 0-51 15,-61-35 9-15,61 35-39 16,0 0-11-16,0 0-17 15,0 26-11-15,0 23 54 16,0 11-25-16,0 4-3 16,0 8 28-16,0 3-26 15,12-6-32-15,-3-1 3 16,1-11-6-16,-6-10-6 16,3-7-4-16,-7-12 1 15,0-3 0-15,0-10-1 16,0-3-4-1,0-3-2-15,5-7-140 0,9 1-38 0,22-3-213 16,11-17-156-16</inkml:trace>
  <inkml:trace contextRef="#ctx0" brushRef="#br0" timeOffset="113762.56">15794 5313 961 0,'0'0'44'0,"0"0"-36"32,0 0 110-32,0 0-1 0,0 0-74 0,0 0-17 15,-76-15 17-15,91 15-14 16,25 0 4-16,7 6 3 15,9 3 11-15,10 1 12 16,5-7-18-16,9-3-14 16,8 0 0-1,-1 0 8-15,-16 0-12 0,-5 0-20 16,-17 0-3-16,-14 0-10 16,-9 0 1-1,-21 0-81-15,-5 0-77 0,0 0-135 0,-19 0-109 31</inkml:trace>
  <inkml:trace contextRef="#ctx0" brushRef="#br0" timeOffset="113998.3">15912 5499 630 0,'0'0'117'15,"0"0"-112"-15,0 0 165 16,0 0-50-16,0 0-34 15,0 0 17-15,85 26-42 0,-38-19-5 16,2-7 1-16,8 0 2 16,4 0-5-16,1 0 10 15,-13 0-42-15,-2-3-15 16,-11-3-5-16,-18 2-2 16,-6 1-2-16,-12 3-63 15,0 0-106-15,0 0-84 16,-30-6-155-16</inkml:trace>
  <inkml:trace contextRef="#ctx0" brushRef="#br0" timeOffset="116592.94">17522 4946 910 0,'0'0'47'0,"0"0"198"16,0 0-42-16,0 0-79 16,0 0-42-16,0 0 32 15,-9-85-28-15,9 85-11 16,-5 0-45-16,5 0-4 15,0 0-3-15,0 0-7 16,0 30-3-16,0 20 28 16,0 18-29-16,5 1-12 15,21 9 0-15,-8-4 0 16,4-3 0-16,-4-2 0 16,-6-7 0-16,2-10 0 15,-4-4 0-15,-3-10 0 16,-7-9 0-16,5-4 0 0,-5-13 0 15,0 0 0-15,0-5 0 16,4-6 0-16,1 2 0 16,-5-3 0-16,5 0 0 15,-5 0 0-15,0 0-108 16,12 0-100-16,-8-20-66 16,15-30-302-16</inkml:trace>
  <inkml:trace contextRef="#ctx0" brushRef="#br0" timeOffset="117127.11">17989 5052 788 0,'0'0'23'15,"0"0"146"-15,0 0-14 16,0 0-87-16,0 0-33 15,0 0 16-15,-85-11 6 16,85 11-13-16,0 0 33 16,19-4-51-16,28-6-10 15,19-2 1-15,14 0-9 16,7 4-3-16,1-1 1 0,-8 3 20 16,-10 6-14-16,-13-3-4 15,-17 3-7-15,-14 0 0 16,-17 0 0-16,-4 0-1 15,-5 0 1-15,7 12 6 16,-7 6 0-16,0 6-1 16,0 3 0-16,0 7-1 15,0 6 5-15,0 1 14 16,-16 7-6-16,-10 1-2 16,12-2-1-16,-3 3 1 15,3-1 24-15,5-6-10 16,2-3-8-16,7-10-10 0,-5-6-1 15,5-7-2-15,0 2-3 16,0-9-5-16,0 3 3 16,0-7 2-16,0 0-3 15,0-3-3-15,0 3 0 16,0 0 1-16,0-1 0 16,0 1-2-16,0 3-2 15,-5-3-31-15,-9 1-141 16,-21-7-82-16,-13 0-252 15</inkml:trace>
  <inkml:trace contextRef="#ctx0" brushRef="#br0" timeOffset="125360.67">8613 6157 831 0,'0'0'29'16,"0"0"73"-16,0 0 72 0,0 0-106 15,0 0 21-15,401-4-44 16,-121-30-13-16,29-4 0 15,2-7 12-15,-21-6 24 16,-47 7-20-16,-50 5-25 16,-56 8-17-16,-59 13-1 15,-43 4-5-15,-30 8-3 16,-5 6-62-16,-57 0-134 16,-49 17 24-16,-26 17-158 15,-9-5-30-15</inkml:trace>
  <inkml:trace contextRef="#ctx0" brushRef="#br0" timeOffset="125598.92">8999 6263 447 0,'0'0'123'0,"0"0"64"0,-259 91-55 16,229-75 13-16,30-4-63 16,0-3-5-16,25-1-38 15,60-4 69-15,28-4-37 16,24 0-35-16,21-4-3 15,26-22-6-15,14-14-5 16,5-11-7-16,0-1-4 16,-31-2-8-16,-19 6-1 15,-42 13-4-15,-38 10-2 16,-28 10-100-16,-24 4-217 0,-21-4-282 16</inkml:trace>
  <inkml:trace contextRef="#ctx0" brushRef="#br0" timeOffset="129401.9">18854 5463 763 0,'0'0'49'0,"0"0"112"15,0 0-5-15,0 0-74 16,0 0-9-16,0 0-2 15,0 0 1-15,-127-25-4 16,127 25-6-16,0 0-45 16,35 0 0-16,10 0 17 15,16 0-11-15,0-6-13 16,10 1-3-16,7-1-7 16,2 3 16-16,12 1-16 15,0-2-33-15,0 4-66 0,-7 0-152 16,-14-2-72-16,-20-8-89 15</inkml:trace>
  <inkml:trace contextRef="#ctx0" brushRef="#br0" timeOffset="129659.08">19896 4965 360 0,'0'0'267'16,"0"0"-169"-16,0 0 102 15,0 0-69-15,0 0-18 0,0 0-17 16,-5-90-29-16,5 90 1 16,0 0-24-16,0 0-30 15,0 37-4-15,-7 6 50 16,3 9-39-16,4 5-5 16,0-4-6-16,0 0-8 15,0 3 2-15,0-1-4 16,0-1 0-16,0-4-10 15,0 1-110-15,-5 0-111 16,-45-3-227-16</inkml:trace>
  <inkml:trace contextRef="#ctx0" brushRef="#br0" timeOffset="130203.11">16475 7381 952 0,'0'0'78'0,"0"0"-46"15,0 0 137-15,0 0-62 16,0 0-58-16,0 0-14 16,-26 17 21-16,97-17-13 15,26 0 13-15,11 0-30 16,-2 0-14-16,-9-9-9 15,-12-2 0-15,-12-1-3 16,-19 3-2-16,-11 3-35 0,-20 4-145 16,-16 2-113-1,-7 0-131-15</inkml:trace>
  <inkml:trace contextRef="#ctx0" brushRef="#br0" timeOffset="130403.3">16546 7661 729 0,'0'0'104'16,"0"0"-35"-16,0 0 148 15,0 0-88-15,0 0-56 16,0 0-15-16,0 0-14 16,184 0 2-16,-92-9-29 0,9-8-10 15,5-1-7-15,5 2-11 16,7 2-123-16,-7 8-262 15,-10 0-185 1</inkml:trace>
  <inkml:trace contextRef="#ctx0" brushRef="#br0" timeOffset="130759.34">18274 7112 283 0,'0'0'463'16,"0"0"-405"-16,0 0 141 15,0 0-39-15,0 0-33 16,0 0-41-16,0-121-14 16,0 121 9-16,0 0-16 15,0 0-42-15,0 0-22 16,0 17 8-16,0 25-5 15,-5 17 53-15,5 10-18 16,0-4-13-16,0 1 11 16,0-5 1-16,0-8-22 0,5-8-10 15,12-3-1 1,-8-8-1-16,5 0-2 16,-2-8-1-16,-3-4-1 0,6-4-4 15,-4-1-68-15,-1-2-92 16,-1-8-73-16,8-7-221 15</inkml:trace>
  <inkml:trace contextRef="#ctx0" brushRef="#br0" timeOffset="131324.76">19123 6986 576 0,'0'0'287'0,"0"0"-217"15,0 0 91-15,0 0-56 32,0 0-20-32,0 0-40 0,-80-76-16 0,73 76 11 15,-3 0-16-15,-9 2-15 16,-11 29 16-16,4 0 17 16,-5 9-20-16,5 5-11 15,12-1 15-15,-3 7 0 16,13 0-13-1,4 6 1-15,0-1-10 0,0-2-1 0,0-3 2 16,4-2-9-16,32-3 8 16,11-7 15-16,-2-7-19 15,0-4-4-15,11-10 1 16,-9-7 0-16,3-7 2 16,-10-2 2-16,2-2 1 15,-11 0-1-15,4 0 2 16,-4-17 0-16,-7-4-1 15,1-6 6-15,-8 1-4 16,-3-5-4-16,-9 2-2 16,-5 0-6-16,0 6 16 15,0 9 18-15,0 2-25 0,-31 4 23 32,-14 4-17-32,-16 4-6 0,0 0 3 0,-5 0-2 15,4 18 0-15,8 2-2 16,7 3 2-16,16 3-5 15,6-6-8-15,15 0 10 16,1 3-7-16,4 0-76 16,-7 3-127-16,-11-1-41 15,-15-8-224-15</inkml:trace>
  <inkml:trace contextRef="#ctx0" brushRef="#br0" timeOffset="132105.01">16989 8344 703 0,'0'0'62'16,"0"0"-41"-16,0 0 118 15,0 0-25-15,0 0-71 16,0 0-24-16,97 12 25 16,35-9 8-16,49-3-5 15,60 0 38-15,37 0-23 16,29 0 0-16,-8 0-11 16,-4-9-3-16,-17-2 2 15,-19-4-20-15,-30 3 47 16,-36-4-47-16,-49 2 19 0,-43 2 13 15,-51 7-35-15,-38 1-13 16,-12 4-2-16,0 0-12 16,0 0-4-16,0 0-33 15,0 0 29-15,0 0-69 16,-7 0-60-16,-29 0-38 16,-13 9-117-16,-13 6-96 15</inkml:trace>
  <inkml:trace contextRef="#ctx0" brushRef="#br0" timeOffset="137279.93">18446 9099 1054 0,'0'0'71'15,"0"0"87"1,0 0 41-16,0 0-101 0,0 0-26 31,0 0-17-31,0 0-18 0,-96-77 3 0,96 77 1 16,-5 12-37-16,-5 39-4 15,6 10 19-15,-6 5-6 16,3-7-3-16,2-4-7 31,1-4-1-31,-1-4-1 16,0-5-1-16,1-10 2 0,4-7-1 16,-8-8 1-16,8-8-2 15,0-6 0-15,0 0 0 16,0-3-1-16,0 0 0 15,0 0 1-15,0 0 12 16,0 0-12-16,12-6-1 16,24-17-4-16,4-7 5 15,5 3-8-15,2 9-5 16,-7 1 10-16,0 7 1 16,2 8-4-16,-2 2-11 15,5 0 7-15,2 0 10 16,-7 6 1-16,10 23 1 0,-3 10 0 15,-7 3 0-15,-9 5 8 16,-10 2-5-16,-16-5 0 16,-5 1 2-16,0 2 6 15,-62-2-11-15,-13 0 8 16,-8-10-7-16,13-10 2 16,8-8 0-16,1-5-4 15,16-5-1-15,-2-7 0 16,2 0-3-16,1-21-102 15,8-25-73-15,6-14-254 16,18-5-355-16</inkml:trace>
  <inkml:trace contextRef="#ctx0" brushRef="#br0" timeOffset="137531.54">18239 9091 952 0,'0'0'50'16,"0"0"54"-16,0 0 70 0,0 0-116 15,0 0-38-15,0 0 6 16,82-6 8-16,-16 6 5 16,0 0 9-16,0 0-13 15,-12 0-21-15,8 0-12 16,-10 0-2-16,-3 0-1 15,-2 0-124-15,-11 0-308 16</inkml:trace>
  <inkml:trace contextRef="#ctx0" brushRef="#br0" timeOffset="138191.39">19399 9386 692 0,'0'0'125'16,"0"0"-83"-16,0 0 173 15,0 0-80-15,0 0-74 16,0 0 6-16,-123 3 1 15,97-18 31-15,5-7-47 16,-3-2-31-16,8-1-10 16,6-7-4-16,10 4-7 0,0-6-2 15,0 5 1-15,36-1 1 16,9 5-3-16,2 11-2 16,-3 6 5-16,4 2 5 15,-13 6-5-15,-4 0-1 16,-3 0 1-16,3 2 2 15,4 24-1-15,3 11 3 16,-3 7 1-16,-4 2 4 16,-8-2 10-16,-11 3-2 15,-12 4-12-15,0 4 12 0,0-2-12 16,-21 0 10 0,-24 1-8-16,-16-2 6 0,-1-9-3 15,6-6-5-15,2-8 1 16,6-4 1-16,8-8-2 15,5-2 1-15,14-2-4 16,2-7 2-16,12-4-4 16,7 0 2-16,0-2-2 15,0 0 2-15,0 0-1 16,0 0 16-16,0 0-17 16,0 0 14-16,12 0 17 15,28-4-18-15,26-15-8 16,9-7 2-16,17-1-3 0,14-3-3 15,3 0-1-15,1-1-2 16,-13 3-3-16,-10 0-133 16,-21-2-16-16,-26-3-244 15,-18 1-321-15</inkml:trace>
  <inkml:trace contextRef="#ctx0" brushRef="#br0" timeOffset="146631.43">19399 6985 644 0,'0'0'504'0,"0"0"-491"0,-342 14 82 16,170 50 91-16,4 13-64 15,15 6-65-15,30-2-17 16,17-4 18-16,10-3-4 15,16-8-32-15,6-9 20 16,25-9-25-16,2-7-15 16,7-7-2-16,9-2 2 15,0-8-2-15,17-3 0 16,-2-4-43-16,11-2-37 16,0-3-40-16,5 1-65 15,0-4-49-15,0-9-90 16,40 0-98-16</inkml:trace>
  <inkml:trace contextRef="#ctx0" brushRef="#br0" timeOffset="147269.26">20113 6585 684 0,'0'0'179'0,"0"0"-121"16,0 0 119-16,0 0-51 15,0 0-61-15,0 0-19 16,-35-46-19-16,16 70-4 16,-12 15 29-16,0 10-11 15,-4 4-22-15,-5-2-7 16,-7 6 17-16,-3-1-15 16,3-9-10-16,12-8 0 15,9-8-2-15,12-13-1 0,14-9 1 16,0-1-2-1,0-2 4-15,19-1-4 0,49 4 5 16,12-5 2-16,12-4 1 16,9 0-7-16,6 0-1 15,-1 0 0-15,2 0 3 16,-2-4-6-16,-14-1-26 16,-12 5-133-16,-23 0-38 15,-22-4-187-15</inkml:trace>
  <inkml:trace contextRef="#ctx0" brushRef="#br0" timeOffset="147489.24">20379 6677 787 0,'0'0'57'0,"0"0"151"16,0 0-6-16,0 0-92 15,0 0-52-15,0 0-21 16,-47-3-10-16,42 48 48 15,1 11-17-15,4 1-45 16,0-3 15-16,0 3-7 16,0 3-11-16,0 0-8 15,0 4-2-15,0 1 0 0,0 1-5 16,-17 6-99-16,-18-4-118 16,0-8-106-16,-6-17-289 15</inkml:trace>
  <inkml:trace contextRef="#ctx0" brushRef="#br0" timeOffset="148117.92">20455 8804 922 0,'0'0'75'15,"0"0"-58"-15,0 0 90 16,0 0 54-16,0 0-79 16,0 0-53-16,-17-53-5 15,-63 109-3-15,-31 22 27 16,-32 22 12-16,-20 18-19 0,-9 16 17 16,-17 9-4-16,1-3-45 15,-10-5 59-15,11-16-42 16,3-9 46-16,22-6-56 15,30-17-6-15,30-15-6 16,36-16 2 0,31-15-6-16,18-10-1 0,13-11-6 15,4-8-6-15,0-9-117 16,0 0 14-16,0-3-27 16,9-6-67-16,12-32-74 0,5-13-262 15</inkml:trace>
  <inkml:trace contextRef="#ctx0" brushRef="#br0" timeOffset="149360.82">19616 10794 696 0,'0'0'84'16,"0"0"96"-16,0 0 18 15,0 0-76-15,0 0-13 16,0 0-25-16,-62-96 16 15,62 94-41-15,0-2-19 0,0 4 1 16,0 0-6-16,-5 0-11 16,5 0-13-16,0 0-5 15,0 19-2 1,0 26 0-16,0 14 54 0,0 3-38 16,5-3 16-16,16-2-30 15,-11-8 11-15,6-11-13 16,-6-11 3-16,-1-9-7 15,-2-10 3-15,-7-4-1 16,5-4-1-16,-5 0 0 16,0 0 1-16,0 0-2 15,0 0 1-15,0-33 7 16,0-27-5-16,-16-14-2 0,-3-11-1 16,-7 5-1-16,4 14-1 15,13 11 2-15,0 16 4 16,2 15-3-16,-3 6-1 15,10 11 1-15,-5 4-1 16,5 3 3-16,0 0-4 16,0 0 1-16,0 0-5 15,0 12 1-15,0 39 4 16,0 17-1-16,0 10 3 16,15 3 4-16,6-3 22 15,-7-9-10-15,-2-11-11 16,-3-13 13-16,1-7-16 0,-3-6-4 15,-7-15 0-15,4-8 0 16,-4-3 0-16,0-4 0 16,5-2 0-16,-5 5 0 15,5-5-13-15,-5 0-63 16,0-11-81-16,5-32-49 16,-1-20-169-16,8-6-93 15</inkml:trace>
  <inkml:trace contextRef="#ctx0" brushRef="#br0" timeOffset="150067.84">20038 10707 505 0,'0'0'352'0,"0"0"-320"0,0 0 59 16,0 0 48-16,0 0-89 15,0 0-28-15,0 0 28 16,0 0 6-16,0 0-15 15,0 0 4-15,0 0 11 16,0 0-11-16,0-6 7 16,0-5-19-16,-10-8-18 15,-6-5 2-15,6-9-11 16,5-5 0-16,5 6-1 0,0-5-5 16,0 4 1-16,26 9-1 15,14 4 0-15,-4 5 0 16,-6 9-1-16,-4 3-11 15,5 3 12-15,9 0 5 16,5 12-2-16,7 17 3 16,-12 2 5-16,-5 4-10 15,-14-9 7-15,-6 5-8 16,-15-2 0-16,0 2 16 16,0 1-14-16,-19 2 2 0,-24-8 3 15,3 1-7 1,5-3 0-16,4-9 0 0,1-1 7 15,15-8-7-15,4 1-2 16,11-4 2-16,0-3 2 16,0 0 0-16,0 0-2 15,0 0 1-15,0 0-1 16,0 0-6-16,0 0 6 16,16 0 6-16,15-3-5 15,14-13-1-15,6 2 8 16,-1 2-8-16,16 3 0 0,-5 6 0 15,5 3 7 1,-9 0-5-16,-5 0-2 0,-8 9 9 16,-8 17-3-16,-10 2 7 15,-17-5-7 1,-9 4 5-16,0 3 1 0,-4 0-4 16,-53 6 20-16,-14-1-13 15,0-2-9-15,-11-6-3 16,7-10-3-16,4-4 1 15,0-11 0-15,0-2-1 16,10 0-3-16,0-15-97 16,-1-19-1-16,6-12-145 0,16-17-231 15</inkml:trace>
  <inkml:trace contextRef="#ctx0" brushRef="#br0" timeOffset="152003.4">3306 7143 559 0,'0'0'182'0,"0"0"-115"16,0 0 133-16,0 0-28 0,0 0-82 16,0 0-38-16,0 0-4 15,-80 49 0-15,-17 32 19 16,-21 18-10-16,-14 8 1 15,-14 3-14-15,-12 10 14 16,-9-5-6-16,4-6-2 16,22-14 0-16,23-14-42 15,21-18 3-15,31-19 34 16,31-13-45-16,14-17 0 16,21-10-22-16,0-2 16 0,0 4-39 15,47-3-103 1,23-3-5-16,18 0-79 0,-8-6-173 15</inkml:trace>
  <inkml:trace contextRef="#ctx0" brushRef="#br0" timeOffset="152316.51">1274 8548 899 0,'0'0'105'0,"0"0"-91"16,0 0 72-16,0 0 42 15,0 0-68-15,0 0 10 16,483 53-11-16,-127-53-14 16,45-15 6-16,21-23 7 15,21-11-24-15,10-5 1 16,-27 2 11-16,-34 3-28 15,-48 7-6-15,-59 7-11 16,-56 4-1-16,-62 11-51 16,-75-7-161-16,-82-11-677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56:51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9004 3896 292 0,'0'0'118'0,"0"0"-45"16,0 0 50-16,0 0-45 15,0 0-22-15,0 0 7 16,0 0 8-16,-14 0-20 16,14 0-24-16,0 0 0 15,0 0 0-15,0 4 8 16,0-4-4-16,0 2-2 15,0-2-4-15,0 0 21 0,0 0-21 16,0 0 7-16,35 0-17 16,20 0 6-1,32 0 7-15,14 0 0 0,17-6-3 16,14-8-1-16,10-1-1 16,1-7-6-16,-1-1-4 15,-15 0 5-15,-21-5-2 16,-14 5-5-16,-21 2 13 15,-10 3 25-15,-21-1-19 16,-14 11-13-16,-16 3-9 16,-10 5 0-16,0 0 5 15,0 0-13-15,0 0-49 0,0 0 33 16,0 0-29-16,-10 0-53 16,-25 0-57-16,-17 11-2 15,-14 12-90-15,5 2-8 16,-10 1-205-16</inkml:trace>
  <inkml:trace contextRef="#ctx0" brushRef="#br0" timeOffset="344.52">9030 4055 392 0,'0'0'80'0,"0"0"20"16,0 0 40-16,0 0-40 15,0 0-21-15,0 0-7 16,-9 0 2-16,94 0-50 16,37 0 26-16,24 0 32 15,24 0-29-15,7 0-2 16,0-15 1-16,-15-8-1 16,-13-9 10-16,-22 6-2 15,-16-7 0-15,-10 7-34 16,-18-4 11-16,-17 3-5 15,-17 6-3-15,-11 4-13 16,-24 8 35-16,-9 3-44 16,-5 6-5-1,0 0-1-15,0 0-1 0,0 0-51 0,0 0-73 16,0 0-43-16,0 0-52 16,-26 0-137-16</inkml:trace>
  <inkml:trace contextRef="#ctx0" brushRef="#br0" timeOffset="12007.47">10341 5270 779 0,'0'0'67'0,"0"0"24"16,0 0 69-16,0 0-4 15,0 0-102-15,0 0-4 16,0 0 5-16,0-121-11 16,0 121 7-16,0 0-29 15,0 0-4 1,-5 9 2-16,-11 37-15 0,2 14 0 0,-12 14 5 16,-5 4-2-16,5-4 4 15,-2 1-5-15,2-4-1 16,-5-6-4-16,5-10-1 15,0-15 2-15,7-8-4 16,3-19 4-16,16-9-6 16,0-2 5-16,0-2-2 15,0 0 0-15,0 0-7 16,0 0-15-16,0 0 6 16,0 0-13-16,0 0 15 0,0 0-7 15,40 0 16-15,21 0 4 16,17 0 1-16,-2 0 0 31,4 0 0-31,2 0 0 0,-2 0-1 0,8 0-1 31,-6 0 2-31,-11 0 0 0,-17 0-1 0,-16 0 1 16,-19 0-1-16,-15-2-2 31,8-7 3-31,-7-3 7 16,-5-7-7-16,5 2 2 0,-5-7-5 15,0 1 6-15,0-8 1 16,0-1-2-16,0-2 2 16,-22 6-2-16,-1 1-2 15,2 5 4-15,4 8 1 16,8 7 0-16,-1 1 2 16,6 6-4-16,-4 0 1 15,8 0 0-15,0 0 1 16,0 0 6-16,0 0-10 15,0 0-2-15,0 0 0 16,0 0 0-16,0 0 0 16,0 0 1-16,0 25 2 15,0 9 1-15,0 9 4 0,0-1 3 16,0 3-5-16,0 5 43 16,0 7-35-16,0-1-1 15,0-1 0-15,8-2 4 16,-4-2-8-16,1-6 2 15,0-7-5-15,-1-8 2 16,-4-3-4-16,5-7 16 16,-5-8-16-16,7-2-2 15,-7-7 2-15,5-3-3 16,-5 3-18-16,0-3 18 0,0 0-8 16,0 0-10-16,0 0-22 15,0 0-2-15,0 0-91 16,0 0-3-16,19-6-37 15,7-34-120-15,-5-11-237 16</inkml:trace>
  <inkml:trace contextRef="#ctx0" brushRef="#br0" timeOffset="13738.9">11704 6182 665 0,'0'0'54'0,"0"0"90"16,0 0 48-16,0 0-82 16,0 0-27-16,0 0 1 15,0-146-9-15,-22 140-7 16,-27 0 19-16,-24 6-77 15,-12 0 0-15,-12 0 37 16,-9 27-8-16,10 9-19 16,8 11 6-16,22 10 2 15,26 6-23-15,24 8 8 16,16 1-1-16,0-1-8 16,52-2-4-1,32-10-6-15,13-4 6 0,12-21-9 0,-3-8-4 16,-10-12 7-16,-11-11-3 15,-12-3-10-15,-19 0-7 16,-2 0 13-16,-12-9 8 16,-4-10 5-16,-10 4-1 15,-5 2 1 1,-2-3-2-16,-7 5 1 0,-8-2 1 16,1 3 0-16,0 2 2 15,-1 3-1-15,-4-4-1 16,0 0 0-16,0 3 11 15,0 0 7-15,0 0-13 0,0 2 0 16,0 1-1-16,0 0 12 16,0 0-1-16,0 3 9 15,-4-3-19-15,4 3 0 16,0 0 1-16,0-3 10 16,-5 0-10-16,5 0 4 15,-5 0-4-15,1 3 3 16,4 0 8-16,0 0-11 15,0 0 3 1,0 0-2-16,0 0-3 0,0 0-1 0,0 0 3 16,0 0-2-1,0 0 0-15,0 0-2 0,0 0 2 16,0 0-4-16,0 0 3 16,0 0 0-16,0 0-1 15,0 0 0 1,0 0-2-16,0 24 1 0,0 21 5 15,0 15 2-15,0 6-1 16,4 0 0-16,1 2-3 16,-5-2-3-16,0-1 0 15,0 4-1-15,0-3-2 16,0 3-49-16,0-7-120 16,-21-12-336-1</inkml:trace>
  <inkml:trace contextRef="#ctx0" brushRef="#br0" timeOffset="20217.68">13191 5796 679 0,'0'0'109'16,"0"0"41"-16,0 0 43 15,0 0 12-15,0 0-96 16,0 0 44-16,0 0-32 15,-19-71-40-15,19 71-30 16,-4 0-19-16,-3 0-7 16,7 21-13-16,0 23-3 15,21 13 28-15,31 4-14 16,2-1 3-16,19-1-15 0,-7-3-2 16,5 1 3-1,-1-6-12-15,-4-6 0 0,-4-5 0 16,-17-2 0-1,2-12 0-15,-17-3 0 0,-11-7 0 16,2-7-39-16,-2 0-39 16,-2-3-23-16,2-6-87 15,7 0-47-15,-1-21-8 16,-8-24-142-16,-17-12-393 16</inkml:trace>
  <inkml:trace contextRef="#ctx0" brushRef="#br0" timeOffset="20530.16">13863 5722 758 0,'0'0'25'0,"0"0"30"16,0 0 135 0,0 0-64-16,0 0-65 0,0 0 17 15,-106-57-19-15,90 57-22 16,-15 13-9-16,-19 25 19 15,-6 19-17-15,-6 6 17 16,-4 9-20-16,0 2 11 0,-4 3-15 16,4 4 11-1,9-4-16-15,1-1-6 0,11-8 8 16,9-9-10-16,1-11 3 16,4-11-12-16,15-10-2 15,2-8-39-15,4-7-6 16,10-6-73-16,0 1-53 15,0-7-142-15,0 0-132 16</inkml:trace>
  <inkml:trace contextRef="#ctx0" brushRef="#br0" timeOffset="24993.67">15139 5054 852 0,'0'0'44'0,"0"0"77"0,0 0 83 15,0 0-62-15,0 0-56 32,0 0-38-32,0 0 74 15,0-108-85-15,-10 174-7 16,-25 20 57-16,-1 14-48 0,-11-6-12 15,7-1-9-15,-7-6-8 16,7-13 8-16,5-8-18 16,-1-19 3-16,10-7 1 15,7-17-4-15,8-7 0 16,11-10 1-16,0-4 3 16,0-2-4-16,0 0-7 15,0 0-6-15,0 0-3 16,0 0 8-16,26 0-7 15,30 0 15-15,15 0-2 16,4 0 0-16,8 0 2 0,-3 0 0 16,7 0 0-16,-11 4 1 15,-6 8-2-15,-8-7-3 16,-15 1-11-16,-17-6-9 16,-11 3 24-16,-14-3-13 15,2 0 13-15,-7 0-27 16,0 0 26-16,5-9 0 15,-5-20 1-15,0-8-1 16,0 1 1-16,0-5-1 16,0 2 1-16,0 0 0 15,0 3 0-15,-12 7 0 16,3 7 0-16,4 5 0 0,0 7 1 16,0 8 1-16,1-1-2 15,4 3 1-15,0 0 3 16,0 0 0-16,0 0-4 15,-7 0 0-15,7 0 0 16,-5 0 33-16,0 11-33 16,1 35 5-16,4 14 8 15,-5 12 0-15,5-1 4 16,0-6-1-16,0 4-3 16,0-9-4-16,0-7 1 15,0-2 6-15,0-12-7 16,0-7 0-16,0-5-4 15,0-8-2-15,0-7 7 0,0-4-1 16,0-2-7-16,0-4-1 16,0-2-1-16,0 0 0 15,0 0-11-15,0 0 11 16,0 0-4-16,0 0-11 16,0 0-16-16,0 0-15 15,0 0-60-15,0 0-6 16,5 0-134-16,4 0-94 15</inkml:trace>
  <inkml:trace contextRef="#ctx0" brushRef="#br0" timeOffset="27832.42">16506 6114 814 0,'0'0'102'0,"0"0"54"0,0 0 27 0,0 0-65 16,0 0-40-16,0 0 19 15,0 0-53-15,-238-138-16 16,146 144 7-16,0 29 32 15,5 13-16-15,16 12-25 16,26 14-1 0,19 14-10-16,26-2-1 0,0 1-11 15,31-10-3-15,40-12 2 16,11-7-11-16,8-18 5 16,6-6 3-16,1-17-10 0,0-8-15 15,-5-9 22-15,-17 0-35 16,-9 0 22-16,-19-9 9 15,-11-14-1-15,-15-5 3 16,-7 0 6-16,-9-5 2 16,-5 0 0-16,0 0-1 15,0 3 9-15,0 9-9 16,0 6 2-16,0 13 6 16,0 2 21-16,0 0-3 15,0 0-11 1,0 34 14-16,-19 23-13 0,-2 21 18 15,-5 5-19-15,16 0-6 16,1-2 4-16,2-3-12 0,-3 0 1 16,1-9-3-16,-8-1-27 15,-13-9-65-15,-10-6-156 16,-22-7-256 0</inkml:trace>
  <inkml:trace contextRef="#ctx0" brushRef="#br0" timeOffset="28492.73">8811 7884 174 0,'0'0'506'16,"0"0"-456"-16,-309 23 67 15,243-17 46-15,31-4-80 16,18-2-34-16,17 6-3 15,0 3 37-15,83 2-40 0,58 8 13 16,78-8-7-16,90-1-3 16,73-7-26-16,85-3 1 15,73 0-18-15,49 0 39 16,55 0-33-16,14-9 50 16,6-16 57-16,-18-4-74 15,-30-4-1-15,-22-5-21 16,-40-2-1-16,-47 5 5 15,-59 4-14-15,-66 5 1 16,-62-1-1-16,-63 6-4 16,-56 6 0-16,-55 1-3 15,-64 5-3-15,-42 6-1 0,-35 0 0 16,-5 0-5-16,-35-3-32 16,-83-1-58-16,-40-5-98 15,-50-8-64-15,-20-15-250 16</inkml:trace>
  <inkml:trace contextRef="#ctx0" brushRef="#br0" timeOffset="29560.13">11678 8783 1001 0,'0'0'83'0,"0"0"46"16,0 0 60-16,0 0-71 16,0 0-74-16,0 0 6 15,-52-26-15-15,47 79-7 16,5 3 68-16,0-3-82 15,0-7-2-15,0-8-5 16,0-1-6-16,0-8 3 0,0-11-4 16,0-8-2-16,0-4-7 15,0-6 2-15,0 0-1 16,0 0 3-16,0 0-4 16,31-4-4-16,9-17 8 15,12 0-12-15,0 1 15 16,2-1 4-16,-2 5-2 15,4 13 0-15,-2 3-7 16,3 0 6-16,4 25 1 16,5 13 31-16,-4 13-14 15,-18 0-3-15,-8 3 11 16,-15-1-4-16,-21-5-7 16,0-7 1-16,0-1-1 0,-31-7 13 15,-13-4-13-15,-13-1-2 16,5-5-7-16,3-8-5 15,-8-3-5-15,-9-12-18 16,5 0-22-16,-1-6-79 16,18-30-68-16,13-3-13 15,10-9-112-15,11-3-153 16</inkml:trace>
  <inkml:trace contextRef="#ctx0" brushRef="#br0" timeOffset="29795.38">11734 8739 736 0,'0'0'107'0,"0"0"28"15,0 0 49-15,0 0-29 16,0 0-101-16,0 0-14 16,-52-5 26-16,118 5-19 15,26 0 45-15,0-1-72 16,5-8-1-16,-12-1-5 15,-3 1-14-15,-20 4 0 0,-8 5-127 16,-16 0-58 0,-24 0-235-16</inkml:trace>
  <inkml:trace contextRef="#ctx0" brushRef="#br0" timeOffset="30375.6">12637 9022 764 0,'0'0'49'0,"0"0"104"15,0 0 17 1,0 0-78-16,0 0-43 0,0 0 13 16,0 26-2-16,0-26-23 15,0-20 2-15,0-13-30 16,0-5 3-16,0-2-6 15,0-4-4-15,0 5-2 16,36-1-1-16,11 8 1 16,2 11 0-16,3 6 2 15,5 9-2-15,-8 6 0 16,3 0 2-16,-7 0-5 16,-5 33 7-16,-2 14 15 15,-8 17-10-15,-16 8 3 16,-4-5 56-16,-10 6-39 0,0-12-14 15,0-4 5 1,-24-2-10-16,-18-5 50 0,2-8-31 16,0-6-17-16,0-10 15 15,2-1-13-15,3-10-7 16,11-3 2-16,3-4-2 16,11-2-1-16,3-3-3 15,7-3-4-15,0 3 1 16,0-1 0-16,0 2 2 15,0-4-1-15,12 0 0 16,38 0-1-16,16 0 0 16,7 0 0-16,11-6 0 0,4-9 2 15,4 0-2 1,4-2-1-16,-16-2-7 0,-4 2-20 16,-10-7-54-1,-24 4-41-15,-23-11-125 0,-19-9-119 16,0-9-548-16</inkml:trace>
  <inkml:trace contextRef="#ctx0" brushRef="#br0" timeOffset="31381.32">11154 3620 829 0,'0'0'54'0,"0"0"79"15,0 0 24-15,0 0-47 16,0 0-42-16,0 0 0 15,-148-40-9-15,148 40-12 16,47 0-37-16,50-2 21 16,35-2 9-16,26-5 32 15,9-3-47-15,-4 7 7 16,-17-4-2-16,-28 3-3 16,-31 3-26-16,-33 0-2 15,-28 3-2-15,-17 0-27 0,-9 0-38 16,0 0-79-1,0 0 27 1,-4 0-3-16,-53 0-16 16,-18 12-50-16,-22-3 12 15,-14-1 81-15,3-2 37 16,-3 1-26-16,5 2 85 16,-3-3 4-16,20 0 6 15,6-3 21-15,27 0 18 16,20 0 4-16,18-3 23 15,18 2-12-15,0-2 18 16,0 0 0-16,0 4-7 16,4 2 4-16,46-1 6 0,28-1 11 15,23-4-48 1,17 0-3-16,19 0 10 0,4 0-31 16,-9-4-24-16,-5-5 0 15,-21 7-1-15,-14 2-82 16,-9 0-53-16,-17 0-151 15,-26 8-162-15</inkml:trace>
  <inkml:trace contextRef="#ctx0" brushRef="#br0" timeOffset="35011.41">14203 9131 632 0,'0'0'156'16,"0"0"2"-16,0 0 15 16,0 0-10-16,0 0-44 15,30-151-56-15,-34 145 18 0,-41 6-9 16,-17 6-1 0,-25 45-44-16,-14 15 32 0,-5 8-26 15,19 0 8-15,21-2-17 16,30 0 3-16,36-6-16 15,0-1-4-15,36-5-1 16,46-6-6-16,8-10-3 16,6-14 2-16,1-12-2 15,-15-12 0-15,-11-6-1 16,-26 0 1-16,-7 0 2 16,-15-9 2-16,-6-14-1 15,-8-10 0-15,8-5 1 16,-3-2-1-16,7 3 1 15,10 5-3-15,-1 8 2 16,15 9-2-16,-5 6-2 0,7 9 0 16,3 0 2-16,-3 33 0 15,-2 17 1-15,-10 12 2 16,-21 8-1-16,-7-5 1 16,-7 4 0-16,0-9 3 15,-47-4 5-15,-2-13-3 16,2-16 0-16,7-4-2 15,4-8-1-15,10-6 4 16,12 0-5-16,14-6 2 16,0-3-1-16,0 3-6 0,0-3 2 15,40 0 1-15,36 0 0 16,32 0 0 0,8-3-1-16,11-11-4 0,10-12-5 15,-5 3-15-15,-14-7-23 16,-22 0-106-16,-30 1-125 15,-26-4-235-15</inkml:trace>
  <inkml:trace contextRef="#ctx0" brushRef="#br0" timeOffset="36315.81">11656 11116 906 0,'0'0'112'16,"0"0"50"-16,0 0-1 15,0 0-55-15,0 0-51 16,0 0-13-16,-61 232 43 15,42-121-51-15,-2-16-13 16,7-17-17-16,-7-16 23 0,7-20-24 16,-3-18 20-16,8-16-23 15,9-4 5-15,0-4-5 16,0 0 3 0,0 0-2-16,0 0 14 0,40 0-15 15,26 0 0-15,21 0-1 16,-2 0 1-16,2 6-2 15,5-6-33-15,-12 0 32 16,-2 0-6-16,-24 0-26 16,-11-4 26-16,-13-16 3 15,-20-6 6-15,-6-8-2 16,-4-1 2-16,0-1-35 16,0 3 35-16,-14 5 4 0,-12 9 7 15,10 6 6-15,6 11-7 16,6 2 15-16,4 0-9 15,0 0 35-15,0 0 6 16,0 0-28-16,0 0-14 16,0 0 8-16,-10 29-10 15,3 25 1-15,-2 15 27 16,4 5-20-16,5-2 3 16,0-3 3-16,0-4-10 15,0-5-13-15,0-9-4 0,9-7 0 16,8-11 0-1,-3-4 0-15,3-2-44 0,1 1-51 16,8-8-137-16,10-12-167 16,4-8-308-16</inkml:trace>
  <inkml:trace contextRef="#ctx0" brushRef="#br0" timeOffset="36567.42">12649 11503 1114 0,'0'0'58'0,"0"0"93"0,0 0 7 15,0 0-60-15,0 0-20 32,0 0 22-32,203 111 3 0,-97-54-70 0,-5 0-15 15,1-7 0-15,1-5-12 16,-13-3-6-16,-8-4-2 15,-16-8-34-15,-16 0-59 16,-12-7-64-16,-34 5-165 16,-4-10-73-16</inkml:trace>
  <inkml:trace contextRef="#ctx0" brushRef="#br0" timeOffset="36786.6">13198 11334 1042 0,'0'0'44'16,"0"0"8"-16,0 0 168 15,0 0-85-15,0 0-66 16,0 0 50-16,-188 134 15 16,171-68-96-16,8-4-15 15,4 4-16-15,-11 1-3 0,-3 6-4 16,-7-4-11-1,0-5-32-15,0 0-112 0,2-14-60 16,3-5-51-16,12-15-215 16</inkml:trace>
  <inkml:trace contextRef="#ctx0" brushRef="#br0" timeOffset="37306.83">14000 11322 754 0,'0'0'358'0,"0"0"-283"0,0 0 72 16,0 0 0-16,0 0-76 16,0 0-32-16,5-85-22 15,-5 85 0-15,0 43-11 16,0 14 57-16,0 8-36 15,0 1-9-15,16-6 1 16,24-5-2-16,12-6-17 16,2-10 0-16,8-13 1 15,8-8-1-15,-4-12-18 0,-4-6-12 16,-6 0 21-16,1 0-10 16,-12-21 14-1,-5-14-3-15,-10-10 7 0,-9-9-2 16,-11-3 3-16,-10 4 6 15,0 8-6-15,0 11-10 16,0 11 10-16,0 14 5 16,0 3 12-16,-5 6 40 15,5 0-14-15,0 0-15 16,-5 4-25-16,1 41 12 0,-13 14 22 16,8 22-7-1,-1-7-16-15,10 4 0 0,0-1-4 16,0-3-9-16,0-4-1 15,-7-5-1-15,-2-5-11 16,-5-6-26-16,-17-2-61 16,-16-1-94-16,-14-6-35 15,-15-9-185-15,-16-6-476 16</inkml:trace>
  <inkml:trace contextRef="#ctx0" brushRef="#br0" timeOffset="37667.87">9513 12669 940 0,'0'0'69'0,"-306"28"4"16,256-19 115-16,50 3-105 15,45 5-38-15,144 10 23 16,106 3 5-16,105-4-20 0,88-9-36 16,62-11-17-16,60-6 49 15,29 0 3 1,12-11-12-16,-19-9 30 0,-50 0-29 16,-59-1-32-16,-79 2-1 15,-84 2-5-15,-96 2 1 16,-106 6-4-16,-87 3-20 15,-71 6-66-15,-26 0-44 16,-99 0-48-16,-49 0-98 16,-24 0-170-16</inkml:trace>
  <inkml:trace contextRef="#ctx0" brushRef="#br0" timeOffset="39113.61">13375 13731 947 0,'0'0'69'0,"0"0"43"16,0 0 77-16,0 0-59 15,0 0-61-15,0 0-8 16,-122-69-29-16,117 73 43 15,0 38-49-15,0 12 67 16,1 5-57-16,-3-6-18 16,7-2-6-16,-10-8-6 15,10-5 0-15,-5-13-3 0,5-11-3 32,0-2 1-32,0-9-1 0,0 0 0 0,0-1 0 31,0-2-6-31,0 0 6 0,0 0-12 0,0 0-2 15,5-22 8-15,26-7-3 16,9 1 5-16,2 4-1 16,8 5 2-16,11 5 0 15,-4 10 3-15,13 4 0 16,6 0 1 0,2 34 12-16,-3 10 7 0,-4 10-2 15,-19 3-11-15,-29-4 11 16,-6-2-7-16,-17-3 4 15,0-3-4-15,-31-7 6 16,-40 2-8-16,-25-3-2 0,-1-3 1 16,0-5-8-16,10-10-4 15,12-15-7-15,13-4-19 16,11 0-14-16,15-46-56 16,6-20-146-16,15-17-75 15,15-10-141-15</inkml:trace>
  <inkml:trace contextRef="#ctx0" brushRef="#br0" timeOffset="39333.16">13304 13740 794 0,'0'0'109'16,"0"0"12"-16,0 0 75 31,0 0-64-31,0 0-81 0,0 0-10 15,-66 0-8 1,151 0 14-16,19 0-46 16,11-12-1-16,13 1-43 15,4 0-87-15,-5-2-135 16,-16 5-278-16</inkml:trace>
  <inkml:trace contextRef="#ctx0" brushRef="#br0" timeOffset="39773.19">14438 13897 884 0,'0'0'160'0,"0"0"-35"16,0 0 68-16,0 0-111 16,0 0-43-16,0 0-18 15,-92-135-8-15,118 107-10 16,3 11-3-16,1 6 3 15,6 7-2-15,1 4 0 0,3 0-1 16,1 32 1 0,-1 17 8-16,-5 8 22 0,-9 2-18 15,-5 4-5 1,-21-6 52-16,0-5-27 0,0 0-1 16,-5-10 13-16,-30-7-19 15,-3-4-6-15,3-8 7 16,0-8 1-16,4-4-19 15,7-8 5-15,3 0-6 16,12-3 3-16,2 0-6 16,7 0-5-16,0 0 1 15,0 0 2-15,0 0 0 16,0 0-3-16,0 0-5 0,21 0 2 16,31 0 3-1,14 0-7-15,9 0-19 0,12 0-31 16,-2-3-32-16,3-5-63 15,-13-4-50-15,-18-2-72 16,-13-3-177-16</inkml:trace>
  <inkml:trace contextRef="#ctx0" brushRef="#br0" timeOffset="40024.6">15134 13851 725 0,'0'0'180'0,"0"0"-50"0,0 0 71 15,0 0-18-15,0 0-107 16,0 0-2-16,-97-83-22 16,102 89-4-16,47 26 27 15,7 16-30-15,2 0 3 16,5 0-22-16,7-7-23 16,-7-7-1-16,5-5-2 15,-10-9-9-15,-16-4-81 16,-5-7-31-16,-19-3-41 15,-7-3-84-15,-14-3-117 16,0 0-213-16</inkml:trace>
  <inkml:trace contextRef="#ctx0" brushRef="#br0" timeOffset="40228.33">15516 13685 814 0,'0'0'107'0,"0"0"41"16,0 0 42-16,0 0-53 15,0 0-52-15,0 0 40 16,-229 142-54-16,187-61 25 16,6-3-6-16,-4-4-70 15,5-6-7-15,-1-2-13 16,-4-6-1-16,3-3-20 0,8-10-136 16,3-8-43-16,10-19-144 15,16-16-362-15</inkml:trace>
  <inkml:trace contextRef="#ctx0" brushRef="#br0" timeOffset="40621.08">15648 13594 1097 0,'0'0'36'0,"0"0"12"16,0 0 110-16,0 0-60 15,0 0-77-15,0 0-12 16,-36 68 36-16,36-8-22 16,0-11-17-16,0-12-3 15,0-5-3-15,15-13 2 16,10-6-2-16,1-6 3 16,3-1-9-16,8-4-1 15,4 2 7-15,3 10 6 16,8 10 7-16,-2 12 7 15,-3 8 6-15,-17 1 32 16,-6 4 22-16,-12-9-18 0,-12-4 0 16,0-6-24-16,0-7-16 15,0-6-6 1,-26-3-5-16,-14-5-11 0,-7-4-15 16,2-5-37-16,-7 0-91 15,12-5-61-15,5-36-55 16,-1-13-35-16,6-18-90 15</inkml:trace>
  <inkml:trace contextRef="#ctx0" brushRef="#br0" timeOffset="40778.41">15641 13573 817 0,'0'0'172'0,"0"0"-25"0,0 0 43 16,0 0-86-16,0 0-74 15,0 0 8-15,316-57-38 16,-220 55-31-16,-4-5-136 15,-21 5-126-15,-10-1-190 16</inkml:trace>
  <inkml:trace contextRef="#ctx0" brushRef="#br0" timeOffset="40982.53">16501 13404 865 0,'0'0'188'0,"0"0"22"16,0 0-36-16,0 0-30 0,0 0-64 15,0 0 50-15,50 227-58 16,-24-127-28-16,-10-10-24 16,-2-9-9-16,-4-9-9 15,-10-15-2-15,0-11-7 16,0-9-34-16,0-11-79 16,0-8-111-16,0-16-148 15,-5-2-216-15</inkml:trace>
  <inkml:trace contextRef="#ctx0" brushRef="#br0" timeOffset="42004.61">15124 11560 777 0,'0'0'57'0,"0"0"59"15,0 0 107 1,0 0-64-16,0 0-76 0,0 0-13 15,-30-14-17-15,39 30-2 16,36 33 15-16,12 8 89 16,4 3-109-16,10-3-20 15,-5-7-2-15,0-5-18 16,-10-5-1-16,-11-6-5 16,-10-4-18-16,-4-3-52 15,-5-3-140-15,-17-4-70 16,-2-11-171-16</inkml:trace>
  <inkml:trace contextRef="#ctx0" brushRef="#br0" timeOffset="42224.52">15582 11474 493 0,'0'0'445'0,"0"0"-356"16,0 0 96-16,0 0 16 15,0 0-109-15,0 0 20 16,-175 122 56-16,156-53-95 16,-2 6-29-16,7-1-22 15,-7-2-20-15,-5-4-2 0,0-2 0 16,-5-4-55-16,3-7-113 16,7-9-138-16,4-18-164 15</inkml:trace>
  <inkml:trace contextRef="#ctx0" brushRef="#br0" timeOffset="42852.68">16001 11572 1045 0,'0'0'14'0,"0"0"-3"16,0 0 124-16,-28-164-14 15,33 119-94-15,35 13-12 16,0 8 7-16,-9 11-8 16,-1 10-5-16,1 3-6 15,-5 0-2-15,5 6 2 16,-8 36 24-16,8 15-7 16,-5 12 3-16,-10 2-10 15,-11 1 9-15,-5 3-17 16,0-6 15-16,-10-1-5 15,-37-8 15-15,3-13-14 0,-4-11 9 16,-1-9-8-16,13-6 9 16,11-9 35-16,8-6-47 15,12-3-9-15,5-3 8 16,0 0-2-16,0 3-11 16,0-3 3-16,0 0 21 15,0 0-18-15,0 0-1 16,0 0 6-16,26 0 5 15,14 0-12-15,17-9-2 16,9 0 0-16,0-3-1 16,5 6-1-16,-1-1 6 15,3 1-6-15,-2-2 13 16,-5 1-8-16,-4 2 0 0,-13 2 11 16,3 0 1-16,-12 1-11 15,-9 2-1-15,-17 0 1 16,-7-4-3-16,-7 4-2 15,0 0 3-15,0 0 1 16,0 0-5-16,0 0 0 16,0 0-1-16,0 0-6 15,0 0-7-15,0 0-28 16,0 0-53-16,0 0-68 16,0 0-120-16,0 0-94 0,0 0-529 15</inkml:trace>
  <inkml:trace contextRef="#ctx0" brushRef="#br0" timeOffset="43166.65">16937 11369 769 0,'0'0'279'16,"0"0"-249"-16,0 0 156 0,0 0 10 15,0 0-126-15,0 0-34 16,-26-30 24-16,69 60 19 16,6 21 22-16,13 8-61 15,-6 5-19-15,10 1-8 16,5-5 0-16,4 0-10 16,3-8-2-16,-12-9-1 15,-4-14-4-15,-22-10-26 16,-14-10-30-16,-17-1-88 15,-4-1-30-15,-5-7-68 16,0 0-101-16,0 0-206 16</inkml:trace>
  <inkml:trace contextRef="#ctx0" brushRef="#br0" timeOffset="43386.86">17430 11286 829 0,'0'0'114'16,"0"0"7"-16,0 0 102 15,0 0-81-15,0 0-71 16,0 0 20-16,-80 17-70 16,49 49 142-16,1 15-82 15,4-1-42-15,0 1-8 16,2-3-11-16,-2 1-12 0,0-4-5 16,0-4-3-1,0-5-9-15,3-9-41 0,2-8-92 16,7-9-142-16,-3-15-83 15,8-16-445-15</inkml:trace>
  <inkml:trace contextRef="#ctx0" brushRef="#br0" timeOffset="43685.55">18265 11119 710 0,'0'0'510'16,"0"0"-468"-16,0 0 77 15,0 0 19-15,0 0-91 16,0 0-13-16,-31 84 28 16,31 4 90-16,0 5-117 15,0-6 3-15,0 2-25 16,0-3-2-16,5-3-6 15,4-4-2-15,-4-11-6 16,2-5-4-16,-7-10-34 0,0-10-79 16,0-1-70-1,-17-7-43-15,-39-6-172 0</inkml:trace>
  <inkml:trace contextRef="#ctx0" brushRef="#br0" timeOffset="44312.92">15509 12769 630 0,'0'0'91'0,"0"0"34"0,0 0 93 16,0 0-110-16,0 0-27 16,0 0 21-16,35 0-42 15,73 6 1-15,39 0-27 16,37-6-14-16,44 0-5 15,27 0 0-15,23-29 13 16,7-2-5-16,5-6 64 0,-16 9-49 16,-15-4 12-16,-26 12 1 15,-35 6-20-15,-28 4-8 16,-28 2-3-16,-20 2-6 16,-25-1-9-16,-22 5 5 15,-23-2-8-15,-28 1 0 16,-12 3-2-16,-12 0-2 15,0 0-19 1,0 0-34-16,-52 0-106 0,-28 3-10 16,-24 10-116-16,-12-7-148 15</inkml:trace>
  <inkml:trace contextRef="#ctx0" brushRef="#br0" timeOffset="56102.99">16643 10824 852 0,'0'0'58'0,"0"0"40"0,0 0 77 16,0 0-27-16,0 0-85 15,0 0-11-15,0 0 12 16,-102-54-21-16,67 129-37 0,-17 31 132 16,-14 28-15-1,5 8-77-15,2-6-15 0,-2-8 5 16,9-5-15-16,2-8-10 15,3-9-2-15,12-16-5 16,4-14-3-16,5-16-1 16,7-9-2-16,7-12-17 15,-2-7-36-15,10-8-20 16,-1-8-67-16,5-7-62 16,0-9-38-16,0 0-73 15,0-15-63-15</inkml:trace>
  <inkml:trace contextRef="#ctx0" brushRef="#br0" timeOffset="58561.61">15047 13242 1147 0,'0'0'39'0,"0"0"32"16,-411 85 47-16,202 36 48 16,-30 38 22-16,-15 23-97 15,-15 6-31-15,10 0-12 16,21-7-25-16,40-15-5 16,35-24-9-16,45-33-2 15,43-28-2-15,27-24-2 0,34-17-3 16,14-15-11-16,0-7-25 15,0-8-19-15,40-10-7 16,0 0-90-16,8-10-54 16,-4-25 2-16,8-16-81 15,-12-9-156-15</inkml:trace>
  <inkml:trace contextRef="#ctx0" brushRef="#br0" timeOffset="60575.02">13599 15412 830 0,'0'0'40'0,"0"0"73"0,0 0 58 15,-259 17-32-15,228-17-77 16,15 0-6-16,6 0-10 16,1-17-9-16,4-8 7 15,5 2-19-15,0-8 34 16,0 5-51-16,5-1-2 15,25 0 0-15,15 7-4 16,7 2 0-16,9 5-1 16,-11 4 5-16,6 9-6 15,1 0 0-15,-3 0 0 16,3 13 9-16,-5 31 5 16,-22 11 15-16,-11 10-20 15,-14 0 32-15,-5-2-16 16,0 3 0-16,-31-4-10 0,-28 0 10 15,-18-5-22-15,-4-6 8 16,-1-9-8-16,11-10 0 16,10-8 3-1,11-5-4-15,8-10 4 0,18-4-4 16,3-1-2-16,16-4 1 16,1 0-1-16,4 0 1 15,0 0-1-15,0 0-1 16,0 0 1-16,0 0 5 15,14-4-3-15,38-10-1 0,18-1 0 16,22-4 0-16,14 8 2 16,10-1 1-16,-8 3 4 15,-11 6 7-15,-17 3-3 16,-9 0 0-16,-14 0-5 16,-17 0-1-16,-19 0 7 15,-7 0-5-15,-14 0-3 16,0 0-5-1,0 0 5-15,0 0 1 0,0 0-6 16,0 0-2-16,0 0-14 16,0 0-33-16,0 0-13 15,0 3-140-15,0-3-92 16,0 0-145-16</inkml:trace>
  <inkml:trace contextRef="#ctx0" brushRef="#br0" timeOffset="61329.17">15016 15176 376 0,'0'0'365'0,"0"0"-207"16,0 0 25-16,0 0-18 15,-24-155-41-15,-6 143-65 16,-13 6 4-1,-6 6-6-15,-17 0 18 0,-17 21-7 16,-2 25-5-16,-11 14-6 16,8 10-17-16,27 6-14 0,16 6-9 15,24 1-1-15,16-2-12 16,5-7 5-16,0-6-1 16,45-10-6-1,21-10 3-15,17-13-5 0,4-15-21 16,7-13 15-16,15-7-4 15,-8 0-5-15,1-27 8 16,-15-12-3-16,-21 1 7 16,-17-7-8-16,-18 3 10 15,-22 0-6-15,-9 1 6 16,0 5 1-16,0 6-2 16,-40 11 4-16,-21 17 16 15,-5 2-17-15,-14 7 15 0,-12 28 6 16,12 10-15-16,7 2 4 15,18 1-8-15,20 0-1 16,14-7-2-16,16-2-6 16,5-1-38-1,0-7-105-15,40-5-117 0,17-14-139 16</inkml:trace>
  <inkml:trace contextRef="#ctx0" brushRef="#br0" timeOffset="61878.36">19387 12816 912 0,'0'0'73'0,"0"0"-1"15,0 0 143-15,0 0-77 16,0 0-45-16,0 0-65 16,78-26 35-1,-3 7 21-15,1 0-51 0,-6 6 14 16,-4-2-38-16,-4 6-6 16,-1 0-3-16,-14 9-17 15,-12 0-96-15,-20 0-215 16,-15 27-238-16</inkml:trace>
  <inkml:trace contextRef="#ctx0" brushRef="#br0" timeOffset="62051.96">19290 13216 967 0,'0'0'64'0,"0"0"-6"16,0 0 135-1,0 0-90-15,0 0-88 0,0 0-15 16,373-54-33-16,-241 30-84 16,-5-10-121-16,-7-3-293 31</inkml:trace>
  <inkml:trace contextRef="#ctx0" brushRef="#br0" timeOffset="62681.44">21902 11778 986 0,'0'0'21'0,"0"0"45"15,0 0 42-15,0 0-16 0,0 0-48 16,0 0-13-16,-181-116-9 15,120 125-2-15,-10 26 25 16,-7 13 3-16,17 0-23 16,30-1 17-16,12 1-28 15,14-3-8-15,5 3 4 16,0-6-2-16,19 3-7 16,28-2 10-16,15 3-11 15,4-1 6-15,5-4 1 16,9 1-7-16,2-4 54 0,3-4-51 15,-7 0 1-15,-12-2-1 16,-10-3-1-16,-20-1-2 16,-22-8 4-16,-14-2-4 15,0-1-36-15,0 2 32 16,-50 4 4-16,-18-5-1 16,-7-4-14-16,4-8 11 15,5-6-3-15,5 0-2 16,16-1 9-16,9-27 4 15,20-10-4-15,16-7-9 16,0-9-1-16,61-6-29 0,31-8 34 16,10-7 5-16,8 1-2 15,-8-4 2-15,-20 7 1 16,-16 5 0-16,-26 12 3 16,-28 10 6-16,-12 7 18 15,-16 5-13-15,-46 5-15 16,-18 12-1-16,-12 10-5 15,0 5 4-15,12 0-20 16,7 26-32-16,14 16-40 16,17 9-72-16,23 5-121 15,19 3-100-15</inkml:trace>
  <inkml:trace contextRef="#ctx0" brushRef="#br0" timeOffset="63027.7">21058 13040 869 0,'0'0'11'0,"0"0"40"16,0 0 135-16,0 0-112 15,0 0-29-15,0 0 29 16,12 62 15-16,99-49-34 15,42-7-17-15,36-6-33 16,32 0 29-16,15 0-4 16,-2 0 43-16,-27 0-49 15,-14-6 28-15,-25-7 6 16,-20 2-18-16,-28 2 3 16,-28 0-3-16,-30 3-21 15,-32 3-13-15,-20 0-5 16,-10 0-1-16,0 3-16 15,-14 0-167-15,-57 0-20 16,-30 3-106-16,-22 9-290 0</inkml:trace>
  <inkml:trace contextRef="#ctx0" brushRef="#br0" timeOffset="84152.17">20780 11811 760 0,'0'0'18'0,"0"0"172"16,0 0-32-16,0 0-28 16,0 0-45-16,0 0-48 15,0 0-1-15,0 0-11 16,19 15 32-16,-19 39 11 15,7 8-28-15,-7-5 8 0,0-1 4 16,0-2 5-16,5-6-41 16,-5-4 30-16,0-7-36 15,5-11-3-15,-1-5 5 16,-4-8-10-16,0-7 6 16,5-4-7-16,-5-2 0 15,0 0 0-15,0 0 1 16,0 0-1-16,0-2 17 15,0-38-14-15,0-13-4 16,-9-17 0-16,-8-7 1 16,-2-1-1-16,3 4 2 15,1 8-6-15,11 19 7 0,-1 20-4 16,5 12 2-16,0 12-2 16,-7 3 1-16,7 0-1 15,0 0 2-15,0 0-1 16,0 3 0-16,0 35-7 15,0 19 7-15,0 16 4 16,0-6-4-16,0-1 3 16,0 0-3-16,7-9 4 15,2-4-1-15,1-8-3 16,2-14 4-16,-8-9-4 0,1-7 2 16,-5-9-3-1,5-2 2-15,-5-4-1 0,0 0 3 16,0 0 1-16,0 0-3 15,0-13 4-15,0-33 3 16,0-24-5-16,0-13-3 16,0-1 0-16,-5 3 0 15,-4 10 1-15,2 11 2 16,2 16-3-16,0 13-1 16,5 20 0-16,0 8 0 15,0 3 1-15,0 0 0 16,0 0-3-16,0 14-3 15,0 38 4-15,0 23 2 0,0 10 3 16,0 3-3 0,0-2 0-16,5-8-1 0,7-6 2 15,-3-10-1-15,-4-8 0 16,0-16 0-16,4-11 0 16,-2-12 1-16,-7-12-1 15,0-3 1-15,0 3 3 16,0-3-1-16,0 0 0 15,0-15 4-15,0-36 14 16,0-20-21-16,-7-13-1 16,-2-6 1-16,-6-5 3 15,4 3-3-15,1 9-1 0,1 17-3 16,9 24 3-16,0 24 1 16,0 8 7-16,0 10-7 15,0 0-6-15,0 0 4 16,0 13 2-16,0 38-1 15,0 21-2-15,0 8 6 16,9 7-3-16,12-8 0 16,-2-7 0-16,-2-9 1 15,-3-6-1-15,-2-9 0 16,-3-13 2-16,-4-4-2 16,0-14 0-16,6 1 0 15,-11-3-1-15,5 2 0 16,-5-1-7-16,0-2-10 0,0-4-160 15,0-10-56-15,0 0-190 16</inkml:trace>
  <inkml:trace contextRef="#ctx0" brushRef="#br0" timeOffset="85124.98">20724 12321 1001 0,'0'0'30'0,"0"0"-13"0,0 0 38 16,0 0 32-16,0 0-4 15,264 23-26-15,-71-29-40 16,5-34-11-16,0-11 0 16,-14-10 5-16,-21-5-2 15,-48 1 2-15,-42 2 21 16,-49 4-9-16,-24 2-2 16,-76 7-3-16,-65 4-11 15,-52 23-1-15,-22 23 22 16,-14 0 21-16,12 51 5 15,24 21-28-15,30 14 18 16,55 3 0-16,68 1-24 0,40-7-8 16,47-7-6-1,73-11 2-15,29-17-1 0,18-19-5 16,5-17 3-16,3-12-3 16,-20-6-1-16,-6-36 4 15,-17-11-1-15,-35-4-7 16,-22-5 3-16,-35-1 0 15,-40 3 0-15,0 12 0 16,-35 18-4-16,-67 19 1 16,-30 11 3-16,-19 11 0 15,-2 32 0-15,35-3-1 16,43 3 1 0,40-5 0-16,35-5 0 0,0-1-2 0,87-10 4 15,49-12-1-15,27-10 2 16,0 0-3-16,-17-21 0 15,-40-9 1-15,-38 9-1 16,-32 6 2-16,-36 8-2 16,0 7-4-16,-47 0 1 15,-29 0 0-15,-16 0 6 16,5 19-5-16,16 2 2 16,10 1-45-16,12 10-90 15,-3-9-172-15,-3 0-494 16</inkml:trace>
  <inkml:trace contextRef="#ctx0" brushRef="#br0" timeOffset="86214.86">12465 10842 993 0,'0'0'26'0,"0"0"130"0,0 0-29 15,0 0-63-15,0 0-29 16,-339 115 60-16,200 19-12 16,-8 25-3-16,11 5 19 15,13-6-15-15,26-11-49 16,27-20 19-16,13-15-27 15,17-15-21-15,14-13-4 16,7-12-2-16,7-11 1 16,8-10-1-16,-6-5-5 15,-2-8 2-15,-11-7-177 0,-20-19-76 16,-6-12-243-16</inkml:trace>
  <inkml:trace contextRef="#ctx0" brushRef="#br0" timeOffset="86702.86">10320 10815 980 0,'0'0'6'0,"0"0"16"0,0 0 146 15,0 0-67-15,0 0-58 16,0 0 7-16,-212-79-5 16,171 22-4-16,6-8-15 15,4-3-12-15,10 2-11 16,21-2 5-16,0 8-5 16,10 9 0-16,46 12-1 0,15 13-2 15,11 14 0-15,3 12 0 16,3 0 0-16,4 42 1 15,-12 13 0-15,-14 17 2 16,-24 9-3-16,-28 6 8 16,-14 8-4-16,0-8 7 15,-52-6 34-15,-14-9-22 16,-4-13-10-16,-6-6 3 16,6-8 22-16,8-13-3 15,15-4-33-15,19-13 47 16,16-10-41-16,12-5-4 15,0 0 3-15,0 0-3 16,52 0 5 0,54-26 2-16,42-13-8 0,34-8-3 0,33-7-3 15,23-6 0-15,26-11-14 16,0-9-174-16,-10-14-184 16</inkml:trace>
  <inkml:trace contextRef="#ctx0" brushRef="#br0" timeOffset="87520.17">15249 14773 860 0,'0'0'145'0,"0"0"58"31,0 0-58-31,0 0-85 0,0 0-23 0,-330 188 72 15,137-56-54-15,-19 19 5 16,-12 13 51-16,-10 3-77 16,-4-6 44-16,19-18-42 15,40-23-33-15,37-20 20 16,46-22-16 0,34-14-5-16,27-14-1 0,14-11-2 0,21-7-5 15,0-7-14 1,56-10-155-16,36-15-65 0,10 0-175 15</inkml:trace>
  <inkml:trace contextRef="#ctx0" brushRef="#br0" timeOffset="87881.52">15961 15808 1051 0,'0'0'29'16,"0"0"75"-16,0 0 34 15,0 0-47-15,0 0 12 16,0 0-73-16,0-44-23 15,0 110 22-15,0 17 58 16,0 12-26-16,0-6 22 0,0-4-19 16,0-11-33-1,5-19 18-15,7-12-43 0,-3-16 3 16,1-9-6-16,1-9-2 16,-1-3 0-16,-1-6-1 15,8 3-10-15,9-3-74 16,19 0-204-16,11-49-113 15</inkml:trace>
  <inkml:trace contextRef="#ctx0" brushRef="#br0" timeOffset="88478.47">16449 15922 952 0,'0'0'50'0,"0"0"29"15,0 0 128-15,0 0-92 16,0 0-50-16,0 0-26 16,-44-66-4-16,44 27-1 15,9-3 1-15,7-5-22 16,15-2-9-16,4-2 7 16,10 4-7-16,26 5-2 15,7 7 1-15,2 9-2 16,0 9-1-16,-7 12 0 15,-7 5 0-15,-4 9 0 16,-13 30 0-16,-9 18 0 0,-19 6 1 16,-16 5-1-16,-5-2 3 15,0-5-1-15,-26-6 2 16,-19-7-2-16,-11-7 9 16,1-7-6-16,4-12 1 15,6-1 0-15,7-11-2 16,10-1-4-16,7-6 5 15,4-3-4-15,12 0 0 16,5 0 5-16,0 0-1 16,0-9-5-16,17-22 3 15,37-4-6-15,24 5 2 16,2 12 0-16,7 12 0 0,1 6 1 16,-8 3 0-16,-5 31 0 15,-2 6 3-15,-14 3 0 16,-21-5 1-16,-19 2 32 15,-19-6 18-15,-5 3-9 16,-70-2-26-16,-34-1 2 16,-32-2-20-16,-13-5-2 15,-8-6-1-15,-10-10 1 16,4-11-108-16,-4 0-62 16,10-29-140-16,18-36-605 0</inkml:trace>
  <inkml:trace contextRef="#ctx0" brushRef="#br0" timeOffset="91391.1">22492 14478 930 0,'0'0'45'15,"0"0"162"-15,0 0-98 16,0 0-30-16,-116-155 2 16,45 155-45-16,-16 9-23 15,0 38 15 1,21 16-10-16,12 7 0 0,28 1 5 16,14-6-8-16,12-6-1 15,7-3-5-15,52-1-4 16,33 2 2-16,26-4-5 15,9-6 4-15,1 2 4 16,-8-7-8-16,-7-4 11 16,-28-8-10-16,-29-6-1 0,-25-10-2 15,-31 1 1-15,0 0-1 16,0-2 6-16,-50 1 3 16,-11-5-1-16,0-5 6 15,4-4-13-15,13 0 3 16,8-7-3-16,15-22 4 15,7-10-5 1,14-13 3-16,0-13-5 0,0-12 2 16,23-13-8-16,13-9 6 15,6-5 2-15,-11 0-2 0,-8 11 2 16,-11 22 3 0,-12 21-3-16,0 17 0 0,-26 18-3 15,-35 15-2 1,-26 0-12-16,-15 29-67 0,-13 25-108 15,-3-3-182-15</inkml:trace>
  <inkml:trace contextRef="#ctx0" brushRef="#br0" timeOffset="91800.78">21487 15779 670 0,'0'0'127'16,"0"0"-79"-16,0 0 164 15,0 0-80-15,0 0-56 16,0 0-34-16,-30 65-3 15,115-33 94-15,63 2-41 0,50-13-36 16,45-13 28 0,38-8-7-16,18 0-65 0,17-17 56 15,-3-20-47-15,-18-1-12 16,-40-1-3-16,-45 1 1 16,-55 4 2-16,-46 11-8 15,-43 2 4-15,-43 6-2 16,-16 8-3-16,-7 1 0 15,0 4 0 1,-21 2-33-16,-45 0-75 0,-26 0-73 16,-31 0-54-16,-13-11-400 15</inkml:trace>
  <inkml:trace contextRef="#ctx0" brushRef="#br0" timeOffset="95088.35">22442 16285 739 0,'0'0'87'0,"0"0"112"0,0 0-38 15,0 0-36-15,0 0-32 16,0 0-2-16,-179-51-62 15,118 96 7-15,-5 12-15 16,21 6-4-16,10 2-6 16,13 13 1-16,18 3 4 15,4 2-3-15,0 0-7 16,40-9-3-16,12-8 0 16,9-14-3-16,5-13 1 15,0-13 1-15,0-14-2 0,-5-4 0 16,-11-8 1-16,2 0 0 15,-12 0 1-15,-5-26 2 16,-9-7-3-16,-5-2 3 16,-21-2-1-16,0-1-2 15,0 4-2-15,-16 6 2 16,-24 3 0-16,0 10-1 16,-8 6 9-16,-1 6 5 15,6 3-12-15,-6 0 6 16,14 18-1-16,-1 7-5 15,10 3 4-15,5 4-6 16,7 2 0-16,9-4-5 16,0 3 0-16,5-9-20 0,0-5-46 15,5-5-77-15,40-11-43 16,21-3-74-16,16-6-33 16,8-42-414-16</inkml:trace>
  <inkml:trace contextRef="#ctx0" brushRef="#br0" timeOffset="95481.08">23213 16262 750 0,'0'0'93'0,"0"0"153"0,0 0-83 16,0 0-75-16,0 0-41 16,0 0 13-16,-257 38-39 15,219 24 31-15,20 8-14 16,13 7-28-16,5-6 8 15,0 4-4-15,0-16-11 16,23 2-1-16,20-10 1 16,11-10 5-16,3-5-8 15,-5-13 2-15,-3-8 0 16,-14-6-1-16,-4-5-1 16,-5-4 0-16,-12 0 0 0,7 0 1 15,-4-4 15 1,-3-17-8-16,-14 1 4 15,0 2 7-15,0-4-4 0,-9 5 34 16,-34 2-22-16,-11 4-27 16,-3 5-13-16,8 2-2 15,-3 4 5-15,7 0 4 16,15 0-85-16,4 0-28 16,9 0-192-16,17 0-277 15</inkml:trace>
  <inkml:trace contextRef="#ctx0" brushRef="#br0" timeOffset="96078.15">23402 16387 844 0,'0'0'56'0,"0"0"49"16,0 0 106-16,0 0-100 15,0 0-47-15,0 0-23 16,-45-144-31-16,80 118-1 16,1 2 12-16,4 2-17 15,7 8-2-15,2 5 4 16,3 4-3-16,2 5-2 0,-2 0 0 16,0 0-1-16,-12 28 0 15,-4 15-10-15,-15 5 10 16,-12 1 13-16,-9 8 2 15,0-2 12-15,0-8-12 16,-4-6 9-16,-32-1-16 16,1-11 2-16,-3-7 0 15,19-10-3-15,3-9-1 16,6-3-1-16,10 0-1 16,0 0-1-16,0 0 4 0,0 0 0 15,0-3 4 1,10-18-11-1,20-4-1-15,18-4 0 0,1 7 1 0,17 2-1 16,12 2 1-16,19 7 0 16,4 5 2-16,0 6 4 15,5 0-4-15,-23 0 14 16,-34 17 52-16,-23 13 0 16,-26 9-50-16,-4 8-1 15,-74 7 37-15,-24 0-40 16,-18 0-2-16,-7-10-8 15,9-4-2-15,7-7-2 16,3-10-3-16,-8-5-7 0,-11-13-116 16,-22-5-60-16,-6 0-82 15,2-34-369-15</inkml:trace>
  <inkml:trace contextRef="#ctx0" brushRef="#br0" timeOffset="97401.77">2839 7429 755 0,'0'0'114'0,"0"0"-1"0,0 0 103 16,0 0-94-16,0 0-46 16,0 0 11-16,0 0-47 15,0-105-10-15,0 105 5 16,0 0-8-16,-4 0-19 15,-18 6-1-15,-18 47-6 16,-21 32 6-16,-31 22 11 16,2 9 7-16,-2 9 51 15,1 3-18-15,3-8-38 16,8-12 44-16,9-13-59 16,5-9 10-16,15-8-14 15,6-1 2-15,9-12-3 0,6-7-3 16,9-13 0-1,16-10-57-15,0-13-93 0,5-2-3 16,0-14-119-16,0-6-153 16</inkml:trace>
  <inkml:trace contextRef="#ctx0" brushRef="#br0" timeOffset="97653.71">816 8971 994 0,'0'0'84'15,"0"0"-61"-15,0 0 85 16,0 0 3-16,0 0-51 16,616 29 8-16,-72-44-7 15,116-32-9-15,62-18 41 16,16-17 38 0,-7-13-76-16,-55-7 18 0,-86 1-36 15,-107 15-15-15,-148 12-14 16,-133 26-3-16,-110 12-5 15,-92 6-13-15,-70 4-28 0,-114-5-196 16,-54-22-184-16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8:59:28.4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8014 4891 385 0,'0'0'101'16,"-276"0"-13"-16,135-10 32 16,-8 1 24-16,3 4-22 15,5 1-30-15,2 4-7 16,18 0-13-16,13 0 0 15,28 0-28-15,33 4-8 0,32 1-2 16,15 4-12-16,10 5-3 16,86 9-1-16,58 0 12 15,53-6-5-15,53-4-15 16,46-13 0-16,38 0 7 16,38 0 25-16,28-13 27 15,29-16-5-15,-8-7-25 16,-4-8 19-16,-26-4-40 15,-59 2 6-15,-64 3-7 16,-85 3-4-16,-75 14 8 16,-57 5-18-16,-35 5-1 15,-26 7 2-15,0 3-4 16,0 4 0-16,0 2-23 16,-35 0 7-16,-17 0-53 15,0 0-140-15,3 14 1 0,-3-14-274 16</inkml:trace>
  <inkml:trace contextRef="#ctx0" brushRef="#br0" timeOffset="2299.64">7531 6510 959 0,'0'0'69'0,"0"0"64"15,0 0 36-15,0 0-72 16,0 0-40-16,0 0-28 16,-92-185-6-16,148 136-4 15,10 12-15-15,5 3 5 0,5 9-4 16,1 6-2-16,-15 13 17 16,-8 6 2-16,-7 0 10 15,-12 15-12-15,-4 20 12 16,-17 14-31-16,-9 7 3 15,-5-3-4-15,0 4 4 16,-24-6 0-16,-28-3-4 16,1-7 1-16,-4-7 7 15,4-11-5-15,10-1-3 16,15-14 4-16,12-2-4 0,10-3 3 16,4-3-3-1,0 0 2-15,0 0-2 0,0 0 0 16,0 0 0-16,0 0 0 15,0 0-17-15,23 0 17 16,24-5 6-16,3-5-6 16,2 3 0-16,-3 7 0 15,8 0 0-15,-5 0 18 16,2 26-18-16,-2 8 0 16,-7 6 1-16,-15 1 1 15,-4 1-4-15,-21 0 4 16,-5-1-1-16,0-1 2 15,-26-2 2-15,-19-4 5 0,-11-11 29 16,1-6-14 0,3-6-7-16,-4-9 3 0,2-2 13 15,-3 0-18-15,1 0-10 16,-1-9 6-16,12-16 0 16,-7 2-8-16,17-5 0 15,0 5-7-15,11 3 3 16,12 2-2-16,7 2-22 15,5 2-30-15,0-1-70 16,41 0-105-16,20 1-209 16,-5 7-261-16</inkml:trace>
  <inkml:trace contextRef="#ctx0" brushRef="#br0" timeOffset="2519.75">8842 7309 1261 0,'0'0'72'0,"0"0"-45"16,0 0 83-16,0 0-43 0,0 0-50 15,-36 186-10-15,10-115-7 16,-9 7-51-16,-10 5-122 15,-26-15-302-15</inkml:trace>
  <inkml:trace contextRef="#ctx0" brushRef="#br0" timeOffset="7384.77">9695 6282 757 0,'0'0'29'16,"0"0"54"-16,0 0 57 15,0 0-61-15,0 0-11 16,0 0-28-16,0 0-1 16,-14-106 9-16,14 106 13 15,0 0-30-15,-5 0-11 16,5 0 2-16,0 0-12 0,0 0-1 16,0 0 1-1,0 0-5-15,-7 0-1 0,7 0-3 16,0 0 2-16,0 0 0 15,0 0-3-15,0 0 0 16,0 0 2 0,0 0-2-16,0 0 0 0,0 0 2 15,0 0-2-15,0 0-6 16,0 0-17-16,0 0-15 16,0 0-43-16,0 0 2 15,0 0-47-15,0 0-74 16,0 17-13-16,7-5-143 0</inkml:trace>
  <inkml:trace contextRef="#ctx0" brushRef="#br0" timeOffset="7494.16">9695 6282 436 0</inkml:trace>
  <inkml:trace contextRef="#ctx0" brushRef="#br0" timeOffset="7916.5">9695 6282 436 0,'31'-94'124'0,"-41"82"-60"0,-16 3 68 0,12-1-19 0,-7 8-31 0,7-5-13 15,-3 6-11-15,3 1-10 16,-12 0-1-16,0 0 9 16,-4 0-13-16,-1 1-20 15,-4 18 3-15,4 2-4 16,12-1-10-16,-2 2 7 16,0 5-3-16,6 3-11 0,-6 8 2 15,2 13 6-15,-7 9 4 16,5 3-1-16,7 7-2 15,9 0 30-15,5-5-34 16,0-1-5-16,0 0 4 16,15-5-5-16,36-4 2 15,4-8-6-15,22-9-25 16,4-6 25-16,15-15 1 16,1-11 0-16,-10-6-1 15,-11 0 1-15,-10 0-1 16,-15-12 3-16,-20-10 2 15,-12-4-3-15,-10-3 2 0,-9-8-2 16,0-2 2 0,0 4 20-16,-14 6-6 0,-26 4-17 15,-16 10-1-15,-15 10 5 16,-12 5-5-16,-2 0 1 16,3 17-1-16,7 7 0 15,18 3 0-15,17 5-3 16,14 10-46-16,16 9-81 15,10 7-40-15,0-6-205 16,45-4-386-16</inkml:trace>
  <inkml:trace contextRef="#ctx0" brushRef="#br0" timeOffset="8152.07">10921 7131 1221 0,'0'0'25'15,"0"0"19"-15,0 0 97 0,0 0-47 16,0 0-72 0,0 0-17-16,0 32 2 0,0 19-3 15,0 6-4-15,0 4-15 16,-26 11-95-16,-35 1-123 15,-15-12-199-15</inkml:trace>
  <inkml:trace contextRef="#ctx0" brushRef="#br0" timeOffset="9772.71">8929 1554 919 0,'0'0'29'0,"0"0"67"15,0 0 75-15,0 0-98 0,-71-152-29 16,90 126-22-16,42-3-16 15,10 4 9-15,0 13 2 16,2 10-6-16,-7 2 2 16,-7 8 2-16,-17 29-5 15,-2 12 5-15,-26 14-8 16,-14 3 1-16,0 2 3 16,-54-5-7-16,-12-6-4 15,-12-16 23-15,12-10-14 16,12-7-4-16,12-13-1 15,23-1 3-15,7-7-3 16,12-3-3-16,0 0 2 16,0 0 1-16,0 0-4 0,0 0-17 15,0 0 17 1,0 0 40-16,16 0-17 0,29 0-13 16,21 0 1-16,7 0 6 15,8 6-8-15,6 26 15 16,-7 4-4-16,-14 2-5 15,-14 2 33-15,-26-5-41 16,-22-2 20-16,-4-1-13 16,-25 8 15-16,-58-5-8 15,-18-4-12-15,-1-8-3 16,17-8 1-16,8-9-5 0,20-6-1 16,12 0-2-16,19 0 0 15,12 0-30-15,14-23-120 16,0-17-71-16,10-9-222 15,37-17-346-15</inkml:trace>
  <inkml:trace contextRef="#ctx0" brushRef="#br0" timeOffset="10023.87">9711 1552 1018 0,'0'0'37'0,"0"0"135"31,0 0-39-31,0 0-52 0,0 0-32 0,0 0 23 16,295 72 18-16,-175-36-63 15,-6-2-16-15,-13 4-6 16,-14-6-3-16,-7 1-4 16,-14-7-32-16,-19 5-130 15,-11-2-20-15,-31-1-84 16,-5-14-73-16</inkml:trace>
  <inkml:trace contextRef="#ctx0" brushRef="#br0" timeOffset="10259.25">10332 1371 784 0,'0'0'67'15,"0"0"76"-15,0 0 34 16,0 0-63-16,0 0-80 15,0 0-21-15,-83 77 48 16,69-5 13-16,-7-1-37 16,2-2 13-16,-7-3-38 15,-10-1-9 1,1-2 4-16,4-4-7 0,6-2 0 0,3-7-23 16,18-1-126-1,4-8-77-15,0-11-210 0</inkml:trace>
  <inkml:trace contextRef="#ctx0" brushRef="#br0" timeOffset="10809.09">11744 1274 939 0,'0'0'12'15,"0"0"50"-15,0 0 64 16,-177-157-14-16,125 139-45 16,7 9-31-16,-11 9-23 15,-6 0-6-15,-4 12-2 16,-4 20-1-16,8 13 5 15,17 9-8-15,8 3-1 16,23 0 0-16,14-2-1 0,0-9-1 16,14-8 1-1,33-7-6-15,10-14-17 0,-3-14 24 16,2-3-20-16,1 0-15 16,-3-15 35-16,-2-18 3 15,-7-11 4-15,-3-4-6 16,-11-2 5-16,-8 2-3 15,-6 11 12-15,-12 14 16 16,-1 9 3-16,-4 8 18 16,0 6 2-16,0 0-19 15,0 11-21 1,0 37 10-16,0 21 61 0,0 11 1 0,0-5-42 16,5-6-22-1,12-14-12-15,9-1-8 0,2-2 0 16,14-5-2-16,8 0-6 15,6-1-126-15,15-7-87 16,-5-13-153-16,0-17-300 16</inkml:trace>
  <inkml:trace contextRef="#ctx0" brushRef="#br0" timeOffset="11060.57">12354 1543 1087 0,'0'0'47'16,"0"0"50"-16,0 0 90 15,0 0-102-15,0 0-42 16,0 0-42-16,224-163 16 16,-139 138-17-16,-2 1 0 15,-13 7-2 1,-13 8-7-16,-17 3-8 0,-14 3-52 0,-17 3-32 15,-9 0-91 1,0 26-147-16,-40 23-21 0</inkml:trace>
  <inkml:trace contextRef="#ctx0" brushRef="#br0" timeOffset="11202.24">12557 1823 646 0,'0'0'112'15,"0"0"-66"-15,0 0 152 16,0 0 2-16,0 0-129 16,0 0 0-16,163-38-36 15,-36-2-25-15,5 6-10 16,-5-9-127-16,-16-1-334 0</inkml:trace>
  <inkml:trace contextRef="#ctx0" brushRef="#br0" timeOffset="11692.48">13847 1134 951 0,'0'0'11'0,"0"0"72"0,0 0 93 15,0 0-106-15,-111-155-27 16,137 126-29-16,35 1-11 16,10 7 3-16,-5 10-4 15,0 5-2-15,0 6 4 16,0 0-3-16,-5 0 0 16,-11 29 3-16,1 14 1 15,-20 14 11-15,-17 5 8 16,-14 4-14-16,0 0 2 15,0 1-6-15,-45-4 1 16,1-3 5-16,-13-9 13 0,10-10 32 16,7-10-33-1,9-14-7-15,12-6-2 0,8-5-8 16,6-1 2-16,5-4-9 16,0-1 0-16,0 0 0 15,0 0-2-15,26 5-25 16,23-5 27-16,20 0 14 15,16 0-10-15,16-19-1 16,22-16-3-16,9-8-60 16,0-4-75-16,0-3-117 15,-10-5-190-15</inkml:trace>
  <inkml:trace contextRef="#ctx0" brushRef="#br0" timeOffset="12066.62">15129 854 767 0,'0'0'41'15,"0"0"62"-15,0 0 100 16,0 0-54-16,0 0-75 16,0 0-33-16,-78-125-18 15,161 104-11-15,13 3-2 0,1 6-1 16,-12 6-2-1,2 4 11-15,-16 2 1 0,0 0 6 16,-5 23 1-16,-10 19 3 16,1 14 10-16,-17 3-13 15,-9 7 3-15,-10-3 43 16,-7 0-57-16,-5 0 48 16,3-9-49-16,-2-5-5 15,6-6-8-15,-6-11 2 16,-1-5 3-16,7-6-6 15,-6-5 0-15,4-4-1 16,3-4-7-16,-3 1-87 0,2-5 26 16,-11-2-114-16,-5-2-80 15,0 0-151-15</inkml:trace>
  <inkml:trace contextRef="#ctx0" brushRef="#br0" timeOffset="12333.68">15337 1257 817 0,'0'0'17'16,"0"0"15"-16,0 0 159 15,0 0-71-15,0 0-35 0,0 0-50 16,153-50-10-16,40 22 8 16,19-1-19-16,12-8 0 15,-4-3 5-15,-18-5 15 16,-25-1 20-16,-38 11-26 15,-33 4 20-15,-40 11-31 16,-30 5-8-16,-27 9-9 16,-9 6-11-16,0 0-104 15,-35 24-125-15,-41 12-140 16</inkml:trace>
  <inkml:trace contextRef="#ctx0" brushRef="#br0" timeOffset="13825.41">11536 702 721 0,'0'0'33'0,"0"0"19"0,0 0 89 15,-302-98-29-15,182 98-21 16,-7 0-1-16,-10 12-29 15,-2 35-10 1,12 19 27-16,7 15-12 0,23 10-12 16,31 15 15-16,14 12 1 15,38 16-33-15,14 13-30 16,5-1 45-16,70-8-26 16,38-11-18-16,33-10 2 15,17-16-3-15,16-17 2 16,-7-19-9-16,-9-20 1 15,-10-22 1-15,-7-18-2 0,-9-5 1 16,0-28-3-16,-15-26 4 16,-8-18 4-16,-18-11-3 15,-20-12-3-15,-24-21 0 16,-34-16 2-16,-18-23-1 16,-9-19-1-1,-78 2-5-15,-29 9 1 0,-23 25-10 16,-28 28-1-16,-10 29 14 15,-16 27 2-15,-5 28 20 16,14 17-16-16,12 9-1 16,30 0-1-16,29 32 6 15,21 23-7-15,26 16 5 16,21 12-7-16,10 19 1 0,14 14 6 16,7 18-6-16,14 15 5 15,0 13-4-15,0-4-1 16,0-13 5-16,23-4-5 15,29-15-1-15,14-13 2 16,16-14 0-16,20-22-3 16,13-20 2-1,17-23 1-15,17-19 1 0,2-15-2 16,11 0 1-16,8-47-1 16,-7-18 3-16,-8-16-1 15,-15-12 1-15,-25-7-4 16,-23-12 0-16,-31-9-1 0,-25-13 1 15,-27-17-2 1,-9-12-1-16,-9-4 0 0,-53 10 3 16,-25 19 0-16,-14 21 0 15,-15 24 0-15,-11 23 1 16,-14 22 0-16,-3 20-1 16,7 19-2-16,5 9 2 15,5 0 1-15,9 31-1 16,2 17 0-16,10 13-2 15,2 11 2-15,24 7 2 16,19 7-2-16,11 6-1 0,20 16 1 16,4 10 1-16,21 10 1 15,5 1-2-15,5 0 0 16,56-7 2-16,15-9 0 16,25-8 7-1,22-13-6-15,13-14-2 0,6-19 3 16,11-16 6-16,0-23-4 15,5-20-2-15,14 0 4 16,-4-33 3-16,-10-24-7 16,-26-11 8-16,-22-11-6 15,-32-12-5-15,-23-19 6 16,-34-22-5-16,-21-27-2 0,-26-13-3 16,-76-3 1-16,-39 15 1 15,-33 35-27-15,-17 39 18 16,-19 35-14-16,7 31 11 15,10 20-8-15,16 2-54 16,28 44-34-16,22 10-34 31,16 6-177-31,15 8-289 0</inkml:trace>
  <inkml:trace contextRef="#ctx0" brushRef="#br0" timeOffset="14942.42">14981 7332 587 0,'0'0'485'0,"0"0"-469"16,-158-169 88-16,73 126-4 15,-7 15-22-15,-10 16 0 16,-11 12-46-16,-2 3-16 16,-3 41 0-16,12 9 0 15,19 13-16-15,32-3 10 16,29-6-10-16,26 0 0 15,0-12-2-15,62-7-4 16,23-14 1-16,16-11-11 16,7-13-2-16,-2 0 1 0,1-16 7 15,1-26 10-15,-7-5 3 16,-11-10 0-16,-12 2-1 16,-24 6-1-16,-12 4 8 15,-16 11 9-15,-11 11 8 16,-11 8 10-16,-4 7 61 15,0 8-39-15,0 0-38 16,0 11 1-16,0 49-19 16,0 21 80-16,0 11-40 15,0 4-10-15,0-10-14 0,5-9 0 16,16-3-6-16,5-11-10 16,5-8-4-16,-1-6 3 15,6-10-4-15,-6-8-15 16,-11-1-36-16,-2-7-69 15,-17 1-46-15,0-3-56 16,-26-9-67-16,-45-3-55 16,-21-7-289-16</inkml:trace>
  <inkml:trace contextRef="#ctx0" brushRef="#br0" timeOffset="15256.09">13512 8382 358 0,'0'0'410'0,"0"0"-377"16,0 0 126-16,0 0 2 16,0 0-38-16,0 0-80 15,47 40 31-15,146-40 1 16,29 0-27-16,18 0 78 16,3-11-78-16,12-13-8 15,-1-4 3-15,1-1-1 16,-17-2-7-16,-14 5-2 15,-31 0-10-15,-37 0-2 16,-33 9-3-16,-53 6 3 16,-34 7-2-16,-24 2-13 15,-12 2-6-15,0 0 0 0,0 0-3 16,0 0-34-16,0 0-13 16,0 0-66-16,-17 0-42 15,-18-4-119-15,-10-7-221 16</inkml:trace>
  <inkml:trace contextRef="#ctx0" brushRef="#br0" timeOffset="17257">14585 9343 667 0,'0'0'265'0,"0"0"-229"16,0 0 174-16,0 0-65 15,-281-44-67-15,262 22-30 0,3 3 20 16,16-6-29-16,0-2-22 15,0 4-12-15,26-4-4 16,25 8-2-16,-1 5 2 16,2 11 2-16,-3 3-2 15,-2 0 0-15,-2 42 2 16,-5 18-1-16,-2 14 8 16,-19 7 42-16,-14-1-41 15,-5 1 8-15,0-7-3 16,-62-3-3-16,-4-5 12 15,-4-18-16-15,-1-12 10 16,10-12 6-16,11-9-18 16,19-9 1-16,5-6-2 0,10 0 4 15,2-6-3-15,0-31-6 16,7-3 0-16,7-3 4 16,0 8-5-16,0 5-1 15,30 4 1-15,6 7-2 16,11 11 4-16,2 3-4 15,13 5 4-15,15 0 13 16,13 0-2-16,2 16 3 16,5-4-4-16,-15 0 1 15,-11-7-5-15,-15 1-6 16,-20 1-2-16,-6 1-20 16,-1 1-50-16,-8 4-56 0,5 2-140 15,-7-6-5-15,2-9-143 16</inkml:trace>
  <inkml:trace contextRef="#ctx0" brushRef="#br0" timeOffset="18120.66">15652 9099 812 0,'0'0'32'15,"0"0"69"-15,0 0 73 16,-70-167-74-16,27 141-46 0,-1 11 9 15,-8 15-32-15,-10 0-20 16,-8 0-5-16,-1 26 6 16,14 10 4-16,17 0 5 15,21 6-5-15,19-1-5 16,0 4-6-16,45-3 4 16,42-1-9-16,15 4 3 15,-1 2 4-15,1 4-6 16,-11 4 1-1,-10-2 0-15,-20 1-1 0,-9 3 9 16,-22-10 24-16,-20 5 0 16,-10-12-15-16,0-6-9 0,-26-8-2 15,-24-7 17-15,3-10-22 16,2-9 4-16,5 0-1 16,-2-9 4-16,11-36-6 15,17-12-4-15,14-21 0 16,0-11-18-16,36-13 6 15,39-2-7-15,17 2 7 16,5-2-6-16,4 0-18 16,0-18 5-16,13-12 18 15,1-17 12-15,-2-6 1 0,-2-9 3 32,-14-9-3-32,-15-6 0 0,-16-7 1 15,-21-1 0-15,-24 6 2 0,-21 0 2 16,0 8 2-16,-78 4-2 15,-32 4-3-15,-44 6 5 16,-22 6 14-16,-34 9-20 16,-33 26 10-1,-26 28-3-15,-42 37 6 0,-14 44-7 16,-20 14-1-16,-15 88 20 16,-18 55 1-16,8 53-3 15,14 60 39-15,36 36-19 16,46 48 14-16,34 37-25 0,51 40-12 15,69 13 2-15,89 4 10 16,45-13-17-16,149-44-4 16,78-43-4-16,67-57-6 15,63-44-1-15,41-36 1 16,36-48 3-16,35-42-5 16,15-51 0-16,20-59-3 15,29-67 6-15,3-80-2 16,-1-57 3-1,-26-48 3-15,-56-49-5 0,-54-58-2 16,-97-60-3-16,-104-53 0 16,-116-39-2-16,-96-17-17 15,-110 9-6-15,-140 47-13 0,-151 91-21 16,-158 109-15-16,-157 132 29 16,-138 111-209-1,-56 50-77-15,-9 82-514 0</inkml:trace>
  <inkml:trace contextRef="#ctx0" brushRef="#br0" timeOffset="19536.95">3495 5048 788 0,'0'0'95'0,"0"0"67"16,0 0 23-16,0 0-61 16,0 0-27-16,0 0-62 15,-10-24-12-15,-42 96-6 16,-18 36 97-16,-15 23-44 15,-12 12-31-15,0-3 23 16,-11-2-34 0,2-4 12-16,-5-3-19 0,10-5-13 15,4-10-5-15,10-12 2 16,16-17-2-16,15-13-3 16,15-11-1-16,11-7-37 0,4-5-44 15,5-9-57 1,2-1-113-16,-7-8 59 15,-5-9-115-15,-4-5 2 0,-17-14-265 16</inkml:trace>
  <inkml:trace contextRef="#ctx0" brushRef="#br0" timeOffset="19772.25">1437 6963 231 0,'0'0'447'0,"0"0"-381"15,0 0 27-15,0 0 102 16,0 0-74-16,0 0-85 15,299-9 52-15,-14-26-31 16,76-7 5-16,51-6 21 0,46 0 31 16,9 4-38-16,-24-5 34 15,-28 2-51-15,-38 0-11 16,-30-8-18 0,-48 2 3-16,-56 3-20 0,-50-4-13 15,-61 5-1-15,-45 3-36 16,-37-8-24-16,-43-6-130 15,-7-17-306-15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00:52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8533 5186 274 0,'0'0'639'0,"0"0"-532"0,0 0 118 16,0 0-74 0,0 0-80-16,0 0-36 0,0 0 1 15,-78-60-22-15,78 111 17 16,0 11 38-16,12 3-54 16,-8-5 1-16,-4-6-11 15,0-6-1-15,0-7-2 16,0-8 1-16,0-8-3 15,0-12-3 1,0-6 3-16,0-7 0 0,0 0 2 16,0 0-2-16,0 0 0 0,0 0-1 15,19-18-1-15,24-9 0 16,11-3 2-16,3 4-1 16,-1 5-1-16,5 2 2 15,-2 13-1 1,14 6 2-16,3 0-1 0,4 11 0 15,3 21 13-15,-17 10-4 16,-10 5 6-16,-21 7-5 16,-25-6 57-16,-10-1-54 15,0-4 8-15,-40-4-8 16,-31-4 1-16,-16-6-8 16,-10-4-6-16,5-10-2 0,17-7-11 15,4-8-67-15,10 0-72 16,9-5 12-16,7-32-53 15,10-16-148-15,-5-15-98 16</inkml:trace>
  <inkml:trace contextRef="#ctx0" brushRef="#br0" timeOffset="142.04">8507 5188 777 0,'0'0'33'0,"0"0"60"0,0 0 57 15,0 0-69-15,0 0-67 16,0 0 6 0,273-18-20-1,-145 18-108-15,-11 18-328 16</inkml:trace>
  <inkml:trace contextRef="#ctx0" brushRef="#br0" timeOffset="345.92">9893 6036 1015 0,'0'0'65'0,"0"0"6"0,0 0 118 16,0 0-84-16,-14 172-64 16,9-123-21-16,-16 2-18 15,-19 11-2-15,-26 1-108 16,-17-8-177-16,-6-11-553 15</inkml:trace>
  <inkml:trace contextRef="#ctx0" brushRef="#br0" timeOffset="612.65">10407 5469 1222 0,'0'0'36'16,"0"0"28"-16,0 0 92 15,0 0-72-15,0 0-18 16,0 0 45-16,87 120-47 16,-63-70-52-16,-3 4-8 15,-5-1 2-15,-6 2-6 16,-5-6-41-16,-5 3-22 15,4-11-118-15,1-5-48 0,0-13-110 16,-5-18-261-16</inkml:trace>
  <inkml:trace contextRef="#ctx0" brushRef="#br0" timeOffset="927.08">10742 5504 788 0,'0'0'71'15,"0"0"59"-15,0 0 39 16,0 0-95-16,0 0-35 16,0 0 1-16,-97 140-17 0,97-85-10 15,17-4-6-15,27-5-1 16,8-6-3-16,2-11-3 16,8-4-1-16,4-10 1 15,0-12 2-15,0-3 4 16,-10 0 32-16,-4-18-13 15,-12-16 20-15,-18-1-22 16,-22-7 16-16,0-8-3 16,-22-4-31-16,-44 3 0 15,-16 9-5-15,2 13-13 16,-8 14-31-16,8 12-80 16,2 3-54-16,8 3-246 0</inkml:trace>
  <inkml:trace contextRef="#ctx0" brushRef="#br0" timeOffset="1115.15">11494 6155 552 0,'0'0'748'16,"0"0"-723"-16,0 0 47 0,0 0 76 15,0 0-136 1,-80 199-5-16,49-145-7 0,5 0-112 15,7-6-160-15,3-21-600 16</inkml:trace>
  <inkml:trace contextRef="#ctx0" brushRef="#br0" timeOffset="1367">11977 5561 818 0,'0'0'511'0,"0"0"-490"16,0 0 65-16,0 0 54 15,0 0 0-15,0 0-50 16,132 120-68-16,-101-60-11 16,-15 2-5-16,-2 3-6 15,-14-5-19-15,0 0-88 16,0 0-99-16,0-12-37 15,-14-14-164-15,-12-17-303 16</inkml:trace>
  <inkml:trace contextRef="#ctx0" brushRef="#br0" timeOffset="1744.78">12475 5624 371 0,'0'0'686'0,"0"0"-595"16,0 0 49-16,0 0-7 15,0 0-86-15,0 0-29 16,0 35 10-16,0 2-4 16,0 2-16-16,-5-4-7 15,0 0-1-15,-4-4 0 16,4-8-12-16,-2-4-14 16,2-10-13-16,5-6 8 0,0-3 11 15,0 0 12-15,0 0 2 16,0-3 6-16,47-22 0 15,19-4 3-15,5 5-1 16,4 5 2-16,-9 11 13 16,1 8 11-16,-1 0 3 15,0 14 5-15,0 14 6 16,-15 1 3-16,-15 2 17 16,-10-2-26-16,-17-1 10 15,-9-1-46-15,0 1-2 16,-5 6-10-16,-39-8-105 15,-8-5-48-15,-14-8-64 16,-5-13-199-16,-11 0-192 0</inkml:trace>
  <inkml:trace contextRef="#ctx0" brushRef="#br0" timeOffset="1885.9">12451 5642 907 0,'0'0'38'0,"0"0"33"15,0 0 8-15,339-123-79 16,-176 108-65-16,-5 6-469 16</inkml:trace>
  <inkml:trace contextRef="#ctx0" brushRef="#br0" timeOffset="2074.64">14056 6093 1292 0,'0'0'58'0,"0"0"-39"16,0 0 133-16,0 0 58 15,-75 178-161-15,68-118-29 16,2 0-20-16,-4-6-17 16,-12 2-13-16,-5-3-141 15,-10-5-63-15,-4-16-190 0</inkml:trace>
  <inkml:trace contextRef="#ctx0" brushRef="#br0" timeOffset="2734.07">14443 5681 110 0,'0'0'959'0,"0"0"-955"0,0 0 36 15,0 0 39 1,0 0-57-16,0 0 2 0,158-84 9 16,-113 123 43-16,-10 15-42 15,-9 2-16-15,-21 1-2 16,-5-1-11-16,0-4 6 16,-36-7 4-16,-15-5 4 15,6-9 4-15,-7-7 5 16,17-7 2-16,4-4-2 15,21-11-22-15,10-2-2 16,0 0-1-16,0 0-3 16,5 0-10-16,57 0 6 15,25-9-1-15,19-17-62 0,16-7-19 16,-1-8 8-16,1-9-77 31,1-3-40-31,-17-3 3 0,-19-1 25 0,-21 6 101 16,-30 7 66-16,-15 11 13 15,-21 9 106-15,0 9 31 16,0 9 1-16,-12 6-18 16,-23 0-56-16,-5 6-37 15,-8 33 10-15,4 9-15 16,13 9 10-16,12-2-18 16,7 5-11-16,12-5-11 15,0-2 1-15,26-9-3 0,40-4-3 16,5-14-3-16,16-11 3 15,-7-15 12-15,-2 0-5 16,-12-9 0-16,-16-23 22 16,-15-8 25-16,-18-6-4 15,-17-14-10-15,0-3 10 16,-52-3-7-16,-24 6 2 16,-16 8-45-16,0 13-6 15,7 12-17-15,-2 11 7 16,16 16-102-16,1 0-58 15,8 0-229 1</inkml:trace>
  <inkml:trace contextRef="#ctx0" brushRef="#br0" timeOffset="2925.9">16115 6299 1311 0,'0'0'30'0,"0"0"45"16,0 0 90-16,0 0-7 0,-45 157-113 16,19-108-38-16,-5-6-7 15,1-3-40-15,-6-2-131 16,6-11-112 0,-1-14-365-1</inkml:trace>
  <inkml:trace contextRef="#ctx0" brushRef="#br0" timeOffset="3708.24">16765 5770 916 0,'0'0'29'0,"0"0"57"15,0 0 90-15,132-179-91 16,-82 153-65-16,-8 11-10 16,-2 11-4-16,-9 4 2 15,-10 0-1-15,-7 32 3 16,-14 20 24-16,0 5-19 16,0 6-6-16,0-1 0 15,-40-6 5-15,-12-5 7 16,3-2-9-16,-3-10 6 15,0-10 13-15,17-6-3 16,4-5-14-16,17-8 18 0,9-4-20 16,5-3 2-16,0-3-14 15,5 2-4-15,52 2 4 16,18-4 4-16,22 0-4 16,9-12-17-16,7-25-41 15,-12-1-35-15,1-13-9 16,-10 0-49-16,-17-6-17 15,-14 4 11-15,-16 6 99 16,-19 7 58-16,-17 14 8 16,-9 11 40-16,0 9 79 15,0 6 5-15,0 0-35 16,-4 0-50-16,-20 15-16 16,-14 23 41-16,-2 4-10 0,10-3-26 15,4-3-12-15,12-7-9 16,4 1 1-16,6-6-9 15,-4-5-7-15,8-8 5 16,0-5-5-16,0-2 0 16,0-4-2-16,0 0-4 15,0 0 3-15,0 0-1 16,0 0-3-16,8-19 7 16,32-5 0-16,9 1 0 15,12 5 0-15,1 8 0 0,-6 10 1 16,10 0 2-16,-9 3 3 15,-3 31 7-15,-2 4 17 16,-12 4 2-16,-14-3-1 16,-12-7 17-16,-2-5 19 15,-12-2-39-15,0 1-18 16,-26 1-10-16,-40 3-8 16,-26 0-65-16,-5-9-90 15,-13-9-29-15,1-12-227 16,8-4-138-16</inkml:trace>
  <inkml:trace contextRef="#ctx0" brushRef="#br0" timeOffset="3849.79">17451 5764 880 0,'0'0'110'0,"0"0"-86"16,0 0 125-16,0 0-62 15,361-80-80-15,-215 77-7 16,-7 3-5-16,-33 0-216 15,-35 3-810-15</inkml:trace>
  <inkml:trace contextRef="#ctx0" brushRef="#br0" timeOffset="4053.28">18621 6295 945 0,'0'0'326'0,"0"0"-286"15,0 0 149-15,0 0 32 16,-48 185-155-16,48-131-20 16,0 0-39-16,-4-3 15 15,-27-2-22-15,-9 6-38 16,-12-7-136-16,-2-10-187 16,7-21-514-16</inkml:trace>
  <inkml:trace contextRef="#ctx0" brushRef="#br0" timeOffset="4510.42">19052 5905 1050 0,'0'0'182'0,"0"0"-154"15,0 0 99-15,0 0-13 0,35-176-79 16,36 137-28-16,7 5 1 16,2 11-8-16,-14 8 3 15,-9 9-3-15,-17 6 1 16,-14 0-1-16,-12 4-2 16,-9 28-8-16,-5 13-8 15,0 6 18-15,-5-1 3 16,-31-3-2-16,1-1 4 15,4-9-2-15,13-3-2 16,18-2-1-16,0 2 0 16,0-2 0-16,18 5 0 0,23-5 11 15,-6-2-11-15,-9-3-8 16,-5-10 8-16,-21-8 11 16,0-3 5-1,0-3 19-15,0-3 80 0,-47 0-80 16,-29 0-17-16,-15 0-18 15,10 0-9-15,11 0-68 16,18-9-48-16,16-14-1 16,10-5-72-16,22-10-204 15</inkml:trace>
  <inkml:trace contextRef="#ctx0" brushRef="#br0" timeOffset="4840.6">19891 5612 70 0,'0'0'811'0,"0"0"-735"16,0 0 78-16,0 0-3 16,0 0-109-1,0 0 28-15,-11 178-24 0,6-112-20 16,5 0 1-16,0 0-12 16,5-6-12-16,37-12 4 0,12-4-1 15,8-14-3 1,8-9 4-16,1-15-1 0,2-6 13 15,-2 0 30-15,-10-21-19 16,-11-15 23-16,-15-11 33 16,-28-7-45-16,-7-11 18 15,-12-4-33-15,-54 3-21 16,-14 9-1-16,-7 13-2 16,0 13-2-16,-3 11-55 15,-2 14-3-15,-9 6-134 16,4 0-142-16,19 20-625 15</inkml:trace>
  <inkml:trace contextRef="#ctx0" brushRef="#br0" timeOffset="5060.63">20728 6417 41 0,'0'0'1392'15,"0"0"-1374"-15,0 0 49 16,0 0 127-16,0 0-159 16,0 0-14-16,-35 143-15 0,16-103-6 15,-2 1-32 1,-10 1-163-16,-4-12-94 0,-10-12-450 16</inkml:trace>
  <inkml:trace contextRef="#ctx0" brushRef="#br0" timeOffset="5455.86">21120 5744 1172 0,'0'0'16'0,"0"0"-14"15,0 0 61 1,0 0 10-16,184-153-15 0,-149 151-37 16,-9 2 12-16,-17 0 3 15,-4 35-17-15,-5 10 5 16,0 5-7-16,0 1 4 16,-19-6-12-16,7-4-8 15,12 1 1-15,0-6 2 16,0 4-2-1,17-3 2-15,18 5 0 0,1-2-2 0,-15-8 6 16,-7-10-2-16,-14-14 10 16,0-2 29-16,0-3-5 15,-26 6 9-15,-40 0-39 16,-19-3-10-16,3-3-106 16,11-3-66-1,26 0-165-15,19-21-304 0</inkml:trace>
  <inkml:trace contextRef="#ctx0" brushRef="#br0" timeOffset="5831.35">21945 5589 1099 0,'0'0'92'16,"0"0"3"-16,0 0 26 15,0 0-90-15,0 0-19 16,0 0 12-16,9 47 11 16,10-20-16-16,7-6-2 15,5 2-7-15,16-1-9 16,2-1 15-16,13-4-14 16,18 4 6-16,7-4-3 15,10 2 11-15,-15 2 6 16,-11-1-5-16,-17 7 10 0,-23 5 18 15,-15 6 40-15,-16-6-56 16,0-2-4-16,0-1 2 16,-52-5-11-16,-14-5-4 15,-9-5-10-15,-8-2-4 16,3-4-11-16,10-8-56 16,-1 0-95-16,-7 0-54 15,7-32-93-15,10-10-120 16</inkml:trace>
  <inkml:trace contextRef="#ctx0" brushRef="#br0" timeOffset="6018.44">21888 5595 267 0,'0'0'642'16,"0"0"-560"-16,0 0 96 16,0 0 21-16,0 0-127 15,0 0 4-15,314-72-26 16,-180 53-15-16,-18-1-5 15,-3-1-17-15,-28 7-13 16,-24 1 0-16,-26 7-49 16,-25 3-150-16,-10 1-257 15</inkml:trace>
  <inkml:trace contextRef="#ctx0" brushRef="#br0" timeOffset="7704.46">8429 7626 526 0,'0'0'351'15,"0"0"-286"1,0 0 72-16,0 0 66 15,0 0-138-15,0 0-30 0,-66 0-12 16,139 0-11-16,24 0 4 16,4 0 0-16,0 0-5 15,-4-3 13-15,-17-10-20 0,-9 1 4 16,-19 1-8 0,-12-1 1-16,-19 0-1 15,-11 0 5-15,-6-1-2 0,-4-1 2 16,0 5 2-16,0 0-7 15,0 4 2 1,0 5 30-16,0 0-24 0,0 0 2 16,0 0-5-16,0 0 12 15,0 0-11-15,0 0-1 16,-4 35-1 0,-15 24 40-16,2 22 24 0,3 6-13 0,7-6-19 15,7-7-17 1,-5-5 12-16,1-13-19 0,4-9-7 15,-5-4-1-15,5-10-1 16,0-6-3-16,0-10 0 16,0 1-12-1,0 1-57 1,0-7-91-16,0 2-48 16,-10-8-20-16,-25-6-86 15,-17 0-17-15</inkml:trace>
  <inkml:trace contextRef="#ctx0" brushRef="#br0" timeOffset="7862.1">8339 8079 760 0,'0'0'61'16,"0"0"104"-16,0 0 34 16,0 0-117-16,0 0-24 15,0 0 4-15,0 0-27 16,366 54-21-16,-213-54-14 15,3 0-42-15,6 0-219 16,-8 0-345-16</inkml:trace>
  <inkml:trace contextRef="#ctx0" brushRef="#br0" timeOffset="8050.95">9964 8234 1129 0,'0'0'20'15,"0"0"132"-15,0 0 37 16,0 0-55-16,0 0-53 16,0 0-59-16,-14 185-19 15,-8-125-6-15,-18 9-97 16,-5 8-150-16,-11-8-191 16</inkml:trace>
  <inkml:trace contextRef="#ctx0" brushRef="#br0" timeOffset="8349.82">10881 7623 1189 0,'0'0'47'0,"0"0"16"15,0 0 133-15,0 0-76 0,0 0-25 16,0 0-68 0,0-39 1-16,0 90 23 0,0 11 6 15,14 8-24-15,12-2-18 16,5 0-10-16,4 4-5 16,0 0-7-16,1-7-55 15,-1-11-73-15,5-10-121 16,-5-18-131-16,1-20-430 15</inkml:trace>
  <inkml:trace contextRef="#ctx0" brushRef="#br0" timeOffset="8899.39">11647 7575 853 0,'0'0'142'0,"0"0"-17"16,0 0 28-16,0 0-31 15,0 0-76-15,0 0 19 16,-141 114-26-16,98-46-15 16,3-5-5-16,0-4-9 15,0-5 6-15,5-9-6 16,-1-13-10-16,15-12 5 16,4-7-5-16,13-7-1 0,4-2-1 15,0-4-22-15,0 0 7 16,0 0-8-16,35 0 6 15,31 0 19-15,26 0 0 16,0 0-2-16,-5 0-23 16,-11 2 20-16,-10 2-3 15,-10-2-13-15,-11-2-1 16,-10 0 14-16,-13 0 4 16,-8 0 8-16,-14-6-2 15,0-19 5-15,0-3-2 16,0-5-3-16,0 3 0 15,-19 0 10-15,-2 3-11 0,-1 7 10 16,8 5-6 0,5 9 15-16,9 6 10 0,0 0-13 15,0 0 0-15,0 6 10 16,-7 35-13-16,2 12 113 16,0 4-32-16,5-6-68 15,0-10-6-15,0-4-7 16,0-5 0-16,0-2-14 15,0 0 0-15,10 6-1 16,2 8-58-16,-12 10-110 16,0 4-92-16,0-8-110 15,-31-12-390-15</inkml:trace>
  <inkml:trace contextRef="#ctx0" brushRef="#br0" timeOffset="9119.12">12368 8287 1140 0,'0'0'150'15,"0"0"-56"-15,0 0 56 0,0 0-60 16,0 0 34 0,0 0-100-16,-18 144-1 0,18-96-23 15,-8 6-4-15,4 1-42 16,-6 0-130-16,1-4-45 15,-12-19-263-15</inkml:trace>
  <inkml:trace contextRef="#ctx0" brushRef="#br0" timeOffset="9653.15">12984 8119 1045 0,'0'0'20'16,"0"0"-13"-16,0 0 125 0,0 0-32 15,0 0-65-15,0 0 11 16,-106-32-1-16,106 4-17 16,0-5-11-16,0 0 2 15,0 2-17-15,30 4-2 16,15 10-7-16,7 6 7 15,-3 11 4-15,-1 0-3 16,1 0-1-16,-2 26 0 16,-11 19-12-16,-6 5 12 15,-16 1 4-15,1 3-1 16,-8-6 6-16,-7-4 4 0,0 1 2 16,-22 3-1-16,-29-4-7 15,-8-1 16-15,-3-9-17 16,6-9 0-16,11-4 19 15,3-10-12-15,18-2-6 16,7-3-2-16,8-6-4 16,9 0 6-16,0 0-6 15,0 0 0-15,0 0 0 16,0 0-1-16,0 0-2 16,0 0 1-16,0 0-3 15,19 0 8-15,28-3 13 0,14-12 26 16,15 1-42-16,16 6 4 15,9 1-3-15,17-2-2 16,-3 6-112-16,8-7-44 16,-17-5-287-16,-9-5-506 15</inkml:trace>
  <inkml:trace contextRef="#ctx0" brushRef="#br0" timeOffset="9888.95">14026 8041 959 0,'0'0'32'0,"0"0"139"0,0 0 63 0,0 0-130 15,0 0-26-15,0 0-33 16,-87-6 29-16,87 44-26 16,0 16 50-16,0-5-75 15,25 3-14-15,1-1-6 16,5 6-3-16,-5 0-11 15,-12 8-105-15,-9 4-145 16,-5-8-160-16</inkml:trace>
  <inkml:trace contextRef="#ctx0" brushRef="#br0" timeOffset="10077.45">14783 8643 1208 0,'0'0'104'16,"0"0"-9"-16,0 0 63 16,0 0-16-16,0 0-93 15,0 0-32-15,-36 142-12 16,36-99-5 0,0-5-61-16,0 10-121 0,0-5-69 0,-35-9-360 15</inkml:trace>
  <inkml:trace contextRef="#ctx0" brushRef="#br0" timeOffset="10548.45">15200 8181 1096 0,'0'0'29'0,"0"0"-14"15,0 0 119-15,35-168-45 32,41 130-65-32,11 10-22 0,-7 11 0 0,-14 11 5 15,-14 6-4-15,-17 0 1 16,-9 29-3-16,-12 20 1 16,-7 8 51-16,-7 5-53 15,0 4 26-15,-16-4-12 16,-34-3-6-1,-18-8 6-15,-3-5-12 0,5-12 14 16,5-6 0-16,11-10-1 0,15-10 20 16,19-2-25-16,6-3-7 15,10 0 1-15,0 0 9 16,0-3-1-16,0 0 7 16,0 0-2-16,40 0-14 31,17 0 10-31,18 0 11 0,8-6-5 0,9-3-38 15,4-2 6-15,6-4-51 16,-6-4-44-16,-6-2-63 16,-3-7-193-16,-4-9-152 31</inkml:trace>
  <inkml:trace contextRef="#ctx0" brushRef="#br0" timeOffset="10909.63">16603 7966 724 0,'0'0'202'0,"0"0"-158"16,0 0 167-16,0 0-71 16,0 0-90-16,0 0 8 15,-260-113-12-15,220 113-21 16,-7 0-10-16,7 20 9 16,9 10-10-16,10 0-9 15,16 8-3-15,5 4 0 16,0 4-1-16,52-3 4 15,19 2 0-15,4-3 5 16,3-3-7-16,-2 0-2 0,-15-4-1 16,-16-1 0-16,-10-5 0 15,-14-5 2-15,-16-2 3 16,-5-8-5-16,0-6 8 16,0 1-8-16,-14-3 36 15,-38 1-3-15,-9-7-16 16,-5 0 2-16,11 0 35 15,-1-7-30-15,16-19 23 16,19-9-29-16,16-4-4 16,5-16-14-16,45-4-13 15,51 0-43-15,22 8-179 0,-7 17-214 16</inkml:trace>
  <inkml:trace contextRef="#ctx0" brushRef="#br0" timeOffset="11097.64">17350 8533 469 0,'0'0'702'0,"0"0"-600"16,0 0 142-16,0 0-61 0,0 0-86 16,-149 193-65-1,145-142-22-15,-10 3-10 0,-3-6-8 16,-2 5-171-16,-7-5-132 15,-4-12-391-15</inkml:trace>
  <inkml:trace contextRef="#ctx0" brushRef="#br0" timeOffset="11615.9">17949 8236 151 0,'0'0'1063'0,"0"0"-1051"16,0 0 48-16,56-183 46 0,20 156-90 15,6 8 5-15,-6 14-8 16,-20 5-1-16,-11 0-3 16,-14 8 1-16,-15 25 0 15,-11 11-3-15,-5 5 1 16,0 2-1-16,-5-2 0 15,-25-6-3-15,-1-7 3 16,0-12-4-16,10-7 3 16,7-8-3-16,7-9 0 15,7 0 2-15,0 0-5 0,0 0 1 16,0 6-2 0,0 1 1-16,0 10-1 0,21 7 1 15,10 5 1 1,21 11-1-16,-3 5 1 0,8 6 3 15,-8-4 6-15,-11-2-6 16,-15-10 8-16,-11-7 4 16,-7-10 65-16,-5-13-20 15,0-5 36-15,0 0-61 16,-17 0-1-16,-53 0-21 16,-17 0 5-16,-15 0-11 0,13 0-1 15,11 0-7 1,12 0-9-16,9-11-21 0,22-7-69 15,25-10-124-15,10-4-124 16,31-7-430-16</inkml:trace>
  <inkml:trace contextRef="#ctx0" brushRef="#br0" timeOffset="12071.69">19102 8106 1008 0,'0'0'25'0,"0"0"135"16,0 0 0 0,0 0-74-16,0 0-40 0,0 0-25 15,-19-90-11-15,2 90-9 16,-2 6 0-16,-7 27-1 16,0 8 8-16,17 1-6 15,9 3 2-15,0-3-1 16,0-8 1-16,35-6-4 15,10-3 0-15,12-7-3 16,9-6 6-16,5-1-3 16,6-2 3-16,-1 0 0 0,-10 1-3 15,0 2 0 1,-10 8 5-16,-11 6 8 0,-9 11 18 16,-11 1 16-16,-15 4-21 15,-10-6 81 1,0-3-65-16,0-7-9 0,-10-1-7 15,-34-5 15-15,-22 1-5 16,-12-5-21-16,-2-4-15 16,-3-6 3-16,17-4-3 15,5-2-29-15,7 0-37 16,2 0-57-16,2-6-52 16,3-30-59-16,12-15-80 0,9-17-247 15</inkml:trace>
  <inkml:trace contextRef="#ctx0" brushRef="#br0" timeOffset="12276.04">19031 8081 848 0,'0'0'115'16,"0"0"-89"-16,0 0 189 16,0 0-101-16,0 0-30 15,0 0 33-15,356-51-61 16,-224 31-26-16,-5-3 60 15,-4 2-79-15,-17-4-6 16,-19 8-5-16,-26 6-5 16,-21-1-129-16,-40-5-147 0,0-3-510 15</inkml:trace>
  <inkml:trace contextRef="#ctx0" brushRef="#br0" timeOffset="15703.63">22600 5204 554 0,'0'0'708'0,"0"0"-643"0,0 0 15 16,0 0 29-16,0 0-12 15,0 0-14-15,0 0-59 16,50 50 20-16,-10-20 34 16,2-7-59-16,-6 5-12 15,-6-10 9-15,-6-4-13 16,-3-5-3-16,-16-6 3 15,-1-3 14-15,-4 0-17 16,0 0 13-16,17 0-9 16,23-44 6-16,21-37-3 15,27-26-4 1,13-16-5-16,19-10 2 0,19-9-25 16,12 2-49-16,12 15-101 0,-15 18-278 15</inkml:trace>
  <inkml:trace contextRef="#ctx0" brushRef="#br0" timeOffset="17579.16">20872 8299 1043 0,'0'0'25'0,"0"0"139"0,0 0-31 16,0 0-12-16,0 0-19 15,0 0-30-15,-42 45 4 16,79 16 15-16,-1-8-56 16,-6-12-9-16,-6-7-2 15,-3-13-8-15,-7-10 7 16,-2-5-12-16,-7-6 1 15,9 0 2-15,17-15 6 16,25-39-8-16,24-26-4 16,34-21-3-16,27-18-5 0,26-19-4 15,27-5-27-15,11-9-71 16,-19 0-178-16,-37 7-387 31</inkml:trace>
  <inkml:trace contextRef="#ctx0" brushRef="#br0" timeOffset="19434.99">12746 10550 1044 0,'0'0'72'16,"0"0"-19"-16,0 0 140 15,0 0-51-15,0 0-122 16,0 0-9-16,294-185-1 15,-183 154-3-15,-19 13 9 16,-12 12-10-16,-14 6-4 16,-14 17-2-1,-12 37 71-15,-9 18-40 0,-10 13 8 16,-12 10 11-16,-9 5-18 0,0 3 23 16,0-9-32-16,0-16 11 15,0-18-15-15,0-12-4 16,0-10-1-16,0-8-11 15,0 0 3-15,22-7-6 16,4 2 0-16,2-5-8 16,14-1-22-16,8-7-46 15,16-6-87-15,16-6-125 16,-6-3-106-16,-1-42-580 16</inkml:trace>
  <inkml:trace contextRef="#ctx0" brushRef="#br0" timeOffset="19671.12">14229 10802 981 0,'0'0'62'0,"0"0"-2"16,0 0 137 0,0 0-39-16,0 0-104 0,0 0-10 15,315-21 13-15,-133 1 49 16,2-2-88-16,-21 5-7 15,-31 2-8-15,-45 6-3 16,-38 7-19-16,-23 2-118 0,-21 0 1 16,-5 0-106-16,0 0-118 15,-40-12-172-15</inkml:trace>
  <inkml:trace contextRef="#ctx0" brushRef="#br0" timeOffset="19907.34">14853 10463 779 0,'0'0'124'16,"0"0"-2"-16,0 0 94 16,0 0-59-1,0 0-87-15,0 0-17 0,-136-4-17 16,131 50 68-16,5 10 25 0,0 13-101 16,0 5 22-16,0 3-23 15,0 4-21-15,14-4 11 16,-7-11-14-16,2-6-6 15,-4-12 3 1,5-7-52-16,11-1-75 16,9-11-86-1,15-10-181-15,12-19-203 0</inkml:trace>
  <inkml:trace contextRef="#ctx0" brushRef="#br0" timeOffset="20331.74">15535 10487 926 0,'0'0'82'15,"0"0"113"-15,0 0-28 16,0 0-67-16,0 0-76 16,0 0-13-16,0-22-10 15,0 62 6-15,0 1 19 16,0 3-19-16,0-4-5 15,0-5 1-15,21-2 1 0,5-3-4 16,14-2 0-16,5-3 0 16,16-1 0-16,10 1 4 15,-1-2-4-15,13 7 3 16,-8 3-2-16,3-1 2 16,-19 2-1-16,-16-2 1 15,-25-8 10-15,-18 1 33 16,0-8-8-16,-9 4 43 15,-52 0 2-15,-15-4-59 16,-16-5-1-16,12 0-14 16,2-8-3-16,17-4-6 15,16 0 0-15,10 0 0 16,9 0-7-16,5-4-28 0,21-28-149 16,0-17-3-16,0-16-110 15,0-13-256-15</inkml:trace>
  <inkml:trace contextRef="#ctx0" brushRef="#br0" timeOffset="20551.47">15652 10352 752 0,'0'0'187'0,"0"0"-120"15,0 0 74-15,0 0 28 16,0 0-92-16,0 0-40 15,62-3 31-15,34 3-21 16,1 0-18-16,-7 0 48 16,-17 0-70-16,-14 0-7 15,-12 0-20-15,2 0-75 16,3 3-121-16,-12 10-210 16</inkml:trace>
  <inkml:trace contextRef="#ctx0" brushRef="#br0" timeOffset="20866.28">17258 10934 230 0,'0'0'750'0,"0"0"-702"15,0 0 61-15,0 0 55 16,0 0-95-16,0 0-33 16,123-6 29-16,-69-3-18 15,2 3-7-15,1-3-15 16,0 3 50-16,-8 0-61 0,3 4-13 16,-7-3-1-16,-5 5-10 15,2-2-8-15,-6 2-47 16,-1 0 23-16,-9 0-35 15,-12 0-56-15,-14 0-165 16,0 0-125-16</inkml:trace>
  <inkml:trace contextRef="#ctx0" brushRef="#br0" timeOffset="21116.7">17218 11337 769 0,'0'0'55'0,"0"0"83"0,0 0 66 16,0 0-76-16,0 0-74 16,0 0 23-16,163-3-4 15,-79-15-26-15,13-7 24 16,4 2-35-16,-9-1-7 16,-9 0-8-16,-22 9-21 15,-21 7 0-15,-9-1-8 16,-17 9-40-16,-9 0-57 15,-5 0-31-15,0 0-133 16,0 0-180-16</inkml:trace>
  <inkml:trace contextRef="#ctx0" brushRef="#br0" timeOffset="22530.63">18722 10692 896 0,'0'0'72'0,"0"0"66"16,0 0 47-16,0 0-46 16,0 0-49-16,0 0-13 15,-97-102 28-15,97 102-22 16,0 0-32-16,0 0-27 15,0 6 3 1,0 43-5-16,0 17 40 0,0 11-27 16,0 3-12-16,0 0-5 15,0-5-18-15,0-7 0 16,0-14 0-16,5-8 0 16,4-14 0-16,-4-5 0 0,7-6 0 15,-7-1 0-15,-1-1 0 16,6-1 0-1,2-3 0-15,-3-4 0 0,0-2-56 16,8-3-70-16,9-6-63 16,9-2-77-16,10-40-22 15,12-24-142-15</inkml:trace>
  <inkml:trace contextRef="#ctx0" brushRef="#br0" timeOffset="23174.89">19198 10856 641 0,'0'0'117'0,"0"0"-12"0,0 0 76 16,0 0-64-16,0 0-53 16,0 0-31-16,0-3 61 15,0 3-45-15,0 0 2 32,0 0-2-32,0 0-7 0,0-17 4 0,0-11-16 15,0-4-1-15,0-8-25 16,0 5 9-16,0-1-13 15,0 1 7-15,26 4-6 16,14 2-1-16,7 9-7 16,3 8 7-16,2 1 0 15,-12 11 0-15,7 0-3 0,2 0 3 16,8 25 3-16,4 13-2 16,1 5 1-16,-18 8 24 15,-13-5-9-15,-10 9 16 16,-21 2-4-16,0 3-13 15,-11-1 32-15,-51-3-28 32,-8-5-8-32,-11 0-4 15,-6-9 3-15,7-6-4 16,7-6-1-16,14-9 2 16,7-7-3-16,17-5-1 15,9-3 1-15,16-3-1 16,10-3-3-16,0 2-1 0,0-2 4 15,0 0-4-15,0 0 0 16,0 0 0-16,0 0 1 16,15 0-2-16,41 0 2 15,31 0 2-15,34-8 2 16,11-4-5-16,21 0 2 16,5-1-2-16,0 5 2 15,-17-1 9-15,-23 3 3 16,-38 0-10-16,-40 1 3 15,-18 5-6-15,-22 0 2 0,0 0-3 16,0 0 0 0,0 0-1-16,0 0-26 0,0 0-22 15,0 0-62-15,0 0-56 16,0 0-68-16,-10 0-72 16,-11 0-151-16</inkml:trace>
  <inkml:trace contextRef="#ctx0" brushRef="#br0" timeOffset="24449.01">19229 7518 179 0,'0'0'244'0,"0"0"-133"16,0 0 74-16,0 0-41 16,87-173 5-16,-87 146-17 15,-9-2-62-15,-34 4 14 16,-23 7-31-16,-14 4 8 16,-21 5-24-16,-31 9-21 0,-5 0 16 15,-16 18 10-15,-10 33 0 16,-4 23-12-16,-8 30 20 15,3 27 56-15,5 25-48 16,25 14 0-16,20 15-19 16,30 5-19-16,26 4-4 15,21-11 2-15,14-11-13 16,27-13 4-16,4-13-4 16,14-6-2-16,61-12 0 15,43-12 5-15,31-16-5 16,27-20-1-16,22-20-2 0,17-19 0 15,18-21 0 1,15-20-2-16,11 0 0 0,17-26 2 16,-7-31 3-16,-10-18-3 15,-25-11 3-15,-32-17 0 16,-27-17 0-16,-39-15-2 16,-34-19 1-16,-31-23-1 15,-36-20-1-15,-30-18-1 16,-5 1 0-16,-45 2-4 15,-57 21-4-15,-39 24-22 16,-43 27-9 0,-35 29 12-16,-40 36 24 0,-15 27-30 0,-6 31-8 15,27 17-50-15,34 3-60 16,40 43-1-16,33 13-65 16,32-3-137-16,34-5-183 15</inkml:trace>
  <inkml:trace contextRef="#ctx0" brushRef="#br0" timeOffset="25282.76">21674 4566 496 0,'0'0'19'0,"0"0"17"0,0 0 159 16,0 0-62-16,0 0-60 16,0 0 22-16,-295 142 23 15,245-58 4-15,-6 15-60 16,4 13 13-16,12 14 3 15,9 5 2-15,5 2 5 16,12 9-54-16,9 7-13 16,5 0 16-16,0 6 3 15,0-7-17-15,45-10-10 16,7-9-7-16,14-13 10 0,26-3-9 16,9-11 7-16,31-16-6 31,10-15-1-31,21-22-2 0,16-26-2 0,-2-20 1 15,16-3 0-15,0-23 0 16,5-34 0-16,5-17 0 16,0-19-1-16,-15-26 0 15,-20-21 0-15,-36-33 0 16,-45-27 5 0,-42-19-5-16,-38-13-1 0,-7 12 1 15,-73 11-2-15,-59 20-1 0,-19 26-5 16,-16 22 5-1,-17 27-3-15,4 29-6 0,-1 30-36 32,-8 38 3-32,-4 17-105 0,-31 57-90 0,-19 29-86 31,-11 13-657-31</inkml:trace>
  <inkml:trace contextRef="#ctx0" brushRef="#br0" timeOffset="26366.96">20582 11139 732 0,'0'0'53'0,"0"0"-2"16,0 0 131-16,0 0-36 15,0 0-62-15,0 0-32 16,-87-11 26-16,87 11 0 16,0-3-19-16,0 3-15 15,0-3 26-15,0 0-24 16,26-3 3-16,30 3-17 15,15-6 28-15,5 3-26 16,6 2-10-16,-2-2-6 16,-14 1-5-16,-4 1 9 15,-6-2-12-15,-11 1-1 0,-14 3-1 16,-6-2-6-16,-20 4 1 16,-5 0-3-16,0 0-3 15,0 0-35-15,0 0-62 16,0 0-68-16,0 0-133 15,0 11-252-15</inkml:trace>
  <inkml:trace contextRef="#ctx0" brushRef="#br0" timeOffset="26701.11">21726 10510 854 0,'0'0'24'0,"0"0"40"15,0 0 126-15,0 0-26 16,0 0-58-16,0 0-46 16,-22-57-13-16,22 57 66 15,0 0-41 1,0 0-47-16,0 0-16 0,0 48 19 0,17 24 39 15,13 24-13-15,-11 8-36 16,-2 2-8-16,-8-9-10 16,-9-5 3-16,0-21-6 15,0-7 3-15,-21 1-35 16,-45 1-78-16,-14 2-108 16,-22-2-173-16,1-10-369 15</inkml:trace>
  <inkml:trace contextRef="#ctx0" brushRef="#br0" timeOffset="28007.82">16190 13359 816 0,'0'0'96'16,"0"0"-16"-16,0 0 83 15,0 0-55-15,0 0-51 16,0 0 2-16,-50 0 3 15,50 0-9-15,0 0-20 16,5 0-13-16,35 12 61 0,17 3 3 16,4-9-46-16,15-3 17 15,6-3-17-15,8 0-16 16,2 0-8-16,-5-13-3 16,-12-2-10-16,-18 4 1 15,-12 2-4-15,-15 6 2 16,-8 3-13-16,-18 0-8 15,1 0-75-15,-5 0-26 16,0 0-121-16,0 18-46 16,-26 19-66-16,-23 3-204 15</inkml:trace>
  <inkml:trace contextRef="#ctx0" brushRef="#br0" timeOffset="28243.03">16388 13693 660 0,'0'0'81'15,"0"0"23"-15,0 0 79 16,0 0 13-16,0 0-80 16,0 0-26-16,-54 3-26 15,54-3-1-15,30 0-12 16,20 0 1-16,21 0 30 16,16-15-54-16,-7 0-16 15,7-3-5-15,-4 6-7 0,-12 4-17 16,-17-1-66-16,-7 9-95 15,-12-3-111-15,-13-4-269 16</inkml:trace>
  <inkml:trace contextRef="#ctx0" brushRef="#br0" timeOffset="29863.06">18670 13127 182 0,'0'0'679'0,"0"0"-625"15,0 0 65-15,-101-169 79 0,87 153-82 16,2 4-18 0,12 9-7-16,0 3-15 0,0 0 21 15,0 0-3-15,0 0-74 16,0 0-2-16,0 0-11 15,0 23 11-15,0 29 8 16,7 16 38-16,2 4-23 16,1-1-21-16,-1-8-2 15,8-4-7-15,-8-6-11 16,3-8 0-16,-3-3 0 16,-4-10 0-16,4 2 0 15,-4-4 0-15,2-1 0 0,-7-1-34 16,0-2-66-1,5-1-56-15,0-8-93 0,9-11-165 16,12-6-244-16</inkml:trace>
  <inkml:trace contextRef="#ctx0" brushRef="#br0" timeOffset="30177.76">19175 12896 491 0,'0'0'467'0,"0"0"-385"16,0 0 48-16,0 0 72 16,0 0-93-16,0 0-56 15,-17-55-11-15,17 55 47 16,0 0-35-16,0 29-24 16,0 25 38-16,0 11-13 15,21 7-22-15,-2 3-6 16,-2-1-19-16,4-5 6 15,-7-4-7-15,-4-8-2 16,1-10-5-16,-6-5-7 16,0-6 7-16,-5-6-33 15,0-4-36-15,0 1-48 0,0-5-111 16,-10-5-16 0,-20 1-127-16,-17-10-141 15</inkml:trace>
  <inkml:trace contextRef="#ctx0" brushRef="#br0" timeOffset="30601.53">17161 14048 634 0,'0'0'76'0,"0"0"12"15,0 0 100-15,0 0-55 16,0 0-59-16,0 0-12 16,-184 87 25-16,307-62-13 15,44-8-16-15,53-11-7 16,39-6-16-16,26 0 45 16,19 0-42-16,0-12 3 15,3-13-10-15,-12-1 37 16,-12-1-18-16,-29-1-13 15,-35 8-9-15,-42 0 8 16,-49 4-10-16,-41 7-15 16,-38 3-2-16,-27 3-4 0,-22 3-1 15,0 0-3-15,0 0-1 16,0 0-4-16,0 0-13 16,0 0-47-16,0 0-9 15,-5 0-45-15,-35-3-68 16,-12 1-19-16,-9-2-213 15,-5 2-330-15</inkml:trace>
  <inkml:trace contextRef="#ctx0" brushRef="#br0" timeOffset="31859.48">18203 14994 908 0,'0'0'156'0,"0"0"49"0,0 0-49 15,0 0-50-15,0 0-77 16,0 0 30-16,-21-111 13 15,64 88-47-15,1 4-14 16,8 2 14-16,2 5 8 16,3 9 0-16,0 3-23 15,-13 0 7-15,-8 0-7 16,-6 23-7-16,-4 16 4 16,-7-1 0-16,-12 8-2 15,-7-1-1-15,0-4-2 16,0 1-2-16,-21 1 2 0,-19-8-1 15,0-3-2 1,-12-2 2-16,7-6 0 0,-7-6-1 16,17-3 7-16,0-2-7 15,13-11 2-15,18 2 1 16,-1-2-3-16,5-2 0 16,0 0 0-16,0 0 0 15,0 0 0-15,0 0-5 16,14 0 5-16,22 0-2 15,20 0 1-15,1 0 0 16,4 0 1-16,0 0 0 0,-2 0 2 16,2 0-2-1,-13 15 0-15,-8 2 0 0,-14 5-2 16,-12 2 2-16,-9-1 0 16,-5 4 1-1,0-6-1-15,0-4 2 0,-10 2 1 16,-21-4-1-16,-9-3 4 15,0-1-5-15,-7 1 7 16,-7-3 4-16,2 0-8 16,0-5 9-16,12-4 10 15,0 0-14-15,9 0 3 16,1 0-10-16,9 0 0 0,2 0-2 16,2-16-1-16,12-2-19 15,5-5-30-15,0 0-35 16,0-5-153-16,48 1-14 15,6-1-163-15,7 3-389 16</inkml:trace>
  <inkml:trace contextRef="#ctx0" brushRef="#br0" timeOffset="32362.3">19368 15000 851 0,'0'0'69'16,"0"0"42"-16,0 0 18 0,0 0 13 16,0 0-94-16,0 0-36 15,0-45 4-15,0 45 0 16,-7 0-8-16,-12 0-3 16,-2 11 9-16,-5 13 21 15,12 1-9-15,9 1-8 31,5-1-1-31,0-2 0 0,0 1-6 16,26-7-2 0,14 5-6-16,17-4 4 0,-3-4-6 15,7-2 3-15,0 1-2 16,1 1-2-16,-6-2 2 16,-1 6 27-16,-8 3-7 15,-7 0 25-15,-5 5-21 16,-9 2 45-16,-12-1-6 15,-9-8-30-15,-5 4-15 16,0-6 7-16,0 1 0 16,-31-4-1-16,-9 5-15 15,0-4-1-15,-5-3-2 16,-7-3-4-16,8-4 0 0,-3-5-2 16,2 0-2-1,-2 0-16-15,-3 0-26 0,10-20-20 16,9-8-64-16,5-6-55 15,17-16-22-15,9-6-114 16,0-9-114-16</inkml:trace>
  <inkml:trace contextRef="#ctx0" brushRef="#br0" timeOffset="32440.89">19368 15000 436 0</inkml:trace>
  <inkml:trace contextRef="#ctx0" brushRef="#br0" timeOffset="32693.32">19368 15000 436 0,'35'-78'279'0,"-46"78"-180"0,6 0 73 0,5 0-23 0,0 0-41 16,0 0-35-16,0 0-7 16,0-2 10-16,26 2-39 15,30-7-3-15,24 3 9 16,8-4 4-16,13 3 18 16,-4-1-28-16,-5-1 7 15,-12 1 9-15,-19 0-23 16,-9-1-8-16,-17 6-7 15,-20-2-6-15,-6 3-6 16,-2 0 5-16,-7 0 2 0,0 0-9 16,0 0 4-16,0 0-3 15,0 0-2-15,0 0-15 16,0 0-38-16,0 0-75 16,0 0-45-16,0 0-170 15,-12-19-259-15</inkml:trace>
  <inkml:trace contextRef="#ctx0" brushRef="#br0" timeOffset="33086.47">21238 14292 909 0,'0'0'71'0,"0"0"-5"16,0 0 96-16,0 0-26 0,0 0-68 16,0 0-7-1,-22 0-19-15,65 10-4 0,16 2 53 16,18-3-17-16,-1-6-30 15,-1-3 10-15,3 0-24 16,-2 0-15-16,-6 0-8 16,-13 0-5-16,-22 0-4 15,-14 0-1-15,-11 0-58 16,-10 0-9-16,0 0-38 16,0 0-67-16,-21 0-73 15,-41 20-12-15,-18 5-52 16,0 1-171-16</inkml:trace>
  <inkml:trace contextRef="#ctx0" brushRef="#br0" timeOffset="33321.51">21238 14544 493 0,'0'0'134'15,"0"0"-29"-15,0 0 81 16,0 0-16-16,0 0-48 16,0 0-9-16,-17 8-10 15,55-5-14-15,7 3 36 16,11-6-61-16,10 0-9 15,10 0 13-15,11 0-44 16,-2 0 5-16,7 0-12 16,-17-6-11-16,-18-3-4 15,-22 7-2-15,-19-2-3 0,-11 4-25 16,-5 0-64-16,0 0-52 16,-21-2-128-16,-29 2 32 15,-11-3-241-15</inkml:trace>
  <inkml:trace contextRef="#ctx0" brushRef="#br0" timeOffset="35417.89">3374 7330 483 0,'0'0'119'0,"0"0"0"16,0 0 61-16,0 0-59 0,0 0-17 16,0 0-45-1,0 0 41-15,0-18-34 0,-16 18-31 32,-41 33 8-32,-23 20-13 0,-21 19 4 0,-17 15-25 15,-9 2 48-15,-1 0-15 16,8-8 45-16,12-7-72 15,18-2-11-15,12-12-1 16,24-3 4-16,7-12-7 16,16-10-99-16,12-7-9 15,-2-11-48-15,5-5-148 16,-8-9-136-16</inkml:trace>
  <inkml:trace contextRef="#ctx0" brushRef="#br0" timeOffset="35717.17">1498 8381 680 0,'0'0'28'0,"0"0"32"15,0 0 87-15,0 0-58 16,0 0-31-16,0 0 27 16,290 98-6-16,-21-95-30 15,56-3 9-15,52 0-1 16,19-15-5-16,5-4-12 15,-14 2 18-15,-17-1 30 0,-19 6-39 16,-21-2-8-16,-19 1 73 16,-51-2-84-16,-74 4-6 15,-68 5-11-15,-66 0-11 16,-34 6-1-16,-18 0-1 16,0 0-15-16,0 0-39 15,-4 0-142-15,-58-3-145 16,-13-25-255-16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02:24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10098 3497 1010 0,'0'0'22'0,"-368"8"-13"15,222 5 79-15,54-7 34 16,47-3-44-16,38 0-38 16,7 4 20-16,43 4-18 15,77-6-13-15,69 1 69 16,39-6-10-1,27-6-62-15,18-26-7 0,17-7 41 16,17-3-30-16,2 6-5 16,-15 0 11-16,-39 10-17 15,-52 5-5-15,-67 9-5 16,-58 3-7-16,-42 7 2 16,-32-3-2-16,-4 5-2 0,0 0 0 15,0 0-10-15,0 0-19 16,0 0-31-16,0 0-114 15,0 0-29-15,10 0-132 16,56 0-515-16</inkml:trace>
  <inkml:trace contextRef="#ctx0" brushRef="#br0" timeOffset="754.13">15688 3550 940 0,'0'0'22'15,"0"0"-12"-15,0 0 10 0,0 0 89 16,0 0 28-16,0 0-98 15,273 0-28-15,3 0 33 16,19 0 1-16,14 0 20 16,2-8-13-16,-7-4 4 15,-9-4 0-15,-15-1-17 16,-42-4 47-16,-40 4-48 16,-40 2-32-16,-52 5 37 15,-35 1-36-15,-35 6 10 16,-29 0-17-16,-7 3-3 15,0 0-6-15,0 0-68 16,-48 0-91-16,-22-3 0 16,-27-3-81-16,-9 0-326 15</inkml:trace>
  <inkml:trace contextRef="#ctx0" brushRef="#br0" timeOffset="4080.24">9264 5513 50 0,'0'0'0'15</inkml:trace>
  <inkml:trace contextRef="#ctx0" brushRef="#br0" timeOffset="4457.54">9066 5040 650 0,'0'0'31'31,"0"0"44"-31,-22-162 126 0,22 133-45 16,0 7-35-1,0 10-38-15,0 9 7 16,0 3-21-16,0 0-16 16,0 0 57-16,0 43-47 15,0 16 2-15,12 22-1 16,12 10-35-16,-3 6-6 0,0 1 4 15,-7-6-7-15,-4-6 5 16,6-10-16-16,-6-12-2 16,1-7-4-16,4-14 0 15,-6-7-3-15,-4-15-3 16,6-10-12-16,-6-5-50 16,5-3-51-16,1-3-113 15,-11-3-58-15,0-41-184 16</inkml:trace>
  <inkml:trace contextRef="#ctx0" brushRef="#br0" timeOffset="5056.92">9009 5041 777 0,'0'0'19'15,"0"0"56"-15,0 0 57 16,0 0-61-16,0 0-45 15,82-150-8-15,-20 137-3 16,4 7 2-16,0 6-1 16,-7 0-9-16,2 3 1 0,-9 22-2 15,-7 7 3 1,-10 1 28-16,-9 5-24 0,-14 5-6 16,-12-3 0-16,0 3-4 15,-31-2 8-15,-21 2-8 16,-9 2-3-16,-5-5 1 15,5 3-1-15,-5-11 2 16,16-7-1-16,8-7 0 16,23-13-1-16,7-1 1 15,12-4-1-15,0 0 4 16,0 0 0-16,0 0 12 16,0 0-1-16,31 0-4 0,21-9-8 15,14-7-1-15,14 5-1 16,7-5 2-16,5 7-2 15,5 0-1-15,-10 4 0 16,-7 5-1-16,-5 0 3 16,-9 8-4-16,-4 26 0 15,-15 6 2-15,-17 9 0 16,-11 2 7-16,-19-5 4 0,0 3-1 16,-9-7 15-1,-57-4 9-15,-17-4-32 0,-6-8 11 16,-15-9 6-16,3 0-9 15,-5-13 9 1,14-4 6-16,16 0-11 0,15 0-8 16,26-23-5-16,20-3-1 15,15-11-42-15,0-4-38 16,66 2-72-16,19 4-281 16</inkml:trace>
  <inkml:trace contextRef="#ctx0" brushRef="#br0" timeOffset="6457.11">11994 5040 855 0,'0'0'26'15,"0"0"24"-15,0 0 72 16,0 0-42-16,-307-60-4 16,222 60-52-16,-2 3 8 15,-10 23 15 1,5 17-2-16,8 3 17 0,1 12-45 15,17 7 30-15,21 4-23 16,24-1-2-16,21 4-13 16,0-3-9-16,82-3 1 15,25-7-2-15,29-5-14 0,6-13 3 16,-3-10-17 0,-14-14-7-16,-12-14-11 0,-21-3-4 15,-21 0 51-15,-27-8-14 16,-13-19 22-16,-19-3-8 15,-12 0 1-15,0-3 7 16,-12-3-8-16,-37 0 1 16,-13 1 4-16,-4 7 14 15,-4 5-6 1,4 8 0-16,4 5-1 0,6 10-7 16,11 0-5-16,2 0 0 15,13 0 4-15,16 0-4 16,4 17 2-16,10-6-8 15,0 3-11-15,10-2 16 16,34 0-7-16,18-5 16 16,16-4-26-16,2 0 27 0,-5-3-9 15,-2 2 0-15,-14 2 5 16,-7 5 2-16,0 8-3 16,-12 12-2-16,0 16 22 15,-9 10-7-15,-10 8 19 16,-7-1-2-16,-9 1-6 15,-5-7-12 1,0 1 55-16,0-9-44 0,0-3-12 16,0-8-13-16,0-3 0 0,0-7-2 15,0-4-27-15,21-1-100 16,14-8-38-16,5-5-108 16,12-9-123-16</inkml:trace>
  <inkml:trace contextRef="#ctx0" brushRef="#br0" timeOffset="6786.77">13420 5081 854 0,'0'0'17'15,"0"0"127"-15,0 0 49 16,0 0-88-16,0 0-54 16,0 0-31-16,-50-23 2 15,46 70 31-15,-8 12 22 16,7 10-14-16,5 2 19 16,0-2-6-16,0 0-30 15,-5-7-29-15,1-5 12 16,4-6-20-16,0-4-3 15,0-5-2-15,0-8-2 0,0-11-32 16,0-8-53-16,0-9-89 16,0-3 15-16,0-3 4 15,0 0-90-15,0-9-63 16</inkml:trace>
  <inkml:trace contextRef="#ctx0" brushRef="#br0" timeOffset="7290.07">13125 5230 569 0,'0'0'153'0,"0"0"-30"16,0 0-12-16,21-176-27 16,24 137-42-16,21 10-30 15,12 1 9-15,14 14 18 16,2 8 14-16,-2 6-16 16,-5 0 0-16,-25 27-32 15,-22 17 0-15,-14 11 9 16,-26 5-4-16,0-1 3 15,-26 3 9-15,-45-6-12 16,-21-7-9-16,0-6 4 16,12-11-2-16,14-13-2 15,14 0 3-15,17-10-2 16,14-5 0-16,11-2 2 16,10-2-3-16,0 0-1 15,0 0 3-15,57 0-3 0,23-9 6 16,21-7-4-16,12 5-2 15,-6 5-2-15,-11 6-4 16,-4 0 6-16,-16 2 0 16,-15 38-3-16,-9 11-2 15,-17 5 4-15,-21 1 1 16,-14-3 7-16,0 0 11 16,-40-14 5-16,-31-2-10 0,-16-10 20 15,-14-3-12 1,-15-10-15-16,-6-3 5 0,-1-9-7 15,17-3 19-15,14 0 2 16,10 0-23-16,23-21-1 16,11-10-1-16,23-4-44 15,20-7-30-15,5 4-74 16,0 1-189-16</inkml:trace>
  <inkml:trace contextRef="#ctx0" brushRef="#br0" timeOffset="7982.26">15490 5084 1070 0,'0'0'5'16,"0"0"-5"-16,0 0 91 15,0 0 36-15,0 0-61 16,0 0-47-16,-175-134-14 0,109 161-4 16,-9 20 9-16,-1 10-2 15,10 11-2-15,10 4 30 16,4 5-27-16,17 4-8 16,20 3 21-1,15-3-10-15,0-3-9 0,62-7 20 16,23-6-23-16,18-11-13 15,8-10 11-15,0-13 2 16,-3-13-4-16,-6-12-8 16,-6-6 11-16,-11 0 1 15,-7-9-15-15,-17-18 13 16,-16-9 2-16,-14-2 0 16,-22-7-5-16,-9-6 5 0,0 1-3 15,-44 1 0 1,-18 8-16-16,-4 11 10 0,-5 8 9 15,1 10-4-15,4 6 3 16,9 4 1-16,22 2 0 16,18 0 3-16,17 0-3 15,0 0-12-15,5 0-22 16,56 0-4-16,17 0 38 16,12 0-1-16,-3 0 4 15,0 2-3-15,-16 2 2 0,-5 7 1 16,-5 2 1-16,-16 8 13 15,-10 8 18 1,-9 16 1-16,-9 12 14 0,-12 14 13 16,-5 4-36-16,0-4 61 15,0-5-59-15,-5-9 21 16,-7-10-31-16,3-1-8 16,4-12-8-16,5-3-3 15,0-5-19-15,0-4-88 16,0 1-29-16,31-4-31 15,30-8-86-15,10-11-63 0</inkml:trace>
  <inkml:trace contextRef="#ctx0" brushRef="#br0" timeOffset="8280.9">17192 5230 708 0,'0'0'217'15,"0"0"-189"-15,0 0 140 16,0 0 52-16,0 0-112 16,0 0-62-16,0-63-20 15,0 122 10-15,0 22 107 16,0 1-54-16,0 1-53 0,5-9-9 16,4 2 0-16,3-8-14 15,-7-12-9-15,4-12-4 16,-4-6 0-16,-1-13 0 15,4-3-30-15,-4-7-68 16,1-3-94-16,0-6-31 16,-1-6-69-1,-4 0-48-15,0-33-126 0</inkml:trace>
  <inkml:trace contextRef="#ctx0" brushRef="#br0" timeOffset="8815.15">17157 5287 697 0,'0'0'36'15,"0"0"-1"1,0 0 36-16,132-180-27 0,-31 148-15 16,17 11-17-16,-7 8 2 15,-10 13 10-15,-18 0 22 16,-17 17-3-16,-26 21-7 16,-31 15 23-16,-9 7-6 15,0 1-1-15,-49-2-21 16,-25-5 7-16,-1-5-20 15,-5-5 5-15,2-13-15 0,17-3 8 16,11-13-8-16,10-4-1 16,10-5 0-16,8-3-6 15,18 0 1-15,-1 0 0 16,5-3-2-16,0 0-5 16,0 0-3-1,49 0 3-15,29-6 5 0,12-8 0 16,14 2-3-16,-8 3-8 15,-11 3 8-15,-2 6 3 16,-22 0-1-16,-12 11 0 16,-13 31 1-16,-6 9 12 15,-13 9 2-15,-12-9 6 16,-5-5 6-16,0-3 2 0,-17-8 8 16,-28-1-12-16,-16-12-13 15,-10 3 20-15,-16-10-8 16,-5-5-5-16,-5-8-5 15,-9-2 10-15,10 0-8 16,11-12-12-16,7-18 1 16,21-2-4-1,17-5-13-15,22 2-25 0,18 1-56 16,0 5-57-16,0 6-163 16,23-5-573-16</inkml:trace>
  <inkml:trace contextRef="#ctx0" brushRef="#br0" timeOffset="12563.87">19667 5156 173 0,'0'0'561'16,"0"0"-447"0,0 0 79-16,0 0-10 0,0 0-85 15,0 0-27-15,-122-98-16 16,77 98-30-16,-12 0 31 15,-4 0-35-15,-10 28 4 16,1 15 70-16,4 5-49 16,0 5-27-16,9 7 15 15,17 0-21-15,9 0 3 0,15-1-10 16,16 1-2-16,0-11-2 16,5 0 0-16,46-7 2 15,15-10-4-15,17-4-12 16,2-11 12-16,2-5-1 15,5-6-8-15,-7-6 5 16,2 0-4-16,-7 0 6 16,-7-6-2-16,-14-11 3 15,-7-5-4-15,-12-1-1 16,-14-4 5-16,-12-9 1 16,-14-2-5-16,0 2-19 0,0 0 14 15,-23 8-30-15,-20 11 35 16,-2 2 5-1,-4 5-2-15,-8 7-1 0,1 3 2 16,-1 0 1-16,8 0 0 16,18 0 0-16,10 0 0 15,16 9-5-15,5 4 3 16,0 2-17-16,0 2 4 16,31-5-6-16,25 4 8 15,6-10 12-15,4-4-5 16,0 2-5-16,0-4-31 0,-5 0 20 15,-2 0 0 1,-2 0 17-16,-10-9-1 0,-12-3 4 16,-4 2 2-16,-17 4 0 15,-5 0 1-15,3 0 1 16,-12 4 2 0,0 2 2-16,0 0 26 0,0 0-12 15,0 0 2-15,0 0-8 16,0 0-9-16,0 0-1 15,0 0-2-15,0 0-1 16,0 0 8-16,0 0-1 16,0 0 22-16,0 0-18 15,0 0 9-15,0 0 23 0,0 0-11 16,0-3-11-16,0 3-12 16,0 0 6-16,0 0-6 15,0 0-5-15,0 0 11 16,0 0-11-16,0 0 6 15,0 0 1-15,0 0 3 16,0 0-5-16,0 0 0 16,0 0 1-16,0 0-1 15,0 0 1-15,0 0-4 16,0 0 2-16,0 0-5 16,0 0 3-16,0 0 11 15,0 0-15-15,0 0-2 0,0 23 2 16,0 34-1-1,0 29 5-15,-7 14 20 0,7 0-15 16,0 6-4-16,0-6-3 16,0-7-4-16,0-6-1 15,0-13 0-15,-9-8-33 16,-27 6-91-16,-25-16-287 16,-15-15-645-16</inkml:trace>
  <inkml:trace contextRef="#ctx0" brushRef="#br0" timeOffset="18794.16">21105 5270 646 0,'0'0'43'16,"0"0"84"-16,0 0 76 16,0 0-59-16,0 0-32 0,0 0-4 15,0 0 26 1,0-144-51-16,0 144 1 0,0 0-13 16,0 0-30-16,0 0-15 15,0 0-11-15,0 0-3 16,0 0-4-16,0 23 0 15,0 32-4-15,0 11 9 16,0 2 2-16,15-2-8 16,1-7-4-16,-2 1-2 15,3-7 2-15,-8-2 0 16,5-6-2-16,-2-10-1 16,-2-4 0-1,-6-7 2-15,1-7-3 0,2 0 2 16,-7-1-2-16,5-4-3 0,-5-3-14 15,5-6-26-15,-5 0-55 16,0-3-43-16,0 0-54 16,0 0 23-16,0-6-1 15,0-31-137-15,-17-9-31 16,-18-11-60-16</inkml:trace>
  <inkml:trace contextRef="#ctx0" brushRef="#br0" timeOffset="19343.45">21058 5438 355 0,'0'0'126'0,"0"0"22"15,0 0-31-15,-4-151-24 16,4 111 15-16,4 2-25 0,22-4-4 16,5 7-28-16,9-1 10 15,12 0-25-15,9 7 10 16,5 7-33-16,10 5 0 16,-6 11-6-16,-8 6-2 15,-15 0-4-15,-7 3 1 16,-14 29 0-16,-7 11 13 15,-15 7-7 1,-4-3 3-16,0 5 3 0,0-7-2 16,-23-7-9-16,-29 1 10 15,-14-4 10-15,-10 1-14 16,-1-6-4-16,11-7-1 0,11-4-1 16,8-4-2-16,21-4 1 15,17-8-2-15,9-3 0 16,0 0 0-16,0 0-5 15,0 0 5-15,0 0 3 16,0 0-1-16,31 0 13 16,16 0-14-16,12-12 3 15,14-2 0-15,-3 5 3 16,1 3-2-16,5 6-4 16,6 0 5-1,-2 0 5-15,-9 12 0 0,-5 14 0 16,-5 10 0-16,-14 2 51 15,-11 8-30-15,-22-1-7 0,-14-9 26 16,0-6-17-16,-40-3 9 16,-61-5-26-16,-27-1-5 15,-13-2-7 1,-3-10-4-16,28-9-1 0,20 0-7 16,13 0-31-16,22-21-47 15,21-15-80-15,9-11-49 16,17-17-284-16</inkml:trace>
  <inkml:trace contextRef="#ctx0" brushRef="#br0" timeOffset="30894.66">8481 6563 969 0,'0'0'18'15,"0"0"38"-15,0 0 104 0,0 0-54 16,0 0-18-16,0 0 23 16,273 10-45-16,-6-17-14 15,11-8 68-15,-19 7-75 16,-44 4-3-16,-43 4-38 16,-50 0 33-16,-25 0-32 15,-38 0-5-15,-21 0-3 16,-29 0-23-16,-9 0 21 15,5 0-6-15,-5 0-44 16,9 0-86-16,22 0 23 16,21 0-132-16,28 0-186 15</inkml:trace>
  <inkml:trace contextRef="#ctx0" brushRef="#br0" timeOffset="31433.64">13335 6436 189 0,'0'0'484'0,"0"0"-455"15,0 0 66-15,0 0 66 0,0 0-72 16,0 0-15-16,-179 24 16 16,200-22 11-16,50 1-52 15,25 0 36-15,27-3-13 16,18 0-34-16,17 0-1 16,5-20 1-16,0-5 43 15,-26 1-31-15,-41 7-11 16,-35 2-11-16,-35 9-13 15,-26 6-8-15,0 0-6 16,0 0 2-16,0 0-3 16,0 0-4-16,0 0 3 15,0 0-22-15,0 0-96 16,0 2-44-16,0 23-184 0,36-5-373 16</inkml:trace>
  <inkml:trace contextRef="#ctx0" brushRef="#br0" timeOffset="31837.74">16815 6462 718 0,'0'0'27'0,"0"0"-5"16,0 0 131-16,0 0-3 15,0 0-67-15,0 0 1 16,16 37-17-16,29-14 2 16,16-2-13-16,15-1 1 15,16-4 1-15,16-4-19 16,3-9-6-16,7-3 38 0,-7 0 7 15,-15 0-50 1,-16 0 1-16,-14 0-18 0,-28 0-4 16,-14-3 1-16,-20 3-8 15,-4 0 6-15,0 0-6 16,0 0-3-16,0 0 2 16,0 0-4-16,12-3-42 15,19 0-111-15,23-3-70 16,24-4-331-16</inkml:trace>
  <inkml:trace contextRef="#ctx0" brushRef="#br0" timeOffset="32234.93">21537 6420 870 0,'0'0'23'0,"0"0"36"16,0 0 129-16,0 0-50 0,0 0-107 15,0 0 54-15,0 0 15 16,66 6-73-16,47 1 19 15,43-1-8-15,32-6-4 16,20 0 2-16,2 0 30 16,-12-6-37-16,-15-10-9 15,-20-2 7-15,-21-2-2 16,-41 4-15-16,-26 1 38 16,-39 9-41-16,-20 1-2 15,-16 1-5-15,0-4 0 16,-9-7-62-16,-57-2-130 0,-26-11-46 15,-21-7-399-15</inkml:trace>
  <inkml:trace contextRef="#ctx0" brushRef="#br0" timeOffset="39353.58">9735 8442 337 0,'0'0'424'0,"0"0"-308"15,0 0 51-15,0 0 41 16,0 0-94-16,0 0-34 16,0 0 3-16,0-121-44 15,-5 124-21-15,1 47 16 16,-11 28 30-16,-15 15-32 16,-10 1 43-16,-7 1-59 15,-10-6-6-15,-2-10 1 16,2-16-9-16,1-12-2 15,11-16 3-15,19-14-1 0,10-8-2 16,16-7 0-16,0-6-2 16,0 0-20-16,0 0-23 15,37 0 26-15,34 0 6 16,21 0 6-16,14 2 7 16,5 14 1-16,2-2-1 15,-7-6 0-15,-14-2-4 16,-21-6-8-16,-26 0 1 15,-10 0 7-15,-9-23 2 16,-10-4 2-16,-11-9 5 16,-5-2-2-16,0-4 1 15,0 3-1-15,0 7 11 0,-21 5-8 16,7 14 5-16,2 7 32 16,7 3 13-16,5 3-42 15,0 0-5-15,-9 25-5 16,-1 37 6-16,3 19 30 15,-2 9-10-15,9-5 0 16,0-4-8-16,0 6-2 16,0-6-10-1,0-7 8-15,5-2-18 0,6-13 0 16,-1-12 0-16,-1-7 0 16,3-11 0-16,-2-7-36 15,11-7-78-15,-2-9-75 16,11-6-71-16,-4-12-93 0,-7-42-126 15</inkml:trace>
  <inkml:trace contextRef="#ctx0" brushRef="#br0" timeOffset="39605.97">10605 8823 678 0,'0'0'60'0,"40"-165"59"15,-23 106 76-15,-8 22-34 0,0 20-4 16,-9 7-40-16,0 10-13 15,0 0-17-15,0 0 24 16,0 0-77-16,0 42-12 16,0 18 31-16,0 11 2 15,7 0-41-15,-2 1-3 16,5-6-4-16,-1 0-2 16,8-9-5-16,-8-10-3 15,12-5-34-15,-2-3-66 16,7-4-148-16,-9-1-57 15,-13-8-235-15</inkml:trace>
  <inkml:trace contextRef="#ctx0" brushRef="#br0" timeOffset="40092.97">10614 9746 833 0,'0'0'56'16,"0"0"40"-16,0 0 56 16,0 0-73-1,0 0-40-15,0 0 15 0,118 95-5 0,-61-95-23 16,4 0 2-16,-11 0-15 16,-10-6 0-16,-14-8 7 15,-10-6 3-15,-11-1 10 16,-5-1-31-16,0 5 27 15,0-1-28-15,0 3 34 16,-26 2-25-16,-5 5 0 16,1 1-3-16,-6 7-3 15,1 0-2-15,4 0 1 16,1 3 20-16,8 14-14 16,4-6 7-16,13 4 36 15,5-3-46-15,0-1 14 16,0 1 15-16,0 1-14 0,9-4-18 15,17-3-3-15,10-4 0 16,-6-2 24-16,1 0-12 16,-5 0-2-16,-7 0 1 15,2 0-1-15,-12-5-6 16,1-7-1-16,-10 2-3 16,0-2-24-1,0-2-67-15,0-1-75 0,0 0-44 16,0-4-108-16,16 2-231 15</inkml:trace>
  <inkml:trace contextRef="#ctx0" brushRef="#br0" timeOffset="45163.33">12074 8879 896 0,'0'0'63'0,"0"0"40"16,0 0 130-1,0 0-88-15,0 0-71 0,0 0 0 16,0 0 36-16,-80-34-61 16,80 53 4-16,44 31-16 15,13 16 43-15,9 0-47 16,-5-3-9-16,-7-4 3 16,-2 4-10-16,-2 5-1 15,-8-5-7-15,-6-1-5 16,-6-9-4-16,1-10 0 0,-7-8 0 15,1-7 0-15,-3-11-16 16,-8-5-35-16,-9-3-66 16,-5-9-75-16,0 0-116 15,0-12-58-15,0-33-547 32</inkml:trace>
  <inkml:trace contextRef="#ctx0" brushRef="#br0" timeOffset="45426.23">12416 8951 296 0,'0'0'454'15,"0"0"-400"-15,0 0 120 0,0 0 17 16,0 0-66-16,0 0-53 16,-123-81-16-16,83 117-4 15,-7 15 3-15,-3 14 25 16,-2 6-27-16,8-2-11 15,-4 6 28-15,4-3-11 16,4-4-47-16,-3-6-11 16,8-5 0-16,4-7-1 15,12-5-12-15,7-9-115 16,8-8-16-16,4-14-24 16,0-14-118-16,0 0-122 0</inkml:trace>
  <inkml:trace contextRef="#ctx0" brushRef="#br0" timeOffset="46133.14">12963 8976 936 0,'0'0'21'15,"0"0"-3"-15,0 0 176 0,0 0-88 16,0 0-68-1,0 0 3-15,-15 0 25 0,6 0-22 16,9 0-8-16,0 0-17 16,-7 0 14-16,7 0-33 15,0-23 2-15,0-11-2 16,0-4 25-16,0 5-18 16,21 4-4-16,14 4-1 15,13 8 3-15,-4 2-3 16,8 12-1-16,-12 3 1 15,-4 0 0-15,-6 9-1 16,1 27-1-16,-12 2-13 16,-7 7 13-16,-8 0 5 15,-4-1 14-15,0-1-13 16,-35-2-3-16,-22-2 2 0,-4-3 13 16,-5-3-15-16,10-7 0 15,6-8-2-15,15-2 0 16,18-11 0-16,8-1-1 15,9-2 0-15,0-2-1 16,0 0-7-16,0 0 3 16,0 0 0-16,0 0-4 15,30 0 6-15,20 0 3 16,11 0 0-16,12 0 6 16,7 0-6-16,8 0 0 0,-3 21 6 15,2 7 1-15,-17 1 29 16,-13 6-14-16,-17 5-12 15,-23-1 7-15,-17-1 3 16,0 1-7-16,-38-4 45 16,-33 2-40-16,-9-11 8 15,-7-5-10-15,0-8-4 16,-3-8-3-16,7-5 3 16,13 0 4-16,8-5-4 15,13-29-7-15,14-10-5 16,13-7-9-16,13-3-33 15,9 0-79-15,0 7-31 16,5 8-127-16,39 6-158 0</inkml:trace>
  <inkml:trace contextRef="#ctx0" brushRef="#br0" timeOffset="46432.53">14127 8387 657 0,'0'0'376'0,"0"0"-294"0,0 0 102 16,0 0-27-16,0 0-77 16,0 0-40-16,-30-22-11 15,20 64 23-15,5 12 96 16,-6 3-105-16,6 2-28 15,5 1-4-15,0-1-3 16,0 2-7-16,0-11 0 16,0-6-1-16,16 2-25 15,-6-5-97-15,-5 1-70 16,-5 0-11-16,0-10-181 16,-5 1-320-16</inkml:trace>
  <inkml:trace contextRef="#ctx0" brushRef="#br0" timeOffset="46887.41">14021 9514 747 0,'0'0'42'0,"0"0"78"16,0 0 39-16,0 0-64 16,0 0-28-16,0 0-10 0,212 69-8 15,-186-69-4-15,-9 0 11 16,-3-3-16-16,-9-19-7 15,-1-2 1-15,-4-2-12 16,0 1-9-16,0 5-13 16,-9 6 8-16,-27 2-3 15,6 9 2-15,-1 3-2 16,5 0-2-16,0 0-2 16,12 5 2-16,9 16-1 15,5 2 6-15,0 2 13 16,0-1-16-16,15-10-3 15,15-2 2-15,-4-6-1 16,0-2 11-16,-12-4 28 0,-2 0-4 16,-7 0-4-16,-1 0-7 15,1-13 7-15,-5-8-12 16,0 1-13-16,0 2 7 16,0 3-16-16,0 6 4 15,-5 0-4-15,1 3-8 16,-8 4-26-16,3 2-53 15,-6 0-11-15,-15 2-124 16,-13 29-35 0,-1-2-130-16</inkml:trace>
  <inkml:trace contextRef="#ctx0" brushRef="#br0" timeOffset="48837.76">8766 10730 124 0,'0'0'1006'16,"-391"9"-978"-16,259 1-16 16,54-1 88-16,59-3 2 15,33-3-39-15,149-3-35 16,106 0-6-16,117 0 9 16,93 0-6-16,65-15 46 0,55-9-37 15,26-6 7-15,4-9-19 16,-13 1 22-16,-32-4 14 15,-48-4-27-15,-79 3-8 16,-66 0-19-16,-87 5 3 16,-84 5-1-16,-79 9-4 15,-70 12-2 1,-50 6-7-16,-21 4 0 0,-5-3-19 16,-68 3-82-16,-33 2-38 15,-16 0-92-15,-15-6-42 16,-5-18-274-16</inkml:trace>
  <inkml:trace contextRef="#ctx0" brushRef="#br0" timeOffset="52566.95">11084 11694 106 0,'0'0'633'0,"0"0"-476"16,0 0-6-16,0 0 59 16,0 0-95-16,0 0-39 15,0 0-23-15,-184-48-9 16,188 48-31-16,53 0 62 15,14 0-31 1,21 0-28-16,9 0 1 0,0 0 6 16,-4 0 7-16,-14 0-24 15,-22 0 0-15,-16-6 22 16,-15 4-23-16,-16 2-5 0,-6 0-4 16,-4-4 4-16,-4 4 12 15,0 0-12 1,0 0 3-16,0 0-2 0,0 0 7 15,0 0-7-15,0 0 0 16,0-2 1-16,0 2-4 16,0 0 4-16,0 0-6 15,0 0 8-15,0 0-3 16,0 0-1-16,0 0-4 16,0 0 1-1,0 0 0-15,0 0 3 0,0 0-3 16,0 0 0-16,0 0 1 15,0 0 2-15,0 0 0 0,0-4-5 16,0 4 1-16,0 0 4 16,0 0 13-16,0 0-13 15,0 0 0 1,0 0-7 0,0 0 16-16,0 0-18 15,0 0 9-15,5 0 0 16,-5 0 7-16,0 0-4 15,5 0 9-15,-5 0-6 16,0 0 2-16,0 0-4 16,0 6 1-16,0 40 6 0,0 16 24 15,0 16-6-15,0 5-19 16,0 4 16-16,0 0 0 16,4-4-22-16,13-17 8 15,-8-9-8-15,5-10 8 16,3-8-9-16,-8-8 0 15,1-8 1-15,-3-6-3 16,-2-7-1-16,-5-5 0 16,0 1-3-16,4-3-10 15,-4-3-32-15,0 0-26 16,0 0-71-16,0-18-93 16,0-28-148-16,0-7-297 15</inkml:trace>
  <inkml:trace contextRef="#ctx0" brushRef="#br0" timeOffset="52928.38">12368 11316 844 0,'0'0'88'0,"0"0"46"0,0 0 80 16,0 0-81-16,0 0-39 15,0 0-50-15,-40-68 12 16,40 85 33-16,0 31 4 16,0 12-30-16,10 8-25 15,11-9-5-15,-2-5-8 16,7 3 14-16,-5-6-32 15,5-1-6-15,5-2 1 16,-13-3-2-16,4-4-22 16,-8-5-30-16,-9-4-26 0,-5-4-100 15,0-4-53-15,0 0-43 16,0-9-128-16,-36-3-327 16</inkml:trace>
  <inkml:trace contextRef="#ctx0" brushRef="#br0" timeOffset="53352.38">12517 12323 656 0,'0'0'67'0,"0"0"61"16,0 0 13-16,0 0-12 15,0 0-63-15,0 0-18 16,120 96-8-16,-94-96-5 15,-5 0 6-15,-7 0 2 16,3-15-30-16,-3-8-7 16,-9 2 14-16,-5-3 18 15,0 3-18-15,0 4-3 16,0 4 5-16,0 5-15 16,-19 1 3-16,-7 7-8 15,0 0 3-15,-9 0-4 0,-1 13 0 16,10 8 7-1,1 1 2-15,10-1 2 0,11-5 31 16,4-4-16-16,0-3-6 16,0-6-11-16,0 3 2 15,0-6 1-15,0 0 7 16,0 0-18-16,0 0-2 16,4 0-14-16,6 0-34 15,6 0-84-15,-2-4-94 16,8-32-228-16</inkml:trace>
  <inkml:trace contextRef="#ctx0" brushRef="#br0" timeOffset="53919.06">15966 10224 829 0,'0'0'131'16,"0"0"-36"-16,0 0 107 16,0 0-41-16,0 0-78 15,0 0-34-15,0 0 62 16,271 0-41-16,-181 0 6 16,-3 0-39-16,-12 0-20 15,-13 0-4-15,-15-3-6 16,-16 0-6-16,-13 3 0 15,-6 0-1-15,-2 0-28 16,-10 0-75-16,0 0-27 0,0 0-84 16,0 0-61-1,0 0-100-15,-36 0-85 0</inkml:trace>
  <inkml:trace contextRef="#ctx0" brushRef="#br0" timeOffset="54107.89">16136 10439 662 0,'0'0'80'0,"0"0"59"16,0 0 44-16,0 0-58 0,0 0-28 16,0 0 6-1,-17 56-24-15,69-56-26 0,7 0-20 16,14 0-15 0,-2-8-16-16,-5-7 10 0,0-1-12 15,-17 2-1-15,-6 2-25 16,-12 0-45-16,-13-2-125 15,-18-6-150-15,0 1-317 16</inkml:trace>
  <inkml:trace contextRef="#ctx0" brushRef="#br0" timeOffset="58758.18">17760 9146 987 0,'0'0'48'0,"0"0"35"16,0 0 135-16,-85-161-64 15,85 141 10-15,0 8-49 16,0 10-42-16,0 2-23 16,0 0-12-16,0 0-13 15,-16 0-14-15,2 25-6 0,-12 45 0 16,0 13 6-16,-5 16-6 15,-4-7-4-15,9-3-1 16,2-10 2-16,8-15-3 16,6-12 4-16,10-22-5 15,0-3 2-15,0-5-10 16,50-4 9-16,37 1-5 16,26-10 4-16,7-3-3 15,8-3-12-15,-22-3-5 16,-24 0 2-16,-25 0 2 15,-26 0 8-15,-17-18 9 16,-5-9 2-16,-9-11-1 0,0-11 3 16,0-2 1-16,0 1-2 15,-5 2 6-15,-21 6-1 16,8 7 6-16,1 7-1 16,3 11-3-16,-3 5 2 15,13 6-2-15,4 4 5 16,0 2 6-16,0 0-14 15,0 0 0-15,0 0-6 16,0 5 2-16,0 40 4 16,12 18 6-16,16 7 3 15,-2 3-11-15,4-4-4 16,-8-1 0-16,-4-2 0 16,-6-7 0-16,-7-3 0 0,0-2 0 15,-5 0 0-15,0 1 0 16,0 0 0-16,0-4-48 15,0 0-76-15,0-10-83 16,0-19-120-16,0-22-161 16</inkml:trace>
  <inkml:trace contextRef="#ctx0" brushRef="#br0" timeOffset="59009.64">18904 9097 1006 0,'0'0'59'16,"0"0"116"-16,0 0 22 16,0 0-77-16,0 0-76 15,0 0 36-15,0-97-31 16,0 97-17-16,0 31-9 16,-5 14 46-16,0 4-45 15,5 1-8-15,0-7-11 16,0 8-5-16,0 3-2 15,0 9-25-15,0 6-120 0,0 5-86 16,-21-3-88 0,-7-8-232-16</inkml:trace>
  <inkml:trace contextRef="#ctx0" brushRef="#br0" timeOffset="59244.98">18920 10090 744 0,'0'0'49'0,"0"0"21"15,0 0 124-15,0 0-55 16,0 0-57-16,0 0-14 16,80 23 3-16,-80-23 6 15,0 0-14-15,0 0 12 0,0 0-26 16,0 0-19 0,-23-9-18-16,-8 1-6 0,-16 4-3 15,2 4-3-15,-7 0-10 16,7 21-52-16,19 13-118 15,22-8-40-15,4-1-232 16</inkml:trace>
  <inkml:trace contextRef="#ctx0" brushRef="#br0" timeOffset="59527.76">19326 9303 1039 0,'0'0'130'16,"0"0"-40"-16,0 0 104 15,0 0-18-15,0 0-111 16,0 0-37-16,108-7 65 16,3 67-26-16,-5 8-44 15,-9-3-3-15,-15 4-5 16,-11-4-13-16,-15-1-2 15,-11-5-3-15,-19-4-11 0,-7-10-48 32,-7-5-100-32,-8-10-26 0,1-11-137 0,-5-19-132 15</inkml:trace>
  <inkml:trace contextRef="#ctx0" brushRef="#br0" timeOffset="59763.53">19993 9277 723 0,'0'0'64'0,"0"0"108"16,0 0 68-16,0 0-65 16,0 0-81-16,0 0-26 15,-113-40-14-15,77 85 22 16,-9 16 21-16,-2 8-12 0,17-4-52 16,-6 4 1-16,6 2-27 15,1 1-5-15,-1-3-1 16,8-4-1-16,-8-7-34 15,9-4-88-15,6-8-98 16,6-9-50-16,9-20-255 16</inkml:trace>
  <inkml:trace contextRef="#ctx0" brushRef="#br0" timeOffset="60883.06">21065 9183 848 0,'0'0'43'16,"0"0"45"-16,0 0 95 16,0 0-31-16,0 0-82 15,0 0-1-15,-259-114-13 0,207 114 0 16,3 36 5-16,-3 21-20 15,16 18-25-15,20 16 13 16,16 3-4-16,0-2-17 16,31-6-8-16,25-12-4 15,5-7 4-15,-4-13 1 16,-3-8 13-16,3-12-14 16,-5-11-7-16,-3-7 1 15,3-10 4-15,-2-6 2 16,1 0 4-16,-1 0-1 0,-12-22-2 15,-10-4 6-15,-16 0-4 16,-12-11-1-16,0 4 4 16,0 3-5-16,-31 4 6 15,-9 10-4-15,-7 7 23 16,7 7-19-16,9 2-6 16,1 0-1-16,4 0-6 15,-5 7 3-15,-4 19-21 16,-20 6-26-16,-11 11-48 15,-21 6-107-15,-14 6-24 16,-17-2-184-16,2-4-353 16</inkml:trace>
  <inkml:trace contextRef="#ctx0" brushRef="#br0" timeOffset="61307">16999 10711 987 0,'0'0'17'15,"0"0"-12"-15,0 0 108 16,0 0-45-16,294 2 10 16,-56-2-45-16,38 3-5 15,38-3 20-15,32 0-5 16,25 0-13-16,27-3 6 16,3-20 47-16,-10-5-42 15,-25-1-6-15,-36 5 0 16,-45-1 31-16,-42 5-22 15,-38 2-4-15,-43 5-12 0,-46 5-8 16,-41 5-10 0,-37 0-9-16,-28 3-1 0,-10 0 0 15,0 0-13-15,-22 0-53 16,-58 0-50-16,-42 27-120 16,-46 0-100-16,-4-7-231 15</inkml:trace>
  <inkml:trace contextRef="#ctx0" brushRef="#br0" timeOffset="62895.89">17081 11662 1019 0,'0'0'31'0,"0"0"59"16,0 0 96-1,0 0-91-15,0 0-23 0,0 0-72 16,137-132 1-16,-52 111 31 15,-3 9-13-15,-25 9 75 16,-12 3-40-16,-10 3 32 16,-9 40-34-16,-7 19-7 15,-12 16-27-15,-7 10 8 16,0 3-2-16,0-4-2 16,0-10 4-16,0-12-12 15,-7-12-8-15,7-8-1 16,0-8-5-16,0-8 0 15,0-4-4-15,21-11-53 0,14-1 2 16,5-13-104 0,12 0-49-16,10 0-88 0,-1-34-146 15,0-19-154-15</inkml:trace>
  <inkml:trace contextRef="#ctx0" brushRef="#br0" timeOffset="63147.62">18133 11683 712 0,'0'0'94'0,"0"0"73"16,0 0 23-16,0 0 11 0,0 0-89 16,0 0-29-16,-57-66-53 15,57 69 31-15,26 36 32 16,23 14 7-16,8 13-68 16,0-4-18-16,4 1 3 15,0-3-12-15,-2-9-3 16,-12-10-2-16,-11-4-44 15,-10-11-39-15,-12-5-62 16,-10-3-56-16,1-6-55 16,-5-9-80-16,0-3-67 15</inkml:trace>
  <inkml:trace contextRef="#ctx0" brushRef="#br0" timeOffset="63383.02">18498 11536 646 0,'0'0'165'15,"0"0"33"-15,0 0 7 16,0 0-100-16,0 0-7 16,0 0-47-16,-101 45 19 15,61 29 18-15,-8 11 57 16,8-2-82-16,-4-5-44 16,1-1-7-16,8-9-6 15,4-5-6-15,5-12-1 0,7-10-52 16,10-8-56-1,2-7-60-15,7-7-37 0,0-13-82 16,0-6-187-16</inkml:trace>
  <inkml:trace contextRef="#ctx0" brushRef="#br0" timeOffset="64515.47">19373 11414 781 0,'0'0'134'0,"0"0"-46"16,0 0 58-16,0 0 2 15,0 0-69-15,-271-12-24 16,200 69 7-16,5 12-5 16,16 11 18-16,15 3 10 15,28 0-45-15,7 2-19 16,12-5 14-16,54-8-31 16,14-12 2-16,16-13-6 0,13-11-16 15,2-13-30-15,-5-14 12 16,-10-9 6-16,-13 0-27 15,-29 0 41-15,-11-11 9 16,-24-13 0-16,-8-9 5 16,-11-8-27-16,0 1 27 15,-21 2 27 1,-35 8-15-16,-6 15 19 0,-9 9 3 16,-9 6-2-16,3 0 29 15,-4 23-17-15,20 7-39 16,5 6-1-16,20 4-4 15,10-2-19-15,21 1-97 16,5-7 5-16,0-4-58 16,12-10-94-16,28-12-141 0</inkml:trace>
  <inkml:trace contextRef="#ctx0" brushRef="#br0" timeOffset="64750.54">19748 11566 930 0,'0'0'124'0,"0"0"78"16,0 0-33-16,0 0-95 0,0 0-4 15,0 0 30-15,153 188-2 16,-78-125-69-16,3-4-7 16,-3-8-22-16,-4-9-11 15,-10-10-47 1,-16-1-66-16,-2-8-29 0,-13-7-59 15,-15-7-126-15,1-9-216 16</inkml:trace>
  <inkml:trace contextRef="#ctx0" brushRef="#br0" timeOffset="64940.18">20353 11503 856 0,'0'0'136'0,"0"0"14"0,0 0 64 16,0 0-70-16,0 0-67 15,0 0 37-15,-268 203-39 16,242-123 1-16,5 8-58 16,-5-4-8-16,7-7-10 15,-2-3-5 1,-5-8-118-16,2-7-79 0,-2-14-94 16,10-20-285-16</inkml:trace>
  <inkml:trace contextRef="#ctx0" brushRef="#br0" timeOffset="65520.53">20693 11434 287 0,'0'0'763'16,"0"0"-620"-16,0 0-10 15,0 0-22-15,0 0-89 16,0 0 15-16,-50 102-12 15,50-51-18 1,0 0 13-16,0-9-9 0,0-7-11 0,0-8 1 31,5-12 3-31,5-6-2 0,11-3-2 0,5-6 2 32,23 0 0-32,8 0 1 15,4-6 4-15,5 0 6 0,-5 6-13 16,-2 0 1-1,-7 20 25-15,-7 20 72 16,-10 8-1-16,-9-2-47 16,-14 3-7-16,-12-7-13 15,0-10-2-15,0-5-2 16,-38 1-15-16,-11-8-5 16,-3-2-6-16,12-3-3 0,9-9-48 15,5-6-19-15,7 0-91 16,-11-31 6-16,-1-15-102 15,1-20 25-15,4-9-37 16,0-15 40-16,12-1 45 16,9 10 110-16,0 16 74 15,5 21 200-15,0 22 1 16,0 10 10-16,0 6-10 16,0 3-39-16,0 0-67 15,19-4-32-15,42 4-37 16,15 0-13-16,6 0-13 15,-11 3 0-15,-5 0-54 16,-9 0-86-16,-17 0-97 0,-14 0-53 16,-12 0-64-16</inkml:trace>
  <inkml:trace contextRef="#ctx0" brushRef="#br0" timeOffset="65699.82">21384 11441 555 0,'0'0'200'15,"0"0"36"-15,0 0 3 16,0 0-100-16,0 0-14 15,0 0-27-15,188 121 28 16,-117-69-78-16,7-1 15 16,2-4-52-16,7-5-8 15,-11-3-3-15,-6-9-20 0,-13-7-143 16,-17-4 58-16,2-4-121 16,-1-9-75-16,-1-6-88 15</inkml:trace>
  <inkml:trace contextRef="#ctx0" brushRef="#br0" timeOffset="65899.74">22157 11339 852 0,'0'0'195'15,"0"0"27"-15,0 0-27 16,0 0-107-16,0 0 16 16,0 0 1-16,-259 140-22 15,223-62-59-15,1-1-13 0,4-5 0 16,1 0-11-1,-1-4-3-15,5-2-16 0,12-9-84 16,9-15-98-16,5-12-31 16,0-16-142-16,31-14-123 15</inkml:trace>
  <inkml:trace contextRef="#ctx0" brushRef="#br0" timeOffset="66336.3">22280 11294 868 0,'0'0'128'0,"0"0"49"16,0 0 23-16,0 0-84 16,0 0-78-16,0 0-19 15,30 73 9-15,6-6 13 16,8-1-34-16,8-9-5 16,-2-6-2-16,2-10-3 15,-8-10-12-15,-8-11-15 16,-6-11-20-16,-4-9 25 15,5 0 3-15,4-15 18 16,5-24 1-16,-4-10 0 16,-10-11 3-16,-5-7 0 15,-12 2 1-15,-9 18 4 0,0 17 19 16,0 12 16 0,0 18 26-16,0 0 9 0,0 0-36 15,0 44 46-15,0 15-20 16,0 19-22-16,0-6-16 15,0-6 9-15,0-1-22 16,17-2-10-16,-3-6-4 16,7-6-9-16,-7-7-37 15,12-10-39-15,14-8-110 16,17-14 5-16,9-12-125 16,5-6-126-16</inkml:trace>
  <inkml:trace contextRef="#ctx0" brushRef="#br0" timeOffset="66500.32">23423 11042 825 0,'0'0'189'16,"0"0"-13"-16,0 0 50 15,0 0-83-15,0 0-48 16,0 0-51-16,-66 23 73 16,66 43-72-16,0-6-30 15,31-3-14-15,-1-4-1 16,1-3-25-16,-8 1-145 15,3-3-38-15,-9-1-54 16,-8 2-158-16,-4 5-170 16</inkml:trace>
  <inkml:trace contextRef="#ctx0" brushRef="#br0" timeOffset="66650.23">23534 11859 261 0,'0'0'477'0,"0"0"-205"0,0 0-48 16,0 0-23-16,0 152-98 15,0-149 66-15,0 0-87 16,0-3-34-16,0 3-48 15,0 0-17-15,4 0-29 16,-4-3-117-16,0 0-30 16,0-12-165-16,-4-36-247 15</inkml:trace>
  <inkml:trace contextRef="#ctx0" brushRef="#br0" timeOffset="66932.94">23925 10087 880 0,'0'0'46'0,"0"0"22"15,0 0 70-15,0 0 1 16,-259 41-47-16,157 88 13 16,-8 47-14-16,-8 56 33 15,-10 33 39-15,1 28-104 16,-10 6-27-16,1-16-3 15,-1-17-12-15,-12-27-17 16,8-25-4-16,-8-26-22 0,13-33-27 16,13-30-52-16,12-32-19 15,15-36-61-15,4-25-59 16,7-32-87-16,-2 0-372 16</inkml:trace>
  <inkml:trace contextRef="#ctx0" brushRef="#br0" timeOffset="67640.17">18427 8270 820 0,'0'0'25'0,"0"0"39"15,0 0 71-15,0 0-32 16,0 0-36-16,0 0-2 15,40-111-44-15,-40 111 9 16,0 81-27-16,0 74 8 0,-44 69 94 16,-34 48-66-16,-14 17-13 15,-24-9 8-15,-11-20-21 16,-5-37-5-16,9-40-8 16,22-40 4-16,14-34-4 15,33-28 2-15,23-24 0 16,14-18-2-16,17-18-4 15,0-7-42 1,26-1-48-16,57-7-37 0,28-6-153 16,30-10-295-16</inkml:trace>
  <inkml:trace contextRef="#ctx0" brushRef="#br0" timeOffset="67969.27">21700 7890 1017 0,'0'0'13'0,"0"0"46"0,0 0 114 0,0 0-71 16,0 0-70-16,0 0-29 15,-194 66 28-15,93 74 49 16,-5 29-30-16,-3 11-3 16,-1 6-2-16,-13 2-17 15,-14-1-27 1,-9 10-1-16,-12 0-15 0,5 0-71 16,16-11-92-16,10-17-63 15,16-25-152-15,7-28-299 16</inkml:trace>
  <inkml:trace contextRef="#ctx0" brushRef="#br0" timeOffset="68303.99">19566 10939 927 0,'0'0'48'16,"0"0"-10"-16,0 0 113 0,-174 239 37 15,103-63-66-15,0 27 16 16,-4 25-53-16,-3 4 24 15,7-2-68-15,0-13-28 16,1-17-11-16,-1-18-2 16,10-15-11-16,-1-15-99 15,6-15-61-15,-1-20-119 16,8-34-160-16</inkml:trace>
  <inkml:trace contextRef="#ctx0" brushRef="#br0" timeOffset="69351.05">17272 15053 1029 0,'0'0'51'0,"0"0"17"16,0 0 54-16,0 0-20 15,0 0-65-15,342-72-17 16,-184 46-13-16,-12 5 4 16,-19 2-10-16,-30 7-1 15,-31 5-47-15,-35 3-54 16,-17 4-74-16,-14 0-155 15,0 4-109-15</inkml:trace>
  <inkml:trace contextRef="#ctx0" brushRef="#br0" timeOffset="69524.03">17694 15193 549 0,'0'0'161'16,"0"0"46"-16,0 0 25 15,0 0-80-15,0 0-73 16,0 0 12-16,-120 62-55 15,143-58-15-15,60-2 32 16,32-2-37-16,29 0-16 16,19-19-158-16,4-11-52 15,1-10-171-15,-1-5-250 0</inkml:trace>
  <inkml:trace contextRef="#ctx0" brushRef="#br0" timeOffset="69808.12">19865 13925 809 0,'0'0'277'0,"0"0"-141"0,0 0 54 16,0 0-52-16,0 0 20 16,0 0-115-16,-87-57 8 15,87 109-31-15,5 22 53 16,16 9-41-1,-11 0-27-15,1 2 7 0,-1-7-10 16,-1-6 1-16,8-12-3 16,2-11 0-16,11-7-23 15,-9-10-40-15,5-1-104 16,-16-2-74-16,-10-7-68 16,0-10-250-16</inkml:trace>
  <inkml:trace contextRef="#ctx0" brushRef="#br0" timeOffset="70073.92">19102 14924 635 0,'0'0'44'0,"0"0"19"16,0 0 89-16,0 0 7 16,0 0-37-16,0 0-20 15,92 103-15-15,30-103-26 16,15 0 87-16,11-9-108 15,3-19 1-15,2-1 7 16,1-2-7-16,-8-3-1 16,-9 1-13-16,-24 2-11 15,-26 5-2-15,-28 8-14 0,-21 8-19 16,-24 1-45-16,-14 7-98 16,-10-4-229-16,-63 3-295 15</inkml:trace>
  <inkml:trace contextRef="#ctx0" brushRef="#br0" timeOffset="70577.92">19179 15471 982 0,'0'0'86'0,"0"0"1"0,0 0 68 16,0 0-16-1,0 0-127-15,0 0-9 0,295-150 1 16,-194 124-2-16,-4 7 20 16,-17 10 1-16,-14 9 49 15,-19 0-38-15,-16 22-6 16,-17 14-8-16,-14 9 15 16,0 6-27-16,-45-5-3 15,-16 3-5-15,-5-7 5 16,10-10-4-16,11-4 0 0,14-11-1 15,10-5 1-15,16-6-1 16,5 0-2-16,0-1-2 16,10 8-14-16,37 2 10 15,9 3 8-15,3 6 1 16,3 6 2 0,-6 2 18-16,-11 6-14 0,-3-10 26 15,-23 1-8-15,-7-4 21 16,-12-2-18-16,0 1 8 15,-21-3-12-15,-36 3-3 16,-14-7-4-16,-4 2 1 0,-3-10-9 16,12-3-7-1,0-6-2-15,12 0 1 0,7-6-2 16,7-28-31-16,4-13-17 16,20-12-62-16,16-10-95 15,0-5-158-15,31 2-80 16</inkml:trace>
  <inkml:trace contextRef="#ctx0" brushRef="#br0" timeOffset="70956.14">20349 15221 389 0,'0'0'490'16,"0"0"-321"-16,0 0-18 16,0 0-7-16,0 0-13 15,0 0-84-15,96-111-14 16,-96 116-16-1,0 29 3-15,-26 10 15 0,5 1-18 16,12-3 10-16,4-6 4 16,5-3-6-16,0 2-14 15,0-5 16-15,40 3-18 16,12 2 21-16,14-7-10 0,0-2-12 16,0-1-2-1,0-1 2-15,-12 2 14 0,-2 1 25 16,-12-1-23-16,-14-7 18 15,-12-1-20-15,-2-9 2 16,-12-6-10-16,0 0-7 16,0 6-7-16,-31 2 0 15,-30-2 0-15,-14-3-18 16,2-6-63 0,14-4-85-16,7-42-62 0,7-17-211 15,14-21-301-15</inkml:trace>
  <inkml:trace contextRef="#ctx0" brushRef="#br0" timeOffset="71018.57">20349 15221 920 0</inkml:trace>
  <inkml:trace contextRef="#ctx0" brushRef="#br0" timeOffset="71583.89">20349 15221 920 0,'155'-51'167'0,"-159"51"-70"0,4-3 92 0,0-3-9 0,42-9-127 15,43-4 8-15,21-10-23 16,17-9-12-16,-6-1-16 15,-10-12 1-15,-6-4-10 16,-9 0 4-16,-12-15-10 16,-14-10-8-16,-14-18-8 0,-26-25 2 15,-17-26-3 1,-9-14-61-16,0-26 53 0,-19-10-24 16,-49 4 29-16,-22 20 10 15,-37 32 13-15,-36 32 2 16,-35 25 19-16,-35 20-14 15,-33 15 16-15,-17 25-3 16,-28 17-2-16,-20 9-3 16,-13 17 3-16,2 60-6 15,12 52-6-15,5 54-1 16,21 34 7-16,2 39 4 16,19 18-6-16,33 18 18 0,26 11 47 15,57-3-31-15,66-8 6 16,75-7-26-16,30-24 17 15,140-27-14-15,64-22 5 16,56-34 1-16,73-26-5 16,42-24-9-16,60-25-12 15,37-32-4-15,17-30 0 16,21-23-1-16,0-18 1 16,0-15-1-16,-3-45 1 15,-23-26-3-15,-40-40-2 16,-42-35-6-16,-69-53 7 0,-73-64 3 15,-83-53 3 1,-93-49 1-16,-88-32-2 0,-52 5 1 16,-146 41-2-16,-76 67-2 15,-96 82 2-15,-78 88-1 16,-35 67 0-16,-31 56-16 16,21 15-10-16,52 60-40 15,59 23-80-15,67 5-198 16,62-6-223-16</inkml:trace>
  <inkml:trace contextRef="#ctx0" brushRef="#br0" timeOffset="72792.61">3266 7026 715 0,'0'0'91'0,"0"0"62"0,0 0 26 16,0 0-30-16,0 0-38 16,-238 203-10-16,136-94 36 15,-11 6-50-15,3-2 4 16,3-9-59-16,6-7-10 15,14-14-14-15,26-12-8 16,16-11 0-16,19-11-29 16,21-9-95-16,5-10-81 15,0-3-16-15,0-7-52 16,-12-5-100-16,-18-11-278 16</inkml:trace>
  <inkml:trace contextRef="#ctx0" brushRef="#br0" timeOffset="73059.06">1554 8253 750 0,'0'0'107'16,"0"0"-8"-16,0 0 85 15,0 0-56-15,0 0-56 16,0 0-40-16,31 49 17 16,247-46 80-16,99-3-59 15,81 0-7-15,56 0-23 16,40-14 61-16,4-7-62 15,-15-9-9-15,-29-2 1 0,-66-14 15 16,-78 5-13-16,-102-1-21 16,-100 10-7-16,-86 13-5 15,-56 1 0-15,-26-2-30 16,-52-1-80-16,-58-7-154 16,-34 0-159-16,-2-16-571 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06:42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7967 5947 660 0,'0'0'40'0,"0"0"80"16,0 0 76-16,-66-195-37 15,61 162-53-15,0 13 15 16,5 2-51-16,-4 12 32 15,-1 3-7-15,5 3 20 16,0-3-90-16,0 3-9 16,0 0-5-16,0 0-9 15,0 0 2-15,0 30-4 16,9 21 5-16,22 8 13 16,-5 3-9-16,-7-5 4 0,-3 0 5 15,-1-6-6 1,-4 0-3-16,3-8-2 15,-4-3-7-15,2-8 4 0,-8-7-4 16,1-4-2-16,0-6-1 16,0-2-21-16,-1 0-44 15,-4 6-117-15,0 1-21 16,0 0-75-16,0 5-69 16,-35-1 1-16</inkml:trace>
  <inkml:trace contextRef="#ctx0" brushRef="#br0" timeOffset="377.53">7196 6683 581 0,'0'0'40'0,"0"0"96"16,0 0 52-16,0 0-86 15,0 0-28-15,0 0-2 16,0 0 13-16,-118 17-20 16,118-17-7-16,0 0-10 15,35 0-20-15,36 0-5 16,42 0 24-16,34-8 20 0,20-18 16 16,26-8-40-16,5-2 11 15,-4-3-27-15,-20 1 6 16,-37 7-25-16,-31 5 4 15,-35 6-11-15,-20 4 2 16,-20 7-1-16,-26 6-4 16,0 3-5-16,-5 0-31 15,0 0-102-15,-10 19-108 16,-46 19-143-16,-25 13-17 16</inkml:trace>
  <inkml:trace contextRef="#ctx0" brushRef="#br0" timeOffset="880.41">7434 7026 309 0,'0'0'406'0,"0"0"-352"16,0 0 145-16,0 0-23 16,0 0-98-16,0 0-30 15,158-23 7-15,-61 0 0 16,-5 9-23-16,-7-4 8 15,-8 7-19 1,-11-1-9-16,-21 2 1 0,-10 5-2 0,-13 1-6 16,-18 1-5-16,-4 3 13 15,0 0-1-15,0 0 5 16,0 0 18-16,0 0-8 16,0 0 20-16,0 0-47 15,0 0 1-15,0 0-10 16,0 0 18-16,0 0-9 15,5 12 1-15,0 33 7 16,0 21 24-16,-1 5-13 16,-4 12 34-16,0 1-22 15,0 3 5-15,0 0-15 0,0-10 4 16,0-8 3-16,0-12-13 16,0-14 13-16,0-9-20 15,7-14 6-15,-2-8-1 16,0-2-5-16,-1-10-3 15,-4 0-1-15,0 3-3 16,5-3 0-16,-5 0 0 16,0 0-1-16,0 0-11 15,0 0-33 1,0-19-42-16,0-13-119 0,21-4-94 16,5 4-35-16,10 2-140 15</inkml:trace>
  <inkml:trace contextRef="#ctx0" brushRef="#br0" timeOffset="1288.72">9787 6170 614 0,'0'0'15'0,"0"0"41"16,0 0 92-16,0 0-49 15,132-168-16-15,-123 160 14 16,-2 8 20-16,-7 0-29 16,0 0-15-16,0 0-24 15,0 17-13-15,-30 34-8 16,-13 17 47-16,-6 16 7 15,-3-3-12-15,7 3 17 16,5-7-56-16,5-14-20 16,-3 0 2-16,14-13-11 15,-6-8 1-15,-1-5-2 16,5-11-1-16,5-3-17 0,7 2-105 31,-7-4-86-31,-10-10-109 0,-9-11-25 0,0 0-75 16</inkml:trace>
  <inkml:trace contextRef="#ctx0" brushRef="#br0" timeOffset="1602.64">9238 6114 692 0,'0'0'92'0,"0"0"114"15,0 0-16-15,0 0-71 16,0 0-51-16,0 0-27 15,-26-10-5-15,68 40 14 16,19 16 0-16,10-3 3 16,26 14 58-16,9 3-60 15,-5-1 12-15,-4 2-43 16,-10-5 9-16,-16-6-12 16,-5-2 4-16,-10-6-11 15,-11-6-5-15,0-9 11 16,-7-6-15-16,-10-12 2 15,3 2-3 1,-1-3-2 0,6-1-24-16,6-1-62 0,12-6-147 15,3-2-221-15,0-46-574 16</inkml:trace>
  <inkml:trace contextRef="#ctx0" brushRef="#br0" timeOffset="2592.59">14936 4045 829 0,'0'0'33'0,"-458"0"-20"15,270 0 132-15,56 0-14 16,56 10-65-16,50-8-31 16,26 4-8-16,41-1-12 0,100-5 30 15,88 0 15-15,82 0-51 16,54 0-4-16,53-13 0 15,18-6-1-15,16 6 14 16,6-2 26-16,-1-2-16 16,-26 3-1-1,-32-4 5-15,-29-2 51 0,-40-5-34 16,-30-1-24-16,-29 0 1 16,-64-5-8-16,-65 7 33 15,-55 7-38-15,-57 4 8 16,-30 7-9-16,0 0-12 15,-51 6-18-15,-56 0-13 16,-34 0-136-16,-22 31 2 0,-11 1-97 16,2-2-139-16</inkml:trace>
  <inkml:trace contextRef="#ctx0" brushRef="#br0" timeOffset="13587.94">14641 844 608 0,'0'0'227'16,"0"0"-154"-16,0 0 125 0,-21-151-3 31,16 140-103-31,5 5-16 15,-5 2 6-15,5 4-57 16,0 0 16-16,0 0-12 16,0 0-14-16,-9 36-5 15,2 29 0-15,-2 18 65 0,-1 5-28 16,10-10-35 0,-5-7-2-16,5-11-6 15,0-11-3-15,0 0 2 16,0-13-3-16,0-7-4 0,0-3-55 15,0-7-49 1,19-6-51-16,28-7-80 0,19-6-94 16,5-6-25-16</inkml:trace>
  <inkml:trace contextRef="#ctx0" brushRef="#br0" timeOffset="13903.01">15169 1108 726 0,'0'0'86'0,"0"0"-48"0,0 0 122 16,0 0-28-1,0 0-63-15,0 0-17 0,-188-21 14 16,188 21-15-16,30 0-26 16,41 0 1-16,47 0 5 15,23 0-7-15,17 0 3 16,10 0 3-16,-20-10 13 15,-21-1-10-15,-37 1-10 16,-33 4-13-16,-31 6 3 16,-17-3-8-16,-9 3-3 15,0 0-2-15,0 0 3 16,0 0 6-16,0 0-9 0,0 0-15 16,0 0-67-16,0 0-50 15,0 0-65-15,0 0-104 16,26 0-69-16</inkml:trace>
  <inkml:trace contextRef="#ctx0" brushRef="#br0" timeOffset="14342.13">17258 362 786 0,'0'0'50'0,"0"0"16"0,0 0 115 15,0 0-29 1,0 0-47-16,-127-155-30 0,127 155-15 16,0 0-20-16,0 0-17 15,-5 17-16-15,0 34-1 16,-7 17 74-16,3 7-45 16,0-1-10-16,-1 1-14 15,-2-4-4-15,8-5-4 16,4-3-3-16,0-6-14 15,0-8-17-15,0-6-118 16,30-6-91-16,10-14-99 16,-18-14-223-16</inkml:trace>
  <inkml:trace contextRef="#ctx0" brushRef="#br0" timeOffset="14577.36">16298 1125 738 0,'0'0'17'16,"0"0"65"-16,0 0 113 15,0 0-125-15,0 0 8 16,420 25 12-16,-215-25-32 16,3 0 7-16,-1 0 8 15,-6 0-15-15,-25-13-7 0,-39 4-19 16,-50 3-10-16,-47 6-11 15,-30-3-11-15,-10 3 0 16,0 0-14-16,-66 0-133 16,-50 9-145-16,-32 16-141 15</inkml:trace>
  <inkml:trace contextRef="#ctx0" brushRef="#br0" timeOffset="15047.93">17069 1560 891 0,'0'0'65'0,"0"0"9"0,0 0 118 16,0 0-118-16,0 0-16 15,0 0-17-15,-56-86-1 16,56 86-27-16,-5 0-6 15,-14 25-1-15,-11 22-6 16,4 6 8-16,0 2-5 16,21-15-1-16,5-2 1 15,0-6-3-15,0-5 0 0,35-9-12 16,17-10 12 0,10-5 2-16,4-3 3 0,4 0-4 15,-4 0 7-15,0 0-7 16,-9-3 6-16,-12 3 0 15,-10 0 22-15,-9 0 7 16,-17 6-3-16,-9 16-16 16,0 5 4-16,0 1 7 15,-49 3-13-15,-24-5 7 16,-7-1-10-16,-8-4-9 16,4-4-5-16,6-5 2 15,16-9-26-15,13-3-49 16,14 0-14-16,4 0-83 15,14-32-129-15,13-16-235 16</inkml:trace>
  <inkml:trace contextRef="#ctx0" brushRef="#br0" timeOffset="15267.56">16928 1371 671 0,'0'0'100'16,"0"0"-67"-16,0 0 149 15,0 0-14 1,0 0-135-16,0 0 15 0,123-31-10 16,18 31 22-16,12 0-23 0,-11 0 16 15,-20 0-30-15,-30 0-23 16,-33 0 0-16,-28 0-40 16,-31 0-121-16,-10 0-270 15</inkml:trace>
  <inkml:trace contextRef="#ctx0" brushRef="#br0" timeOffset="21644.23">11272 5868 778 0,'0'0'238'16,"0"0"-167"-16,0 0 96 0,0 0-11 15,0 0-67 1,-38-169-28-16,38 154 21 0,0 9 16 15,0 3-66-15,0 3 59 16,0 0-69-16,0 12-7 16,-40 47-4-16,-21 28 7 15,-14 10-5-15,4 3-4 16,10-5 1-16,-1-3-5 16,10-8-4-16,12-15 2 15,10-22-3-15,20-19 0 16,1-13 0-1,9-10 0-15,0-5-5 0,0 0 2 0,0 0-4 16,23 0 7-16,43 0 4 16,22 0-2-16,8 0-1 15,10 6-2-15,3 11 3 16,-8 2-3-16,1-4 1 16,-10-5 0-16,-17-8-1 15,-9-2 1-15,-14 0-2 16,-7-9-8-16,-15-17 10 15,1-8 2-15,-17-11 0 16,-9-8-1-16,-5-4-2 16,0 4 1-16,0 1-1 15,0 14 1-15,0 13 0 16,0 11 2-16,0 8 0 0,0 6-1 16,0 0 0-16,-5 0-1 15,-4 3-2-15,-13 48 0 16,4 21 2-16,-13 17 4 15,0 3 2-15,15-8-1 16,6-3 0-16,1-9-3 16,9-4-2-1,0-8 0-15,0-3 0 0,0-13-1 16,0 1-11-16,0-7-71 16,0-8-148-16,-26-1-43 15,-19-3-98-15,-16-12-273 16</inkml:trace>
  <inkml:trace contextRef="#ctx0" brushRef="#br0" timeOffset="21911.17">10402 7415 732 0,'0'0'86'0,"0"0"-32"16,0 0 105-1,0 0-62-15,0 0 19 0,316 11-8 16,-108-11-15-16,20-22 7 0,15-1-25 16,-14-1-5-16,-19 4 29 15,-34 4-41-15,-44 7-34 16,-44 6-24-16,-32 3-3 16,-37 0-2-1,-19 0-59-15,0 17-116 0,-66 29-135 16,-40 5-176-16</inkml:trace>
  <inkml:trace contextRef="#ctx0" brushRef="#br0" timeOffset="22335.42">11036 7813 981 0,'0'0'44'16,"0"0"93"-16,0 0 17 15,-110 189-68-15,93-123-41 16,8-7-13-16,4-5-18 16,5-14-2-1,0-8-9-15,0-15 1 0,0-5-4 16,0-12 2-16,0 0-1 16,0 0 0-16,0 0 2 15,0 0 1-15,0-9-4 0,40-17 8 16,21-5-3-16,15 2-3 15,-3 14 1-15,7 9 0 16,3 6 3-16,-8 0 15 16,-9 6-2-16,-14 18 8 15,-24 8-2-15,-16 5-5 16,-12-3 23-16,0 6 29 16,-40-8-54-16,-21-2-4 15,4-6-7-15,5-7-7 16,12-7 0-1,5-4-2-15,-1-6-54 0,-4 0-85 16,-2-16-77-16,-3-15-233 0,5-9-472 16</inkml:trace>
  <inkml:trace contextRef="#ctx0" brushRef="#br0" timeOffset="22555.56">10916 7790 848 0,'0'0'83'0,"0"0"55"16,0 0 40-16,0 0-93 15,0 0-45-15,0 0-7 0,59-27 25 32,50 14-16-32,18-4-28 15,14-4-7-15,13 0-7 16,8 3-15-16,10-3-242 15,-4-5-286-15</inkml:trace>
  <inkml:trace contextRef="#ctx0" brushRef="#br0" timeOffset="22964.03">13071 7321 739 0,'0'0'19'16,"0"0"56"-16,0 0 111 15,0 0-75-15,0 0-46 16,0 0-10-16,-57 3 8 15,57 5-17-15,0 3-23 16,31 3 6-16,40-1 15 0,25-5-6 16,41-8 20-16,16 0-12 15,15 0 3-15,-1 0 12 16,-9-8 6-16,-16-5-1 16,-34 1-52-16,-37 4-2 15,-26 1-2-15,-24 3-10 16,-17 4 5-16,-4 0-9 15,0 0 4-15,0 0-5 16,0 0-125-16,0 0-33 16,-9 0-70-16,-26 0-51 15,-12-17-186-15</inkml:trace>
  <inkml:trace contextRef="#ctx0" brushRef="#br0" timeOffset="23483.25">13792 6948 637 0,'0'0'86'16,"0"0"37"-16,0 0 113 16,0 0-97-16,0 0-18 15,0 0-29-15,-108-33-46 16,108 33-14-16,0 0-5 16,0 0-6-16,0 10-5 15,0 37 2-15,0 18 76 0,0 13-60 16,-5 5-24-16,-4 2 14 15,-1 2 48-15,6-2-45 16,-3-2-15-16,2-7 1 16,0-6-1-16,0-10-3 15,1-3-6-15,4-11 3 16,0-14-5-16,0-8 5 16,0-9-6-16,0-9 0 15,0 0-1-15,0-6 0 16,0 0-3-16,0 3 3 15,0-3 2-15,0 0 1 0,0 0-1 16,0 0 3-16,0 0-4 16,0 0-2-16,0 0 2 15,0 0 1-15,0 0 2 16,0 0-2-16,0 0 0 16,0 0-1-16,0 0-1 15,0 0 1-15,0 0 1 16,0 0-1-16,0 0 1 15,0 0-5-15,0 0 3 16,0 0-2-16,0 0 1 16,0 0-13-16,0 0-37 15,0 0-167-15,4 0-78 0,32-30-412 16</inkml:trace>
  <inkml:trace contextRef="#ctx0" brushRef="#br0" timeOffset="25199.39">15773 6051 716 0,'0'0'26'15,"0"0"20"-15,0 0 137 16,0 0-26-16,0 0-33 16,-36-155-28-16,36 149 17 15,0 3-30-15,0 3-27 16,-4 0-10-16,4 0 18 0,-5 0 3 15,0 0-23-15,5 0-34 16,-5 43 7-16,5 23-2 16,0 12 13-16,0 1-10 15,0-15-18-15,0-1 1 16,0-3-1-16,0-9 2 16,0-6 0-16,0-10-2 15,0 4 0-15,0-10-2 16,5-2-26-16,0-5-141 15,11-8-2-15,-11-5-95 16,0 0-182-16,-5-7-235 16</inkml:trace>
  <inkml:trace contextRef="#ctx0" brushRef="#br0" timeOffset="25450.6">15032 6937 752 0,'0'0'42'0,"0"0"71"16,0 0 66-16,0 0-98 16,0 0-3-16,314 41 6 15,-116-39-29-15,17 3 16 16,13-5 4-16,1 0-25 16,-5 0-2-16,-47 0 32 15,-45 0-46-15,-59 0-22 0,-50 1-12 16,-18 6-9-16,-5 8-11 15,-54 14-152-15,-43 11-103 16,-21 1-92-16,-2-5-332 16</inkml:trace>
  <inkml:trace contextRef="#ctx0" brushRef="#br0" timeOffset="25889.66">15768 7404 881 0,'0'0'52'0,"0"0"91"0,0 0 18 16,0 0-88-16,0 0-10 16,-151 194 21-16,135-131-41 15,11 0 11-15,0-9-29 16,5-10-17-16,0-8-2 16,0-15-5-16,0-10 1 15,0 0-2-15,0-11 2 16,0 2-3-16,0-2 3 15,0 0-4-15,21 0 0 16,15-21 2-16,13-5 3 16,17-1-3-16,5 2 1 15,7 8-4-15,-3 2 3 0,-4 15 0 16,0 0 3 0,-5 6-3-16,0 36 3 0,-5 5 10 15,-9 4 34-15,-21 2-10 16,-22-2 51-16,-9-3-29 15,0-3-40-15,-66-4-5 16,-9-4-6-16,-17-9-6 16,9-2 4-16,8-8-12 15,9-13-4-15,9-5-84 16,8 0-47-16,8-30 10 16,11-27-114-16,9-20-139 15,6-16-177-15</inkml:trace>
  <inkml:trace contextRef="#ctx0" brushRef="#br0" timeOffset="26083.3">15627 7449 797 0,'0'0'58'0,"0"0"-4"16,0 0 162-16,0 0-76 15,0 0-106-15,0 0 28 16,51-14-23-16,65 11 29 15,21-3-56-15,6 0-12 16,-6 1-8-16,-5-6-249 16,-21-4-322-16</inkml:trace>
  <inkml:trace contextRef="#ctx0" brushRef="#br0" timeOffset="26407.11">16954 6634 871 0,'0'0'28'0,"0"0"68"16,0 0 61-16,0 0-74 15,0 0-12-15,0 0-3 16,177 26-5-16,-116 20 4 15,14 14-1-15,3 6-29 16,2 5-4-16,12 4 37 16,0-9-13-16,-7-4-39 15,-7-14-18-15,-24-12 0 16,-7-6 0-16,-2-13-61 16,-14-5-105-16,-10-12-100 15,-7 0-214 1,-14-23-316-16</inkml:trace>
  <inkml:trace contextRef="#ctx0" brushRef="#br0" timeOffset="26657.95">17786 6579 723 0,'0'0'57'0,"0"0"83"16,0 0 54-16,0 0-86 15,0 0-37-15,0 0 13 16,-207 101 2-16,159-26-30 15,8 4 1-15,5 8 5 0,-5 6-3 16,5-4-28 0,-8-12 16-16,15-5-34 0,2-12-9 15,0-12-3-15,0-10 0 16,7-7-1-16,3-7-18 16,11-13-86-16,5-5-65 15,0-6-136-15,0 0-222 16</inkml:trace>
  <inkml:trace contextRef="#ctx0" brushRef="#br0" timeOffset="27185.61">19408 5962 1025 0,'0'0'17'0,"0"0"-2"16,0 0 120-16,0 0-25 16,0 0-7-16,0 0-63 15,-61-153-33-15,25 149 26 16,-11 4-23-16,-23 0 2 16,-11 28-1-16,-11 17-1 15,-4 14-6 1,4 12 31-16,16 17-31 0,24 7-1 0,34 3 0 15,18 4-3-15,0-7 1 16,23-8 0-16,39-13 0 16,4-10 2-16,11-18 4 15,3-9-6-15,3-11-1 16,-3-14 2-16,-2-10-2 16,-12-2 0-16,-7 0 1 15,-17-8 0-15,-6-21 4 16,-10-5 0-16,-17-1-3 15,-9-10 0-15,0 3 3 16,0 3-1-16,-35 10 5 0,-17 7 0 16,-19 14-2-1,-4 8 2-15,-17 0-4 0,9 0-3 16,8 14 10-16,9 11-10 16,9-1 4-16,12 2-5 15,5 8-2-15,10 0-5 16,8 12-22-16,13-1-94 15,4-2-198-15,5-6-203 16</inkml:trace>
  <inkml:trace contextRef="#ctx0" brushRef="#br0" timeOffset="27507.31">18529 7258 912 0,'0'0'90'16,"0"0"-89"-1,0 0 94-15,0 0 29 0,0 0-79 16,0 0 45-16,136 91 1 16,18-83-22-16,22-5-1 15,8-3-17 1,-2 0 17-16,-8 0 6 0,-11-11-35 0,-12-6 14 15,-12 6-38-15,-33 2-4 16,-21 1-6-16,-33 2-5 16,-31 6 0-16,-12 0-13 15,-9 0-172-15,-9 0-100 16,-64 20-346 0</inkml:trace>
  <inkml:trace contextRef="#ctx0" brushRef="#br0" timeOffset="27886.72">18675 7858 314 0,'0'0'724'16,"0"0"-700"-16,0 0 88 16,0 0 0-16,0 0-82 15,306-51-9-15,-190 43 4 16,-3 1 33-16,-16 5-10 15,-22 2-32-15,-9 0-2 16,-21 0-8 0,-14 0-2-1,-6 2 3-15,-8 22 4 16,-8 7 9-16,-9 12 4 0,0 14 3 16,0 12 14-16,-26 8 1 15,-9 2-8-15,0 2 39 16,-1-7-23-16,15-2-31 15,2-7 4-15,8-9-10 16,11-9-7-16,0-13-3 16,0-13-3-16,0-9-2 15,0-7-1-15,0-1-22 16,0-2-142-16,0-2-1 16,0 0-70-16,0-38-157 15,0-13-202-15</inkml:trace>
  <inkml:trace contextRef="#ctx0" brushRef="#br0" timeOffset="28105.15">18788 8318 32 0,'0'0'745'0,"0"0"-647"16,0 0 74-16,0 0-14 16,0 0-76-16,0 0 63 15,351 6-63-15,-148-6-22 16,9-3-17-16,-2-19 21 0,-7-1-40 15,-19-4 7 1,-38 3-30-16,-33 7 5 0,-54 5-6 16,-33 5-16-16,-26-1-111 15,-26-1-262-15</inkml:trace>
  <inkml:trace contextRef="#ctx0" brushRef="#br0" timeOffset="32455.85">10706 9958 706 0,'0'0'30'16,"0"0"59"-16,0 0 115 15,0 0-59-15,0 0-44 16,0 0-34-16,0 0-2 16,-49-92 0-1,44 92-48-15,-2 0 2 0,-12 29-13 16,-16 32 5-16,-8 13 45 15,-6 3-35-15,9-11-15 0,9-9 19 16,5-9-8-16,10-7-13 16,11-11-5-16,5-3 1 15,0-6 0 1,0-3-6-16,0 0 5 0,47-1 1 16,19 1 36-16,19 1-35 15,12-5-1-15,-1 1-3 16,-4-6-2-16,-21-7 2 15,-10-2-3-15,-21 0-7 16,3 0 13-16,-13-26 6 16,-1-10-5-16,-3-8-1 15,-14-5-44-15,-8 2 44 0,-4 0 7 16,0 5-1-16,0 0-5 16,-21 3 2-16,-5 12-2 15,12 9 3-15,9 9 0 16,0 6 11-16,5 3-10 15,0 0 4 1,-7 12-9-16,-7 39 4 0,-2 20 15 16,2 16 83-16,4-2-90 15,10-2 42-15,0 0-35 16,0-6 0-16,0 0-13 16,0-11 0-16,0-5-6 0,14-14 1 15,-4-9-1-15,6-10-4 16,-2-4-32-16,-7-13-97 15,-2-2-35-15,-5 0-31 16,0-5-67-16,-26-2-105 16,-44-2 6-16</inkml:trace>
  <inkml:trace contextRef="#ctx0" brushRef="#br0" timeOffset="32722.86">9752 11205 280 0,'0'0'279'0,"0"0"-213"15,0 0 62-15,0 0 38 16,0 0-70-16,0 0-55 16,-22 83 46-16,197-64 10 15,32-7-26 1,27-3-29-16,20-6 4 0,6-3-7 16,-6 0 0-16,-25-3-8 15,-43-12 45-15,-51-1-47 16,-51 7-25-16,-36 3-3 15,-30 4-1-15,-8-1-122 16,-10 3-31-16,0 0-134 16,-36 0-220-16</inkml:trace>
  <inkml:trace contextRef="#ctx0" brushRef="#br0" timeOffset="33225.61">10473 12049 696 0,'0'0'104'0,"0"0"98"0,0 0-16 16,0 0-41-16,0 0-47 15,0 0-13-15,-172 57-43 0,181-65 15 16,31-16-49-16,12-1-5 16,-2 13-3-16,11 7-2 15,5 5 2-15,-9 0 3 16,-1 14 0-16,-6 26-6 15,-15 6 3-15,-18 8-2 16,-13-2-3-16,-4-2-24 16,-4 0 29-16,-48-4 5 15,-10-7 5-15,-4-7-4 16,7-4 7-16,8-11-9 16,15-5-4-1,20-6 4-15,11-3-4 0,5 0-6 16,0-3 6-16,0 0 0 0,5 0 0 15,42 0-62-15,9 0 41 16,3 0 21-16,3 5 16 16,4 25-16-16,12 10 64 15,-12 4-47 1,-17 3 25-16,-18-2-17 0,-27-2-14 16,-4-8 58-16,0-7-37 15,-61-5-4-15,-14-6 0 16,-13 2-4-16,4-10-13 15,1-7-5-15,12-2 1 0,10 0-7 16,12-21-4 0,6-20-15-16,24-12-34 0,19-16-123 15,0-8-133-15,45 2-160 16</inkml:trace>
  <inkml:trace contextRef="#ctx0" brushRef="#br0" timeOffset="33618.67">11626 12169 233 0,'0'0'600'0,"0"0"-547"0,0 0 82 15,0 0-1 1,0 0-44-16,0 0-52 0,-146-54-14 16,120 57-12-16,0 24 5 15,2 9 2 1,8 6-1-16,11-5-10 0,5 9 5 15,0-1-1-15,49-3-8 16,29-1 10-16,2-5-6 16,3 3-1-16,-3-4 4 15,-14 5-7-15,0-1 35 16,-14-4 67-16,-12-3-48 16,-19-10 16-1,-16-7-23 1,-5-9-12-16,0 2-12 15,-26 3-8-15,-45 2-6 0,-11 0-9 16,2-10-4-16,0-3 0 16,11 0-32-16,15-19-57 15,7-19-63-15,16-17-120 16,26-19-98-16,5-15-311 16</inkml:trace>
  <inkml:trace contextRef="#ctx0" brushRef="#br0" timeOffset="33697.22">11626 12169 894 0</inkml:trace>
  <inkml:trace contextRef="#ctx0" brushRef="#br0" timeOffset="33759.72">11626 12169 894 0,'82'-206'63'0,"-98"206"6"0,16 0 138 0,0 0-124 0,26 0-70 0,61 0 1 16,40-11-14-16,15-8-49 15,-1-5-138-15,-14-5-241 16</inkml:trace>
  <inkml:trace contextRef="#ctx0" brushRef="#br0" timeOffset="34026.79">12807 11483 725 0,'0'0'386'15,"0"0"-372"-15,0 0 85 16,0 0-7-16,0 0-41 16,0 0 17-16,375-6-28 15,-208 6-7-15,5 0-11 16,-14 0 5-16,-26-3-27 16,-40-3-2-16,-45 0-4 15,-33 6-60-15,-14 0-104 16,0-3-153-16,-44-6-149 0</inkml:trace>
  <inkml:trace contextRef="#ctx0" brushRef="#br0" timeOffset="34262.37">13283 11176 762 0,'0'0'141'16,"0"0"32"-16,0 0 52 15,0 0-100-15,0 0-64 16,0 0-14-16,-49 61-24 15,49 27 179-15,14 15-132 0,7-1-33 16,-2 6 5 0,2-4-28-16,0 0-8 15,-7-8-6-15,-4-12-1 0,6-16-15 16,-6-14-36-16,-1-10-117 16,3-16-149-16,-3-22-166 15</inkml:trace>
  <inkml:trace contextRef="#ctx0" brushRef="#br0" timeOffset="34780.44">15134 10519 567 0,'0'0'143'16,"0"0"-80"-16,0 0 139 16,0 0-51-16,-83-152-23 15,53 137-38-15,1 1-15 16,-8 14-24-16,-18 0-9 0,-22 23-10 15,-4 31-28-15,6 18 33 16,14 8-12-16,25 9-4 16,25 11 24-16,11-3-25 15,11 1-12-15,55-11-7 16,19-9-2-16,12-18-1 16,0-20 2-16,-5-12 5 15,-5-16-4-15,-12-12 2 16,-9 0 2-16,-9-6-2 15,-12-24-2-15,-19-2 9 16,-17-8 10-16,-9 2-17 16,0 4 54-16,-14 2-51 15,-43 11 12-15,-4 9-17 0,-15 12 0 16,-6 0-1-16,-3 12-2 16,3 28-47-16,1 4-30 15,8 3-119-15,7 4-35 16,7-2-140-16,3-9-354 15</inkml:trace>
  <inkml:trace contextRef="#ctx0" brushRef="#br0" timeOffset="35047.41">14193 11608 888 0,'0'0'11'0,"0"0"19"16,0 0 125-16,0 0-33 15,118 152-25-15,23-126-2 16,32-7-31-16,32-10 66 16,12-6-63-16,-3-3-15 15,-11 0-2-15,-26-3-3 16,-19-22-25-16,-26 8-12 16,-36 2-5-16,-30 6-1 15,-30 7-4-15,-25-2-2 16,-11 4-64-16,0 0-136 15,-56 6-228-15,-31 12-247 0</inkml:trace>
  <inkml:trace contextRef="#ctx0" brushRef="#br0" timeOffset="36200.62">14575 12444 936 0,'0'0'93'0,"0"0"81"15,0 0-1-15,0 0-76 16,0 0-68-16,0 0-26 0,71-121 4 16,4 98-4-1,-4 8 1-15,-14 7-3 0,-10 3 2 16,-7 5 0-16,-10 0-2 16,-4 19 17-16,-16 26-11 15,-10 8-5-15,0 4 2 31,0 0 3-31,-36-7 31 0,-25-2-31 0,-5-6 6 16,0-7-6-16,10-10 0 16,20-7-7-16,22-12 4 15,7-6-6-15,7 0 3 16,0 0-1-16,0 0 0 16,0 0-2-16,35 0-7 15,27 0 9-15,4 0 1 0,-5 0 2 16,0 0-3-16,-4 12 0 15,-8 1-1-15,3 13 2 16,-12 0 7-16,-9 0 7 16,-22 5 19-16,-9-8 12 15,0 4-8-15,-30-2-4 16,-36-5-12-16,-14-1-2 16,-8-7-9-16,8-1-9 15,9-7 0-15,5-4-2 16,15 0-4-16,15-4-42 15,10-32-92-15,26-15-94 0,0-11-178 16,47-9-229-16</inkml:trace>
  <inkml:trace contextRef="#ctx0" brushRef="#br0" timeOffset="36572.24">15693 12363 897 0,'0'0'59'16,"0"0"42"-16,0 0 98 16,0 0-108-16,0 0-51 15,0 0-27-15,-41-45-3 0,11 74-4 16,-6 8-1-16,11-2 3 16,15 1-4-16,10-2 1 15,0-2 5-15,0 0 3 16,40-5-5-16,17 0-7 15,2 1 14-15,14 1 7 16,-7 4 0-16,-5 5 4 16,-7 5 68-16,-7 3-29 15,-11 0-21-15,-17-5 18 16,-8-2-27-16,-11-6-15 16,0-6-3-16,-4-13 1 15,-48 2 4-15,-14-7-15 0,5-3-7 16,-1-6-1-16,22 0-25 15,0-13-30-15,5-25-74 16,4-16-100-16,15-15-32 16,1-14-171-16</inkml:trace>
  <inkml:trace contextRef="#ctx0" brushRef="#br0" timeOffset="36746.36">15881 12223 932 0,'0'0'108'0,"0"0"-30"0,0 0 133 16,0 0-100-16,0 0-50 16,0 0 25-16,238-3-86 15,-132 3-1-15,-4 0-122 16,-6-9-176-16,-23-13-490 16</inkml:trace>
  <inkml:trace contextRef="#ctx0" brushRef="#br0" timeOffset="36981.37">17970 11861 1307 0,'0'0'2'16,"0"0"3"-16,0 0 43 15,0 0 38-15,0 0-62 16,0 0-4-16,269 0-15 16,-151-6-4-16,-17-6-1 15,-21 6-66-15,-19 4-95 16,-30 2-72-16,-31 0-74 16</inkml:trace>
  <inkml:trace contextRef="#ctx0" brushRef="#br0" timeOffset="37154.11">18010 12240 372 0,'0'0'436'16,"0"0"-306"-16,0 0 98 15,0 0-51-15,0 0-97 16,0 0-47-16,-35 51 0 16,167-51-15-16,40-21-18 15,16-15-86-15,6-17-124 16,-10-25-314-16</inkml:trace>
  <inkml:trace contextRef="#ctx0" brushRef="#br0" timeOffset="37483.87">20811 10892 1009 0,'0'0'33'0,"0"0"74"16,0 0 93-16,0 0-58 0,0 0-79 15,0 0-7-15,-17-60 7 16,17 60 7-16,0 36-43 16,-4 26 3-16,4 16 26 15,-5 5-35-15,5-4 2 16,0-7-8-16,0-4-7 15,0-5-2-15,0-10-6 16,9-5-8-16,8-3 1 16,9-4-59-16,-3-7-145 15,13-11-124-15,6-23-173 16</inkml:trace>
  <inkml:trace contextRef="#ctx0" brushRef="#br0" timeOffset="37828.98">21365 10883 696 0,'0'0'58'0,"0"0"66"16,0 0 58-16,0 0-50 15,0 0-96-15,0 0 0 16,-97 87 35 0,81-4-38-16,11-3 3 0,5 1-4 15,0-4-6-15,0-8-10 16,12-7-11-16,33-13-3 0,21-7 5 15,21-15 1-15,2-16-3 16,25-11 4-16,1 0 1 16,-7-21 12-16,-6-21 15 15,-22-14 29-15,-19-13 18 16,-35-8 0-16,-26-6-47 16,0-4 4-16,-30 13-17 15,-32 8-5-15,6 12-12 16,6 15-5-16,-6 7-1 15,-1 11-2-15,-9 11-27 16,-9 10-58-16,-17 10-188 16,-10 31-22-16,-9 16-331 0</inkml:trace>
  <inkml:trace contextRef="#ctx0" brushRef="#br0" timeOffset="38127.18">20179 11963 831 0,'0'0'323'0,"0"0"-321"15,0 0 98-15,0 0 73 16,297 48-32-16,-106-45-99 16,19-3 28-16,-12 0 36 15,-5 0-59-15,-11 0-11 0,-3-6-15 16,-16-7-4-16,-17 2-4 15,-19-2-5-15,-26 5-7 16,-23-1 0-16,-17 3-1 16,-30 6-2-16,-21-2-20 15,-10 2-79-15,-31 0-141 16,-82 0-269 0</inkml:trace>
  <inkml:trace contextRef="#ctx0" brushRef="#br0" timeOffset="38629.67">19901 12563 989 0,'0'0'73'0,"0"0"-6"16,0 0 133-16,0 0-147 15,0 0-44-15,0 0 2 16,351-45 0-16,-261 45 3 15,-3 0 5-15,-16 11 4 16,-20 19-16-16,-25 12 0 16,-11 3 28-16,-15 6-21 15,0-4 20-15,-22 1-24 0,-37-5 19 16,-14-5-13-16,-2-6-15 16,4-7 21-16,10-11-7 15,21-5-14-15,14-6-1 16,21-3-1-1,5 0 1-15,0 0 0 0,0 0-31 16,0 0 14-16,26 0 5 16,19 0-40-16,11-3 52 15,-6 3 2-15,7 0-2 16,-13 0 0-16,3 30 0 16,-6 6 53-16,-16 6-34 15,-10 5 54-15,-15-2-7 0,0-3-33 16,0-10 30-16,-45-4-33 15,-16-10-12-15,-27-7 6 16,-8-2-8-16,11-9-10 16,2 0-5-16,22 0 2 15,16-20-3-15,15-14-25 16,8-7-47 0,22-9-105-16,0-5-144 0,17 4-204 15</inkml:trace>
  <inkml:trace contextRef="#ctx0" brushRef="#br0" timeOffset="39053.89">21035 12682 678 0,'0'0'115'0,"0"0"44"16,0 0 56-16,0 0-68 16,0 0-63-16,0 0-27 15,70-70-16-15,-74 70-27 16,-39 17-10-16,-1 12-1 15,3 3-3-15,16 2 1 16,20-6-1-16,5 6 0 16,0-4 2-16,5-5-2 15,39-5 0-15,18-2 1 0,-1-7 5 16,5 1-2-16,-9 1 2 16,-8-1-5-16,-7 3 6 15,-11 5-6-15,-7 5 2 16,-13 4 32-1,-11 4 2-15,0-3 62 0,0-7-3 16,-4-2-44-16,-34-2-2 16,-7-5-30-16,-11 0-13 15,1-8-2-15,-1 0-5 16,4-6-29-16,7 0-29 16,10 0-71-16,9-14-15 15,5-18-106-15,21-17 23 16,0-14-55-16,0-11-99 0</inkml:trace>
  <inkml:trace contextRef="#ctx0" brushRef="#br0" timeOffset="39085.03">21035 12682 727 0</inkml:trace>
  <inkml:trace contextRef="#ctx0" brushRef="#br0" timeOffset="39205.69">21035 12682 727 0,'40'-107'184'0,"-40"104"2"0,0 3 31 0,5 0-110 0,25-3-47 0,22 0-1 15,19-4-27-15,21-2-21 16,-3-6-9-16,8-5-2 15,0-2-61-15,-10-4-153 0,-16-7-151 16,-15-12-347-16</inkml:trace>
  <inkml:trace contextRef="#ctx0" brushRef="#br0" timeOffset="39572.48">22690 10519 675 0,'0'0'92'0,"0"0"101"16,0 0 31-16,0 0-124 15,0 0-14-15,0 0-21 16,-137-18-15-16,5 75-16 15,-21 24 26-15,-15 19-6 16,-8 20 67-16,-13 14-40 16,0 4-40-16,13-1-16 15,22-11 3-15,18-14-11 16,13-12-5-16,17-20-5 16,19-14-4-16,16-16-1 15,10-17-2-15,16-13 0 0,5-4-7 16,9-13-41-16,-4-3-50 15,14-15-175-15,11-45 9 16,10-33-262-16</inkml:trace>
  <inkml:trace contextRef="#ctx0" brushRef="#br0" timeOffset="40013.12">21131 9483 890 0,'0'0'8'0,"0"0"-3"16,0 0 87-16,-87-151 67 16,87 109-92-16,0 4-17 15,26 4-39-15,24 10 6 16,11 10-4-16,0 11-12 15,5 3 1-15,0 9 0 16,-14 36 0-16,-7 16 28 16,-14 21-8-16,-22 7 7 0,-9 0-13 15,0-1 6-15,-14-11-13 16,-43-11-3-16,-4-14 5 16,-10-6 2-16,5-13 28 15,10-10-30-15,20-11 12 16,17-5-12-16,8-5-7 15,11-2 3-15,0 0 0 16,0 0-7-16,4 0 28 16,58 0-28-16,30-6 6 15,35-14-3-15,21-5-6 16,8 7-9-16,23 10 3 16,-7 8-92-16,-14 0-72 0,-30 5-240 15</inkml:trace>
  <inkml:trace contextRef="#ctx0" brushRef="#br0" timeOffset="40579.57">21450 12285 964 0,'0'0'103'16,"0"0"47"-16,0 0 45 0,0 0-105 16,-380 144 77-1,187-38-126-15,-22 17 37 0,-18 5-21 16,-1 4-12-16,6 8-23 16,13-9-10-16,22-6 0 15,33-6-8-15,25-18 0 16,41-19-4-16,33-17-7 15,35-12-25-15,26-13-71 16,0-17-214-16,70-23-146 16</inkml:trace>
  <inkml:trace contextRef="#ctx0" brushRef="#br0" timeOffset="41365.41">21287 13891 843 0,'0'0'88'15,"0"0"-3"-15,0 0 75 0,0 0-52 16,0 0-81 0,0 0-18-16,271-91 7 0,-179 85 15 15,-12 3 19-15,-14 3-4 16,0 0-10-16,-14 3 34 15,-17 28-37-15,-4 12 19 16,-12 26 11-16,-19 14 7 16,0 17-41-16,0 4-16 15,0-5 21-15,-26-7-12 16,-14-5-9-16,0-11-6 16,5-13 4-16,-1-12-4 15,15-12 0-15,7-9-4 16,2-10-3-16,12-7 1 0,0-7-2 15,0 0-7 1,0-6-11-16,-5 0-31 16,-4 0-87-16,-12-28-50 0,-10-7-39 15,-14 2-56-15,-11 3-179 16</inkml:trace>
  <inkml:trace contextRef="#ctx0" brushRef="#br0" timeOffset="41554">21207 14621 632 0,'0'0'177'0,"0"0"-51"0,0 0-8 16,0 0 12-16,339-64-29 15,-164 42-60-15,11-5 3 16,7-7-5-16,-13 5-22 16,-18-7-17-16,-20-7 0 31,-20 3-3-31,-16-11-58 0,-18-9-143 0,-18-9-263 15</inkml:trace>
  <inkml:trace contextRef="#ctx0" brushRef="#br0" timeOffset="44458.34">2891 5245 979 0,'0'0'86'0,"0"0"27"15,-259 105 41 1,136 4 10-16,1 23-28 0,-6 15-49 16,3-1-4-16,7-13-33 15,12-8-25-15,19-13-17 16,21-12-7-16,21-9-1 15,10-17-10-15,18-14-34 16,8-17-103-16,9-5-73 16,-5-10-50-16,-6-10-162 15</inkml:trace>
  <inkml:trace contextRef="#ctx0" brushRef="#br0" timeOffset="44713.88">399 6838 883 0,'0'0'174'0,"-309"27"-81"16,217-15 19-16,48-3 29 16,44-6-42-16,70 3-46 15,143-1 20-15,119 1-8 16,109 0 19-16,82-6-44 16,57 0-3-16,10 0-15 15,-11 0 3-15,-29-17 11 16,-58-16-8-16,-41-3-21 15,-65-9 15-15,-74-8-22 32,-70-15-9-32,-84-26-31 0,-61-22-73 0,-62-30-190 0,-35-39-402 31</inkml:trace>
  <inkml:trace contextRef="#ctx0" brushRef="#br0" timeOffset="56536.54">8111 4836 760 0,'0'0'43'0,"0"0"-24"15,-260 0 99-15,209 0 45 16,20 4-55-16,17-2-53 16,14-2 10-16,0 0-13 15,0 7 6-15,0 5-22 16,19 2-5-16,32 11 35 15,15-2-47-15,15-5 16 0,32-4-1 16,28-8 26-16,34-6-6 16,16 0-28-16,18 0-8 15,-1-26-6-15,11-3 35 16,-11-8-21-16,-10 2-15 16,-29 5 1-16,-37 3-6 15,-35 5 2-15,-38 7-3 16,-24 7 1-16,-13 3-2 15,-13 1-1-15,-2 4-2 16,-7 0 0-16,0 0-1 16,0 0-18-16,0 0-3 15,0 0-75-15,-21 0 6 16,-24 0-5-16,-33 0 3 0,-18 0-22 16,-15 6-67-16,-26-1-17 15,-16 5-51-15,0 5 62 16,-5-2-76-16</inkml:trace>
  <inkml:trace contextRef="#ctx0" brushRef="#br0" timeOffset="56803.64">8568 4884 192 0,'0'0'117'0,"0"0"-9"15,-306 45 2-15,225-36 19 16,15-3-32-16,15-4 16 16,25 2-5-16,7-2-2 0,19-2-23 15,0 0-20-15,0 0 4 16,0 0 19-16,0 3-34 15,49 3 17 1,43 4 32-16,36-7-32 0,34-3-17 16,36 0 16-16,26-13 19 15,19-28-39-15,12-10-20 16,-10-9-7-16,-28-3-5 16,-43 2-3-16,-54-2-13 15,-42-5-2-15,-38-4-2 16,-30-16-59-16,-10-39-157 15,-31-61-356-15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09:04.9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12434 1122 929 0,'0'0'25'0,"0"0"48"0,0 0 86 15,0 0-40-15,0 0-20 16,0 0-28-16,0 0-19 16,-40-120 14-16,40 120 0 15,0 0-2 1,0 0-19-16,0 0-32 0,0 28 8 16,0 15 28-16,5 6-25 15,12-1-11-15,-3 1-9 16,-5-3-3-16,8 5-1 15,-3 0-4-15,7 0-50 16,0-4-180-16,-2-1 13 16,2-14-119-16,-2-21-191 15</inkml:trace>
  <inkml:trace contextRef="#ctx0" brushRef="#br0" timeOffset="188.54">12904 1331 839 0,'0'0'146'16,"0"0"9"-16,0 0 62 0,0 0-99 16,0 0-57-16,0 0-39 15,0 28-16-15,0 6-3 0,9 6-3 16,0 7-6-16,-4 4-90 16,-5-3-193-16,0-10-106 15,0-13-222 1</inkml:trace>
  <inkml:trace contextRef="#ctx0" brushRef="#br0" timeOffset="597.04">13349 1099 844 0,'0'0'103'0,"0"0"46"16,0 0-9-1,0 0-26-15,0 0-53 0,0 0-32 16,137-155 10 0,-102 155-2-16,-4 0-21 0,0 3-10 15,-6 35 1-15,1 11-4 16,-21 4 14-16,-5 3-9 16,0 1-7-16,0 0 8 15,-31-4-1-15,-30 2 0 16,-5-8-2-16,-9 0 15 15,-8-7-15-15,17-11 11 16,12-5-1-16,23-9-11 16,15-5 6-16,16-8-3 0,0-2 1 15,0 0 29-15,0 0-30 16,21 0-6-16,55-2 12 16,46-21-5-16,45 0-9 15,1-3-5-15,-5 7-144 16,-27 1 25-16,-18 4-154 15,-21 2-171-15</inkml:trace>
  <inkml:trace contextRef="#ctx0" brushRef="#br0" timeOffset="770">14316 1436 449 0,'0'0'441'0,"0"0"-378"15,0 0 67-15,0 0 77 16,0 0-45-16,0 0-74 15,-57 167-35-15,57-119-21 16,0-5-3-16,0 8-16 16,0 6-13-16,0 4-2 15,-9 1-73-15,-31-5-208 16,-3-10-307-16</inkml:trace>
  <inkml:trace contextRef="#ctx0" brushRef="#br0" timeOffset="1226.69">15037 1251 1116 0,'0'0'37'16,"0"0"29"-16,0 0 100 15,0 0-84-15,66-167-33 0,-16 130-17 16,6 5-6 0,1 2 7-16,4 4-18 0,10 5 14 15,0 9-24-15,-5 5-3 16,-5 7-2-16,-16 0-12 16,-8 40 11-16,-13 14 2 15,-19 10 4-15,-5 2-2 16,0-7-2-16,-19-10 2 15,-2-10-3-15,6-13 8 16,15 0-7-16,0-1 0 16,0-1-1-16,19 6 0 15,33 6 1-15,-2 0 2 0,-3-12 0 16,-21-4 0 0,-21-11-1-16,-5-9 3 0,0 8 14 15,-17 11-19-15,-49 2-3 16,-14 5-10-16,-17 2-59 15,15-2-135-15,11-6-259 16</inkml:trace>
  <inkml:trace contextRef="#ctx0" brushRef="#br0" timeOffset="1430.89">15987 1573 38 0,'0'0'1370'15,"0"0"-1337"-15,0 0 51 16,0 0 86-16,0 0-134 16,0 0-35-16,0 89 2 15,0-14-3-15,-4 8-59 16,-27 2-102-16,-4-14-205 16,-1-21-302-16</inkml:trace>
  <inkml:trace contextRef="#ctx0" brushRef="#br0" timeOffset="1808.09">16489 994 1133 0,'0'0'103'16,"0"0"-82"-16,0 0 43 15,0 0 38-15,0 0-84 16,0 0 22-16,-49 143-12 15,70-78-28-15,38-5 0 16,-2-6-3-16,9-9 2 16,-10-15-6-16,-6-15-11 0,-8-13-20 15,-6-2 20 1,-1-15 18-16,-9-23 5 0,-7-12 4 16,-3-2-3-16,-11 7 5 15,0 11 1-15,-5 10 15 16,0 15 43-16,0 5 8 15,0 4 24-15,0 0-60 16,0 0-28-16,0 0-5 16,0 6-7-16,14 33 3 15,2 18 0-15,-2 9-4 16,-2 9-1-16,-12 4-8 16,0-1-175-16,0-7-22 15,0-19-217-15,0-29-250 0</inkml:trace>
  <inkml:trace contextRef="#ctx0" brushRef="#br0" timeOffset="1980.18">17175 1552 870 0,'0'0'224'15,"0"0"-78"-15,0 0 61 16,0 0-66-16,0 0-50 16,0 0 6-16,0 0-63 15,0 47-24-15,-23 20-5 16,-20 10-5-16,-1 0-26 15,-1-1-174-15,-2-17-148 16,11-20-347-16</inkml:trace>
  <inkml:trace contextRef="#ctx0" brushRef="#br0" timeOffset="2232.19">17725 1111 1168 0,'0'0'180'0,"0"0"-165"0,0 0 56 16,0 0 80-16,0 0-108 0,0 0 43 15,250 51-27-15,-189-25-15 16,-21-1-29-16,-14-5-11 16,-26 6-4-16,0 14-7 15,-35 3-13-15,-48 8-117 16,-9-2 5-16,-5-17-121 15,13-11-112-15,1-21-102 16</inkml:trace>
  <inkml:trace contextRef="#ctx0" brushRef="#br0" timeOffset="2373.19">17416 1096 781 0,'0'0'46'0,"0"0"114"0,344-146 50 0,-169 97-116 16,6 11-30-16,-14 11-33 15,-27 15-24-15,-39 12-7 16,-40 0-126-16,-42 15-241 16</inkml:trace>
  <inkml:trace contextRef="#ctx0" brushRef="#br0" timeOffset="2561.86">18453 1328 980 0,'0'0'36'15,"0"0"46"-15,0 0 164 16,0 0-112-16,-7 197-80 31,24-137-25-31,13 0-20 0,-11 2-8 0,-7-5-1 16,-7 2-50-16,-5-5-201 16,4-18-262-16</inkml:trace>
  <inkml:trace contextRef="#ctx0" brushRef="#br0" timeOffset="2908.08">19722 729 1084 0,'0'0'46'0,"0"0"84"15,0 0 24-15,0 0-69 16,0 0-67-16,0 0-16 15,-203 87 24-15,153-2-6 16,20 4-10-16,25 2-1 16,5 2-9-16,0-5-1 15,45-8-3-15,21-8-8 16,9-18 11-16,3-20 2 0,-7-19 1 31,-10-15 5-31,-21 0-7 0,-14 0 19 0,-12-22 75 16,3-16-35-16,-13-13-21 15,-4 0-32-15,-4 10-6 16,-62 10-3-16,-26 22-102 16,-21 9 12-16,-19 4-48 15,-15 34-259-15,-6 1-304 32</inkml:trace>
  <inkml:trace contextRef="#ctx0" brushRef="#br0" timeOffset="3288.59">12373 2157 1032 0,'0'0'20'0,"0"0"-16"16,0 0 19-16,0 0 71 15,285-5-21-15,208-28-45 16,158-11-5-16,148-8 30 16,109 8 28-16,63 2-2 15,26 3-30-15,-33 9-11 16,-58 3 14-16,-93 1 1 15,-106 2 30-15,-129-3-60 16,-161-3-9-16,-148 3-9 16,-142 3-5-16,-105-2-1 15,-44-1-14-15,-154 0-151 16,-79 9-5-16,-70 12-44 0,-31 6-208 16</inkml:trace>
  <inkml:trace contextRef="#ctx0" brushRef="#br0" timeOffset="9958.18">11374 5469 725 0,'0'0'81'0,"0"0"24"0,0 0 121 16,0 0-106-16,0 0-23 15,0 0-6-15,0 0-22 16,-36-143-3-16,36 143 15 16,-7 0 2-16,7 0-46 15,-5 0-10-15,5 0 25 0,0 44-43 16,0 18 25-16,0 10 7 15,0-6-13-15,0-9-15 16,12-3-3 0,2-13-6-16,-4-5-2 0,2-6-2 15,-3-6 0-15,0 0-1 16,3-4-21-16,-2-1-55 16,-1-4-118-16,0 0 28 15,8-4-51-15,9-3-57 16,0-8-107-16,9 0-213 15</inkml:trace>
  <inkml:trace contextRef="#ctx0" brushRef="#br0" timeOffset="10130.87">11774 5922 479 0,'0'0'169'0,"0"0"-44"16,0 0 84-16,0 0-2 16,0 0-68-16,0 0-70 15,0-3-6-15,0 3-29 16,10 22-22-16,2 7-10 15,2 3-2-15,-10 5-47 16,13-2-221-16,-8-5-176 16</inkml:trace>
  <inkml:trace contextRef="#ctx0" brushRef="#br0" timeOffset="10366.58">12307 5693 429 0,'0'0'654'16,"0"0"-518"-16,0 0 22 15,0 0 15-15,0 0-106 16,0 0-10-16,-31-43 11 16,31 43-30-16,0 0-31 15,0 0-2-15,0 9-4 0,12 28 3 16,7 5-4-16,12 4-5 15,-10 9-7-15,-2 4-165 16,-7 5-113-16,-3-18-287 16</inkml:trace>
  <inkml:trace contextRef="#ctx0" brushRef="#br0" timeOffset="10681.09">12536 5341 723 0,'0'0'52'16,"0"0"-8"-16,0 0 90 15,0 0-1-15,0 0-77 16,0 0-47-16,108-12 62 15,-11 72 12-15,9 17 3 16,-14 13 2-16,-12-2-39 16,-23 9-19-16,-38-2-19 15,-19-3-10-15,-31 4 10 16,-80 5-11-16,-42 7-53 16,-15-10-145-16,-8-18-118 0,8-29-313 15</inkml:trace>
  <inkml:trace contextRef="#ctx0" brushRef="#br0" timeOffset="10998.3">11109 5120 741 0,'0'0'22'16,"0"0"98"-16,0 0 38 16,-332 50-61-16,235 32-23 15,13 21 4-15,18 20 34 16,25 9 6-16,25 2-81 16,16-7-13-16,0-8-14 15,66-7-2-15,26-9-6 16,19-9-2-16,28-20-7 15,23-14-50-15,15-22-130 16,12-17-172-16,-3-19-632 0</inkml:trace>
  <inkml:trace contextRef="#ctx0" brushRef="#br0" timeOffset="11310.77">14052 5126 1012 0,'0'0'104'0,"0"0"-103"16,0 0 32-16,0 0 80 16,-271-9-25-16,221 69-29 15,10 21 20-15,9 11-2 16,1 11-33-16,18 5-5 15,7-10 13-15,5-7 24 16,0-13-64-16,0-10-2 16,5-6-7-16,37-3 5 15,8-8-8-15,11-9-10 16,0-10-51-16,5-4-66 16,-4-18-39-16,-6-10-97 0,-11 0-193 31</inkml:trace>
  <inkml:trace contextRef="#ctx0" brushRef="#br0" timeOffset="13224.82">14092 5453 585 0,'0'0'149'0,"0"0"-55"16,0 0 56-16,0 0 39 15,0 0-85-15,0 0-50 16,-26-74 1-16,26 71-13 16,0 3-9-16,0 0-11 15,0 0 27-15,0 0-39 16,0 0 8-16,0 0-8 0,-5 0-3 16,5 0 0-16,0 0 2 15,0 7-7-15,0 22 5 16,0 12 21-16,0-1-5 15,0-8-2-15,0-1-11 16,0-9 37-16,5 4-29 16,0-8-9-16,6-1-5 15,-6 0-2-15,5 2 2 16,-1-1-2-16,-9-4-2 16,7 4 0-16,-2 3 0 0,-1 0-1 15,1 8-34 1,9 3-50-16,8-7-86 0,3 0-146 15,6-13-154-15</inkml:trace>
  <inkml:trace contextRef="#ctx0" brushRef="#br0" timeOffset="13429.05">14625 5750 796 0,'0'0'125'0,"0"0"5"0,0 0 78 15,0 0-105-15,0 0-43 16,0 0 31-16,0 89-52 16,0-50-35-16,0 5 0 15,-5-2-4-15,0 1-17 16,0-8-179-16,5-12-179 16,0-14-477-16</inkml:trace>
  <inkml:trace contextRef="#ctx0" brushRef="#br0" timeOffset="13806">15143 5353 830 0,'0'0'53'16,"0"0"11"-16,0 0 77 15,0 0-56-15,0 0-25 16,0 0-14-16,255-146-10 15,-220 146 3-15,-9 29-22 16,-7 16 6-16,-12 6-5 16,-7 10 8-16,0 3-8 15,-35-5-1-15,-17-2-9 16,-9-8 20-16,-1-12-7 16,13-6 3-16,2-14 2 15,16-5-3-15,17-9-7 0,9 0-5 16,5-3 2-16,0 0 1 15,0 0 0 1,0 0 1-16,0 0-15 0,0 0 13 16,40 0-11-16,31 0-2 15,26-6 16-15,16-6-16 16,-2-5-10-16,-5-1-24 16,-10 1-99-16,-13-2-53 15,-22 5-146-15,-26-9-302 16</inkml:trace>
  <inkml:trace contextRef="#ctx0" brushRef="#br0" timeOffset="14072.83">15900 4992 771 0,'0'0'37'0,"0"0"77"15,0 0 78-15,0 0-92 16,0 0-67-16,0 0-15 15,97-15 9-15,-5 78 71 0,14 21-31 16,-3 7 4 0,-8 4 3-16,-13 7-18 0,-30-4 18 15,-33 2-25 1,-19-3-41-16,-9 1-3 0,-83 5-5 16,-31 0-5-16,-18 5-104 15,-13-4-52-15,18-7-189 16,8-23-163-16</inkml:trace>
  <inkml:trace contextRef="#ctx0" brushRef="#br0" timeOffset="14607.72">17223 5913 1181 0,'0'0'14'0,"0"0"20"16,0 0 169-16,0 0-115 15,0 0-55-15,0 0-33 16,-10-23 5-16,86 23-8 15,25 0 3-15,-4 0-227 16,-10 6-203-16</inkml:trace>
  <inkml:trace contextRef="#ctx0" brushRef="#br0" timeOffset="14780.09">17861 5934 1165 0,'0'0'28'31,"0"0"10"-31,0 0 85 0,0 0-87 0,0 0-36 16,260-63-24-16,-187 63-170 15,-2 0-213-15,-1 0-358 16</inkml:trace>
  <inkml:trace contextRef="#ctx0" brushRef="#br0" timeOffset="14890.52">18639 5913 637 0,'0'0'306'0,"0"0"-208"0,0 0 45 16,0 0 9-16,0 0-152 16,0 0-41-16,109 6-101 15,-38-1-376-15</inkml:trace>
  <inkml:trace contextRef="#ctx0" brushRef="#br0" timeOffset="15047.05">19950 5941 1001 0,'0'0'28'0,"0"0"-16"15,0 0-12 1,0 0-3-16,0 0-406 0</inkml:trace>
  <inkml:trace contextRef="#ctx0" brushRef="#br0" timeOffset="15157.11">20450 5976 788 0,'0'0'148'0,"0"0"-26"15,0 0 41-15,0 0-163 0,0 0-51 16,0 0-348-16</inkml:trace>
  <inkml:trace contextRef="#ctx0" brushRef="#br0" timeOffset="15990.27">20450 8739 383 0,'0'0'5'0,"116"-162"-4"0,-69 99 11 16,-12 10 28-1,-4 14 14-15,-17 12 21 0,-9 10 30 16,-5 1 38-16,0 10 28 15,0 3 20-15,-40 3-94 16,-26 0-3-16,-10 36 14 16,-11 20-22-16,0 13-13 15,16 11 16-15,17 14-38 16,11 1-17-16,20 1-10 16,16-7-2-16,7-11-12 15,0-13-8-15,51-5 1 16,11-9-3-16,8-10-4 15,13-12-64-15,2-10-110 0,12-15-36 16,-10-4-97 0,-7-4-239-16</inkml:trace>
  <inkml:trace contextRef="#ctx0" brushRef="#br0" timeOffset="16445.79">21457 8476 407 0,'0'0'371'16,"0"0"-255"-16,0 0 42 16,0 0 21-16,0 0-98 15,0 0-24-15,-175 14 7 0,114 50 1 16,7 10-23-16,11 6-6 16,8 2-20-16,21-6-2 15,14-6-7-15,0-15-6 16,0 0 5-16,40-10-3 15,16-13 0-15,6-12-3 16,-1-7-1-16,5-13 1 16,-7 0 3-16,2 0-3 15,1-14 1-15,-6-11 0 16,-4-7-1-16,-7-5 3 16,-14 2-2-16,-17-2 4 15,-14 1-2-15,0 4-2 16,0 9-1-16,-19 4 5 0,-33 10 9 15,-9 9 5-15,-15 0-12 16,1 0 30-16,-3 24 10 16,12 9-34-16,12 6-3 15,2-1-5-15,21-1-2 16,10-2-3-16,21 1 1 16,0 0-2-16,0-3-82 15,35-7-26-15,27-8-158 16,-1-8-178-16</inkml:trace>
  <inkml:trace contextRef="#ctx0" brushRef="#br0" timeOffset="16649.83">22197 8971 960 0,'0'0'101'15,"0"0"89"-15,0 0 6 16,0 0-74-16,0 0-90 15,0 0 20-15,0 114-30 16,0-62 0-16,-14 2-15 16,-7 0-7-16,2-7-4 15,-7-2-62-15,9-2-79 16,8-17-218-16,9-14-215 0</inkml:trace>
  <inkml:trace contextRef="#ctx0" brushRef="#br0" timeOffset="17151.74">22904 8342 890 0,'0'0'23'16,"0"0"41"-16,0 0 126 0,0 0-72 15,0 0-42-15,0 0-14 16,-118-126-17-16,74 171-13 15,-13 24-5-15,8 14-4 16,6 9-13-16,8 10-1 16,11-4-1-16,17-5-3 15,7-10-2-15,0-13-3 16,38-18-1-16,16-15-4 16,12-17 5-16,12-8 0 15,-7-8-4-15,-5-4 4 16,0 0-10-16,0-22 3 15,-10-10 7-15,-6-5 2 0,-15-8 0 16,-9-2-2-16,-17-4 3 16,-9 7-2-1,0 11 1-15,0 7 4 0,-49 17 5 16,-17 9-1-16,-17 0 1 16,3 32 2-16,-2 16 8 15,20 6-6-15,18-1 5 16,13-2-11-16,17-6-3 15,14-4-6-15,0-8 0 16,0-6-1-16,5-6-1 16,25-10-30-1,10-1-49-15,5-10-98 0,7 0-48 16,-12-4-113-16,0-31-142 0</inkml:trace>
  <inkml:trace contextRef="#ctx0" brushRef="#br0" timeOffset="17434.15">23291 8055 707 0,'0'0'35'15,"0"0"24"-15,0 0 67 16,0 0-5-16,0 0-67 16,0 0 8-16,177-105-5 15,-85 171 20-15,-5 39-8 16,-12 29 2-16,-18 22 12 0,-17 6-30 15,-19-1 10-15,-16-8 9 16,-5-21-33-16,-5-20-33 16,-61-6-6-16,-21-20-4 15,-31-6-21-15,-19-8-11 16,-9-9-69-16,-7-18-156 16,-5-16-236-1</inkml:trace>
  <inkml:trace contextRef="#ctx0" brushRef="#br0" timeOffset="19558.31">21450 5404 843 0,'0'0'14'0,"0"0"41"15,0 0 73-15,0 0-51 16,0 0-34-16,377-150-8 16,-236 148 4-1,-9 2-1-15,-14 0 23 0,-26 26-36 16,-21 13-13-16,-26 11-5 16,-24 13 7-16,-16 8-7 15,-5 4 3-15,0-1-8 16,-40-2-2-16,-8-4-5 15,8 7 5-15,-4 1 5 16,13 4-4-16,14 3 12 16,13 1-2-16,4-7-8 0,0-5-1 15,26-10-2-15,30-7 0 16,-2-15 0-16,8-9 0 16,4-11 2-16,-5-8 0 15,0-9 1-15,-9-3 1 16,-7 0-3-1,-10-3 0-15,-4-15 2 0,-15 1-3 16,-6 2 4-16,-10 0-1 16,0 5-3-16,0 5-23 15,0 2 3-15,-26 3 18 16,-14 0 1-16,5 31 1 16,-8 21 0-16,20 19 0 15,11 16 0-15,12 10 0 0,0 6 19 16,16 2-19-16,24-5 3 15,7-6-2-15,-2-13-1 16,0-12-1-16,-3-13 0 16,-13-15 0-16,-3-7 1 15,-22-11 1-15,-4 2-1 16,0-2-14-16,-59 6-66 16,-44 2-76-16,-29-5-120 15,-10-11-258-15</inkml:trace>
  <inkml:trace contextRef="#ctx0" brushRef="#br0" timeOffset="22022.51">22956 5450 792 0,'0'0'59'0,"0"0"11"15,0 0 103-15,0 0-86 16,0 0-52-16,0 0-7 16,102-149-8-16,-62 129 1 15,0 3-9-15,7-2-2 16,-2 10 0-16,-5 3 1 15,0 2-3-15,-10 4-1 16,6 0 5-16,-10 10 1 16,-5 18 0-16,-7 4 11 0,-9 7-2 15,-5-1-10-15,0-1-1 16,0-9-4-16,-14-3 4 16,-17-4-3-16,0-6-5 15,-4-4 13-15,4-5-11 16,1 1 4-16,16-5-5 15,2-2-3-15,7 0 0 16,5 0-1-16,0 0 4 16,0 0-3-16,0 0-1 15,0 0 6-15,0 0 8 16,0 0-11-16,0 0 4 16,0 0-7-16,17 0-4 15,13 0-3-15,15 4 7 16,12 2 4-16,9 5-4 0,-12 8 0 15,2 7 0-15,-4 5 0 16,-16 2 1-16,-10 2-2 16,-22 0-6-16,-4-2-1 15,0-3 3-15,0-3 5 16,-40-6 20-16,-16-4-12 16,-10-5 8-16,-17-6 15 15,-6 1-19-15,1-7-7 16,13 0 1-16,14 0-1 0,9 0 0 15,16-13-3-15,6-2-3 16,16-5 1 0,2-7-15-16,7-3-48 0,5-5-95 15,0-7-145-15,0 5-316 16</inkml:trace>
  <inkml:trace contextRef="#ctx0" brushRef="#br0" timeOffset="22446.89">24196 5194 762 0,'0'0'32'16,"0"0"131"-16,0 0 33 16,0 0-76-16,0 0-50 15,0 0-21-15,45-83-11 16,-45 83-38-16,-5 9-1 15,-47 41 1-15,-9 16 19 16,-10 11-6 0,5 10-8-16,5 0 0 0,16 2 2 15,10-2-3-15,9-6-1 16,21-7 0 0,5-5-3-16,0-15 0 0,40-7 1 0,22-14 0 15,-1-12-1-15,5-12 4 16,0-9-2-16,-5 0 0 15,-6-15 2-15,-8-19-4 16,-17 0 5-16,-16-4-2 16,-14 10 3-16,0 1 3 15,-14 2 5-15,-38 8-5 16,-9 5-13-16,-5 12 4 16,-14 0 0-16,-17 7-4 15,1 27-68-15,-10 6-137 16,4-8-222-16</inkml:trace>
  <inkml:trace contextRef="#ctx0" brushRef="#br0" timeOffset="24949.73">7201 1143 286 0,'0'0'445'16,"0"0"-392"-16,0 0 71 15,0 0 66-15,0 0-112 16,0 0-21-16,-220 0-21 0,154 70 23 16,0 19 0-16,10 11 24 15,11 12-58-15,24-6-6 16,11-7-1-16,10-9 6 15,0-13-18-15,52-8-3 16,24-7-3 0,16-14 3-16,-3-18-7 0,3-13 11 15,-5-17-7-15,-11 0 8 16,-15 0-5-16,-9-6 4 16,-21-20-5-16,-12-8 3 15,-15 0 8-15,-4-8 1 16,0 1 41-16,-23 4-8 0,-29 8-26 15,2 7-14 1,-2 17-4-16,8 5-3 16,-8 0 16-16,12 0-16 0,0 27-1 15,2 10-15-15,7 12-62 16,17 8 0-16,14 0-19 16,0-8-142-16,26-15-74 15,40-17-215 1</inkml:trace>
  <inkml:trace contextRef="#ctx0" brushRef="#br0" timeOffset="25169.78">7755 630 958 0,'0'0'38'15,"0"0"61"-15,0 0 103 16,0 0-45-16,0 0-82 15,0 0-54-15,-36-134-16 16,36 164-3-16,0 29-2 16,0 28 5-16,0 11-5 15,19 7 2-15,7 5-2 16,5 4-78-16,-1 8-120 0,-4-6-99 16,-7-11-231-16</inkml:trace>
  <inkml:trace contextRef="#ctx0" brushRef="#br0" timeOffset="25484.22">8134 1886 167 0,'0'0'539'0,"0"0"-516"16,0 0 44-1,0 0 90-15,0 0-84 0,0 0 16 16,434 6 16-16,-205-6-57 16,23-6 1-16,14-14 8 15,-6-5 3-15,-13 1-17 16,-27 1 15-16,-32 2-33 16,-42 6 5-16,-28 0-13 31,-38 6-10-31,-23 3-7 0,-26 4-2 0,-17-1-4 0,-3-1-82 15,-11 4-157 1,0-6-108-16,0-8-190 0</inkml:trace>
  <inkml:trace contextRef="#ctx0" brushRef="#br0" timeOffset="25829.35">10473 1430 669 0,'0'0'42'16,"0"0"86"-16,0 0 65 15,0 0-88-15,0 0-53 16,0 0-13-16,-80-24-24 16,99 51 12-16,16 8 7 15,17 5-15-15,9-2-9 0,5-5-4 16,5-7 1 0,-10-1-3-16,1-10 6 0,-13-3 2 15,-9-9-12-15,-14-3 1 16,-5 0 1-16,-21 0 2 15,0 0-1-15,0 0 9 16,0 0-9 0,0 2 25-16,-4 4-13 0,-44 12-14 15,-6 7 8-15,-12 9 0 16,0 6-7-16,10 5-2 16,4 5-25-16,16 4-79 31,6 3-82-31,16-6-197 0</inkml:trace>
  <inkml:trace contextRef="#ctx0" brushRef="#br0" timeOffset="26300.95">11586 1179 909 0,'0'0'23'0,"0"0"72"16,0 0 89-16,-14-155-112 15,14 144-6-15,0 7-13 16,-5 4-14-16,-2 0-16 16,-7 0-19-16,-17 33-4 15,-9 18 1-15,-3 18 18 16,3 8-16-16,14-2 1 15,17-1 0-15,9 1 0 16,0-16-3-16,0 1-1 16,21-7-1-16,19-8-7 15,12-6 8-15,2-9 0 16,8-9 0-16,-6-9-4 0,1-12 2 16,-3 0 2-16,-7 0 0 15,-7-5 2-15,-14-18-1 16,-7-3 2-16,-12-3 0 15,-7 4 5-15,0 5-6 16,0-1 14-16,-26 12-1 16,-9 2-3-16,4 4-7 15,5 3-10-15,-4 0 3 16,-1 19 1-16,0 22-10 16,5 8-93-16,3 1-91 15,2-6-161-15,-1-7-387 16</inkml:trace>
  <inkml:trace contextRef="#ctx0" brushRef="#br0" timeOffset="27763.29">15570 3879 667 0,'0'0'32'0,"0"0"69"16,0 0 117-16,0 0-98 16,0 0-50-16,0 0-16 15,-111-119-13-15,71 119-7 16,-16 17-17-16,-6 31-8 16,1 21 12-16,16 8 1 15,14 3-4-15,10 11-9 16,21-5 3-16,0-3-2 0,0-6-10 15,36-11 0-15,25-11 0 16,10-17 9-16,-1-8-7 16,8-9 4-16,-12-13-4 15,-5-2 2-15,-6-6-3 16,-13 0 3-16,-7 0-4 16,-4-9 1-16,-12-11 0 15,-2-7 0-15,-3-6-1 16,-10-6-4-16,-4 0 4 15,0 1-10-15,-9 8 5 16,-22 9-4-16,1 8 4 16,-1 5 4-16,-4 6 0 0,4 2 1 15,-4 0 3 1,9 0 2-16,2 0 2 0,8 0-2 16,11 0 0-16,5 0-3 15,0 10-1-15,0 12-1 16,0 5-1-16,0 9-13 15,0 2-80-15,0 2-94 16,9-8-143-16,3-14-227 16</inkml:trace>
  <inkml:trace contextRef="#ctx0" brushRef="#br0" timeOffset="28186.87">16018 3548 701 0,'0'0'25'0,"0"0"75"16,0 0 17-16,0 0-46 15,80-170 12-15,-19 151-45 16,5 7-3-16,-14 10 1 0,-16 2-16 15,-6 0-11-15,-9 12-6 16,-11 24-2-16,-5 15 11 16,-5 10-6-16,0 8-1 15,0-4 0-15,-31-1-3 16,-4-13-2-16,-1-9 1 16,-4-10 2-16,10-10 14 15,-1-5 5-15,14-8-2 16,8-3-1-16,9-3-5 15,0 0-5-15,0-3 2 16,0 3-2-16,0-3-2 16,0 0-2-16,0 3 8 0,0-3-8 31,31 0-5-31,35 0 0 0,26 0 0 0,23 0-102 16,12 0-65-16,-9 6-185 15,-26-1-114-15</inkml:trace>
  <inkml:trace contextRef="#ctx0" brushRef="#br0" timeOffset="28847.13">16664 4314 690 0,'0'0'20'0,"0"0"6"0,0 0 135 0,0 0-30 16,0 0-83-16,0 0-10 15,-234 36-3-15,234-32-1 16,0 2-12-16,0-1 12 16,36 7-15-16,18-1 0 0,33-2-6 31,19 1-4-16,26-4 3-15,12-6-7 0,19 0-1 16,0 0-2-16,-1 0 7 16,-16 0-5-16,-32 0-1 15,-39-6-1-15,-30 2-2 16,-24 4-3-16,-21 0-9 16,0-6-63-16,0 1-94 15,-35-10-7-15,-22-2-72 16,0-8 150-16,3-1 83 15,7-7 2-15,-2 0 13 16,1 4 69-16,8 4-13 16,0 10 14-16,10 4 7 15,13 2 32-15,12 6-34 16,5 0-17-16,0 3-16 0,0 0-16 16,5 0-13-16,33 3 3 15,11 23-3-15,17 0-2 16,0 2-3-16,5-2 24 15,2-1-17-15,-7-7-2 16,-12-1-4-16,-2-5 0 16,-21-4-8-16,-12-3 4 15,-7-4 0-15,-12 4-3 16,0-3 4-16,0 8-3 16,0 18-3-16,-22 15-15 0,-27 14 15 15,-8 9 0-15,-4-1-95 16,4 1-66-16,-4-7-109 15,-5-6-165-15</inkml:trace>
  <inkml:trace contextRef="#ctx0" brushRef="#br0" timeOffset="30639.96">18753 4051 485 0,'0'0'91'0,"0"0"-8"16,0 0 94-1,0 0-7-15,0 0-75 0,0 0-23 0,-22 19-7 16,22-19 10-16,0 0 15 15,0 0-18-15,0 0-9 16,0 0-8-16,0 0-5 16,0-28-40-16,0 3-3 15,0-7-6-15,10 9-2 16,21 0 3-16,11-2-2 16,12 5 0-16,3 5-2 15,-1 6 2-15,-6 6-2 16,-8 3 2-16,-2 0 1 0,-4 6 0 15,-6 26 1 1,-11 14-2-16,-12 5-22 0,-7-2 22 16,0-6 10-16,0-5-3 15,-42-1-7-15,-19-4-7 16,2-4 7-16,-7 0 8 16,4-7-1-16,15-1-5 15,2-4-1-15,15-2 1 16,9-2-2-16,6-5-2 15,11-4 0 1,4-2 2-16,0-2-6 0,0 0 2 16,0 0-3-16,0 3-5 0,35 1 12 15,22-2 3 1,9 2 0-16,4-4-3 0,1 2 0 16,0 9 2-16,0 4-2 15,-1 10 1-15,-4 10-1 16,-14 8 0-16,-7 5 2 15,-7-4 7-15,-15-2-6 16,-11-10 8-16,-7-8 30 16,-5-6 9-16,0-5-31 15,-17 0 4-15,-37 0 12 16,-24-5-5-16,-2 3-26 16,-2-9 4-1,11-2-2-15,5 0 7 0,16 0-13 16,20 0 5-16,8 0-3 15,18 0-2-15,4 0 0 0,0 0-7 16,0-25-56-16,61-10-146 16,19-22-81-16,17-6-155 15</inkml:trace>
  <inkml:trace contextRef="#ctx0" brushRef="#br0" timeOffset="31094.9">20469 3688 950 0,'0'0'23'0,"0"0"0"0,0 0 172 16,0 0-65-16,0 0-60 16,0 0-48-16,7-72-6 15,-33 106-7-15,-26 21 2 16,-9 20 24-16,0 9-26 15,21-3 7 1,4 5-8-16,15 0 5 0,12 0-7 16,9-1 0-16,0-11-5 15,9-2 0-15,38-9 1 16,14-17-1-16,5-6 18 16,10-14-17-16,-5-7 2 0,-1-7 0 15,-1-9 1 1,-10-3-2-16,-3 0 6 0,-11 0 9 15,-14-15 10-15,-10-10 11 16,-16-4 39-16,-5-7-44 16,0 1-14-16,-26-2-20 15,-24 14-16-15,-6 11 16 16,11 6-1-16,-2 6-6 16,2 0-66-1,0 33 18-15,-2 12-26 0,-14 8-56 16,-10 3-149-16,-9-5-241 15</inkml:trace>
  <inkml:trace contextRef="#ctx0" brushRef="#br0" timeOffset="31440.74">19144 5444 566 0,'0'0'278'0,"0"0"-179"0,0 0 145 16,0 0-59-16,0 0-106 16,278-46-42-16,-63 18 5 15,9 2-11-15,14 5 18 16,12-4 8-16,-7 2 3 15,-19-5 25-15,-26 5-38 16,-45 0-12-16,-33 5-14 16,-37 2 2-16,-34 7-10 15,-23 3-11-15,-21 3 1 16,-5 3-3-16,0 0-12 0,0 0-72 16,0 0-160-16,-14 0 23 15,-27 0-102-15,-15 0-152 16</inkml:trace>
  <inkml:trace contextRef="#ctx0" brushRef="#br0" timeOffset="51410.79">4511 3193 545 0,'0'0'59'16,"0"0"24"-16,-304 5 70 15,238-1-20-15,21-4-17 16,24 0-28-16,16 0-23 16,5 0-10-16,0 0 3 15,0 0-11-15,0 0-11 16,26 0-4-16,59 0-25 16,58 0 18-16,65 0 21 15,47 0 16-15,9-17 11 16,4-15-37-16,1 0-10 0,-2-1 23 15,-15 3-18 1,-28 7-17-16,-45 1-10 0,-54 14-2 16,-43 2 0-16,-37 3-2 15,-24 3 3-15,-21 0-1 16,0 0-2-16,-35 0-5 16,-66 0 5-16,-53 16 0 15,-39 4 8-15,-24 1-8 16,-11-1 1-16,-1 2 2 15,-16 2-3-15,-5 2 0 0,7-2 0 16,10 3 1-16,23-6-1 16,47 0 1-16,43-6 1 15,47-7-2-15,44-5 0 16,29-3-2-16,0 4-1 16,36-4-5-1,84 0 8-15,69 0 10 0,49 0-9 16,38-15 3-16,2-12-1 15,12-3 0-15,16-4-1 16,-11 2 7-16,-22 3 4 16,-49-2-9-16,-70 14 6 15,-74 5-6-15,-45 6-2 16,-35 6 8-16,0 0 0 0,-56 0-7 16,-69 0 1-1,-73 0 0-15,-48 0-4 0,-4 9 0 16,8 11-4-16,27 2 4 15,22 1-1-15,21 1-1 16,35-4 2-16,36-4 0 16,49-7 1-16,38-6-3 15,14-3-2-15,0 4-4 16,70-4-1-16,58 0 9 16,39 0 3-16,31-13 0 15,17-18-2-15,-3 5 1 16,2-3 4-16,-16-1-4 0,-35 6-2 15,-47 5 0 1,-55 11 0-16,-35 4 0 0,-22 2 0 16,-4 2 3-16,0 0-3 15,-4 0 0-15,-72 0-14 16,-46 2 11-16,-50 19 2 16,-26 10-1-16,4 2-2 15,6 0 1-15,30-7 0 16,35-2 3-16,48-8 1 15,49-11-1-15,26-2-2 16,0-3-3-16,113 0 3 0,64 0 2 16,77-12 2-1,41-30-2-15,0-9-31 0,-41-5-86 16,-56-9-185-16,-51-20-277 16</inkml:trace>
  <inkml:trace contextRef="#ctx0" brushRef="#br0" timeOffset="56055.4">6625 9764 730 0,'0'0'79'0,"0"0"97"16,0 0 46-16,0 0-103 16,0 0 14-16,-127-152-71 15,122 152-9-15,5 0-14 16,-9 0-15-16,-17 3-10 0,-19 37-7 16,-16 22 25-1,-17 22 48-15,7 7-56 0,1 9-2 16,13 0 2-16,22-7 40 15,9-9-58-15,16-13 6 16,10-7-12-16,0-9-4 16,10 2-1-16,51-3 5 15,17-6-30-15,7-7 26 16,16-4-40-16,3-11-64 16,7-9-113-16,-5-11-103 15,-19-6-266-15</inkml:trace>
  <inkml:trace contextRef="#ctx0" brushRef="#br0" timeOffset="56337.82">7083 9935 828 0,'0'0'32'0,"0"0"49"15,0 0 110-15,0 0-21 16,0 0-80-16,0 0-13 15,-137-57-38-15,137 57-12 16,0 0 5 0,0 14-13-16,21 26 20 0,-2 14 10 15,2 1 12-15,-6 5-25 0,1 0-21 16,-2-6-8-16,-9-9-5 16,7-1-2-16,-8-2-1 15,1-1-5-15,12 5-112 16,-3-5-51-16,7-8-181 15,-7-18-144-15</inkml:trace>
  <inkml:trace contextRef="#ctx0" brushRef="#br0" timeOffset="56965.7">7927 10538 948 0,'0'0'23'0,"0"0"9"16,0 0 153-16,0 0-60 15,0 0-89-15,0 0 8 16,-21 0 26-16,21 0-31 16,0 0-3-16,0 0-17 15,0 0-9-15,0 0-3 16,0 0 0-16,0 0-3 15,0 0 0-15,0 0-2 0,0 0 2 16,0 0 2 0,0 0 3-16,0 0 0 0,0 0-1 15,0 0-2-15,-5 0-1 16,-5 0 2-16,-11 0-3 16,7-7-1-16,-2-5 2 15,11 3 1-15,0-2 4 16,5 2-8-16,0 3 0 15,0 2 0-15,0 4 13 16,0 0 10 0,0 0-9-16,0 0-6 0,0 0-20 15,0 0 8-15,0 0-6 0,0 0 8 16,-5 0 24-16,5 0-2 16,-4 0-21-16,4 0-1 15,0 0 7-15,0 0 4 16,0 0-5-16,0 0 2 15,0 0-5-15,0 0 3 16,0 0-1-16,0 0 1 16,0 0-1-16,0 0-1 15,0 0-2-15,0 0 0 16,0 4 0-16,0 19 3 16,0 3-4-16,0 11 1 15,0 7-2-15,-36 11-4 16,-30 4-15-16,-16-2-137 0,2 0 14 15,2-9-197-15,7-16-94 16</inkml:trace>
  <inkml:trace contextRef="#ctx0" brushRef="#br0" timeOffset="57546.89">8556 10107 943 0,'0'0'69'16,"0"0"121"-16,0 0-13 16,0 0-83-16,0 0-63 15,0 0-6-15,0-17-9 16,0 59 53-16,12 7-42 15,2 2-16-15,-4 1 40 16,-3-2-39 0,-3-8-4-16,-4-3-3 0,0-12-5 15,0-10-3-15,0-8 3 16,0-3-3-16,0-6-18 0,0 0 21 16,0 0 12-16,0-15-6 15,-26-26 1-15,-4-16 35 16,-6-6-42-1,6-5 0-15,9 2 3 0,2 3-3 16,2 9 1-16,13 22 6 16,4 17-7-16,0 9 0 15,0 6-7-15,0 0 6 16,0 13 1-16,16 27 14 16,24 11 10-16,0 6-15 15,-9 0 1-15,-5 0-2 16,-17-7-2-16,1-2-4 0,-10-9-1 15,0-6 1-15,0-7-2 16,0-1-2-16,0-2-5 16,0-5-52-16,0 1-93 15,0-8-54-15,0-11-117 16,0 0-94 0</inkml:trace>
  <inkml:trace contextRef="#ctx0" brushRef="#br0" timeOffset="57798.08">8750 9651 637 0,'0'0'219'0,"0"0"-197"16,0 0 134-16,0 0-50 15,0 0-31-15,0 0 2 16,341 57 3-16,-234 36 35 15,-16 4-34-15,-29 12-33 16,-32-3-21 0,-30 2-14-16,0 5-10 0,-87 0-2 0,-31 1-2 31,-28-2-13-31,-17 3-53 0,1-5-138 0,13-6-139 16,17-18-224-16</inkml:trace>
  <inkml:trace contextRef="#ctx0" brushRef="#br0" timeOffset="58410.23">10372 9761 667 0,'0'0'47'16,"0"0"127"-16,0 0 40 15,0 0-95-15,0 0-47 16,0 0-39-16,-128 22 2 0,48 58 146 16,-7 18-98-1,21 4-15-15,19 2-14 0,28-5 14 16,19-6-46-16,0-10 26 15,31-9-39-15,35-8-9 16,9-9-1-16,22-12-12 16,4-10 12-16,7-5-57 15,-13-15-81-15,-3-9-59 16,-10-6-91-16,-11-3-168 16</inkml:trace>
  <inkml:trace contextRef="#ctx0" brushRef="#br0" timeOffset="59327.44">10855 10092 521 0,'0'0'64'16,"0"0"33"-16,0 0 51 16,0 0 12-16,0 0-41 15,0 0-44-15,-83-151-12 16,83 147-10-16,-4 2 4 15,4 2-11-15,0 0-16 16,0 0-8-16,0 0 0 0,0 0-12 16,0 0 9-16,0 0-1 15,0 0 1-15,0 0-11 16,0 0 1-16,0 0-1 16,0 0-8-16,0 0 4 15,0 0-2-15,0 0 3 16,0 0-3-16,0 0 1 15,0 0-1-15,0 0-1 16,0 0 3-16,0 0-3 16,0 0-1-16,0 0 0 0,0 0 3 15,0 0-3-15,0 0-1 16,0 0 1-16,0 0 1 16,0 0 0-16,0 0-1 15,0-3 1-15,0 3-1 16,0 0 0-16,0 0 0 15,0 0 0-15,0 0 0 16,0 0 1-16,0 0-2 16,0 0 2-16,0 0-1 15,0 0 0-15,0 0 1 16,0 0 0-16,0 0-1 16,0 0 0-16,0 0-1 15,0 0 2-15,0 0-2 16,0 0 2-16,0 0-1 15,0 0 0-15,0 0 0 0,0 0 0 16,0 0 2-16,0 0 8 16,0 0-11-16,0 0 2 15,0 0 1-15,0 0-1 16,0 0 2-16,0 0-2 16,0-9-2-16,9-7 2 15,26 1 1-15,17-2-1 16,-7 2-2-16,2 5 2 15,3 8-1-15,2 2 0 16,9 0-2-16,5 24-12 0,0 20 20 16,0 9-6-1,-17 2 17-15,-18-4-9 16,-14-6 2-16,-17-7 2 0,0 2 2 16,-52-2 2-16,-24 1 12 15,-11-1-17-15,-3-5-2 16,8-3-5-16,11-9-3 15,19-6 1-15,22-3-1 16,11-6 1-16,14 0-2 16,5-6 1-16,0 3 0 15,0-3-1-15,0 0 1 0,40 0 4 16,45 0-5 0,28-3-43-16,15-6-60 0,4 3-24 15,-10 0-88-15,-6-3-152 16,-24-10-152-16</inkml:trace>
  <inkml:trace contextRef="#ctx0" brushRef="#br0" timeOffset="59542.42">11932 10365 911 0,'0'0'146'16,"0"0"-18"-16,0 0 87 0,-12 157-56 15,12-97-121-15,0 3 7 16,0 5-31-16,0 9-12 16,0 7-2-16,-18 3-29 15,-22-4-110-15,-12-17-213 16,12-22-347-16</inkml:trace>
  <inkml:trace contextRef="#ctx0" brushRef="#br0" timeOffset="59887.86">12364 10041 946 0,'0'0'10'0,"0"0"3"15,0 0 74-15,0 0 52 16,280-61-92-16,-235 73-1 15,-19 35-18-15,-26 12 7 16,0 16-11-16,-66 2-8 16,-21-6-2-16,0-11 19 15,2-14-7-15,7-10 21 0,24-9-15 16,11-10 9-16,20-5-23 16,18-9-5-16,5 0-5 15,0-3 2-15,0 2-7 16,14 4 15-16,47 5-13 15,19-5 8-15,34-6-13 16,22 0 0-16,1 0-6 16,7 0-122-16,-29-17-72 15,-23-11-209-15</inkml:trace>
  <inkml:trace contextRef="#ctx0" brushRef="#br0" timeOffset="60128.1">13116 9860 839 0,'0'0'45'0,"0"0"64"15,0 0 32-15,0 0-13 16,264 153-33-16,-182-53 18 16,-23 8 2-16,-7 9-55 15,-26-11 27-15,-26 0-57 16,0 0-21-16,-52 5-3 15,-49 5-2-15,-26-3-4 0,-20-2-13 16,-11-10-103-16,-9-12-91 16,4-19-332-16</inkml:trace>
  <inkml:trace contextRef="#ctx0" brushRef="#br0" timeOffset="60453.35">14849 10030 1199 0,'0'0'8'15,"0"0"0"-15,-264 9 93 16,193 44-12-16,9 16 14 15,11 14-44-15,27 11 17 16,8 1-18-16,16-3 13 16,0-5-53-16,0-1-2 15,30-5-10-15,22-4 0 16,9-8 2-16,10-9-8 16,14-14-6-16,12-9-53 0,4-17-96 31,-4-13-145-31,-10-7-268 0</inkml:trace>
  <inkml:trace contextRef="#ctx0" brushRef="#br0" timeOffset="60909.34">15398 10409 937 0,'0'0'15'0,"0"0"10"0,0 0 96 15,0 0-23-15,0 0-84 16,0 0 2 0,163-90 9-16,-133 90-12 0,-16 25 6 15,-7 7 1-15,-7 7-5 16,0 9 2-16,-37-1 0 16,-18 1-1-16,-1-3 5 15,4-15-7-15,17-7-4 16,16-8-2-16,14-8-4 15,5-6-2-15,0-1-2 16,0 7-1-16,0-1 1 16,40 3 6-16,17 3 1 15,-3-1-2-15,7 8-3 0,-4 5 1 16,-12 5-3-16,-5 7 4 16,-19-4 10-16,-12-4 18 15,-9-4 9-15,0-10 4 16,-19 1 17-16,-42-5-32 15,-14-1 22-15,-12-3 0 16,-1-6-35-16,13 0-4 16,9 0-10-16,14 0-3 15,12-13-3-15,14-10-121 16,12-13-159-16,14-9-432 16</inkml:trace>
  <inkml:trace contextRef="#ctx0" brushRef="#br0" timeOffset="61097.81">15983 10942 1270 0,'0'0'27'16,"0"0"206"-16,0 0-100 15,0 0-52-15,0 189-46 0,0-149-24 16,-5 3-10-16,-12 2-1 15,-2-3-75-15,-11 0-116 16,-1-9-231-16,5-21-274 16</inkml:trace>
  <inkml:trace contextRef="#ctx0" brushRef="#br0" timeOffset="61521.81">16261 10525 1066 0,'0'0'32'0,"0"0"53"16,0 0 102-16,0 0-113 0,0 0-37 15,0 0 35 1,-54 144-51-16,54-77-16 0,18-1 1 16,25-6-6-16,-3-9 0 15,-5-13 0-15,-9-13-4 16,-2-16-8-16,-8-3-5 15,-11-6 3-15,16 0 14 16,-2-6 4-16,16-40 4 16,8-8-2-16,-3-5 9 15,-9 6-11-15,-13 13 0 16,-1 14 5-16,-17 17 15 16,0 7 56-16,0 2 3 0,0 0-56 15,0 15-9-15,0 32-6 16,0 21 31-16,-5 8-24 15,1-8-11-15,-4 0-4 16,8-9-4-16,0-2-10 16,-4 0-24-16,-1-3-137 15,5-12-3-15,-9-15-177 16,9-24-172-16</inkml:trace>
  <inkml:trace contextRef="#ctx0" brushRef="#br0" timeOffset="61742.36">16867 10381 673 0,'0'0'196'16,"0"0"-125"-16,0 0 136 15,0 0-63-15,259 31-17 16,-184 56 5-16,-9 19-17 16,-23 19-11-16,-20 1-61 15,-23-3-21-15,0 2-17 16,-61-9-5-16,-40 7-1 15,-31-1-23-15,-19-6-154 16,-12-8-105-16,10-29-242 16</inkml:trace>
  <inkml:trace contextRef="#ctx0" brushRef="#br0" timeOffset="62041.37">18314 10404 1239 0,'0'0'13'0,"0"0"-9"0,0 0 118 16,-259 17 26-16,183 61-70 15,10 22 35-15,14 12-36 16,24 3-44-16,16-5-2 15,12-8-15-15,0-9-12 16,5-16-2-16,42-5-1 16,15-15-1-16,13-10-26 15,17-11-124-15,0-22-154 16,-7-14-276-16</inkml:trace>
  <inkml:trace contextRef="#ctx0" brushRef="#br0" timeOffset="62937.79">16273 10781 509 0,'0'0'383'0,"0"0"-319"16,0 0 148-16,0 0-63 15,0 0-72-15,0 0-36 16,0 0 22-16,-17-134-43 16,43 117-17-16,0 1-1 15,14 7 11-15,5 3-15 0,7 6 5 16,-1 0-3-16,-1 0 1 15,-3 28-1-15,-19 14 24 16,-6 8-9-16,-18 7 12 16,-4 3-21-16,0 2 8 15,-44-3 4 1,-27 5 2-16,-12-3 2 0,-2-6-11 16,-2-8 13-16,17-11-14 15,13-8 36-15,22-11-42 16,18-8 1-16,12-6-1 0,5-3-3 15,0 0-1 1,0 0 0-16,0 0 0 0,17 0 0 16,23 0 0-16,17 3 11 15,13 3-8-15,-4 9 0 16,-4 12-2-16,-1 12-1 16,-21 2 1-16,-9 7 6 15,-22-4 4-15,-9-1 5 16,0-3 1-16,-45-3-4 15,-33-2 40 1,-11-4-37-16,-15-5-4 0,10-2-7 16,7-12-3-16,16-6-1 15,14-6-1-15,12 0 0 0,20-14-30 16,15-29-109-16,10-16-60 16,5-22-143-16,61-20-350 15</inkml:trace>
  <inkml:trace contextRef="#ctx0" brushRef="#br0" timeOffset="63424.89">16211 10733 787 0,'0'0'43'15,"0"0"37"-15,0 0 119 31,0 0-95-31,0 0-101 0,0 0 22 0,172-106-12 16,-125 106 11-16,-6 6-2 16,-6 30 26-16,-26 17-9 15,-9 19 9 1,0 11-2 0,-4 4-28-16,-53-3-3 15,-9-16-1-15,-5-6 13 16,-4-13-15-16,14-17 4 15,16-11-4-15,14-10-6 16,19-8-2-16,12-3-3 0,0 0 2 16,0 0 2-16,0 0-5 15,22 0-2-15,27 0 2 16,12 0 6-16,5 0-5 16,0 3 1-16,-9 31 1 15,0 8 0-15,-13 2 13 16,-18-2 13-16,-12-10 13 15,-14-4 28-15,0-1-36 16,-49-5-16-16,-34 4 2 16,-6-9-8-16,-8-5-8 0,5-7-4 15,17-5-1-15,6 0-2 16,10 0-110-16,3-14-73 16,16-25-151-16,23-20-676 15</inkml:trace>
  <inkml:trace contextRef="#ctx0" brushRef="#br0" timeOffset="63896.08">18213 10588 972 0,'0'0'43'15,"0"0"80"-15,0 0 93 16,0 0-97-16,0 0-65 16,0 0-17-16,-10-12-20 15,10 54-14-15,0 13 18 16,-4 15-6-16,4 2-5 16,0-8-2-16,9-1-2 15,31-9-6-15,3-19 1 16,-3-10-2-16,-5-11 0 0,0-8 1 15,-4-6 6-15,4 0-5 16,1 0 3-16,-1-28-3 16,0-9 1-16,1-4 3 15,-15-7 1-15,-7 3-5 16,-7 10 2-16,-2 11 0 16,-5 14 20-16,0 7 78 15,0 3-73-15,0 0-6 16,0 0-13-16,0 31-4 15,-5 16 3-15,-21 12 61 16,5 4-61-16,7-9-5 0,-7 6-2 16,-5-1-1-16,-5 5-50 15,1-3-46-15,1-7-106 16,3-15-162-16,22-21-191 16</inkml:trace>
  <inkml:trace contextRef="#ctx0" brushRef="#br0" timeOffset="64084.73">18779 11191 791 0,'0'0'418'0,"0"0"-366"0,0 0 164 15,0 0-103 1,0 0-42-16,0 0 39 0,0 95-88 16,0-62-11-1,-12 8-11-15,-2 1-2 0,-17 9-111 16,-9-4-84-16,-3-11-311 15</inkml:trace>
  <inkml:trace contextRef="#ctx0" brushRef="#br0" timeOffset="64540.25">19387 10739 1167 0,'0'0'31'0,"0"0"112"0,0 0 46 16,0 0-150-16,0 0-32 15,0 0-5-15,0-20-2 16,0 31-7-16,0 20 7 16,0 7 2-16,0 2-2 15,0-2-5-15,5 1 5 16,16-4 0-16,9-1 3 15,-4-2-3-15,-2-5 2 16,2-3 1-16,-10-7-3 0,3 2 1 16,2-7 2-16,-6-3-3 15,1-1 2-15,-6-4 4 16,-10-2 0-16,0 1 8 16,0-3-1-16,0 0 28 15,0 0 21-15,0 0-33 16,0 0-14-16,0 0-12 15,0 0-3-15,0 0 10 16,0 0-21-16,0 0 0 16,0 0-72-16,0 0 7 15,0 0-30-15,-5 0-171 16,-21 0-12-16,7-20-161 16</inkml:trace>
  <inkml:trace contextRef="#ctx0" brushRef="#br0" timeOffset="64948.15">19554 10845 385 0,'0'0'329'16,"0"0"-160"-16,0 0 55 16,0 0-61-16,0 0-86 15,0 0-26-15,0 0-27 16,0 40 8-16,0 11 35 16,0 1-48-16,12-2-3 15,12-6 0-15,13-4-11 0,8-8 2 16,0-4-6-16,2-11 2 15,-12-5-3-15,1-7-2 16,-6-5 2-16,6 0-2 16,-6-8-2-1,1-22 1-15,0-15 1 0,-12-6 1 16,2-8 0-16,-7 3 1 16,-7 11 1-16,-2 15 0 15,-5 15 6-15,0 9 18 16,0 6 16-16,0 0 25 15,0 0-37-15,0 3 14 16,0 36-29-16,0 9 42 16,0 8-31-16,0-3 28 0,4-7-40 15,11 5-4 1,-4-7-6-16,4-5-3 0,-6-1-2 16,7 2-89-16,-11-8-82 15,0-4-28-15,-5-16-205 16,0-12-167-16</inkml:trace>
  <inkml:trace contextRef="#ctx0" brushRef="#br0" timeOffset="65168.1">20283 10352 935 0,'0'0'44'0,"0"0"61"0,0 0 72 16,0 0-42-16,127 262-52 15,-99-127-22-15,-6 6-9 16,-18-6-20-16,-4-3-19 16,0-18 0-16,-54-8-7 15,-24-4-6-15,-23-6 0 16,-22-3-46-16,-23-4-114 16,-7-23-248-16</inkml:trace>
  <inkml:trace contextRef="#ctx0" brushRef="#br0" timeOffset="65513.53">21480 10552 1233 0,'0'0'13'0,"0"0"81"16,0 0 74-16,0 0-129 15,0 0-28-15,0 0 137 16,-238 197-55-16,177-101-57 16,16-2 6-16,14-3 19 15,10-5-44-15,21-14-9 16,0-4 6-16,0-8-14 15,40-7 0-15,17-2-7 16,9-12-28-16,5-10-119 16,2-14-86-16,-3-15-181 15,-4-9-279-15</inkml:trace>
  <inkml:trace contextRef="#ctx0" brushRef="#br0" timeOffset="65875.25">21933 10832 1059 0,'0'0'29'0,"0"0"112"16,0 0-12-16,0 0-114 16,0 0 25-16,0 0 37 15,-141 125-57-15,124-83-7 16,3-10-2-16,4-4-10 16,3-17 3-16,7-1-4 0,0-5-4 15,0-5-14 1,0 0 10-16,0 0 8 0,17 0 7 15,39 0-6-15,20-15 14 16,21-2-13-16,-17 6 1 16,-2 7-2-1,-12 4-1-15,-17 10 7 0,-14 24 0 16,-9 12 15-16,-14-4 48 16,-12-4-39-16,0-4 0 15,0-8 11-15,0-8-13 16,-26 3-29-16,-30-6-5 15,-15 2 0-15,-21 4-101 16,-19-5-121-16,3-10-191 0,11-6-338 16</inkml:trace>
  <inkml:trace contextRef="#ctx0" brushRef="#br0" timeOffset="66016.39">21751 10790 924 0,'0'0'24'0,"0"0"115"16,260-57-16-16,-123 52-104 16,4 5-19-16,-18 0-17 15,-31 0-264-15,-26 21-312 16</inkml:trace>
  <inkml:trace contextRef="#ctx0" brushRef="#br0" timeOffset="66189.3">22706 11170 982 0,'0'0'121'0,"0"0"117"16,0 0-43-16,0 0-95 15,-56 158-91-15,30-123 23 32,2 10-32-32,-18 0-29 15,-12 2-93-15,-8-7-291 0,1-20-424 16</inkml:trace>
  <inkml:trace contextRef="#ctx0" brushRef="#br0" timeOffset="66612.82">23058 10707 1130 0,'0'0'23'15,"0"0"-11"-15,0 0 116 0,0 0-42 16,0 0-75 0,0 0 26-16,-12 95-1 0,12-67-11 15,0-5-19-15,0-8 0 16,0-4-5-16,0-5 0 16,0 1-2-16,0-1-4 15,4-2 5-15,22-4 9 16,10 2 1-16,11-2-6 15,14 6-2-15,-2 0 0 16,-2 12 1-16,-1 3-2 16,-16 12 0-16,-4 9 11 15,-24 2 14-15,-8 1 32 16,-4-3-15-16,0-6-19 16,0-10 20-16,-4-7 3 15,-22-5-20-15,0-5-18 0,-10 6-8 16,-16-1-1-16,-2 2-25 15,-7-7-92-15,-10-6-69 16,-7-3-84-16,8-3-178 16,8-39-151-16</inkml:trace>
  <inkml:trace contextRef="#ctx0" brushRef="#br0" timeOffset="66958.94">23022 10722 607 0,'0'0'224'0,"0"0"-142"0,0 0 11 15,0 0 20-15,314-95-90 16,-227 82-17-16,-12-2-5 16,-4 0-1-16,-19-2-52 15,-21-6-105-15,-5-5-36 16,-17-10 14-16,-4-7 132 16,-5-4 47-16,0 3 60 15,0 6 44-15,9 11 9 16,3 7 24-16,-3 11-2 15,13 2-11-15,1 9-5 16,34 0-52-16,13 30 8 16,22 34-10-16,0 21-2 15,-16 16 4-15,-5 6 34 16,-15 1-63-16,-21 2-17 0,-23-6-5 16,-12-2-16-16,-42-7-4 15,-78-8 4-15,-38-6-29 16,-36-5-127-16,-20-10-114 15,6-15-89-15</inkml:trace>
  <inkml:trace contextRef="#ctx0" brushRef="#br0" timeOffset="67714.23">15789 12557 856 0,'0'0'96'0,"0"0"94"0,0 0 2 15,0 0-35-15,0 0-109 16,0 0-21-16,-177 27 30 15,90 41 66-15,-5 13-61 16,22-7-21-16,3 6 28 16,20 3-41-16,19-4-6 15,16 2-5-15,12-1-3 16,0-6-9 0,0-2 5-16,21-6-9 0,20-9-2 15,15-8-4-15,20 0-11 0,16-7-119 16,14-10-103-16,16-21-107 15,6-11-409-15</inkml:trace>
  <inkml:trace contextRef="#ctx0" brushRef="#br0" timeOffset="68143.64">16537 12813 886 0,'0'0'29'0,"0"0"65"0,0 0 118 15,0 0-36-15,-286-86-86 16,230 92-19-16,-3 30 7 16,-7 8-48-16,9 7 19 15,5 6-30-15,8 5 0 16,18 6-14-16,16 8 1 16,10 1-3-16,0-5 3 15,14-9-6-15,33-14 0 16,12-12-2-1,10-11 2-15,1-10 1 0,-3-14 2 16,-1-2-2-16,-5 0-1 0,-7-13 14 16,-2-12-14-16,-17-7 9 15,-9-5-3-15,-16 2-6 16,-10-4 4-16,0 12-4 16,0-1 0-16,-31 14 8 15,-30 5 0-15,-1 9-4 16,-4 0-2-16,5 3 0 15,7 23-2-15,7 8 0 16,7 14-4-16,21-2-45 16,19 9-76-16,0-4-145 0,14-10-282 15</inkml:trace>
  <inkml:trace contextRef="#ctx0" brushRef="#br0" timeOffset="68376.09">16984 13416 1034 0,'0'0'103'0,"0"0"130"15,0 0-7-15,0 0-143 16,0 0-25-16,0 0-12 0,0 40-28 16,0 11 2-16,-7 7-14 15,-2 2 0-15,-5 2-6 16,-7 2-15-16,-1 0-104 15,4-7-49-15,13-12-248 16,5-22-104-16</inkml:trace>
  <inkml:trace contextRef="#ctx0" brushRef="#br0" timeOffset="68800.49">17760 12918 891 0,'0'0'61'0,"0"0"86"15,0 0 28-15,0 0-45 16,0 0-55-16,-269-88-23 16,225 113-18-16,-4 22-14 15,13 13-2-15,0 8 2 16,16 10-12-16,7 9-3 15,12-3-2-15,0 2 2 16,0-12-5-16,17-6-7 16,27-7-1-16,18-16 1 15,4-13 7-15,0-11 0 16,0-13 4-16,-14-8-15 0,-3 0 19 16,-9-1-8-16,-9-27 4 15,-5-4 3-15,-17-8 0 16,-9 1-3-16,0 7 17 15,0 5-17-15,-19 6 13 16,-33 12 0-16,-2 1-9 16,-7 8-6-16,4 0-1 15,5 14-1-15,8 20-5 16,13 3-5-16,5 6-54 16,7-1-78-16,7-7-174 15,12-9-110-15</inkml:trace>
  <inkml:trace contextRef="#ctx0" brushRef="#br0" timeOffset="69083.53">18090 12527 621 0,'0'0'97'0,"0"0"125"16,0 0-48-16,0 0-11 0,0 0-86 15,0 0-51-15,231-44 67 16,-115 139-28-16,-10 22 2 16,-14 6 40-16,-22 3-53 15,-22 9-14-15,-44-4-22 16,-4-6 34-16,-52-6-46 16,-63-11-6-16,-38-4 0 15,-31-5-25-15,-14 2 16 16,-10 4-144-16,10-11-110 15,10-19-323-15</inkml:trace>
  <inkml:trace contextRef="#ctx0" brushRef="#br0" timeOffset="71039.14">10982 14788 906 0,'0'0'42'16,"0"0"123"-16,0 0-9 16,0 0-32-16,-280-147-20 15,192 147-59-15,-8 3-8 16,6 37 34-16,3 17-35 15,11 11 1-15,15 10 4 16,9 5-17-16,22 0-18 16,25 4 10-16,5-4-10 15,0-7-5-15,52-5-1 16,14-12-1-16,14-9-4 0,17-13 1 16,4-17 4-16,12-11 1 15,-7-9 0-15,-14 0 1 16,-12-9 1-16,-18-17-2 15,-15-6 3-15,-12-11 4 16,-11-8-7-16,-17-6 0 16,-7-3 5-16,0 8-3 15,-26 7-2-15,-21 15-1 16,2 11 0-16,-16 13-3 16,-10 6 6-16,0 4 1 15,-7 35-2-15,12 5 2 16,17 13 5-16,18 0-8 15,15-3 2-15,16 3-2 0,0-11-1 16,0-3 0-16,21-7-2 16,19-9-20-16,2-5-60 15,8-5-72-15,-3-7-37 16,-2-10-120-16,-5 0-80 16</inkml:trace>
  <inkml:trace contextRef="#ctx0" brushRef="#br0" timeOffset="71416.61">9537 15742 796 0,'0'0'54'0,"0"0"126"15,0 0 30-15,0 0-146 16,0 0 14-16,0 0-41 15,17 77 76-15,181-58-76 16,40-4-7-16,16-6-12 16,15-3 13-16,-5-4 48 15,-9-2-38-15,-22 0 8 0,-28 0-15 16,-37 0 24-16,-48 0-22 16,-38 0 6-16,-46 0-16 15,-27 0-7-15,-9 0-4 16,0 0-15-16,0 0 0 15,0 0 0-15,0 0 0 16,0 0 0 0,0 0 0-16,0 0 0 0,0 0 0 15,0 0-57-15,0 0-86 16,-19 0-8-16,-37 0-52 16,-15 0-152-16,-12 0-349 15</inkml:trace>
  <inkml:trace contextRef="#ctx0" brushRef="#br0" timeOffset="76841.36">10091 16697 863 0,'0'0'68'0,"0"0"40"16,0 0 106-16,0 0-104 15,0 0-41-15,0 0 0 16,0 0-21-16,-71-57-20 15,71 22-21-15,0-2 0 16,12-3 1-16,16 1-4 16,15 1-3-16,11 10-1 15,12 1 2-15,0 8-5 16,0 4 5-16,-5 13-2 0,-9 2 4 16,-7 0 1-1,-3 14-5-15,-18 26 5 0,-3 10-1 16,-21 7 2-16,0-4 3 31,0 2-6-31,-35-8 1 0,-22-6 1 0,-4-4 1 16,-10-8-1-16,5-2 3 15,0-8 1-15,17-5-9 16,2-5 15-16,16 0-12 16,12-9-1-16,12 0 2 15,2 0-4-15,5 0-3 16,0 0 3-16,0 0 0 15,0 0-1-15,40 0 12 0,17 0-15 16,14-7 4 0,7 2 0-16,-8 5 3 0,1 0-2 15,-5 0 0-15,-5 0-1 16,-4 18-12-16,-12 12 12 16,-15 8-2-16,-16 8 7 15,-14-5-1-15,0-3-1 16,0-1-1-16,-28-8 1 15,-24-8 4-15,-9-2 58 16,-10-4-31-16,5-13-14 0,0-2-4 16,0 0 30-16,0 0-37 31,5-9 5-31,0-11-6 0,4-8-7 0,12-1 1 16,15-2-2-16,15-7-16 15,15-4-68-15,0 4-75 16,45-4-109-16,35-1-138 15,24 6-240-15</inkml:trace>
  <inkml:trace contextRef="#ctx0" brushRef="#br0" timeOffset="77296.5">11692 16252 126 0,'0'0'789'0,"0"0"-684"31,0 0 80-31,0 0-30 0,0 0-104 0,-288-24 8 16,241 58-22-16,7 13-7 15,-5 12-7-15,3 10-2 16,6 5-12-16,6 1 4 16,16 0-11-16,14-3 4 15,0-10-6-15,0-5 3 16,40-12-3-16,16-13 1 15,-2-7-2-15,3-13 1 0,4-6-4 16,-4-6 4-16,4 0 2 16,-2 0 5-16,-2-18-6 15,-10-7 1-15,-16-1-1 16,-8-8 1-16,-11 2-2 16,-12 3 1-1,0-1 5-15,-12 6 2 0,-37 12-5 16,-17 12 14-16,-12 0-9 15,-2 0 0-15,-3 18-4 16,8 5-2-16,9 4-2 16,9 0 0-16,17-3-1 0,9 1-9 31,17-5-61-31,9-6-136 0,5-8-144 0,0-6-372 16</inkml:trace>
  <inkml:trace contextRef="#ctx0" brushRef="#br0" timeOffset="77689.3">11626 14684 811 0,'0'0'77'0,"0"0"51"0,0 0 56 31,0 0-79-31,0 0-61 0,0 0-8 0,-120 131 76 31,37-22-29-31,-2 11-40 0,-19-3 7 16,-2-6 2-16,0-10 13 16,-7-7-37-16,7 0-21 15,9-10-2-15,12-10-5 16,19-12 0-16,19-13-2 16,17-11-49-16,16-12-58 15,14-10-72-15,0-16-124 16,0 0-139-16</inkml:trace>
  <inkml:trace contextRef="#ctx0" brushRef="#br0" timeOffset="77958.78">11607 13168 798 0,'0'0'252'16,"0"0"-241"-16,0 0 37 16,0 0 86-16,0 0-94 15,0 0-29-15,-17 71 2 16,3 25 76-16,-2 11-71 16,2 4-14-16,9-4 0 0,0 7-4 15,5 5-4-15,0 7-28 16,0 4-165-16,0 4-62 15,5-8-215-15</inkml:trace>
  <inkml:trace contextRef="#ctx0" brushRef="#br0" timeOffset="78365.7">12210 16440 769 0,'0'0'158'0,"0"0"-6"15,0 0 40-15,0 0-94 0,-313 90-20 16,186-22-14 0,-31 16-9-16,-26 12-11 0,-24 14-3 15,-20 3 5 1,-10 3 45-16,9-5-63 0,14-6-10 16,31-20 24-16,34-13-25 15,32-18-3-15,42-20-10 16,36-17-4-16,24-8-1 15,16-9-4-15,0 0-66 16,0 0-101-16,56 0-70 16,31-12-49-16,20-33-409 15</inkml:trace>
  <inkml:trace contextRef="#ctx0" brushRef="#br0" timeOffset="79628.56">12654 16611 717 0,'0'0'33'0,"0"0"60"15,0 0 83 1,0 0-24-16,0 0-61 0,0 0-27 31,0-147 23-31,0 147-24 16,-31 15-21-16,-35 42-28 15,-16 21 21-15,11 9-4 16,17 1-3-16,16 3 1 16,19 1-13-16,14-4 4 15,5-7 5-15,19-9-20 16,47-13 0-16,26-13-4 16,14-17 6-16,12-10 3 15,5-11-10-15,-8-8 1 16,-2 0 5-16,-21-2 1 0,-16-20-6 15,-15-1 7 1,-26-4 0-16,-16-7 14 0,-12 2-10 16,-7-2-11-16,0 2 3 15,-37 8 10-15,-22 6 0 16,-14 9-3-16,-3 7-1 16,-4 2 34-16,2 0-44 15,-2 17 6-15,2 17-4 16,12 0-2-16,7 9-1 15,12-2 0-15,16 2 0 0,22-9-54 16,9 0-17 0,0-5-80-16,9-1-34 0,39-13-131 15,-4-9-209-15</inkml:trace>
  <inkml:trace contextRef="#ctx0" brushRef="#br0" timeOffset="81064.59">2592 6501 327 0,'0'0'318'0,"0"0"-210"16,0 0 67-16,85-153 26 16,-81 142-53-16,-4 5-36 15,0 6-24-15,0 0-8 16,-61 51-24-16,-19 27 0 15,-26 25 53-15,-3 11-68 16,3 6 15-16,10-2-23 0,4-4-22 16,16-6-1-16,20-16-8 15,11-9-2-15,14-9 0 16,10-2-14-16,7-6-101 16,-3-6-101-16,-2 0-65 15,-11-13-236-15</inkml:trace>
  <inkml:trace contextRef="#ctx0" brushRef="#br0" timeOffset="81346.16">918 7924 886 0,'0'0'96'0,"0"0"-40"16,0 0 127-16,0 0-57 15,0 0-50-15,403-9 15 16,-73-18-34-16,71-5 16 16,47-4 31-16,23 3-60 15,13 6-11-15,-6 2 37 16,-51 8-30-16,-62 6-17 16,-75-1-7-16,-87 0-9 15,-76 2-6-15,-61 7-1 0,-40 0-14 16,-21-6-99-1,-5-11-89-15,-5-23-117 0,-56-22-801 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12:38.3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6088 4017 866 0,'0'0'90'0,"0"0"13"16,0 0 77-16,0 0-81 16,0 0-40-16,0 0 2 15,0 0 30-15,0 0-73 16,-21-19 16-16,21 57-2 15,0 26 44-15,16 16-3 16,-6 0-54-16,-10-5-9 16,0-1 5-16,0-1-8 15,0-12-3-15,0-4-1 16,0-8-3-16,0-11 0 16,0-8-1-16,0-7 0 15,0-4-52-15,0-6-79 16,0-5-91-16,0-8-52 0,0 0-186 15</inkml:trace>
  <inkml:trace contextRef="#ctx0" brushRef="#br0" timeOffset="346.02">6691 4100 673 0,'0'0'44'0,"0"0"10"16,0 0 120-16,0 0-57 16,0 0-51-16,0 0 14 15,-30-45-36-15,30 45-11 16,0 0-7-16,0 0 6 16,0 0-7-16,0 42-10 15,-5 15 29-15,-4 14-4 16,-3 4-21-16,7 0 18 15,-4-1-20-15,4-3-5 16,-4-2-5-16,-3-9-3 16,7-7-2-16,0-9-1 15,1-1 0-15,4-11-1 16,0-7-12-16,0-2-52 0,0-8-60 16,-5-4-96-16,-12 0-182 15</inkml:trace>
  <inkml:trace contextRef="#ctx0" brushRef="#br0" timeOffset="596.73">5939 4554 629 0,'0'0'41'16,"0"0"3"-16,0 0 114 15,0 0-52-15,0 0-88 16,0 0 4-16,123-31-7 16,-26 19-10-16,18 1 2 15,8-5-6 1,4 1-1-16,0 6-22 0,-16 1-80 16,-7 8-97-16,-29 0-83 15</inkml:trace>
  <inkml:trace contextRef="#ctx0" brushRef="#br0" timeOffset="1084.03">7368 4305 420 0,'0'0'66'0,"0"0"36"16,0 0 28-16,0 0-18 0,0 0-41 15,0 0 35-15,-31-125-35 16,31 116-9-16,0 1-8 16,0 4 23-16,0 4-28 15,0 0-5 1,0 0-13-16,0 0-15 0,0 0-4 15,0 0-4-15,0 30 11 16,0 18-16-16,0 18 16 16,0 2 2-16,0-2 7 15,0 0-8-15,0-9-11 16,0-2-1-16,0-1-4 16,0-2 1-16,0-12-2 15,0-6-1-15,0-11-1 0,0-7-1 16,0-8-3-16,0-1-10 15,0-4-25-15,0-3-17 16,5 0-59-16,-5-10-53 16,0-28-64-16,0-13-84 15,0-2-129 1</inkml:trace>
  <inkml:trace contextRef="#ctx0" brushRef="#br0" timeOffset="1288.28">7007 4228 437 0,'0'0'59'0,"0"0"34"0,0 0 30 15,0 0-18-15,0 0-57 16,0 0-5-16,-66-9-24 16,116 9 11-16,23-3 18 15,24-10-12-15,13 1-13 16,13-2 4-16,-7 0-5 15,-8 2-12-15,-18 6-10 16,-24 6-54-16,-19 0-102 16,-28 0-119-16</inkml:trace>
  <inkml:trace contextRef="#ctx0" brushRef="#br0" timeOffset="1775.18">8238 4234 560 0,'0'0'50'16,"0"0"12"-16,0 0 91 16,0 0-1-16,-7-155-101 15,7 139 2 1,0 8 10-16,0 8 3 0,0 0-25 16,0 0-15-16,7 0-9 15,-7 6 0-15,5 39-1 16,-1 18 44-16,-4 11-11 15,0 3-32-15,0-3 32 0,0 1-16 16,0-9-12 0,0-9-10-16,5-6-3 0,0-7-6 15,0-2 0-15,6-10 2 16,4-7-4-16,6-7-4 16,-7-10-40-16,-9-2-30 15,6-3-56-15,-11-3-61 16,0-3-163-16,0-32-190 15</inkml:trace>
  <inkml:trace contextRef="#ctx0" brushRef="#br0" timeOffset="2046.48">7866 4076 599 0,'0'0'64'0,"0"0"-43"16,0 0 75-16,0 0 59 16,0 0-97-16,0 0-33 15,-76-25-17-15,133 25 12 16,39-6-2 0,25 1 0-16,22-1-3 0,8-3 6 0,-7 1 4 31,-17-1-7-31,-21 3-16 15,-30 2-2-15,-20 4-27 16,-20 0-39-16,-22 0-51 16,-14 0-88-16,0 0-52 15,-9 12-234-15</inkml:trace>
  <inkml:trace contextRef="#ctx0" brushRef="#br0" timeOffset="4377.84">6178 6051 878 0,'0'0'111'0,"0"0"76"16,0 0-4-16,0 0-70 0,0 0-67 15,0 0 9-15,-71-44-24 16,106 73 101-16,8 18-67 15,-3 12-40 1,-10 10-1-16,-20 9-11 0,-10 6 0 16,0 3-5-16,0-10-7 15,0-12 1-15,-19-16 0 16,-2-12 0-16,11-10-1 16,-2-5-1-16,8-10-9 15,-1-6-35-15,-11-6-87 16,-3 0-94-16,-17 0-130 15,-11-24-173-15</inkml:trace>
  <inkml:trace contextRef="#ctx0" brushRef="#br0" timeOffset="4723.22">5751 6051 622 0,'0'0'85'0,"0"0"-32"15,0 0 84-15,0 0 22 16,0 0-86-16,0 0-42 16,-24-36 0-16,95 36-3 15,9 0 16-15,12 0-27 16,0 0 0-16,5 0 12 0,4 0-6 16,-4 0-10-16,-5 0-3 15,-17 0 0-15,-14 0-1 16,-16 0-2-16,-14 0-3 15,-15 0-1-15,-11 0-3 16,-5 0 1-16,0 0 1 16,0 0-3-1,0 0 4-15,0 0-6 0,0 0 2 16,0 0-27-16,0 0-33 16,21 2-59-16,-2 8-93 15,2-1-206-15</inkml:trace>
  <inkml:trace contextRef="#ctx0" brushRef="#br0" timeOffset="5131.71">7394 6053 521 0,'0'0'73'16,"0"0"-1"-16,0 0 88 16,0 0 39-1,0 0-75-15,0 0-12 0,0-71-37 16,0 71-17-16,-12 42-17 15,-2 11 12-15,5 17 20 16,2 0-27-16,7 2 3 16,0 0 22-16,0-4-39 15,0-11-23-15,7-4-7 0,7-7-1 16,-5-14-1-16,3-4-87 16,-12-13 9-16,0-7-67 15,0-8-28-15,0 0-102 16,0 0-94-16</inkml:trace>
  <inkml:trace contextRef="#ctx0" brushRef="#br0" timeOffset="5304.63">7012 6108 655 0,'0'0'57'0,"0"0"20"15,0 0 84-15,0 0-59 16,0 0-56-16,0 0 14 15,238-66-7 1,-151 57-16-16,5 3-19 0,5 3-18 16,-12 3-3-16,-7 0-108 15,-24 3-121-15,-12 21-161 16</inkml:trace>
  <inkml:trace contextRef="#ctx0" brushRef="#br0" timeOffset="5587.73">8191 6033 350 0,'0'0'398'0,"0"0"-320"0,0 0 88 16,0 0 28-1,0 0-110-15,0 0-45 0,-66-25 6 16,66 73 34-16,0 18 6 15,0 5-20-15,0 10-16 16,0-3 4-16,0-1-37 16,0-5-14-16,0-10-2 15,0-8-8-15,0-9-58 16,0-13-35-16,9-7-86 0,8-13-78 16,4-12-145-16</inkml:trace>
  <inkml:trace contextRef="#ctx0" brushRef="#br0" timeOffset="5870.83">8648 6021 213 0,'0'0'488'0,"0"0"-416"0,0 0 91 0,0 0 43 0,0 0-88 15,0 0-44-15,0-59-34 16,0 99 3-16,0 20 38 15,10 14-49 1,-3 4 20 0,-3 1-36-16,-4-5-2 15,0-2-5-15,5-12-8 16,5-11 3-16,1-6-4 16,-6-17 0-16,-5-2-28 15,0-3-25-15,0-3-34 16,0 0-88-16,-16-5-145 0,-34-9-176 15</inkml:trace>
  <inkml:trace contextRef="#ctx0" brushRef="#br0" timeOffset="6075.52">8009 6480 673 0,'0'0'80'0,"0"0"3"15,0 0 82-15,0 0-57 16,0 0-84-16,0 0-4 16,326-75-11-16,-194 58-7 15,-17-1-2-15,-9 2-13 0,-18 2-82 16,-32 5-102-16,-21 6-38 16,-25 3-360-16</inkml:trace>
  <inkml:trace contextRef="#ctx0" brushRef="#br0" timeOffset="6695.13">6022 7858 721 0,'0'0'133'0,"0"0"47"0,0 0 45 15,0 0-101-15,0 0-43 16,0 0-13-16,0 32-4 16,0 34 1-16,0 8 17 15,0 5-43 1,0-5-34-16,0-4 4 0,0-11-7 15,0-9-4-15,-7-7-43 16,7-15-33-16,0-9 8 16,0-7-49-16,0-9-75 15,-14-3-83-15,-12 0-76 0,-10-36-226 16</inkml:trace>
  <inkml:trace contextRef="#ctx0" brushRef="#br0" timeOffset="6846.12">5600 8030 535 0,'0'0'132'16,"0"0"-7"-16,0 0 26 16,0 0-29-16,0 0-40 15,0 0-20-15,106-157-40 16,-26 142-20-16,24 7-2 16,2 8-119-16,5 0-126 15,2 0-158-15</inkml:trace>
  <inkml:trace contextRef="#ctx0" brushRef="#br0" timeOffset="7097.73">6682 7960 685 0,'0'0'208'16,"0"0"-118"-16,0 0 92 15,0 0 18-15,0 0-78 16,0 0-75-16,-71-7 20 15,81 56 55-15,20 8-68 0,6 8-24 16,-15-2-27-16,-2-8 3 16,-3-1-6-16,-2-11-43 15,-2-8-38-15,2-8-81 16,1-9 4-16,10-10-98 16,-3-8-104-16,4 0-139 15</inkml:trace>
  <inkml:trace contextRef="#ctx0" brushRef="#br0" timeOffset="7332.57">7231 7896 703 0,'0'0'122'0,"0"0"51"16,0 0 36-16,0 0-41 16,0 0-74-16,0 0-32 15,0 79 3-15,0-7-9 16,5 0-4-16,14-8-47 15,-3 2 0-15,6-13-5 16,-8-5-39-16,7-11-8 16,-7-8-53-16,-4-8-51 15,-10-10-82-15,0-4-90 16,0-7-148-16</inkml:trace>
  <inkml:trace contextRef="#ctx0" brushRef="#br0" timeOffset="7505.56">6769 8247 637 0,'0'0'82'16,"0"0"17"-16,0 0 67 15,0 0-71-15,0 0-61 16,0 0-16-16,238-37-18 16,-106 29-13-16,5-5-47 15,0 7-115-15,2-1-66 16,-7 7-9-16,-21 0 141 15</inkml:trace>
  <inkml:trace contextRef="#ctx0" brushRef="#br0" timeOffset="7741.03">8309 8085 268 0,'0'0'409'0,"0"0"-281"16,0 0 47-16,0 0 10 15,0 0-94-15,0 0-26 16,-47-38 16-16,32 81-26 15,6 14-1-15,-3 12-16 16,8 6 35-16,-1-7-55 16,0-2-1-16,0-15-11 15,5-9 1-15,0-15-7 0,0-7-23 16,0-8-26-16,0-3-59 16,0-7-75-16,0-2-79 15,0 0-93-15,-7-11-110 16</inkml:trace>
  <inkml:trace contextRef="#ctx0" brushRef="#br0" timeOffset="7945.23">7891 8061 599 0,'0'0'172'0,"0"0"-87"0,0 0 33 15,0 0 7-15,0 0-78 31,264-12 32-31,-122 6-52 0,6-2-13 0,-6-8-6 16,-15 1-8-16,-30 1 0 16,-26 2-55-16,-36 3-93 15,-19 2-95-15,-16 5-83 16</inkml:trace>
  <inkml:trace contextRef="#ctx0" brushRef="#br0" timeOffset="8967.54">6088 9449 560 0,'0'0'102'16,"0"0"-8"-16,0 0 86 15,0 0 12-15,0 0-68 16,0 0-20-16,-26-106-16 15,26 106-29-15,0 0 3 16,0 0-38-16,0 0 2 16,0 0-8-16,0 0 5 15,0 28 16-15,0 16-6 0,9 10 46 16,8 6-65-16,-3-4 4 16,3-1-9-16,-8-8-2 15,-4-2 2-15,4-3-2 16,-9-9-1-16,7-5-3 15,-7-9-2-15,0-1-1 16,0-9 0-16,0 2 1 16,0-5-1-16,0-3-31 15,0 1-48-15,0-4-63 16,0 0 18-16,0 0-100 16,0 0-23-16,0-13-80 15,-21-13-19-15</inkml:trace>
  <inkml:trace contextRef="#ctx0" brushRef="#br0" timeOffset="9296.77">5534 9371 515 0,'0'0'79'15,"0"0"17"-15,0 0 66 16,0 0-19-16,0 0-49 15,0 0-33-15,-175-23-23 16,237 18-5-16,20 5 11 16,20-2-18-16,4-2-8 0,7 4 12 15,12 0 17-15,14-2 3 16,-2-5-12-16,-15 5 20 16,-25-1 16-16,-26 0-60 15,-36 0-8-15,-26 3-6 16,-9 0-4-16,0 0-59 15,0 0-21-15,-30 0-37 16,-20 9-65-16,-11 13-66 16,4-2-56-16</inkml:trace>
  <inkml:trace contextRef="#ctx0" brushRef="#br0" timeOffset="11105.25">7418 9228 746 0,'0'0'154'0,"0"0"-14"0,0 0 65 0,0 0-102 16,0 0-21-16,0 0-23 16,-50 54 64-16,55 5-22 31,16 3-26-31,-2 10-34 15,-3 2-10-15,-6-2-9 16,-5-4-11-16,-5-8-6 16,0-12-1-16,0-10-2 15,0-7-2-15,0-13-1 16,0-7-5-16,0-5-34 16,0 0-100-16,0-6-5 15,0 0-147-15,0-35-76 16,0-22-273-16</inkml:trace>
  <inkml:trace contextRef="#ctx0" brushRef="#br0" timeOffset="11340.79">7003 9326 667 0,'0'0'94'15,"0"0"1"-15,0 0 63 16,0 0-25-16,0 0-60 15,0 0-25-15,181-36-11 16,-72 23 0-16,-3 1 7 0,0 5-1 16,-5-2-8-16,-14 5-28 15,-21 4 0-15,-21 0-14 16,-19 0-43-16,-16 0-58 16,-10 13-149-16,0 6-292 15</inkml:trace>
  <inkml:trace contextRef="#ctx0" brushRef="#br0" timeOffset="11733.31">8568 9341 828 0,'0'0'66'16,"0"0"-18"-16,0 0 86 16,0 0 17-16,0 0-99 15,0 0 2-15,-35-92-2 16,35 88 5-16,0 4-19 16,0 0-2-16,0 0 16 15,0 15-10-15,0 30 23 16,0 12 7-16,9 12-14 0,1-2-26 15,6 9-10-15,-7-8-6 16,6-6-10-16,-4-11-6 16,4-11 1-16,-4-12-1 15,-1-5 0-15,-1-9-13 16,-9-5-32-16,5-3-119 16,-5-3 23-16,0-3-55 15,0 0-72-15,-24 0-105 16</inkml:trace>
  <inkml:trace contextRef="#ctx0" brushRef="#br0" timeOffset="12015.79">8068 9348 655 0,'0'0'69'0,"0"0"45"15,0 0 52-15,0 0-73 16,0 0-65-16,0 0 22 15,220-56 17-15,-114 52-16 16,21 0-2-16,5-3 8 16,7 5-20-16,2-4-3 15,-8 0 9-15,-32 3-9 16,-26-3-23-16,-32 6-2 16,-29-2-18-16,-9 2-11 0,-5 0-70 15,0 0-67 1,-40 0-45-16,-31 19-138 0,-7 0-211 15</inkml:trace>
  <inkml:trace contextRef="#ctx0" brushRef="#br0" timeOffset="14822.15">15869 4180 458 0,'0'0'393'16,"0"0"-344"-16,0 0 80 0,0 0 73 15,0 0-99-15,0 0-43 16,-49-53-12-16,39 53-4 16,-15 36-15-16,-6 29 23 15,-16 18-3-15,7-2-26 0,0-10 1 16,4-5 5 0,1-1-4-16,-1-7-17 0,1-8-1 15,4-12 3-15,10-6-6 16,0-15-3-16,12-2 0 15,9-10 0-15,-5-2-1 16,5-3 0-16,0 3 0 16,0 3 38-16,0-2-37 15,40 2 0 1,17-1 4-16,18-1-4 0,12-4 1 16,24 0 5-16,7 0 8 15,4 0-5-15,-15 2-1 0,-27 2-2 16,-7-1-6-16,-28 3 0 15,-15-3-1 1,-9 0-13-16,-16-1-68 16,-5 2-96-16,0-2 8 0,0 1-52 15,0 3-59-15,-12-6-36 16,-18 0-50-16</inkml:trace>
  <inkml:trace contextRef="#ctx0" brushRef="#br0" timeOffset="15120.61">16070 4672 318 0,'0'0'92'0,"0"0"22"0,0 0 8 0,0 0-41 0,0 0 27 15,0 0 34-15,-38-137-19 16,38 128 3-16,0 3-55 16,0 3 5-16,0 3-11 15,0 0-19 1,0 0-3-16,0 0-12 0,0 3-8 31,0 45 13-31,0 21 41 16,12 15-19-16,7 1-48 0,-3 0 5 0,-6-5-12 15,-6-3-3-15,1-8-1 32,-5-6-1-32,0-13-18 0,0-8-51 15,0-7-30-15,-5-1-25 16,-25-8-61-16,-6 0-28 15,-8-3-73-15,-13-7-11 16</inkml:trace>
  <inkml:trace contextRef="#ctx0" brushRef="#br0" timeOffset="15560.59">14540 5559 553 0,'0'0'95'0,"0"0"-31"16,0 0 98-16,0 0-34 15,0 0-58-15,0 0-14 16,-154 0 4-16,154 0-19 15,5 0-19-15,61 0 38 16,31 2-17-16,44 7-8 16,38-1-5-16,34 5 31 0,32-7-34 15,14 3 81-15,15 1-62 16,1-4 26-16,-1 5-25 16,-10-5-6-16,-19-1-15 15,-33-1-4-15,-32-4-1 16,-60 0-6-16,-42 0-12 15,-43 0 1-15,-26 0-8 16,-9 0-4-16,-4 0-37 16,-67 0-49-16,-12 0-56 15,-13 2-45-15,-1 11 1 16,8-4-66-16,-15 0-101 16</inkml:trace>
  <inkml:trace contextRef="#ctx0" brushRef="#br0" timeOffset="28439.73">8238 12631 607 0,'0'0'290'0,"0"0"-277"16,0 0 97-16,0 0 87 15,-285 9-108-15,233-9-19 16,7 0-2-16,5 0-26 16,5 0 19-16,13 0-30 0,13 0-13 15,2 0-9-15,7 0 18 16,0 0-14-16,0-16-3 16,0-1-10-16,0-6 0 15,0 2-1-15,0 2 2 16,12 4 6-16,14 1-7 15,9 2 3-15,5 0 0 16,10 5 4-16,1 6-7 16,6 1 2-16,-3 0-2 15,3 17-3-15,-1 18 3 16,-11 14 2-16,-9 4-1 16,-6 7 2-16,-9-1-2 0,-11 3 2 15,-10-1 3 1,0-4-3-16,0-6 1 0,-19-8-2 15,-23-3 14-15,-3-8-14 16,-12-7 2-16,1-4-4 16,-10-7 1-16,7-6 0 15,-7-8 1-15,4 0 1 16,6 0-3-16,4-2 0 16,7-22 2-16,14-3-2 15,10-5 0-15,12-2 0 16,9 2-4-16,0 0-7 0,0 7 3 15,0 5 8-15,21 5 1 16,5 3-1-16,-12 2 1 16,-4 10-2-16,11 0 2 15,9 0 0 1,11 16-1-16,10 19 0 0,-6 1 2 16,2 2 21-16,-2-4-21 15,-10-2 7-15,1-5-5 16,-6-6 8-16,-4 0-12 15,-7-5-5-15,2-4 3 16,1-1 2-16,-8 1-13 16,7-6-23-16,5-1-57 0,2-5-85 15,19 0-79-15,15-26-117 16,-13-31-160-16</inkml:trace>
  <inkml:trace contextRef="#ctx0" brushRef="#br0" timeOffset="28722.83">8929 11980 498 0,'0'0'139'0,"0"0"-61"16,0 0 100-16,0 0-17 15,0 0-71 1,0 0 22-16,-12-128-33 0,7 128-27 15,5 0-17-15,0 0-15 16,0 0-6-16,0 43-8 16,0 10 10-16,0 10 37 15,0 0-45-15,0 0-5 16,0-5-3-16,0 7 0 16,0 1-11-16,0 3-138 15,0-12-130-15,0-9-319 16</inkml:trace>
  <inkml:trace contextRef="#ctx0" brushRef="#br0" timeOffset="29068.24">9056 12998 794 0,'0'0'37'0,"0"0"-28"0,0 0 102 16,0 0 8-16,0 0-66 16,0 0-24-16,10 6 8 15,51 6 40-15,10-4-28 16,-1 2 4-16,-4-4-25 15,-4-4-11-15,-6 3-3 16,-11-5-11-16,-10 0 0 16,-4 0-3-16,-10 0-7 0,-11 0-81 15,-10 2-127-15,0 0-112 16,0 5-7-16</inkml:trace>
  <inkml:trace contextRef="#ctx0" brushRef="#br0" timeOffset="29294.62">9188 13156 87 0,'0'0'434'0,"0"0"-296"16,0 0 13-16,0 0 14 15,0 0-79-15,0 0-9 16,-184 69-4-16,184-58 9 16,0-1-23-16,17 1-9 15,23-1-7-15,9-4-9 0,24-6-23 16,17 0-2-16,18 0 6 15,8 0-15-15,2 0-32 16,-12 0-166-16,-19-12-278 16</inkml:trace>
  <inkml:trace contextRef="#ctx0" brushRef="#br0" timeOffset="30880.52">10850 12900 631 0,'0'0'59'0,"0"0"-45"0,0 0 87 16,0 0 31-16,0 0-86 15,0 0 12-15,-210 0 32 16,175-16-31-16,0-1-7 16,-1-4 8-16,1-7-33 15,9 0-2-15,5 0 0 16,7 5-8-16,14-1-3 15,0 4-3-15,0 0-5 16,0 3 6-16,0 2-12 16,0 3 6-16,21 4 5 15,2-3-11-15,3 9 3 0,5 2 3 16,4 0-5 0,5 0 3-16,8 25-2 0,1 15 5 15,-6 12 1-15,-3 5 4 16,-14 0-3-16,-8 2 6 15,-13-6 7 1,-5 2-17-16,0-2 4 0,0-3 1 16,-19-2-7-16,-33-3 15 15,-9-7-17-15,7-7 1 16,-3-5 2-16,12-9-3 16,8 0 0-16,8-11 0 15,4-6 3-15,3 0-3 16,8 0 2-16,-12-18-2 0,5-15 2 15,7-7-3-15,9 2-12 16,5 4 10-16,0 11-1 16,0 8 2-16,0 10-2 15,0-1 1-15,0 2 0 16,0 4 4-16,0 0-3 16,0 0 1-16,24 0 0 15,13 13 0-15,8 16 2 16,5 1 1-16,-3-3 0 15,-7-3-1-15,-5-3-1 0,1-4 2 16,-6-8 0-16,-4 0 8 16,0-6-4-16,0 2-1 15,-2-1-6 1,6-2 1-16,6 3 0 0,-10-5-2 16,0 0 0-16,-17 0-24 15,-4 0-40-15,-5 0-115 16,7-11-54-16,-7-23-151 15,0-9-355-15</inkml:trace>
  <inkml:trace contextRef="#ctx0" brushRef="#br0" timeOffset="32263.62">8537 14651 852 0,'0'0'19'16,"0"0"-9"-16,0 0 41 0,0 0 3 15,0 0-44 1,0 0-5-16,-219 6-4 0,179 0 12 16,0-6 26-16,-2 0-10 15,-3 0 3 1,5 0 38 0,-3-19-30-16,8-4-20 15,16-3 1-15,7 1 0 16,8-1 1-16,4 1-16 15,0 1 0-15,11 3 0 16,18 7-4-16,8 2 1 16,-1 9-3-16,8 3 5 15,1 0-4-15,7 33 9 0,0 27 5 16,-12 20-2-16,-5 12 4 16,-9-2-2-16,-16 0-2 15,-5-10 1-15,-5-9 11 16,0-2-14-16,-26-9-3 15,-24-12 3-15,-2-11 4 16,3-9 9-16,6-10-23 16,15-9 5-16,-10-9-5 15,3 0 2-15,-10-5 12 16,-11-28-12-16,11-12-3 16,5-6 0-16,9-4-12 15,15 9 10-15,16 9 1 16,0 11-4-16,0 8-7 0,0 5 12 15,9 7 2-15,17 6 10 16,21 0-9-16,7 19 7 16,12 17 34-16,12 0-8 15,-7 2-12-15,-5-2 4 16,-5-4-7-16,-11-4-16 16,-8-10-3-16,-11-1-2 15,-8-8-9-15,3-6-46 16,10-3-15-16,11 0-122 15,-7-41-95-15,0-19-89 0,-5-20-269 16</inkml:trace>
  <inkml:trace contextRef="#ctx0" brushRef="#br0" timeOffset="32671.54">8917 14031 682 0,'0'0'26'0,"0"0"82"16,0 0 105-16,0 0-103 16,0 0-40-16,0 0-20 0,-75-111-27 15,75 76-13-15,21 1 5 16,19 8-15-16,5 1-4 16,6 14 4-16,-6-2 3 15,-2 13 2-15,2 0-1 16,-10 9-3-16,-4 40 12 15,-10 4 30-15,-17 10-14 16,-4 1-16-16,0 2 26 16,-56 0 22-16,-15-3-25 15,-11-3 1-15,6-9-7 16,10-16-14-16,10-7 3 16,20-14-1-16,17-11-8 0,12 0-1 15,7-3 1 1,0 0-7-16,0 0-2 0,17 0 11 15,44-18-1-15,19-5-11 16,17 1-4-16,16 8-34 16,3 5-43-16,1 6-31 15,-6 3-143-15,-19 0-208 16</inkml:trace>
  <inkml:trace contextRef="#ctx0" brushRef="#br0" timeOffset="32938.79">9304 14913 948 0,'0'0'83'0,"0"0"33"16,0 0 14-16,0 0-23 16,0 0-64-16,0 0 16 15,4 68 4-15,62-68-40 16,7 0 6-16,-2 0-2 15,-5 0-23-15,-9-6-3 16,-17-5-1-16,-14 8-12 16,-22 0-43-16,-4 3-53 0,0 0-103 15,-35 15-131-15,-17 8-80 16</inkml:trace>
  <inkml:trace contextRef="#ctx0" brushRef="#br0" timeOffset="33095.18">9219 15244 630 0,'0'0'149'0,"0"0"34"16,0 0 1-16,0 0-62 16,0 0-39-16,0 0-19 15,-57 114-29-15,133-114-17 16,25 0-18-16,12-19-5 16,-2-10-129-16,-5-5-100 15,-14 0-219-15</inkml:trace>
  <inkml:trace contextRef="#ctx0" brushRef="#br0" timeOffset="33630.12">10468 14589 452 0,'0'0'342'16,"0"0"-212"-16,0 0 34 15,0 0 2-15,0 0-86 16,0 0-20-16,-45-77-9 0,45 77-16 15,0 0 11-15,-11 0-9 16,-15 37-25-16,7 11 16 16,-7 6 0-16,17-10-13 15,9 4-8-15,0-7-2 16,0-4-3-16,0-8-1 16,18-8-1-16,8-9-6 15,10-5 6-15,-1-7 2 16,0 0 1-16,1 0-2 15,6-7 4-15,-6-13-3 16,-1-8-2-16,-9-4 0 16,-7-8 0-16,-8 0-8 15,-1-3 4-15,-10 7 4 0,0 10-1 16,0 9 6-16,0 5-3 16,0 8-2-16,0 4 4 15,0 0 15-15,0 0 10 16,0 0-15-16,0 18 9 15,0 20 25-15,0 10-14 16,0 0-11-16,0 3 20 16,0-4-20-16,0-5-8 15,-5-4 6-15,5 0-17 16,-5-10 2-16,5-3-6 16,-7 1 0-16,3-5-6 15,-1-4-19-15,-9 6-87 0,-12-9-84 16,-14-6-134-16,-17-8-369 15</inkml:trace>
  <inkml:trace contextRef="#ctx0" brushRef="#br0" timeOffset="34777.33">7566 16733 806 0,'0'0'143'16,"0"0"-12"-16,0 0 28 15,0 0-92 1,0 0-6-16,0 0 2 0,-188 0-25 16,169 0-9-16,-3 0-7 15,8 0 0-15,-2-19-5 16,11-13 2-16,5-7-11 15,0-2 1-15,0 2-6 0,9 6-5 16,27 12 3-16,6 1-1 31,8 5 2-31,-5 5-2 0,2 8 0 0,2 2 1 32,-2 0 1-32,3 8 1 0,-3 31-3 0,-12 6 2 15,-9 6 4-15,-21 7-6 16,-5 2-1-16,0-3 1 15,0-2 2 1,-26-10-1 0,-14-1 2-16,-7-5-3 15,-3-10 1-15,-1 5-4 16,-4-14 3-16,8-6 0 0,2 1 1 16,-2-9 2-1,17-6 0-15,1 0-2 0,8 0-1 16,5-6 0-16,1-17-4 15,11-3 3-15,4 1 1 16,0 10 0-16,0 4 0 16,0 5 2-16,9 3 7 15,22 0-2-15,14 3 17 16,11 0 10-16,1 6 31 16,-1 17-10-16,-1 7-44 15,-8 0 6-15,-3-3-11 0,-13-3-4 16,0-10-2-1,-5-1 0-15,4-8-6 0,1 1-64 16,9-6-64-16,5 0-92 16,2-20-266-16</inkml:trace>
  <inkml:trace contextRef="#ctx0" brushRef="#br0" timeOffset="35295.32">8172 16019 862 0,'0'0'15'15,"0"0"50"-15,0 0 74 0,0 0-42 16,0 0-65-16,0 0-17 16,156-157-4-16,-105 151 12 15,-15 6 17-15,-6 0-23 16,-15 12-12-16,-4 24 1 15,-11 11 18-15,0 5-12 16,0-8-3-16,-30-3 4 16,-10-4-6-16,-7-11 10 15,6-6-7-15,11-5 10 16,4-2-2-16,16-7 16 16,1-3-26-16,9 0 1 0,0-3-5 15,0 0 1-15,0 0-4 16,9 3 2-16,36 3 4 15,17 0-3-15,4 5 3 16,4 2-6-16,-8 8 2 16,-6-1-2-16,-20 0 7 15,-15-1-1-15,-17 0 8 16,-4-6 9-16,0-1-1 16,-25 4 18-16,-27-4-13 15,-7-3-15-15,-3 3 14 16,6-12 23-16,4 0-29 15,12 0-14-15,5 0-7 0,4-18-1 16,12-10-83-16,7-4-19 16,8-4-93-16,-6 4-353 15</inkml:trace>
  <inkml:trace contextRef="#ctx0" brushRef="#br0" timeOffset="35688.42">9106 16909 610 0,'0'0'68'15,"0"0"37"-15,0 0 73 0,0 0-39 16,0 0-55-16,0 0-29 16,-71 17 37-16,97-8-17 15,19-3-6-15,6 1-27 16,-1-7-17-16,7 0-2 15,4 0 3-15,0 0-17 16,-11 0-7-16,-3 0-2 16,-17 0-16-16,-6 0-73 15,-7 0-156-15,-17 0-61 16,0 0-119-16</inkml:trace>
  <inkml:trace contextRef="#ctx0" brushRef="#br0" timeOffset="35892.46">9268 17117 593 0,'0'0'129'16,"0"0"15"-16,0 0 25 15,0 0-46-15,0 0 2 16,0 0-55-16,26 37-8 16,24-36-11-16,6-1-37 15,6 0-14-15,-1 0-34 16,0 0-41-16,10-11-96 15,-5-3-77-15,-14-1-146 16</inkml:trace>
  <inkml:trace contextRef="#ctx0" brushRef="#br0" timeOffset="36552.94">10499 16766 711 0,'0'0'69'16,"0"0"35"-16,0 0 21 16,0 0-16-16,0 0-43 15,0 0-45-15,71-137 10 16,-71 119 15-16,0 9-15 0,-22 2 16 16,-8 5-15-1,-6 2-8-15,1 0-2 0,0 0 11 16,9 0-12-16,2 15-7 15,8 11-10-15,11 3 15 16,5 9-10-16,0 0 1 16,0-2-1-16,0-1-3 15,21-2-3-15,15 4 0 16,4-5-2-16,0 4 1 16,7-3-2-16,-2-7 3 15,6 10-2-15,-1-4 6 16,7 5-4-16,-13-5 20 0,-8-4-15 15,-10-8 2-15,-17 1 4 16,-9-8-4-16,0 4 4 16,-5-2-7-16,-35-1-1 15,-16-2-4-15,1-3-1 16,-1-2-1-16,9-7 4 16,2 0-3-16,5-7 0 15,9-14-2-15,5-11 0 16,17-2-5-16,9-4-2 15,0-4 2-15,0-9 4 16,31 4-2-16,13 0 3 16,18-8-4-16,4 9 3 15,0 1 2-15,-5-1 0 0,-12 8 0 32,-6 1 3-32,-8-1-3 0,-21 5 0 0,-9 4 0 15,-5 4 2-15,0 4-2 16,-9 7 0-16,-27 5-3 15,-8 6-1-15,-8 3-26 16,2 0-14-16,-11 0-33 16,4 30-87-16,-4 3-94 0,4 2-145 15</inkml:trace>
  <inkml:trace contextRef="#ctx0" brushRef="#br0" timeOffset="37056.03">6269 17976 892 0,'0'0'86'0,"-334"3"12"16,223 3 37-16,33 0-14 16,38 1-23-16,40-7-48 15,26 6 1-15,101 0-19 16,81 0-5-16,82-3 0 15,75-3-20-15,62 0-6 16,42 0 8-16,28-6-3 0,22-3 11 31,23-6 0-31,-7 2-5 0,-16 7 13 0,-26-8 25 16,-57 2-31-16,-45-2 25 16,-49 1-5-16,-59 6-20 15,-54-5-6-15,-50 7-8 16,-64-1-2-16,-49 4 0 15,-40 2-3-15,-26 0-12 16,0 0-29-16,-70-7-120 16,-43 5 48-16,-19-10-59 15,-10-3-159-15,5-10-318 16</inkml:trace>
  <inkml:trace contextRef="#ctx0" brushRef="#br0" timeOffset="38326.4">11718 12566 617 0,'0'0'21'16,"0"-206"26"-16,-19 98 30 16,-54-3 36-16,-33-7-26 15,-26-8-32-15,-26-5 12 16,-29-7-25-16,-27 4-7 15,-24 3-4-15,-33 10-13 16,-17 16-6-16,-37 33-3 16,-27 38 19-16,-34 34-10 15,-27 34-1-15,-28 55 2 16,-32 43 7-16,-15 47 29 16,-5 56-37-16,10 64 8 15,11 62 15-15,45 75 0 16,36 58-7-16,44 62-6 0,53 27-6 15,46 15 35-15,60-12-13 16,70-34 25-16,68-49-59 16,50-71-2-16,66-65 4 15,97-45-10-15,66-41 7 16,49-37-7-16,52-30-1 16,61-46 6-16,48-35-1 15,44-42 1-15,29-25-7 16,27-26 0-16,30-40 0 15,15-17 0-15,22-76-19 0,-17-49 5 16,-51-50-71 0,-38-62 85-16,-85-64-37 0,-69-74 7 15,-60-60-14-15,-58-59-75 16,-46-76-150-16,-55-54-215 16</inkml:trace>
  <inkml:trace contextRef="#ctx0" brushRef="#br0" timeOffset="39786.15">16414 6134 891 0,'0'0'61'0,"0"0"0"16,9-160 78 0,-9 120-13-16,-23 4-47 0,-38 13-23 15,-10 7-20-15,-21 13-15 16,-21 3 22-16,2 6-20 15,5 28-5-15,9 13 1 16,31 10-6-16,35 8-7 16,31 6-3-16,15 10-3 15,72-5-4-15,28-2 4 16,17-8 3-16,-9-5-3 16,-5-1 2-16,-26 3-1 15,-33-3 1-15,-22 0-1 0,-37-9 0 16,0-5-1-1,-51-3 14-15,-30-10-13 0,-22-3-1 16,1-16 2-16,1-14-1 16,16 0 0-16,7-8 0 15,22-32-1-15,20-9 1 16,17-17 1-16,19-6-2 16,5-8 0-16,61-2 0 15,26 2 1-15,10 6-1 16,4 2-5-16,-5 4-2 15,-4 10-10-15,-15 10-33 0,-16 7-88 16,-30 6-49 0,-32-1-320-16</inkml:trace>
  <inkml:trace contextRef="#ctx0" brushRef="#br0" timeOffset="40825.01">17183 3885 554 0,'0'0'39'16,"0"0"53"-16,0 0 66 15,0 0-5-15,0 0-59 16,0 0-24-16,110-137-41 16,-110 160 10-16,-70 56-10 15,-27 24 48-15,-30 17-37 16,-31-2-17-16,-19-4-11 0,-21-6 21 15,-12-4-22-15,24-15-6 16,33-14-3-16,30-18-2 16,43-15 0-16,33-16-2 15,28-11-8-15,19-5-96 16,0-5-47-16,9-5-108 16,41 0-67-16</inkml:trace>
  <inkml:trace contextRef="#ctx0" brushRef="#br0" timeOffset="41091.94">17183 2889 845 0,'0'0'132'0,"0"0"-112"15,0 0 17-15,0 0 94 16,0 0-66-16,0 0-50 16,-170-66-13-16,170 135 33 15,0 29-23-15,0 27-10 0,30 19-2 16,1 16-10 0,-14 22-161-16,-17 3-233 0</inkml:trace>
  <inkml:trace contextRef="#ctx0" brushRef="#br0" timeOffset="41375.16">16735 5546 719 0,'0'0'37'15,"0"0"43"-15,0 0 63 16,-264 144-66-16,167-55-47 16,-4 16 65-16,-17 5-35 15,-5 4-11-15,-2 8-9 16,-2-10 3-16,14-4 2 16,11-15-34-16,15-10-10 15,16-5-1-15,27-14-10 16,18-3-112-16,21-13-91 15,5-10-169-15</inkml:trace>
  <inkml:trace contextRef="#ctx0" brushRef="#br0" timeOffset="41831">17039 6874 977 0,'0'0'19'0,"0"0"-10"0,0 0 141 0,0 0-36 15,0 0-58-15,-97-182-26 16,163 131-17-16,17 1-7 16,-3 7-3-16,-2 20-3 15,-12 11 0-15,-12 12 0 16,-12 0 2-16,-11 41-1 15,-8 27 4-15,-6 21 11 16,-17 8-2-16,0 7-7 16,0-4 3-16,-35-6 15 15,-22-8-12-15,-9-14 4 16,0-15-1-16,5-12 23 16,4-13-25-16,17-7 6 15,14-10-10-15,17-9 7 0,9-3-5 16,0-3 2-16,56 0-9 15,60 0 13-15,46-9-15 16,44-14 0-16,22-6-3 16,15 3-1-16,16-8-13 15,10 6-5-15,-5-3-41 16,-30-13-184-16,-55-10-326 16</inkml:trace>
  <inkml:trace contextRef="#ctx0" brushRef="#br0" timeOffset="43297.11">3403 7345 314 0,'0'0'769'15,"0"0"-733"-15,0 0-26 16,0 0 56-16,-319 150 29 16,180-37 15-16,-2 6-52 15,4 4 16-15,5-2-33 16,5-5-2-16,9-4-7 16,7-15-7-16,5-15-17 15,14-15-5-15,10-13-2 16,20-12-1-16,22-10-10 0,10-6-35 15,25-8-64 1,5-7-142-16,0-5-140 0,-5-6-265 16</inkml:trace>
  <inkml:trace contextRef="#ctx0" brushRef="#br0" timeOffset="43517.39">923 9031 962 0,'0'0'34'16,"0"0"3"-16,0 0 46 0,0 0 57 15,0 0-25-15,478 80-44 16,-127-80-5-16,60 0-8 16,32-35-29-16,9-10 4 15,11-10-13-15,-6-4 26 16,-40 2-46-16,-47-3-2 15,-35 5-74-15,-40-17-59 16,-24-17-171-16,-33-34-417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14:39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7439 4479 741 0,'0'0'81'15,"0"0"-3"-15,0 0 82 16,0 0-81-16,0 0-55 0,0 0 0 16,0 0 22-16,0 0-17 15,-111 0-3-15,50 11 21 16,-1 8-7-16,-4 7 9 15,-4 5-8-15,4 9 3 16,4 14-3-16,10 13-9 16,12 3 49-16,14 5-49 15,17 5-3-15,9 1-19 16,0 3 54-16,0-3-60 16,35-7 2-16,17-11-5 0,3-9 5 15,11-13-6 1,0-12 6-16,7-4-12 0,2-14 3 15,-4-5-42-15,4-3-36 16,-2-3-112-16,-7 0-37 16,-11 0-79-16,-13-20-228 15</inkml:trace>
  <inkml:trace contextRef="#ctx0" brushRef="#br0" timeOffset="6595">7708 4523 524 0,'0'0'98'0,"0"0"77"15,0 0 8-15,0 0-47 16,0 0-30-16,0 0 3 16,0 0-31-16,11-114-14 15,-11 114-32-15,0 0 8 16,5 13-21-16,4 31-1 15,1 13 109-15,2 9-57 16,-3 2-43-16,-4-4-10 0,0-5-6 16,-5-5-6-16,0-7 4 15,0-5-6-15,0-4-3 16,0-1-4-16,0-4-6 16,0-4-78-16,0-8-68 15,0-1-28-15,0-4-85 16,0-4-137-16,0-6-230 15</inkml:trace>
  <inkml:trace contextRef="#ctx0" brushRef="#br0" timeOffset="6783.15">8328 5120 674 0,'0'0'120'0,"0"0"-17"16,0 0 80-16,0 0-63 15,0 0-74-15,0 0 35 16,0 66-7-16,-19-28-36 16,-12 2-22-16,-4-6-16 15,-12 6-3-15,-3-8-69 16,-11-2-181-16,-5-9-266 16</inkml:trace>
  <inkml:trace contextRef="#ctx0" brushRef="#br0" timeOffset="7522.86">8700 4606 872 0,'0'0'92'15,"0"0"-70"-15,0 0 123 0,0 0-14 16,0 0-88-16,0 0-10 16,-5-74-4-16,5 74-11 15,0 36-13-15,0 15 15 16,5 11 4-16,-5 1-7 16,0-6-8-16,0-3-4 15,0-9 0-15,0-7-5 16,0-11 1-16,0-3 1 15,0-10-2-15,0 4 0 16,24-2-1-16,18-7 1 0,3-7-1 16,11-2-1-16,6 0-11 15,-8 0-5-15,3 0 7 16,-6-15-12 0,-15-3-6-16,-6 1 14 0,-4-7 3 15,-16 0 2-15,-10-3 2 16,0-1 6-16,0 0 1 15,0-5 0-15,0 3 2 16,-21-2 1-16,6 0 1 16,-1 6 5-16,2 6 18 15,2 4-7-15,3 4 1 16,-1 6 1-16,5 3-13 16,5 1 9-16,0 2-2 0,0 0 14 15,0 0-19-15,0 0-1 16,0 0-8-16,0 2 4 15,0 30 1-15,0 11 4 16,0 5 6 0,5 3 13-16,9 2 29 0,3 1-31 15,-3 0-16-15,-2 0-1 16,-3-4 3-16,1-3 1 16,1-2-3-16,-1-9-7 15,-5-6-3-15,-1-6 0 0,1-6-2 16,-5-7 0-1,5-1-20-15,-5-8-72 0,0 2-17 16,0-1-40-16,0-3-35 16,0 0-64-16,7-39-137 15</inkml:trace>
  <inkml:trace contextRef="#ctx0" brushRef="#br0" timeOffset="7884.45">9421 4369 777 0,'0'0'15'0,"0"0"66"15,0 0 111-15,0 0-100 16,0 0-30-16,0 0-11 15,-61-78-26-15,113 78-4 16,19 0 2-16,21 29 0 16,9 22 33-16,5 9-15 15,-4 15 0-15,-10 5-6 0,-26 3-17 16,-17 13 12-16,-23-3-16 16,-26-1-7-16,0-1-5 15,-14-3-1-15,-57-2 3 16,-21-5-8-16,-9-7-1 15,-8-6-67-15,13-7-37 32,-1-7-46-32,12-16-86 0,7-11-117 0</inkml:trace>
  <inkml:trace contextRef="#ctx0" brushRef="#br0" timeOffset="8637.04">11312 4203 706 0,'0'0'59'0,"0"0"83"16,0 0 19-16,0 0-43 0,0 0-70 15,0 0-1-15,0-61 0 16,-21 61-21-1,-19 15 6-15,-21 38-18 0,-10 25 60 16,-5 14-2-16,15 16-20 16,14 2-1-16,16 4 74 15,27-8-101-15,4-4-8 16,0-13-2-16,30-8 0 16,27-13-11-16,14-5-3 15,4-14 4-15,8-12-9 16,1-6 4-16,-1-11-44 15,-8-8-126-15,-9-3 19 16,-18-5-37-16,-13-4-130 16,-21-4-139-16</inkml:trace>
  <inkml:trace contextRef="#ctx0" brushRef="#br0" timeOffset="9260.31">11572 4554 719 0,'0'0'25'0,"0"0"29"0,0 0 149 0,0 0-72 31,0 0-56-31,0 0 4 16,-31-96-30-16,31 96 1 0,0 0-16 15,0 11-22-15,-5 40-11 16,-7 23 24-16,8 7 10 15,-6-1-25-15,1-4 1 16,-3-14 0-16,3-9-6 16,-1-13-2-16,3-17-3 15,7-8 2-15,0-6-5 16,0-5 6-16,0 0-7 16,0 3 4-16,21-1-2 15,19-2 0-15,12-4-7 16,10 2 9-16,-8 2-10 15,-2-2 0-15,0 1 7 16,-3-3-5-16,-9 0 0 0,-5 0 6 16,-4 0-9-1,-5-5 10-15,-9-11 0 0,-8-5-1 16,-4-5 2-16,-5-4 0 16,0-3 0-16,0-4 0 15,0 8 3-15,-10-1-2 16,-6 13 1-16,11 1 2 15,-4 11 6-15,9 2 13 16,0-1-8-16,-5 4 17 16,5 0-25-16,0 0 1 0,-5 21-5 15,5 28 11 1,0 7 53-16,0-2-36 0,0 0 32 16,0-7-8-16,0-1-37 15,5-9-16-15,4 0-2 16,1-2 0-16,2-4-37 15,-8 1-70-15,1-5-18 16,0 0-11-16,4-10-75 16,3-8-147-16,2-9-138 15</inkml:trace>
  <inkml:trace contextRef="#ctx0" brushRef="#br0" timeOffset="9501.27">12541 5141 742 0,'0'0'92'0,"0"0"43"16,0 0 121-16,0 0-113 15,0 0-79-15,0 0 28 16,-19-24-34-16,19 54-19 16,0 15 57-16,0 2-40 15,0 1-37-15,0 3-12 16,0-4-3-16,0 0-4 0,0-1-1 15,0-5-40-15,0-1-110 16,-10-4-105-16,-16-4-41 16,-9-15-163-16</inkml:trace>
  <inkml:trace contextRef="#ctx0" brushRef="#br0" timeOffset="9784.29">12856 4660 839 0,'0'0'25'0,"0"0"77"0,0 0 115 16,0 0-80-16,0 0-73 16,0 0-25-16,0-45 12 15,22 90 25-15,4 7-30 16,-8 8 5-16,-1-1-12 15,-8-6 12-15,6 1-41 16,-4 0-4-16,-1-5-6 16,-1-6-10-16,3-3-78 15,-3-6-30-15,6-6-114 16,-8-10-149-16,-7-13-315 0</inkml:trace>
  <inkml:trace contextRef="#ctx0" brushRef="#br0" timeOffset="10082.18">12970 4428 727 0,'0'0'27'0,"0"0"-5"16,0 0 121-16,0 0-17 15,0 0-69-15,0 0-10 16,150-102 17-16,-43 141-15 15,10 16 26-15,-6 15 5 0,-14 23-13 16,-24 5-10-16,-42 13-36 16,-31 3-8-16,-7-5 9 15,-69 2-16-15,-25-11-6 16,-22 0-29-16,8-14-50 16,-3-3-88-16,12-11-40 15,4-12-153 1,10-18-401-16</inkml:trace>
  <inkml:trace contextRef="#ctx0" brushRef="#br0" timeOffset="10444.67">14808 4320 695 0,'0'0'247'0,"0"0"-235"0,0 0 90 16,0 0 42-16,0 0-77 16,0 0 10-16,-101-72-49 15,30 141 11-15,-6 27 29 16,11 14-2-16,16 4-32 15,19-2 29-15,15-3 9 16,16-12-37-16,0-4-28 16,21-12-7-16,36-9 3 15,18-13-7-15,17-18-39 16,14-10-91-16,17-16-39 16,-12-15-141-16,-10 0-224 15</inkml:trace>
  <inkml:trace contextRef="#ctx0" brushRef="#br0" timeOffset="10900.08">15256 4615 803 0,'0'0'25'0,"0"0"26"0,0 0 115 15,0 0-84-15,0 0-51 0,0 0-18 16,19-166 5-16,38 154-12 16,-1 3 8-16,-6 6 1 15,-3 3-4-15,-12 0-1 16,-4 0 5-16,-7 29-8 16,-13 17 26-16,-6 10-18 15,-5 3-5-15,0 1 2 16,-5-6-7-16,-37-6 13 15,-7-4-4-15,-13-4-1 16,1-8-3-16,0-5 3 16,11-6-1-16,15-10 5 15,9-2 6 1,9-5-11-16,13-2-6 0,4-2 10 0,0 0-16 16,0 0 10-16,0 0-12 15,0 0 4-15,26 0-1 16,25 0 8-16,15 0-4 15,10 0-2-15,-1 0-1 16,13 0-1 0,-13-6-1-16,-4 0-13 0,-10 6-110 15,-9-3-87-15,-7 3-229 16</inkml:trace>
  <inkml:trace contextRef="#ctx0" brushRef="#br0" timeOffset="11119.75">16185 4893 366 0,'0'0'507'0,"0"0"-434"15,0 0 151-15,0 0-68 16,0 0-37-16,0 0 33 16,0 138-82-16,0-91-6 15,0-1-46 1,0 0-13-16,0 8-5 0,-21 0-30 15,-19 3-147-15,0-7-86 0,5-14-296 16</inkml:trace>
  <inkml:trace contextRef="#ctx0" brushRef="#br0" timeOffset="11669.93">16699 4488 866 0,'0'0'25'0,"0"0"30"0,0 0 112 0,0 0-77 16,0 0-43-16,224-168 13 15,-170 159-8-15,-18 7-16 16,-10 2-27-16,-5 0-6 15,-7 17-1-15,3 22 2 16,-17 9 4 0,0 2-2-16,0 4-2 0,-17 0 0 15,-23-6-3-15,5-4 1 16,-5-7 1-16,-1-8 0 16,11-5 0-16,4-9-2 0,9-6 1 15,8-3 2 1,9-3-2-16,0-3 0 0,0 0 0 15,0 0-1-15,0 0 1 16,31 0 2-16,13 0-2 16,8 0 1-16,10 15-2 15,-1 2 2-15,5 11 8 16,-5 4 1-16,-11 2 11 16,-15-5 2-16,-18-5-16 15,-17-3 17 1,0 0 5-1,-12-1 6-15,-50 1 4 16,-13-5 9-16,-5-7-40 16,-3-4-1-16,13-5-7 0,8 0-3 15,6 0 1 1,11-12-70-16,14-17-45 0,17-13-90 16,14-12-194-16,0-15-416 15</inkml:trace>
  <inkml:trace contextRef="#ctx0" brushRef="#br0" timeOffset="11968.17">17201 3980 821 0,'0'0'21'0,"0"0"38"16,0 0 49-16,0 0-1 15,321 149 17-15,-180-44-16 16,3 11-2-16,-21 16 51 16,-29 5-71-16,-33-1 13 15,-35-10-59-15,-26-12-19 16,0-11-13-16,-70-9 1 16,-32-5 0-16,-20-3-9 15,-10-9-6-15,0-11-69 16,9-9-110-16,17-20-118 0,9-23-208 15</inkml:trace>
  <inkml:trace contextRef="#ctx0" brushRef="#br0" timeOffset="12297.82">18828 4085 1017 0,'0'0'20'15,"0"0"24"-15,0 0 122 16,0 0-88-16,0 0-23 16,-278 129 23-16,226-46 3 15,7 8 31-15,8 11-13 16,13 2-50-16,7 2-22 15,17-9 5-15,0-7 7 16,0-16-28-16,41-8 5 16,15-9-10-16,5-15-4 15,10-10-2-15,7-7-2 16,2-16-7-16,12-7-85 0,0-2-168 16,-12-8-152-1,-14-37-471-15</inkml:trace>
  <inkml:trace contextRef="#ctx0" brushRef="#br0" timeOffset="12848.17">19295 4532 937 0,'0'0'31'0,"0"0"21"0,0 0 149 16,0 0-111-16,0 0-48 15,0 0-33-15,35-152-1 16,17 141 2-16,-7 7 1 16,-7 4-1-16,-10 0-3 15,-2 0 2-15,-5 29 0 16,-7 14 4-16,-2 8-5 16,-12 8-1-16,0-3-5 15,0-4 1-15,-21-5 10 16,-15-9-6-16,-4-4-7 15,5-11 2-15,4-5-2 16,5-8 7-16,17-4-7 0,2-3 2 16,7-3 4-1,0 0 8-15,0 0-14 0,0 0-6 16,0 0 6-16,42 0-2 16,8 0 5-16,11 0 2 15,-4 0 1-15,-1 0-6 16,3 33-1-16,-7 6 1 15,-12 7 16-15,-14-3 0 16,-16-5 25-16,-10-5 16 16,0-9-6-16,-55-3 35 15,-18-3-57-15,-12-12-12 16,-2-3 5-16,0-3-3 0,7 0-8 16,14 0-9-16,9-24-1 15,22-12-1-15,9-9-44 16,26-11-100-16,0-1-97 15,35 0-226-15</inkml:trace>
  <inkml:trace contextRef="#ctx0" brushRef="#br0" timeOffset="13068.75">20302 4950 1244 0,'0'0'29'0,"0"0"102"0,0 0 153 16,0 0-170-16,0 164-70 15,0-120-21-15,0 2-11 16,0 2-8-16,-10-4-4 16,-11 1-21-16,2-3-113 15,-7-4-219-15,-5-17-271 16</inkml:trace>
  <inkml:trace contextRef="#ctx0" brushRef="#br0" timeOffset="13524.04">20740 4689 1021 0,'0'0'17'15,"0"0"16"-15,0 0 116 16,0 0-74-16,0 0-6 0,0 0-33 16,238-140-1-1,-207 140-6-15,-5 25-2 16,-3 20 7-16,-11 5-12 0,-12 8 19 16,0 1-25-16,0 1-9 15,-47-6 0-15,-7-2 1 16,-8-6 0-16,-15-7 2 15,11-7-1-15,7-9 32 16,7-8-26-16,16-5-9 16,20-3 7-16,11-5 7 15,5-2-18-15,0 0-2 16,0 0 1-16,0 0 3 0,0 0-2 16,31 0-2-1,47 0 15-15,16 0-11 0,14 0-2 16,15 0 0-16,-3 0-2 15,8-9-36 1,-6-10-25-16,-25 2-82 0,-26-6-29 16,-36-8-112-16,-30-1-123 15</inkml:trace>
  <inkml:trace contextRef="#ctx0" brushRef="#br0" timeOffset="13760.42">21259 4416 636 0,'0'0'148'16,"0"0"-72"-16,0 0 97 16,0 0-21-16,0 0-55 15,0 0-8-15,353 36-6 16,-239 44-14-16,-4 16 59 16,-18 3-33-16,-21-1-34 15,-24-3-35-15,-47 0-11 16,0 1-10-16,-122 2-5 15,-72 6-10-15,-44 8-175 16,-33-8-248-16,7-15-366 0</inkml:trace>
  <inkml:trace contextRef="#ctx0" brushRef="#br0" timeOffset="14845.09">8405 6239 736 0,'0'0'133'16,"0"0"-39"-16,0 0 114 15,0 0-63-15,0 0-78 16,0 0-43-16,-219 124 17 0,127-16 31 15,12 9 38-15,9-5-42 16,29-4-27 0,11-4 31-16,22-2-33 0,9-7-12 15,0-6-20-15,26-10-2 16,23-13-3-16,17-13-2 16,12-9-7-16,14-14 1 15,14-5-80-15,5-14-23 16,2 1-107-16,-7-6-97 15,-19-6-131-15</inkml:trace>
  <inkml:trace contextRef="#ctx0" brushRef="#br0" timeOffset="15632.85">8832 6915 186 0,'0'0'0'16,"0"0"-49"-16,0 0 35 0</inkml:trace>
  <inkml:trace contextRef="#ctx0" brushRef="#br0" timeOffset="18959.66">14742 3673 309 0,'0'0'80'0,"0"0"55"16,0 0 6-16,0 0-15 15,0 0-4-15,0 0 25 0,-101-114-57 16,70 108-7-16,-4 6-28 16,-7 0-22-16,-3 0-7 15,14 0 18-15,17 0-15 16,9 0-13-16,5 0-5 16,0 16-2-16,59 8-7 15,50 8 19-15,42-5-5 16,33-6-12-16,23-12 8 15,17-9 3-15,0 0 24 16,-21 0 43-16,-50 0-61 16,-56 0-9-16,-53 0-9 15,-32 0-1-15,-12 0-2 16,0 0-24-16,0 0-1 0,-7-3-35 16,-21-3-60-16,-3-11-102 15,5-23-256-15</inkml:trace>
  <inkml:trace contextRef="#ctx0" brushRef="#br0" timeOffset="28027.73">13894 8041 502 0,'0'0'271'16,"0"0"-211"-16,0 0 74 15,-10-157 67-15,10 137-72 16,0 9-45-16,0 8-7 15,0 3-18-15,-7 0 61 16,3 0-83-16,4 0-37 16,-5 0 13-16,-5 3-8 15,-11 32 23-15,-5 18 3 16,-9 13 29-16,-5 3-45 16,4-1-3-16,-4-2-3 15,5-9-1-15,4-12-4 16,5-13-3-16,5-11 2 0,16-8-3 15,5-4 1 1,0-1-1-16,0 2-3 0,0 4 0 16,31 0 0-16,26 8 3 15,18-1-1-15,8-4 1 16,2-2 0-16,-8-3-17 16,3-5 15-16,-9-7-6 15,-14 0 0-15,-1 0-9 16,-20-7 17-16,-6-14 2 15,-11-5 1-15,-7-10-3 16,-12 0 0-16,0-6 1 0,0 4-4 16,0-4 12-16,0 3-6 15,-7 9-1-15,-7 7 0 16,4 8 0-16,6 5 0 16,-3 4 3-1,7 3-3-15,-5 3 4 0,5 0 7 16,0 0-8-16,0 0 1 15,0 0 1-15,-5 0-7 16,0 19-3-16,-4 30 3 16,-3 21 7-16,3 7-6 0,-5 3 11 15,7-1-4 1,2 1 1-16,0-5-7 0,5-6 6 16,0-10-7-16,0-9-1 15,0-4 0-15,0-12-3 16,0-3 1-16,0-7-25 15,0-3-28-15,0-3-93 16,0-4-84-16,0 1-29 16,-21-6-96-16,-14-5-65 15</inkml:trace>
  <inkml:trace contextRef="#ctx0" brushRef="#br0" timeOffset="28451.93">12689 9237 388 0,'0'0'370'0,"0"0"-266"16,0 0 54-1,0 0 12-15,0 0-100 0,0 0-34 16,-57 38-15-16,180-21 42 16,49 2-8-16,57-7-6 15,42-7-8-15,24 2 16 16,9-7 35-16,0 0-47 16,-5 0 63-16,-4 0-83 15,-10-12 5-15,-30-6-9 16,-31 1 12-16,-57-6-15 15,-56 12-4-15,-45 0-3 16,-40 7-4-16,-26 2-5 16,0-2-2-16,0 4-8 15,0 0-3-15,-14 0-23 16,-29 0-30-16,-6 0-58 0,-3 0-74 16,-7 12-9-16,-14 1-46 15,-17-6-120-15,-18-1-208 16</inkml:trace>
  <inkml:trace contextRef="#ctx0" brushRef="#br0" timeOffset="30827.23">13762 10018 657 0,'0'0'47'0,"0"0"66"16,0 0 68-16,0 0 1 16,0 0-82-1,0 0-27-15,0 0-2 0,-220-45-2 0,220 15-56 16,10 3 8-16,32 0-12 15,8 1-7-15,2 4 18 16,4 2 4-16,-1 8 1 16,-4 6-9-16,-1 6-2 15,2 0-5-15,-12 18 27 16,0 27-36-16,-9 12 4 16,-10 8 3-16,-16 1-2 15,-5-7 0-15,0-11 3 16,-26-6 11-16,-10-13-10 15,-9-1 43-15,-6-7-44 16,1-4 16 0,-2-5-13-16,7-6-7 15,19-3-3-15,12-3 3 16,7 0-4-16,7 0 1 16,0 0-2-16,0 0 0 15,0 0-2-15,0 0 1 16,0 0 1-16,17 0 1 15,18 0 2-15,10 0-1 16,2 0 0-16,-2 6-1 16,7 18 4-16,-3 5-4 15,-2 8 4-15,-7 1-2 16,-14-4-2-16,-11-2 0 0,-15-7-2 16,0-8 2-16,0 1 10 15,-15-1-1-15,-46 1-3 16,-21-5-1-16,-10-4 7 15,2-4-10-15,-7-5 3 16,5 0 5-16,5 0-7 16,16 0-3-16,22-2 0 15,11-16-1-15,15 0-17 16,6-3-10-16,12 0-59 16,5-7-62-16,0 5-42 15,17-3-76-15,23-2-150 16</inkml:trace>
  <inkml:trace contextRef="#ctx0" brushRef="#br0" timeOffset="31440.14">14813 9755 925 0,'0'0'23'0,"0"0"36"0,0 0 90 16,0 0-42-16,0 0-71 15,0 0-9-15,5-47 26 16,-5 47 3-16,-14 0-23 16,-38 15-18-16,-5 20-5 15,-9 10 11-15,12 12 23 16,7 3-17-16,12 6 43 15,9 2-28-15,21 0-17 16,5-3-19-16,0-5 39 16,0-6-41-16,42-6-3 15,-2-6 8-15,10-9-7 16,2-10 2-16,-3-7-3 0,13-7 0 16,-1-7 1-16,0-2 1 15,5 0-3-15,-4 0 1 16,-1-21 8-16,-12-2-6 15,-2-3-3-15,-16-6 2 16,-5 6 3-16,-12-4-1 16,-9 7-2-16,-5-1 7 15,0 2-2-15,0 7-1 16,-10 4 2-16,-25 5-2 16,-7 6 2-16,-3 0 1 15,-5 0-9-15,-11 0 2 0,0 17-1 16,-1 8 0-16,1 5 0 15,16-1 0-15,3 1 1 16,11-4-4-16,12-1 2 16,10-7 0-16,2 3-24 15,7-10-41-15,0 1-123 16,-5-6 48 0,5-3-80-16,-4-3-86 0,-6 0-127 15</inkml:trace>
  <inkml:trace contextRef="#ctx0" brushRef="#br0" timeOffset="32260.19">15068 7869 740 0,'0'0'73'0,"0"0"54"15,0 0 81-15,0 0-64 16,0 0-63-16,0 0-24 15,-295 91 23-15,151 2-10 16,-2 5-7-16,-12-2-20 16,-4-4 88-16,-6-12-103 15,1-9 12-15,14-10-23 16,25-11-7-16,22-8-7 16,35-6-3-16,15-10 0 15,25-7 0-15,17-9-13 16,9-3-31-1,5-7-93-15,0 0-58 0,0 0-48 16,40-36-19-16,17-26-139 0</inkml:trace>
  <inkml:trace contextRef="#ctx0" brushRef="#br0" timeOffset="32543.07">15077 6274 1030 0,'0'0'70'0,"0"0"-45"0,0 0 6 0,0 0 95 15,0 0-43-15,0 0-40 16,-19 93 21-16,8-15-23 15,6-1-27-15,0 1-9 16,0 5-1-16,-6 2-4 16,1 12-1-1,-9 4-83 1,-2 4-114-16,-9-4-154 0,-11-6-335 0</inkml:trace>
  <inkml:trace contextRef="#ctx0" brushRef="#br0" timeOffset="33014.06">15108 10060 959 0,'0'0'69'0,"0"0"-18"16,0 0 112-16,-325 132-52 16,188-49-18-16,-12 12-38 15,-13 9 11-15,-15 1-18 16,-21-6 77-16,-5-7-55 0,5-3-33 16,24-18-17-16,37-13-5 15,40-21-10-15,48-9-1 16,18-16-4-16,24-3 0 15,7-7-14-15,0-2-53 16,0 0-62-16,12 0-14 16,32-11-12-16,18-23-51 15,-1-4-64-15,0-4-136 16</inkml:trace>
  <inkml:trace contextRef="#ctx0" brushRef="#br0" timeOffset="34921.21">16841 10690 726 0,'0'0'95'0,"0"0"59"16,0 0-29-16,61-195 55 16,-52 147-74-16,-2 7-26 15,-7 11-18-15,0 3-30 16,-7 10 13-16,-33 4 2 15,-16 10-32-15,-20 3 13 0,-20 0-21 16,-1 28-3-16,5 12 1 16,21 3-2-16,22 4 63 15,23-5-65-15,16-3 3 16,10-4-2-16,0-4-1 16,5-11-1-16,35-8-1 15,0-6-1-15,7-6 4 16,-2 0 0-16,-5 0-2 15,7-14 0-15,-6-10 2 16,-1-4 0-16,-10 5 3 16,-8 5-4-16,-13 5 1 15,-4 12 17-15,-5-4 8 0,0 5-7 16,0 0-2 0,0 0 1-16,0 0-10 0,0 51 1 15,0 27 11-15,0 21 7 16,9 2-16-16,3-2-6 15,-3-10 1-15,8 0-2 16,-8-12-4-16,5-2-1 16,-2-12-2-16,-2-12-14 15,-6-15-31-15,1-15-34 16,-5-9-108-16,0-7-109 16,0-5-110-16,-31 0-278 15</inkml:trace>
  <inkml:trace contextRef="#ctx0" brushRef="#br0" timeOffset="36527.48">2856 5081 680 0,'0'0'13'15,"0"0"43"-15,0 0 51 16,0 0 12-16,0 0-48 16,0 0 22-16,0 0 2 15,101-116-29 1,-101 116-5-16,0 0-10 0,0 0-11 15,0 0-20-15,0 12-14 0,-47 38 5 16,-24 24-1-16,-21 29 18 16,-14 6 12-16,-5 10-15 15,-2 14 31-15,7-14-29 16,5-7-7 0,14-12-16-16,21-22 14 0,9-16 26 15,17-2-36-15,9-16-7 16,17-11-2-16,-2-4-15 15,11-17-22-15,5-3-55 16,0-2-42-16,0-7-97 0,0-7-87 16,0-40-128-1</inkml:trace>
  <inkml:trace contextRef="#ctx0" brushRef="#br0" timeOffset="36811.57">1111 6403 776 0,'0'0'49'0,"0"0"59"16,0 0 34-16,0 0-40 0,0 0-36 16,-19 154-27-16,267-129 30 15,82-22-12-15,66-3 15 16,33-28-36-16,-14-24 9 15,2-11-16-15,-35-9 25 16,-61 3 38-16,-74 16-10 16,-67 4-57-16,-74 23-10 15,-55 10-10-15,-22 6-1 16,-22 5-4-16,2 3-4 16,31-10-36-16,43-20-188 15,23-34-139-15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15:26.6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2945 3064 217 0,'0'0'24'16,"0"0"24"-16,0 0 80 15,0 0-57-15,0 0-8 16,0 0 2-16,0 0-8 16,-75-26 2-16,75 26-16 0,0 0 13 15,0 0 4-15,0 0-5 16,0 0-14-16,0 0-3 15,0-3 1-15,0 3-9 16,0 0-4-16,0 0 0 16,0 0 2-16,9 0 2 15,17-3 2-15,10 0-1 16,-1 0-10-16,7-1 1 16,-2 2 23-16,10-2-30 15,7 1-3-15,4 2-2 16,10 1-3-16,11 0-2 15,8-5 0-15,13 5-3 0,4-2-1 16,3-2 0-16,13 4 0 16,4-2-1-16,10 2 0 15,0-3 1-15,-15 0 0 16,-11 0 1-16,-24 3-2 16,1 0 0-16,-18-3 2 15,6 3-2-15,2 0 0 16,-8 0 1-16,1 0-1 15,0 0 2-15,7-3-3 16,-8 3 1-16,6 0 0 16,-1 0 3-16,3 0-3 15,2 0-1-15,7 0 1 16,5 0-2-16,-2 0 2 0,-3 0 0 16,-4-3-1-16,-3 3-1 15,-5-2 2-15,-2-2 4 16,-14 4-4-16,-2-2 1 15,-5-2 0-15,9 4-1 16,-7-2-1-16,3-2 1 16,-1 4 1-16,-11-2-1 15,2-3 1-15,-2 5 0 16,-10-2-1-16,5 0 0 0,-4 2 0 16,11-4 2-16,-7 2-2 15,0-3 0-15,3-1 0 16,-3 4 1-16,4-2-1 15,-8-1 1-15,-1 5 0 16,8-6-1-16,1 4 0 16,1-1 1-16,7-3-1 15,-7 2 2-15,11-2-2 16,1 1 6-16,-12 2 5 16,2-4-4-16,-7 5 8 15,-9 2 5-15,4-4-10 0,-4 1-4 16,-1 3 4-16,6-3-4 15,-1 3 3-15,0-3-7 16,-4 3 11-16,0-2 1 16,-5 2-2-16,-7 0-7 15,-3 0 6-15,-7 0-5 16,-4 0-4-16,-5 0 2 16,10-4-2-16,-3 4-1 15,-3 0 3-15,6 0 0 16,-5 0-3-16,6 0 2 15,-11 0-6-15,0 0-1 16,0 0-18-16,-11 0-188 16,-70 0-279-16</inkml:trace>
  <inkml:trace contextRef="#ctx0" brushRef="#br0" timeOffset="677.19">5034 1806 625 0,'0'0'63'0,"0"0"-29"16,0 0 170-16,0 0-82 0,0 0-40 15,0 0 10 1,-172 0-5-16,146-18-37 0,7 0-3 15,3-7-13-15,11 6-5 16,5-8-12-16,0 2-13 16,0 2 21-16,0-2-13 15,31 10-4-15,-5 3-6 16,4 7-2-16,6 5 2 16,-1 0-2-16,5 14 0 15,0 26 0-15,-9 11-4 16,-5 1-6-16,-17 8 10 15,-9-5 5-15,0-8-5 16,0-5 0 0,-23-6 6-16,-20-7 1 0,-2-4-2 0,1-7 1 15,8-6 5-15,6-7-7 16,8 1 19-16,18-6-13 16,4 0-6-16,0 0 11 15,0 0-6-15,0 0-1 16,0 0-5-16,0 0 0 15,0 0 7-15,0 0-3 0,0 0 2 16,0 0-9 0,18 0-1-16,34 0 1 0,24 0-1 31,25-3-1-31,8-2-9 0,1 2-74 0,4-3-173 16,-18-4-81-16,-30-3-244 15</inkml:trace>
  <inkml:trace contextRef="#ctx0" brushRef="#br0" timeOffset="991.59">6031 1766 822 0,'0'0'52'0,"0"0"-11"0,0 0 198 15,0 0-94-15,0 0-39 16,0 0-42-16,-70-61-5 31,70 61-17-31,0 0-12 0,0 0-15 0,0 2 13 16,0 28 1-16,9 12 120 15,22 2-111-15,-10-1-18 16,-2-4 3-16,-3-1-14 16,-2-2-5-16,3-3 3 15,-8-3-7-15,-4-3 2 16,-5-5-5-16,0 6-32 0,0-4-82 15,0-4-76-15,0-1-12 16,0-10-106-16,-5-9-92 16</inkml:trace>
  <inkml:trace contextRef="#ctx0" brushRef="#br0" timeOffset="1258.46">5904 1751 636 0,'0'0'46'0,"0"0"-31"0,0 0 124 16,0 0-5-16,0 0-83 16,0 0 9-16,311-94-1 31,-209 99 8-31,-1 38-7 16,-9 6-4-16,-21 8 15 15,-27 4-27-15,-39-8-8 16,-5-2-12-16,-14-4-15 15,-61-1 0-15,-13-3-6 16,-13 2-3-16,9-5-6 16,0-6-85-16,21 0-127 15,5-16-134-15,26-12-205 16</inkml:trace>
  <inkml:trace contextRef="#ctx0" brushRef="#br0" timeOffset="1588.22">6946 1866 809 0,'0'0'122'16,"0"0"-69"-16,0 0 171 16,0 0-54-16,0 0-86 15,0 0-20-15,-71-57-26 16,71 57 2-16,0 0-20 15,0 8-7-15,0 32 29 0,5 9 79 16,16 2-92-16,-11-2-10 16,-1-9-1-16,3 3-12 15,-7-7-6-15,-1-4 0 16,-4-1-3-16,5-10-58 16,0-10-127-16,0-8-12 15,-1-3-91-15,-4-3-59 16,0-42-212-16</inkml:trace>
  <inkml:trace contextRef="#ctx0" brushRef="#br0" timeOffset="1808.47">6845 1546 801 0,'0'0'29'0,"0"0"-29"15,0 0 101-15,0 0-1 16,0 0-52-16,0 0 0 15,-5 0 12-15,5 0 31 16,5 0-33-16,-5-3-1 16,0 0 0-16,0-9-11 15,0 1-5-15,0 2-35 16,0-4-5-16,0 11-2 16,-10 2-52-16,-11 0-25 15,0 2-159-15,2 28-169 0</inkml:trace>
  <inkml:trace contextRef="#ctx0" brushRef="#br0" timeOffset="2170.27">7352 1719 223 0,'0'0'684'0,"0"0"-672"0,0 0 124 16,0 0 14-16,0 0-66 16,0 0-27-16,0-108-26 15,0 108 2-15,0 0-20 16,-5 13-3-16,-31 31 7 16,-8 14 22-16,4 4-5 15,9-3-11-15,10 0-2 16,16-5 17-16,0-6-18 15,5-10-9-15,0-4 6 16,0-13 7-16,14-3-22 16,27-8-1-16,10-8-1 15,15-2-24-15,10 0-64 0,6-15-90 16,-11-21-132-16,-14-6-281 16</inkml:trace>
  <inkml:trace contextRef="#ctx0" brushRef="#br0" timeOffset="2767.84">7738 1919 788 0,'0'0'52'0,"0"0"-36"0,0 0 165 15,0 0-95 1,0 0-54-16,0 0 12 0,83-13-10 16,-53-1-17-16,-6-6-10 15,-8-5 2-15,-6-2 4 16,-10 1-4-16,0-4 1 15,0 6 2-15,0 7 26 16,0 1-13-16,0 8 6 16,-10 1-9-16,6 7-8 15,-1 0-14-15,-7 0 1 16,-7 0-1-16,-2 13 6 16,-5 14 18-16,7 5-16 15,3 4-3-15,2 5 3 0,9 4 1 16,-2 3 0-16,7 0 2 15,0-7-2-15,0-5 0 16,0-9 11-16,21-7-16 16,24-7-1-16,16-7 5 15,12-6-3-15,7 0 1 16,8-6-4-16,-13-24 6 16,-4-2-5-1,-15-13-3-15,-6-7-1 0,-19-8 0 16,-15-4 1-16,-16-2 4 15,0 3-4-15,0 16-7 16,0 17-1-16,-16 14 0 0,6 13-2 16,1 3-6-16,-3 0 0 15,3 40 8-15,-6 16 8 16,11 7 4-16,4-7 0 16,0 1-4-16,0-9-5 15,28 0 5-15,10-10 5 16,-15-4 2-16,-6-10 8 15,-8-8-12-15,-9-1-3 16,0 4-8-16,-30 2-6 16,-77 2-98-16,-46-4-343 15</inkml:trace>
  <inkml:trace contextRef="#ctx0" brushRef="#br0" timeOffset="4642.5">5197 4282 892 0,'0'0'105'0,"-288"0"25"15,196 0 45-15,36 6-22 16,34 0-102-16,22 3-20 16,31 8-31-16,132 5 10 0,122 5 46 15,123-10 10-15,89-11-43 16,36-6 20-16,-10 0 47 16,-25 0-48-16,-60 0-15 15,-77 0 21-15,-92 0-2 16,-97 0-32-16,-80 0-6 15,-52 0-5-15,-28 0 1 16,-12 0-4-16,0-15-7 16,-12-14-108-16,-63-14-297 0,-36-8-571 15</inkml:trace>
  <inkml:trace contextRef="#ctx0" brushRef="#br0" timeOffset="79183.92">7425 5167 986 0,'0'0'39'0,"0"0"51"16,0 0 73-16,0 0-79 15,0 0-20-15,-271 99-4 16,200 8-8-16,-5 21-3 16,10 4-10-16,10-3 40 15,11-7-44-15,19-12-1 16,17-6-20-16,9-11-5 15,0-13-6-15,44-11-3 16,39-18-7-16,28-16 3 0,21-13 3 16,0-20-45-16,9-2-107 15,-9-27-45-15,-19-35-146 16,-32-19-227-16</inkml:trace>
  <inkml:trace contextRef="#ctx0" brushRef="#br0" timeOffset="79764.75">7887 5655 727 0,'0'0'29'0,"0"0"66"16,0 0 100-16,0 0-105 15,0 0-20 1,0 0-31-16,-137 10 27 0,137-10-7 15,0 0-11-15,-12 0-14 16,-2-10 2-16,-12-18-27 16,0-2 9-16,7 3-17 15,8 1 4-15,1 1 2 16,10 7-3-16,0 4-2 16,0-1-2-16,5 2 0 15,35 3 0-15,12 3 5 0,9 7-4 16,0 0-2-16,1 7 0 15,-8 22 1-15,-2 6 0 16,-7 11 0-16,-20 1 1 16,-20 2 0-16,-5 1-1 15,0-5 0 1,0-7 3-16,-35 4-1 0,-10-7-1 16,-7 5 4-16,-9-4-5 15,0-3 3-15,-5-5-3 16,0 3 1-16,4-11 2 15,13 1-3-15,9-5 0 16,4-4 1-16,15-4 0 16,16-2 0-16,1-6-1 0,4 0 0 15,0 0-1-15,0 0 1 16,0 0 1-16,23 0-1 16,29-8 4-16,19-4-2 15,7-1 0-15,-3 4 1 16,-4 3 7-16,0 0-9 15,-10 3 1-15,-5 3-1 16,-6 0-1-16,2 0-7 16,-3 9-178-16,-6 13-100 15,-13-8-235-15</inkml:trace>
  <inkml:trace contextRef="#ctx0" brushRef="#br0" timeOffset="80000.64">8634 6130 1087 0,'0'0'134'15,"0"0"-68"-15,0 0 105 16,0 0-83-16,0 0-66 16,0 0-4-16,-21 114 21 15,11-59-27-15,-11 5-9 16,-9-2-3-16,-1-1-2 0,0-3-42 15,8-9-134-15,-8-12-131 16,-4-17-210-16</inkml:trace>
  <inkml:trace contextRef="#ctx0" brushRef="#br0" timeOffset="80549.03">9325 5663 1002 0,'0'0'27'0,"0"0"71"15,0 0 37-15,0 0-35 16,0 0-43-16,0 0-38 16,-87-24 0-16,61 24 0 15,-10 17 6-15,-8 20-1 16,3 1-12-16,11 7-10 15,-1 3 11-15,10 6-13 16,11 5-10-16,6 0 6 16,4 1 4-16,0-6-7 15,45-9 7-15,11-7 0 16,5-4 6-16,5-7-4 16,0-7-2-16,-4-7 0 15,-1-11-2-15,-11-2-1 16,1 0 0-16,-10-7 2 15,-6-12 1-15,-9-11-2 0,-12-4 2 16,2-1-1-16,-16-1 0 16,0 6-2-16,0 0 3 15,-16 10 0-15,-19 5-5 16,9 6 4-16,2 6 1 16,-7-1 3-16,-4 4-3 15,-12 0 0-15,2 0 0 16,-2 13 1-16,7 8 3 15,5-1-4-15,-1 7 0 16,10 0-9-16,7 1 8 0,8 1-3 16,11 3 0-16,0-4-29 15,16-7-148 1,34-8-21-16,11-9-173 0</inkml:trace>
  <inkml:trace contextRef="#ctx0" brushRef="#br0" timeOffset="80863.31">9598 5230 913 0,'0'0'11'0,"0"0"38"16,0 0 130-16,0 0-102 15,0 0-51 1,0 0-20-16,83 62 10 0,32 19 26 16,13 12 26-16,-15 2-15 15,-24 0 34-15,-27-5-55 16,-20 0-5-16,-37-7-17 16,-5 6-2-16,-21 11-8 15,-50-3-1-15,-21 6 1 16,-5-8 0-16,5-12-19 15,7-6-140-15,8-14-176 0,6-21-461 16</inkml:trace>
  <inkml:trace contextRef="#ctx0" brushRef="#br0" timeOffset="81240.72">11291 5173 1112 0,'0'0'15'15,"0"0"-11"-15,0 0 71 0,0 0 15 16,0 0-54-16,0 0-19 15,-264 91 11-15,203-2 12 16,4 15 15-16,12 4-2 16,5 5-6-16,14-9-3 15,26-11-22-15,0-10 7 0,14-2-21 16,60-6-7-16,22-13 2 16,15-5-6-16,12-22 2 15,13-10-80-15,-8-17-104 16,-6-8-112-16,-25 0-205 31</inkml:trace>
  <inkml:trace contextRef="#ctx0" brushRef="#br0" timeOffset="81695.78">11928 5578 699 0,'0'0'12'0,"0"0"79"0,0 0 120 15,0 0-119-15,0 0-15 16,0 0-55-16,-295 4 22 16,248 44-11-16,11 9-14 15,10 2 1-15,12 4 3 16,10-1-8-16,4 1-4 16,0-3-3-16,0-3-8 15,9-6 2-15,36-6-2 16,11-10 1-16,10-9 1 15,5-11 0-15,0-5-2 0,-10-10 0 16,0 0 2-16,-4 0 1 16,-12-25-2-16,-3-1 0 15,-23-9-1 1,2-2 3-16,-16-2-2 0,-5 1 5 16,0 1-5-16,-5 9 5 15,-25 7-3-15,-10 4 23 16,-8 9 19-16,-1 8-25 15,-12 0 9-15,-1 0-9 16,-4 25-19-16,10 7 7 31,16 0 7-31,4 2-10 0,20 2-5 16,6-1-11 0,10 2 10-16,0 7-10 0,22 1-31 15,32-5-162-15,12-8-194 16</inkml:trace>
  <inkml:trace contextRef="#ctx0" brushRef="#br0" timeOffset="81947.14">12786 6096 1226 0,'0'0'25'0,"0"0"41"15,0 0 113-15,0 0-116 16,0 0-45-16,0 0-5 16,-132 178 38-16,110-106-42 15,18-4 1-15,4-2-10 16,0-1 0-16,0-4-1 16,0-1-6-16,30-11-95 15,1-4-167-15,0-17-263 16</inkml:trace>
  <inkml:trace contextRef="#ctx0" brushRef="#br0" timeOffset="82371.24">13064 5922 1089 0,'0'0'16'15,"0"0"0"-15,0 0 55 16,0 0-50-16,0 0-3 16,0 0-8-16,184-83 10 15,-139 125 10-15,-15 14-22 0,-18 9 9 16,-12 10-4-16,0-5 15 16,-12-3 46-16,-23-5-33 15,-15-5-9-15,-6-2-9 16,-6-17-5-16,1-4 3 15,7-12-2-15,2-10-9 16,17-1 0-16,9-9 2 16,16-2-5-16,10 0 15 15,0 0-16-15,0 0 7 16,0 0 20-16,0 0-27 16,0 0-1-16,26-6-4 15,24-7-1-15,21-1 0 16,2 2 0-16,16 0-2 0,20 1-15 15,18-2-76-15,19-2-97 16,-4-8-106-16,-15-4-304 16</inkml:trace>
  <inkml:trace contextRef="#ctx0" brushRef="#br0" timeOffset="82616.08">13797 5493 714 0,'0'0'13'0,"0"0"0"0,0 0 112 15,0 0 1-15,0 0-57 16,285 113 51-16,-204-12-8 16,-6 10 14-16,-9 12-57 15,-19 1-24-15,-33-1-17 16,-14 3-22-16,-19-4 2 15,-98-4-8-15,-51 5-2 16,-56-6-210-16,-35-8-447 16</inkml:trace>
  <inkml:trace contextRef="#ctx0" brushRef="#br0" timeOffset="83662.24">7444 7343 715 0,'0'0'30'0,"0"0"147"0,0 0 30 15,0 0-75-15,0 0-81 16,0 0-15-16,-283 125 24 16,205-18 12-16,12 7-27 15,21 7 7-15,14-1 10 16,22-14-18-16,9-9 28 0,0-17-52 15,14-17-14 1,47-9 0-16,27-6-6 0,13-10 0 31,14-9-9-31,18-13-37 0,3-13-118 0,3-3-82 16,-23-16-203-16</inkml:trace>
  <inkml:trace contextRef="#ctx0" brushRef="#br0" timeOffset="84182.04">7847 7707 901 0,'0'0'1'16,"0"0"21"-16,0 0 155 16,0 0-106-16,-57-164-51 15,102 142-18-15,11 11 8 16,6 7-2-16,-6 4-1 15,-11 0-5-15,-10 12-2 32,-20 25 1-32,-8 3 2 0,-7 9-3 0,0-4 1 15,-17-1 7-15,-32-2-3 16,-13-7 10-16,6-1 0 0,-1-11 7 31,17-6-4-31,10-6-8 16,15-5-2-16,15-4-3 15,0-2-4-15,0 0 5 16,0 0-3-16,0 0-2 16,15 0 3-16,25 0 0 15,11-7-1-15,11 7 0 16,4 0-1-16,0 0-2 16,-5 28 1-16,-7 4 2 15,-16 5 2-15,-19-4 0 0,-19 0 1 16,0-11 16-16,0 3 14 15,-40-4 37-15,-17-6-15 16,-14-4-30-16,1-2-2 16,-1-9-9-16,10 0-11 15,9 0-4-15,12 0-2 16,9-20-54-16,17-7-94 16,14 5-125-16,0 8-425 15</inkml:trace>
  <inkml:trace contextRef="#ctx0" brushRef="#br0" timeOffset="84385.97">8639 8153 1129 0,'0'0'57'16,"0"0"18"-16,0 0 174 15,0 0-156-15,0 0-68 16,0 0-14-16,0 55-2 15,0-21-4-15,0 11-5 16,-10-2-3-16,-1 1-6 0,-8 7-115 16,-7-12-193-1,-5-15-287-15</inkml:trace>
  <inkml:trace contextRef="#ctx0" brushRef="#br0" timeOffset="84825.94">8924 7748 957 0,'0'0'193'15,"0"0"-187"-15,0 0 127 16,0 0 2-16,0 0-90 16,0 0-45-16,0-24-1 0,-7 78 1 15,-7 15 5 1,4-3-3-16,-1-10 1 0,11-12-2 15,-5-14 1-15,5-12-2 16,0-9-3-16,0-6 2 16,0 0 2-1,0-3 0-15,0 0-1 0,16 0 0 16,29-8 4-16,12-17-3 16,14-2 1-16,-10 4 0 15,0 1-1-15,5 13 2 16,-12 7-2-16,8 2 1 15,4 0-2-15,-5 18 6 16,-4 11-5-16,-13 5 12 0,-22 1-2 16,-13-2 22-16,-9-4-15 15,0-1 7-15,0 2-14 16,-40-1-2-16,-5-1-9 16,-2-5-4-16,-3-3-3 15,-6-11-89-15,-5-9-158 16,-10 0-14-16,0-14-80 15</inkml:trace>
  <inkml:trace contextRef="#ctx0" brushRef="#br0" timeOffset="84997.82">8938 7810 680 0,'0'0'80'0,"0"0"-49"15,0 0 131-15,0 0-77 16,0 0-34-16,316-38-29 15,-196 33-22-15,-6-5-4 16,-18-3-187-16,-16-2-173 16</inkml:trace>
  <inkml:trace contextRef="#ctx0" brushRef="#br0" timeOffset="85233.78">9497 7402 91 0,'0'0'567'0,"0"0"-531"15,0 0 18-15,0 0 62 16,0 0-48-16,325-59-10 16,-197 97-7-1,-1 34 61-15,-5 24-17 0,-15 7-12 16,-20 2 4-16,-28-4-5 16,-22-9-44-16,-27-7-16 15,-10-11-13-15,-10-2-3 16,-63-4-6-16,-11-2 0 15,-30-7-63-15,-6-6-202 16,-7-16-213-16</inkml:trace>
  <inkml:trace contextRef="#ctx0" brushRef="#br0" timeOffset="85595.02">11616 7349 996 0,'0'0'21'0,"0"0"28"16,0 0 71-16,0 0-43 16,0 0 6-1,0 0-59-15,-80-87 1 0,59 87-1 16,-10 18-11-16,-25 39 4 15,-6 21 39-15,8 13-31 16,14 11-12-16,14 2 1 16,10 0 17-16,16-5-16 15,0-10-6-15,0-14 0 16,42-10 4-16,12-13 5 16,12-12-18-16,5-6 0 15,2-13 0-15,-7-7-8 0,0-11-137 16,0-3-87-16,-12-9-130 15</inkml:trace>
  <inkml:trace contextRef="#ctx0" brushRef="#br0" timeOffset="86066.69">11902 7551 838 0,'0'0'67'0,"0"0"45"0,0 0 95 15,0 0-153-15,0 0-38 16,0 0-14-16,-22 50-1 16,13 4 17-16,9-2 2 15,0-9-11-15,0-1-3 16,-5-5-2-16,5-10-3 16,-4-14 1-16,4 0-1 15,0-11 3-15,0-2-2 16,0 0 1-16,0 0 1 15,0 0 3-15,0 0 10 16,0-5 38-16,0-18-46 16,35-4-4-16,5 2-4 15,17 5-1-15,-3 8 0 0,2 3 2 16,6 9 1-16,4 0 12 16,4 0 15-1,1 18 2-15,0 14 0 0,-19 11-14 16,-17-3 6-16,-14 3-12 15,-16-4 7-15,-5-1 7 16,0 1-22-16,-26-4 11 16,-30 2-12-16,-3-8-1 15,-3-4-2-15,-4-10-34 16,0-7-57-16,-12-8-56 0,3 0-79 16,-7-32-97-16,11-28-136 15</inkml:trace>
  <inkml:trace contextRef="#ctx0" brushRef="#br0" timeOffset="86208.09">11814 7551 794 0,'0'0'61'16,"0"0"115"-16,0 0 8 16,0 0-142-16,0 0-35 15,295-33-7-15,-189 33-1 16,7 6-135-16,-21 21-229 15</inkml:trace>
  <inkml:trace contextRef="#ctx0" brushRef="#br0" timeOffset="86412.44">12866 7935 943 0,'0'0'32'0,"0"0"60"16,0 0 121-1,0 0-104-15,0 0 20 0,0 158-76 16,0-104-42-16,0 7-7 0,0 1-2 16,0 1-4-16,-19-1-15 15,-2-12-177-15,-15-13-248 16</inkml:trace>
  <inkml:trace contextRef="#ctx0" brushRef="#br0" timeOffset="87009.07">13380 7841 886 0,'0'0'52'0,"0"0"-47"15,0 0 171-15,0 0-21 16,0 0-79-16,0 0-65 15,-57-125 17-15,74 93-20 16,18 3-6-16,0 6-2 16,10 8 2-1,2 2 1-15,10 7-2 0,-8 6 0 16,8 0 3-16,-7 0-4 16,-8 28-1-16,-11 10 1 15,-17 5 1-15,-14 4 1 16,0 0 1-16,0-4 16 15,-26-3-17-15,-19-3-2 16,-7-8 4-16,7-4 3 0,10-7-6 16,9-13-1-16,17 1 1 15,-3-3 2-15,12-3-3 16,0 3 2-16,0-3-2 16,0 0 0-16,0 0-4 15,0 0-19-15,21 0 16 31,19 0 7-31,12 0 3 16,5 0-3-16,2 0 6 16,2 12-6-16,0 13 0 15,-9 1 4-15,-17 3 2 0,-16 2 23 16,-12-8 3 0,-7 2-11-16,0-7 1 0,-11 2 1 15,-51 1 25-15,-18-2-16 16,-12 1 14-16,-4-6-29 15,4-5-13-15,11-6-3 16,20-3 0-16,9 0-1 16,12-6-33-16,21-28-88 15,3-23-105-15,11-15-364 16</inkml:trace>
  <inkml:trace contextRef="#ctx0" brushRef="#br0" timeOffset="87260.8">13981 7289 839 0,'0'0'33'0,"0"0"89"16,0 0 71-16,375 56-82 16,-234 22 25-16,-9 14-66 15,-9 10 4-15,-26 5-16 16,-41 0-32-16,-42 1-4 15,-14 0-13-15,-80-2-3 0,-73 11-6 16,-50 8-7-16,-30 9-162 16,-31-12-301-16</inkml:trace>
  <inkml:trace contextRef="#ctx0" brushRef="#br0" timeOffset="88224.37">7531 9612 680 0,'0'0'44'0,"0"0"-18"0,0 0 142 15,0 0-14-15,0 0-75 16,0 0-26-16,-215-80-32 15,126 106 4-15,-25 37 23 16,4 30 15-16,-4 20-16 16,18 9 3-16,20 4 12 15,36-3-21-15,40-8-27 0,0-4-13 16,71-10 5 0,52-12-6-16,39-13 2 0,25-23-7 15,1-17-3-15,-4-13-111 16,-21-17-71-16,-27-6-76 15,-29 0-216-15</inkml:trace>
  <inkml:trace contextRef="#ctx0" brushRef="#br0" timeOffset="91342.58">7913 9803 804 0,'0'0'57'0,"0"0"107"15,0 0 6-15,0 0-36 16,0 0-28-16,0 0-69 0,-139-71-24 16,129 115-6-1,-4 26 36-15,-3 7 12 0,8-3-39 16,-7-11-8-16,6-13 0 15,1-5 1-15,-8-13-6 16,12-4 4-16,1-13-5 16,4-9-2-16,0-6 1 15,0 0 1-15,0 0 12 16,0 0-14-16,0 0-7 16,21 5-2-16,38 4 9 15,7 1 5-15,-5 2-2 16,1-3-3-16,-6-1 1 0,-6-4-1 15,-8-4-7-15,-11 0 3 16,-12 0-7-16,-3 0 11 16,-7-9 3-16,-9-15-3 15,0 0 2-15,0-6 0 16,0-1 1-16,0 3-1 16,0 1-2-16,-4 5 3 15,-13 5 0-15,3 5-2 16,5 6 3-16,2 6 15 15,2 0-8-15,5 0 11 16,-5 3-6-16,-9 41-13 16,-2 13 48-16,-3 8-8 15,7-4-33-15,7-10-4 0,0-2-2 16,1 0 0 0,4-4-1-16,0-7-3 0,0-2-3 15,0-7-17-15,9 2-176 16,38-13-143-16,3-18-438 15</inkml:trace>
  <inkml:trace contextRef="#ctx0" brushRef="#br0" timeOffset="91577.92">8684 10361 1238 0,'0'0'76'0,"0"0"44"16,0 0 46-16,0 0-128 16,0 0-20-16,-36 161 71 15,17-93-72-15,-7-2-12 16,5 0-5-16,2-9-1 16,3-4-81-16,2-2-111 15,-8-15-213-15,6-16-348 16</inkml:trace>
  <inkml:trace contextRef="#ctx0" brushRef="#br0" timeOffset="92301.65">9308 9758 1188 0,'0'0'19'0,"0"0"12"16,0 0 126-16,0 0-52 16,0 0-92-16,0 0-7 0,-54-47-5 15,42 88 0-15,-2 16 1 16,-12 12 2-16,7-6 0 16,-2-7 0-16,5-6-4 15,2-7 0-15,4-13 1 16,-2-7 0-16,8-5-1 15,4-9-1-15,0-4 0 16,0-1-2-16,0-4 1 16,0 2-2-16,0-2 2 15,0 0-2-15,0 4 0 0,30-2 4 16,22-2 2-16,-2 0 3 16,16 0-3-16,4 0-2 31,3 0 0-31,-14-6 0 0,-7-5-1 0,-16-4-15 15,-6-2 12-15,-9-1 4 16,-6 2 1-16,-15 2-1 16,0-1 3-16,0 0-1 15,0 0-1-15,0 0 2 16,0 0 0-16,0 0-3 16,-10 7 1-16,-6 2 5 15,2 1-5-15,4 5 5 0,10 0-2 16,0 0 6-16,0 0 1 15,0 0-2-15,0 0 1 16,0 0 12-16,0 0-15 16,0 0-1-16,0 0 4 15,0 22-7-15,-7 16 33 16,2 8 27-16,1-7-30 16,4-4-24-16,0 4 5 15,0 2 3-15,0-1-8 16,0-8 4-16,0 1 21 15,16-9-30-15,-2-1-2 16,-4-1-2 0,6-1-1-16,-2 2 1 0,-14-2-32 0,5-2-67 15,-5-5-17-15,0-2-30 16,0-12-107-16,0 0-94 16,0-45-30-16</inkml:trace>
  <inkml:trace contextRef="#ctx0" brushRef="#br0" timeOffset="92568.77">9700 9383 780 0,'0'0'49'31,"0"0"75"-31,0 0 25 0,0 0-16 0,0 0 3 15,377 160-3-15,-240-76-37 16,-10 15-1-16,-30 8 13 16,-36 3-77-16,-47-1-14 15,-14 0-6-15,-54 2-4 16,-73 8-7-16,-36 9-4 16,-26-2-45-16,1-7-174 15,11-24-261-15</inkml:trace>
  <inkml:trace contextRef="#ctx0" brushRef="#br0" timeOffset="102508.62">18081 6087 779 0,'0'0'100'0,"0"0"54"31,0 0 52-31,0 0-66 0,0 0-19 0,0 0-37 16,0 0-13-16,0 0-8 16,-19-25-19-16,19 25-5 15,0 0-19-15,-7 0-16 16,-3 9-4-16,6 28 4 16,-6 3-1-16,-6 5 5 15,11-11-1-15,0-13-7 0,1-4 4 16,-1-8-4-1,5-1 1-15,0-1-1 16,0 3-3-16,0-8 3 0,0 5 0 16,0-5-5-16,0-2-10 15,0 0 10-15,0 0-21 16,0 0-26-16,0 0 50 16,0 0-24-16,0 0 12 15,0 0 13-15,9 0-2 16,17-11 3-16,10-12 0 15,-1 1 3-15,0 4-6 16,-4 3 3-16,4 2-7 16,5 2 5-1,-4 2-1-15,11 3 3 0,-7 6 0 0,-5 0 0 16,10 0-2-16,-2 3 0 16,1 20 2-16,8 8 0 15,-7 1 4-15,0 7-3 16,-10-3-1-16,-9 3 4 15,-9 2-4-15,-17-2 4 32,0 1-3-32,0-2 11 15,-31-2-4-15,-4-1 0 16,-1-2 3-16,1-6 2 16,-3-9-12-16,-2 1 7 15,-5-5-6-15,-2-5-2 16,2-3 0-16,5-3-7 15,5-3-27-15,9 0-45 0,5 0-42 16,11-28-39-16,10-15-114 16,0-15-78-16,0-2-48 15</inkml:trace>
  <inkml:trace contextRef="#ctx0" brushRef="#br0" timeOffset="102917.03">18225 5962 565 0,'0'0'45'0,"0"0"37"16,0 0 82-16,0 0-72 16,0 0-36-16,0 0 0 15,-66-6-3-15,66 6-2 16,0 0-6-16,0 0-3 15,0 0 13-15,0 0-12 16,0 0-18-16,14 0-8 16,30 0-1-16,30 0 11 15,10 0-4-15,30 0-11 0,6 0 9 16,19-15 2-16,-7 2-1 16,-17-4 3-16,-27 2-8 15,-39 6-7-15,-18 0-1 16,-19 2 14-16,-12 1-17 15,0 0 6-15,0 0-11 16,0 3 1-16,0 3-2 16,0-3-49-16,0 1-42 15,0 2-99-15,0 0-114 16,-5 0-256-16</inkml:trace>
  <inkml:trace contextRef="#ctx0" brushRef="#br0" timeOffset="103294.35">17421 7166 555 0,'0'0'76'0,"0"0"45"0,0 0 55 15,0 0-71-15,0 0-40 16,0 0-12-16,4 39 6 16,114-35-11-16,50 1 11 15,39-5 8-15,34 0-28 16,11 0 17 0,24-17-9-16,2-11 15 0,2 2 49 15,-25-5-58-15,-52 7 10 16,-62 4-40-16,-58 8-8 15,-53 6-12-15,-25 0 11 16,-5 2-12-16,0 1-2 16,0 1-5-16,0-2-39 15,0 4-100-15,-21 0 33 16,-19 0-76-16,-17 0-100 0,-14 0-260 16</inkml:trace>
  <inkml:trace contextRef="#ctx0" brushRef="#br0" timeOffset="104032.49">18147 7971 415 0,'0'0'258'0,"0"0"-190"16,0 0 109-16,0 0-14 16,0 0-86-16,0 0 20 15,-97 4-20-15,102-32 2 16,30-6-54-16,12-3-21 0,10 8 2 15,-3 2-5-15,19 6 4 16,-2 9 2-16,4 9 10 16,-4 3 12-16,-5 0 7 15,-5 23-24-15,-21 17-3 16,-9 9 25 0,-19 8-32-16,-12 0 38 0,0-6-29 15,-17-10-1-15,-32-5-4 16,-8-8-6-16,-9-1 3 15,0-7-3-15,5-5 2 16,9-7 11-16,17-4-13 16,11-4 16-16,8 0-8 15,6 0-6-15,10 0-2 0,0 0-21 16,0 0 19-16,0 0-1 16,0-6-1-16,36-9-19 15,4 4 23-15,16 5 3 16,10 6 1-16,5 0 43 15,9 6-35-15,-7 26-10 16,-7 7 4-16,-16 3 7 16,-20 5-11-16,-20 1-2 15,-10-6 1-15,0-7 0 16,-28-1 0-16,-29-5 59 16,-9-5-48-16,-5-3 3 15,-7-5-3-15,-2-11-10 0,10-5 5 16,-13 0-6-1,8-21 5-15,4-15 4 0,10-5-10 16,9 2-19-16,21-4-32 16,22 8-86-16,9 2 26 15,0 3-117-15,35 7-129 16,31-2-153-16</inkml:trace>
  <inkml:trace contextRef="#ctx0" brushRef="#br0" timeOffset="104598.74">19795 7721 674 0,'0'0'166'0,"0"0"-96"0,0 0 120 15,0 0-42-15,0 0-92 16,0 0-13-16,-57-89-1 15,57 89-7-15,-21 0-8 16,-14 0-12-16,-15 20-9 0,-23 19 22 16,7 8-24-1,0 14 45-15,16 2-41 0,15 5 0 16,9 4 24-16,26-1-28 16,0-2-4-16,5-7 2 15,47-7-4-15,14-12 2 16,9-9 0-16,8-8-1 15,2-14 2-15,-8-4-1 16,-1-3 0 0,-10-5-8-16,-5 0 8 0,-11-9 4 15,-3-16-2-15,-12 2 3 16,-4-8-3-16,-17-1 2 16,-2-4-1-16,-12 1-2 0,0 1 13 15,0 10-5-15,-7 7 8 16,-33 2 17-1,-10 9-2-15,-16 6-27 0,-21 0 35 16,4 0-29-16,8 15 29 16,9 6-25-16,16-4-14 15,13 5 0-15,13 2-2 16,7-4-7-16,-1 3 8 16,11 2-29-16,2-1-53 15,5-3-63-15,0 0-18 0,0-10-64 16,0-5-76-16,0-6-49 15</inkml:trace>
  <inkml:trace contextRef="#ctx0" brushRef="#br0" timeOffset="105210.9">20601 4961 388 0,'0'0'300'0,"0"0"-286"16,-325-160 31-16,204 124 98 15,-11 11-51-15,-16 17-20 16,-20 8 1-16,-20 2-2 15,-24 44-2-15,-22 26 8 16,-6 20-18 0,-3 22 28-16,-2 22-60 0,7 23 52 15,-12 23-20-15,7 45-18 16,5 35 4-16,28 39 20 16,33 36-24-16,33 9-17 0,48 1 12 15,60-18-12-15,36-20-6 16,78-26-9-1,68-32 4-15,69-31-6 0,44-31-5 16,45-32 5-16,48-32-5 16,27-26 0-16,34-27-2 15,18-33-3-15,27-33 2 16,-1-6 1-16,-9-48 0 16,-12-39 7-16,-23-32-4 15,-53-39-1-15,-39-48-2 16,-74-50 0-16,-58-51-10 15,-66-50 3-15,-72-29-3 16,-51-27-1 0,-87-4-9-16,-127 24 7 0,-95 47 8 0,-92 55-2 15,-77 79 6-15,-51 70-55 16,-15 61-43 0,-1 64 33-16,34 17-94 0,46 56-73 15,60 22-140 1,58 0-268-16</inkml:trace>
  <inkml:trace contextRef="#ctx0" brushRef="#br0" timeOffset="106993.64">3094 6862 636 0,'0'0'106'0,"0"0"15"0,0 0 88 31,0 0-27-31,0 0-72 16,0 0-39-16,0-71-11 16,-21 71-19-16,-24 15-22 15,-31 32-7-15,-27 31-2 16,-13 14 27-16,-16 18-8 16,-12 6-15-16,-2-1-3 15,-12-7 11-15,5-2-19 16,16-14 21-16,5-12-24 0,36-10-3 15,4-17-1-15,26-5-52 16,21-16-80-16,19-14-162 16,26-14-161-16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9-30T09:19:59.3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12637 6388 1079 0,'0'0'40'0,"0"0"77"16,0 0 49-16,0 0 4 16,0 0-47-16,-75-152-22 15,75 152-62-15,0 0-4 16,0 0-16-16,-10 0-8 0,10 0-3 15,0 35-5 1,0 34 2-16,0 20 10 0,0 10-4 16,0 1 12-16,0 0-15 15,0-8 7-15,0-2-7 16,0-9 0-16,0-16-2 16,0-12 3-16,5-16-5 15,0-8 1-15,-1-7-2 16,-4-5-1-16,5-2 0 15,-5-3-2-15,0 2 0 16,0-2-2-16,0 4 2 16,0-4-13-16,0-3-35 15,7-4-22-15,-2 1-56 16,0-6-94-16,4 0-88 16,1-23-143-16</inkml:trace>
  <inkml:trace contextRef="#ctx0" brushRef="#br0" timeOffset="659.39">13080 6966 230 0,'0'0'667'15,"0"0"-622"-15,0 0 74 16,0 0 79-16,0 0-122 16,0 0-8-16,-9-23-20 15,2 17-5-15,-3-6-8 0,1-3-14 16,0-6-7-16,-13-6 6 15,13-6 22-15,-3-2-26 16,7-2-14-16,5 5 15 16,0-1-10-16,0 1-6 15,5 0-1-15,38 4-1 16,6 7 0-16,12-4 2 16,5 10 0-16,5 8 0 15,-5 7 0-15,0 0-1 16,-5 0 0-16,-4 31 2 15,0 17 2-15,-13 7 6 16,-18 1-10-16,-11 7 8 16,-15-2-8-16,0 8 4 0,-31 2 12 15,-35-1 2-15,-10-8 6 16,-6-5-12-16,2-3-7 16,-3-12-1-16,8-7-3 15,13-11 15-15,13-5-11 16,14-8-1-16,13-5 4 15,18-2-4-15,4-4-1 16,0 0-1-16,0 0 1 16,0 0 2-16,0 0 1 15,0 0-5-15,4 0 0 16,46 0 2-16,28 0 21 16,23-13-16-16,26 5-4 0,20-4 1 15,20 1 4-15,7 3 8 16,-16 2-5-16,-33 3 3 15,-37 3 6-15,-32 0-20 16,-30 0-1-16,-17 0 1 16,-9 0-1-16,0 0 1 15,0 0-1-15,0 0-17 16,0 0-28-16,0 0-26 16,-21 0-61-16,-28 0-53 15,-29 0-140-15,-23 0-91 16</inkml:trace>
  <inkml:trace contextRef="#ctx0" brushRef="#br0" timeOffset="1004.32">11114 7835 769 0,'0'0'83'0,"0"0"-9"0,0 0 120 16,0 0-75-16,0 0-69 16,0 0 23-16,304 44-6 15,-58-33-16-15,32 0 31 16,26-11-16-16,12 0-8 16,0 0-16-16,-3-17 32 15,-11-5-32-15,-24-3-12 16,-23-2-2-16,-57 4-2 15,-50 3-4-15,-53 3-3 16,-43 8-1 0,-31 3-12-16,-21 6-4 0,0 0-4 15,0 0-14-15,0 0-50 16,-21 0-29-16,-24 0-100 16,-21 0-98-16,-17 0-98 15</inkml:trace>
  <inkml:trace contextRef="#ctx0" brushRef="#br0" timeOffset="1603.1">12522 8545 939 0,'0'0'56'0,"0"0"34"15,0 0 105-15,0 0-109 16,0 0-50-16,0 0 37 16,-215 189 42-16,210-113-52 15,1-7-16-15,-1-4 6 16,5-12-18-16,-5-2-11 15,5-14-17-15,0-11 0 16,-4-6-7-16,4-8 1 0,0-5 0 16,0-1-1-16,0-6-1 15,0 0 1-15,0 0-11 16,0 0 10-16,0 0-23 16,0-6 10-16,28-19 11 15,14 3 3-15,3-3 0 16,16 4 1-16,10 1-1 15,12 8 1-15,1 6 9 16,8 6 19 0,-4 0 2-16,-18 23-5 0,-4 20-6 15,-16 14 10-15,-19 7-8 0,-15 5-9 16,-16-1 10-16,0-5-12 16,-40-3 2-16,-21-6-3 15,4-12-2-15,1-4-6 16,6-11-1-16,3-9-2 15,-3-8-4-15,-2-10-25 16,3 0-47-16,-3-28-28 16,12-22-82-16,0-22-111 15,9-18-124-15,5-8-260 16</inkml:trace>
  <inkml:trace contextRef="#ctx0" brushRef="#br0" timeOffset="1807.06">12390 8747 733 0,'0'0'124'0,"0"0"-3"16,0 0 118-16,0 0-109 15,0 0-44-15,0 0-39 16,-31 10 45 0,123-10-20-16,19 0-51 0,7 0-15 15,-3-10-6-15,-2-4-95 16,-11 1-149-16,-6-2-166 0,-20 4-359 15</inkml:trace>
  <inkml:trace contextRef="#ctx0" brushRef="#br0" timeOffset="2388.63">13618 8885 606 0,'0'0'177'16,"0"0"-79"-16,0 0 123 15,0 0-30-15,0 0-79 16,0 0-41 0,-142-19-18-16,142 4 21 0,0-5-47 15,0-1-7-15,0-4-11 0,17 5-1 16,18 0-7-16,15-5-1 16,2 13 4-16,-3 6-2 15,3 6 2-15,5 0 6 16,-8 12-8-1,-2 25 4-15,-7 10-1 0,-14 6 20 16,-12 10-24-16,-9-1 45 16,-5 2-30-16,0 1 6 15,-19-2 0-15,-33-3-6 16,-9-6 0-16,0-8-8 0,-10-3 1 16,5-8 2-16,10-7-8 15,6-7 7-15,19-10-4 16,15-2-1-16,2-3-3 15,9-4-1-15,5-2 2 16,0 0-3-16,0 0 2 16,0 0-4-16,0 0 7 15,0 0 0-15,0 0-2 16,26 0-2 0,23 0 1-16,22-11 7 0,12-1-6 15,9-3 2-15,-3 4 8 16,15-5-10-16,-3 1 7 15,-4 6 0-15,-12 1-4 0,-14 2-4 16,-20 3-2-16,-25 0-2 16,-16 3 1-1,-10 0-48-15,0 0-23 0,0-6-125 16,-45-10-28-16,-28-10-314 16</inkml:trace>
  <inkml:trace contextRef="#ctx0" brushRef="#br0" timeOffset="5966.68">12175 7701 835 0,'0'0'33'16,"0"0"-2"-16,0 0 111 0,-299 77 5 15,259-65-67 1,18-10-51-16,13 5-20 16,9-7 49-16,0 0-33 0,9 0 9 15,88-42-15-15,52-24-13 16,53-11-2-16,36-13-4 15,26-2 1-15,12-2 5 16,7 2-4-16,2 0 4 16,-16 6 15-16,-28 4 11 31,-48 17 13-31,-56 15-22 0,-52 17-16 0,-38 12 3 16,-26 10-8-16,-21 7 1 15,0 4 7-15,0 0-10 16,-7 0-4-16,-33 0 2 0,-5 18-44 15,3 7-69-15,2-5-57 32,4-2-105-32,1-12-174 0</inkml:trace>
  <inkml:trace contextRef="#ctx0" brushRef="#br0" timeOffset="6955.02">14295 5329 918 0,'0'0'40'0,"0"0"-27"15,0 0 146-15,0 0 31 16,0 0-78-16,0 0-69 15,-102 12 44-15,97-15-38 16,-4-22-27-16,2-4-1 0,2-1-7 16,5 2 32-16,0 0-21 15,0 0-21-15,26 1-4 16,10 10-3-16,15 2-4 16,4 9 7-16,6 6 9 15,10 0-9-15,2 0-10 16,-12 21 3-16,-7 11 0 15,-18 8 7-15,-10 5 1 16,-22 2 10-16,-4 1-11 16,0 3 7-16,-30-2 11 15,-20-6-15-15,-2-11-1 16,7-5 0-16,10-8 1 0,14-8-3 16,0-3-24-16,21-4 24 15,-5-4 7-15,5 3 5 16,0-3-12-16,0 0 17 15,0 0-6-15,0 0-9 16,0 0 5-16,0 0-5 16,0 0-2-16,0 0-6 15,0 0 1-15,26-9 5 16,19-11 0-16,23 2 1 16,-2 3-2-16,9 8 1 15,6 7 0-15,-4 0-1 0,-1 3 4 16,-10 34-5-1,-14 17 4-15,-17 8-2 0,-25 4 7 16,-10-1 2-16,0-3-3 16,-62-5 0-16,-13-5 9 15,-22-9 1-15,-9-4-6 16,-7-8 31-16,7-10-33 16,9-10-7-16,10-11 4 15,7 0-5-15,9 0 3 16,10-23-2-16,14-5-1 15,11-1-1-15,17-2-57 16,19 5 30-16,0 8-140 0,0 10-39 16,5 8-288-16</inkml:trace>
  <inkml:trace contextRef="#ctx0" brushRef="#br0" timeOffset="7615.52">14747 8488 884 0,'0'0'98'0,"0"0"1"16,0 0 87 0,0 0-58-16,0 0-68 0,-219 179 24 15,56-36 22-15,-23 15 5 16,-33 3-34-16,-26 6-33 16,-15-3-18-16,13-7 10 15,27-13-5-15,32-21-6 16,25-26-1-16,31-18-12 15,43-23-10-15,32-19-1 16,31-17-1-16,21-8-18 16,5-5-48-16,0-5-97 15,40 4-61-15,17 0-60 0,-12 3-269 16</inkml:trace>
  <inkml:trace contextRef="#ctx0" brushRef="#br0" timeOffset="8259.04">13486 10730 1002 0,'0'0'174'0,"0"0"-39"0,0 0 31 15,0 0-46-15,0 0-47 16,0 0 25-16,-35-11-9 16,35 11-40-16,0 0 2 15,0 0-25 1,0 33-2-16,0 20 16 0,0 13-40 16,11 5 0-16,-1 4 0 15,-6-1 0-15,6 5 0 16,-3-1 0-16,-2-7 0 15,-1-6 0-15,-4-12 0 16,5-2 0-16,-5-15 0 16,5-6 0-16,0-9 0 0,-1-6 0 15,3-5 0-15,-2-8 0 16,-5-2 0-16,0 4 0 16,0-4 0-16,0 0 0 15,0 0 0-15,0 0 0 16,5 0 0-16,-5 0 0 15,0 0 0 1,4 0 0-16,1 0 0 0,-5 0 0 16,0 0 0-16,0 0 0 15,0 0 0-15,0 0 0 16,0 0 0-16,0 0 0 0,0 0 0 16,0 0 0-1,0 0 0-15,0 0 0 16,0 0 0-16,0 0 0 0,0 0 0 15,0 0 0-15,0 0 0 16,0 0 0-16,0 0 0 16,0 0 0-16,0 0-10 15,0-10-85-15,0-5-49 16,0-12-156-16,0-11-78 16,0-16-201-16</inkml:trace>
  <inkml:trace contextRef="#ctx0" brushRef="#br0" timeOffset="9091.29">14153 10796 403 0,'0'0'220'15,"0"0"-129"-15,0 0 61 16,0 0 1-16,0 0-89 0,0 0 25 16,-97 3-27-1,76-26-5-15,12-10-6 0,-8-3-16 16,17-2-3-16,0-1 11 16,0-1-16-16,17 2-18 15,28-1-2-15,11 10-7 16,5 8 0-16,-4 5 1 15,2 8 4 1,-2 5-4-16,-6 3 12 0,4 0 3 16,-3 6 4-16,-1 26 3 15,-1 7-9-15,-3 9 30 16,-19 5-17-16,-11 2 43 0,-17 4-44 16,0 1-15-16,-17-6 2 15,-37 0-1 1,-7-5 1-16,-10-6 10 0,10-8-7 15,4-8-14-15,12-7 6 16,3-5-7-16,14-3 0 16,6-5 0-16,6-7-1 15,11 0 1-15,5 0-2 16,0 0 1-16,0 0 0 16,0 0-1-16,0-9 2 15,12-12 0-15,19 3 0 16,9 4-2-16,0-5 1 15,12 1-1-15,2 1 1 0,3 2 0 16,4 3 2-16,0 2-1 16,-7 10 0-16,-2 0-1 15,0 0 0 1,-12 0 1-16,-5 25 1 0,-4 4 6 16,-12 4 1-16,2-1 1 15,-16 8 2-15,-5-5 7 16,0-2-2-16,0 3 1 15,0-6-6-15,0-3 3 16,-26-4-6-16,-9-4-2 16,-5-1 9-16,-10-6-6 0,-7 2-5 15,-13-2 2-15,-8-4-5 16,3 3 0-16,-13-9 4 16,18-2-6-16,4 0-4 15,16 0 4-15,15 0-2 16,9 0-18-16,-5-14-8 15,5-19-39 1,0-7-71-16,-4-9-136 0,-6-2-219 16</inkml:trace>
  <inkml:trace contextRef="#ctx0" brushRef="#br0" timeOffset="10663.97">3028 4278 252 0,'0'0'420'0,"0"0"-334"16,0 0 55-16,0 0 13 15,0 0-45-15,0 0-59 16,0-59 22-16,0 59-36 16,-17 41-26-16,-42 36 10 15,-28 38 96-15,-19 19-65 16,-17 12 22-16,-9 0-31 16,-9 7 17-16,-12-7-16 15,0-10 3-15,2-17-17 16,7-11 21-16,21-24 3 15,17-18-38-15,26-12 0 16,14-16-12-16,14-15-3 0,31-4-3 16,21-15 1-16,0-4 1 15,0 0-18-15,0 0-50 16,0 2-49-16,16 4-22 16,29 3-21-16,21 5-71 15,26-2-33-15,-9 1-187 16</inkml:trace>
  <inkml:trace contextRef="#ctx0" brushRef="#br0" timeOffset="10978.89">1427 5982 899 0,'0'0'26'0,"-311"20"46"15,210-5 112-15,34-8-31 0,42-4-74 16,20 0-31-16,5-3 7 15,30 0-11-15,107 3-25 16,108-3 10-16,95 0-15 16,72-6 2-16,36-31 7 15,14-4 17-15,15 0 16 16,1-2-21-16,-30 6-6 0,-42-7-4 16,-50 6 27-1,-50-1-10-15,-68 10-8 0,-80 6 4 16,-78 7-15-16,-54 13-16 15,-26 0-2-15,0 3-5 16,-9 0-7-16,-52 0-45 16,-36 0-97-16,-47 0-93 15,-28-15-282-15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5BDD5-3A86-4EA1-92ED-38B5769DCF08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B72B-27CD-4354-A510-746CC7B51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54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4c1/7c1= 4/7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066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7c2/ 11c2= 7/55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925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7c1*4c2 / 11c3= 14/55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266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/>
              <a:t>Probabliy</a:t>
            </a:r>
            <a:r>
              <a:rPr lang="en-IN" dirty="0"/>
              <a:t> of picking black 5/12</a:t>
            </a:r>
          </a:p>
          <a:p>
            <a:r>
              <a:rPr lang="en-IN" dirty="0"/>
              <a:t>Not picking black = 1-5/12= 7/12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920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Or - + </a:t>
            </a:r>
          </a:p>
          <a:p>
            <a:r>
              <a:rPr lang="en-IN" dirty="0"/>
              <a:t>7c1 + 5c1 / 20 c1= 3/5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681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4c1 * 6c1 * 2 c1  / 12 c3</a:t>
            </a:r>
          </a:p>
          <a:p>
            <a:r>
              <a:rPr lang="en-IN" dirty="0"/>
              <a:t>12/ 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0838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( 5c2 * 7c1) + 5c3  / 12 c3= 4/11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5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½ * 3/7  + ½ * 2/8</a:t>
            </a:r>
          </a:p>
          <a:p>
            <a:r>
              <a:rPr lang="en-IN" dirty="0"/>
              <a:t>19/56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28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½ * 3/7  + ½ * 2/8</a:t>
            </a:r>
          </a:p>
          <a:p>
            <a:r>
              <a:rPr lang="en-IN" dirty="0"/>
              <a:t>19/56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090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4c1/ 52c1= 1/13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033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Heart cards- 13 cards</a:t>
            </a:r>
          </a:p>
          <a:p>
            <a:r>
              <a:rPr lang="en-IN" dirty="0"/>
              <a:t>Queen- 4 </a:t>
            </a:r>
          </a:p>
          <a:p>
            <a:r>
              <a:rPr lang="en-IN" dirty="0"/>
              <a:t>Total 17 </a:t>
            </a:r>
          </a:p>
          <a:p>
            <a:r>
              <a:rPr lang="en-IN" dirty="0"/>
              <a:t>17-1/52 = 16/52 = 4/13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291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4c1 * 4 c1 / 52 c2 = 8/663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56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9/28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78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5, 10, 15, 20, 25, 30, 35 | 7, 14, 21, 28, 35</a:t>
            </a:r>
          </a:p>
          <a:p>
            <a:r>
              <a:rPr lang="en-IN" dirty="0"/>
              <a:t>7+5 – 1 = 11/35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709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 G B G B G B</a:t>
            </a:r>
          </a:p>
          <a:p>
            <a:r>
              <a:rPr lang="en-IN" dirty="0"/>
              <a:t>4! * 3 !/ 7 ! = 1/35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9586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  b not select    or b select a reject</a:t>
            </a:r>
          </a:p>
          <a:p>
            <a:r>
              <a:rPr lang="en-IN" dirty="0"/>
              <a:t>1/7 * 4/5  + 1/5 * 6/7 = 2/7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5314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(1, 1) ( 2,2 ) ( 3,3) ( 4, 4) ( 5, 5) ( 6, 6)</a:t>
            </a:r>
          </a:p>
          <a:p>
            <a:r>
              <a:rPr lang="en-IN" dirty="0"/>
              <a:t>6/36= 1/6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3129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HTT, TTH, THT, TTT</a:t>
            </a:r>
          </a:p>
          <a:p>
            <a:endParaRPr lang="en-IN" dirty="0"/>
          </a:p>
          <a:p>
            <a:r>
              <a:rPr lang="en-IN" dirty="0"/>
              <a:t>4/8 = 1/2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6309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( 1, 4 ) ( 3, 2)  ( 4, 1) ( 2,3)</a:t>
            </a:r>
          </a:p>
          <a:p>
            <a:r>
              <a:rPr lang="en-IN" dirty="0"/>
              <a:t>4/36 = 1/9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8076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(4, 4 ) (6,2) ( 2,6) ( 5,3) ( 3,5)</a:t>
            </a:r>
          </a:p>
          <a:p>
            <a:r>
              <a:rPr lang="en-IN" dirty="0"/>
              <a:t>5/36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942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Face </a:t>
            </a:r>
            <a:r>
              <a:rPr lang="en-IN" dirty="0" err="1"/>
              <a:t>crads</a:t>
            </a:r>
            <a:r>
              <a:rPr lang="en-IN" dirty="0"/>
              <a:t>- 12 ( jack, queen and king )</a:t>
            </a:r>
          </a:p>
          <a:p>
            <a:r>
              <a:rPr lang="en-IN" dirty="0"/>
              <a:t>12/ 52= 3/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25B72B-27CD-4354-A510-746CC7B51B7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597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23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550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547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75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070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86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82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43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226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16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4DE83-E1DD-4E98-974F-D75952B50B03}" type="datetimeFigureOut">
              <a:rPr lang="en-IN" smtClean="0"/>
              <a:t>30-09-2023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7F002-56EE-4E06-BB4F-683BC6AAB6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9171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2AEBA-9483-4B24-A763-1A3BB5C44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35560"/>
            <a:ext cx="7772400" cy="2387600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Probability</a:t>
            </a:r>
            <a:endParaRPr lang="en-IN" sz="44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8E7AFC-B640-4391-8C66-9589B7766F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101951"/>
            <a:ext cx="3595456" cy="454818"/>
          </a:xfr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pPr algn="l"/>
            <a:r>
              <a:rPr lang="en-US" sz="2800" dirty="0">
                <a:latin typeface="Calisto MT" panose="02040603050505030304" pitchFamily="18" charset="0"/>
              </a:rPr>
              <a:t>Quantitative Aptitude</a:t>
            </a:r>
            <a:endParaRPr lang="en-IN" sz="2800" dirty="0">
              <a:latin typeface="Calisto MT" panose="0204060305050503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3E3920-5BAC-47B4-63B7-23565DE6BB49}"/>
                  </a:ext>
                </a:extLst>
              </p14:cNvPr>
              <p14:cNvContentPartPr/>
              <p14:nvPr/>
            </p14:nvContentPartPr>
            <p14:xfrm>
              <a:off x="326880" y="83880"/>
              <a:ext cx="8103960" cy="2169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3E3920-5BAC-47B4-63B7-23565DE6BB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7520" y="74520"/>
                <a:ext cx="8122680" cy="218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90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488274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52BBF43-EF17-7652-5CCE-83530FDD84F2}"/>
                  </a:ext>
                </a:extLst>
              </p14:cNvPr>
              <p14:cNvContentPartPr/>
              <p14:nvPr/>
            </p14:nvContentPartPr>
            <p14:xfrm>
              <a:off x="1121400" y="310680"/>
              <a:ext cx="7228800" cy="641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52BBF43-EF17-7652-5CCE-83530FDD84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2040" y="301320"/>
                <a:ext cx="7247520" cy="64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7860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1. There are 3 white and 4 black balls is an urn. A ball is selected randomly. What is the probability to be black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488274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¼</a:t>
            </a:r>
          </a:p>
          <a:p>
            <a:pPr marL="457200" indent="-457200">
              <a:buAutoNum type="alphaUcParenR"/>
            </a:pPr>
            <a:r>
              <a:rPr lang="en-US" sz="2000" dirty="0"/>
              <a:t>1/7</a:t>
            </a:r>
          </a:p>
          <a:p>
            <a:pPr marL="457200" indent="-457200">
              <a:buAutoNum type="alphaUcParenR"/>
            </a:pPr>
            <a:r>
              <a:rPr lang="en-US" sz="2000" dirty="0"/>
              <a:t>4/7</a:t>
            </a:r>
          </a:p>
          <a:p>
            <a:pPr marL="457200" indent="-457200">
              <a:buAutoNum type="alphaUcParenR"/>
            </a:pPr>
            <a:r>
              <a:rPr lang="en-US" sz="2000" dirty="0"/>
              <a:t>3/7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D0CB030-8D63-FF20-8594-B434BA280961}"/>
                  </a:ext>
                </a:extLst>
              </p14:cNvPr>
              <p14:cNvContentPartPr/>
              <p14:nvPr/>
            </p14:nvContentPartPr>
            <p14:xfrm>
              <a:off x="475560" y="1004040"/>
              <a:ext cx="7347600" cy="3560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D0CB030-8D63-FF20-8594-B434BA28096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6200" y="994680"/>
                <a:ext cx="7366320" cy="357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527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751" y="402408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2. A bag contains 7 pen and 4 pencils, if 2 items are drawn at random then what will be the probability that both items are pen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27971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28/55</a:t>
            </a:r>
          </a:p>
          <a:p>
            <a:pPr marL="457200" indent="-457200">
              <a:buAutoNum type="alphaUcParenR"/>
            </a:pPr>
            <a:r>
              <a:rPr lang="en-US" sz="2000" dirty="0"/>
              <a:t>21/55</a:t>
            </a:r>
          </a:p>
          <a:p>
            <a:pPr marL="457200" indent="-457200">
              <a:buAutoNum type="alphaUcParenR"/>
            </a:pPr>
            <a:r>
              <a:rPr lang="en-US" sz="2000" dirty="0"/>
              <a:t>4/55</a:t>
            </a:r>
          </a:p>
          <a:p>
            <a:pPr marL="457200" indent="-457200">
              <a:buAutoNum type="alphaUcParenR"/>
            </a:pPr>
            <a:r>
              <a:rPr lang="en-US" sz="2000" dirty="0"/>
              <a:t>7/55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58C9F7E-0A88-3593-B15E-83579A68DDD3}"/>
                  </a:ext>
                </a:extLst>
              </p14:cNvPr>
              <p14:cNvContentPartPr/>
              <p14:nvPr/>
            </p14:nvContentPartPr>
            <p14:xfrm>
              <a:off x="330480" y="1374120"/>
              <a:ext cx="8301600" cy="2753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58C9F7E-0A88-3593-B15E-83579A68DD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120" y="1364760"/>
                <a:ext cx="8320320" cy="277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412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985" y="636395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3. A bag contains 7 pink and 4 green pens. Three pens are drawn at random. Find the probability that 1 pen is pink and 2 pens are green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7769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41/125</a:t>
            </a:r>
          </a:p>
          <a:p>
            <a:pPr marL="457200" indent="-457200">
              <a:buAutoNum type="alphaUcParenR"/>
            </a:pPr>
            <a:r>
              <a:rPr lang="en-US" sz="2000" dirty="0"/>
              <a:t>15/55</a:t>
            </a:r>
          </a:p>
          <a:p>
            <a:pPr marL="457200" indent="-457200">
              <a:buAutoNum type="alphaUcParenR"/>
            </a:pPr>
            <a:r>
              <a:rPr lang="en-US" sz="2000" dirty="0"/>
              <a:t>14/55</a:t>
            </a:r>
          </a:p>
          <a:p>
            <a:pPr marL="457200" indent="-457200">
              <a:buAutoNum type="alphaUcParenR"/>
            </a:pPr>
            <a:r>
              <a:rPr lang="en-US" sz="2000" dirty="0"/>
              <a:t>13/55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82C5C29-E2BD-091D-92C9-D97CF31063DE}"/>
                  </a:ext>
                </a:extLst>
              </p14:cNvPr>
              <p14:cNvContentPartPr/>
              <p14:nvPr/>
            </p14:nvContentPartPr>
            <p14:xfrm>
              <a:off x="489960" y="380160"/>
              <a:ext cx="7873200" cy="550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82C5C29-E2BD-091D-92C9-D97CF31063D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600" y="370800"/>
                <a:ext cx="7891920" cy="551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60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230" y="583129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4. A box contains 3 white, 4 red and 5 black balls. If a ball is drawn at random, then find the probability that the ball drawn is not black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81238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7/12</a:t>
            </a:r>
          </a:p>
          <a:p>
            <a:pPr marL="457200" indent="-457200">
              <a:buAutoNum type="alphaUcParenR"/>
            </a:pPr>
            <a:r>
              <a:rPr lang="en-US" sz="2000" dirty="0"/>
              <a:t>5/12</a:t>
            </a:r>
          </a:p>
          <a:p>
            <a:pPr marL="457200" indent="-457200">
              <a:buAutoNum type="alphaUcParenR"/>
            </a:pPr>
            <a:r>
              <a:rPr lang="en-US" sz="2000" dirty="0"/>
              <a:t>9/12</a:t>
            </a:r>
          </a:p>
          <a:p>
            <a:pPr marL="457200" indent="-457200">
              <a:buAutoNum type="alphaUcParenR"/>
            </a:pPr>
            <a:r>
              <a:rPr lang="en-US" sz="2000" dirty="0"/>
              <a:t>None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D196CE-396D-F59A-878C-B39A0F5256E0}"/>
                  </a:ext>
                </a:extLst>
              </p14:cNvPr>
              <p14:cNvContentPartPr/>
              <p14:nvPr/>
            </p14:nvContentPartPr>
            <p14:xfrm>
              <a:off x="290520" y="954000"/>
              <a:ext cx="7070040" cy="3238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D196CE-396D-F59A-878C-B39A0F5256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1160" y="944640"/>
                <a:ext cx="7088760" cy="325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851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5. There are 8 blue, 5 yellow and 7 red balls. What is the probability of choosing either 1 yellow or red ball?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488274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2/3</a:t>
            </a:r>
          </a:p>
          <a:p>
            <a:pPr marL="457200" indent="-457200">
              <a:buAutoNum type="alphaUcParenR"/>
            </a:pPr>
            <a:r>
              <a:rPr lang="en-US" sz="2000" dirty="0"/>
              <a:t>¾</a:t>
            </a:r>
          </a:p>
          <a:p>
            <a:pPr marL="457200" indent="-457200">
              <a:buAutoNum type="alphaUcParenR"/>
            </a:pPr>
            <a:r>
              <a:rPr lang="en-US" sz="2000" dirty="0"/>
              <a:t>4/5</a:t>
            </a:r>
          </a:p>
          <a:p>
            <a:pPr marL="457200" indent="-457200">
              <a:buAutoNum type="alphaUcParenR"/>
            </a:pPr>
            <a:r>
              <a:rPr lang="en-US" sz="2000" dirty="0"/>
              <a:t>3/5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78CD364-849A-97A4-9AF3-15CA23BE1270}"/>
                  </a:ext>
                </a:extLst>
              </p14:cNvPr>
              <p14:cNvContentPartPr/>
              <p14:nvPr/>
            </p14:nvContentPartPr>
            <p14:xfrm>
              <a:off x="345600" y="559440"/>
              <a:ext cx="8227800" cy="2962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78CD364-849A-97A4-9AF3-15CA23BE12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6240" y="550080"/>
                <a:ext cx="8246520" cy="298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043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817" y="544451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6. There are 4 white, 6 blue and 2 red balls in a buckets, 3 balls are taken out randomly. What is the probability that all three balls are of different colors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17" y="1870014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12/55</a:t>
            </a:r>
          </a:p>
          <a:p>
            <a:pPr marL="457200" indent="-457200">
              <a:buAutoNum type="alphaUcParenR"/>
            </a:pPr>
            <a:r>
              <a:rPr lang="en-US" sz="2000" dirty="0"/>
              <a:t>15/55</a:t>
            </a:r>
          </a:p>
          <a:p>
            <a:pPr marL="457200" indent="-457200">
              <a:buAutoNum type="alphaUcParenR"/>
            </a:pPr>
            <a:r>
              <a:rPr lang="en-US" sz="2000" dirty="0"/>
              <a:t>12/65</a:t>
            </a:r>
          </a:p>
          <a:p>
            <a:pPr marL="457200" indent="-457200">
              <a:buAutoNum type="alphaUcParenR"/>
            </a:pPr>
            <a:r>
              <a:rPr lang="en-US" sz="2000" dirty="0"/>
              <a:t>12/75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D540A84-C17B-6192-8202-0215E905E819}"/>
                  </a:ext>
                </a:extLst>
              </p14:cNvPr>
              <p14:cNvContentPartPr/>
              <p14:nvPr/>
            </p14:nvContentPartPr>
            <p14:xfrm>
              <a:off x="510480" y="1721880"/>
              <a:ext cx="7437600" cy="4509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D540A84-C17B-6192-8202-0215E905E81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1120" y="1712520"/>
                <a:ext cx="7456320" cy="45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4950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28" y="587568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7. A bag contain 5 red balls, 4 green balls and 3 blue balls. Three balls are drawn at random, what is the probability that at least 2 are red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90115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7/22</a:t>
            </a:r>
          </a:p>
          <a:p>
            <a:pPr marL="457200" indent="-457200">
              <a:buAutoNum type="alphaUcParenR"/>
            </a:pPr>
            <a:r>
              <a:rPr lang="en-US" sz="2000" dirty="0"/>
              <a:t>8/13</a:t>
            </a:r>
          </a:p>
          <a:p>
            <a:pPr marL="457200" indent="-457200">
              <a:buAutoNum type="alphaUcParenR"/>
            </a:pPr>
            <a:r>
              <a:rPr lang="en-US" sz="2000" dirty="0"/>
              <a:t>4/11</a:t>
            </a:r>
          </a:p>
          <a:p>
            <a:pPr marL="457200" indent="-457200">
              <a:buAutoNum type="alphaUcParenR"/>
            </a:pPr>
            <a:r>
              <a:rPr lang="en-US" sz="2000" dirty="0"/>
              <a:t>7/11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0A9AC9E-5829-89CE-0C64-CBF961057F78}"/>
                  </a:ext>
                </a:extLst>
              </p14:cNvPr>
              <p14:cNvContentPartPr/>
              <p14:nvPr/>
            </p14:nvContentPartPr>
            <p14:xfrm>
              <a:off x="380520" y="210600"/>
              <a:ext cx="8324640" cy="6503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0A9AC9E-5829-89CE-0C64-CBF961057F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1160" y="201240"/>
                <a:ext cx="8343360" cy="652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7396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4" y="614201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8. If wallet A has 4 gold coins and 3 silver coins and wallet B has 6 gold and 2 silver coins. A coin is taken out from any of the wallets then what will be probability that the coin will be silver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84" y="1843381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3/8</a:t>
            </a:r>
          </a:p>
          <a:p>
            <a:pPr marL="457200" indent="-457200">
              <a:buAutoNum type="alphaUcParenR"/>
            </a:pPr>
            <a:r>
              <a:rPr lang="en-US" sz="2000" dirty="0"/>
              <a:t>19/56</a:t>
            </a:r>
          </a:p>
          <a:p>
            <a:pPr marL="457200" indent="-457200">
              <a:buAutoNum type="alphaUcParenR"/>
            </a:pPr>
            <a:r>
              <a:rPr lang="en-US" sz="2000" dirty="0"/>
              <a:t>3/28</a:t>
            </a:r>
          </a:p>
          <a:p>
            <a:pPr marL="457200" indent="-457200">
              <a:buAutoNum type="alphaUcParenR"/>
            </a:pPr>
            <a:r>
              <a:rPr lang="en-US" sz="2000" dirty="0"/>
              <a:t>3/56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4919747-1905-F7C1-CFDC-724E28E57229}"/>
                  </a:ext>
                </a:extLst>
              </p14:cNvPr>
              <p14:cNvContentPartPr/>
              <p14:nvPr/>
            </p14:nvContentPartPr>
            <p14:xfrm>
              <a:off x="2149200" y="1085760"/>
              <a:ext cx="6599880" cy="5411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4919747-1905-F7C1-CFDC-724E28E572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39840" y="1076400"/>
                <a:ext cx="6618600" cy="543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8736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4" y="614201"/>
            <a:ext cx="7886700" cy="132556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+mn-lt"/>
              </a:rPr>
              <a:t>Problems on cards: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84" y="1843381"/>
            <a:ext cx="78867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6D6DD-F15F-14CC-F270-F873B2F72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609" y="2282960"/>
            <a:ext cx="5189249" cy="27851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E16728-F78D-B9FE-D2B6-F1A062373293}"/>
                  </a:ext>
                </a:extLst>
              </p14:cNvPr>
              <p14:cNvContentPartPr/>
              <p14:nvPr/>
            </p14:nvContentPartPr>
            <p14:xfrm>
              <a:off x="3708360" y="391320"/>
              <a:ext cx="3249360" cy="969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E16728-F78D-B9FE-D2B6-F1A0623732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99000" y="381960"/>
                <a:ext cx="3268080" cy="9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792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84" y="393531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9. A card is drawn from a pack of 52 cards. What is the probability that the card drawn is a queen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184" y="1745727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5/13</a:t>
            </a:r>
          </a:p>
          <a:p>
            <a:pPr marL="457200" indent="-457200">
              <a:buAutoNum type="alphaUcParenR"/>
            </a:pPr>
            <a:r>
              <a:rPr lang="en-US" sz="2000" dirty="0"/>
              <a:t>1/52</a:t>
            </a:r>
          </a:p>
          <a:p>
            <a:pPr marL="457200" indent="-457200">
              <a:buAutoNum type="alphaUcParenR"/>
            </a:pPr>
            <a:r>
              <a:rPr lang="en-US" sz="2000" dirty="0"/>
              <a:t>4/13</a:t>
            </a:r>
          </a:p>
          <a:p>
            <a:pPr marL="457200" indent="-457200">
              <a:buAutoNum type="alphaUcParenR"/>
            </a:pPr>
            <a:r>
              <a:rPr lang="en-US" sz="2000" dirty="0"/>
              <a:t>1/13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404FB4-9512-D771-709E-28CF3DAC6130}"/>
                  </a:ext>
                </a:extLst>
              </p14:cNvPr>
              <p14:cNvContentPartPr/>
              <p14:nvPr/>
            </p14:nvContentPartPr>
            <p14:xfrm>
              <a:off x="350640" y="1415880"/>
              <a:ext cx="4993560" cy="2209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404FB4-9512-D771-709E-28CF3DAC61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280" y="1406520"/>
                <a:ext cx="5012280" cy="222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3152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6834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10. The probability that a card drawn at random from a pack of 52 cards is a queen or heart is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06" y="1825626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3/13</a:t>
            </a:r>
          </a:p>
          <a:p>
            <a:pPr marL="457200" indent="-457200">
              <a:buAutoNum type="alphaUcParenR"/>
            </a:pPr>
            <a:r>
              <a:rPr lang="en-US" sz="2000" dirty="0"/>
              <a:t>15/52</a:t>
            </a:r>
          </a:p>
          <a:p>
            <a:pPr marL="457200" indent="-457200">
              <a:buAutoNum type="alphaUcParenR"/>
            </a:pPr>
            <a:r>
              <a:rPr lang="en-US" sz="2000" dirty="0"/>
              <a:t>4/13</a:t>
            </a:r>
          </a:p>
          <a:p>
            <a:pPr marL="457200" indent="-457200">
              <a:buAutoNum type="alphaUcParenR"/>
            </a:pPr>
            <a:r>
              <a:rPr lang="en-US" sz="2000" dirty="0"/>
              <a:t>17/52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E4D621F-BFA7-7070-E569-C42464F84A49}"/>
                  </a:ext>
                </a:extLst>
              </p14:cNvPr>
              <p14:cNvContentPartPr/>
              <p14:nvPr/>
            </p14:nvContentPartPr>
            <p14:xfrm>
              <a:off x="458640" y="1569600"/>
              <a:ext cx="7036920" cy="2477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E4D621F-BFA7-7070-E569-C42464F84A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280" y="1560240"/>
                <a:ext cx="7055640" cy="249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452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11. From a pack of 52 cards, 2 cards are drawn randomly. Find the probability that drawing a king and a queen take place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488274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5/1326</a:t>
            </a:r>
          </a:p>
          <a:p>
            <a:pPr marL="457200" indent="-457200">
              <a:buAutoNum type="alphaUcParenR"/>
            </a:pPr>
            <a:r>
              <a:rPr lang="en-US" sz="2000" dirty="0"/>
              <a:t>7/1326</a:t>
            </a:r>
          </a:p>
          <a:p>
            <a:pPr marL="457200" indent="-457200">
              <a:buAutoNum type="alphaUcParenR"/>
            </a:pPr>
            <a:r>
              <a:rPr lang="en-US" sz="2000" dirty="0"/>
              <a:t>15/663</a:t>
            </a:r>
          </a:p>
          <a:p>
            <a:pPr marL="457200" indent="-457200">
              <a:buAutoNum type="alphaUcParenR"/>
            </a:pPr>
            <a:r>
              <a:rPr lang="en-US" sz="2000" dirty="0"/>
              <a:t>8/663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B77455-AB55-896D-69AA-B2CB0862815E}"/>
                  </a:ext>
                </a:extLst>
              </p14:cNvPr>
              <p14:cNvContentPartPr/>
              <p14:nvPr/>
            </p14:nvContentPartPr>
            <p14:xfrm>
              <a:off x="293760" y="1269720"/>
              <a:ext cx="8550360" cy="4874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B77455-AB55-896D-69AA-B2CB086281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400" y="1260360"/>
                <a:ext cx="8569080" cy="489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9060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40334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12. One movie ticket is drawn at random from a bag containing 28 tickets numbered 1 to 28. find the probability to obtain a ticket containing number which is multiple of 3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884" y="2029182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9/28</a:t>
            </a:r>
          </a:p>
          <a:p>
            <a:pPr marL="457200" indent="-457200">
              <a:buAutoNum type="alphaUcParenR"/>
            </a:pPr>
            <a:r>
              <a:rPr lang="en-US" sz="2000" dirty="0"/>
              <a:t>7/28</a:t>
            </a:r>
          </a:p>
          <a:p>
            <a:pPr marL="457200" indent="-457200">
              <a:buAutoNum type="alphaUcParenR"/>
            </a:pPr>
            <a:r>
              <a:rPr lang="en-US" sz="2000" dirty="0"/>
              <a:t>8/28</a:t>
            </a:r>
          </a:p>
          <a:p>
            <a:pPr marL="457200" indent="-457200">
              <a:buAutoNum type="alphaUcParenR"/>
            </a:pPr>
            <a:r>
              <a:rPr lang="en-US" sz="2000" dirty="0"/>
              <a:t>10/28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C336766-0E6C-6DFB-6A71-A5174965F7CD}"/>
                  </a:ext>
                </a:extLst>
              </p14:cNvPr>
              <p14:cNvContentPartPr/>
              <p14:nvPr/>
            </p14:nvContentPartPr>
            <p14:xfrm>
              <a:off x="517320" y="205200"/>
              <a:ext cx="6368760" cy="3790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C336766-0E6C-6DFB-6A71-A5174965F7C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7960" y="195840"/>
                <a:ext cx="6387480" cy="380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4098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395" y="592007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13. A number is selected at random from the first 35 natural numbers. What is the probability that it is either a multiple of 5 or a multiple of 7?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95" y="1798993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4/35</a:t>
            </a:r>
          </a:p>
          <a:p>
            <a:pPr marL="457200" indent="-457200">
              <a:buAutoNum type="alphaUcParenR"/>
            </a:pPr>
            <a:r>
              <a:rPr lang="en-US" sz="2000" dirty="0"/>
              <a:t>10/35</a:t>
            </a:r>
          </a:p>
          <a:p>
            <a:pPr marL="457200" indent="-457200">
              <a:buAutoNum type="alphaUcParenR"/>
            </a:pPr>
            <a:r>
              <a:rPr lang="en-US" sz="2000" dirty="0"/>
              <a:t>11/35</a:t>
            </a:r>
          </a:p>
          <a:p>
            <a:pPr marL="457200" indent="-457200">
              <a:buAutoNum type="alphaUcParenR"/>
            </a:pPr>
            <a:r>
              <a:rPr lang="en-US" sz="2000" dirty="0"/>
              <a:t>1/35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C61C677-ED78-D1BB-A4F7-8FD4C930D95E}"/>
                  </a:ext>
                </a:extLst>
              </p14:cNvPr>
              <p14:cNvContentPartPr/>
              <p14:nvPr/>
            </p14:nvContentPartPr>
            <p14:xfrm>
              <a:off x="539280" y="1575720"/>
              <a:ext cx="8057880" cy="4025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C61C677-ED78-D1BB-A4F7-8FD4C930D95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9920" y="1566360"/>
                <a:ext cx="8076600" cy="40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5929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519" y="480536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14. What is the probability that four boys and three girls stand in a line alternately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184" y="1727971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2/7</a:t>
            </a:r>
          </a:p>
          <a:p>
            <a:pPr marL="457200" indent="-457200">
              <a:buAutoNum type="alphaUcParenR"/>
            </a:pPr>
            <a:r>
              <a:rPr lang="en-US" sz="2000" dirty="0"/>
              <a:t>1/21</a:t>
            </a:r>
          </a:p>
          <a:p>
            <a:pPr marL="457200" indent="-457200">
              <a:buAutoNum type="alphaUcParenR"/>
            </a:pPr>
            <a:r>
              <a:rPr lang="en-US" sz="2000" dirty="0"/>
              <a:t>1/35</a:t>
            </a:r>
          </a:p>
          <a:p>
            <a:pPr marL="457200" indent="-457200">
              <a:buAutoNum type="alphaUcParenR"/>
            </a:pPr>
            <a:r>
              <a:rPr lang="en-US" sz="2000" dirty="0"/>
              <a:t>None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1275B25-7701-5192-9BEB-3191B16A271D}"/>
                  </a:ext>
                </a:extLst>
              </p14:cNvPr>
              <p14:cNvContentPartPr/>
              <p14:nvPr/>
            </p14:nvContentPartPr>
            <p14:xfrm>
              <a:off x="559440" y="1185480"/>
              <a:ext cx="8053920" cy="4916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1275B25-7701-5192-9BEB-3191B16A271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0080" y="1176120"/>
                <a:ext cx="8072640" cy="49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18201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237" y="60482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15. A and B appear in an interview for two vacancies in the same post. The probability of A selection is 1/7 and that of B selection is 1/5. what is the probability that only one of them will be selected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29182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2/7</a:t>
            </a:r>
          </a:p>
          <a:p>
            <a:pPr marL="457200" indent="-457200">
              <a:buAutoNum type="alphaUcParenR"/>
            </a:pPr>
            <a:r>
              <a:rPr lang="en-US" sz="2000" dirty="0"/>
              <a:t>3/7</a:t>
            </a:r>
          </a:p>
          <a:p>
            <a:pPr marL="457200" indent="-457200">
              <a:buAutoNum type="alphaUcParenR"/>
            </a:pPr>
            <a:r>
              <a:rPr lang="en-US" sz="2000" dirty="0"/>
              <a:t>4/5</a:t>
            </a:r>
          </a:p>
          <a:p>
            <a:pPr marL="457200" indent="-457200">
              <a:buAutoNum type="alphaUcParenR"/>
            </a:pPr>
            <a:r>
              <a:rPr lang="en-US" sz="2000" dirty="0"/>
              <a:t>1/10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489FDD9-3973-1245-64FB-7DA5B8EB4393}"/>
                  </a:ext>
                </a:extLst>
              </p14:cNvPr>
              <p14:cNvContentPartPr/>
              <p14:nvPr/>
            </p14:nvContentPartPr>
            <p14:xfrm>
              <a:off x="-16560" y="74520"/>
              <a:ext cx="8286120" cy="52560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489FDD9-3973-1245-64FB-7DA5B8EB43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5920" y="65160"/>
                <a:ext cx="8304840" cy="527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2698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72595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16. Two unbiased dices are thrown simultaneously. What is the probability of getting a same number on each dice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1136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1/3</a:t>
            </a:r>
          </a:p>
          <a:p>
            <a:pPr marL="457200" indent="-457200">
              <a:buAutoNum type="alphaUcParenR"/>
            </a:pPr>
            <a:r>
              <a:rPr lang="en-US" sz="2000" dirty="0"/>
              <a:t>1/6</a:t>
            </a:r>
          </a:p>
          <a:p>
            <a:pPr marL="457200" indent="-457200">
              <a:buAutoNum type="alphaUcParenR"/>
            </a:pPr>
            <a:r>
              <a:rPr lang="en-US" sz="2000" dirty="0"/>
              <a:t>¼</a:t>
            </a:r>
          </a:p>
          <a:p>
            <a:pPr marL="457200" indent="-457200">
              <a:buAutoNum type="alphaUcParenR"/>
            </a:pPr>
            <a:r>
              <a:rPr lang="en-US" sz="2000" dirty="0"/>
              <a:t>2/3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87FAAA-E750-6EDF-8074-DF154B3F35E8}"/>
                  </a:ext>
                </a:extLst>
              </p14:cNvPr>
              <p14:cNvContentPartPr/>
              <p14:nvPr/>
            </p14:nvContentPartPr>
            <p14:xfrm>
              <a:off x="330480" y="178560"/>
              <a:ext cx="8427960" cy="6159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87FAAA-E750-6EDF-8074-DF154B3F35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120" y="169200"/>
                <a:ext cx="8446680" cy="617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579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17. Three coins are tossed. What is the probability of getting at least two tails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6" y="1488274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3/8</a:t>
            </a:r>
          </a:p>
          <a:p>
            <a:pPr marL="457200" indent="-457200">
              <a:buAutoNum type="alphaUcParenR"/>
            </a:pPr>
            <a:r>
              <a:rPr lang="en-US" sz="2000" dirty="0"/>
              <a:t>5/8</a:t>
            </a:r>
          </a:p>
          <a:p>
            <a:pPr marL="457200" indent="-457200">
              <a:buAutoNum type="alphaUcParenR"/>
            </a:pPr>
            <a:r>
              <a:rPr lang="en-US" sz="2000" dirty="0"/>
              <a:t>¼</a:t>
            </a:r>
          </a:p>
          <a:p>
            <a:pPr marL="457200" indent="-457200">
              <a:buAutoNum type="alphaUcParenR"/>
            </a:pPr>
            <a:r>
              <a:rPr lang="en-US" sz="2000" dirty="0"/>
              <a:t>1/2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1EAA232-A216-3586-8547-B563CA3586F4}"/>
                  </a:ext>
                </a:extLst>
              </p14:cNvPr>
              <p14:cNvContentPartPr/>
              <p14:nvPr/>
            </p14:nvContentPartPr>
            <p14:xfrm>
              <a:off x="332280" y="1016280"/>
              <a:ext cx="6609240" cy="5833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1EAA232-A216-3586-8547-B563CA3586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2920" y="1006920"/>
                <a:ext cx="6627960" cy="58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70695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306" y="627770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18. Find the probability of getting a sum of five, when two un biased dices are rolled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306" y="1878892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1/9</a:t>
            </a:r>
          </a:p>
          <a:p>
            <a:pPr marL="457200" indent="-457200">
              <a:buAutoNum type="alphaUcParenR"/>
            </a:pPr>
            <a:r>
              <a:rPr lang="en-US" sz="2000" dirty="0"/>
              <a:t>2/9</a:t>
            </a:r>
          </a:p>
          <a:p>
            <a:pPr marL="457200" indent="-457200">
              <a:buAutoNum type="alphaUcParenR"/>
            </a:pPr>
            <a:r>
              <a:rPr lang="en-US" sz="2000" dirty="0"/>
              <a:t>1/8</a:t>
            </a:r>
          </a:p>
          <a:p>
            <a:pPr marL="457200" indent="-457200">
              <a:buAutoNum type="alphaUcParenR"/>
            </a:pPr>
            <a:r>
              <a:rPr lang="en-US" sz="2000" dirty="0"/>
              <a:t>4/9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70B10B-52FE-4D9F-B73D-603CB230D37C}"/>
                  </a:ext>
                </a:extLst>
              </p14:cNvPr>
              <p14:cNvContentPartPr/>
              <p14:nvPr/>
            </p14:nvContentPartPr>
            <p14:xfrm>
              <a:off x="393120" y="1279080"/>
              <a:ext cx="7543800" cy="2853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70B10B-52FE-4D9F-B73D-603CB230D3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3760" y="1269720"/>
                <a:ext cx="7562520" cy="287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6958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08" y="524538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>
                <a:latin typeface="+mn-lt"/>
              </a:rPr>
              <a:t>19. 2 </a:t>
            </a:r>
            <a:r>
              <a:rPr lang="en-US" sz="2000" dirty="0">
                <a:latin typeface="+mn-lt"/>
              </a:rPr>
              <a:t>un biased coins are thrown randomly. Find the probability for sum of numbers in both dice 8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4056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arenR"/>
            </a:pPr>
            <a:r>
              <a:rPr lang="en-US" sz="2000" dirty="0"/>
              <a:t>5/12</a:t>
            </a:r>
          </a:p>
          <a:p>
            <a:pPr marL="457200" indent="-457200">
              <a:buAutoNum type="alphaUcParenR"/>
            </a:pPr>
            <a:r>
              <a:rPr lang="en-US" sz="2000" dirty="0"/>
              <a:t>1/6</a:t>
            </a:r>
          </a:p>
          <a:p>
            <a:pPr marL="457200" indent="-457200">
              <a:buAutoNum type="alphaUcParenR"/>
            </a:pPr>
            <a:r>
              <a:rPr lang="en-US" sz="2000" dirty="0"/>
              <a:t>5/36</a:t>
            </a:r>
          </a:p>
          <a:p>
            <a:pPr marL="457200" indent="-457200">
              <a:buAutoNum type="alphaUcParenR"/>
            </a:pPr>
            <a:r>
              <a:rPr lang="en-US" sz="2000" dirty="0"/>
              <a:t>7/36</a:t>
            </a:r>
          </a:p>
          <a:p>
            <a:pPr marL="0" indent="0">
              <a:buNone/>
            </a:pPr>
            <a:endParaRPr 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FC2455-13F8-2C04-D0A9-7962956CF025}"/>
                  </a:ext>
                </a:extLst>
              </p14:cNvPr>
              <p14:cNvContentPartPr/>
              <p14:nvPr/>
            </p14:nvContentPartPr>
            <p14:xfrm>
              <a:off x="506160" y="537480"/>
              <a:ext cx="7699680" cy="3400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FC2455-13F8-2C04-D0A9-7962956CF0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800" y="528120"/>
                <a:ext cx="7718400" cy="341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8170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108" y="524538"/>
            <a:ext cx="78867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+mn-lt"/>
              </a:rPr>
              <a:t>20. Draw a random card  from a pack of cards. What is the probability that the card drawn is a face card</a:t>
            </a:r>
            <a:endParaRPr lang="en-IN" sz="2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B993E-4686-4315-B267-16DE2C364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64056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buAutoNum type="alphaUcPeriod"/>
            </a:pPr>
            <a:r>
              <a:rPr lang="en-US" sz="2000" dirty="0"/>
              <a:t>3/ 13</a:t>
            </a:r>
          </a:p>
          <a:p>
            <a:pPr marL="457200" indent="-457200">
              <a:buAutoNum type="alphaUcPeriod"/>
            </a:pPr>
            <a:r>
              <a:rPr lang="en-US" sz="2000" dirty="0"/>
              <a:t>2/ 13</a:t>
            </a:r>
          </a:p>
          <a:p>
            <a:pPr marL="457200" indent="-457200">
              <a:buAutoNum type="alphaUcPeriod"/>
            </a:pPr>
            <a:r>
              <a:rPr lang="en-US" sz="2000" dirty="0"/>
              <a:t>4/ 13</a:t>
            </a:r>
          </a:p>
          <a:p>
            <a:pPr marL="457200" indent="-457200">
              <a:buAutoNum type="alphaUcPeriod"/>
            </a:pPr>
            <a:r>
              <a:rPr lang="en-US" sz="2000" dirty="0"/>
              <a:t>5/ 16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C292E4-168C-B615-370F-394C7590652A}"/>
                  </a:ext>
                </a:extLst>
              </p14:cNvPr>
              <p14:cNvContentPartPr/>
              <p14:nvPr/>
            </p14:nvContentPartPr>
            <p14:xfrm>
              <a:off x="330480" y="1518840"/>
              <a:ext cx="5119920" cy="2659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C292E4-168C-B615-370F-394C7590652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1120" y="1509480"/>
                <a:ext cx="5138640" cy="267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22712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2427-3A7E-41AA-A893-CAFFCE8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38493"/>
            <a:ext cx="7886700" cy="1325563"/>
          </a:xfrm>
        </p:spPr>
        <p:txBody>
          <a:bodyPr>
            <a:normAutofit/>
          </a:bodyPr>
          <a:lstStyle/>
          <a:p>
            <a:endParaRPr lang="en-IN" sz="2000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741F9D-F0E7-442B-BBEE-A22356364D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9183" y="1423987"/>
            <a:ext cx="6477000" cy="4010025"/>
          </a:xfrm>
        </p:spPr>
      </p:pic>
    </p:spTree>
    <p:extLst>
      <p:ext uri="{BB962C8B-B14F-4D97-AF65-F5344CB8AC3E}">
        <p14:creationId xmlns:p14="http://schemas.microsoft.com/office/powerpoint/2010/main" val="3753309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290</TotalTime>
  <Words>944</Words>
  <Application>Microsoft Office PowerPoint</Application>
  <PresentationFormat>On-screen Show (4:3)</PresentationFormat>
  <Paragraphs>162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Calisto MT</vt:lpstr>
      <vt:lpstr>Georgia</vt:lpstr>
      <vt:lpstr>Office Theme</vt:lpstr>
      <vt:lpstr>Probability</vt:lpstr>
      <vt:lpstr>PowerPoint Presentation</vt:lpstr>
      <vt:lpstr>1. There are 3 white and 4 black balls is an urn. A ball is selected randomly. What is the probability to be black</vt:lpstr>
      <vt:lpstr>2. A bag contains 7 pen and 4 pencils, if 2 items are drawn at random then what will be the probability that both items are pen</vt:lpstr>
      <vt:lpstr>3. A bag contains 7 pink and 4 green pens. Three pens are drawn at random. Find the probability that 1 pen is pink and 2 pens are green</vt:lpstr>
      <vt:lpstr>4. A box contains 3 white, 4 red and 5 black balls. If a ball is drawn at random, then find the probability that the ball drawn is not black</vt:lpstr>
      <vt:lpstr>5. There are 8 blue, 5 yellow and 7 red balls. What is the probability of choosing either 1 yellow or red ball?</vt:lpstr>
      <vt:lpstr>6. There are 4 white, 6 blue and 2 red balls in a buckets, 3 balls are taken out randomly. What is the probability that all three balls are of different colors</vt:lpstr>
      <vt:lpstr>7. A bag contain 5 red balls, 4 green balls and 3 blue balls. Three balls are drawn at random, what is the probability that at least 2 are red</vt:lpstr>
      <vt:lpstr>8. If wallet A has 4 gold coins and 3 silver coins and wallet B has 6 gold and 2 silver coins. A coin is taken out from any of the wallets then what will be probability that the coin will be silver</vt:lpstr>
      <vt:lpstr>Problems on cards: </vt:lpstr>
      <vt:lpstr>9. A card is drawn from a pack of 52 cards. What is the probability that the card drawn is a queen</vt:lpstr>
      <vt:lpstr>10. The probability that a card drawn at random from a pack of 52 cards is a queen or heart is</vt:lpstr>
      <vt:lpstr>11. From a pack of 52 cards, 2 cards are drawn randomly. Find the probability that drawing a king and a queen take place</vt:lpstr>
      <vt:lpstr>12. One movie ticket is drawn at random from a bag containing 28 tickets numbered 1 to 28. find the probability to obtain a ticket containing number which is multiple of 3</vt:lpstr>
      <vt:lpstr>13. A number is selected at random from the first 35 natural numbers. What is the probability that it is either a multiple of 5 or a multiple of 7?</vt:lpstr>
      <vt:lpstr>14. What is the probability that four boys and three girls stand in a line alternately</vt:lpstr>
      <vt:lpstr>15. A and B appear in an interview for two vacancies in the same post. The probability of A selection is 1/7 and that of B selection is 1/5. what is the probability that only one of them will be selected</vt:lpstr>
      <vt:lpstr>16. Two unbiased dices are thrown simultaneously. What is the probability of getting a same number on each dice</vt:lpstr>
      <vt:lpstr>17. Three coins are tossed. What is the probability of getting at least two tails</vt:lpstr>
      <vt:lpstr>18. Find the probability of getting a sum of five, when two un biased dices are rolled</vt:lpstr>
      <vt:lpstr>19. 2 un biased coins are thrown randomly. Find the probability for sum of numbers in both dice 8</vt:lpstr>
      <vt:lpstr>20. Draw a random card  from a pack of cards. What is the probability that the card drawn is a face card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Pavithra Kura</dc:creator>
  <cp:lastModifiedBy>medari anusha</cp:lastModifiedBy>
  <cp:revision>17</cp:revision>
  <dcterms:created xsi:type="dcterms:W3CDTF">2022-01-08T06:10:41Z</dcterms:created>
  <dcterms:modified xsi:type="dcterms:W3CDTF">2023-09-30T10:34:32Z</dcterms:modified>
</cp:coreProperties>
</file>