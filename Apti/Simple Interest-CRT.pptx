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89" r:id="rId3"/>
    <p:sldId id="290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3" r:id="rId19"/>
    <p:sldId id="284" r:id="rId20"/>
    <p:sldId id="285" r:id="rId21"/>
    <p:sldId id="286" r:id="rId22"/>
    <p:sldId id="288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2:31:55.9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13003 4659 824 0,'0'0'6'0,"0"0"-7"0,0 0 1 0,0 0-77 0,0 0-283 0</inkml:trace>
  <inkml:trace contextRef="#ctx0" brushRef="#br0" timeOffset="16282.71">12832 6148 704 0,'0'0'56'0,"0"0"106"0,0 0-62 0,0 0-67 0,0 0-26 16,0 0-7-16,-31-6 0 16,58 18 7-16,6 0 17 15,1-6-18-15,-1-5-2 16,-4-1-2-16,-4 0-2 16,-8 0 0-16,-11 0 4 15,0 0-1-15,-6 0 2 16,0 0 8-16,0 0 9 15,0 13 1-15,0 11-18 16,-6 13 12-16,-9 10-17 0,-7 3-2 16,-3 6-26-1,-6 3-57-15,-5-1-51 0,-4-6-183 16</inkml:trace>
  <inkml:trace contextRef="#ctx0" brushRef="#br0" timeOffset="16786.2">10574 8131 724 0,'0'0'86'0,"0"0"-17"0,-126 48 92 0,117-46-114 0,9-2 13 0,18-18 4 0,37-30-41 0,40-22-16 0,31-25-3 0,28-21-3 16,24-19-1 0,25-21 0-16,17-9 1 0,19-14 0 15,6-2 11-15,2 5 31 16,-10 12 1-16,-23 21-4 15,-37 30-18-15,-50 27-16 16,-46 30-6-16,-46 26-16 16,-30 18-23-16,-8 12-73 15,-39 9-90-15,-11 18-169 16</inkml:trace>
  <inkml:trace contextRef="#ctx0" brushRef="#br0" timeOffset="17371.48">14260 5482 956 0,'0'0'45'0,"9"-160"97"0,-14 94-65 0,-26 12-42 0,-9 18 30 15,1 15 4-15,-4 17-35 16,3 4 14-16,2 16-48 0,3 26 3 16,8 11-5-16,13 5 2 15,14 4-3-15,4-2-3 16,39-2 0-16,17-7-21 15,11-8 5 1,10-4 9-16,-8-3 10 0,-13-4 3 16,-20-1 2-16,-24 2-2 15,-16 4 0-15,-20 6 12 16,-40 1 8-16,-16 2-1 16,-9-10-8-16,5-9-2 15,13-13-6-15,14-14-3 16,19 0-2-16,23-32-45 15,11-16-119-15,27-9-148 16,26 1-415-16</inkml:trace>
  <inkml:trace contextRef="#ctx0" brushRef="#br0" timeOffset="17621.82">14694 5191 695 0,'0'0'225'0,"0"0"-177"0,-35-132 117 16,22 112-27-16,2 9 3 16,6 6-29-16,5 5-31 15,0 0-35-15,0 11-38 0,4 40-4 16,14 27 9 0,3 23 17-16,-6 7-17 0,1-2-4 15,-5-6-8-15,-3-5-1 16,4-11-16-16,-1-10-65 15,9-14-79-15,2-22-140 16,5-20-142-16</inkml:trace>
  <inkml:trace contextRef="#ctx0" brushRef="#br0" timeOffset="17854.49">15334 5461 821 0,'0'0'221'16,"0"0"-173"-16,0 0 132 15,0 0-141-15,0 0-5 16,0 0-23-16,96-45-2 16,-11 15 2-16,-3 3-11 15,-13 2-47-15,-15 11-143 16,-26 14-128-16,-28 0-342 15</inkml:trace>
  <inkml:trace contextRef="#ctx0" brushRef="#br0" timeOffset="18007.31">15312 5700 842 0,'0'0'74'16,"0"0"82"-16,0 0-73 15,0 0-3-15,0 0-72 16,161-90-4-16,-50 33-4 15,5-6-83-15,0 1-141 16,1-5-416-16</inkml:trace>
  <inkml:trace contextRef="#ctx0" brushRef="#br0" timeOffset="18404.23">16641 4834 616 0,'0'0'51'0,"-23"-162"98"15,11 94 13-15,3 16-61 0,1 14 42 16,-2 16-13 0,6 9-20-16,2 13-21 0,2 0-33 15,0 38-37-15,0 24-3 16,0 18 10-16,16 8-16 15,3 1-7-15,4 2-3 16,-3 1-27-16,-5 0-87 16,-3-8-101-16,-12-13-184 15,0-23-435-15</inkml:trace>
  <inkml:trace contextRef="#ctx0" brushRef="#br0" timeOffset="18604.58">16544 4682 615 0,'0'0'197'0,"22"-147"-148"0,30 84 83 16,17 12-58-16,4 19 24 15,-7 21 19-15,-10 11-70 16,-20 21-39-16,-24 32-7 16,-12 15 4-16,-40 12-5 15,-26 2-71-15,-5-4-82 16,5-10-6-16,10-18-74 15,16-15-302-15</inkml:trace>
  <inkml:trace contextRef="#ctx0" brushRef="#br0" timeOffset="18854.06">17159 4484 879 0,'0'0'32'0,"0"0"147"16,0 0 24-16,0 0-100 16,0 0-19-16,0 0-33 15,0-17-26-15,16 72 24 16,1 11-31-16,1 2-14 16,0 0-4-16,-2 5-2 15,-6-3-50-15,-4-5-79 16,-6-8-126-16,0-17-100 15,-19-14-279-15</inkml:trace>
  <inkml:trace contextRef="#ctx0" brushRef="#br0" timeOffset="19006.09">17001 4714 382 0,'0'0'482'15,"0"0"-425"-15,4-128 37 0,44 77-68 16,22 1-19-16,9 6-1 15,0 10-6-15,-5 12-125 16,-13 10-265-16</inkml:trace>
  <inkml:trace contextRef="#ctx0" brushRef="#br0" timeOffset="19223.08">17518 4339 826 0,'0'0'46'0,"0"0"133"16,0 0-88-16,0 0 28 15,0 0-31-15,0 0-62 16,-2 40 7-16,26 26 42 16,0 9-43-16,-4-1-20 15,-1-1-8-15,-4-4-4 16,-1-7-7-16,-8-9-53 16,-4-12-43-16,-2-12-106 15,0-14-11-15,-8-15-56 16,-8 0-47-16</inkml:trace>
  <inkml:trace contextRef="#ctx0" brushRef="#br0" timeOffset="19506.23">17547 4654 236 0,'0'0'198'16,"-2"-138"-59"-16,2 75-37 15,22 8-32-15,11 6-4 16,7 9 17-16,2 10-20 16,-1 14-8-16,-8 16-16 15,-11 2-17-15,-10 40-8 16,-12 14-4-16,0 13-3 15,-25-2-2-15,-6-2-3 16,-5-7-2-16,7-10 0 16,2-9 4-16,11-14-3 15,8-8 0-15,8-7-1 16,0-3 0-16,31-1 0 0,20 2 4 16,18-2 2-1,8 0-1-15,2-2-5 0,-5-1 0 16,-17-1 0-16,-12 1 0 15,-16 5-9-15,-18 9-71 16,-11 5-100-16,-6 3-106 16</inkml:trace>
  <inkml:trace contextRef="#ctx0" brushRef="#br0" timeOffset="19771.61">16641 5604 769 0,'0'0'35'0,"-177"64"140"0,134-50-32 15,37-10-69-15,14-4 3 16,64-13-18-16,49-32-41 16,45-22-7-16,44-12-5 15,31-15-3-15,15-2 11 16,18 2 26-16,-4 9 4 15,-19 14-18-15,-35 21-22 16,-58 17-4-16,-60 13-45 16,-62 12-137-16,-36 8-144 15,-66 0-380-15</inkml:trace>
  <inkml:trace contextRef="#ctx0" brushRef="#br0" timeOffset="20105.25">17716 5786 553 0,'0'0'343'0,"-45"-105"-227"0,27 72 117 16,10 16-78-16,3 9-26 15,5 8-32-15,0 1-58 16,0 42-32-16,15 24 2 16,10 20-1-16,0 9-5 15,-1 1-3-15,-4-5-53 16,0-8-86-16,1-14-137 15,-6-24-163-15</inkml:trace>
  <inkml:trace contextRef="#ctx0" brushRef="#br0" timeOffset="20705.66">18021 5779 854 0,'0'0'56'0,"0"0"76"16,-22-115 41-16,17 101-77 15,1 9-21-15,4 5-10 16,0 0-48-16,0 22-16 16,0 24 1-16,0 16-1 15,0 5 1-15,0-4-2 16,2-7-1-16,18-10 0 16,5-14-2-16,6-10-9 15,2-11-4-15,-1-11-3 16,-3 0 6-16,-7-8-1 15,-7-18 8-15,-10-9-6 0,-5-2 7 16,-3-6 1 0,-27 4-16-16,-4-3-8 0,-4 9-2 15,3 3 12 1,6 4 13-16,8 4 4 0,17-2 1 16,4-1-9-16,23-3-12 15,23 1-7-15,14-2 0 16,2 4-1-16,1 2 6 15,-5 5-3-15,-9 4 25 16,-13 12 0-16,-14 2 2 16,-9 18 3-16,-13 25 3 15,0 15 11-15,0 4 4 16,0 4-4-16,0-6-7 16,0-4-5-16,11-12-4 0,12-8-2 15,8-14 0-15,2-10 1 16,3-12 1-16,2 0 1 15,-3-12 4-15,1-24-1 16,-5-8 5-16,-6-12 22 16,-10-10 43-16,-15-4-7 15,0-4-16-15,-33-1-19 16,-21 15-15-16,-19 19-14 16,-18 30-5-16,-14 11-31 15,-6 42-179-15,-1 9-256 16</inkml:trace>
  <inkml:trace contextRef="#ctx0" brushRef="#br0" timeOffset="22821.57">13570 11137 838 0,'0'0'139'0,"0"0"42"0,0 0-20 0,-12-106-16 0,10 106-29 0,-3 8-70 16,-1 48-36-16,-3 30 7 15,2 26 20-15,5 11-21 16,0 1-8-16,-2-4-8 0,1-9 0 16,-3-18-3-1,-1-28-4-15,2-28 0 0,3-16-2 16,2-17-12-16,0-4-1 15,0-26 20-15,0-36 1 16,0-29 2-16,9-23 1 16,-2-14-2-16,-1-2 1 15,1 4-3-15,0 17 3 16,0 25-1-16,-3 34 2 16,-2 23 12-16,-2 20 12 15,0 7-7-15,7 39-6 16,9 49-2-16,15 29 30 15,17 28 0-15,13 3-27 16,8-4-9-16,2-11-3 0,-6-15-2 16,-9-18 0-16,-10-16-12 15,-19-13-15 1,-11-15-25-16,-14-14-89 0,-2-17-99 16,-20-16-86-16,-24-9 0 15,-14-17-242-15</inkml:trace>
  <inkml:trace contextRef="#ctx0" brushRef="#br0" timeOffset="23007.73">12955 11951 921 0,'0'0'41'0,"-139"13"78"0,91-11 25 0,16 3-94 0,16-5 39 0,16 0-20 16,34 0-48-16,44-20-12 0,43-10-9 15,30-8-14-15,24-4-106 16,6 2-134-16,-7 0-129 16</inkml:trace>
  <inkml:trace contextRef="#ctx0" brushRef="#br0" timeOffset="23225.32">14586 11728 1024 0,'0'0'43'0,"-121"43"89"15,92-30 23-15,21-8-120 0,8-5 3 16,31 0-1 0,31 0-23-16,22-22-13 0,8-5-1 15,-3 1-87-15,-11 10-148 16,-20 8-95-16,-29 8-365 15</inkml:trace>
  <inkml:trace contextRef="#ctx0" brushRef="#br0" timeOffset="23373.96">14450 12041 998 0,'0'0'82'15,"0"0"65"-15,0 0-106 0,0 0-34 16,209-90-7-16,-66 32-10 15,19 2-110 1,10 2-207-16</inkml:trace>
  <inkml:trace contextRef="#ctx0" brushRef="#br0" timeOffset="23771.81">15706 11182 991 0,'0'0'112'0,"0"0"116"16,0 0-74-16,0 0-22 16,0 0-47-16,0 0-45 15,-34 25-23-15,46 77 17 16,6 19-19-16,0 3-13 0,-1-4-2 15,4-3-8 1,-4-13-39-16,1-20-88 0,-3-22-111 16,-5-24-193-16</inkml:trace>
  <inkml:trace contextRef="#ctx0" brushRef="#br0" timeOffset="23971.38">15695 11362 843 0,'0'0'16'0,"40"-159"36"16,20 99 22-16,16 18-27 16,2 22 69-16,-9 20 13 15,-13 8-83-15,-27 40-38 0,-29 12-8 16,-27 12-5-16,-40-2-73 16,-18-8-44-16,-2-7-13 15,8-17 9-15,7-10-60 16,17-13-493-16</inkml:trace>
  <inkml:trace contextRef="#ctx0" brushRef="#br0" timeOffset="24421.41">17052 10419 946 0,'0'0'71'0,"0"-114"-40"0,0 70 64 16,-20 9-63-16,-18 12 31 15,-9 13 4-15,-10 10-29 16,-7 0-32-16,0 11 3 16,2 19 10-16,7 1-2 15,11 1-3-15,13 3-1 16,16 4-4-16,9 9 3 15,6 9 2-15,0 14-3 16,21 18 3-16,6 19-1 16,2 14-1-16,-8 15 1 15,-11 11 0-15,-10 4-3 16,0 7 4-16,-8 3 0 16,-19-3-5-16,-2-7-1 0,0-5 5 15,4-11 2-15,3-10-2 16,11-12-3-16,11-13-5 15,0-13-3-15,27-13-2 16,27-8 0-16,21-19-6 16,21-16-46-16,14-15-56 15,16-17-107-15,3-8-118 16,-2-37-344-16</inkml:trace>
  <inkml:trace contextRef="#ctx0" brushRef="#br0" timeOffset="24704.98">17520 11181 1068 0,'0'0'48'0,"0"0"146"0,0 0-53 0,-7-105-28 0,7 105-1 0,0 2-58 15,0 42-37-15,0 27 2 0,0 23-2 16,0 11-14-16,11 6-3 16,3 4-37-16,5 1-102 15,15-13-128-15,1-25-259 16</inkml:trace>
  <inkml:trace contextRef="#ctx0" brushRef="#br0" timeOffset="24920.9">18038 11546 1169 0,'0'0'21'0,"0"0"51"16,0 0-2-16,0 0-13 15,193-74 10-15,-73 55-8 16,9 0-36-16,-2 3-18 16,-13-1-5-16,-23 6-24 15,-28 3-74-15,-34 2-157 16,-29 2-135-16</inkml:trace>
  <inkml:trace contextRef="#ctx0" brushRef="#br0" timeOffset="25088.43">18451 11182 961 0,'0'0'115'0,"0"0"35"15,0 0-91-15,0 0 7 0,12 160 45 16,7-74-42-16,6 8-34 16,-3 8-28-16,-4 8-7 15,-7 5-78-15,-8-6-252 16,-3-21-411-16</inkml:trace>
  <inkml:trace contextRef="#ctx0" brushRef="#br0" timeOffset="25429.88">19565 10651 542 0,'0'0'447'15,"0"-133"-341"-15,2 90 113 16,8 21-92-16,-4 10-6 15,-4 12-18-15,0 14-59 16,0 44-32-16,3 26 29 16,-5 20-23-16,2 5-18 15,-2-2-1-15,0-7-56 0,-4-6-135 16,-14-18-95-16,0-22-148 16</inkml:trace>
  <inkml:trace contextRef="#ctx0" brushRef="#br0" timeOffset="25755.08">19508 10676 780 0,'0'0'23'0,"37"-164"48"15,19 105 44-15,15 19-72 16,12 16 52-16,1 17 18 16,-8 7-22-16,-18 25-40 15,-20 23-23-15,-29 12-19 16,-9 12-8-16,-27 0 2 0,-31-1 3 15,-16-12-6-15,-6-16-14 16,2-13 14-16,12-10 7 16,16-12-7-16,19-4-3 15,18-4 3 1,13 0 1-16,0 0-1 0,29 5-1 16,26 6 1-16,17 10 10 15,8 9-6-15,7 10-1 16,-2 2-1-16,-10 6-1 15,-13 2-1-15,-17 0-3 16,-24 6-60-16,-21-3-199 16,-10-3-231-16</inkml:trace>
  <inkml:trace contextRef="#ctx0" brushRef="#br0" timeOffset="25987.23">19191 11572 56 0,'0'0'941'0,"0"0"-855"16,0 0 92-16,0 0-133 16,0 0-7-16,216-44 58 15,-46 30-34-15,21-3-9 16,16 2 1-16,7-1-9 16,-7 1 7-16,-10 4-22 0,-24 7-18 15,-32 4-12-15,-41 0-14 16,-49 0-89-16,-51 1-153 15,-27 21-324-15</inkml:trace>
  <inkml:trace contextRef="#ctx0" brushRef="#br0" timeOffset="26255.1">19596 11929 1018 0,'0'0'85'0,"0"0"155"0,14-110-55 16,-10 110-66-16,3 2-55 15,4 43-31-15,0 26 8 16,1 17-27-16,1 15-8 15,-7 5-6-15,1 3-61 16,-3-5-192-16,1-22-363 16</inkml:trace>
  <inkml:trace contextRef="#ctx0" brushRef="#br0" timeOffset="26871.71">20022 12016 1068 0,'0'0'13'16,"0"0"-1"-16,0 0 51 0,0 0 6 15,0 0 18-15,0 0-34 16,-22-69-49-16,22 113-4 16,0 11 15-16,0 2-6 15,0-2-3-15,13-7-1 16,3-7-5-16,6-12 3 15,0-11-2-15,1-10 2 16,1-8-3-16,-4 0 3 16,0-12 3-16,-2-14-6 15,-7-8 3-15,-11-6-3 0,0-6-20 16,-14-2-16-16,-21 4-20 16,-3 6-16-16,-1 9 7 15,-2 8 28-15,12 4 9 16,14 5 8-1,15-1 15-15,2-1 4 0,40-5-8 16,17-1 4-16,20 2 4 16,1 1-1-16,1 4-2 15,-8 3 4-15,-12 4 5 16,-13 6 2-16,-12 0 23 16,-16 11-11-16,-11 22 0 15,-7 9 1-15,-2 8 9 0,0 8-3 16,-9 2-17-16,-2-1-4 15,8-1-5-15,3-8-2 16,0-8-2-16,19-14-4 16,10-12-1-16,2-16-2 15,2 0 11-15,3-18 1 16,-3-23 7-16,-8-4 24 16,-7-10 29-16,-16-2 8 15,-2-6-11-15,-16-1-25 16,-23 4-14-16,-5 10-16 15,-6 16-3-15,-8 16-101 16,-7 9-236-16</inkml:trace>
  <inkml:trace contextRef="#ctx0" brushRef="#br0" timeOffset="27404.58">20836 10066 1155 0,'0'0'74'0,"0"0"-53"0,120-73-7 0,-24 56 1 0,4 7 12 0,-1 7-2 16,-7 3-14-16,-16 0-7 15,-21 15-3-15,-20 6-1 16,-20 0-1-16,-15 9 1 16,0 8 4-16,-23 8 1 15,-6 10 2-15,-2 7 3 16,9 5 15-16,6 12 1 15,10 10-9-15,1 16-3 16,5 15-4-16,0 11-2 16,0 12-2-16,13 11 2 0,10 5-2 15,10 15 8 1,5 5 6-16,5 3-4 0,5 1 1 16,-3-7-6-16,0-17-2 15,-8-12-6-15,-14-17-3 16,-15-22 0-16,-8-19 1 15,-29-18 1-15,-42-16-2 16,-33-12-44-16,-32-12-37 16,-25-14-145-16,-20-18-261 15</inkml:trace>
  <inkml:trace contextRef="#ctx0" brushRef="#br0" timeOffset="28040.15">22056 9718 1111 0,'0'0'14'0,"0"0"120"0,0 0 1 0,0 0-94 0,0 0-14 15,0 0-5-15,-17 21 9 0,17 18-1 16,10-10-17-16,1-4-7 15,-3-10-2-15,-6-5-2 16,-2-5-1-16,0-5 6 16,0 0 0-16,0 0-4 15,0-19-3-15,-2-17-3 16,2-11 3-16,0-8 0 16,4-7-3-16,27 6 1 15,9 7-3-15,3 18 2 16,3 14 0-16,4 17 0 15,-2 4 3-15,1 39 0 16,-4 17 1-16,-10 12 7 16,-15 8-3-16,-20 4-5 15,-22 9-8-15,-53 5-108 16,-37-2-259-16</inkml:trace>
  <inkml:trace contextRef="#ctx0" brushRef="#br0" timeOffset="28887.3">11947 11547 1082 0,'0'0'76'0,"0"0"83"0,0 0-73 0,0 0-30 0,0 0-11 0,0 0-32 0,-22 9-12 0,26 41 4 15,14 0 0-15,3-12-3 16,0-15-2-16,6-18 0 16,7-5 0-16,11-28 5 15,11-26-3-15,10-24-2 16,21-18-11-16,22-14-24 15,22-13-19-15,14-5-81 16,7 5-11-16,-7 7-27 16,-20 14-133-16</inkml:trace>
  <inkml:trace contextRef="#ctx0" brushRef="#br0" timeOffset="30021.75">15795 3753 1171 0,'0'0'41'0,"0"0"124"0,0 0-62 0,0 0-32 0,0 0 12 0,0 0-34 0,-6-74-34 0,25 90 2 15,4 10-2-15,-1 2-8 16,-1-4-1-16,-6-8-5 16,-2-7 1-16,-4-9-2 15,6 0 5-15,8-32 0 16,10-25 0-16,15-17-3 15,7-12-1-15,10-6-1 16,8-2-20-16,2 0-30 16,6 9-79-16,-2 15-131 15,-22 20-270-15</inkml:trace>
  <inkml:trace contextRef="#ctx0" brushRef="#br0" timeOffset="40254.64">631 11356 982 0,'0'0'119'0,"0"0"63"0,0 0-85 0,0 0-11 0,-45-105-9 0,43 101-17 0,2 4-21 15,0 0-12-15,0 2-9 16,0 30-12-16,0 15 20 16,7 17-4-16,4 10 0 0,-6 0-8 15,-1 2-4 1,-3-8 2-16,5-9-8 16,-2-11-1-16,3-11-2 0,0-1-1 15,1-9-4-15,1-3-22 16,2-4-28-16,1-6-72 15,4-4-22-15,-1-4-42 16,3-6-49-16,-1-1-72 16,-1-22-376-16</inkml:trace>
  <inkml:trace contextRef="#ctx0" brushRef="#br0" timeOffset="42005.41">1008 11392 714 0,'0'0'168'0,"0"0"-8"0,0 0-22 0,0 0-4 0,0 0-36 15,0 0-15-15,0 0-26 16,-52-60-35-16,35 97-16 0,-3 16-1 16,5 11 1-1,9 4 8-15,6 0-12 0,0-7 3 16,6-10-5-1,19-13-2-15,6-16 2 0,5-9 0 16,3-13-5-16,-2 0 1 16,-1-32 2-16,-1-17 0 15,-8-9 1-15,-4-6 1 16,-15-1 4-16,-8 4-2 16,0 9 1-16,-22 9 5 15,-12 11 4-15,-5 13-4 16,1 10 6-16,5 9-11 0,-1 14-3 15,7 32-30 1,9 22-107-16,7 15-200 0,11 1-349 16</inkml:trace>
  <inkml:trace contextRef="#ctx0" brushRef="#br0" timeOffset="42205.52">1442 11831 473 0,'0'0'904'0,"0"0"-752"15,0 0-47-15,0 0-95 16,0 0 3-16,-34 145-5 16,34-57-8-16,0 4-18 0,3 2-103 15,6-7-176-15,-7-21-224 16</inkml:trace>
  <inkml:trace contextRef="#ctx0" brushRef="#br0" timeOffset="42588.02">1602 11486 1121 0,'0'0'130'0,"0"0"9"0,0 0-64 16,0 0-1-16,0 0-23 16,0 0-49-16,-27-40-1 15,27 80-1-15,14 14 0 16,6 6 0-16,0-4-3 16,5-8-25-16,0-8 3 15,-2-17-10-15,-2-12 10 16,-1-11 10-16,-3 0 13 15,-1-24 2-15,0-18 2 16,-9-3 1-16,-7-6 1 16,0 1 11-1,-5 4 9-15,-19 2-4 0,-5 5-6 16,0 11 14-16,0 13-19 0,2 11-8 16,5 4-1-1,-1 22-60-15,6 24-114 0,6 6-242 16</inkml:trace>
  <inkml:trace contextRef="#ctx0" brushRef="#br0" timeOffset="42973.75">1979 11462 704 0,'0'0'313'15,"0"0"-143"-15,0 0-18 16,0 0-92-16,0 0 20 0,0 0-28 16,-94-94-38-16,94 105-14 15,0 26 0 1,10 11 3-16,3 12-3 0,5 0 3 16,-1 0-2-16,6-4-1 15,1-5-1-15,1-15-1 16,1-12-7-16,-3-14-6 15,-1-10 7 1,-1-9 5-16,-4-31 3 0,3-10 2 16,-9-8-1-16,-5-2 1 15,-6 0 14-15,0 2 7 16,-13 2 9-16,-16 8-5 16,-2 8-11-16,0 13 6 15,2 18-22-15,0 9-2 16,0 19-70-16,2 28-128 0,6 4-337 15</inkml:trace>
  <inkml:trace contextRef="#ctx0" brushRef="#br0" timeOffset="43338.22">2255 11387 1042 0,'0'0'69'0,"0"0"80"16,0 0-71-16,0 0-35 0,0 0-21 15,0 0-16 1,-6 83-1-16,26-23 7 0,5-1-7 16,6-5-4-16,2-10 4 15,5-13-5-15,-3-12 4 16,-4-16-1-16,-2-3-2 15,-4-9 6-15,-2-28 0 16,-8-11 12-16,-4-8 4 16,-9 0 12-16,-2-2 5 15,-9 1-4-15,-23 7-7 16,-5 6-10-16,-2 15-10 0,-2 14-5 16,3 15-4-1,3 6-75-15,3 35-83 0,8 3-247 16</inkml:trace>
  <inkml:trace contextRef="#ctx0" brushRef="#br0" timeOffset="43887.04">3445 11396 1314 0,'0'0'20'0,"-125"-14"90"0,90 8-51 0,12 3-33 0,13 2 87 0,10 1-62 16,42 0-28-16,38 0-3 16,45 0 3-16,35 0-1 15,21 0-13-15,10-8-9 16,-4-13 2-16,-17-4-2 16,-22-1-12-16,-20-1-51 15,-30 5-80-15,-29 0-10 16,-27 4-152-16,-32 0-78 0,-10 5-84 15,-23 3 210-15,-19-1 257 16,-3 3 318-16,5 0-147 16,10-1 25-16,13 4-48 15,15-2 22-15,2-4-71 16,14 1-67-16,25 1 21 16,8 6 18-16,4 3-6 15,1 0-6-15,-10 8 6 16,-13 14-20-16,-18 8-21 15,-11 14-11-15,-20 10-13 0,-29 13-24 16,-9-1-161 0,-9-4-205-16</inkml:trace>
  <inkml:trace contextRef="#ctx0" brushRef="#br0" timeOffset="44555.36">3381 10571 983 0,'0'0'46'0,"0"0"103"0,0 0-121 0,8-128-2 0,37 103 44 0,10 8-23 0,-1 13 17 16,-8 4-22-16,-9 12-23 16,-15 22-4-16,-17 10-7 15,-5 6-8-15,-21-1 6 16,-19-3-6-16,0-6 5 15,8-13-4-15,11-13 1 16,11-3-1-16,6-9 0 16,4-2 1-16,0 0-2 15,18 0-4-15,18-6 4 16,6 2 2-16,9 4 0 16,-1 0-2-16,-2 22 0 0,-7 2-1 15,-17 1 2 1,-15-2 11-16,-9 1 13 0,-14 0 11 15,-32 0 16-15,-12-3-23 16,-7-6-16-16,1-7-10 16,10-8-2-16,14 0-1 15,11-9-34-15,15-19-73 16,14-5-119-16,0-3-280 16</inkml:trace>
  <inkml:trace contextRef="#ctx0" brushRef="#br0" timeOffset="44921.06">3900 10506 980 0,'0'0'44'0,"0"0"112"0,0 0-24 16,0 0-54-16,0 0 4 16,0 0-59-16,-50 6-19 15,50 33 1-15,12 17 6 16,8 3-2-16,2-1-7 15,3-6-1-15,4-12-1 16,0-12-7-16,2-14 1 0,0-12 3 16,3-2 1-1,-5-9 1-15,0-20 1 0,-10-11 3 16,-5-10 0-16,-12-4-1 16,-2-2 1-16,-6 5 6 15,-23 5-3-15,-10 10 0 16,-1 15 3-16,0 10-3 15,-3 11-1-15,2 5-5 16,3 22-3-16,7 8-19 16,12 9-25-16,19 1-49 15,0 4-85-15,21-5-37 16,19-16-127-16</inkml:trace>
  <inkml:trace contextRef="#ctx0" brushRef="#br0" timeOffset="45204.46">4563 10188 103 0,'0'0'669'0,"14"-160"-532"16,-7 94-9-16,-3 16-34 16,-2 18 53-16,-2 14-25 15,0 12-39-15,0 6-26 16,0 26-30-16,0 42-12 15,-2 33 30-15,-11 26 3 16,-3 16-12-16,-1 11-11 16,-2 0-9-16,-3-5-12 15,7-15-3-15,5-22-1 16,8-22-14-16,2-23-27 16,0-22-57-16,8-18-57 0,4-23-162 15,-1-4-109-15</inkml:trace>
  <inkml:trace contextRef="#ctx0" brushRef="#br0" timeOffset="45455.99">4318 10368 709 0,'0'0'78'0,"0"0"26"16,0 0-47-16,0 0-26 15,0 0 5-15,0 0 9 16,-64 53-14-16,95-53-9 15,4 0 0-15,0-9 23 16,-9-18 21-16,-10-1 15 16,-14 0-34-16,-2 2-1 0,0 4-26 15,-21 6 0-15,-2 12-2 16,-4 4-18-16,2 20-43 16,9 25-137-16,6 10-134 15,10 1-472-15</inkml:trace>
  <inkml:trace contextRef="#ctx0" brushRef="#br0" timeOffset="45705.95">4635 10690 1027 0,'0'0'30'0,"0"0"-8"15,0 0 1-15,0 0 40 16,0 0 18-16,0 0-46 15,86 44 9-15,-63-44 10 16,-9-18-2-16,-6-6-4 16,-8-2 3-16,0-3 0 15,-2 4-23-15,-20 3 1 16,-5 10-9-16,-4 9-19 16,2 3-1-16,2 22-86 15,3 23-127-15,2 3-285 16</inkml:trace>
  <inkml:trace contextRef="#ctx0" brushRef="#br0" timeOffset="46304.49">3555 12015 972 0,'0'0'126'0,"0"0"40"0,0 0-75 0,-70-126-82 0,88 84 6 15,22 4 15-15,6 12 13 16,-3 12-4-16,-7 14-13 16,-14 3-15-16,-11 34-8 15,-11 13 6-15,0 6-3 16,-9 1-6-16,-20-6 4 15,0-12 2-15,5-12-5 0,6-13 0 16,12-8 0 0,3-6-1-16,3 0 1 0,6 0-1 15,26-6 0-15,8-6 0 16,4 8 0-16,-1 4 1 16,-1 0-1-16,-7 19 4 15,-10 1 5-15,-13 0 7 16,-12 3 8-16,-14 4 18 15,-25 3-4-15,-13 0-17 16,-4-10-21-16,5-6 6 16,11-13-6-16,11-1-36 15,18-15-75-15,11-25-88 16,0-12-203-16,27-3-359 16</inkml:trace>
  <inkml:trace contextRef="#ctx0" brushRef="#br0" timeOffset="46488.43">3871 11787 990 0,'0'0'181'16,"0"0"11"-16,0 0-95 0,0 0 1 15,0 0-24-15,0 0-41 16,64 64-6-16,-24-20-21 16,5 0-6-16,-1-4-8 15,2-4-63-15,-5-10-75 16,-3-8-105-16,-9-13-17 0,-8-5-30 15,-11 0-144 1</inkml:trace>
  <inkml:trace contextRef="#ctx0" brushRef="#br0" timeOffset="46675.67">4199 11869 460 0,'0'0'147'0,"0"0"26"16,-41-102 6-16,34 89-57 16,3 7 42-16,1 6-38 15,3 0-59-15,0 33-32 16,0 23-1-16,0 21 40 15,0 10-18-15,7 5-24 16,0 2-14-16,-3 2-14 16,1-11-2-16,0-7-2 15,1-12-16-15,3-9-83 16,0-19-104-16,5-18-159 16,-4-20-463-16</inkml:trace>
  <inkml:trace contextRef="#ctx0" brushRef="#br0" timeOffset="46975.45">4234 12023 903 0,'0'0'46'0,"-7"-104"94"15,7 60-16-15,27 10-15 16,10 14-7-16,13 14-21 16,6 6-36-16,-3 38-16 15,-4 18-8-15,-14 10-14 16,-8 0-2-16,-13-11-2 15,-10-11 1-15,-4-15 0 16,0-12 21-16,0-12 21 16,0-5 2-16,-10 0-16 0,-2-22-8 15,-1-21-19-15,1-15 0 16,8-15-5-16,4-8-2 16,0 1-32-16,16 11-77 15,13 21-96-15,2 21-125 16,-2 24-44-16,-5 3-214 15</inkml:trace>
  <inkml:trace contextRef="#ctx0" brushRef="#br0" timeOffset="47254.15">4804 11769 298 0,'0'0'483'16,"0"0"-270"-16,0 0-60 16,58-129-12-16,-47 89-23 15,-4 4-29-15,-4 6-32 0,-3 12-30 16,0 8-9-16,0 10-8 15,-19 0-10-15,-1 27-6 16,3 14 4-16,5 9 2 16,12 4-4-16,0-1-14 15,29-1-1-15,14-13 7 16,3-2 4-16,-1-13 5 16,-7-8 3-16,-16-4 0 15,-11-7 1-15,-11 1-1 16,0 9 0-16,-28 3-9 15,-17 10-26-15,-11 1-135 16,-4-2-55-16,0-2-59 0,2-7-466 16</inkml:trace>
  <inkml:trace contextRef="#ctx0" brushRef="#br0" timeOffset="48238.5">6348 10181 787 0,'0'0'60'0,"-11"-103"111"0,-20 74-61 0,-4 14-48 0,-8 15 30 0,-1 0-3 16,2 30-36-16,-1 18-11 15,11 11-17-15,17-1-8 16,15-6-6-16,5-2-6 15,37-7-4-15,11-4 1 16,10 3 0-16,-3-2-2 16,-4-2 0-16,-16-8 1 15,-18-10 0-15,-15-3-1 16,-7-2 1-16,-21 2 12 16,-21-3-1-16,-9-7-2 15,2-7-2-15,3 0-7 16,16-4-1-16,11-16-17 0,15 3-82 15,4-3-181-15,21 3-133 16</inkml:trace>
  <inkml:trace contextRef="#ctx0" brushRef="#br0" timeOffset="48437.22">6520 10229 928 0,'0'0'144'0,"0"0"57"15,0 0-33-15,-14-103-5 0,14 99-60 16,0 4-54-16,0 9-27 16,0 31-19-16,10 20 0 15,9 14 4-15,4 2-7 16,1 5-20-16,3 0-79 16,-5-2-182-16,-2-13-327 15</inkml:trace>
  <inkml:trace contextRef="#ctx0" brushRef="#br0" timeOffset="48924.77">7287 9499 61 0,'-34'-103'641'16,"10"13"-538"-16,3 16 67 0,6 18-71 16,1 18 43-16,5 18-16 15,3 15-23-15,6 14-28 16,0 68-46-16,0 56 8 16,4 76 38-16,32 75-16 15,14 58-25-15,14 34-10 16,2 7-8-16,1-31-13 15,-7-46-2 1,-6-53-1-16,-3-49-25 0,-11-31 8 16,-8-31-15-16,-8-26-67 15,-5-31 66-15,2-47-320 16,2-38-294-16</inkml:trace>
  <inkml:trace contextRef="#ctx0" brushRef="#br0" timeOffset="49471.87">8209 9896 837 0,'0'0'106'0,"-35"-107"56"0,21 61-51 0,3 10 21 0,1 11 25 0,4 12-70 0,1 6-11 0,5 7-23 15,0 35-33-15,0 31-9 16,0 22 9-16,3 7-11 15,5-7-3-15,4-10-4 16,-8-14-1-16,1-18 1 0,-5-19-2 16,0-14-3-1,0-10 0-15,0-3 1 16,0-36-1-16,0-26-2 16,-13-21-4-16,3-7 7 15,6-3 1-15,4 5-1 0,0 10 2 16,0 19-1-16,16 22 0 15,5 17 1-15,6 14-1 16,11 6 1-16,7 30 0 16,7 28 10-16,0 10 6 15,-4 6-10-15,-11-4 0 16,-8-1-5-16,-4-2-1 16,-12-4 0-16,-6-3-20 15,-7-3-26-15,0-10-121 16,-9-8-144-16,-20-13-137 15,-9-16-330-15</inkml:trace>
  <inkml:trace contextRef="#ctx0" brushRef="#br0" timeOffset="49621.57">8044 10149 722 0,'0'0'158'0,"0"0"-31"15,0 0-62-15,155-131-23 16,-51 81-20-16,20-9-22 15,14-4-5-15,-2-4-196 16,-15 3-628-16</inkml:trace>
  <inkml:trace contextRef="#ctx0" brushRef="#br1" timeOffset="133841.04">3688 10080 842 0,'0'0'78'0,"0"0"45"0,0 0-19 0,0 0-16 0,0 0-49 0,0 0-32 0,-4 30 8 15,25 6 4 1,2-6-9-16,-3-7-7 0,-7-10 2 15,-1-4-1-15,-6-9 0 16,-6 0 3-16,7-6 6 16,-1-33 6-16,6-9-9 15,3-16-8-15,6-4 4 16,3-6-5-16,8-2 0 16,1 5-2-16,-3 17 1 15,0 24-44-15,-9 26-89 16,-4 4-119-16,-11 39-130 15</inkml:trace>
  <inkml:trace contextRef="#ctx0" brushRef="#br1" timeOffset="134443.78">3717 12625 882 0,'0'0'179'0,"0"0"-78"0,0 0-85 0,0 0-7 0,0 0 19 0,0 0-5 16,-20 106 6-16,40-88-22 15,5-6-1-15,-1-9-4 16,2-3 3-16,6-11 0 16,1-28 3-16,6-11-4 15,3-15-1-15,2-7 0 16,-1-2-3-16,-2 2-69 16,-3 7-119-16,-3 17-115 15,-10 19-26-15</inkml:trace>
  <inkml:trace contextRef="#ctx0" brushRef="#br1" timeOffset="139805.93">2529 14214 1061 0,'0'0'101'0,"0"0"-30"0,10-109-41 0,18 75 16 0,3 7-7 16,1 11-24-16,-4 16-13 16,1 0 2-16,-2 23-1 15,-2 17 6-15,-9 6 2 0,-8 8-7 16,-8 0 1 0,0-2 3-16,-22-6-2 0,-8-6-3 15,2-9 3-15,3-13 3 16,8-7-6-1,8-7 2-15,7-4 2 0,2 0 0 16,0-10 2-16,7-18-7 16,19-4-2-16,10 2 0 15,4 10-1-15,2 9 1 16,1 11 0-16,-4 3 0 16,-7 33 5-16,-10 8-2 15,-13 10-1-15,-9 1 14 16,0 1-1-16,-27-4 9 15,-13-4-7-15,-4-10 1 16,-10-13-1-16,1-18 1 0,1-7-7 16,6 0-5-16,6-26-6 15,15-14-2-15,16-8-54 16,9 2-35-16,20 6-155 16,22 9-212-16</inkml:trace>
  <inkml:trace contextRef="#ctx0" brushRef="#br1" timeOffset="140204.39">3048 14245 961 0,'0'0'119'0,"0"0"13"0,0 0-54 0,0 0-26 0,0 0-34 15,0 0-15-15,-37 66 1 16,66-22 3-16,4 3-5 16,5-6 0-16,-1-4-2 15,-3-5-9-15,-1-14-4 16,-4-9 4-16,-4-9-7 16,0 0 11-16,-5-27 5 15,-9-8 4-15,-5-6 0 16,-6 1-3-16,0-9 3 15,-11 7 4-15,-15 2 0 16,-8 6 1-16,-3 8 5 0,-4 8-9 16,3 12-2-16,5 6-3 15,3 0-6-15,8 20 5 16,5 10-10-16,10 3-28 16,7 2-63-16,0 3-68 15,16-10-79-15,13-7-92 16</inkml:trace>
  <inkml:trace contextRef="#ctx0" brushRef="#br1" timeOffset="140488.18">3692 13734 712 0,'0'0'53'0,"0"0"106"16,0-112-53-16,0 98 8 15,0 8 13-15,-6 6-33 16,2 7-33-16,1 46-39 16,-4 32 10-16,5 34 57 15,2 22-28-15,0 13-14 16,0 1-31-16,-2 1-5 16,-3-14-4-16,3-17-7 15,2-13-9-15,0-26-32 16,7-24-99-16,15-34-45 15,1-28-192-15,-6-38-369 16</inkml:trace>
  <inkml:trace contextRef="#ctx0" brushRef="#br1" timeOffset="140721.42">3354 13906 968 0,'0'0'74'16,"0"0"-3"-16,0 0-24 15,-50 105-13-15,58-95-4 16,21-9-15-16,2-1 5 16,0-6-1-16,-11-16 2 15,-14-1 27-15,-6-4 0 16,0 5-10-16,-22 6-10 0,-4 8-3 16,1 8-25-1,4 6-11-15,17 26-81 0,4 10-159 16,4 2-219-16</inkml:trace>
  <inkml:trace contextRef="#ctx0" brushRef="#br1" timeOffset="140957.24">3890 14441 1016 0,'0'0'30'0,"0"0"53"15,0 0-19-15,0 0-24 0,0 0 29 16,0 0-18 0,101 14 5-16,-88-50-17 0,-13-1-8 15,0 10 14 1,-6 1-12-16,-15 12-21 0,2 14-12 16,1 0-25-16,7 22-105 15,1 10-182-15,8-2-369 16</inkml:trace>
  <inkml:trace contextRef="#ctx0" brushRef="#br1" timeOffset="141391.7">4285 13852 1111 0,'0'0'25'0,"0"0"148"0,0 0-34 0,0 0-31 0,0 0-30 0,0 0-40 15,-82-55-20-15,128 72-3 16,17 15 7-16,9 6-20 15,5 8-2-15,-6 2-47 16,-4-2-107-16,-13-4-148 16,-15-15-161-16</inkml:trace>
  <inkml:trace contextRef="#ctx0" brushRef="#br1" timeOffset="141556.94">4523 13790 903 0,'0'0'53'0,"0"0"154"15,0 0-58-15,0 0-37 16,0 0-37-16,0 0-40 16,-66 20-17-16,62 54-10 15,-1 13-8-15,-4 3-14 16,4-2-73-16,-1-2-148 16,-3-12-164-16</inkml:trace>
  <inkml:trace contextRef="#ctx0" brushRef="#br1" timeOffset="142072.94">4885 13774 686 0,'0'0'236'16,"0"0"-194"-16,0 0 28 15,0 0-15-15,0 0 25 16,0 0-10-16,-81 26-41 16,81-58-20-16,2-10-9 15,19-2 0-15,6 8 0 16,2 5 1-16,0 12 0 0,0 12-1 16,-1 7 0-16,3 14 5 15,-2 27 24-15,-7 9-4 16,-8 8-8-16,-12 2-10 15,-2 0-2-15,0-5 0 16,-16-14-1-16,-3-7-2 16,-1-15 1-16,8-12-1 15,5-5 0-15,5-2 6 16,2-14 3-16,0-16-11 16,12-6-2-16,17 2 1 15,11 8-1-15,2 14 1 16,3 12 1-16,-1 0 0 0,-2 26 18 15,-6 9 20 1,-18 9-5-16,-18 0-14 0,0 3 9 16,-37 0 14-16,-8-4-16 15,-5-8-17-15,1-15-8 16,9-10-1-16,9-10-2 16,9-4-51-16,18-36-95 15,4-17-302-15</inkml:trace>
  <inkml:trace contextRef="#ctx0" brushRef="#br1" timeOffset="142272.07">5774 13686 1273 0,'0'0'62'0,"0"0"-10"16,0 0-34-16,0 0 1 0,0 0-2 0,133-39-17 0,-64 14-36 16,-13 5-230-16,-18 7-170 15</inkml:trace>
  <inkml:trace contextRef="#ctx0" brushRef="#br1" timeOffset="142406.09">5831 13889 797 0,'0'0'130'15,"0"0"96"-15,0 0-95 16,0 0-56-16,0 0-39 16,0 0-15-16,159-83-21 0,-65 9-134 15,-5-5-274 1</inkml:trace>
  <inkml:trace contextRef="#ctx0" brushRef="#br1" timeOffset="143156.24">6811 13297 844 0,'0'0'99'0,"0"0"72"0,-44-126-29 0,15 94-60 0,0 7 11 0,-2 11-60 0,0 10 7 16,-2 4-8-16,1 16-20 15,1 20-12-15,9 10 2 16,9 8-4-16,11 0-6 0,2-1-24 16,2-9-15-1,25-14-23-15,10-12 11 16,5-16-20-16,3-2-8 0,-3-16 34 15,-8-16 26-15,-12-5 27 16,-7 0 4-16,-7-1 20 16,-8 3 33-16,0 8 35 15,0 3 0-15,-12 5-10 16,3 6-25-16,3 6 12 16,4 7 4-16,2 0-32 15,0 0-21-15,0 14-12 16,0 29-5-16,6 16 13 15,9 13-5-15,-1 3-10 0,3-3-1 16,6-7-2 0,4-6-32-16,4-9-82 0,5-14-117 15,1-15-187 1</inkml:trace>
  <inkml:trace contextRef="#ctx0" brushRef="#br1" timeOffset="143571.59">7120 13204 874 0,'0'0'115'16,"0"0"17"-16,0 0 4 15,-81-102-27-15,72 94-19 0,7 8-35 16,2 0-27 0,0 0-28-16,0 14-4 0,0 19 4 15,11 15 4-15,7 2-2 16,6-5-2-16,3-2-24 15,9-11-20-15,-1-8-21 16,3-14-7-16,3-10-36 16,-6 0-19-16,1-27 35 15,-10-6 34-15,-3-9 55 16,-10-2 3-16,-9 1 8 16,-4 3 25-16,0 3 32 15,-24 1 4-15,-8 9-17 16,-3 3 6-16,2 8-2 15,-5 8-22-15,2 8 10 16,3 0-5-16,2 10-24 0,6 14-12 16,7 6-2-1,5 8-2-15,13-2-7 0,0 0-37 16,4-1-71-16,25-7-70 16,5-6-47-16,1-10-163 15</inkml:trace>
  <inkml:trace contextRef="#ctx0" brushRef="#br1" timeOffset="143905.01">7781 12625 791 0,'0'0'92'0,"0"-128"8"0,0 58-23 0,0 1 10 0,0 11-9 0,0 14-8 16,0 20-8-16,0 14-13 16,0 10-3-16,0 10-19 15,0 47-6-15,0 38 21 16,0 43 15-16,0 37-2 16,0 18-7-16,11 11-18 15,3 3-10-15,1-19-9 0,5-15-10 16,2-25-1-1,-2-28 0-15,1-22-18 16,-6-29-21-16,-1-25-43 16,-3-34-78-16,-3-10-154 0,0-40-203 15</inkml:trace>
  <inkml:trace contextRef="#ctx0" brushRef="#br1" timeOffset="144157.29">7522 12756 877 0,'0'0'30'16,"0"0"13"-16,-109 102 13 15,101-69-9-15,8-6 18 16,8-13-34-16,26-10-7 16,3-4-11-16,-1-2 1 0,-7-24-6 15,-9-6 3-15,-11-7 9 16,-9 1 26-16,0 4-8 15,-15 6 6-15,-12 10-10 16,2 14-9-16,3 4-25 16,9 28-6-16,9 26-169 15,4 13-231-15</inkml:trace>
  <inkml:trace contextRef="#ctx0" brushRef="#br1" timeOffset="144456.26">8153 13166 1176 0,'0'0'65'0,"0"0"-23"0,0 0-37 15,0 0 10-15,0 0 20 16,0 0-19-16,13 88-10 15,10-80-2-15,-5-4-4 16,-3-4 5-16,-2 0 1 16,-6-12 10-16,-2-9 24 15,-5-4 20-15,0 0-6 16,-5-2-24-16,-17 11-15 0,-3 9-15 16,-8 7-9-1,-11 27-172-15,-10 27-326 0</inkml:trace>
  <inkml:trace contextRef="#ctx0" brushRef="#br1" timeOffset="149871.73">5602 16013 909 0,'0'0'118'0,"-36"-104"103"0,-1 54-96 0,-11 7-38 0,0 8-1 0,-1 8-28 16,3 8-14-16,7 15-16 15,2 4-14-15,5 8-9 16,-1 28-2-16,3 14-3 16,10 2 0-16,9 2-3 15,11-5-17-15,0-11-13 16,9-8-17-16,18-12 1 16,4-10 14-16,4-8-6 15,6 0 24-15,3-31 17 16,-4-4 1-16,-4-5 0 0,-7 3 2 15,-11 2 16-15,-5 4 11 16,-11 3 15-16,-2 12 3 16,0 6-7-16,0 5 0 15,0 5-3-15,0 0-11 16,0 0-12-16,0 15-9 16,8 29-3-16,7 22 8 15,3 15-1-15,-5 0-6 16,-1 7-4-16,-2 7-3 15,-1 3-18-15,7 5-69 16,1-9-141-16,6-19-232 16</inkml:trace>
  <inkml:trace contextRef="#ctx0" brushRef="#br1" timeOffset="150261.59">5872 15859 1166 0,'0'0'106'0,"0"0"20"0,0 0-47 0,0 0 13 0,0 0-33 16,0 0-37-16,-67-53-22 0,67 102 0 16,0 15 1-1,0 7-1-15,17-5 1 0,6-8-1 16,4-12-10-16,2-6-7 15,2-17-12 1,2-15-14-16,1-5 21 0,-3-3 5 16,0-16 11-16,-6-16 6 15,-8-12 0-15,-5 0 5 16,-12-2-2-16,0-2 9 16,-16-1 3-16,-22 7 7 15,-11 6-14-15,-2 14 0 16,-1 10-1-16,5 12-7 15,5 0-8-15,7 26-6 16,6 14-64-16,20 9-69 16,9 1-162-16,2-4-163 0</inkml:trace>
  <inkml:trace contextRef="#ctx0" brushRef="#br1" timeOffset="150576.85">6556 15400 84 0,'0'0'963'16,"-52"-148"-854"-16,43 92 25 16,5 19-42-16,2 15 23 15,0 14-14-15,2 8-49 16,0 34-31-16,0 39-14 0,0 51 27 15,10 32 18-15,-5 19-27 16,-5 3-15-16,0-4-2 16,-7-9-3-16,-8-17-3 15,3-9-2-15,6-23-5 16,4-23-35-16,2-34-49 16,0-32-131-16,2-27-190 15,2-44-184-15</inkml:trace>
  <inkml:trace contextRef="#ctx0" brushRef="#br1" timeOffset="150806.01">6128 15597 933 0,'0'0'27'0,"0"0"25"16,0 0 9-16,-81 148 36 0,84-110-22 15,28-15-27-15,9-8-15 16,2-11-6-16,-6-4 19 15,-10-4 1-15,-9-18-7 16,-16-2 17-16,-1-8-11 16,-4 5-21-16,-16 6-19 15,-5 5-6-15,8 16-45 16,3 4-97-16,5 31-168 16,9 8-225-16</inkml:trace>
  <inkml:trace contextRef="#ctx0" brushRef="#br1" timeOffset="151054.78">6678 15993 1156 0,'0'0'36'16,"0"0"37"-16,-20 109-29 15,29-82-2-15,17-6-4 16,9-17-17-16,-2-4-5 15,-6 0 11-15,-8-8-2 16,-12-14 7-16,-7-6 18 16,0 2 4-16,-20 4-16 0,-9 8-23 15,-4 2-15 1,-1 12 0-16,5 4-74 0,5 22-104 16,5 2-341-16</inkml:trace>
  <inkml:trace contextRef="#ctx0" brushRef="#br1" timeOffset="151971.37">7310 15562 842 0,'0'0'56'0,"0"0"106"16,0 0 25-16,0 0-104 16,0 0-56-16,-140 53 0 15,116 5 14-15,9 0 5 16,13-4-16-16,2-6-2 15,12-12-14-15,24-9-5 16,7-8-9-16,8-7 0 16,0-12 0-16,1 0 0 15,-8-12 0-15,-11-11 0 16,-10-13 2-16,-15-1 1 16,-8-5 1-16,-10 0 2 0,-31-2-6 15,-14 4 3-15,-16 10-1 16,3 7-2-16,3 13-1 15,10 6-1-15,19 4 2 16,14 0-1-16,13-1 0 16,9-2-7-16,13-3-33 15,36-6-11-15,20-10 30 16,14-6-10-16,4-7-32 0,-7-9-4 16,-13-3 38-1,-14-2 25-15,-14-2 5 0,-18-3 3 16,-11-5-1-1,-10-3 5-15,0-2 16 0,-8 6 13 16,-11 6 1-16,-8 14 17 16,5 11 6-16,-1 10-24 15,8 9 18-15,6 8-22 16,1 5-17-16,8 52-10 16,0 29 2-16,6 38 17 15,25 20 7-15,7 22-3 16,0 7-4-16,2 10-1 15,-5-5-8-15,1-12-9 16,4-19 0-16,0-22-4 16,7-22-2-16,-3-24 1 0,-1-25-1 15,-3-18-2 1,-11-22-2-16,-4-14-9 0,-6 0-9 16,-7-24 8-16,-5-24 7 15,-7-13-2-15,0-6-8 16,-25 3 13-16,-15 2 4 15,-7-1 1-15,-7 9 0 16,-1 10-1-16,-3 8 9 16,4 8 0-16,12 12-1 15,11 6-3-15,13 6 0 16,12 4 4-16,6 0-9 16,0-4-5-16,33-2-7 0,27-3-4 15,18-2-83-15,9-7-88 16,-5-6-149-16,-8-6-78 15</inkml:trace>
  <inkml:trace contextRef="#ctx0" brushRef="#br1" timeOffset="152338.51">8168 15423 917 0,'0'0'139'0,"-31"-113"104"0,25 83-72 0,1 8-33 0,1 12-28 16,4 8-43-16,0 2-37 16,0 8-20-16,0 31-3 15,9 18 0-15,9 16 5 16,-1 2-12-16,-1 6-4 16,-1-5-18-16,1-4-41 15,-1-14-84-15,6-18-117 0,-1-22-120 16,2-18-115-16</inkml:trace>
  <inkml:trace contextRef="#ctx0" brushRef="#br1" timeOffset="152661.45">8423 15350 838 0,'0'0'74'0,"0"0"98"16,0 0 1-16,0 0-55 15,0 0-38-15,0 0-39 16,-58-66-36-16,58 102-3 15,0 23-2-15,0 3 6 16,11 4-5-16,11-8-1 16,7-8-5-16,5-10-19 0,3-22-2 15,3-10 1-15,1-8 17 16,-6-8-1-16,-3-24 9 16,-8-11 1-1,-9-3 5-15,-10-8 15 0,-5 0 16 16,-13 1-2-16,-25 5 9 15,-9 11-4-15,-5 7-5 16,2 16-2-16,0 14-32 16,10 0-1-16,8 18-21 15,13 31-85-15,10 12-80 16,9 11-243-16</inkml:trace>
  <inkml:trace contextRef="#ctx0" brushRef="#br1" timeOffset="152855.01">8939 15837 1501 0,'0'0'130'0,"0"0"-80"16,0 0-45-16,-38 144 5 15,34-73-10-15,4 6-29 16,-2 2-152-16,-7-3-276 15</inkml:trace>
  <inkml:trace contextRef="#ctx0" brushRef="#br1" timeOffset="153321.73">9213 15159 932 0,'0'0'28'0,"0"0"101"0,0 0 12 16,0 0-38-16,0 0-33 15,0 0-42-15,-118-48-21 16,103 96-5-16,2 11 12 16,13-1 0-16,0-1-9 15,0-7-4-15,26-10-1 16,5-9-5-16,9-12-3 16,3-12-1-16,-3-7 7 15,0 0 1-15,-6-22 1 16,-10-12 4-16,-6-4-1 15,-14-5 9-15,-4 2 13 16,0-3 8-16,-25 4 2 16,-8 8-12-16,-5 5-3 0,-1 9-10 15,3 14-10 1,4 4-8-16,8 4-64 0,8 27-49 16,4 2-181-16,12 5-117 15</inkml:trace>
  <inkml:trace contextRef="#ctx0" brushRef="#br1" timeOffset="153738.1">9575 15079 949 0,'0'0'136'15,"0"0"50"-15,0 0-57 16,0 0-48-16,0 0-17 15,0 0-48-15,-81-44-15 0,81 80 0 16,5 12 1-16,10 2 1 16,1-1-2-16,2-4 1 15,0-2-1-15,1-6-1 16,4-6-3-16,2-14-13 16,-3-4-11-16,0-11 3 15,2-2 12-15,3-6 10 16,-2-20 2-16,2-11 2 15,-10-7-1-15,-5-3 3 16,-10-8 11-16,-2 1-1 16,-2 0 8-16,-23 8 9 15,-4 8-9-15,-4 14 22 16,2 11-15-16,-1 5-29 16,6 5 4-16,1 3-4 0,2 0-20 15,6 8-31-15,1 22-41 16,9 6-78-16,7 4-175 15,0 0-165-15</inkml:trace>
  <inkml:trace contextRef="#ctx0" brushRef="#br1" timeOffset="154105.04">9980 14897 1040 0,'0'0'62'0,"0"0"153"0,0 0-116 0,0 0-41 0,0 0-26 0,0 0-32 0,-38 30 6 15,45 34-6-15,9 10 1 16,3-6-1-16,4 3-2 16,4-13-8-16,-1-8-5 15,3-10 5-15,-2-9 5 16,-1-18 5-16,1-9 0 15,2-4 4-15,2-9 11 16,3-26 8-16,-3-11-1 16,-2-6 10-16,-7-13 13 15,-9-1 0-15,-11 0-13 16,-2-2-12-16,-17 6-2 0,-25 10-15 16,-14 16-3-16,-12 17-30 15,-11 19-54 1,-8 6-57-16,-6 29-117 0,-3 9-253 15</inkml:trace>
  <inkml:trace contextRef="#ctx0" brushRef="#br1" timeOffset="154721.91">5961 15119 835 0,'0'0'68'0,"-108"-174"25"0,62 94-2 0,11 17 0 0,6 23 37 0,15 17-50 15,14 18 0-15,0 7-40 16,51 60-37-16,41 58 42 16,43 51 33-16,31 48-22 15,15 20-34-15,4-3-15 16,-10-1-5-16,-15-19-14 16,-13-13-61-16,-10-25 6 15,-11-17-17-15,-8-19-10 16,-4-26-26-16,-11-26 90 15,-3-27-384-15</inkml:trace>
  <inkml:trace contextRef="#ctx0" brushRef="#br1" timeOffset="155421.75">9641 15262 789 0,'0'0'113'0,"0"0"0"0,0 0 36 15,0 0-38-15,0 0-27 0,0 0-48 0,82-69 5 0,6 35-8 0,6-2-20 16,6 0-10-16,0 4-3 16,-3 2-13-16,-5 13-101 15,-18 2-235-15,-23 11-449 16</inkml:trace>
  <inkml:trace contextRef="#ctx0" brushRef="#br1" timeOffset="155738.38">10769 15065 1054 0,'0'0'69'16,"0"0"97"-16,0 0-58 15,0 0-58-15,0 0-6 16,0 0 10-16,127-76-12 16,-58 49-28-16,-3 10-10 0,-10-1-4 15,-8 2-38-15,-19 14-46 16,-12 2-94-16,-17 0-115 15,0 28-41-15,-23 7-40 16</inkml:trace>
  <inkml:trace contextRef="#ctx0" brushRef="#br1" timeOffset="156054.35">10929 15146 435 0,'0'0'190'16,"0"0"-54"-16,0 0 4 16,0 0-73-16,0 0-31 15,0 0 5-15,40 17-7 16,25-47-18-16,-1-6-16 15,-6 0-22-15,-17-4-9 16,-17 0-14-16,-15 4 22 0,-9-4 20 16,-2 6 3-16,-23 1 15 15,-6 6 8-15,2 5 27 16,2 4 21-16,12 4 6 16,6 5-3-16,9 5-16 15,0 4-20-15,20 0-32 16,20 0 11-16,14 27 17 15,-1 13 5-15,-2 10 0 16,-8 5 0-16,-12 10 0 16,-19 3-16-16,-12 6-19 15,-18 8-4-15,-38 0-62 16,-19 5-84-16,-6-3-128 16,-11-8-142-16</inkml:trace>
  <inkml:trace contextRef="#ctx0" brushRef="#br1" timeOffset="157171.49">5479 15374 984 0,'0'0'30'0,"0"0"36"0,-29-166-20 0,50 73-39 0,35-14 3 0,27-14 5 0,44-18 4 15,45-7-4 1,44-3-2-16,34 5-10 0,13 20 3 16,2 26 35-16,-6 39 39 15,-16 52-10-15,-12 29-11 16,-26 57-24-16,-24 30 11 15,-25 7-21-15,-27-4 3 16,-20-1-9-16,-18-17-8 16,-17-6-8-16,-12-7-3 15,-8-5-42-15,-12-13-125 16,-9-2-250-16</inkml:trace>
  <inkml:trace contextRef="#ctx0" brushRef="#br1" timeOffset="157954.15">12411 14816 969 0,'0'0'73'0,"0"0"67"0,-127-108-12 0,75 80-49 0,0 16-20 0,0 6-23 15,5 6-6-15,5 10-19 16,8 18-10-16,5 8-1 15,11 5 0-15,14-2-2 16,4-3-8-16,1-1-31 16,27-13 0-16,5-4-6 0,3-16-7 15,2-2 12 1,-4-2 31-16,-5-24 11 0,-5-1 6 16,-6-4 2-16,-4-1 25 15,-6-5 17-15,-1 7-10 16,-3 8 11-16,-2 12 11 15,-2 6 21-15,0 4-35 16,2 0-10-16,6 6-10 16,5 32-12-16,5 21 18 15,1 7-21-15,0 11-13 16,-4-2 0-16,3 4-27 16,-5-5-69-16,9-13-122 0,-1-18-147 15,3-23-300-15</inkml:trace>
  <inkml:trace contextRef="#ctx0" brushRef="#br1" timeOffset="158938.37">12606 14680 980 0,'0'0'44'16,"0"0"149"-16,0 0-49 15,0 0-32-15,0 0-11 16,0 0-58-16,-50-60-40 15,50 102 3-15,0 12-3 16,0 4 4-16,15-2-6 0,10 1-1 16,6-15 0-1,4-9-6-15,1-10-10 16,-2-11-8-16,-6-10 15 0,-5-2 2 16,-9 0 6-16,-6-20 1 15,-3-10 2-15,-5-4-1 16,0-7-1-16,-29 0 0 15,-9-3-1-15,-14 3-6 16,2 7-17-16,-6 10 5 16,4 8 11-16,15 10-4 15,14 0 2-15,14 4-1 16,9 0 3-16,11-4-29 16,32-2 4-16,20-3 32 15,14-2-14-15,1-3-37 16,-4-2 3-16,-3 2 31 0,-11-7 16 15,-6 10 2-15,-15-3 2 16,-10 6 12-16,-13 5 9 16,-9 5 4-16,-7 0-14 15,0 5-13-15,0 26 6 16,0 10 6-16,-11 12-6 16,2-2-3-16,2 4-2 15,5-5 1-15,2-9 1 16,0-6-1-16,16-7-2 15,13-10 3-15,2-7-1 16,3-11-2-16,-1 0-5 16,0 0-2-16,-2-17 2 0,-6-9 4 15,-8-2 1 1,-10-11 1-16,-7 1 1 0,0-2-1 16,-17-3 1-16,-19 4 1 15,-9 3-3-15,-6 11-2 16,-2 8 2-16,-5 3 11 15,6 10-3-15,10 0-5 16,11 4 1-16,15 0 1 16,14 0-4-16,2-6-1 15,26-1 2-15,28-4 0 16,15-5-2-16,10-3-14 16,2-2-19-16,0-8 13 15,-4 5 20-15,-7 1 0 16,-7-4 1-16,-17 13 7 0,-15 0 9 15,-13 14-11-15,-11 0-6 16,-3 27 0-16,-4 23 10 16,0 12 0-16,0 5-5 15,0 0-3-15,0-9-1 16,2-8-1-16,16-6 4 16,5-16-3-16,6-6 1 15,2-9-1-15,5-13 2 16,6 0 1-16,0-8-2 15,-2-19 0-15,-2-10 2 16,-11-8-1-16,-10-5 14 16,-17-6 27-16,0 2-6 15,-26-5-15-15,-25 3-9 0,-16 15-14 16,-18 18-35-16,-21 23-81 16,-25 6-224-16</inkml:trace>
  <inkml:trace contextRef="#ctx0" brushRef="#br1" timeOffset="161071.76">6191 11333 742 0,'0'0'160'0,"0"0"-30"0,0 0 33 0,-16-126-22 0,-9 101-52 0,-6 5-13 0,-4 7-13 0,-2 9-23 16,-3 4-19-16,-2 8-7 15,1 21-10-15,6 11 0 16,11 6-2-16,10-5-2 15,14-4-5-15,0-7-14 16,22-10-11-16,19-8-16 16,6-12 7-16,1 0-19 15,1-18 8-15,-4-13 17 16,-10 0 26-16,-12-1 7 0,-9 1 3 16,-8 3 14-1,-3 5 23-15,-3 6 14 0,0 9 21 16,0 4 2-16,0 4-18 15,0 0-20-15,0 0-12 16,0 12-10-16,0 22-10 16,4 13 4-16,4 8-5 15,4-1-6-15,1-1 0 16,5 0-16-16,0-3-41 16,4-6-101-16,3-11-91 15,0-16-209-15</inkml:trace>
  <inkml:trace contextRef="#ctx0" brushRef="#br1" timeOffset="161437.49">6433 11283 974 0,'0'0'28'0,"0"0"90"0,0 0 46 16,0 0-66-16,0 0-18 15,0 0-26-15,-62-74-28 16,62 74-26-16,0 0-2 15,0 17-2-15,15 14 4 16,1 4 1-16,0-2-1 16,1-2-19-16,4-5 4 0,0-11-12 15,-1-3 3-15,-3-7 9 16,0-5 14-16,-3 0 1 16,-1-8 0-16,-5-12 3 15,-2-7 2-15,-4-3 4 16,-2-3 11-16,0-6-8 15,-14 1-3-15,-9 1-4 16,0 10-2-16,-2 9 5 16,2 9 6-16,3 9-13 15,-2 0-1-15,4 11-45 16,1 18-50-16,7 6-88 16,7 3-97-16,3-1-163 15</inkml:trace>
  <inkml:trace contextRef="#ctx0" brushRef="#br1" timeOffset="161804.74">6685 11128 974 0,'0'0'96'16,"0"0"65"-16,0 0-29 15,0 0-43-15,0 0-17 16,0 0-42-16,-63-13-20 15,63 41-9-15,0 8 6 16,0 7-2-16,4 0-1 16,10-5-4-16,6-2 1 15,2-6-1-15,3-7-3 16,2-9-7-16,2-11 2 16,-2-3 0-16,-3 0 2 0,0-19 6 15,-8-12 2-15,-5 0 3 16,-11-5 6-16,0 0 6 15,0 1 3-15,-18 5-1 16,-8 7-2-16,-5 6-4 16,0 9-4-16,0 6-9 15,4 2-21-15,6 0-50 16,8 18-66-16,8 5-138 16,5 2-148-16</inkml:trace>
  <inkml:trace contextRef="#ctx0" brushRef="#br1" timeOffset="162137.38">6928 11139 878 0,'0'0'96'16,"0"0"19"-16,0 0 47 16,0 0-71-16,0 0-46 15,0 0-36-15,0 18-9 16,0 22 6-16,7 10-4 15,10-5 2-15,6-9-3 16,1-7-1-16,0-10-1 16,5-12-1-16,0-7 0 0,-2 0 2 15,-4-4 4 1,-2-18 2-16,-7-7 7 0,-3-3 11 31,-9-5 15-31,-2-1 1 0,-4 2-8 0,-25 6-8 16,-9 6-9-16,-4 12-15 15,-1 12 0-15,-3 0-19 16,3 26-92-16,1 10-127 16,4 5-271-16</inkml:trace>
  <inkml:trace contextRef="#ctx0" brushRef="#br1" timeOffset="163188.12">9080 10078 617 0,'0'0'416'0,"0"0"-316"0,0 0 61 16,0 0-64-16,0 0-42 0,0 0-23 0,13-24-22 15,49 0-10-15,10 1 0 0,-2 9-93 16,-9 1-126 0,-19 11-30-16,-17 2-95 0</inkml:trace>
  <inkml:trace contextRef="#ctx0" brushRef="#br1" timeOffset="163337.49">9105 10225 778 0,'0'0'128'0,"0"0"-1"15,0 0-2-15,0 0-28 16,0 0-31-16,0 0-27 16,7-4-39-16,84-33-11 15,20-7-168-15,7-2-158 16,-9-2-334-16</inkml:trace>
  <inkml:trace contextRef="#ctx0" brushRef="#br1" timeOffset="163771.03">9849 9725 811 0,'0'0'162'0,"0"0"-21"15,-63-116 59-15,57 100-57 16,1 8-8-16,5 5-41 16,0 3-54-16,0 13-20 15,11 27-7-15,14 16 11 16,2 9-16-16,-9 0-8 15,-1 4-9-15,-6 0-30 0,-4 2-81 16,-5-11-74-16,0-10-53 16,1-18-52-16,-3-17-89 15</inkml:trace>
  <inkml:trace contextRef="#ctx0" brushRef="#br1" timeOffset="163971.92">9840 9951 525 0,'0'0'112'0,"-27"-144"-48"16,27 76 35-16,0 8-13 15,22 7-15-15,12 14-15 16,4 9-7-16,-1 14 2 16,-1 12 7-16,-9 4 0 0,-5 6-1 15,-11 26-21-15,-11 11-10 16,0 7-9-16,-22 1-17 16,-14-2-3-16,-4-5-62 15,0-10-34-15,11-6-60 16,5-8-117-16,10-10-282 15</inkml:trace>
  <inkml:trace contextRef="#ctx0" brushRef="#br1" timeOffset="164223.17">10299 9856 966 0,'0'0'164'15,"0"0"-95"1,0 0 90-16,0 0-65 0,0 0-26 16,0 0-44-16,20-2-12 15,44-10 6-15,10-5-10 16,4-1-8-16,-6-2-35 16,-8 4-32-16,-13 2-23 15,-16 6-127-15,-19 2-122 16,-16 6-133-16</inkml:trace>
  <inkml:trace contextRef="#ctx0" brushRef="#br1" timeOffset="164405.78">10493 9691 833 0,'0'0'157'16,"0"0"6"-16,0 0-10 15,0 0-64-15,0 0 16 16,-5 124-20-16,16-74-53 15,12-2-20-15,4 2-12 16,-2 7 0-16,0 1-73 16,-2 1-109-16,-10-9-210 15,-4-8-493-15</inkml:trace>
  <inkml:trace contextRef="#ctx0" brushRef="#br1" timeOffset="164654.47">10952 9615 1074 0,'0'0'78'16,"0"0"112"-16,0 0-24 16,0 0-50-16,0 0-57 15,0 0-41-15,-34-18-11 16,56 58 7-16,5 14-5 15,-5 0-9-15,-3-3-11 16,-11-1-49-16,-1-4-82 16,-5-4-63-16,-2-6-166 15,0-12-351-15</inkml:trace>
  <inkml:trace contextRef="#ctx0" brushRef="#br1" timeOffset="164838.39">10807 9588 899 0,'0'0'36'0,"0"0"44"16,-7-103 48-16,38 76-51 15,16 7-20-15,13 7-38 16,4 6-17-16,4 7-2 16,-13 3-56-16,-16 26-133 15,-20 15-89-15,-19 11-108 16</inkml:trace>
  <inkml:trace contextRef="#ctx0" brushRef="#br1" timeOffset="165005.94">10916 10012 585 0,'0'0'298'0,"0"0"-248"16,0 0 52-16,0 0 38 16,0 0-14-16,162-38-68 15,-70 10-46-15,1-2-8 16,-3 4-4-16,-8 5-11 15,-20 8-16-15,-17 7-18 16,-20 6-110-16,-19 0-145 16,-6 1-161-16</inkml:trace>
  <inkml:trace contextRef="#ctx0" brushRef="#br1" timeOffset="166621.44">8298 10864 489 0,'0'0'618'0,"0"0"-493"0,0 0 48 0,-122-92-33 0,112 86-31 0,8 6-29 0,2 0-43 0,0 4-24 16,0 36-8-16,12 18 1 16,7 14 0-16,2 3-6 15,-4-3-20-15,-1-4-28 16,6-5-70-16,0-12-83 15,3-17-118-15,-1-18-67 16</inkml:trace>
  <inkml:trace contextRef="#ctx0" brushRef="#br1" timeOffset="166971.72">8459 10943 829 0,'0'0'95'0,"0"0"69"16,0 0 16-1,0 0-65-15,0 0-30 0,0 0-44 16,-39-43-34-16,39 82-4 16,0 9-3-16,14 6 0 15,6-6 0-15,4-9-7 16,3-8-12-16,0-11 1 16,2-12-2-16,-2-8 4 15,-3 0 4-15,-2-11 12 16,-2-16 0-16,-4-4 0 15,-7-11 8-15,-5-2 13 16,-4-1 7-16,0-2-7 16,-23 7 1-16,-10 8 1 0,-6 10 12 15,-3 10-10-15,1 10-18 16,5 2-7-16,7 7 0 16,5 20-69-16,8 11-42 15,10 11-76-15,4-3-143 16,2 2-448-16</inkml:trace>
  <inkml:trace contextRef="#ctx0" brushRef="#br1" timeOffset="167224.88">8708 11164 666 0,'0'0'26'0,"0"0"77"0,0 0-12 0,0 0-77 0,0 0-7 0,0 0-7 0,-7-23 0 0,7 21-9 16,3 2-8-16,-3-2 17 16,0 0 2-16,0-1 1 15,0 2 16-15,0 1 6 16,0 0-25-16,0 0-28 15,0 0-162-15</inkml:trace>
  <inkml:trace contextRef="#ctx0" brushRef="#br1" timeOffset="167705.37">8841 10832 704 0,'0'0'99'0,"0"0"51"0,0 0 55 0,0 0-28 0,0 0-61 0,0 0-15 16,-17-64-46-16,17 66-17 16,0 28-10-16,0 10-2 15,9 10 9-15,6-1-28 16,1-7-7-16,-3 1-1 16,1-3-30-16,-4-5-86 0,7-3-81 15,-2-10-150-15,1-13-162 16</inkml:trace>
  <inkml:trace contextRef="#ctx0" brushRef="#br1" timeOffset="167962.12">9100 10856 833 0,'0'0'80'16,"0"0"31"-16,0 0 54 15,0 0-34-15,0 0-73 16,0 0-30-16,-95-13-26 0,60 52-1 15,6 5-2 1,12-6 1-16,11-3-6 0,6-9 1 16,0-4 3-16,9-4-1 15,26-5 3-15,12 2 6 16,8-7 3-16,1-2-7 16,0-4-1-16,-7 0-2 15,-1-2-43-15,-5 0-136 16,-5 0-200-16</inkml:trace>
  <inkml:trace contextRef="#ctx0" brushRef="#br1" timeOffset="168172.95">9514 11028 1040 0,'0'0'103'16,"0"0"-17"-16,0 0 11 15,0 0-45-15,0 0 4 16,183-38-33-16,-98 20-23 16,-5 0-11-16,-8 3-55 15,-12 1-63-15,-16 3-105 16,-24 3-76-16,-20-2-293 16</inkml:trace>
  <inkml:trace contextRef="#ctx0" brushRef="#br1" timeOffset="168338.22">9793 10750 891 0,'0'0'140'16,"0"0"-27"-16,0 0 16 15,0 0-29-15,-5 112-1 16,14-53-47-16,11 1-35 16,5 0-17-16,-3 6-27 15,-2 2-123-15,-9-8-227 16,-8-8-586-16</inkml:trace>
  <inkml:trace contextRef="#ctx0" brushRef="#br1" timeOffset="169107.15">10477 10757 680 0,'0'0'165'0,"0"0"-64"0,0 0 29 0,-42-121-25 0,10 98-29 0,3 10 21 0,-2 10-38 15,0 3-9-15,1 4-37 16,2 23-5-16,5 7-8 15,6 5 0-15,11 3-1 16,6-7-9-16,0-1-19 16,13-9-17-16,18-12-21 15,4-7 17-15,5-6-11 16,1 0 14-16,-8-16 19 16,-6-8 21-16,-12-3 7 15,-3-5 19-15,-6 3 24 16,-6 1 15-16,0 2 0 15,0 8 13-15,0 6-10 0,0 5 3 16,0 6 11-16,0 1-22 16,0 0-23-16,0 8-11 15,0 28-10-15,0 10 2 16,5 6-1-16,6-2-3 16,0-4-7-16,2-2-24 15,5-1-61-15,0-5-73 16,4-12-139-16,-1-14-175 15</inkml:trace>
  <inkml:trace contextRef="#ctx0" brushRef="#br1" timeOffset="169338.09">10731 10519 969 0,'0'0'126'0,"0"0"84"16,0 0-54-16,0 0-30 15,0 0-54-15,0 0-30 16,-31-32-17-16,31 42-10 16,20 26 15-16,0 13-19 15,-5 2-2-15,-1 6-5 16,-5-9-4-16,-2-4 0 16,4-4-12-16,-7-4-35 0,0-1-92 15,1-7-137 1,-5-12-200-16</inkml:trace>
  <inkml:trace contextRef="#ctx0" brushRef="#br1" timeOffset="169588.48">11039 10468 888 0,'0'0'87'15,"0"0"85"-15,0 0-1 16,0 0-86-16,0 0-50 15,-114 6-31-15,85 39 1 16,6 10-2-16,13 3-2 16,10-4 1-16,0-8 1 15,29-8-3-15,17-12 2 16,16-10 0-16,16-10 2 0,12-6-4 16,3-4-2-1,-1-16-47-15,-13 0-54 16,-14 6-161-16,-24 3-277 0</inkml:trace>
  <inkml:trace contextRef="#ctx0" brushRef="#br1" timeOffset="170360.06">9049 11925 929 0,'0'0'106'0,"0"0"98"0,0 0-79 0,0 0 6 0,0 0-6 0,0 0-48 0,-73-100-39 0,73 100-16 15,0 12-12 1,3 27-7-16,13 16 10 0,2 3-5 16,-5-1-8-16,1-6 0 15,-1 4-25-15,1 1-45 16,1-2-110-16,1-8-94 15,6-10-193-15</inkml:trace>
  <inkml:trace contextRef="#ctx0" brushRef="#br1" timeOffset="170771.58">9479 12019 606 0,'0'0'415'0,"0"-110"-321"15,-9 58 26-15,-9 7-42 0,-2 9-30 16,-2 14-4-16,2 12-8 16,-1 10-26-16,0 0-10 15,-6 31-3-15,0 6-12 16,2 8-4-16,8-5 3 16,9-2-5-16,8-7-6 15,0-4-18-15,23-11-5 16,7-11-2-16,9-5 23 15,2 0-6-15,-4-19 23 16,-3-5 12-16,-7 0 3 16,-12-4 33-16,-6 2 28 15,-4-1 16-15,-5 8-6 0,0 3-1 16,0 7 9-16,0 8 6 16,0 1-23-16,0 0-30 15,0 0-18-15,0 26-12 16,8 18-3-16,5 8 3 15,3 4-5-15,1-6-4 16,4 1-41-16,-1-5-85 16,0-8-100-16,-2-8-154 15,0-18-374-15</inkml:trace>
  <inkml:trace contextRef="#ctx0" brushRef="#br1" timeOffset="171005">9768 11744 1041 0,'0'0'119'0,"0"0"40"0,0 0-15 0,0 0-9 0,0 0-35 0,0 0-58 16,-56-77-23-16,61 113-11 16,15 22 6-16,5 6-1 15,-5 2-12-15,-1-12-1 16,0-8-10-16,-1-2-27 15,-3-6-94-15,-4-3-107 16,-2-15-193-16,-6-12-353 16</inkml:trace>
  <inkml:trace contextRef="#ctx0" brushRef="#br1" timeOffset="171243.55">10036 11633 980 0,'0'0'181'0,"0"0"-28"0,0 0-36 16,0 0-68-16,0 0-24 16,-118 35-25-16,100 30 0 15,6 7 4-15,12-6-4 16,0-11 0-16,19-10 1 16,16-17-1-16,15-11 0 15,7-14-2-15,1-3-11 16,0-3-32-16,-9-14-29 0,-7-3-29 15,-8 3-68-15,-10 2-93 16,-15 3-114-16</inkml:trace>
  <inkml:trace contextRef="#ctx0" brushRef="#br1" timeOffset="171471.55">9047 12679 1066 0,'0'0'122'16,"0"0"-36"-16,0 0-11 15,0 0 15-15,0 0 52 0,274-4-69 16,-41-62-53-16,46-15-16 16,28-4 0-16,19 2-3 15,-21 12-1-15,-37 10-26 16,-57 9-192-16,-68 9-502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9T13:08:44.49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3046 3409 382 0,'0'0'449'0,"0"-145"-358"0,-4 85 119 0,0 12-75 0,-1 15-13 15,0 18-15 1,3 9-4-16,-2 6-41 0,-3 17-33 16,1 28-16-16,-1 23 3 15,2 19 9-15,5 3-10 16,0 3-9-16,0 6-3 16,0-2-3-16,14-6-6 15,1-9-33-15,3-15-97 16,7-17-80-16,0-22-149 15,0-20-112-15</inkml:trace>
  <inkml:trace contextRef="#ctx0" brushRef="#br0" timeOffset="382.54">3378 3471 864 0,'0'0'62'15,"0"0"124"-15,-11-114-31 16,2 94-52-16,3 11 10 15,1 5-24-15,3 4-38 16,0 3-49-16,0 29 4 16,-4 11-6-16,6 16 0 15,0 1 0-15,0-4 0 16,10 1-10-16,12-7-26 16,2-13 8-16,3-9-10 15,2-11-5-15,0-17 5 16,0 0 14-16,3-24 15 15,-6-16 9-15,-1-7 2 0,-10-3-2 16,-8-3 3-16,-7 3 3 16,0 2 5-16,-18 7 15 15,-13 2-8-15,-4 13 10 16,-4 10-7-16,-1 11-3 16,5 5-6-16,1 0-12 15,4 27-3-15,11 11-2 16,12 13-57-16,7 2-107 15,5-3-195-15,24-4-315 16</inkml:trace>
  <inkml:trace contextRef="#ctx0" brushRef="#br0" timeOffset="783.34">3958 3389 977 0,'0'0'62'0,"0"0"152"0,0 0-97 0,0 0-39 0,0 0 13 15,0 0-31-15,-58-69-40 16,51 108-19-16,0 13 7 16,5 8-4-16,2 3 0 15,0-1-3-15,0 1-1 16,18-5 0-16,5-9-6 0,10-17-17 15,5-13-8 1,1-16 8-16,9-3 0 0,-4-20 11 16,3-20 12-16,-7-7 1 15,-7-4 0-15,-8-2 6 16,-14 1 2-16,-9 0 1 16,-2-1 8-16,-13 5 3 15,-20 7-7-15,-3 6 4 16,-3 11-6-16,4 8-2 15,4 12-10-15,2 4-1 16,2 8-9-16,10 31-64 16,1 11-90-16,11 8-211 15,5-4-259-15</inkml:trace>
  <inkml:trace contextRef="#ctx0" brushRef="#br0" timeOffset="1166.64">4532 3413 983 0,'0'0'76'0,"0"0"149"16,0 0-100-16,0 0-35 16,0 0-29-16,0 0-24 15,-25-79-37-15,21 118-5 16,-2 11 5-16,3 16 6 15,3 2-5-15,0 1 1 16,19-2-2-16,4-3-4 0,4-14-14 16,2-13-8-16,3-17-7 15,-1-17 2-15,0-3 15 16,-2-17 11-16,-2-23 3 16,-7-10 4-16,-5-12-2 15,-10-4 13-15,-5-1 2 16,0 7 16-16,-24 7-6 15,-5 14-2-15,-5 7-3 16,-6 14-12-16,-9 14-8 16,-7 4-11-16,-2 26-100 15,2 10-216-15,8 0-610 16</inkml:trace>
  <inkml:trace contextRef="#ctx0" brushRef="#br0" timeOffset="1851.01">6442 3649 1046 0,'0'0'19'0,"-129"-10"88"0,68 10 12 0,15 0-80 0,15 0 14 16,23 4 15-16,16 10-32 16,49 2-31-16,40 9 3 15,27-3-7-15,23-3 5 16,6 2-6-16,-3-4-5 15,-3-6-8-15,-6-7-6 16,-6-4 3-16,-10 0-22 16,-17-15-85-16,-22-6-58 15,-14-9 2-15,-24-3 56 16,-19 2 68-16,-22-2 55 16,-7 3 22-16,-18 6 35 15,-17 1 46-15,-1 6-5 16,9 5 14-16,7 6-19 15,11 2-30-15,9 4-15 0,0 0-29 16,7 25-16-16,18 14 13 16,4 10 10-16,-6 1-4 15,-2 1-8-15,-13-2 0 16,-8-5-3-16,0 0 3 16,-35-4-9-16,-14 0-5 15,-12-2-115-15,-10-10-284 16,-8-15-582-16</inkml:trace>
  <inkml:trace contextRef="#ctx0" brushRef="#br0" timeOffset="2316.38">6181 2923 1146 0,'0'0'34'0,"-11"-127"135"0,11 86-54 0,0 15 1 0,0 12-6 16,0 10-39-16,0 4-38 15,0 2-21-15,5 30-10 16,1 18 2-16,-1 16-1 16,-5 6-3-16,0 7-23 15,5-1-40-15,8-8-96 0,4-10-91 16,4-17-133 0,5-26-176-16</inkml:trace>
  <inkml:trace contextRef="#ctx0" brushRef="#br0" timeOffset="2649.96">6456 2952 963 0,'0'0'35'16,"0"0"148"-16,0-120-64 15,-3 99-23-15,-4 11 18 16,3 5-37-16,-1 5-51 16,3 15-26-16,0 25-6 15,2 10 6-15,0 8 0 16,0 0-9-16,25-5-25 15,6-7-5-15,2-10-24 0,1-12-1 16,-1-12 3-16,-2-12-2 16,-4 0 28-16,-7-18 27 15,-7-14 8-15,-11-8 8 16,-2-4 32-16,0-4 4 16,-20 4-3-16,-8 1 3 15,-3 9 9-15,-6 10-13 16,4 12-5-16,0 12-27 15,1 0-8-15,3 33-13 16,10 11-83-16,12 7-67 16,7 4-140-16,2-5-119 15</inkml:trace>
  <inkml:trace contextRef="#ctx0" brushRef="#br0" timeOffset="2966.07">7244 2761 861 0,'0'0'69'15,"29"-130"90"-15,-15 76-51 16,-10 11-19-16,-2 13 9 16,-2 16 2-16,0 8-26 15,0 6-16-15,0 0-27 16,-25 42-12-16,-10 28-2 0,-9 29 16 15,-4 19-2-15,7 8-8 16,2 4-8-16,1 3-6 16,2-8-5-16,8-7-2 15,3-11-2-15,10-11-7 16,5-23-21-16,8-21-42 16,2-25-118-16,0-27-124 15,12-29-141-15</inkml:trace>
  <inkml:trace contextRef="#ctx0" brushRef="#br0" timeOffset="3183.24">6845 2751 1027 0,'0'0'2'16,"0"0"38"-16,0 0 66 0,0 0-52 15,0 0 10-15,0 0-4 16,-55 81-19-16,79-81-17 15,5 0 7-15,-3 0 4 16,-7-19-8-16,-6 1 0 16,-13 0-14-16,0 2 1 15,0 7-14-15,-15 9-19 16,-10 9-123-16,-2 29-282 16</inkml:trace>
  <inkml:trace contextRef="#ctx0" brushRef="#br0" timeOffset="3466.33">7347 3192 1175 0,'0'0'14'0,"0"0"42"15,0 0-9-15,0 0-17 16,0 0 12-16,0 0-2 15,-83 86-22-15,106-76-7 16,-2-7-6-16,-5-3 2 16,-3 0 9-16,-3-13 19 15,-4-13 9-15,-6-2-17 16,0 0-11-16,-4 9 3 0,-21 11-19 16,-4 8-2-16,-8 1-92 15,-6 23-266-15,-2 10-602 16</inkml:trace>
  <inkml:trace contextRef="#ctx0" brushRef="#br0" timeOffset="3901.71">6252 4529 197 0,'0'0'801'0,"0"0"-734"0,0 0 151 0,-44-101-80 0,44 94-21 16,0 5-6-16,0 2-45 0,0 0-35 15,0 2-29-15,0 30 0 16,5 14-2-16,5 15 0 15,4 2-40-15,-3 2-130 16,5-9-99-16,-3-16-224 16</inkml:trace>
  <inkml:trace contextRef="#ctx0" brushRef="#br0" timeOffset="4083.22">6402 4511 1003 0,'0'0'27'15,"0"0"169"-15,0 0-16 0,0 0-70 16,0 0-10-16,0 0-49 16,-18-68-43-16,27 101-6 15,16 13-4-15,3 5-44 16,1 6-138-16,0-11-104 16,-4-12-151-16</inkml:trace>
  <inkml:trace contextRef="#ctx0" brushRef="#br0" timeOffset="4282.24">6622 4522 1015 0,'0'0'28'15,"0"0"65"-15,0 0 117 16,-40-113-116-16,36 105 30 0,2 8-19 16,2 0-57-1,0 20-30-15,0 32-9 0,0 23 18 16,0 13-9-16,0 6-12 15,-2 3-6-15,-12-1-1 16,3-8-27-16,1-8-90 16,6-20-130-16,4-25-261 15</inkml:trace>
  <inkml:trace contextRef="#ctx0" brushRef="#br0" timeOffset="4548.57">6691 4640 907 0,'0'0'38'0,"0"0"153"16,0 0-60-16,0 0-54 16,152-86-19-16,-109 108-2 15,-1 19-13-15,-11 8-12 16,-7 5-16-16,-13-6-6 16,-11-6-1-16,0-11-2 15,0-16 2-15,-4-7 2 16,-9-8 12-16,1 0 11 15,-3-16-11-15,5-22-8 16,5-13-12-16,5-10-2 16,9 5 0-16,20 8-25 15,8 15-75-15,3 18-94 16,-4 8-233-16</inkml:trace>
  <inkml:trace contextRef="#ctx0" brushRef="#br0" timeOffset="5349.3">10076 3027 734 0,'0'0'95'0,"0"0"93"0,-7-133-30 0,-21 106-77 0,-6 11 12 0,-6 16-31 16,-5 0-18-16,1 14-7 16,6 20-19-16,9 6-9 15,13 6-2-15,16 1-6 16,0 0-2-16,40 1 1 16,11 1 0-16,12-5-12 15,1 0-4-15,-4-4 3 16,-10 1 8-16,-19-5 3 15,-16-4 2-15,-15-8 1 16,0-7 3-16,-33-4 6 16,-16-7 9-16,-11-6 3 15,-2 0-16-15,8-6 5 16,9-22-4-16,19-4-7 16,16-4-14-16,10 2-84 0,21 7-148 15,28 8-135-15,6 8-313 16</inkml:trace>
  <inkml:trace contextRef="#ctx0" brushRef="#br0" timeOffset="5554.01">10495 3048 993 0,'0'0'25'0,"0"-110"169"15,0 66-27-15,0 13-67 0,0 14 23 16,0 12-27-16,0 5-39 15,0 22-44-15,0 38-13 16,-2 23 10-16,-7 17-3 16,-1 7-7-16,0 0-3 15,3 4-47-15,0-7-155 16,0-16-242-16</inkml:trace>
  <inkml:trace contextRef="#ctx0" brushRef="#br0" timeOffset="6166.17">12348 2889 53 0,'0'0'576'0,"0"-143"-539"0,0 76 106 0,0 7-43 16,-2 11-18-16,-6 16 33 15,-2 15 5-15,6 7-33 16,-3 11-13-16,-1 20-36 16,-2 47-25-16,-3 34 18 15,4 42 12-15,5 35-3 16,2 41 1-16,2 50 0 16,-5 22-2-16,2 16-5 0,-5-7-16 15,-5-21-6-15,-3-16-8 16,-1-24-1-16,-4-33-2 15,1-35-2-15,7-35-1 16,6-44-16-16,7-36-70 16,0-34-99-16,22-24-137 15,17-56-146-15</inkml:trace>
  <inkml:trace contextRef="#ctx0" brushRef="#br0" timeOffset="6723.15">13104 3160 872 0,'0'0'40'0,"0"0"203"16,0-122-143-16,0 90-40 16,0 8 64-16,0 9-29 15,0 11-6-15,0 4-40 16,-2 10-36-16,-3 34-10 16,-2 21 7-16,-4 13 6 0,1-2-11 15,2-8-2-15,0-12-2 16,3-18 0-16,3-18 0 15,0-9-1-15,0-11-1 16,0 0 1-16,-1-22 4 16,-2-28-4-16,5-16 1 15,0-12-3-15,0 3-1 16,16 7 3-16,9 14-1 16,6 11 0-16,-2 11 1 15,2 14-1-15,1 11 1 0,-1 7 0 16,2 7 3-16,5 33 0 15,-1 17 3 1,-1 9 11-16,-5 8-10 0,-4 0-2 16,-11 1-2-16,-5-7-2 15,-11-8-1-15,0-6-6 16,0-10-31-16,-5-8-87 16,-8-6-66-16,-5-14-128 15,-4-14-66-15,-9-2-228 16</inkml:trace>
  <inkml:trace contextRef="#ctx0" brushRef="#br0" timeOffset="6900.05">13032 3360 485 0,'0'0'270'0,"0"0"-194"0,0 0 85 0,0 0-78 16,0 0-21-16,0 0 23 15,152-90-38-15,-59 74-23 16,7-2-17-16,-3 3-3 15,-17 4-4-15,-18 5-62 16,-29 2-218-16,-28 4-409 16</inkml:trace>
  <inkml:trace contextRef="#ctx0" brushRef="#br0" timeOffset="14788.65">6732 3342 740 0,'0'0'49'0,"0"0"-4"0,0 0 36 15,0 0-50-15,0 0-27 16,0 0-4-16,0 0-29 16,0 0-175-16,-2 0-244 0</inkml:trace>
  <inkml:trace contextRef="#ctx0" brushRef="#br0" timeOffset="15150.75">4010 4185 635 0,'0'0'36'0,"0"0"-22"15,0 0-14-15,0 0-7 16,0 0-105-16,0 0-320 16</inkml:trace>
  <inkml:trace contextRef="#ctx0" brushRef="#br0" timeOffset="15854.24">9775 4259 995 0,'0'0'31'0,"0"0"168"0,0 0 18 0,-38-113-101 0,36 112 3 16,2 1-48-16,0 0-31 16,0 18-20-16,0 28-13 15,2 16 14-15,8 13-5 16,-6 5-12-16,0-4-4 16,-2 4-34-16,5-6-30 15,4-8-86-15,5-14-123 16,-3-20-171-16,-2-24-247 15</inkml:trace>
  <inkml:trace contextRef="#ctx0" brushRef="#br0" timeOffset="16451.88">10060 4369 945 0,'0'0'53'15,"0"0"180"-15,0 0-109 16,0 0 12-16,0 0-21 15,0 0-44-15,0-94-43 16,0 104-25-16,-6 28-1 16,-4 12 0-16,4 11 1 15,6-6-3-15,0-2 0 16,3-9-3-16,16-8-7 16,1-12-5-16,-2-10-1 15,0-8-9-15,0-6 7 0,-3 0 12 16,-1-7 5-1,-8-20-5-15,-6-9-3 0,0-3-8 16,-6-4-2-16,-17 2-1 16,4 4 7-16,0 4 13 15,9 6-1-15,7 2 1 16,3 3-1-16,18 2-5 16,24 6-8-16,11 4-6 15,3 10-3-15,-4 0 3 16,-8 0 0-16,-11 18 6 15,-10 7 6-15,-14 2-2 16,-6 9 3-16,-3 5 7 16,0 3 3-16,0 0 4 0,0 0 0 15,0 1-2 1,4-6 0-16,27-7 1 0,3-8-5 16,3-11-1-16,1-13 2 15,-1 0-2-15,-2-14 4 16,-7-23-2-16,-8-9 4 15,-13-13-3-15,-7-4 23 16,0-3-9-16,-24 1 0 16,-7 11-11-16,-10 14-6 15,-1 18-4-15,-12 19-43 16,-8 3-68-16,-9 19-254 16,-7 10-323-16</inkml:trace>
  <inkml:trace contextRef="#ctx0" brushRef="#br0" timeOffset="17099.62">13244 4499 896 0,'0'0'29'0,"0"-106"216"0,4 70-60 0,-2 14-65 0,1 15 28 0,-1 4-53 16,-2 3-47 0,5 0-18-16,6 28-19 0,-3 20 0 15,4 17 6-15,-7 7-10 16,-5 1-7-16,2 4-24 16,0-5-39-16,8-5-93 15,7-13-148-15,0-21-194 16</inkml:trace>
  <inkml:trace contextRef="#ctx0" brushRef="#br0" timeOffset="17316.55">13560 4516 1004 0,'0'0'12'16,"3"-103"150"-16,-3 69 34 0,2 16-72 15,-2 10 18-15,0 8-45 16,0 0-58-16,3 12-23 15,-1 32-13-15,0 14 11 16,-2 13-7-16,0 2-7 16,0 4-26-16,0 1-70 15,0-8-163-15,0-14-157 16,0-21-228-16</inkml:trace>
  <inkml:trace contextRef="#ctx0" brushRef="#br0" timeOffset="17882.97">13947 4517 280 0,'0'0'776'0,"0"0"-679"0,0 0 115 16,-1-112-111-16,-1 105 18 16,0 4-30-16,0 3-41 15,-3 0-40-15,-9 16-8 16,-5 22 1-16,-4 11 0 15,5 5 2-15,7-2-2 16,11-3-2-16,0-8-1 16,9-7-8-16,20-8-3 15,6-10-10-15,6-10 11 16,-1-6-7-16,-7 0 1 0,-8-16 6 16,-10-10-8-1,-10-8 11-15,-5-6 6 0,-5-9-8 16,-22 2 8-16,-6 3-6 15,4 3 1-15,7 10 8 16,9 12-5-16,13 1 4 16,2 5-3-16,38 0-24 15,21-1-11-15,10 10 8 16,0 4-2-16,-7 0 15 16,-9 15 1-16,-14 12 15 15,-19 16 0-15,-13 8-3 16,-9 12 5-16,-11 1 2 15,-9 0 11-15,9-7-2 16,11-11-6-16,2-11-2 16,32-14 0-16,15-14 0 0,7-7-3 15,-1-9-4-15,1-28-2 16,-9-13 6-16,-14-7 1 16,-13-10 7-16,-20-3 21 15,0-1 6-15,-29 7-18 16,-20 13-10-16,-20 18-7 15,-13 23-36-15,-12 10-62 16,-6 5-256-16</inkml:trace>
  <inkml:trace contextRef="#ctx0" brushRef="#br0" timeOffset="19332.21">3194 6536 942 0,'0'0'60'0,"-14"-123"133"0,14 77-38 0,0 11-17 16,0 14 6-16,0 16-62 15,0 3-32-15,0 2-16 16,0 10-19-16,0 32-9 16,0 19 3-16,0 13 5 0,0 6-14 15,0 2-6-15,0 3-24 16,2 0-41-16,7 1-86 16,6-19-147-16,4-17-174 15</inkml:trace>
  <inkml:trace contextRef="#ctx0" brushRef="#br0" timeOffset="19716.14">3449 6555 960 0,'0'0'147'0,"0"0"7"16,-22-102-24-16,18 88 8 0,-1 14-9 15,1 0-72-15,2 0-42 16,0 20-11-16,-1 19-4 15,1 16 6-15,-3 7-1 16,5-4-3-16,-2-3-2 16,2-8 0-16,0-11-5 15,2-9-2-15,16-13-17 16,7-14 4-16,10 0 10 16,3-18 9-16,3-20 1 15,-6-9 1-15,-6 0-1 16,-11-6 5-16,-12-1 2 15,-6 1 5-15,-2 2 0 16,-24 8 0-16,-3 13-1 16,-2 15-7-16,0 9 1 0,2 6-5 15,0 6-3-15,0 27-19 16,2 17-29-16,9 11-91 16,11 3-93-16,7-2-119 15,0-7-161-15</inkml:trace>
  <inkml:trace contextRef="#ctx0" brushRef="#br0" timeOffset="20099.23">3831 6641 970 0,'0'0'25'16,"0"0"177"-16,-22-118-25 0,12 96-57 15,1 10-1-15,7 9-30 16,0 3-61-16,2 0-24 15,0 25-4-15,0 19 0 16,0 12 2-16,0 5-1 16,0-2-2-16,0-2-3 15,16-5-13-15,7-10-4 16,5-11-8-16,5-14-8 16,0-13 7-16,4-4 10 15,-6-14 12-15,-8-24 8 16,-2-10 5-16,-10-4 0 15,-6-7 9-15,-5 3 11 16,0-4 2-16,-9 6-7 16,-13 6-3-16,-1 11 6 0,3 16-4 15,0 10-5-15,0 11-9 16,0 0-5-16,-9 35-8 16,2 13-36-16,1 12-66 15,6 6-108-15,11-2-197 16,9-4-347-16</inkml:trace>
  <inkml:trace contextRef="#ctx0" brushRef="#br0" timeOffset="20448.79">4225 6673 1061 0,'0'0'56'15,"0"0"134"-15,0 0-66 16,0 0-11-16,-29-102-36 15,26 102-36-15,3 2-41 16,0 34-5-16,0 14 5 16,0 14 0-16,6 2-5 15,17-5-13-15,2-8 2 16,2-14-11-16,0-15 14 16,2-10 8-16,0-12-2 15,2-2 0-15,-2-22 7 16,-3-21 2-16,-3-13 9 15,-9-3 6-15,-10-1 11 16,-4-1 4-16,-12 8 6 16,-23 9-24-16,-7 8-3 15,-3 19-2-15,3 15-9 0,2 2-35 16,6 28-68 0,14 14-143-16,14 0-320 0</inkml:trace>
  <inkml:trace contextRef="#ctx0" brushRef="#br0" timeOffset="20917.59">5477 6867 1401 0,'0'0'4'15,"-143"-31"-4"-15,83 31 55 0,12 0-13 16,12 0 10-16,22 4 12 16,16 17-15-16,65 6-31 15,53 2 4-15,52-2 0 16,44-11-3-16,25-6-10 16,7-4-4-16,-6-6-4 15,-17 0 0-15,-27-9-1 16,-28-10-12-16,-37-3-24 15,-35 2-42-15,-38-2-85 16,-37-2-12-16,-23-4-14 16,-11-7 25-16,-32 5 80 0,-1 2 84 15,5 8 10-15,16 12 36 16,14 2 31-16,9 6 9 16,0 0-7-16,22 8-29 15,16 24 54-15,9 11-17 16,-8 3-20-16,-5 0 0 15,-12-6-15-15,-17-1-18 16,-5 2-17-16,-34-1-17 16,-30 4-20-16,-19-4-150 15,-13-7-260-15</inkml:trace>
  <inkml:trace contextRef="#ctx0" brushRef="#br0" timeOffset="21334.37">6016 6022 994 0,'0'0'48'0,"0"0"181"0,-26-106-37 0,24 97-41 0,2 7-52 15,0 2-46-15,0 0-18 16,0 24-25-16,0 20-2 16,4 18 1-16,7 7-9 15,-2 0-4-15,4 5-41 16,0-10-50-16,6-5-122 16,0-20-122-16,1-19-132 15</inkml:trace>
  <inkml:trace contextRef="#ctx0" brushRef="#br0" timeOffset="21650.31">6204 6134 539 0,'0'0'433'16,"0"0"-354"-16,-8-105 148 15,2 92-98-15,4 8-26 16,0 5-33-16,0 5-50 16,2 25-19-16,0 12-2 15,6 10-3-15,19-2-27 16,8-4-10-16,3-8-6 15,1-12-4-15,-4-15 8 16,-1-8 10-16,-8-3 23 16,-1-16 10-16,-5-18 3 0,-9-13 2 15,-9-3 23-15,0-1-10 16,-14 1 13-16,-14 9 1 16,-9 15-7-16,-2 16 10 15,-6 10-20-15,0 4-15 16,3 31-5-16,11 9-36 15,13 7-30-15,18 8-73 16,2-5-147-16,36-12-62 16</inkml:trace>
  <inkml:trace contextRef="#ctx0" brushRef="#br0" timeOffset="21898.12">6847 5845 977 0,'0'0'28'16,"-24"-110"145"-16,17 67-8 16,0 14-58-16,5 13 7 15,0 10-21-15,-1 6-34 16,3 30-39-16,-6 35-16 16,0 34 35-16,-8 23-5 15,-9 13-16-15,-2 9-9 16,-9 1-9-16,7-3 0 15,3-10-7-15,10-18-54 16,9-23 21-16,5-29-165 16,0-31-108-16,0-31-147 15</inkml:trace>
  <inkml:trace contextRef="#ctx0" brushRef="#br0" timeOffset="22133.02">6526 5966 852 0,'0'0'11'16,"0"0"27"-16,0 0 47 16,0 0-28-16,0 0-4 15,-84 116 18-15,106-108 8 16,7-6-33-16,-2-2-19 16,-4-4 3-16,-10-15 7 15,-8-4 3-15,-5 0-13 0,0 3-18 16,-1 9-9-16,-14 11-42 15,3 0-99-15,5 30-225 16,7 15-226-16</inkml:trace>
  <inkml:trace contextRef="#ctx0" brushRef="#br0" timeOffset="22334.33">6923 6485 347 0,'0'0'690'0,"0"0"-629"15,0 0 153-15,0 0-90 16,0 0-29-16,0 0-18 0,0-18-26 16,0-1-24-16,0 3-15 15,0 6 0-15,0 6-5 16,0 4-7-16,-11 0-11 16,-7 21-92-16,-4 19-118 15,-5 9-210-15</inkml:trace>
  <inkml:trace contextRef="#ctx0" brushRef="#br0" timeOffset="22966.23">5807 7539 1140 0,'0'0'25'0,"0"0"47"16,0 0 72 0,0 0-72-16,0 0-35 15,-54-108-27-15,94 106 11 0,1 2-4 16,-5 14-12-16,-13 21 2 16,-9 9 5-16,-14 6 5 15,0 0 1-15,-34 0 3 16,-5-11 1-16,5-7-2 15,10-15 0-15,12-9-13 16,12-4-7-16,8-4-39 16,34 0-39-16,22-8-27 15,15-13-63-15,-2-9-70 16,-6 1 34-16,-17-3 51 0,-23-1 93 16,-17 2 60-1,-14 0 92-15,0 6 98 16,-8 3 1-16,-7 4-19 0,7 7-36 15,2 5-13-15,4 6-21 16,2 0-43-16,0 0-33 16,0 22-18-16,19 13-1 15,10 11 4-15,1 0-11 16,2 2-20-16,-1-4-65 16,-4-4-137-16,-2-16-132 15,-7-16-122-15</inkml:trace>
  <inkml:trace contextRef="#ctx0" brushRef="#br0" timeOffset="23152.21">6415 7510 831 0,'0'0'85'0,"0"0"70"0,0 0 97 0,0 0-86 16,0 0-40-16,0 0-56 16,-24-57-29-16,24 115-17 15,0 28 21-15,-7 13-17 16,-2 5-19-16,-4 0-4 15,-5-3-5-15,3-9-5 16,1-13-35-16,7-12-67 16,7-21-177-16,0-28-251 15</inkml:trace>
  <inkml:trace contextRef="#ctx0" brushRef="#br0" timeOffset="23434.35">6495 7670 834 0,'0'0'139'0,"0"0"-24"16,40-103 62-16,-11 93-88 16,10 10-22-16,3 17-9 15,0 22-2-15,-7 14-10 16,-8 3-24-16,-15-4-12 16,-10-8 0-16,-2-12 0 15,0-12 25-15,-14-8 7 16,-5-9 0-16,-4-3-16 15,3-17-4-15,2-23-3 16,9-12-19-16,9-8 0 16,2 4-16-16,30 12-51 15,8 14-109-15,0 18-137 0,-7 12-98 16,-8 0-68-16</inkml:trace>
  <inkml:trace contextRef="#ctx0" brushRef="#br0" timeOffset="23684.01">7006 7542 932 0,'0'0'42'16,"0"0"209"-16,31-113-96 16,-29 83-16-16,-2 12-37 15,0 11-46-15,0 5-5 16,0 2-25-16,-2 6-26 16,-7 27 0-16,4 15-3 0,5 6-3 15,5 0-4-15,24 3-2 16,4-7 10-1,-3-6 2-15,-4-9 2 0,-8-14-1 16,-14-5 5-16,-4-6 5 16,-8 1 2-16,-35 2-12 15,-11 1-1-15,-5-3-73 16,-1-7-152-16,4-4-306 16</inkml:trace>
  <inkml:trace contextRef="#ctx0" brushRef="#br0" timeOffset="24399.37">9984 6334 1002 0,'0'0'20'0,"0"0"184"0,-58-130-67 0,23 110-76 0,-3 18 10 15,0 2-46-15,1 12-2 16,6 24-18-16,12 10-2 15,17 5-2-15,2 4-1 16,36 4-8-16,24-6-18 16,13-2-1-16,3-4 10 15,-7-4 5-15,-17-5 10 16,-21-6 1-16,-23-8 1 16,-8-4 2-16,-12-2 27 15,-36-3 25-15,-10-8-31 0,-6-4-9 16,-1-3-7-1,11-10-7-15,17-16-10 0,19-8-69 16,18-3-89-16,20 3-188 16,34 5-293-16</inkml:trace>
  <inkml:trace contextRef="#ctx0" brushRef="#br0" timeOffset="24601.86">10339 6230 1062 0,'0'0'86'0,"0"0"193"16,0 0-114-16,0 0-55 0,0 0-42 16,0 0-29-16,15-4-21 15,-3 76 15-15,-1 15-26 16,-3 0-7-16,0 8-5 16,-4 1-56-16,-2 2-89 15,-2-12-234-15,-2-13-441 16</inkml:trace>
  <inkml:trace contextRef="#ctx0" brushRef="#br0" timeOffset="25200.53">12364 6367 719 0,'0'0'110'0,"0"-135"144"0,0 97-56 0,0 14-35 16,0 15-26-16,0 9-45 15,0 45-55-15,0 55-21 0,0 62 42 16,0 55-10-16,0 34-17 15,-5 26-7-15,-10 5-10 16,-4-13-13-16,3-20-1 16,0-27 0-16,3-33-20 15,4-33-23-15,4-37-13 16,5-42-113-16,0-32-184 16,11-40-343-16</inkml:trace>
  <inkml:trace contextRef="#ctx0" brushRef="#br0" timeOffset="25650.39">13209 6667 1146 0,'0'0'23'0,"0"-128"186"16,0 94-53-16,0 14-63 15,0 12-10-15,0 8-49 16,0 4-18-16,0 43-15 16,0 22 4-16,0 20 5 15,0 4-7-15,0-9-1 16,0-15-2-16,2-23-10 16,-2-20 1-16,0-14-10 15,0-12-2-15,0-7 14 0,0-43 5 16,-9-25-5-16,5-20 3 15,4-3 1-15,0 10 3 16,8 13-2-16,17 15 2 16,4 19 0-16,0 11 3 15,0 18 1-15,7 12 7 16,-2 12-4-16,9 32 5 16,0 20 2-16,-7 10 1 15,-10 10-8-15,-6 2-2 16,-13-1-4-16,-7-10-1 15,0-12-6-15,0-13-41 16,-18-11-66-16,-2-9-112 16,-2-18-93-16,-3-12-89 0</inkml:trace>
  <inkml:trace contextRef="#ctx0" brushRef="#br0" timeOffset="25849.62">13077 6840 851 0,'0'0'42'15,"0"0"138"-15,0 0-58 16,0 0-28-16,192-29-3 16,-94 15-21-16,4-1-7 15,-3-1-23-15,-10 2-21 16,-18 1-8-16,-20 5-11 0,-25 6-32 16,-24 2-124-1,-6 0-213-15,-49 0-556 0</inkml:trace>
  <inkml:trace contextRef="#ctx0" brushRef="#br0" timeOffset="32467.93">6259 6509 938 0,'0'0'28'0,"0"0"10"0,0 0 22 0,0 0-60 0,0 0-10 0,0 0-95 15,0 0-148 1,0 0-400-16</inkml:trace>
  <inkml:trace contextRef="#ctx0" brushRef="#br0" timeOffset="32632.57">6259 6509 632 0,'-5'16'5'0,"5"-20"-5"16,0 0-169-16</inkml:trace>
  <inkml:trace contextRef="#ctx0" brushRef="#br0" timeOffset="33217.11">3909 7291 689 0,'0'0'146'0,"0"0"-48"0,0 0-2 16,0 0-57-16,0 0-27 16,0 0-12-16,-3-6-21 15,3 2-116-15,0 2-175 0</inkml:trace>
  <inkml:trace contextRef="#ctx0" brushRef="#br0" timeOffset="33382.87">3909 7291 561 0,'8'-20'43'0,"-12"20"-33"15,4 0-10-15,0 0-63 16,0-6-476-16</inkml:trace>
  <inkml:trace contextRef="#ctx0" brushRef="#br0" timeOffset="33516.25">3962 7267 583 0,'0'0'17'15,"0"0"3"-15,0 0-20 16,0 0-228-16</inkml:trace>
  <inkml:trace contextRef="#ctx0" brushRef="#br0" timeOffset="39199.44">9833 7674 787 0,'0'0'91'0,"0"0"41"0,0 0-38 0,0 0-32 0,0 0 27 15,0 0-19-15,-123 0-12 16,117-8-12-16,-1-8-19 16,7-4-15-16,0-4-9 15,2-3-3-15,25 4 0 16,4 5-1-16,7 9 1 0,2 9-1 15,-2 0 1 1,-3 23 0-16,-5 15 1 0,-11 10 0 16,-7 4 3-16,-12 2-3 15,0 2 4-15,-14-3 0 16,-21-6 1-16,-5-6 6 16,-5-10-5-16,1-9-2 15,4-9 4-15,6-9-2 16,3-4 5-16,4 0 1 15,7-17-9-15,9-9 4 16,7 1-8-16,4-1 1 16,0 6 0-16,11 5-1 15,7 7 2-15,4 8 3 0,2 0 1 16,0 11 11 0,6 12 2-16,-1 5-2 0,-2 3-3 15,-1-4-7-15,-2 0-6 16,1-3-1-16,-4-4-3 15,3-3-63-15,0-2-54 16,5-7-53-16,4-8-66 16,4 0 10-16,-2-20 21 15,-6-10-51-15,-7-8 20 16,-4-7 239-16,-7 1 82 16,1-2 79-16,-8 5-15 15,2-1-24-15,-1 0-19 16,-3 11 41-16,2 5-30 15,-4 6 20-15,0 8-13 0,0 4-30 16,0 5-3-16,0 3-15 16,0 0-22-16,-2 9-31 15,-9 19-11-15,3 6 2 16,2 2 0-16,6 0-8 16,0 0-1-16,12-4-1 15,11-6 0-15,0-6-1 16,4-7-2-16,-3-8-4 15,-5-5-3-15,-4 0-6 16,-6 0 2-16,-7-11 6 16,-2-11 6-16,0-7 0 15,-11-5-1-15,-4-2-1 16,4 0 3-16,6 2 0 0,5 4-2 16,0 4 1-1,25 6-5-15,6 6-7 0,7 10 0 16,-5 4 7-16,-2 6-5 15,-4 26 6-15,-9 7 4 16,-7 12 0-16,-7 1 1 16,-1 0 0-16,-3-2 0 15,4-5-1-15,8-9 1 16,5-9-1-16,10-6 1 16,4-15-3-16,7-6 0 15,0 0 1-15,-2-28 2 16,-3-6 1-16,-12-8 1 15,-13-7-2-15,-8-4 4 16,0-4 1-16,-29 1-3 0,-11 6 3 16,-5 12-4-16,-9 16-1 15,0 14 0-15,-2 8-9 16,-2 2-68-16,2 22-70 16,4 4-118-16,6 1-81 15</inkml:trace>
  <inkml:trace contextRef="#ctx0" brushRef="#br0" timeOffset="39818.35">13159 7918 1061 0,'0'0'58'0,"0"0"165"0,0-128-78 15,0 112-37-15,0 8-12 0,0 8-35 16,0 0-24-16,5 18-26 15,2 25 1-15,-3 12 1 16,-2 7-9-16,-2 5-3 16,0-2-1-16,2 2-27 15,5-5-50-15,9-10-114 16,3-16-181-16,8-19-216 16</inkml:trace>
  <inkml:trace contextRef="#ctx0" brushRef="#br0" timeOffset="40102.39">13404 7999 973 0,'0'0'18'0,"0"0"116"0,-13-117-54 16,22 88-19-16,22 6 11 16,10 11-29-16,1 10-7 15,-9 2-15-15,-10 22-10 16,-15 18-9-16,-8 10 4 15,-2 4 2-15,-29 0-3 16,-4-8 4-16,-3-6 9 16,4-13 14-16,10-11 1 15,8-5-2-15,11-6-12 16,5-5-10-16,11 0-9 16,34 0 6-16,18-5-6 0,14-12-79 15,4-3-86-15,-1-6-170 16,-9-2-151-16</inkml:trace>
  <inkml:trace contextRef="#ctx0" brushRef="#br0" timeOffset="40649.44">14042 7818 801 0,'0'0'20'0,"0"0"166"0,0 0-22 16,0 0-67-16,0 0-2 15,0 0-11-15,-95-34-36 16,76 58-18-16,2 11-5 16,-2 3-6-16,11 3-14 15,6 2 1-15,2-1 0 16,0-6-4-16,17-4-2 16,5-10-1-16,4-8-8 15,2-10-10-15,-4-4-8 16,-6 0-4-16,-8-8 13 15,-10-14 11-15,0-10 3 16,0-6 3-16,-10-5-2 16,-1 2 3-16,0-2 0 15,11 9-1-15,0 7 0 16,9 4 0-16,18 12-7 16,6 6 7-16,1 5-3 0,-3 0-6 15,-4 26 1-15,-6 10 2 16,-7 8 5-16,-5 6-6 15,-7 0-2-15,0 1 4 16,2-8 3-16,4-5 2 16,5-7 0-16,5-13-1 15,0-8-2-15,6-9 4 16,-1-1-3-16,-1-3 3 16,0-23 5-16,0-7 0 15,-3-10 3-15,-9-6 2 16,-10-4-3-16,0-4-7 0,-16 5 0 15,-24 12-34 1,-13 18-74-16,-18 20-137 0,-16 2-117 16</inkml:trace>
  <inkml:trace contextRef="#ctx0" brushRef="#br1" timeOffset="56049.18">6094 3502 938 0,'0'0'26'0,"0"0"112"15,0 0-58-15,0 0-67 0,129-51 0 16,-57 37-7-16,-1 6-6 16,-6 6-9-16,-12 2-129 15,-19 0-90-15,-21 16-79 16</inkml:trace>
  <inkml:trace contextRef="#ctx0" brushRef="#br1" timeOffset="56200.02">6194 3613 460 0,'0'0'88'15,"0"0"51"-15,0 0 13 16,0 0-60-16,0 0-26 16,0 0-16-16,38-21-22 0,47-2-18 15,4 0-10 1,-2 8-44-16,-14 7-161 0,-19 8-158 16</inkml:trace>
  <inkml:trace contextRef="#ctx0" brushRef="#br1" timeOffset="58332.49">2596 3880 982 0,'0'0'40'0,"0"0"127"0,0 0-15 0,0 0-81 0,-146-78-12 16,85 78-16 0,-9 2 6-16,-7 30-13 0,-4 16-2 15,-14 18-5-15,-7 16-8 16,-8 23 0-16,1 17-11 15,-9 24-3-15,-11 27 0 16,-16 25-4-16,-13 37 2 16,1 27 0-16,11 31 0 15,10 32 2-15,11 26 0 16,14 35-3-16,18 20 5 16,25 19-1-16,19 20-3 15,26 2-4-15,23 11 6 0,29 3 1 16,50 4 1-1,44-6-1-15,37-9-7 0,43-16 5 16,35-30-2-16,29-29-1 16,32-38-1-16,11-47 0 15,6-43-2-15,0-48-29 16,-21-45-25-16,-23-42-67 16,-27-46-192-16,-44-48-299 15</inkml:trace>
  <inkml:trace contextRef="#ctx0" brushRef="#br1" timeOffset="58632.75">3503 12448 980 0,'0'0'38'0,"0"0"53"0,176-5 52 0,-96 48-31 0,-4 26 0 0,-11 25-8 0,-17 22-26 15,-29 15-44-15,-19 9-24 16,-48 8-6-16,-47-1-4 0,-30 1-55 15,-17-5-135 1,-12-19-171-16,7-24-477 0</inkml:trace>
  <inkml:trace contextRef="#ctx0" brushRef="#br1" timeOffset="62502.45">4941 10550 1081 0,'0'0'121'0,"0"0"52"0,-46-118-14 0,44 99-38 16,2 7-39-16,0 8-23 15,0 4-28-15,0 0-1 16,0 22-19-16,13 21 8 16,6 10-9-16,-7 10-1 15,0 9-9-15,-3 4-4 16,2 4-33-16,3-2-39 15,3-5-88-15,1-11-131 16,0-20-188-16</inkml:trace>
  <inkml:trace contextRef="#ctx0" brushRef="#br1" timeOffset="62899.37">5228 10656 949 0,'0'0'60'0,"0"0"151"15,0 0-58-15,-34-113-35 16,28 105-27-16,4 8-44 16,2 0-33-16,0 11-14 15,0 30-4-15,0 14 4 16,0 10 1-16,11 2-1 16,6-9 0-16,3-6-10 15,8-10-17-15,7-10-9 0,2-15-20 16,6-14 10-1,-1-3 25-15,-2-10 13 16,-7-24 7-16,-4-7 0 0,-10-8 1 16,-11-5 2-16,-8-4 7 15,0 4 0-15,-17 2 3 16,-16 12 14-16,-10 11 3 16,-2 14-10-16,-2 8 0 15,3 7-8-15,4 2-11 16,4 29-3-16,7 8-5 15,9 10-51-15,14 1-51 16,6 1-104-16,0-2-37 16,24-11-129-16</inkml:trace>
  <inkml:trace contextRef="#ctx0" brushRef="#br1" timeOffset="63250.11">6034 10338 822 0,'0'0'25'0,"18"-127"75"0,-5 65 57 0,-2 6-29 16,1 9-17-16,-6 17-27 15,1 14-2-15,-7 12-17 16,0 4-14-16,0 36-36 0,0 42-5 15,-20 34 27-15,0 35 15 16,-5 19-14-16,1 15-5 16,-8 6-12-16,5-12-8 15,8-18-9-15,5-20 0 16,12-25-4-16,2-18-5 16,0-22-26-16,0-24-33 15,16-29-93-15,0-19-123 16,1-45-179-16,-10-31-397 15</inkml:trace>
  <inkml:trace contextRef="#ctx0" brushRef="#br1" timeOffset="63465.98">5758 10429 806 0,'0'0'32'0,"0"0"-15"15,0 0 28-15,0 0 5 16,0 0-17-16,0 0-9 15,-36 80 6-15,72-80 9 16,-1 0-20-16,-8-18 5 16,-6-8 39-16,-15-2-3 15,-6 3-3-15,0 4 6 16,-20 6-31-16,-7 15-32 16,-4 0-2-16,5 31-26 15,3 19-164-15,14 5-201 0</inkml:trace>
  <inkml:trace contextRef="#ctx0" brushRef="#br1" timeOffset="63784.02">6188 10844 1176 0,'0'0'19'15,"0"0"11"-15,0 0 0 16,0 0 1-16,0 0 24 16,0 0-25-16,85 113-9 15,-66-98-7-15,-5-6-4 16,-7-9-1-16,-3 0 11 16,-2-3 25-16,-2-18 14 15,0-10-25-15,0-1 1 0,-9 8-6 16,-13 5-11-16,-2 11-18 15,-5 8 0-15,0 0-25 16,0 11-108-16,9 13-148 16,7-3-396-16</inkml:trace>
  <inkml:trace contextRef="#ctx0" brushRef="#br1" timeOffset="64618.06">6828 10603 1189 0,'0'0'19'16,"0"0"82"-16,0 0 4 16,0 0-19-16,0 0-30 15,0 0-30-15,-69-90-23 16,56 120 1-16,3 13 6 15,4 7-4-15,6 0-5 16,0 0 3-16,8-2-3 16,17-6-1-16,8-10-3 15,1-12-3-15,1-9-7 0,1-11-5 16,-5 0 7 0,-6-8 6-16,-5-15 5 0,-11-5 2 15,-8-2-1-15,-1-4-1 16,-1 2 4-16,-26-1-2 15,-11 1-1-15,-7 3-1 16,-1 4-1-16,-6 3-3 16,12 4 4-16,13 5-1 15,17 1 1-15,10-5-4 16,15-3-46-16,36-4 3 16,16-2 4-16,6 0 0 15,-3 1-15-15,-10-6-1 16,-11-1 36-16,-15-2 23 15,-10-2 0-15,-16-5 6 0,-8-4 20 16,0-8 3-16,0-3 4 16,-11 4-9-16,-5 8-4 15,-1 13-1-15,1 12 14 16,3 9-6-16,2 6-4 16,2 4-8-16,2 44-5 15,5 32 2-15,2 24 32 16,0 21-16-16,0 13 0 15,16 20-1-15,-3 21 5 16,-2 11-3-16,-4 7-11 16,-4-7-7-16,1-15-10 15,7-19 0-15,9-29-1 16,3-28-1-16,5-26 0 0,-4-27-4 16,-1-22 3-16,-2-20-9 15,0-3 11-15,-1-38 4 16,1-23-4-16,-11-17-9 15,-3-6 5-15,-7-1 1 16,0 11 3-16,-25 15 0 16,-10 12 0-16,-9 6-1 15,-8 12-4-15,6 5 5 16,3 11 2-16,16 8-1 16,14 4-1-16,11 4-3 0,2-2 2 15,17-4-37 1,32-3-12-16,16-8-72 0,6-8-172 15,1-6-432-15</inkml:trace>
  <inkml:trace contextRef="#ctx0" brushRef="#br1" timeOffset="65049.9">7756 10469 997 0,'0'0'123'0,"0"0"28"0,0 0 11 0,0 0-1 0,0 0-61 15,0 0-54-15,0-87-23 16,0 126-16-16,0 15 5 15,0 14-6-15,7 7-6 0,5-1 0 16,1 2-39-16,7-5-94 16,2-11-102-16,-2-19-127 15,0-17-155-15</inkml:trace>
  <inkml:trace contextRef="#ctx0" brushRef="#br1" timeOffset="65399.44">8026 10582 283 0,'0'0'598'16,"0"0"-516"-16,0-113 89 16,-4 95-28-16,-1 12-43 15,0 2-23-15,5 4-48 16,-2 16-25-16,2 24-4 0,0 20 9 16,0 7-5-16,0-5-4 15,7-8 0-15,13-10-1 16,5-14-12-16,6-14-15 15,4-12 8-15,1-4 3 16,-3-8 12-16,-4-22 5 16,-6-6 1-16,-5-8 2 15,-9-3 0-15,-7 0 11 16,-2 0 12-16,-4 7 7 16,-19 6 7-16,-4 9-4 15,-4 11-9-15,-2 7-13 16,1 7-13-16,-1 0-2 0,6 8-7 15,5 18-58-15,7 10-73 16,10 7-158-16,5 1-137 16</inkml:trace>
  <inkml:trace contextRef="#ctx0" brushRef="#br1" timeOffset="65782.7">8490 10531 981 0,'0'0'71'16,"0"0"93"-16,0 0-20 15,0 0-51-15,0 0-20 0,0 0-41 16,-34-88-20-16,34 104-11 16,0 26 3-16,0 13 5 15,5 4-6-15,5 4-2 16,7-7 0-16,0-6-1 15,3-10-6-15,3-8-4 16,4-12-9-16,-2-9 9 16,-2-11 10-16,-3 0 1 15,-4-6 0-15,-5-21 6 16,-2-9-1-16,-3-8 9 16,-6-8 7-16,0-4 2 15,-4-1 2-15,-21 7-13 16,-2 10 6-16,-2 14-1 15,-2 12-18-15,-2 11 0 0,2 3-1 16,1 17-52-16,11 21-82 16,5 9-160-16,14-3-260 15</inkml:trace>
  <inkml:trace contextRef="#ctx0" brushRef="#br1" timeOffset="66149.2">8964 10524 1135 0,'0'0'39'0,"0"0"79"16,0 0-20-16,0 0-37 16,0 0-34-16,0 0-20 0,-37-21-6 15,36 75 6-15,1 17 12 16,0 1-8-16,0-4-7 15,11-4 0-15,12-12-3 16,1-11-1-16,7-12 0 16,5-15-3-16,2-10-1 15,-1-4 8-15,1-5-3 16,-4-25 3-16,-5-13-3 16,-12-7 4-16,-5-7 19 15,-12-8 19-15,0-1 0 16,-22 3-12-16,-12 9-20 0,-5 14 5 15,-10 16-16-15,4 17-3 16,-2 7-37-16,3 11-118 16,9 16-319-16</inkml:trace>
  <inkml:trace contextRef="#ctx0" brushRef="#br1" timeOffset="66517.48">10080 10850 1119 0,'0'0'181'0,"0"0"-164"0,0 0 99 0,0 0-8 0,0 0-57 16,0 0-29-16,120-13 0 15,-14 0-14-15,-4 5-8 0,-11 6-82 16,-22 2-113-1,-30 0-66-15,-31 18-48 0,-10 12-61 16</inkml:trace>
  <inkml:trace contextRef="#ctx0" brushRef="#br1" timeOffset="66634.07">10237 11031 583 0,'0'0'202'16,"-123"40"-4"-16,96-30 10 16,25-7-96-16,4-3-49 15,56 0-56-15,28-9 25 16,31-15-32-16,9-8-153 15,0-6-207-15,-4 0-276 16</inkml:trace>
  <inkml:trace contextRef="#ctx0" brushRef="#br1" timeOffset="66832.5">11016 10609 1004 0,'0'0'75'16,"0"0"115"-16,0 0-17 15,0 0-30-15,0 0-40 16,0 0-43-16,-33-34-29 16,48 85 7-16,-1 13-7 15,-3 8-20-15,-7 0-8 16,-2 4-3-16,0-2-26 16,3-1-39-16,0-12-156 15,4-17-282-15</inkml:trace>
  <inkml:trace contextRef="#ctx0" brushRef="#br1" timeOffset="67417.19">11270 10696 689 0,'0'0'485'0,"0"0"-393"0,0 0 55 15,0 0-53-15,0 0-32 16,0 0-23-16,-35-60-23 15,35 92-4-15,0 13 4 16,4 8-7-16,2-1-3 16,6-2-5-16,-1-8 1 15,5-6-2-15,3-10 0 16,4-11-15-16,-5-12 0 16,8-3 3-16,-3 0 12 0,-5-15 1 15,-5-16-1-15,-11-7 1 16,-2-8-1-16,0 2 0 15,-27 4-2-15,-4 7-7 16,0 3 4-16,4 11 0 16,12 3 3-16,13 4-4 15,2-1-28-15,33 0-40 16,23 1 39-16,8 3 4 16,1 5 8-16,-7 4 5 15,-14 0 1-15,-9 11 16 16,-14 19 1-16,-10 10 4 15,-9 8 6-15,-2 7 12 0,0 0-3 16,0-1 9-16,0-1-17 16,16-11-2-16,13-6-1 15,9-10-6-15,5-16-1 16,1-10 0-16,0 0 0 16,-1-22 4-16,-8-12 2 15,-6-10 23-15,-14-6 32 16,-15-5-11-16,0-3-12 15,-27-4 0-15,-19-2-26 16,-12 6-13-16,-7 12 0 16,-5 21-19-16,-13 25-74 15,-17 0-96-15,-14 26-310 16</inkml:trace>
  <inkml:trace contextRef="#ctx0" brushRef="#br1" timeOffset="68016.02">5450 9792 931 0,'0'0'42'0,"0"0"146"0,0 0-22 0,0 0-88 16,38 102-30-16,38 53 73 15,26 36-41-15,23 34-39 0,18 10-25 16,11 8-16-1,1 5-6-15,-5 1-90 0,-6-11-173 16,-5-25-293-16</inkml:trace>
  <inkml:trace contextRef="#ctx0" brushRef="#br1" timeOffset="68466.36">8704 10814 854 0,'0'0'94'0,"0"0"36"0,0 0 26 0,0 0-56 0,0 0-53 15,0 0 6-15,191-4-33 16,-42-19-20-16,12-8-7 16,-5 3-120-16,-32 0-158 15,-37 6-328-15</inkml:trace>
  <inkml:trace contextRef="#ctx0" brushRef="#br1" timeOffset="77720.32">6217 2398 894 0,'0'0'35'0,"0"0"180"0,0 0-36 16,0 0-90-16,0 0-30 15,0 0-18-15,0 0-28 0,-18-12 9 16,34 34-7 0,-3-4-7-16,1-6-2 0,-4-6-3 15,2-6 0-15,-1 0 4 16,4 0 4-16,5-28 9 15,5-12-7-15,2-12-9 16,4-6-2-16,0-6-2 16,5 0 1-16,-3 9-3 15,-6 17-27-15,-8 18-19 16,-7 20-39-16,-10 0-40 16,-2 26-78-16,0 19 49 15,-18 14-113-15,-11 2-209 16</inkml:trace>
  <inkml:trace contextRef="#ctx0" brushRef="#br1" timeOffset="78718.11">5680 12796 932 0,'0'0'208'0,"-9"-107"-26"0,7 71-36 0,-1 10-29 0,3 14-15 16,0 11-41-16,-2 1-31 15,2 5-14-15,-2 34-10 16,2 17 10-16,0 13 3 16,0 1-5-16,0-1-13 15,0-1 3-15,2-4-4 16,5-2-5-16,6-4-29 0,5-2-49 16,7-11-137-16,1-18-186 15,-1-18-175-15</inkml:trace>
  <inkml:trace contextRef="#ctx0" brushRef="#br1" timeOffset="79366.05">6038 12894 872 0,'0'0'53'16,"0"0"112"-16,0-105-7 15,0 82-44-15,-4 13-14 16,2 3-14-16,2 5-33 0,0 2-29 15,0 0-16-15,-2 26-4 16,-5 12 8-16,0 10-2 16,7 5-3-1,0-6-4-15,0 0-1 0,0-6 0 16,14-4-2-16,8-11 2 16,7-6-2-16,0-11-2 15,3-9-4-15,-4 0-4 16,-7 0 7-16,-2-19 1 15,-8-7 2-15,-11-6 2 16,0-10-1-16,-4-2-1 16,-23-2-1-16,-4 2-2 15,2 4 2-15,2 8 0 16,10 5 1-16,5 6 0 16,10 4 0-16,2 1 0 0,12-1-29 15,27 4-6-15,13 3 7 16,5 4-5-16,1 6-8 15,-6 0 18-15,-13 0 11 16,-7 6 8-16,-12 20 1 16,-9 11 0-16,-6 6 3 15,-5 10 4-15,0 1 4 16,0 2 2-16,0-8-1 16,7-2-2-16,8-8-5 15,9-10 1-15,5-6-3 16,3-10 3-16,1-10-3 15,-4-2 1-15,-2-10 1 0,-3-18 0 16,-6-9 2-16,-7-10 2 16,-11-7 12-16,0-5-5 15,-7-5 6-15,-19 2-11 16,-5 8-3-16,-8 14-4 16,-3 18-2-16,-7 22-13 15,-11 0-66-15,-5 34-113 16,1 4-173-16,3 0-408 15</inkml:trace>
  <inkml:trace contextRef="#ctx0" brushRef="#br1" timeOffset="79850.73">7023 13002 938 0,'0'0'115'0,"0"0"74"0,0 0-74 0,0 0-39 0,0 0-4 0,0 0 10 0,156-8-43 0,-53 8-26 0,-1 0-5 16,-6 0-8 0,-17 0-32-16,-25 0-134 0,-17 6-154 15,-26-3-177-15</inkml:trace>
  <inkml:trace contextRef="#ctx0" brushRef="#br1" timeOffset="80034.05">7313 12785 853 0,'0'0'124'0,"0"0"88"16,0 0-38-16,0 0-24 15,0 0-72-15,0 0-36 0,-18 34 33 16,31 29-38-1,1 13-24-15,-5 10-8 0,-1 11-5 16,4 6-26-16,1 2-89 16,3-11-131-16,4-23-210 15</inkml:trace>
  <inkml:trace contextRef="#ctx0" brushRef="#br1" timeOffset="80285.31">7827 12930 1027 0,'0'0'28'0,"0"0"147"16,-23-131-36-16,23 110-9 0,0 9-6 16,0 12-58-1,0 0-41-15,0 9-14 0,0 25-6 16,0 13 10-16,4 5-2 15,2 4-10-15,3 0-3 16,3 7-26-16,-1 0-63 16,2-6-143-16,3-13-125 15,-1-16-195-15</inkml:trace>
  <inkml:trace contextRef="#ctx0" brushRef="#br1" timeOffset="80649.69">8041 12937 884 0,'0'0'137'16,"0"0"37"-16,0 0-44 16,0 0-54-16,0 0 5 15,0 0-49-15,-15-90-27 16,13 122-1-16,2 12-2 16,0 11 4-16,0 1-6 15,11 0 4-15,7 0-3 16,4-6-1-16,4-12-2 15,1-10-11-15,5-13-12 16,1-12 10-16,0-3 3 16,1-11 12-16,-1-24 0 15,-4-6 1-15,-6-6 2 0,-11-2 4 16,-8-1 9-16,-4-1 5 16,-10 2-1-16,-19 5-3 15,-6 9-11-15,-3 10 5 16,0 11-8-16,3 14-3 15,0 0-9-15,7 24-57 16,1 17-60-16,5 5-162 16,4 3-239-16</inkml:trace>
  <inkml:trace contextRef="#ctx0" brushRef="#br1" timeOffset="81034.52">8841 12681 993 0,'0'0'54'0,"0"0"186"0,0 0-94 0,0 0-2 15,0 0-56 1,0 0-55-16,-64 56 9 0,30 50 5 16,3 19-19-16,2 11-11 15,2 3-7-15,3-4-7 16,1-11-3-16,8-18-17 15,6-24-17-15,3-25-40 16,6-20-126-16,0-30-124 16,0-9-169-16</inkml:trace>
  <inkml:trace contextRef="#ctx0" brushRef="#br1" timeOffset="81235.08">8532 12944 856 0,'0'0'69'0,"0"0"-25"15,0 0 27-15,0 0-8 16,0 0-22-16,0 0-7 16,-25 97 8-16,43-97-2 15,-7 0 27-15,-4-19-1 16,-7-6-17-16,0-2-28 16,-5 3 9-16,-12 8-22 15,-1 12-8-15,3 4-68 16,10 8-117-16,5 20-227 15</inkml:trace>
  <inkml:trace contextRef="#ctx0" brushRef="#br1" timeOffset="81418.08">8889 13397 1038 0,'0'0'118'0,"0"0"-6"0,0 0 13 16,0 0 5-16,0 0-45 15,0 0-35-15,-27 11-14 16,27-11-24-16,-5 0-12 16,3-9-54-16,0 5-112 15,2-2-254-15</inkml:trace>
  <inkml:trace contextRef="#ctx0" brushRef="#br1" timeOffset="81766.5">9833 13228 967 0,'0'0'89'0,"0"0"100"0,0 0-15 16,0 0-88-16,0 0-15 16,0 0-40-1,33-64-20-15,37 53-11 0,-1-1-8 16,-5 11-79-16,-12 1-67 15,-19 0-90-15,-20 16-92 16,-13 11-39-16</inkml:trace>
  <inkml:trace contextRef="#ctx0" brushRef="#br1" timeOffset="81882.93">9882 13351 560 0,'0'0'177'16,"0"0"7"-16,0 0-41 0,0 0-19 15,0 0-59 1,0 0-37-16,69 34-28 0,34-34-11 15,8-13-219-15,1-10-175 16</inkml:trace>
  <inkml:trace contextRef="#ctx0" brushRef="#br1" timeOffset="82249.64">10584 13068 966 0,'0'0'64'16,"0"-138"126"-16,0 84-61 16,0 15 6-16,0 13-18 15,2 17-12-15,0 4-48 16,1 5-19-16,1 9-21 16,1 28-13-16,2 14 16 15,-5 17-10-15,0 9-10 16,-2 6-8-16,6 7-38 15,3-9-93-15,5-15-178 16,-3-26-252-16</inkml:trace>
  <inkml:trace contextRef="#ctx0" brushRef="#br1" timeOffset="82466.03">10817 12964 991 0,'0'0'109'16,"0"0"91"-16,0 0-35 15,0 0-26-15,0 0-55 16,0 0-61-16,-39-56-4 16,49 100 7-16,11 14-1 15,-3 6-19-15,-1 3-3 0,-1 0-6 16,-3-3-26-16,3-5-84 16,2-15-181-16,2-18-293 15</inkml:trace>
  <inkml:trace contextRef="#ctx0" brushRef="#br1" timeOffset="82801.35">11141 12959 995 0,'0'0'125'0,"0"0"25"16,0 0-52-16,0 0-26 0,0 0-15 15,0 0-43 1,-56-37-12-16,56 83 3 0,0 12 4 15,16 2-5-15,1 2-3 16,6-6-1-16,0-6-19 16,0-13-2-16,0-17 0 15,2-12 4-15,-1-8 14 16,1-8 3-16,-1-26 3 16,0-15 7-16,-5-8 9 15,-11-4 21-15,-8-2-15 16,0 6 3-16,-15 7 8 15,-12 10-12-15,-4 13-19 16,-3 19-5-16,0 8-3 16,-1 7-71-16,2 24-69 15,1 3-216-15,12 1-689 0</inkml:trace>
  <inkml:trace contextRef="#ctx0" brushRef="#br1" timeOffset="83233.36">12234 12797 816 0,'0'0'68'0,"0"-114"82"0,0 76 60 0,0 12-75 0,-6 12-7 0,2 14-31 16,-5 4-46-16,-18 52-32 16,-10 37 14-16,-17 35 20 15,-6 26-25-15,-3 10 1 16,1 1-21-16,6-9 0 0,8-13-8 16,9-25 0-1,10-21-26-15,14-32-41 0,10-27-126 16,5-30-162-16,0-9-201 15</inkml:trace>
  <inkml:trace contextRef="#ctx0" brushRef="#br1" timeOffset="83466.63">11754 12916 870 0,'0'0'66'15,"0"0"-5"-15,0 0 16 16,0 0-6-16,0 0-33 0,0 0-1 15,0 0-10 1,-2 78-5-16,33-78 11 0,-6-3 12 16,-13-18-5-16,-7-8 25 15,-5 2-18-15,0-1-17 16,-23 11-16 0,0 9-14-16,-2 8-25 0,7 22-98 15,9 14-166-15,9 11-293 16</inkml:trace>
  <inkml:trace contextRef="#ctx0" brushRef="#br1" timeOffset="83733.13">12110 13378 317 0,'0'0'813'0,"0"0"-768"15,0 0 11-15,0 0-6 16,0 0-15-16,0 113-10 15,35-102-4-15,-3-10-6 16,-4-1-6-16,-9-12 12 16,-11-18 12-16,-8-9 13 15,0 2-12-15,-6 7 11 16,-19 6-19-16,-4 14-11 16,-6 10-14-16,-1 0-1 15,1 30-97-15,6 14-74 16,6-2-257-16</inkml:trace>
  <inkml:trace contextRef="#ctx0" brushRef="#br1" timeOffset="85016.39">13111 13041 788 0,'0'0'111'0,"0"0"74"0,0 0 5 0,0 0-92 15,-135-50-10-15,102 71-29 0,4 19-7 16,10 5-15 0,12 4-15-16,7 1-5 0,0-3-14 15,22-10 1 1,9-8-1-16,10-13-3 0,1-13-8 15,0-3-11-15,0-13 11 16,-8-22 8-16,-9-11 0 16,-17-5 3-16,-8-5-3 15,-18-3 0-15,-28 7-5 16,-17 10-5-16,-3 12 4 16,1 14 3-16,7 7 3 15,17 6 0-15,22 3 0 16,19 0-1-16,6 0-6 15,46-2-48-15,17-6 27 16,20-8-30-16,7-9-25 16,-4-4 13-16,-6-11 29 15,-13-7 36-15,-21-7 5 0,-23-6 4 16,-16-4 19-16,-13 0 11 16,0 3 5-16,-23 6-12 15,-4 11 19-15,-2 13 1 16,8 12-1-16,5 11 0 15,5 8-18-15,4 17-14 16,3 47-9-16,4 37 22 16,0 39 10-16,0 28 1 15,17 31-12-15,-1 16-5 16,-5 7-10-16,0-10-8 16,4-27-3-16,7-31-4 15,3-36 2-15,9-33-5 0,0-29 5 16,-1-23-6-1,-6-26-8-15,-3-7 0 0,3-22 11 16,-5-30 4-16,-9-18 0 16,-13-12 0-16,0-7 0 15,-29-1 1-15,-15 6-1 16,-14 11-5-16,-2 17 5 16,-5 18 1-16,7 16 0 15,12 10 4-15,17 8-4 16,19 4 2-16,10 0-2 15,37 0-86-15,40 0-32 0,31 0-102 16,14-12-390 0</inkml:trace>
  <inkml:trace contextRef="#ctx0" brushRef="#br1" timeOffset="85369.82">14098 12919 1015 0,'0'0'215'0,"0"0"-15"0,-19-105-26 0,19 97-51 0,0 8-62 0,0 0-31 16,0 17-15-16,0 25-12 16,3 15 5-16,2 11-2 15,-1 8-6-15,-4 11-37 16,0-1-62-16,0-10-158 15,0-20-192-15,0-26-497 16</inkml:trace>
  <inkml:trace contextRef="#ctx0" brushRef="#br1" timeOffset="86316.54">14329 12976 1003 0,'0'0'91'0,"0"0"85"16,0-112-31-16,-2 100-36 15,0 6-22-15,2 6-39 16,-3 10-41-16,-3 25-4 16,-1 18 6-16,3 9-9 15,4 4 0-15,0 1 4 16,9-8-3-16,11-10-2 16,6-16-12-16,-1-12-13 15,6-15 4-15,0-6 2 0,-4-6 16 16,-2-30 4-16,-10-8 0 15,-8-11 0-15,-7-5 3 16,0 4-3-16,-16 6 0 16,-13 12 0-16,-6 10-2 15,3 10 2-15,1 5-2 16,11 7-2-16,9 5-7 16,9 1-10-16,2 0-12 15,2 0-29-15,29 0-19 16,13 0 51-16,12 0-6 15,2 0-14-15,-2-5 25 16,-10 4 19-16,-5-3 6 16,-7 1 1-16,-8 2 4 0,-6 1 15 15,-2 0 13-15,-3 0-3 16,-1 0 4-16,-3 0-8 16,-1 8-6-16,-6 11 6 15,-2 12-7-15,-2 5-4 16,0 2-9-16,0 4-4 15,0-4-1-15,0 2 1 16,6-6-2-16,5-4 1 16,8-7-2-16,-2-11-1 15,5-5-4-15,1-7 0 16,-5 0 6-16,2-4 0 16,-5-20 3-16,-4-8-1 15,-4-8 1-15,-7-4 13 16,0-2-5-16,-7-2-5 0,-15 5 3 15,-7 6-3-15,0 5-2 16,0 10-4-16,5 6 4 16,8 5 3-16,9 6-6 15,7 2-1-15,0 3-3 16,19 0-16-16,18 0 11 16,10 0-8-16,4 0-8 15,-1 0 8-15,-11 6 11 16,-3 16 3-16,-11 8 1 15,-8 9 1-15,-8 11 1 16,-6 3 5-16,-3 3-3 0,0-1 2 16,6-3 0-16,5-5-1 15,7-12 0-15,7-8-2 16,0-13 1 0,3-12 1-16,1-2-1 0,0-12 14 15,-2-25 13-15,-1-10 12 16,-9-12-10-16,-11-10 3 15,-6 2 2-15,-12 1-19 16,-21 10-7-16,-7 13-5 16,-4 17-6-16,-8 19 0 15,5 7-32-15,5 4-91 16,11 16-138-16,20-3-456 16</inkml:trace>
  <inkml:trace contextRef="#ctx0" brushRef="#br1" timeOffset="86616.46">15920 13168 1029 0,'0'0'142'0,"0"0"-3"0,0 0-36 0,0 0-30 0,147-48-29 16,-57 28-31-16,-3 3-13 15,-12 4-40-15,-24 9-122 16,-33 4-131-16,-18 6-70 15,-51 26-224-15</inkml:trace>
  <inkml:trace contextRef="#ctx0" brushRef="#br1" timeOffset="86749.93">15956 13331 206 0,'0'0'382'0,"0"0"-199"16,0 0-41-16,0 0-9 16,0 0 67-16,194 34-126 0,-65-65-60 15,2-10-14-15,-12-4-6 16,-35 5-27-16,-35 9-60 15,-45 7-315-15</inkml:trace>
  <inkml:trace contextRef="#ctx0" brushRef="#br1" timeOffset="87318.66">11366 12194 879 0,'0'0'46'0,"-25"-132"151"0,23 99-42 0,0 18-24 0,2 15-1 15,18 51-75-15,33 56-10 0,25 47 45 16,15 36-41 0,18 15-27-16,7 14-20 0,2 12-2 15,-1 7-13 1,-2 3-34-16,-2-14-95 0,-3-21-86 16,1-31-271-16</inkml:trace>
  <inkml:trace contextRef="#ctx0" brushRef="#br1" timeOffset="87834.13">14913 13130 822 0,'0'0'160'0,"0"0"48"0,0 0-42 0,0 0-54 0,0 0-45 0,0 0-28 16,-3-14-1-16,77 16 5 15,24-2-30-15,21 0-13 16,16-2-16-16,8-12-85 16,-2-5-101-16,-15-12-191 15</inkml:trace>
  <inkml:trace contextRef="#ctx0" brushRef="#br1" timeOffset="88267.93">17098 12841 738 0,'0'0'209'0,"0"0"-69"16,0-126 63-16,0 106-51 15,0 10 3-15,0 6-51 16,0 4-49-16,5 12-29 16,0 30-6-16,-1 16 10 15,1 8-19-15,-3 3-6 16,4 3-5-16,6 4-25 0,3-2-46 15,10-6-114-15,0-20-192 16,1-23-254-16</inkml:trace>
  <inkml:trace contextRef="#ctx0" brushRef="#br1" timeOffset="88468.42">17389 12832 1046 0,'0'0'36'16,"0"0"173"-16,0 0-11 15,0 0-72-15,0 0-16 16,0 0-72-16,-38-71-15 0,53 116 19 16,5 10-15-1,-4 6-14-15,-5 7-13 0,-2 2-3 16,-7 4-38-16,0 3-71 16,-2-17-173-16,0-19-236 15</inkml:trace>
  <inkml:trace contextRef="#ctx0" brushRef="#br1" timeOffset="89052.11">17719 12814 1103 0,'0'0'119'0,"0"0"45"16,0 0-19-16,0 0-73 15,0 0-46-15,0 0-21 16,-23 11 5-16,23 46-1 15,0 2-1-15,0 0-3 16,2-3-5-16,13-2 1 16,4-8-1-16,1-13-13 15,4-10-4-15,0-14-15 16,1-9 15-16,0 0 10 16,-6-21 7-16,-5-17 8 15,-7-12-8-15,-7-8 1 16,0 1-2-16,-25 0 2 15,-6 8-2-15,-7 10-3 16,0 8-1-16,9 12-1 16,9 6-2-16,11 7 3 0,9 6-1 15,16 0-55-15,35 0 9 16,16 0 42-16,11-2-19 16,0 2 1-16,-12-2 21 15,-8 2 6-15,-15 0 1 16,-16 6 7-16,-12 24 9 15,-15 14 20-15,0 15 2 16,0 12-12-16,-15 2-2 16,6 6-12-16,9-2-7 15,0-4-5-15,9-13 0 16,19-16-2-16,4-17-14 16,4-12 0-16,-3-15 8 0,1-2 8 15,-5-32 9-15,-3-20 14 16,-8-21 25-16,-16-13 19 15,-2-10-30-15,-24-2-1 16,-19 11-11-16,-3 20-15 16,-1 22-7-16,-3 27-3 15,-2 20-60-15,4 10-191 16,17 15-551-16</inkml:trace>
  <inkml:trace contextRef="#ctx0" brushRef="#br1" timeOffset="89516.06">19440 12959 1274 0,'0'0'73'0,"0"0"73"0,0 0-55 0,0 0-52 15,0 0 14-15,0 0-13 16,0 0-7-16,141 113-3 16,-103-69-14-16,1-6-4 15,4-15-2-15,15-22-1 0,18-2 1 16,24-43-2-16,32-23-2 15,28-23-6-15,25-22 0 16,17-19-1-16,6-11 4 16,-12-1 0-16,-11 3-2 15,-20 16 4-15,-32 23-4 16,-32 32 7-16,-39 27-6 16,-30 28-1-16,-25 9 4 15,-7 5-5-15,0 0-2 16,-17 30-21-16,-29 22-33 15,-26 16-52-15,-16 2-226 0,-9-11-581 16</inkml:trace>
  <inkml:trace contextRef="#ctx0" brushRef="#br1" timeOffset="92816.46">2946 6920 959 0,'0'0'19'0,"0"0"86"0,0 0 49 16,-124-51-74-16,81 51-18 16,-6 9 17-16,-2 23-19 15,-5 14-9-15,-5 12-13 16,-3 8 3-16,-3 8-18 15,-4 10 1-15,-4 13-4 16,-3 9-3-16,-10 13-7 0,-5 7-1 16,-5 4 4-16,2 8-8 15,5 7 2-15,8 7-2 16,5 13 3-16,9 7 0 16,7 16 3-16,4 10-3 15,11 4-4-15,0 15 0 16,7 14-1-16,9 19-2 15,6 13 0-15,12 12 0 16,11 7-1-16,2 0 1 16,15 10 0-16,28 4-1 15,14 1 3-15,20 1-2 16,14-4-1-16,23-12 1 16,15 1 1-16,17-10 2 15,15-11-4-15,8-13 0 0,5-23-6 16,7-15 3-16,4-23 2 15,-4-15-1-15,-10-16 0 16,-16-17-9-16,-9-21 0 16,-17-16-4-16,-18-29-6 15,-19-19-15-15,-31-19-50 16,-24-18-68-16,-29-14-88 16,-8-4-213-16</inkml:trace>
  <inkml:trace contextRef="#ctx0" brushRef="#br1" timeOffset="93166.13">3753 15049 984 0,'0'0'174'0,"0"0"-68"0,0 0-52 0,0 0 32 0,0 0 15 0,0 0-45 0,143 98-8 16,-104-49-11-1,-10 3-12-15,-14 4-19 0,-15 4 0 16,0 5-2-16,-21 0-3 15,-26 3-1-15,-11 3-18 16,-11-5-81-16,-4-6-109 16,-1-4-163-16,5-16-283 15</inkml:trace>
  <inkml:trace contextRef="#ctx0" brushRef="#br1" timeOffset="94334.23">5515 15133 822 0,'0'0'119'0,"-29"-122"121"0,22 73-57 0,3 9-26 15,2 15-16-15,2 15-44 16,-2 10-40-16,0 1-24 15,-1 40-20-15,-2 19 1 16,5 20 0-16,0 5-7 16,0 4-4-16,0-3-3 15,8-1-16-15,7-11-23 16,3-10-40-16,3-15-131 16,4-23-135-16,-2-20-191 15</inkml:trace>
  <inkml:trace contextRef="#ctx0" brushRef="#br1" timeOffset="94950.33">5791 15133 289 0,'0'0'499'0,"0"0"-318"15,0 0 31-15,0 0-81 16,0 0-20-16,0 0-20 15,-54-79-57-15,52 108-24 16,-2 11 6-16,2 9 4 16,0 1-4-16,2-2-2 15,0-2-8-15,0-2 2 16,20-8-6-16,5-8-2 16,8-11 1-16,5-8-2 0,-1-9-5 15,-1 0-7-15,-11-10-5 16,-13-16 11-16,-12-4 7 15,0-6-1-15,-29-6 1 16,-10-1 0-16,-3 2-1 16,2 5 1-16,9-3 4 15,8 11-4-15,19 0 1 16,4 2-3-16,17 0 2 16,30-1-2-16,14 10-21 15,7 7-21-15,1 10 6 16,-6 0 22-16,-14 14 9 15,-16 24 3-15,-18 12-4 16,-12 9 8-16,-3-1 1 0,-3 4 3 16,-7 1 6-16,3-6 2 15,7-3-7-15,0-10 1 16,20-7-6-16,14-20 1 16,4-7-1-16,6-10 1 15,-1-5-1-15,-6-30 3 16,-6-9-3-16,-10-6 2 15,-19-8 2-15,-2-7 24 16,-18 1-2-16,-26 2-13 16,-14 6-7-16,-5 13-5 15,-4 26-1-15,2 17-46 16,3 16-62-16,4 24-186 16,9 1-206-16</inkml:trace>
  <inkml:trace contextRef="#ctx0" brushRef="#br1" timeOffset="95466.07">6743 15458 875 0,'0'0'97'0,"0"0"119"0,0 0-40 0,0 0-91 0,0 0 3 16,0 0-18-16,95-52-3 15,-8 42-39-15,-2 0-17 16,-5 7-6-16,-10-1-5 16,-18 4-50-16,-18 0-114 15,-22 4-174-15,-12 3-228 16</inkml:trace>
  <inkml:trace contextRef="#ctx0" brushRef="#br1" timeOffset="95648.56">7008 15168 900 0,'0'0'188'16,"0"0"21"-16,0 0-61 16,0 0-42-16,0 0-41 15,0 0 9-15,-12 173-34 16,31-85-29-16,-4 12-11 15,1 8-15-15,-3-2-143 16,-13-1-203-16,0-17-331 16</inkml:trace>
  <inkml:trace contextRef="#ctx0" brushRef="#br1" timeOffset="96932.4">7146 5931 892 0,'0'0'33'0,"0"0"194"0,0 0-93 16,0 0-49-16,0 0-3 0,0 0-10 16,-31-53-32-16,31 53-20 15,0 0-14-15,0 15-5 16,0 8 8-16,0 0-4 15,0-3 4-15,0-9-7 16,0-6-1-16,0-5-1 16,20 0 0-16,11-8 0 15,7-20 6-15,11-12-6 16,0-10 0-16,2-7 2 16,1-6-2-16,-4 1 1 15,2 4-2-15,-13 5 2 0,-8 17 0 16,-11 13-1-16,-11 12 3 15,-5 7-2-15,-2 4-1 16,0 0 0-16,0 0-13 16,0 27-33-16,-9 6-42 15,-6 13-67-15,2 1-111 16,-4 0-92-16</inkml:trace>
  <inkml:trace contextRef="#ctx0" brushRef="#br1" timeOffset="97549.5">7584 7713 508 0,'0'0'535'0,"0"0"-439"0,0 0 107 0,0 0-92 0,0 0-46 15,0 0-23-15,-23-27-23 16,23 27-13-16,0 6-5 0,2 9 1 16,9 2-2-16,-1-5 4 15,4-4-2-15,-3-3-1 16,4-5-1 0,1 0 2-16,3-11 3 0,5-17 0 15,2-6-2-15,3-2-1 16,0 0-1-16,-2 4 0 15,-4 6-1-15,-5 5 0 16,-7 9-9-16,-5 6-62 16,-4 6-78-16,-2 0-107 15,-2 10-163-15,-23 16-204 16</inkml:trace>
  <inkml:trace contextRef="#ctx0" brushRef="#br1" timeOffset="99499.87">5912 6330 830 0,'0'0'34'0,"0"0"49"0,0 0 79 0,0 0-71 0,0 0-52 15,0 0-28-15,12-24-11 16,5 21-8-16,-5 3-178 15,-2 0-205-15</inkml:trace>
  <inkml:trace contextRef="#ctx0" brushRef="#br1" timeOffset="99767.35">5841 7858 1188 0,'0'0'10'16,"0"0"-10"-16,0 0-4 15,0 0-94-15,0 0-220 16,0 0-412-16</inkml:trace>
  <inkml:trace contextRef="#ctx0" brushRef="#br1" timeOffset="102453.18">7773 15418 628 0,'0'0'94'0,"0"0"39"0,0 0-39 0,0 0-10 0,0 0 6 0,0 0-15 16,-4 0-19-16,-15 0-21 15,0 0-6-15,-3 0 3 16,7-14-8-16,2-3-8 16,1-4-2-16,10-4-2 15,2 0-3-15,0-1-9 16,11 12 0-16,14 1 1 16,2 12-1-16,2 1 0 15,0 8 0-15,-8 30 3 16,-7 14 13-16,-7 12-6 15,-7 6 1-15,0-7 0 16,-16-9 6-16,-13-6 1 0,-4-12 8 16,-5-8-13-16,0-10-1 15,2-5-3-15,9-13-4 16,4 0 0-16,2-5 6 16,7-21 1-16,8-2-1 15,6-5-4-15,0 8-6 16,0 3 4-16,14 9-3 15,-3 9 3-15,-1 4 6 16,7 0-4-16,3 8 7 16,2 19-7-16,2-1-7 15,3 6 1-15,6-2-1 16,13 3-62-16,4-6-132 16,8-10-178-16,2-17-267 0</inkml:trace>
  <inkml:trace contextRef="#ctx0" brushRef="#br1" timeOffset="102818.19">8120 15477 797 0,'0'0'62'0,"0"0"63"0,0 0 16 0,0 0-38 0,0 0-24 0,0 0-32 15,-87-19-29-15,87 59 13 16,0 5-13-16,0 5-6 15,11-2-7-15,7-4-3 0,6-6 0 16,6-7-2 0,1-19-7-16,2-7-5 0,5-5-2 15,-3-9 8-15,-4-18 3 16,-4-13 3-16,-12-4 2 16,-12-10 1-1,-3-5 1-15,0 4 3 0,-24 2 3 16,-5 14 2-16,-7 16 12 15,1 15-2-15,-4 8 1 16,1 4-20-16,3 23-3 16,6 12 0-16,6 8-15 15,13-3-47-15,10 1-59 16,0 0-105-16,17-11-62 16,12-6-132-16</inkml:trace>
  <inkml:trace contextRef="#ctx0" brushRef="#br1" timeOffset="103132.62">8623 15341 518 0,'0'0'145'0,"33"-133"4"16,-19 71-28-16,1-1-2 15,-6 9-3-15,-4 14-2 16,-5 10-22-16,0 20 2 15,0 10-4-15,-2 6-44 16,-16 48-25-16,-5 24 5 0,-4 28 24 16,6 25 3-16,-2 7-23 15,5 11-10-15,4 2-8 16,1-4-7-16,5-13-4 16,3-17-1-16,3-19-13 15,2-26-26-15,0-23-51 16,0-27-112-16,0-22-98 15,0-27-126-15,2-36-263 16</inkml:trace>
  <inkml:trace contextRef="#ctx0" brushRef="#br1" timeOffset="103366.66">8449 15326 700 0,'0'0'67'15,"0"0"4"1,0 0-7-16,0 0 7 0,0 0-13 15,0 0-13-15,-67 88-10 16,94-88 0-16,-2 0-5 16,-3-4 11-16,-7-20 10 15,-8-2 2-15,-7-4-8 16,0 4-5-16,-17 6-10 16,-10 12-5-16,-2 8-24 15,0 0-1-15,4 28-67 16,10 11-115-16,11 8-195 15</inkml:trace>
  <inkml:trace contextRef="#ctx0" brushRef="#br1" timeOffset="103649.43">8694 15798 926 0,'0'0'84'0,"0"0"-11"16,0 0-58-16,0 0 51 16,0 0 14-16,0 0-49 15,49 44-16-15,-40-38-1 16,-7-6 13-16,-2 0 14 16,0 0 19-16,0 0 0 15,0-15-32-15,-6-3-16 0,-7 1 1 16,1 8-9-16,-1 5-4 15,0 4-15-15,1 0-101 16,2 13-138-16,10-5-266 16</inkml:trace>
  <inkml:trace contextRef="#ctx0" brushRef="#br1" timeOffset="103982.48">9666 15502 1040 0,'0'0'156'16,"0"0"11"-16,0 0-54 15,0 0-35-15,0 0-33 16,0 0-28-16,106-52-6 16,-40 46-11-16,-9 3-19 0,-12 3-74 15,-14 0-59-15,-16 0-155 16,-15 21-72-16</inkml:trace>
  <inkml:trace contextRef="#ctx0" brushRef="#br1" timeOffset="104118.83">9684 15641 511 0,'0'0'131'0,"0"0"20"16,0 0-14-16,0 0-36 16,0 0-18-16,0 0-22 15,33 32 7-15,54-46-47 16,11-4-21-16,0 6-1 15,-9 1-87-15,-18 4-241 16</inkml:trace>
  <inkml:trace contextRef="#ctx0" brushRef="#br1" timeOffset="106382.47">6090 15816 947 0,'0'0'0'0,"0"0"0"15,0 0-147-15,0 0-3 0,0 0-182 0</inkml:trace>
  <inkml:trace contextRef="#ctx0" brushRef="#br1" timeOffset="106517.33">7371 15756 1052 0,'0'0'0'16,"0"0"-131"-16,0 0-284 16</inkml:trace>
  <inkml:trace contextRef="#ctx0" brushRef="#br1" timeOffset="107201.4">10911 15186 918 0,'0'0'130'0,"0"0"84"0,0 0-77 0,0 0 39 0,-62-103-61 0,59 103-49 16,-3 6-34-1,-3 28-14-15,1 19 2 16,-2 7-7-16,8 2-5 16,2 0-8-16,0-4-1 15,0-3-21-15,18-5-35 0,11-11-92 16,6-8-127-16,1-22-147 16,2-9-333-16</inkml:trace>
  <inkml:trace contextRef="#ctx0" brushRef="#br1" timeOffset="107466.51">11112 15362 809 0,'0'0'109'0,"0"0"17"15,-31-128-15-15,31 90-18 16,33 5-28-16,11 16-32 16,9 4-9-16,-3 13 0 15,-12 3-9-15,-11 24-1 0,-21 14-4 16,-6 3 5-16,-15 10 13 15,-23-4-3 1,-6-2 8-16,4-8 5 0,3-7-4 16,11-16-9-16,12-3-3 15,14-6-19-15,0 1-3 16,40-9 0-16,26 2-23 16,13-2-61-16,11 0-84 15,-1-11-148-15,-6-11-82 16</inkml:trace>
  <inkml:trace contextRef="#ctx0" brushRef="#br1" timeOffset="107784.1">11727 15230 716 0,'0'0'166'15,"0"0"-20"-15,0 0 10 16,0 0-42-16,-120-39-26 16,109 52-34-16,3 19-25 15,8 16-9-15,0 5 1 16,0 1-12-16,16 1-5 15,7-7-1-15,4-8-3 16,1-12-1-16,4-11-6 16,6-16-5-16,-5-1 0 15,2-6 6-15,-5-30 6 16,-6-4 5-16,-4-17-5 16,-14 0 2-16,-6-3 3 0,0 6 8 15,-13 11 1 1,-14 15-4-16,-6 15 3 0,-3 13-10 15,-1 0-3-15,-3 32-17 16,6 8-56-16,10 4-71 16,12 6-136-16,12-11-110 15</inkml:trace>
  <inkml:trace contextRef="#ctx0" brushRef="#br1" timeOffset="108085.33">12438 15025 496 0,'0'0'548'15,"0"-157"-456"-15,0 100 33 16,0 17-37-16,0 13 13 16,2 17-10-16,0 9-32 15,-2 1-18-15,0 46-28 16,-7 30 15-16,-13 35 31 15,-1 20-16-15,-6 12-8 16,-5 3-5-16,-1 2-15 16,-3-14-4-16,2-4-8 15,3-19-3-15,7-22-13 16,6-17-19-16,12-32-35 16,6-21-115-16,0-19-150 15,0-45-166-15</inkml:trace>
  <inkml:trace contextRef="#ctx0" brushRef="#br1" timeOffset="108299.99">12061 15227 739 0,'0'0'66'16,"0"0"32"-16,-80 107-28 16,80-81-8-16,2-12-4 15,27-14 13-15,6 0-8 16,1-28-6-16,-5-6-14 15,-8-6-4-15,-12 4-4 16,-11 4 0-16,0 4-14 0,0 15-16 16,-9 9-5-1,-4 4-83-15,-1 28-187 0,5 7-283 16</inkml:trace>
  <inkml:trace contextRef="#ctx0" brushRef="#br1" timeOffset="108536.15">12409 15637 1013 0,'0'0'59'16,"0"0"38"-16,0 0 21 16,0 0-11-16,0 0-10 15,122-14-41-15,-101-8-19 0,-17 1-12 16,-4 3 0-16,-14 8-6 15,-22 10-16-15,-3 0-3 16,-1 10-7-16,9 21-77 16,15 3-137-16,16-6-371 15</inkml:trace>
  <inkml:trace contextRef="#ctx0" brushRef="#br1" timeOffset="109432.95">13429 15102 970 0,'0'0'111'0,"0"0"77"16,0 0-77-16,-125-29-44 16,90 61 3-16,6 9-26 15,14 0-16-15,9 6-14 0,6-1-5 16,12-2 0-16,21-4-5 15,9-8-2-15,6-5 1 16,-2-20-1 0,-3-4-2-16,-10-3 0 0,-6-9 0 15,-10-15 1-15,-10-10 3 16,-7-3-4-16,-7-6 0 16,-28 3-7-16,-12 2-21 15,-3 7-4-15,2 13 7 16,8 6 6-16,11 6 6 15,16 2 4-15,13 0-2 16,0-6-23-16,40-2-20 0,20-10 45 16,13-6-9-16,8-6-19 15,-4-8-7-15,-3-14 30 16,-16-2 11-16,-16-2 3 16,-17 6 4-16,-16 1 2 15,-9 3 9-15,0 2 16 16,-15 6-3-16,-10 8-3 15,-2 10 12-15,2 11 3 16,8 6 2-16,-1 7-19 16,7 7-5-16,-1 30-3 15,8 24-2-15,4 25 18 16,0 27 1-16,0 26 2 16,6 19-2-16,8 17-5 0,1-1-2 15,1-5-5 1,2-8-13-16,-2-14-4 0</inkml:trace>
  <inkml:trace contextRef="#ctx0" brushRef="#br1" timeOffset="110268.12">14050 15679 0 0,'170'-108'0'0,"-90"49"0"0,3 9 0 0,-9 17 0 15,-10 27 0-15,-15-11 0 16,-9 11 0-16,-12-3 0 16,-20 4 0-16,-2-2 0 15,-6-2 0-15,-10-1 0 16,-22 0 0-16,-4 6 0 0,-2 1 0 16,-6 3 0-1,6 0 0-15,25 13 0 0,4 14 0 16,-11-20 0-16,9 3 0 15,11 0 0-15,0-2 0 16,21-8 0-16,-7 0 0 16,24-14 0-16,-15-24 0 15,-15 9 0-15,1-4 0 16,-2 5 0-16,6-5 0 16,-4 12 0-16,-7 8 0 15,-2 8 0-15,-4-3 0 16,-38 3 0-16,-16-4 0 15,18 3 0-15,4 3 0 16,25 3 0-16,4 0 0 0,5 0 0 16,-14 0 0-16,7 0 0 15,5 0 0-15,2 0 0 16,2 4 0-16,0 5 0 16,0-8 0-16,0 5 0 15,11 5 0-15,2-6 0 16,5 8 0-16,15-5 0 15,8 2 0-15,19-7 0 16,-16 8 0-16,-6-2 0 16,-24 4 0-16,-8-5 0 15,-4 1 0-15,9 0 0 16,-11-3 0-16,0 2 0 16,-44-4 0-16,-32 2 0 0,13 1 0 15,-3 1 0-15,3 7 0 16,9 12 0-16,10-20 0 15,7 21 0-15,8-19 0 16,20 5 0-16,0 3 0 16,-4-11 0-16,6-2 0 15,7-4 0-15,0 0 0 16,0 0 0-16,4-28 0 16,5-12 0-16,0 0 0 15,-4 0 0-15,-3 0 0 16,-2-6 0-16,0 5 0 15,-5-3 0-15,-17 0 0 0,6 4 1081 16,16 40-1002 0,0 0 72-16,0 0-6 0,0 0-19 15,0 0-38 1,0 0-39-16,-24-7-22 0,29 64 13 16,3 5-20-16,3 4-9 15,1-1-10-15,1 1-1 16,7 0-17-16,4-8-59 15,5-13-138-15,4-17-174 16,4-20-366-16</inkml:trace>
  <inkml:trace contextRef="#ctx0" brushRef="#br1" timeOffset="111086.36">14409 15102 1068 0,'0'0'161'0,"0"0"-26"0,0 0-27 0,0 0-52 0,0 0-31 0,0 0-9 0,-47 53-2 0,70-9-4 16,6-9-5 0,4-3-3-16,5-11-2 0,-4-6 0 15,-1-7-4-15,-11-8-4 16,-4 0 1-16,-7-2 5 15,-11-20 2-15,0-2 2 16,-6-11 0-16,-28 7-2 0,-8-8 1 16,-5 6-1-16,3 8-1 15,7 4 0-15,16 12 1 16,14 2 0-16,7 4 0 16,13 0-18-16,31 0-8 15,19 0-2-15,7 0 1 16,-2-6-25-16,-7-2 33 15,-13 4 18-15,-19 0 0 16,-13 1 2-16,-12 3 0 16,-4 0 5-16,0 15 15 15,-10 17-4-15,-6 10 7 16,0 2-1-16,7-1-8 16,9-1-3-16,0-2-3 15,5-6-7-15,24-5-1 0,7-17 0 16,6-3-1-16,5-9-2 15,-1 0 0-15,-6-17 1 16,-11-10 1-16,-13-5 0 16,-14-8 2-16,-2-4 0 15,-18-6 2-15,-17 6-3 16,-7 3 1-16,-4 9 3 16,9 11 7-16,3 4-4 15,12 9 0-15,13 6-3 16,9-2-5-16,7 4-1 15,30-5-2-15,16 5 1 0,8 0-19 16,2 0-12 0,-7 0 14-16,-9 15 9 0,-12 9 6 15,-11 8 2 1,-12 6 0-16,-10 6 2 0,-2 5 0 16,0-5 1-16,0-2 1 15,9-5 0-15,11-4 0 16,7-7 0-16,6-16-1 15,4-6 3-15,4-4-4 16,2-14 3-16,-4-22 2 16,-3-4 12-16,-11-14 24 15,-17-4-9-15,-8-5-6 16,-17 1-12-16,-30 2-8 16,-20 18-6-16,-24 28-38 15,-23 14-85-15,-20 26-293 0</inkml:trace>
  <inkml:trace contextRef="#ctx0" brushRef="#br1" timeOffset="111807.28">13712 15587 674 0,'0'0'132'0,"0"0"63"0,0 0-7 0,0 0-49 15,0 0-17-15,0 0-20 16,-6-101-61-16,6 136-23 16,0 23 13-16,4 18 16 15,12 12-11-15,3 8-8 16,8 2-14-16,4 2 2 15,2-6-9-15,6-7-3 16,3-15-2-16,-4-14-2 16,-7-18 1-16,-6-17 5 0,-13-16-6 15,-6-7-7-15,-2-7 7 16,-4-30 8-16,0-25-1 16,0-19-5-16,-27-4-2 15,-10-5-3-15,-6 11-5 16,-4 20 3-16,-2 18 5 15,3 16-2-15,7 10 1 16,15 11 1-16,13 0-1 16,11 0 0-16,22 0-32 15,38-2-39-15,30-7-7 16,14-8-146-16,10-6-362 16</inkml:trace>
  <inkml:trace contextRef="#ctx0" brushRef="#br1" timeOffset="112302.45">15956 15186 918 0,'0'0'71'0,"0"0"85"0,0 0-10 0,0 0-81 0,0 0-16 0,0 0-7 15,18 5 4-15,44-5-28 16,5 0-18-16,-1-5-39 16,-5 1-94-16,-24 4-176 15,-23 0-153-15</inkml:trace>
  <inkml:trace contextRef="#ctx0" brushRef="#br1" timeOffset="112420.4">15980 15343 650 0,'0'0'195'15,"0"0"-49"-15,0 0-40 16,0 0-23-16,0 0 15 16,0 0-53-16,170 0-42 0,-70-14-3 15,7-7-114-15,-6-3-247 16</inkml:trace>
  <inkml:trace contextRef="#ctx0" brushRef="#br1" timeOffset="113082.69">11553 14690 767 0,'0'0'76'0,"0"0"87"0,0 0-9 0,-24-110-50 0,24 110-2 15,33 11-32-15,24 58-24 16,28 60 29-16,23 44-5 16,23 47-27-16,21 6-17 15,14-7-19-15,15-7-7 16,2-21-43-16,4-27-220 16,2-20 51-16,-2-37-236 15</inkml:trace>
  <inkml:trace contextRef="#ctx0" brushRef="#br1" timeOffset="113666.93">14881 15304 787 0,'0'0'144'0,"-126"0"56"0,86 0-32 16,22 0-65-16,18 0-18 0,20 0-42 15,44 0-21-15,41 0-5 16,31-13-17-16,20 2-4 16,4-11-101-16,-8-2-117 15,-23-6-293-15</inkml:trace>
  <inkml:trace contextRef="#ctx0" brushRef="#br1" timeOffset="114066.01">17001 14712 937 0,'0'0'109'15,"0"0"120"-15,0 0-22 16,0 0-70-16,0 0-36 15,0 0-42-15,-63-29-26 16,63 86 19-16,0 14-30 16,0 11-14-16,14 2-8 15,6 4-21-15,6-4-51 16,10-11-160-16,5-29-344 16</inkml:trace>
  <inkml:trace contextRef="#ctx0" brushRef="#br1" timeOffset="114350.8">17228 14874 901 0,'0'0'228'15,"0"0"-84"-15,47-126-38 16,9 108-20-16,-3 15 0 16,-6 3-41-16,-18 39-28 15,-19 19-11-15,-10 13 3 16,-19 0-8-16,-28-6 4 15,-9-13 1-15,2-10 6 16,8-13 14-16,15-14 10 0,13-2-11 16,18-9-7-16,0-4-16 15,42 0 2-15,21 0-3 16,17 0-1-16,6-13-37 16,-1-1-36-16,-8 2-53 15,-15 1-84-15,-14-2-222 16</inkml:trace>
  <inkml:trace contextRef="#ctx0" brushRef="#br1" timeOffset="115234">17929 14868 734 0,'0'0'145'0,"0"0"46"0,0 0-10 0,0 0-78 0,0 0-28 0,0 0-12 0,-12-70-26 15,9 70-17-15,3 0-14 0,0 0-2 16,0 0-3 0,0 0 0-16,0 0 1 0,0 0 1 15,0 0-1 1,0 0 1-16,0 0 2 0,0 0 0 16,0 0 0-16,0 0-2 15,0 0-1-15,-4 0 0 16,-6 0 0-16,2 13 1 15,-3 5-3-15,5 5 3 16,6 12-3-16,0 0 1 16,0 5 3-16,2 2-3 15,15-11 0-15,8-1-1 16,4-8 0-16,4-7 0 16,0-8-1-16,-1-5 0 15,-3-2-5-15,-3-2 2 0,-5-20 4 16,-8-11 2-16,-7-9-2 15,-6-4 1-15,0-7 2 16,-27 5-5-16,-15 4 2 16,-9 13 0-16,-2 12-2 15,6 9 1-15,14 3 1 16,14 5 0-16,19 2-2 16,10 0-24-16,43-4-33 15,25 0 28-15,11-4-23 16,5 2-14-16,-9-8-3 15,-14 6 33-15,-15-2 34 16,-12 2 4-16,-13 8 21 0,-13 0 25 16,-11 0 6-16,-7 24-17 15,0 20 12-15,-7 14-18 16,-7 13-17-16,8-3-5 16,6 2-1-16,0-8-4 15,6-8-1-15,17-13-1 16,2-10 0-16,1-10-1 15,1-15 1-15,4-6 1 16,-2 0 7-16,3-32 5 16,-6-8 13-16,-6-9 16 15,-11-9-5-15,-9-12-2 16,-6-5-6-16,-30 6-14 16,-14 11-15-16,-10 17 0 15,-5 23-14-15,1 15-50 16,-1 3-88-16,5 3-173 0,9 11-348 15</inkml:trace>
  <inkml:trace contextRef="#ctx0" brushRef="#br1" timeOffset="116016.88">18935 14968 1259 0,'0'0'32'0,"0"0"31"0,0 0 2 0,0 0-13 16,0 0-16-16,0 0 12 0,73 29-6 16,-15 17-15-1,6 2-14-15,15 7-7 0,6-10-3 16,10-2 0-16,12-11 1 15,5-12-2-15,10-13-1 16,3-7 3 0,0-9-4-16,-5-29-1 0,-2-12 1 15,5-17 2-15,0-15 0 16,1-20 1-16,-1-19 16 16,4-13 4-16,4-16 1 15,2-13-2-15,6-15-3 16,3-17-8-16,-3-9-2 15,-13-17-1-15,-19-9-4 16,-31-9 2-16,-32-6-5 0,-34 1 1 16,-18-7 0-16,-65-4-2 15,-47-7 0-15,-42-2 0 16,-40 4-3-16,-22 18-4 16,-17 21 1-16,-17 23 6 15,-5 17-1-15,-14 15 2 16,-6 13-1-16,-8 13 0 15,-12 13-1-15,0 22-5 16,-7 14 5-16,-8 15 2 16,1 8 0-16,5 12-1 15,14 12-2-15,24 14-3 16,24 12 2-16,27 11 3 16,25 5 2-16,28 2-2 15,37 0 0-15,33 0-3 16,37 0-3-16,30-1 1 0,19 1-23 15,14 0-41-15,0-9-104 16,16-4-127-16,11-10-253 16</inkml:trace>
  <inkml:trace contextRef="#ctx0" brushRef="#br1" timeOffset="116382.64">16169 8785 888 0,'0'0'32'0,"0"0"92"0,0 0 18 0,0 0-93 15,-133 68 9-15,73-9 4 16,0 3-26-16,6-1-4 16,6-3-9-16,11-7-10 15,13-9-1-15,17-8-1 16,7-3-10-16,5 5 7 16,35 7-3-16,8 12 7 15,10 9 6-15,3 12-13 0,-3 6 0 16,-9 2-5-16,-13 10-22 15,-14 7-88-15,-13-5-228 16,-9-6-581-16</inkml:trace>
  <inkml:trace contextRef="#ctx0" brushRef="#br1" timeOffset="117516.24">19104 12643 920 0,'0'0'94'0,"0"0"28"0,0 0 25 0,0 0-81 0,0 0-33 16,0 0 40-16,-5 38 10 16,36-30-45-16,8-6-13 15,7-2-3-15,8-2-2 16,4-23-1-16,4-14 6 16,3-11-4-16,6-9-1 15,0-13-6-15,5-14-6 16,7-14-2-16,1-18 2 0,-1-21-7 15,-3-21 1-15,-4-13-2 16,-3-17 1-16,-1-5-1 16,-10-1 1-16,-11-10 0 15,-13-3 0-15,-14-12 0 16,-10-15 1-16,-12-16-1 16,-2-16 1-16,0-19-2 15,-31-14-1-15,-9-18 1 16,-16-9 0-16,-6-3 1 15,-12 2 2-15,-8 14-3 16,-16 5 0-16,-18 8-5 16,-11 15-2-16,-9 17-3 0,-12 21-1 15,-2 23-5-15,-11 20 9 16,-10 15 2-16,-6 20 5 16,1 21 0-16,-1 18 1 15,-4 26 1-15,5 19 0 16,5 19-1-16,12 16-1 15,19 14 0-15,26 12 2 16,25 10 5-16,31 8 0 16,20 6 3-16,15 2-6 15,10 0 0-15,3 0-4 16,0 0 1-16,1 0 0 16,3 0 1-16,-1 4-2 0,-2 0 0 15,4-2-2-15,3 0-3 16,2 0-18-16,0-2-39 15,0 0-64-15,0 0-69 16,0 0-185-16,11-16-246 16</inkml:trace>
  <inkml:trace contextRef="#ctx0" brushRef="#br1" timeOffset="117798.96">17175 4219 579 0,'0'0'371'0,"0"0"-351"0,0 0 147 0,29-112-59 0,-29 103-7 0,0 9-3 15,-31 5-47-15,-12 29-28 16,-6 10 6-16,-2 9-22 16,4-6-2-16,6 0-1 15,12-8-2-15,14-5-1 16,11 1 1-16,4 11-2 15,17 7 0-15,26 16 2 16,12 13 0-16,11 6-2 16,3 2-9-16,-7 0-78 15,-12 3-112-15,-21-5-298 16</inkml:trace>
  <inkml:trace contextRef="#ctx0" brushRef="#br1" timeOffset="123918.13">5838 13552 906 0,'0'0'76'0,"0"0"118"0,0 0-65 0,0 0-32 0,0 0-39 16,0 0-18-16,0 0-9 16,163-80-20-16,-103 63-7 0,-11 3-4 15,-15 6-47-15,-15 8-18 16,-19 0-26 0,0 26 18-16,-29 12 49 0,-17 2-3 15,-10-2 25-15,0-5 2 16,12-9 0-16,15-9 7 15,15-9 13-15,14-4-6 16,14-2 6-16,32 0-10 16,21-18-5-16,7-5-5 15,-1-2-56-15,-11 1-235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9T12:59:15.8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1694 3592 709 0,'0'0'110'0,"-127"-7"0"16,80 6-1-16,21 1-5 16,26 0 8-16,29 0-61 15,75 5-20-15,65 9-12 16,59-2-9-16,44-6 5 15,23-6-4-15,7 0 9 16,-6 0-5-16,-11-12-2 16,-22-5 2-16,-31 7-14 15,-41 1-1-15,-54 3-16 16,-58 4-48-16,-58 2-47 16,-44 0 22-16,-79 0-30 15,-54 0-44-15,-51 2-37 16,-32 6 110-16,-24-1 49 0,-11-1 37 15,2-5 4-15,9 2 55 16,14 8 57-16,26 1 41 16,38 5-38-16,50-1 6 15,54-7-16-15,58 3-44 16,39 1-4-16,96-4-17 16,66-5 16-16,76-4-21 15,56-11-22-15,27-22-10 16,19-1-3-16,-11 2 6 15,-24 12-6-15,-32 7-61 16,-47 6-181-16,-49 0-215 16</inkml:trace>
  <inkml:trace contextRef="#ctx0" brushRef="#br0" timeOffset="1081.03">21065 3012 709 0,'-125'-10'193'0,"21"4"-131"0,29 6 136 0,38 0-118 15,37 0-18-15,18 0-22 16,65 0-15-16,57 0 2 15,39 6-13-15,43-1-6 16,16 4-2-16,18-2-3 16,-2 2-3-16,-20 1-8 15,-36 2-20-15,-53 3-54 16,-58-5-97-16,-65 1 15 0,-44-1 35 16,-89 0 36-1,-57-1 57-15,-45-5-40 0,-34 0 76 16,-23-4 9-16,-2 0 22 15,18 0 65-15,44 0 34 16,71 0 14-16,70 0-22 16,69 0-57-16,100 5-56 15,82 5 24-15,83 2-20 16,57 3-13-16,31-4-1 16,11 5-112-16,-28-10-89 15,-38-6-179-15</inkml:trace>
  <inkml:trace contextRef="#ctx0" brushRef="#br0" timeOffset="123930.23">7135 5500 364 0,'0'0'102'0,"113"-120"73"0,-61 50-11 0,-10 2-43 16,-16 10-9-16,-14 8-43 0,-12 13 5 16,-4 18 1-16,-35 10-29 15,-14 9-7-15,-16 20-22 16,-7 30-5-16,0 18 1 15,12 3 0-15,17 5 0 16,20-4-8-16,23-8-2 16,4-1 0-16,46-6 0 15,26 1-3-15,12-1 1 16,8-1 6-16,-10-2-6 16,-15-8-1-16,-24-4-7 0,-26-10 7 15,-17-2 1 1,-13-1 3-16,-45-5 0 0,-20-6 1 15,-14-13 0-15,6-5-2 16,10-14-2-16,14-23 1 16,20-14-2-16,19-11-33 15,23-1-81-15,4 2-147 16,36 13-157-16</inkml:trace>
  <inkml:trace contextRef="#ctx0" brushRef="#br0" timeOffset="124200.88">7885 5404 560 0,'0'0'337'0,"-15"-140"-293"0,13 83 159 0,2 17-94 0,0 18-1 15,0 16-16-15,0 6-27 16,0 22-33-16,0 39-21 16,0 21 32-16,0 18-21 15,-4-4-11-15,1 2-5 16,3 1-6-16,0-5-5 0,0-1-55 16,24-14-126-1,6-17-171-15,-1-23-265 0</inkml:trace>
  <inkml:trace contextRef="#ctx0" brushRef="#br0" timeOffset="124431.9">8416 5903 986 0,'0'0'18'15,"0"0"132"-15,0 0-68 16,0 0-80-16,0 0 39 16,145-34-25-16,-67 22-16 0,-5 0-22 15,-8 3-116-15,-18 7-137 16,-23 2-82-16</inkml:trace>
  <inkml:trace contextRef="#ctx0" brushRef="#br0" timeOffset="124562.74">8459 6060 617 0,'0'0'67'16,"0"0"102"-16,0 0-109 15,0 0-33-15,0 0 0 16,173-22-19-16,-74-5-8 16,1 1-19-16,2-4-231 0</inkml:trace>
  <inkml:trace contextRef="#ctx0" brushRef="#br0" timeOffset="125012.84">10073 5198 669 0,'0'0'37'0,"-15"-150"182"16,11 99-40-16,4 15-16 15,-5 14-37-15,5 14-2 16,0 8-34-16,-2 34-59 16,-1 36-13-16,0 26 14 15,2 15-10-15,1 3-14 0,0-3-8 16,0 0-2-16,12-7-49 15,1-11-88-15,-2-19-69 16,-2-22-93-16,-5-30-53 16</inkml:trace>
  <inkml:trace contextRef="#ctx0" brushRef="#br0" timeOffset="125212.9">9986 5336 98 0,'0'0'545'16,"-8"-157"-510"-16,18 101 85 15,31 17-9-15,10 12-29 16,7 9 28-16,-2 13 2 16,-9 5-35-16,-16 0-30 0,-16 19-23 15,-15 20-15-15,-8 16-2 16,-37 11-7-16,-10 5-34 16,-3-1-115-16,2-8-86 15,9-11-111-15</inkml:trace>
  <inkml:trace contextRef="#ctx0" brushRef="#br0" timeOffset="125463.17">10671 5326 894 0,'0'0'18'16,"0"0"122"-16,13-123 16 0,-13 111-55 15,0 10 46-15,2 2-64 16,0 20-55-16,5 31-19 16,0 15 23-16,-2 6-9 15,-1 2-11-15,2 1-9 16,-1-2-3-16,-5-1-21 16,0-5-91-16,0-11-79 15,0-14-141-15,-9-18-86 16</inkml:trace>
  <inkml:trace contextRef="#ctx0" brushRef="#br0" timeOffset="125613.28">10450 5460 757 0,'0'0'30'0,"0"0"76"16,24-138-10-16,24 95-61 15,18 2 7-15,17 5-21 16,15 7-21-16,0 11-15 15,-11 12-127-15,-23 6-184 16</inkml:trace>
  <inkml:trace contextRef="#ctx0" brushRef="#br0" timeOffset="125812.93">11116 5207 749 0,'0'0'132'0,"0"0"53"0,0 0-73 16,0 0-21-16,0 0-5 15,0 0-7-15,0 141-10 16,0-80-30-16,5-4-23 16,-3 3-9-16,-2-2-7 15,0-1-7-15,0-6-78 16,0-7-85-16,-9-13-121 16,-2-20-77-16</inkml:trace>
  <inkml:trace contextRef="#ctx0" brushRef="#br0" timeOffset="126128.85">11089 5326 589 0,'0'0'12'0,"0"0"58"15,106-127-19-15,-58 104 8 16,2 16 59-16,-8 7-51 16,-11 17 5-16,-15 28-5 15,-16 12-40-15,-8 7-11 16,-29 0-13-16,-7-6 1 15,-4-10-3-15,4-10-2 16,4-12 3-16,9-9 2 16,11-10 1-16,11-3-4 15,9-4-1-15,0 0-7 16,24 0 7-16,15 0 1 16,8 10 4-16,10 7-3 0,-3 5 2 15,2 1-3-15,-6 0 0 16,-7-1-1-16,-7 0 0 15,-10 0-1-15,-13 1-9 16,-11 2-119-16,-2 1-155 16</inkml:trace>
  <inkml:trace contextRef="#ctx0" brushRef="#br0" timeOffset="126447.5">10013 6216 825 0,'0'0'38'0,"-193"31"4"0,141-22 112 16,25-4-82-16,27-2-1 15,45-3-2-15,55 0-27 16,54 0 3-16,40-17-18 15,42-6-9-15,20-3 2 16,7-5 1-16,7 2 23 16,-18 0-24-16,-21 6-8 15,-34 9-8-15,-50 6-4 16,-51 5-11-16,-54 3-79 16,-42 0-123-16,-44 8-97 15,-46 11-154-15</inkml:trace>
  <inkml:trace contextRef="#ctx0" brushRef="#br0" timeOffset="126812.74">10584 6605 879 0,'0'0'41'0,"0"0"208"0,0 0-67 0,0 0-50 0,0 0-8 15,0 0-68-15,-31-38-27 16,35 94 10-16,7 16-14 16,-1 11-18-16,-2 2-7 15,3-2-26-15,5-5-99 16,-3-14-155-16,1-21-258 16</inkml:trace>
  <inkml:trace contextRef="#ctx0" brushRef="#br0" timeOffset="127380.73">10967 6669 866 0,'0'0'82'16,"0"0"27"-16,0 0 96 16,0 0-136-16,0 0 26 15,0 0-18-15,-27-85-34 16,23 96-38-16,-5 28 0 15,0 12-1-15,2 13 2 16,7-2-6-16,0-6 0 16,7-10-1-16,17-15-16 0,7-14 0 15,4-8-5-15,-7-9 5 16,-4 0 2-16,-6-9 9 16,-9-12 6-16,-7-8 0 15,-2-2 0-15,0-7 3 16,-13-1-1-16,-7 3-1 15,3 4-1-15,3 8 0 16,7 4 0-16,7-2 0 16,7 2-18-16,26 5-8 15,10-2 7-15,1 7-9 16,-2 8 18-16,-3 2-3 0,-6 0 12 16,-11 29 0-1,-8 10 0-15,-8 13 1 0,-6 8-1 16,0 5 1-16,0-5 4 15,0-4-3-15,5-8-1 16,11-9 0-16,5-12-13 16,6-13-4-16,4-11-1 15,6-3 18-15,-4-11 0 16,3-21 9-16,-3-11-3 16,-11-8 5-16,-6-6 21 15,-16-10 9-15,0 0 12 16,-23 11-31-16,-19 12-2 15,-14 24-20-15,-15 20-3 16,-7 0-107-16,-6 20-197 16,-3 2-754-16</inkml:trace>
  <inkml:trace contextRef="#ctx0" brushRef="#br0" timeOffset="129962.77">7241 8356 803 0,'0'0'133'0,"30"-118"68"0,-30 69-86 0,0 9-60 0,-9 13 16 0,-16 6-23 15,-2 15 1-15,-4 6-20 16,-7 20-27-16,-1 26 1 16,-2 15-3-16,8 13 1 15,13 8-1-15,13 3 0 16,7 2 0-16,14-5-1 16,28-11-1-16,16-11-2 15,2-10-7-15,4-10 1 16,-10-8 4-16,-18-5 2 15,-16-10 4-15,-20 3-2 16,0-1 2-16,-45 1 7 16,-22-1-4-16,-16-5 0 0,-1-6 1 15,4-8-2-15,15 0-2 16,20-16 0-16,24-9-1 16,21-6-30-16,10-2-145 15,42-2-188-15,17 1-366 16</inkml:trace>
  <inkml:trace contextRef="#ctx0" brushRef="#br0" timeOffset="130197.86">7717 8394 992 0,'0'0'17'15,"0"0"109"-15,-16-125 52 16,7 109-98-16,5 8 21 15,1 8-18-15,3 8-57 16,0 40-21-16,0 27 2 16,0 17 14-16,0 8-10 15,0 0-11-15,5-3 0 16,1 1 0-16,3-4-106 16,3-12-192-16,1-20-288 15</inkml:trace>
  <inkml:trace contextRef="#ctx0" brushRef="#br0" timeOffset="130412.85">8329 8924 1022 0,'0'0'18'0,"0"0"79"15,0 0-51-15,0 0-34 16,0 0 4-16,171-39 7 16,-88 15-23-16,-10 1-45 15,-19 6-151-15,-23 7-98 16,-22 8-167-16</inkml:trace>
  <inkml:trace contextRef="#ctx0" brushRef="#br0" timeOffset="130546.76">8461 9029 3 0,'0'0'597'15,"0"0"-523"-15,0 0 53 16,0 0-72-16,0 0-29 16,0 0 10-16,46 101-13 15,35-125-23-15,1-7-59 16,0-2-240-16</inkml:trace>
  <inkml:trace contextRef="#ctx0" brushRef="#br0" timeOffset="131981.9">15693 2923 708 0,'-114'0'9'0,"12"0"113"0,8 0-9 0,12 0-41 16,17 0 17-1,22 0 6-15,24 0-34 0,19 0-23 16,38 0-18-16,55 0-14 16,63 0-6-16,60 0 3 15,69 0-12-15,61 0-9 16,57 0-9-16,38 10-2 15,31-2 29-15,14-1 8 16,-6-2 12-16,-13-5 2 16,-24 0 14-16,-37 0-13 15,-43 0 2-15,-56-8-3 16,-72 2-9-16,-73 5-2 16,-70-4-11-16,-59 5 0 15,-33 0-37-15,-56 0-48 0,-33 11-44 16,-22 7-82-1,-13-1-87-15,-1 0-250 0</inkml:trace>
  <inkml:trace contextRef="#ctx0" brushRef="#br0" timeOffset="133182.99">9558 8399 964 0,'0'0'34'0,"0"0"24"0,0 0 91 0,0 0-109 16,-59-133-22-16,101 100 14 0,12 1-14 15,8 10 7 1,-4 11 5-16,-9 6-5 0,-16 5-1 16,-17 6-11-16,-14 26-10 15,-2 10 5-15,-18 11-5 16,-17 1 4-16,-4-3 1 15,4-2-5-15,6-11 10 16,11-12-7-16,7-12-4 16,11-4-2-16,0-4 0 15,18 0 0-15,25 4 0 16,13-4 1-16,6 6 0 16,0 1 2-16,-9 2-2 15,-14-1 1-15,-20-6-2 0,-13-4 1 16,-6 1 3-16,-12 2 16 15,-30 3 33-15,-16-1-43 16,-7-4-6-16,5-5-1 16,6 0-3-16,12 0 0 15,17 0-23-15,10-1-82 16,15-2-97-16,4 3-194 16,25 0-178-16</inkml:trace>
  <inkml:trace contextRef="#ctx0" brushRef="#br0" timeOffset="133549.31">10119 8297 789 0,'0'0'55'0,"0"0"111"0,0 0-22 0,0 0-50 0,0 0 0 15,0 0-49-15,-25-66-28 16,20 98-13-16,5 12 5 15,0 12-3-15,0 5-2 16,0 1-4-16,16-4 3 16,2-6-3-16,7-16-1 15,0-15-4-15,8-14-8 16,0-7-11-16,0-3 13 16,-2-23 11-16,-7-12 4 15,-8-8-2-15,-7-4-1 0,-9-1 9 16,0-1-9-16,-11 5 9 15,-18 10-1-15,-2 6 10 16,-2 15 2-16,1 10-3 16,3 6-8-16,5 3-10 15,1 26-8-15,6 15-61 16,10 9-162-16,7-3-196 16</inkml:trace>
  <inkml:trace contextRef="#ctx0" brushRef="#br0" timeOffset="133932.17">10640 8307 748 0,'0'0'48'0,"0"0"117"16,0 0-29-16,0 0-50 15,0 0-3-15,0 0-50 16,-95-51-19-16,91 83-10 15,2 16 2-15,2 12 0 16,0 6-5-16,0-2 1 16,0-2-1-16,0-12 0 15,14-12-2-15,1-14 0 16,8-13 1-16,1-11-3 16,7 0 3-16,1-20 7 0,-3-13-5 15,-3-7 2-15,-2-8 1 16,-10-2 3-16,-10-2 6 15,-4 2 33-15,0 8-15 16,-24 4-7-16,-5 7 5 16,0 12-13-16,5 10-13 15,4 8-4-15,6 1-12 16,5 14-90-16,3 16-174 16,3 8-181-16</inkml:trace>
  <inkml:trace contextRef="#ctx0" brushRef="#br0" timeOffset="134296.54">10958 8347 682 0,'0'0'63'16,"0"0"117"-16,0 0-27 0,0 0-46 15,0 0-36-15,0 0-8 16,-31-29-46-16,31 65-11 15,0 14 7-15,0 9-10 16,9-2 2-16,7-5-4 16,1-6 0-16,1-15-1 15,-3-12 3-15,4-11-6 16,1-8 3-16,-1 0 0 16,6-16 11-16,0-20-8 15,0-12 2-15,-6-8 4 0,-7-1 18 16,-12-2 2-1,0 2 0-15,-8 7 0 0,-18 9-15 16,0 11 5-16,-4 17-5 16,4 11-14-16,-1 2-5 15,0 28-72-15,-2 15-209 16,4 3-537-16</inkml:trace>
  <inkml:trace contextRef="#ctx0" brushRef="#br0" timeOffset="134579.26">11536 8229 989 0,'0'0'21'0,"0"0"89"0,0 0 84 0,0 0-139 0,0 0-10 0,0 0 9 16,54 49 29-16,-2 6-26 16,4 6-39-16,0-1-7 15,-6-4-8-15,-4-6-1 16,-11-10-4-16,-8-9-23 16,-10-13-134-16,-7-10-194 0,-8-8-175 15</inkml:trace>
  <inkml:trace contextRef="#ctx0" brushRef="#br0" timeOffset="134762.97">11910 8242 641 0,'0'0'237'16,"0"0"-125"-16,0 0 97 16,0 0-133-16,0 0-12 15,-131 77-17-15,96-14-13 16,2 9-25-16,-3 4-6 15,-3 0-3-15,-7-4-43 16,4-12-191-16,1-17-236 16</inkml:trace>
  <inkml:trace contextRef="#ctx0" brushRef="#br0" timeOffset="135579.16">12500 8346 689 0,'0'0'119'16,"0"0"81"-16,0-141-54 0,-15 99-60 0,-14 5-32 0,-5 12 0 0,0 10-2 15,1 15-13-15,0 0-12 16,1 19-17-16,8 15-7 16,9 6-2-16,12 6-1 15,3 3 0-15,29 2 0 16,22 2 0-16,11 1 0 16,6-2-5-16,-6-6-1 15,-13-4 1-15,-18-13-2 16,-19-6 4-16,-12-4-5 15,-25-5 3-15,-22-4 5 16,-6-6 3-16,-1-4-3 16,5 0 1-16,11-11 2 15,11-12-3-15,21-10 2 0,6-5-2 16,33-6-12 0,32 0-51-16,22 4-134 0,6 2-137 15,1 10-371-15</inkml:trace>
  <inkml:trace contextRef="#ctx0" brushRef="#br0" timeOffset="135829.04">12948 8165 680 0,'0'0'69'0,"0"0"95"15,0 0 59-15,0 0-98 0,0 0-5 16,0 0-20-16,-51-96-40 15,51 112-43-15,13 28 4 16,7 18 23-16,5 9-20 16,2-4-13-16,6-2-10 15,2-8 3-15,5-7-4 16,0-13-1-16,-1-13-3 16,-5-12-48-16,1-12-122 15,-6 0-171-15,-7-8-162 16</inkml:trace>
  <inkml:trace contextRef="#ctx0" brushRef="#br0" timeOffset="136046.13">13227 8238 575 0,'0'0'82'0,"0"0"11"0,0 0 94 16,0 0-92-16,0 0-4 15,0 0-17-15,-128-66-42 16,104 116-16-16,-3 11 2 15,0 12-11-15,1 1-4 16,-1 0-3-16,-5-2-5 16,-1-5-63-16,-4-11-116 15,-5-8-78-15,-5-13-98 16</inkml:trace>
  <inkml:trace contextRef="#ctx0" brushRef="#br0" timeOffset="136896.26">13717 8222 736 0,'0'0'104'0,"0"0"110"0,0 0-58 0,0 0-36 0,0 0 8 16,0 0-33-16,-39-100-42 16,39 100-31-16,0 27-8 15,2 15 16-15,8 16 8 16,-3-1-29-16,-3 3-3 0,-4 2-5 15,0-8-1-15,0-4-3 16,0-10-45-16,4-11-130 16,8-10-113-16,5-15-140 15</inkml:trace>
  <inkml:trace contextRef="#ctx0" brushRef="#br0" timeOffset="137179.72">13959 8266 771 0,'0'0'71'0,"0"0"117"0,0 0-35 16,0 0-34-1,0 0-25-15,0 0-36 0,-31-44-42 16,31 73-7-16,0 9 10 16,18 2-8-16,15 0-2 15,11-3-2-15,4-3 3 16,-8-2-2-16,-5-5 4 15,-10-6 7-15,-12-3 5 16,-10-5 0-16,-3 2-2 16,-3-3-7-16,-27 4-4 15,-11 0-11-15,-1-6-8 16,4 1-122-16,4-11-127 16,10-3-254-16</inkml:trace>
  <inkml:trace contextRef="#ctx0" brushRef="#br0" timeOffset="137364.97">13984 8186 804 0,'0'0'35'15,"0"0"86"-15,111-119 12 16,-48 73-32-16,12 1 2 16,-1 10-34-16,-7 11-35 15,-23 15-34-15,-19 9-21 16,-25 10-136-16,-5 26-190 15,-34 4-214-15</inkml:trace>
  <inkml:trace contextRef="#ctx0" brushRef="#br0" timeOffset="138047.28">9465 9251 861 0,'0'0'46'0,"0"0"72"0,0 0-58 0,0 0-52 16,0 0 2-16,0 0 25 16,255 6 14-16,-49-6-16 15,60-11-15-15,57-11-4 16,49-6 8-16,29 0-3 16,18-4-13-16,2-3 6 15,-14 0 29-15,-12 1-7 0,-27 3 2 16,-34 4 6-1,-45 4-15-15,-52 7-1 16,-59 2-15-16,-69 6-10 0,-60 4-1 16,-49 4-26-16,-64 0-77 15,-52 10-148-15,-34 6-129 16</inkml:trace>
  <inkml:trace contextRef="#ctx0" brushRef="#br0" timeOffset="138513.2">10659 9693 950 0,'0'0'82'0,"0"0"142"0,0 0-99 0,0 0-16 0,0 0-8 15,0 0-59-15,-19-74-23 16,19 94-11-16,9 17-3 16,6 13 6-16,1 9-9 15,-3-2-1-15,1 0-1 16,-4-2-18-16,1-8-76 15,-3 1-89-15,-4-9-83 16,-2-13-92-16,5-16-161 16</inkml:trace>
  <inkml:trace contextRef="#ctx0" brushRef="#br0" timeOffset="139112.75">10947 9763 714 0,'0'0'69'0,"0"0"83"15,0 0 27-15,0 0-73 16,-24-106-4-16,22 104-1 16,-1 2-33-16,3 0-49 15,0 24-14-15,0 15-4 16,0 8 4-16,3 6-1 16,5-12-3-16,5 0 1 15,3-7-2-15,2-12 1 0,0-6-1 16,2-8 0-16,0-8 2 15,2 0 4-15,-6 0-3 16,-3-17 0-16,-2-6 2 16,-9-5 0-16,-2-4-2 15,0-1 0-15,-11 1-3 16,-11-2 1-16,-2 6-1 16,1 0 0-16,7 8 2 15,8 6-4-15,6-1 2 16,2 2-3-16,4-1-17 15,25 2 6-15,6 0-1 16,3 6-1-16,3 2 4 16,-8 4-1-16,1 0 7 0,-10 0 5 15,-4 6-1 1,-7 16-3-16,-4 9 5 0,-2 0-2 16,-2 6 5-16,0 2-5 15,1 4 2-15,0-2 0 16,5 3 0-16,5-4 1 15,4-5-1-15,0-9 3 16,5-8-6-16,-5-12 2 16,-3-6 1-16,1 0 0 15,-5-27 7-15,-3-10-5 16,-8-7 7-16,-2-13-4 16,0 0 10-16,-14-4-7 0,-15 3-4 15,-8 12-2 1,-17 18-2-16,-15 27-5 0,-16 7-94 15,-13 38-201 1,-4 7-247-16</inkml:trace>
  <inkml:trace contextRef="#ctx0" brushRef="#br0" timeOffset="139832.47">11862 9747 786 0,'0'0'114'0,"0"0"113"0,0 0-54 0,0 0-54 15,0 0-29-15,0 0-36 16,10-32-15-16,32 60 12 16,7 8-27-16,0 4-18 15,-2-2-3-15,-5 1 0 16,2-3-3-16,-3-6-15 16,-5-4-82-16,-7-4-136 0,-14-12-140 15,-8-8-188 1</inkml:trace>
  <inkml:trace contextRef="#ctx0" brushRef="#br0" timeOffset="140013.9">12180 9707 627 0,'0'0'113'16,"0"0"39"-16,0 0-23 15,0 0-70-15,-121 89-4 16,94-48-12-16,-2 4-18 15,0 3-20-15,2 2-5 16,3-2-5-16,4-4-128 0,2-8-190 16,5-13-350-1</inkml:trace>
  <inkml:trace contextRef="#ctx0" brushRef="#br0" timeOffset="140329.13">12575 9655 991 0,'0'0'51'0,"0"0"136"16,0 0-20-16,0 0-62 15,0 0-20-15,0 0-30 16,-37-76-29-16,37 98-12 16,0 28-8-16,0 14 15 15,0 8-1-15,0-5-19 16,4-3 0-16,10-6-1 16,1-8-28-16,5-6-118 15,1-18-159-15,0-16-311 16</inkml:trace>
  <inkml:trace contextRef="#ctx0" brushRef="#br0" timeOffset="140681.44">12828 9801 901 0,'0'0'45'16,"0"0"75"-16,0 0-23 15,-33-102-51-15,48 71-7 16,22 2 2-16,6 8-31 16,1 8 0-16,-8 13-3 15,-9 0 0-15,-9 13 6 16,-12 20-7-16,-6 11 2 16,0 8-1-16,-14 2 6 0,-17-4 7 15,-4-5 5 1,1-7 5-16,3-10 0 0,10-10 1 15,7-5 3-15,9-7-14 16,5-6-6-16,11 0-9 16,39 0 1-16,21-17 8 15,16-11-14-15,8-8-8 16,-5 1-79-16,-8-1-63 16,-19-10-190-16</inkml:trace>
  <inkml:trace contextRef="#ctx0" brushRef="#br0" timeOffset="147845.88">22263 2188 620 0,'0'0'17'0,"0"0"118"16,0 0-2-1,0 0-33-15,0 0 11 0,0 0-24 16,0-49-43-16,0 67-25 15,0 20 7-15,13 9 25 16,6 0-17-16,0-10-11 16,1-5-7-16,-1-14-7 15,-1-8 1-15,-1-6 6 16,6-4 0-16,6-6 8 16,6-24-6-16,9-10-11 15,8-10 0-15,9-16-6 16,13-5 2-16,7-4-2 0,6 2-1 15,-2 8 1 1,-8 3 1-16,-8 8-1 16,-11 11-1-16,-15 8 2 0,-14 15-1 15,-14 10 0-15,-12 6 0 16,-3 4-1-16,0 0-1 16,0 0-8-16,-16 0-27 15,-6 14-54-15,-3 12-89 16,-4-1-144-16,-6-6-413 15</inkml:trace>
  <inkml:trace contextRef="#ctx0" brushRef="#br0" timeOffset="149146.88">8274 3571 710 0,'0'0'17'0,"0"0"154"0,0 0-65 0,0 0-35 16,0 0 19-16,0 0-3 15,44-37-37-15,25 24 10 16,13 1-19-16,8 1-14 16,1 1-7-16,7-1-13 15,5 3-4-15,-5 2 4 16,-9 2-6-16,-15 4-1 15,-22 0-1-15,-22 0 0 16,-17 0-2-16,-13 8-20 0,-11 6-15 16,-30 0-1-16,-19 0-20 15,-7-6 5-15,-8-4 13 16,-3 2 15-16,-3-2 1 16,4 3 19-16,-3-3 6 15,-1 5 0-15,8-3 0 16,10 0 4-16,14 0 9 15,18-2 17-15,15-2-8 16,12-2 16-16,4 2-19 16,14 0-7-16,26 3 1 0,15-1 3 15,12-3-2 1,6 1-5-16,6-2-4 16,-4 0-2-16,1 0 4 0,-9-3 0 15,-7-3-2-15,-16 1-4 16,-15 1 0-16,-13 4-1 15,-11 0-12-15,-5 0-40 16,-7 2-115-16,-28 15-182 16,-10 6-186-16</inkml:trace>
  <inkml:trace contextRef="#ctx0" brushRef="#br0" timeOffset="153396.51">11475 3413 753 0,'0'0'7'0,"0"0"-14"0,0 0-12 0,0 0-112 0,0 0-78 15</inkml:trace>
  <inkml:trace contextRef="#ctx0" brushRef="#br0" timeOffset="153563.17">11475 3413 514 0,'38'39'0'0,"-38"-39"-6"16,0 0-240-1</inkml:trace>
  <inkml:trace contextRef="#ctx0" brushRef="#br0" timeOffset="154613.22">22675 2099 408 0,'0'0'21'0,"0"0"36"0,0 0-23 0,0 0-23 0,0 0-7 16,0 0-4-16,-2-8-99 15,2 8-227-15</inkml:trace>
  <inkml:trace contextRef="#ctx0" brushRef="#br0" timeOffset="158129.28">10537 8667 117 0,'0'0'463'0,"0"0"-428"0,0 0 56 0,0 0-20 16,0 0 0-16,0 0 5 15,0 0-32-15,-109 80 1 16,109-80 6-16,0 0 18 15,0-3-7-15,25-26-5 16,17-19-13-16,20-18-1 16,19-11-12-16,12-9 0 15,3 2 7-15,0 4-2 16,-15 9-7-16,-11 15-13 0,-23 18-11 16,-14 14-1-16,-17 10-4 15,-10 10-5-15,-3 2-21 16,-3 2-49-16,0 0-73 15,-3 26-55-15,-19 8-80 16,-7 9-66-16</inkml:trace>
  <inkml:trace contextRef="#ctx0" brushRef="#br0" timeOffset="158846.59">10944 9922 662 0,'0'0'95'0,"0"0"39"0,0 0-27 0,0 0-37 0,0 0 15 0,0 0-30 16,-51 8-21-16,85-34-1 15,15-10-4-15,18-13 11 16,8-1-19-16,10-1-1 16,0-2 14-16,-5 6 0 15,-8 4-9-15,-15 9-10 0,-16 12-8 16,-20 10-6 0,-9 10-1-16,-10 2-5 15,0 0-19-15,-2 0-48 0,0 0-68 16,0 0-116-16,0-4-167 15</inkml:trace>
  <inkml:trace contextRef="#ctx0" brushRef="#br0" timeOffset="159546.76">12789 7856 499 0,'0'0'28'0,"0"0"69"0,0 0 5 0,0 0 8 0,0 0-4 0,0 0-8 0,10-28-13 16,-12 38-26-16,-32 38-24 15,-17 29 5-15,-20 29 21 16,-14 20-1-16,-7 19-7 16,-3 1-13-16,6-8-6 15,6-15-12-15,12-21-3 16,11-14-11-16,12-19 4 15,17-18-7-15,12-16-5 16,9-17-8-16,6-12-58 16,4-6-49-16,0 0-100 15,16-26 21-15,9-25-69 0,-2-17-164 16</inkml:trace>
  <inkml:trace contextRef="#ctx0" brushRef="#br0" timeOffset="160296.03">12396 7519 496 0,'0'0'29'0,"0"0"87"0,0 0-8 16,0 0-17-16,0 0-7 0,0 0-27 16,-48-67-25-1,59 40-3-15,14 3-18 0,8 4 1 16,1 6-2-16,-3 6 12 15,-4 6 3-15,-9 2-9 16,-7 4-9-16,-11 24 6 16,0 8 12-16,-5 11-8 15,-22-3-3-15,-2-4-2 16,-2-4 1-16,4-9-4 16,4-2 7-16,2-8-1 15,10-2 0-15,0-9-2 16,9-4 0-16,2-2-2 15,0 0-9-15,31 0 2 16,20-8 7-16,18-11-11 16,10 0-2-16,2 0-60 0,2 4-94 15,-4 1-62-15,-15 2-154 16</inkml:trace>
  <inkml:trace contextRef="#ctx0" brushRef="#br0" timeOffset="161362.23">13351 9328 874 0,'0'0'64'0,"0"0"49"0,0 0-1 0,0 0-45 0,0 0-52 15,-148 122 13 1,71-35 27-16,-5 11-2 0,0 2-1 15,-2 2-6-15,-5-1-14 16,3-7 1-16,1-4-9 16,5-9 3-16,15-10-3 15,11-20-17-15,19-13-3 16,15-14-4-16,11-12 0 16,9-4-18-16,0-6-44 15,4 1-43-15,25-3-22 16,12-13-65-16,7-23-71 15,6-12-244-15</inkml:trace>
  <inkml:trace contextRef="#ctx0" brushRef="#br0" timeOffset="161913.64">13520 10190 886 0,'0'0'60'0,"0"0"33"15,0 0-10-15,0 0-62 0,0 0-20 16,0 0 5-1,65-118 1-15,-16 100-2 0,-3 10 1 16,-5 8 13-16,-12 0 21 16,-11 5-4-16,-12 24-22 15,-6 5-2-15,0 8 3 16,-19 1-3-16,-10-5 4 16,2-8-4-16,0-9-2 15,9-8 4-15,9-5-7 16,5-6-6-16,4-2-1 15,0 0-8-15,13 0 2 16,9 2 6-16,7 6 1 0,0 8-1 16,2 6 1-1,-4 10-1-15,-2-2 5 0,-10 2 4 16,-11-4 5-16,-4-3 20 16,-4-3 10-16,-23-3-3 15,-13-1-4-15,-8-1-21 16,-4-2-8-16,-3-3-7 15,5-6-1-15,10-6 0 16,7 0-13-16,13-8-51 16,9-24-35-16,11-12-90 15,4-11-92-15,29-3-88 16</inkml:trace>
  <inkml:trace contextRef="#ctx0" brushRef="#br0" timeOffset="162195.69">14093 9695 690 0,'0'0'48'0,"0"0"40"0,0 0 6 0,0 0 8 0,0 0-24 16,0 0-48-16,-109 164 15 16,40-39 18-16,-10 17 1 15,-9 14-13-15,-9 7-19 16,-5-8-2-16,-2-9-16 15,-1-16-2-15,11-19-5 16,19-27-1-16,19-30-2 16,20-22-4-16,20-18-2 0,14-10-35 15,2-4-84-15,7-26-77 16,24-34 87-16,12-30-147 16,1-25-158-16</inkml:trace>
  <inkml:trace contextRef="#ctx0" brushRef="#br0" timeOffset="162562.38">14730 8059 722 0,'0'0'4'0,"0"0"78"0,0 0-6 15,0 0-44-15,-125 34 25 16,50 24 30-16,-19 17 23 16,-8 18-33-16,-10 6-17 15,1-1-6-15,4-4-20 16,5-8 4-16,3-13-12 15,10-13-4-15,16-13-5 16,17-8-10-16,16-9-3 16,15-7-4-16,15-12-8 15,5-5-41-15,5-2-32 0,0-4-47 16,0 0-61-16,7-10-20 16,10-26-4-16</inkml:trace>
  <inkml:trace contextRef="#ctx0" brushRef="#br0" timeOffset="162966.03">14122 7532 763 0,'0'0'6'16,"0"0"82"-16,0 0 32 0,0 0-43 16,0 0 12-16,0 0-15 15,-16-49-41-15,14 63-29 16,2 17 0-16,0 7 13 16,0-2-9-16,11-6 3 15,16-6-8-15,2-2 2 16,6-4-2-16,-2-1 3 15,2 0 2-15,-2 0 7 16,-11-4 14-16,-4 1 0 16,-11-6 4-16,-7 3-3 0,0-1 0 15,-25 3-1-15,-9 3-17 16,-3 1-9-16,1-3-3 16,5-5-30-16,11 0-71 15,5-8-46-15,10-1-115 16,5-4-77-16</inkml:trace>
  <inkml:trace contextRef="#ctx0" brushRef="#br0" timeOffset="163213.15">14229 7386 483 0,'0'0'155'15,"0"0"-100"-15,0 0 49 0,0 0-38 16,0 0 18-1,0 0-3-15,158-121 3 0,-91 97-8 16,-2 0-7-16,-12 6-10 16,-15 5-12-16,-16 8-36 15,-16 2-8-15,-6 3-1 16,0 0-2-16,0 0-27 16,-17 16-71-16,-12 11-108 15,-5-1-116-15,-10-2-366 16</inkml:trace>
  <inkml:trace contextRef="#ctx0" brushRef="#br0" timeOffset="164179.21">12723 7172 443 0,'0'0'82'0,"0"0"-69"0,0 0 35 0,0 0 5 0,0 0 8 16,0 0 31-16,0 16-19 15,0-16-18-15,0 0 3 0,0 0-4 16,0 0 9-16,0-3-6 16,0-22-34-16,0-7-18 15,6-10-3-15,6-8 3 16,7-10-1-16,8-12-3 16,12-7 0-16,13-3-1 15,18 5 1-15,22 6-1 16,12 10 0-16,12 11 1 15,4 10-1-15,-5 13 3 16,-5 13 1-16,-9 14 4 16,-4 0 7-16,-10 32 19 15,-8 19-4-15,-11 16 0 16,-10 16 7-16,-9 12-9 16,-10 8 8-16,-8-1-6 0,-10-12-7 15,-7-7-1-15,-5-15-8 16,-3-10-8-16,2-8-3 15,3-10-1-15,-1-6-2 16,2-8 0-16,-1-6-28 16,-2-3-35-16,-7-6-50 15,-2-3-81-15,0 0 1 16,-7-8-18-16,-20 0-24 16</inkml:trace>
  <inkml:trace contextRef="#ctx0" brushRef="#br0" timeOffset="165501.25">10034 7918 703 0,'0'0'51'0,"0"0"52"0,0 0-58 0,0 0-29 0,0 0 13 15,0 0-1-15,0 9-2 0,6 8 15 16,3 0-10-16,-4-7-17 16,-1-5-6-16,-2-5-1 15,-2 0 3-15,0 0 6 16,3 0 1-16,1 0 11 16,9-18-3-16,7-15-14 15,9-7-5-15,5-7-6 16,3 3-9-16,2 0-39 15,-4 10-39-15,-1 12-22 16,-10 12-124-16,-11 8-87 16</inkml:trace>
  <inkml:trace contextRef="#ctx0" brushRef="#br0" timeOffset="166647.54">1563 6244 768 0,'-119'36'54'0,"-10"4"43"0,-7 4 26 0,0 1-7 0,9-4-2 15,18-6-26 1,33-13-4-16,33-8-28 0,43-14-20 16,35 0-19-16,71-40-5 15,64-23-4-15,54-19-8 16,55-12 0-16,33-8-11 16,22-9 8-16,9-2-5 15,-6 2-2-15,-14 10-4 16,-29 15-10-16,-44 16 1 15,-59 14-37-15,-67 23-37 16,-68 18-83-16,-56 15 21 16,-56 12-24-16,-81 35-14 0</inkml:trace>
  <inkml:trace contextRef="#ctx0" brushRef="#br0" timeOffset="166863.28">1375 6318 688 0,'-232'86'157'0,"43"-6"-18"15,44-22-24-15,47-16-44 16,44-21-49-16,54-19 19 16,39-8 12-16,86-47-30 15,75-24 6-15,67-24 0 16,63-16-21-16,47-13-4 16,28-9-3-16,14-3-1 15,-7 9 0-15,-29 12 4 16,-47 17-4-16,-57 16-54 15,-74 15-180-15,-64 16-123 16</inkml:trace>
  <inkml:trace contextRef="#ctx0" brushRef="#br0" timeOffset="168580.77">7300 12159 1089 0,'0'0'89'0,"0"0"44"0,-27-128-65 0,-11 106 5 0,-6 19-15 0,-8 3-31 16,1 25-15-16,4 30-8 16,7 11 3-16,14 12-7 15,16 0 0-15,10-2-2 16,25-7 2-16,35-11-3 16,15-8-15-16,10-2-1 15,-2-6 10-15,-14-2 1 16,-20-2 8-16,-22-3 1 15,-27 0 0-15,-14-1 25 16,-48 5 8-16,-29-5-16 0,-14-10-1 16,-4-8-6-1,15-16 5-15,25 0-7 0,25-27-9 16,24-23-23-16,20-16-52 16,20-8-61-16,37-2-149 15,23 4-83-15,12 6-319 16</inkml:trace>
  <inkml:trace contextRef="#ctx0" brushRef="#br0" timeOffset="168782.95">7763 11989 813 0,'0'0'145'0,"0"0"58"16,0 0-27-16,0 0-42 15,0 0-8-15,0 0-55 0,10 63-42 16,-24 69 23-16,5 23-21 15,3-4-16-15,2 0-11 16,4-9-4-16,0-9-5 16,0-19-35-16,16-17-68 15,20-31-140-15,11-32-254 16</inkml:trace>
  <inkml:trace contextRef="#ctx0" brushRef="#br0" timeOffset="169030.69">8483 12828 1139 0,'0'0'58'0,"0"0"22"16,0 0-29-16,0 0-37 15,0 0 8-15,151-25-12 16,-66 7-10-16,-7-1-62 16,-15 6-249-16,-26 7-197 15</inkml:trace>
  <inkml:trace contextRef="#ctx0" brushRef="#br0" timeOffset="169147.04">8581 13102 664 0,'0'0'242'0,"0"0"-106"15,0 0-58-15,0 0-76 16,118-42-4-16,16-28-58 16,19-12-229-16</inkml:trace>
  <inkml:trace contextRef="#ctx0" brushRef="#br0" timeOffset="169679.25">9884 12522 959 0,'0'0'22'16,"0"0"88"-16,0 0-28 15,0-126-68-15,45 102 27 16,4 10 21-16,-7 14-20 16,-8 0-31-16,-15 31-7 15,-14 16-2-15,-5 7 2 0,-11 7-4 16,-20-7 2-16,0-8-2 15,4-12 4-15,14-14-4 16,11-9-4-16,2-5 2 16,21-6-11-16,24 0 11 15,9 0 1-15,3 5 1 16,-3 9-1-16,-7 6 1 16,-14 4 2-16,-15 5 11 15,-18 0 2-15,-7 0 23 16,-39-1 25-16,-12-5-4 15,-9-5-7-15,-3-6-30 16,10-9-15-16,12-3-4 16,14-3-3-16,16-22-30 0,16-12-54 15,2-1-47-15,18-4-159 16,16 4-127-16</inkml:trace>
  <inkml:trace contextRef="#ctx0" brushRef="#br0" timeOffset="170246.27">10499 12378 882 0,'0'0'140'0,"0"0"48"0,0 0-62 0,0 0-37 0,0 0-4 0,0 0-25 15,7-31-43-15,-14 78-10 16,-1 9 2-16,5 5-2 15,3-7-5-15,0-5-2 16,20-10-1-16,7-11-9 16,4-8-6-16,0-12-1 15,-2-8 2-15,-4 0-6 16,-10-4 0-16,-10-18 14 16,-5-10 2-16,0-5-4 15,-22-5 5-15,-1 1 1 16,4 3 1-16,7 3-1 15,12 5 2-15,0 6-1 16,14 7-2-16,21 8-1 0,12 9 2 16,2 0-1-1,3 22 0-15,-8 18 2 0,-9 10 0 16,-6 4-2-16,-11 1-3 16,-7-3-7-16,0-6 14 15,1-8 0-15,1-9-1 16,3-12 1-16,5-9 5 15,6-8-2-15,2 0 0 16,-2-14 1-16,-2-18-4 16,-8-10 14-16,-7-8 6 15,-10-6 21-15,0-2 10 16,-34-1-28-16,-13 12-3 16,-11 7-9-16,0 19-1 15,-4 11-8-15,4 10-2 0,9 0-23 16,6 0-61-16,15 12-54 15,8 3-181-15,9-8-164 16</inkml:trace>
  <inkml:trace contextRef="#ctx0" brushRef="#br0" timeOffset="170813.1">11640 11919 369 0,'0'0'716'0,"-140"-112"-685"0,26 52 20 0,-33-6-29 0,-51-5-19 0,-43 1 8 15,-42 2-5-15,-34 8-4 16,-28 12 57-16,-45 13 22 15,-33 20 0-15,-31 15-24 16,-35 14-27-16,-16 37-18 16,-14 29 3-16,0 25 7 15,4 29-16-15,34 19 29 16,39 21-25-16,57 15-7 16,71 5-2-16,73 9 5 0,79-3-6 15,84-3 3 1,78-7-3-16,80-16-11 0,105-19-15 15,86-27-22-15,84-31 7 16,75-23-7-16,62-23 10 16,57-24 30-16,43-19 8 15,25-8 2-15,21-23 7 16,0-26-2-16,-13-17 7 16,-17-14-8-16,-35-21 2 15,-48-21 16-15,-57-18 5 16,-82-23 10-16,-83-15-11 15,-87-13-4-15,-99-19-8 16,-94-11-14-16,-83-10-1 16,-123 9-1-16,-100 32 0 15,-82 33-9-15,-85 53-4 0,-60 41-28 16,-42 35-58-16,-35 28-87 16,-16 19-217-16</inkml:trace>
  <inkml:trace contextRef="#ctx0" brushRef="#br1" timeOffset="175629.07">16275 3417 701 0,'0'0'183'0,"0"0"-155"0,0 0 103 0,-12-110-90 15,-30 101 18-15,-12 9-13 0,-10 0-5 16,-5 6-8 0,-1 24 3-16,3 13 3 0,5 15-12 15,4 22 14-15,5 22-3 16,1 19 5-16,11 14-11 15,7 16-3-15,12 14-8 16,8 17-8-16,10 20 3 16,4 19-4-16,0 30 7 15,0 26-1-15,0 21 1 16,11 27-1-16,5 14 3 16,4 22-1-16,5 16-1 15,8 14-2-15,5 12-2 0,4 16 3 16,3 17-4-16,-1 21-5 15,1 20-2-15,1 5-7 16,-6 2-1-16,-1-2 1 16,-10-2 3-16,-14 1-3 15,-11 6-2-15,-4 6 1 16,-4-6 0-16,-23-4-6 16,-9-11 1-16,-8-29-9 15,-9-20-4-15,-12-26-23 16,-11-30-50-16,-16-22-111 15,-18-34-155-15,-29-35-365 16</inkml:trace>
  <inkml:trace contextRef="#ctx0" brushRef="#br1" timeOffset="178997.91">16898 5103 1056 0,'0'0'72'0,"0"0"133"0,0 0-100 0,0 0-3 0,0 0-17 0,0 0-30 16,0 0-26-16,-2-84-14 15,2 126-4-15,-2 20 23 16,-5 13-11-16,2 0-9 16,1 0-7-16,-2-3-3 15,-1-8-4-15,5-6-2 16,2-5-30-16,0-13-71 15,0-8-82-15,17-13-78 16,8-10-134-16,2-9-111 16</inkml:trace>
  <inkml:trace contextRef="#ctx0" brushRef="#br1" timeOffset="179298.79">17225 5328 791 0,'0'0'39'16,"0"0"138"-16,0-111 7 15,-11 100-75-15,-1 7-39 16,-5 4-13-16,5 14-27 16,2 22-25-16,6 8 4 15,4 8-1-15,0-2-6 16,26-4-2-16,12-2 0 16,12-8-4-16,3 0 1 15,3-5 1-15,-5-4 2 16,-8 0 0-16,-14-1 1 15,-21-2 2-15,-8 2-2 16,-18 1 6-16,-28 4 2 0,-17-5-8 16,-4-6-1-16,8-11-20 15,7-9-57-15,19-11-116 16,10-31-74-16,15-21-231 16</inkml:trace>
  <inkml:trace contextRef="#ctx0" brushRef="#br1" timeOffset="179447.75">17285 5284 95 0,'0'0'802'0,"0"0"-674"16,0 0 69-16,0 0-118 15,0 0-31-15,0 0-19 0,128-42-29 16,-71 42-17 0,6 0-188-16,-7 14-184 0</inkml:trace>
  <inkml:trace contextRef="#ctx0" brushRef="#br1" timeOffset="179763.7">18189 4948 736 0,'0'0'17'15,"0"-103"113"-15,0 55-7 0,0 8-34 16,0 11 12-1,0 12 9-15,0 15-6 0,0 2-31 16,-10 27-35-16,-12 41-12 16,-9 41 10-16,0 41 10 15,2 25 7-15,0 21-10 16,2 9-22-16,-4-16-9 16,2-10-5-16,6-19-2 15,4-24-4-15,7-22-1 16,8-28-7-16,4-30-26 15,0-23-47-15,0-20-71 16,4-13-129-16,8-27-109 16,-8-38-297-16</inkml:trace>
  <inkml:trace contextRef="#ctx0" brushRef="#br1" timeOffset="180012.76">17769 5386 742 0,'0'0'23'0,"0"0"77"16,0 0-35-16,0 0-41 16,0 0 9-16,-77 120-1 15,110-104-1-15,5-8-16 16,-1-8 4-16,-3 0 11 16,-12-2 2-16,-11-16 21 15,-11 0 21-15,0-2-20 16,-8-2-21-16,-17 8-10 0,2 10-23 15,2 4 0 1,5 14-53-16,3 24-163 0,6 2-205 16</inkml:trace>
  <inkml:trace contextRef="#ctx0" brushRef="#br1" timeOffset="180396.11">18318 5722 755 0,'0'0'30'0,"0"0"139"15,0 0-95-15,0 0-49 16,0 0-4-16,0 0 32 15,-11 62-7-15,11-37-25 16,2 1-10-16,7-6-3 16,-1-8-2-16,1-4 0 15,0-5-3-15,0-3 0 16,-2 0 21-16,-1 0 19 16,-3-13 1-16,-3-5-5 15,0-4-6-15,0 2-16 16,-3 4-1-16,-10 5-16 15,2 4-5-15,-5 7-19 0,3 0-77 16,-1 10-105-16,-3 10-95 16,1-2-365-16</inkml:trace>
  <inkml:trace contextRef="#ctx0" brushRef="#br1" timeOffset="190265.87">19191 5317 737 0,'0'0'173'0,"0"0"-125"0,0 0 77 0,0 0-44 0,-134-68-9 0,87 68-4 15,4 18-7-15,9 11-11 16,7 9-20-16,8 6-9 15,11-2-10-15,8 2-4 16,0-2-4-16,12-7 0 16,16-6-3-16,6-4 1 15,1-10-3-15,3-7 0 16,-2-8-7-16,-3 0 2 16,-6 0-3-16,-7-12 4 0,-10-8-1 15,-3-10 3 1,-7-4-2-16,0-8-9 0,-15 0 9 15,-16 0-5 1,-4 5 2-16,-4 10 8 0,6 5 1 16,4 10 1-16,9 6-1 15,8-1-1-15,8 7 0 16,4-1-1-16,4-1-28 16,28-1-19-16,17-4 15 15,9-8-26-15,7-3-25 16,1-5 6-16,-3-7 32 15,-7 1 5-15,-12 0 11 16,-11-7 16-16,-13 3 11 16,-9-5 4-16,-9-2 7 15,-2 1 2-15,0 4 8 16,-13-1 15-16,-5 6 5 16,3 7 22-16,-1 8 10 0,5 6-10 15,5 6 8-15,1 3-15 16,3 0-29-16,2 37-23 15,0 33 12-15,0 35 30 16,0 39 8-16,0 20-10 16,9 28-8-16,0 14 5 15,2 1-9-15,2-7-11 16,6-13-9-16,2-27-5 16,4-26-1-16,2-24 0 15,-3-25-1-15,1-21-1 0,-6-22 0 16,-2-24-2-1,0-18-3-15,1-13-18 0,-3-38 0 16,-3-16-17-16,-10-13 5 16,-2-14 8-16,-11-2 5 15,-16 2 4-15,-11 9 5 16,-6 19 13-16,-7 13 0 16,-6 18 2-16,4 9 14 15,2 10 3-15,15 6 10 16,14 3-4-16,15 6-12 15,7 1-13-15,29-5-6 16,29-3 1-16,24-9-87 16,17-8-154-16,3-10-175 15</inkml:trace>
  <inkml:trace contextRef="#ctx0" brushRef="#br1" timeOffset="190829.29">20024 5430 784 0,'0'0'97'0,"0"0"55"0,0 0-106 0,-22-114-24 0,56 83 14 16,5 10 0-16,6 9 0 15,-2 9-7-15,-12 3-15 16,-11 12-12-16,-7 19-1 15,-13 5 3-15,0 2-2 16,-13-1 1-16,-9-6 1 16,-5-1 1-16,4-8 4 15,10-11-2-15,9-4-4 0,4-5-3 16,2 3 1 0,29 2-1-16,13 1 0 0,4 7-4 15,-2 4 3-15,-6 3 0 16,-9 2 0-16,-11-3 1 15,-13-3 3-15,-7-4 3 16,-9 2 22-16,-26-5 16 16,-19 1-4-16,-4-3-6 15,2-7-17-15,1-2-12 16,14 0-5-16,10 0 0 16,16-12-45-16,15-4-60 15,0-2-178-15,31 2-137 16</inkml:trace>
  <inkml:trace contextRef="#ctx0" brushRef="#br1" timeOffset="191197.76">20682 5326 217 0,'0'0'713'16,"0"0"-652"-16,0 0 66 15,6-106-37-15,-20 99-13 16,-1 7 0-16,1 0-22 15,-1 22-40-15,2 19-5 16,2 11-3-16,4 8-2 16,7 0-3-16,0-2-2 15,0-4-3-15,20-11-14 16,12-10-11-16,3-10 11 0,7-15-2 16,-2-7-2-16,-1-1 1 15,-4-9 16-15,-6-19 4 16,-6-6 1-16,-15-7 5 15,-8-6 8-15,0-3 3 16,-14-5-1-16,-17 7-3 16,-7 6 8-16,1 13 1 15,-3 14-3-15,1 12-12 16,4 3-7-16,6 26-47 16,4 17-64-16,10 5-213 15,9-2-178-15</inkml:trace>
  <inkml:trace contextRef="#ctx0" brushRef="#br1" timeOffset="191582.95">21040 5285 837 0,'0'0'22'15,"0"0"116"-15,0 0 19 16,0 0-52-16,0 0-36 15,0 0-41-15,-40-1-20 16,40 63 6-16,0 12-3 16,0-6-9-16,0-3-1 15,2-9-1-15,12-8-10 0,3-13-1 16,6-10-3 0,2-11 1-16,1-14-1 0,0 0 10 15,6-16 4-15,-6-17 1 16,-1-2 2-16,-4-9 0 15,-13-5 5-15,-8-5 7 16,0-2 10-16,-4 6-11 16,-21 4 9-16,0 9 1 15,-1 15 5-15,-1 11-20 16,3 11-9-16,-1 0-45 16,2 26-85-16,4 12-137 15,1 4-183-15</inkml:trace>
  <inkml:trace contextRef="#ctx0" brushRef="#br1" timeOffset="191930.01">21524 5266 762 0,'0'0'62'16,"0"0"112"-16,0 0-39 15,0 0-39-15,0 0-34 16,0 0-55-16,-79 48 8 16,77 22 3-16,2 5-9 0,0-4-8 15,0-4 5 1,16-10-6-16,5-11-1 0,4-11-11 16,12-17 10-16,1-12 0 15,3-6 4-15,2-12 1 16,-4-24 0-16,4-11 0 15,-7-8 9-15,-9-6 15 16,-16-5 6-16,-11-5-8 16,0 4-3-16,-26 5-9 15,-22 15-10-15,-14 25-3 16,-20 22-44-16,-17 10-125 16,-9 27-272-16</inkml:trace>
  <inkml:trace contextRef="#ctx0" brushRef="#br1" timeOffset="192546.08">17516 4592 781 0,'0'0'71'0,"0"0"28"0,0 0 64 0,0 0-83 0,0 0-15 16,0 0-29-16,62 100 52 15,17 68-3-15,27 47-30 16,21 16-27-16,16 4-8 15,1-13-15-15,-10-28-5 16,-9-25 0-16,-12-23-24 16,-4-14-20-16,-4-11-15 15,-4-12-108-15,-8-18-169 16,-7-23-317-16</inkml:trace>
  <inkml:trace contextRef="#ctx0" brushRef="#br1" timeOffset="193279.75">21170 5650 859 0,'0'0'70'0,"0"0"130"0,0 0-74 0,0 0-71 16,0 0 15-16,0 0-20 15,-81 13 4-15,104-13-36 16,17 0-6-16,18 0 3 15,15-9-13-15,23-6-2 16,20-1-30-16,13-1-103 16,9 2-131-16,-4-3-83 15,-10-2-376-15</inkml:trace>
  <inkml:trace contextRef="#ctx0" brushRef="#br1" timeOffset="193513.11">22406 5550 1042 0,'0'0'41'16,"-127"14"76"-16,96-10 29 16,22 1-110-16,9-5-1 15,16 0 1-15,43 0-29 16,29-5 4-16,16-9-11 0,1 1-15 15,-10 4-153-15,-18 5-124 16,-29 4-61-16</inkml:trace>
  <inkml:trace contextRef="#ctx0" brushRef="#br1" timeOffset="193648.05">22371 5809 801 0,'0'0'62'0,"0"0"89"15,0 0-84-15,0 0-42 16,0 0-6-16,146-18-19 16,-14-16-35-16,2-6-146 15,-10-2-263-15</inkml:trace>
  <inkml:trace contextRef="#ctx0" brushRef="#br1" timeOffset="194295.84">23264 5193 813 0,'0'0'77'16,"0"0"151"-16,0 0-55 0,0 0-58 15,0 0-22-15,0 0-45 16,-34 2-14-16,19 67 1 16,-9 9-9-16,1 0-15 15,-3-8-9-15,-6-10 0 16,4-10-2-16,1-18-6 15,6-11-11-15,13-11-9 16,3-9 7-16,5-1 9 16,0 0-12-16,5-10-14 15,24-8 1-15,8 0 14 16,13 6-9-16,7 6 2 0,3 6-8 16,2 0-3-1,-4 0-7-15,-4 0-69 0,-12 0 23 16,-13 0 14-16,-8-3 28 15,-6-13 48-15,-10-6 2 16,-5-7 9-16,0-1 25 16,0-3 14-16,-2 6 15 15,-12 3 6-15,3 8 20 16,1 6-15-16,6 6-3 16,2 4-4-16,0 0-5 15,-3 14-34-15,-1 30-14 16,2 16 28-16,-4 10-6 0,6-2-22 15,0 1-10-15,0-1-4 16,0-6-3-16,-1-8-45 16,3-8-91-16,0-14-108 15,0-16-147-15,0-13-431 16</inkml:trace>
  <inkml:trace contextRef="#ctx0" brushRef="#br1" timeOffset="194646.08">23746 5472 789 0,'0'0'67'0,"0"0"92"0,17-113-16 0,-17 96-32 0,0 7-39 0,0 7-8 16,-2 3-17-16,-5 15-42 15,2 14-4-15,5 12 5 16,0-2-5-16,10-2-1 15,23-1-5-15,5-2-4 16,6-8-17-16,-3-2 16 16,-6-6 9-16,-6 1 1 15,-14 1 1-15,-8-1 2 16,-7 2 9-16,-9 1 14 16,-24-3-1-16,-19 4-5 15,-3-3-6-15,0-4-12 0,7-4-2 16,15-6-15-1,16-6-64-15,11 0-99 0,6-28-103 16,1-16-241-16</inkml:trace>
  <inkml:trace contextRef="#ctx0" brushRef="#br1" timeOffset="194779.81">23772 5366 857 0,'0'0'54'16,"0"0"105"-16,0 0-42 15,0 0-47-15,0 0-36 16,0 0-34-16,85-44-1 16,-21 39-84-16,-1 5-167 15,-15 0-124-15</inkml:trace>
  <inkml:trace contextRef="#ctx0" brushRef="#br1" timeOffset="195112.99">24186 5352 632 0,'0'0'90'15,"0"0"87"-15,0 0-82 16,0 0-1-16,0 0-16 16,0 0-35-16,-14 70-5 15,6-18-12-15,4 8-15 16,4 1-6-16,0-2-1 16,0-4-2-16,12-9 0 15,14-10-2-15,0-14-2 16,3-10 2-16,3-12 1 0,-1 0 0 15,0-12 2 1,-4-20 2-16,-8-10-3 0,-5-6 8 16,-14-8 21-16,0-2-1 15,-12 1 2-15,-19 9-6 16,-4 12 7-16,-3 14-7 16,-5 12-6-16,3 10-19 15,3 0-1-15,8 22-34 16,7 12-62-16,10 6-146 15,10-4-149-15</inkml:trace>
  <inkml:trace contextRef="#ctx0" brushRef="#br1" timeOffset="195396">24611 5073 796 0,'0'0'129'0,"0"0"67"16,-10-116-47-16,7 104-24 15,3 12-27-15,-2 2-22 16,-7 52-45-16,-2 40 2 16,-9 39 26-16,-2 21-15 15,-1 8-17-15,1-6-11 16,5-7-11-16,3-13-5 15,3-12-2-15,7-23-25 16,4-14-46-16,0-25-95 0,0-23-78 16,2-20-161-16,11-19-334 15</inkml:trace>
  <inkml:trace contextRef="#ctx0" brushRef="#br1" timeOffset="195546.28">24647 5879 907 0,'0'0'137'16,"0"0"28"-16,0 0-111 16,192-56-28-16,-94 31-14 15,0 2-12-15,-7 1-65 16,-24 3-240-16,-29 2-484 0</inkml:trace>
  <inkml:trace contextRef="#ctx0" brushRef="#br1" timeOffset="201179.87">17867 8257 784 0,'0'0'18'0,"0"0"100"0,-44-132 31 0,38 106-38 16,3 6-16-16,0 8-17 15,3 8 3-15,0 4-12 16,0 0-36-16,0 13-16 16,0 29-11-16,0 12 29 15,0 9-9-15,8 5-5 16,-2 3-7-16,-2-1 1 0,1-4-2 15,-1-6-9 1,-2-8 1-16,-2-10-2 0,0-10-3 16,0-6-19-16,0-10-45 15,0-5-83-15,10-9-73 16,5-2-85-16,8-22-84 16</inkml:trace>
  <inkml:trace contextRef="#ctx0" brushRef="#br1" timeOffset="201563.75">18223 8342 655 0,'0'0'26'0,"0"0"102"16,0 0-34-16,0 0-41 15,-77-111 1 1,77 81-30-16,14 3-10 0,19 0-7 15,7 9-5-15,2 4 0 16,-2 10-1-16,-2 4 4 16,-2 0 10-16,-10 21 9 15,-9 12 5-15,-13 9-2 16,-4 8-7-16,-12 6-4 16,-19 5 21-16,-6-3 2 15,1-4-2-15,0-12-8 16,3-8 4-16,5-9-13 15,13-13-4-15,6-7-4 0,9-3-9 16,0-2-2 0,29 0 1-16,23 0 5 0,21-2-7 15,12-14-50-15,6-4-75 16,3-1-75-16,-9-8-89 16,-14 1-100-16</inkml:trace>
  <inkml:trace contextRef="#ctx0" brushRef="#br1" timeOffset="202165.28">18901 8211 724 0,'0'0'92'16,"0"0"65"-16,0 0-48 16,0 0-17-16,0 0-4 15,0 0-50-15,-43 5-21 0,51 35 38 16,5 11 10-16,1 4-26 15,-6 1-4-15,-5-2-18 16,-3-10-9-16,0-9-5 16,0-8 3-16,0-12-6 15,-3-9 6-15,-1-6-4 16,-6 0 4-16,4-25-6 16,0-15-6-16,3-12-7 15,3-10-2-15,0 2 2 16,0 6-9-16,13 11 10 15,6 15 6-15,3 11-3 16,5 8-6-16,1 9 5 16,3 0 10-16,0 17 0 0,-2 19 4 15,-6 5 3-15,-9 7-3 16,-10 1-1-16,-4-7 1 16,0-6-2-16,0-14-1 15,-9-6 2-15,-2-8-2 16,2-8 0-16,1 0-2 15,-2-17 1-15,6-22-11 16,4-11-3-16,0-5 3 16,2 4-9-16,22 7 1 15,8 11 4-15,0 17 8 16,7 13 5-16,-2 3 2 16,2 9 3-16,3 26 9 0,-2 11 16 15,3 5 15-15,-4 4-1 16,-7-7 3-16,-8-4-21 15,-13-4-11-15,-11 0-11 16,-2 0-2-16,-31-1-2 16,-9-3-64-16,-3-6-38 15,0-10-73-15,8-11-107 16,6-9-202-16</inkml:trace>
  <inkml:trace contextRef="#ctx0" brushRef="#br1" timeOffset="202579.79">20298 8550 982 0,'0'0'4'0,"0"0"110"0,0 0 12 0,0 0-93 0,0 0 4 0,0 0-5 15,-4 8 7-15,70-17-10 16,1-3-29-16,-1 3-41 16,-16 5-133-16,-10 4-36 15,-17 0-88-15</inkml:trace>
  <inkml:trace contextRef="#ctx0" brushRef="#br1" timeOffset="202729.91">20322 8704 252 0,'0'0'519'0,"0"0"-420"16,0 0 24-16,0 0-56 16,0 0-13-16,0 0-19 15,83-13-31-15,1-10-4 16,8 1-107-16,-5-4-182 15</inkml:trace>
  <inkml:trace contextRef="#ctx0" brushRef="#br1" timeOffset="203029.96">21147 8193 845 0,'0'0'46'0,"0"0"120"15,0 0-36-15,0 0-17 16,0 0-10-16,0 0-5 16,-35-42-25-16,33 42-40 15,-8 17-22-15,-5 18-3 16,-4 15 14-16,2 3-3 16,4-3-11-16,6-7-2 15,7-4-3-15,0-5-2 16,27-6 0-16,19-6-1 15,14-10-28-15,12-8-21 16,2-4-57-16,-1 0-24 16,-9-4-82-16,-12-10-127 0,-21-5-76 15</inkml:trace>
  <inkml:trace contextRef="#ctx0" brushRef="#br1" timeOffset="203246.87">21345 8274 607 0,'0'0'51'0,"0"0"130"16,0 0-29-16,0 0-26 16,0 0-7-16,0 0-36 15,-64-11-47-15,62 61 20 16,-1 13 16-16,3 3-25 16,0 2-7-16,0-2-9 15,0-4-18-15,11-4-8 0,-1-3-5 16,1-7-23-16,-1-6-65 15,0-8-58-15,-4-12-133 16,-1-10-102-16</inkml:trace>
  <inkml:trace contextRef="#ctx0" brushRef="#br1" timeOffset="203613.22">21613 8488 359 0,'0'0'316'0,"15"-126"-208"16,-5 71 70-16,-6 11-83 0,-2 14 24 16,-2 13-20-16,0 10-25 15,0 3-23-15,0 4-27 16,0 0-22-16,0 11-2 16,0 16 0-16,0 12 7 15,0 4-4-15,0 1-3 16,20-1 0-16,4-5-2 15,3-4 1-15,2-2-2 16,2-4 3-16,-2 0 1 16,-2-4-1-16,-4-3 1 15,-8-6-1-15,-9-4 1 16,-4-5 2-16,-2-2 9 16,-4 3 0-16,-27 1 2 15,-20 2-8-15,-7 0-6 16,-4 1-37-16,4-10-58 0,11-1-90 15,13 0-103-15,15-28-133 16</inkml:trace>
  <inkml:trace contextRef="#ctx0" brushRef="#br1" timeOffset="203779.89">21713 8312 856 0,'0'0'136'16,"0"0"59"-16,0 0-79 15,0 0-65-15,0 0-34 16,0 0-17-16,158-79-35 0,-104 79-184 16,-10 0-112-16,-3 9-110 15</inkml:trace>
  <inkml:trace contextRef="#ctx0" brushRef="#br1" timeOffset="204128.73">22145 8272 655 0,'0'0'77'0,"0"0"65"16,0 0-71-16,0 0 1 16,0 0-16-16,0 0-1 15,0 0-5-15,-89 114-9 16,87-62-17-16,2-4-16 16,0-2-4-16,0-6-2 0,24-11 3 15,8-6 1-15,5-10-4 16,4-12-2-16,-1-1 1 15,-2 0 3-15,-5-16-4 16,-6-10 4-16,-7-4 10 16,-9-8 0-16,-9-6 23 15,-2-6 0-15,-4-6-12 16,-23-3 3-16,-4 8-8 16,-3 9-2-16,5 17 3 15,-2 10 5-15,4 15-19 16,0 0-7-16,4 19-10 0,2 21-34 15,7 8-58 1,10 2-86-16,4-5-161 0,0-13-175 16</inkml:trace>
  <inkml:trace contextRef="#ctx0" brushRef="#br1" timeOffset="204479.92">22569 8075 76 0,'0'0'626'16,"13"-114"-500"-16,-4 67 28 0,-2 11-10 15,-1 12-26-15,-1 11-16 16,-3 6 4-16,0 5-27 16,-2 2-29-1,0 0-10-15,0 0-10 16,0 22-11-16,0 27-1 0,0 19 24 15,-15 16-7-15,-8 14-11 16,-2 12-6-16,0 10 1 16,-2 4-3-16,0 4-5 15,3-10-6-15,10-10-2 16,2-7-3-16,6-20-5 16,6-14-16-16,0-17-16 15,2-16-32-15,21-16-108 16,6-14-28-16,1-4-109 15,4-26-146-15</inkml:trace>
  <inkml:trace contextRef="#ctx0" brushRef="#br1" timeOffset="204663.15">22706 8722 767 0,'0'0'125'0,"0"0"55"15,0 0-1-15,0 0-109 16,0 0-24-16,145-35 5 15,-62 24-28-15,-7 2-18 16,-14-1-5-16,-27 6-38 16,-21 4-115-16,-14 0-136 15,-31 0-384-15</inkml:trace>
  <inkml:trace contextRef="#ctx0" brushRef="#br1" timeOffset="206364.91">21696 3056 287 0,'0'0'14'0,"0"0"-17"0,0 0 3 0,0 0-123 0</inkml:trace>
  <inkml:trace contextRef="#ctx0" brushRef="#br1" timeOffset="207931.3">18318 10018 1007 0,'0'0'156'0,"0"0"-89"0,-17-122 23 0,0 98-61 0,-1 8-8 15,3 7 3-15,-1 9-6 16,3 0-13-16,3 4 0 15,4 14-4-15,6 5-1 16,0 3 0-16,22 5 0 16,20 2 2-16,12 5-2 15,6 4 0-15,-6 4 1 16,-10 4 0-16,-17-1 1 0,-23-7 1 16,-4-3-2-16,-31-2 3 15,-19-7-3-15,-11-10-1 16,3-14-3-16,11-6 1 15,7-7 2-15,18-35-7 16,15-8-30-16,7-14-19 16,21 0 15-16,23 6 19 15,9 2-10-15,5 6-3 16,3 9 18-16,-3-1 13 16,-9 9 4-16,-7 5 11 15,-14 6 25-15,-10 10 0 0,-11 6 0 16,-5 3 6-16,-2 3 4 15,2 0-13-15,0 26-25 16,4 14 8-16,0 9 12 16,5 9-9-16,-3 0-8 15,2 2-6-15,-6-4-5 16,1-10 2-16,-5-13-1 16,0-13-1-16,0-12-2 15,0-8-4-15,0 0 1 16,0-17 0-16,0-23-8 15,0-11 0-15,-2-5 6 16,2 3 2-16,0 7 2 16,6 8-5-16,14 10 5 0,7 9 1 15,2 10-1 1,5 9 2-16,-1 0 1 0,0 16 1 16,-4 19 4-16,-6 15 2 15,-6 5-3-15,-8 3-2 16,-6-8-1-16,-3-7 0 15,0-13 1-15,0-13-2 16,-5-6 0-16,-2-9 0 16,1-2-5-16,-1-20-1 15,1-24-10-15,0-15 7 16,6-5 2-16,0 4-4 16,8 6-11-16,13 14 15 15,9 13 4-15,3 11 2 0,2 13 1 16,6 3 3-16,1 10 14 15,1 19 14-15,-5 9 8 16,-3 6 13-16,-12 5-11 16,-15 2-11-16,-8 2-20 15,0 1-10-15,-26-1-7 16,-4-9-77-16,1-6-92 16,5-12-253-16</inkml:trace>
  <inkml:trace contextRef="#ctx0" brushRef="#br1" timeOffset="208201.92">19955 10237 1168 0,'0'0'49'0,"0"0"25"16,0 0-7-16,0 0-54 15,0 0 2-15,170-38 14 16,-74 10-22-16,-5 6-7 16,-16 7-100-16,-25 13-180 15,-33 2-62-15</inkml:trace>
  <inkml:trace contextRef="#ctx0" brushRef="#br1" timeOffset="208349.23">20029 10429 694 0,'0'0'115'15,"0"0"37"-15,0 0-46 16,0 0-26-16,0 0-3 16,117 14-50-16,-21-44-27 15,12-7-40-15,2-7-119 16,-4-6-254-16</inkml:trace>
  <inkml:trace contextRef="#ctx0" brushRef="#br1" timeOffset="208729.92">21305 9970 420 0,'0'0'544'15,"0"0"-480"-15,0 0 35 0,-22-130-60 16,55 108-17-16,6 5 36 16,1 13 3-16,-1 4-8 15,-11 18-17-15,-16 29-13 16,-12 15-3-16,-6 8-9 16,-30 6-5-16,-8-2-2 15,1-6-4-15,10-11-5 16,10-13-64-16,19-14-148 15,4-12-166-15</inkml:trace>
  <inkml:trace contextRef="#ctx0" brushRef="#br1" timeOffset="209115.75">21272 10682 345 0,'0'0'512'15,"0"0"-454"-15,0 0 16 16,0 0-6-16,0 0-11 16,0 0 2-16,91 62-12 15,-66-82-25-15,-12-3 2 16,-9 0 1-16,-4-2-2 16,0 5-8-16,-17 6 11 15,-8 8-8-15,-4 6 3 0,3 0-10 16,5 13-5-16,8 10 6 15,11 2 4-15,2 0-10 16,9-4-1-16,20-5 1 16,4-9-5-16,0-7 2 15,-4 0 0-15,-6 0 3 16,-10-19 5-16,-9-4 1 16,-4 2 4-16,0-3-5 15,-15 5-10-15,-14 10-1 16,-6 7-35-16,-7 2-61 15,-8 14-178-15,-1 8-278 16</inkml:trace>
  <inkml:trace contextRef="#ctx0" brushRef="#br1" timeOffset="212383.53">19097 12078 834 0,'0'0'181'0,"47"-116"14"0,-36 65-84 0,-11 9-55 15,0 12-12-15,-20 7 13 16,-15 19-6-16,-3 4-31 16,-9 27-13-16,2 21-6 15,10 4 2-15,14-2-2 16,17 0-1-16,4-3 0 15,40-5-1-15,27-4 1 16,13-4 0-16,7-2 4 16,-14-4-4-16,-21-4-1 15,-25-6 1-15,-27-2 0 16,-7 0 0-16,-44 0 0 16,-20-2 1-16,-10-6-1 15,4-8 2-15,14 0 2 16,18-12-1-16,28-20-3 0,17-13-11 15,29-14-64-15,48-9-52 16,28 3-149-16,13 7-163 16</inkml:trace>
  <inkml:trace contextRef="#ctx0" brushRef="#br1" timeOffset="212596.49">20167 11781 1031 0,'0'0'261'0,"0"0"-157"16,0 0 21-16,0 0-78 16,-129 110-13-16,91-36 21 15,0 13-18-15,-7 1-31 0,-6-2-6 16,-5-2-17-16,-4-10-45 16,5-15-83-16,8-19-66 15,9-20-148-15,11-20-164 16</inkml:trace>
  <inkml:trace contextRef="#ctx0" brushRef="#br1" timeOffset="212746.19">19598 12087 808 0,'0'0'218'16,"0"0"11"-16,0 0-105 0,0 0-66 16,0 0 55-1,121 86-60-15,-59-39-33 0,12-1-20 16,-1-6-69-16,-1-7-138 15,-15-14-207-15</inkml:trace>
  <inkml:trace contextRef="#ctx0" brushRef="#br1" timeOffset="213146.76">20374 11965 978 0,'0'0'122'15,"0"0"39"-15,0 0-46 16,0 0-31-16,0 0-23 16,0 0-37-16,-43 6-16 0,62 51 12 15,1-2-13-15,2-2-7 16,2-7-6-16,3-12-27 16,4-10-22-16,-2-11-13 15,0-13 0-15,0 0 7 16,-4-23 9-16,-5-13 32 15,-4-8 20-15,-8-6 5 16,-6-1 19-16,-2 1 24 16,0 9 8-16,0 8 7 15,0 11 14-15,-4 12 10 16,0 10-11-16,-1 2-18 16,-2 42-35-16,1 18-4 0,3 12 11 15,3 1-11 1,0-3-9-16,0-4-10 0,0 0 0 15,0-8-19-15,0-12-34 16,0-11-109-16,3-18-208 16,8-16-306-16</inkml:trace>
  <inkml:trace contextRef="#ctx0" brushRef="#br1" timeOffset="213345.72">20951 11995 1174 0,'0'0'60'0,"0"0"-2"0,0 0-34 0,0 0-12 16,114-36 2-16,-56 26-14 16,-9 4-35-16,-16 2-144 15,-22 2-92-15,-11 2-214 16</inkml:trace>
  <inkml:trace contextRef="#ctx0" brushRef="#br1" timeOffset="213680.92">20969 11939 693 0,'0'0'190'16,"0"0"-41"-16,0 0 9 0,0 0-63 16,-54 120-48-1,52-82-14-15,2-2-13 0,0-5-15 16,0-8-1-16,0-7-4 15,0-7-2-15,0-9-19 16,0 0-10-16,9-9 11 16,7-16 15-16,5-1-1 15,7 2 1-15,1 2 5 16,4 3 0-16,5 10 0 16,-5 4 2-16,3 5 10 15,-7 5 28-15,-2 19 13 16,-5 6 11-16,-13 4 14 15,-9 2-15-15,0 1-12 16,-25 0-13-16,-14-1-18 16,-11-4-15-16,2-4-5 0,7-9-47 15,11-6-53 1,18-13-94-16,10-6-169 0,2-30-381 16</inkml:trace>
  <inkml:trace contextRef="#ctx0" brushRef="#br1" timeOffset="213995.9">21490 11875 1031 0,'0'0'117'0,"0"0"23"16,0 0-76-16,0 0-32 16,0 0-23-16,0 128 3 0,0-62-1 15,0-2-6-15,7-1-3 16,11-9 0-16,9-8-1 15,-1-9 2-15,5-16-1 16,5-11-2-16,0-10 5 16,2 0 0-16,4-25 23 15,-4-17-7-15,0-8 20 16,-9-6 8-16,-12-7-8 16,-13-3-22-16,-4-5-15 15,-23 9-4-15,-29 14 0 16,-17 24-54-16,-13 24-68 15,-12 14-73-15,-6 29-244 16</inkml:trace>
  <inkml:trace contextRef="#ctx0" brushRef="#br1" timeOffset="214413.29">18349 12968 1116 0,'0'0'64'0,"0"0"14"0,0 0-20 0,0 0-45 0,0 0 9 0,145 44 0 16,34-44 10-16,52-23-22 16,36-13-7-16,39-3 12 15,18-3 8-15,15-2 11 16,2-3-16-16,-15 5 27 16,-10 0 6-16,-25 3-28 15,-32 0 11-15,-36 4-21 16,-53 6-7-16,-60 7-3 15,-50 8-3-15,-48 7-16 16,-24 7-15-16,-61 13-44 16,-36 23-75-16,-27 12-117 0,-18 7-122 15,-4-3-317-15</inkml:trace>
  <inkml:trace contextRef="#ctx0" brushRef="#br1" timeOffset="214699.05">20057 13280 365 0,'0'0'970'0,"0"0"-811"15,0 0-42-15,0 0-56 16,0 0-30-16,0 0 22 16,-33 186-27-16,38-97-22 15,2-11-4-15,-5-14-16 16,6-8-41-16,3-13-97 16,7-19-164-16,1-16-282 15</inkml:trace>
  <inkml:trace contextRef="#ctx0" brushRef="#br1" timeOffset="-214533.69">20356 13429 1106 0,'0'0'123'0,"0"0"-8"16,40-118-34-16,7 94-20 16,-3 14-10-16,-5 10-35 15,-10 17-16-15,-14 32 6 16,-13 13-4-16,-2 4 7 15,-15-4-6-15,-16-9 0 16,2-12 8-16,4-15 7 16,11-11 8-16,14-10-1 15,8-5-23-15,40 0 5 16,31-11-7-16,20-22-4 16,22-9-45-16,8-6-45 15,-2-8-33-15,-13-11-131 16,-27-2-187-16</inkml:trace>
  <inkml:trace contextRef="#ctx0" brushRef="#br1" timeOffset="-213964.72">19541 11622 798 0,'0'0'162'0,"0"0"38"0,0 0-40 0,0 0-87 0,-122 78-37 0,16 48 47 15,-23 35-10-15,-18 18-33 16,-13-1-27-16,-7 0-11 15,1-17-2-15,22-25-20 16,28-29-13-16,40-31-44 16,39-34-55-16,32-39-184 15,5-17-253-15</inkml:trace>
  <inkml:trace contextRef="#ctx0" brushRef="#br1" timeOffset="-213631.94">18471 11362 990 0,'0'0'32'16,"0"0"33"-16,-4-137 1 15,44 84-38-15,9 12 15 0,4 11 17 16,-6 20-19-16,-13 10-10 15,-18 24-21-15,-16 33 0 16,0 18-2-16,-39 7-5 16,-7-8 2-16,-8-9-1 15,2-17 18-15,13-14 30 16,14-16 8-16,16-10-26 16,9-8-19-16,50 0-14 15,41-20 1-15,38-10-2 16,29-3-95-16,23-1-79 15,2 5-179-15,-10 5-100 16</inkml:trace>
  <inkml:trace contextRef="#ctx0" brushRef="#br1" timeOffset="-213166.92">21054 13047 945 0,'0'0'202'0,"0"0"-102"0,-147 171-55 0,37-38 16 0,-15 13-1 0,-12 4 14 16,-6-8-19-16,5-13-29 15,11-13-4-15,28-23-3 0,35-21-12 16,32-24-7 0,32-16-67-16,21-20-198 0,30-12-330 15</inkml:trace>
  <inkml:trace contextRef="#ctx0" brushRef="#br1" timeOffset="-212700.62">21397 13783 410 0,'0'0'837'0,"0"0"-732"15,0 0-49-15,0 0-39 16,0 0-16-16,0 0 3 15,0-106 0-15,46 97 12 16,1 9-3-16,-9 0 2 16,-13 18-5-16,-17 16-6 0,-8 12 2 15,0-2 1 1,-17-2-2-16,5-4 21 0,12-6 3 16,2-6-14-16,33-3-1 15,13-8-7-15,-4-3 7 16,-11-3-2-16,-21-8 9 15,-12 3 2-15,-18 5 12 16,-32-3-19-16,-22 4-16 16,-4-4-33-16,5-5-42 15,15-1-65-15,23 0-94 16,17-5-219-16</inkml:trace>
  <inkml:trace contextRef="#ctx0" brushRef="#br1" timeOffset="-212483.84">21974 13403 935 0,'0'0'197'0,"0"0"-72"16,0 0 2-16,0 0-53 16,0 0-24-16,-183 205 15 15,92-74-23-15,-12 4-18 16,-10 3-16-16,-8-3-8 15,5-16-9-15,12-12-45 16,15-18-44-16,22-27-44 16,26-28-156-16,24-34-168 15</inkml:trace>
  <inkml:trace contextRef="#ctx0" brushRef="#br1" timeOffset="-212167.01">22593 11620 833 0,'0'0'82'15,"0"0"20"-15,0 0-41 0,-214 128 30 16,76-42 8-1,-22 5-24-15,-21 0-23 0,-25 5-25 16,-14 4-1-16,-9 4-14 16,2 1-6-16,22-4 1 15,22-8 0-15,34-13-7 16,35-16-7-16,39-20-51 16,33-18-75-16,34-23-190 15,8-6-123-15</inkml:trace>
  <inkml:trace contextRef="#ctx0" brushRef="#br1" timeOffset="-211499.77">20764 11195 795 0,'0'0'167'0,"0"0"10"0,0 0 22 0,0 0-64 15,0 0-22-15,0 0-48 16,-92-48-32-16,92 106 0 16,-4 12-6-16,0-2-20 15,-1-10-3-15,-1-12-4 0,-2-13-1 16,3-16-5-16,4-6-8 16,1-9 6-16,0-2 2 15,0-16 6-15,0-27 0 16,0-14 0-16,0-12 0 15,0 1 1-15,0 10 2 16,0 16 1-16,0 16 2 16,0 16 8-16,0 10 6 15,0 0-7-15,-2 38-10 16,-7 18 1-16,3 16 9 16,3-2-9-16,3-8-3 15,0-5-1-15,0-15-4 0,16-9-21 16,4-10-52-16,-1-10-132 15,8-13-131-15,-2-4-136 16</inkml:trace>
  <inkml:trace contextRef="#ctx0" brushRef="#br1" timeOffset="-211333.66">20987 11245 932 0,'0'0'109'0,"0"0"76"15,0 0-105-15,0 0-33 0,113-64 6 16,-53 48-37 0,-4 4-16-16,-12 6-40 0,-13 4-91 15,-17 2-85-15,-14 0-122 16</inkml:trace>
  <inkml:trace contextRef="#ctx0" brushRef="#br1" timeOffset="-210982.3">21029 11205 124 0,'0'0'514'0,"0"0"-354"16,0 0 5-16,0 0-53 16,0 0 0-16,0 0-21 15,-33 113-30-15,31-78-28 16,-1-1-15-16,3-3-12 16,-2-9-3-16,0-9-3 0,-1-4-14 15,3-7-19 1,0-2-9-16,0 0 13 0,0-2 0 15,0-16 21-15,12-7 7 16,5 0 1-16,6 7 2 16,3 1-1-16,3 8 10 15,0 9 17-15,1 0 7 16,-1 6 5-16,-5 17 2 16,-4 6 7-16,-11 3 3 15,-9 0 4-15,-3 2-26 16,-32 0-16-16,-9 0-13 15,-6-7-1-15,6-6-70 16,11-9-66-16,14-12-97 0,17 0-152 16</inkml:trace>
  <inkml:trace contextRef="#ctx0" brushRef="#br1" timeOffset="-210666.11">21633 11172 549 0,'0'0'477'0,"0"0"-356"16,0 0-2-16,0 0-46 15,0 0-46-15,0 0-19 16,-24 59-3-16,14-3 0 16,10 0-2-16,0-5-3 15,0-9 3-15,16-12-2 0,7-7 0 16,0-15-1-16,10-8 2 15,-2 0 1-15,2-7 1 16,0-25 7-16,-1-8 7 16,-11-9 16-16,-7-2 11 15,-14 1-20-15,0 1-14 16,-29 11-11-16,-16 16-5 16,-8 16-49-16,-3 6-20 15,-2 16-146-15,2 14-291 16</inkml:trace>
  <inkml:trace contextRef="#ctx0" brushRef="#br1" timeOffset="-210248">22579 12883 1045 0,'0'0'127'0,"0"0"-25"0,0 0-55 0,0 0-18 16,0 0 2-16,164 7 0 15,-71-29-14-15,-7 4-17 16,-11 4-16-16,-33 7-90 15,-26 7-146-15,-16 0-107 16,-29 17-293-16</inkml:trace>
  <inkml:trace contextRef="#ctx0" brushRef="#br1" timeOffset="-210116.86">22669 13084 703 0,'0'0'218'0,"0"0"-96"0,0 0-53 15,0 0-11-15,0 0-19 16,167 24-19-16,-83-58-20 15,3-6-25-15,-2-5-65 16,-16-7-63-16,-17 1-226 16</inkml:trace>
  <inkml:trace contextRef="#ctx0" brushRef="#br1" timeOffset="-208933.44">23616 12765 777 0,'0'0'119'0,"0"0"30"0,0 0-19 0,0 0-59 0,0 0-42 16,0 0-17-16,42-116 4 15,-1 100 6-15,-2 10-1 16,-7 6 13-16,-14 0-1 15,-9 8-13-15,-9 16-6 16,0 10 4-16,-5 4 5 16,-17 0-13-16,1-4-6 0,4-5-3 15,7-5 1 1,10-7-2-16,0 0-2 16,19-4-3-16,12 7 0 0,2 4 0 15,-2 3 5-15,-6 1 0 16,-12-4 2-16,-11-4-1 15,-2-4 19-15,-15-4 33 16,-25-2-1-16,-7 0-18 16,-5-7-16-16,4 2-3 15,3-1-15-15,7-2-3 16,16-2-34-16,11 0-102 16,11-4-128-16,0-22-270 15</inkml:trace>
  <inkml:trace contextRef="#ctx0" brushRef="#br1" timeOffset="-208350.38">24106 12671 997 0,'0'0'86'16,"0"0"47"-16,0 0-52 15,0 0-19-15,0 0-13 16,0 0-6-16,2-57-9 15,-2 57-17-15,0 29-7 16,-18 15-3-16,1 8-1 16,3 2 4-16,10-4-7 15,4-6-3-15,0-1 1 0,11-14-2 16,11-4-1 0,3-12-13-16,1-10-7 0,-3-3 0 15,-4 0-1-15,-2-22 9 16,-11-10 6-16,-4-8 7 15,-2-5 1-15,0-5 1 16,0 3 0-16,7 2 1 16,9 7 2-16,6 10 1 15,9 10-5-15,5 10 0 16,-1 8 0-16,1 0-3 16,-5 28 3-16,-4 16 0 15,-10 13-2-15,-3 5 0 0,-7-1 2 16,-3 0 0-16,3-12 0 15,4-12 0-15,6-11 0 16,4-14 1-16,6-10-1 16,6-2 4-16,3-20 4 15,1-18 2-15,-2-12 4 16,-10-12 11-16,-6-11 6 16,-15-3-8-16,-4-5-13 15,-13 10 7-15,-34 10-3 16,-18 21-13-16,-8 23-1 15,-3 17-1-15,5 4-18 16,8 31-70-16,12 11-112 16,9 7-172-16,11-2-226 0</inkml:trace>
  <inkml:trace contextRef="#ctx0" brushRef="#br1" timeOffset="-208083.6">23551 13676 1059 0,'0'0'156'0,"0"0"-45"0,0 0-69 0,0 0-21 0,0 0 14 0,214-14-5 0,-53-29-12 15,15-5-15-15,-1 0 0 16,-9 6-3-16,-22 8 2 15,-28 12-4 1,-42 11-7-16,-42 11-38 0,-32 2-97 16,-30 33-167-16,-53 9 48 15,-31 8-398-15</inkml:trace>
  <inkml:trace contextRef="#ctx0" brushRef="#br1" timeOffset="-207933.86">23767 13854 474 0,'0'0'345'16,"-142"58"-65"-16,137-43-78 15,34-15-135-15,71 0-2 16,54-31-2-16,37-21-35 0,23-16-20 16,0-6-8-16,-15 4-3 15,-34 9 3 1,-49 17 0-16,-58 14-67 0,-58 8-288 16,-29 6-622-16</inkml:trace>
  <inkml:trace contextRef="#ctx0" brushRef="#br0" timeOffset="-201299.82">17370 8696 844 0,'0'0'38'0,"0"0"39"16,0 0 17-16,0 0-46 0,0 0-9 0,0 0-26 15,0 0 25-15,152-97-10 16,-11 12-18-16,10-5-1 15,10 2 1-15,-8 5 3 16,-9 9 20-16,-8 8 4 16,-15 10-6-16,-21 14 9 15,-33 15-11-15,-29 15-29 16,-27 11-6-16,-11 1-33 16,-20 6-48-16,-28 18-186 15,-18-4-326-15</inkml:trace>
  <inkml:trace contextRef="#ctx0" brushRef="#br0" timeOffset="-200933.58">18369 7009 1034 0,'0'0'38'16,"0"0"9"-16,0 0 55 15,0 0-34-15,0 0 2 16,0 0-30-16,2-10-5 16,-22 71-4-16,2 3-15 15,3-2 0-15,-2-7-6 0,9-5 1 16,1-9-2-16,7-12 2 15,0-9-5-15,7-10-5 16,28-8-1-16,19-2 13 16,11-2-8-16,6-15-5 15,-6-2-54-15,-12 6-70 16,-18 6-94-16,-16 0-81 16,-19 0-40-16</inkml:trace>
  <inkml:trace contextRef="#ctx0" brushRef="#br0" timeOffset="-200733.66">18436 7186 328 0,'0'0'357'0,"0"0"-214"0,0 0 7 15,0 0-41-15,0 0-25 16,0 0-24-16,-14-19-25 16,16 59-1-16,16 20 48 15,3 9-42-15,-2 14-25 16,-3 5-13-16,-3 9-2 15,-4 3-73-15,-6 0-125 16,-3 0-116-16,-8-11-185 16</inkml:trace>
  <inkml:trace contextRef="#ctx0" brushRef="#br0" timeOffset="-199916.95">21004 8774 830 0,'0'0'47'0,"0"0"48"0,-116 8-7 0,114-8-28 0,2 0 12 16,39-13-70-16,34-21 30 15,33-13-16-15,41-17-10 16,30-10 4-16,23-8-7 15,14 0 0-15,-4 6-2 16,-14 9 4 0,-14 7 16-16,-21 6-3 0,-27 11 1 15,-39 8-13-15,-37 15-6 16,-33 6-4-16,-25 4-17 16,-33 10-37-16,-44 0-100 0,-23 0-160 15,-18 6-144 1</inkml:trace>
  <inkml:trace contextRef="#ctx0" brushRef="#br0" timeOffset="-199066.95">21350 7227 771 0,'0'0'139'0,"0"0"-6"0,0 0 39 0,0 0-74 16,0 0-19-16,0 0-9 16,-20-96-16-16,20 96-21 15,0 11-16-15,-2 28-15 0,0 15 26 16,-6 10-7-16,2-2-8 15,2-4-9-15,1-10 1 16,3-12-3-16,0-14-2 16,0-12 0-16,0-3 4 15,0-7-3-15,0 0-1 16,0 0 3-16,0-10 1 16,0-29-1-16,0-15-2 15,0-6-1-15,0 2 0 16,0 6 1-16,0 12 0 15,0 15 0-15,0 13 1 0,0 8 3 16,0 4 8-16,0 0-7 16,0 0-6-16,-4 33-3 15,2 13 3-15,-2 11 11 16,4-3-6-16,0-8-1 16,0-11-4-16,0-11 0 15,0-10 0-15,0-9-3 16,0-5-1-16,0 0-3 15,0 0 4-15,0-17 3 16,0-23 3-16,8-12 0 16,3-5-3-16,-5 4 3 15,0 5-3-15,-4 10 0 16,0 12 0-16,-2 15 1 16,0 10-1-16,0 1 0 15,0 12-6-15,0 21 4 16,0 12 2-16,-2 3 6 0,0-3-3 15,2-2-1-15,-2-4-1 16,-4-6 0-16,2-7-1 16,0-2-9-16,-1-7-33 15,3-3-55-15,2-2-69 16,0-5-99-16,0-4-108 16,7-3-348-16</inkml:trace>
  <inkml:trace contextRef="#ctx0" brushRef="#br0" timeOffset="-198833.19">21706 7194 868 0,'0'0'47'0,"0"0"80"0,0 0-12 0,0 0-28 0,0 0-14 16,0 0-25-16,0 0-37 15,-8-31 6-15,63 21 1 16,5-2-11-16,-4 2-7 16,-13 6-5-16,-14 4-87 15,-16 0-113-15,-13 1-22 16,0 13-79-16</inkml:trace>
  <inkml:trace contextRef="#ctx0" brushRef="#br0" timeOffset="-198416.96">21698 7225 675 0,'0'0'113'16,"0"0"34"-16,0 0-49 15,0 0-33-15,0 0-20 16,0 0 26-16,-29 88-32 16,21-60-27-16,4-6-10 15,2-3 0-15,0-8-2 16,2-5-8-16,0-6-22 15,0 0 13-15,0 0 1 16,0 0 14-16,0 0-7 0,0-10 9 16,4-4 8-1,12-2-4-15,7 2-3 0,0 0 1 16,6 2-1-16,5 2 1 16,2 4 7-16,-2 4 12 15,-5 2 11-15,-6 0 5 16,-7 4 17-16,-9 15-9 15,-7 4-18-15,0 9 2 16,-15 2 5-16,-14 0-8 16,-8-3-25-16,0-7 13 15,1-4-6-15,3-4-8 16,4-8-35-16,8-4-65 16,11-4-85-16,5 0-34 0,5-3-198 15</inkml:trace>
  <inkml:trace contextRef="#ctx0" brushRef="#br0" timeOffset="-198033.8">22210 7154 810 0,'0'0'15'0,"0"0"102"0,0 0-18 0,0 0-27 16,0 0 2-16,0 0-5 15,-15-41-33-15,15 41-23 16,0 11-9-16,-3 19 3 0,1 8 9 16,0 5-8-16,2-1-4 15,0 0-2-15,0-2 2 16,11-4-4-16,9-3 2 16,4-8-4-16,5-9 1 15,2-7 1-15,3-9 1 16,-3 0 3-16,0-9-1 15,-2-13-1-15,-2-6 5 16,-5-6-3-16,-7-4 15 16,-9 0 0-16,-6-4-6 15,0 0 10-15,-6-2-13 16,-11 5-4-16,-3 7 0 16,-5 10-6-16,-1 12-10 15,-13 10-57-15,-9 0-95 0,-12 22-211 16,-7 9-288-16</inkml:trace>
  <inkml:trace contextRef="#ctx0" brushRef="#br0" timeOffset="-197266.95">16787 8024 920 0,'0'0'39'0,"0"0"127"0,4-120-59 0,-4 102-27 0,-17 10 2 0,-17 8-31 15,-13 3-31-15,-11 41-6 16,-11 25 15-16,-4 28 5 15,-1 23 3-15,3 23 0 16,6 10-5-16,18 8-3 16,18-3-3-16,25-9-14 15,8-6-8-15,50-15-3 16,26-11-1-16,18-22-16 16,12-15-34-16,5-19-42 15,-3-21 0-15,-10-20-57 0,-13-16-130 16,-10-4-42-16,-22-22-124 15</inkml:trace>
  <inkml:trace contextRef="#ctx0" brushRef="#br0" timeOffset="-197046.7">17038 9368 717 0,'0'0'100'0,"0"0"43"16,0 0-38-16,0 0-51 15,0 0-31-15,0 0-20 16,-19 46 30-16,56 7-8 15,-3 4-7-15,-12 0-4 16,-13-1 1-16,-9 0 0 0,-15 2 1 16,-35-3-9-16,-16-4-4 15,-15-2-3-15,-6-6-59 16,-2-8-37-16,7-7-28 16,8-8-55-16,9-3-25 15,17-10-236-15</inkml:trace>
  <inkml:trace contextRef="#ctx0" brushRef="#br0" timeOffset="-196233.28">23246 7922 793 0,'0'0'89'0,"0"0"30"0,0 0-14 0,0 0-26 0,0 0-22 15,31-111-32-15,40 111-2 16,12 13 18-16,0 41 0 0,-4 29 1 16,-3 25 7-16,-13 16-3 15,-12 16-13-15,-15 5-3 16,-21-3-19-16,-15-1 10 16,-6-15-13-16,-39-7 12 15,-8-13-10-15,-12-12-4 16,0-13-3-16,5-17-3 15,5-12-41-15,10-18-110 16,11-14-117-16,7-14-23 16,6-6-55-16</inkml:trace>
  <inkml:trace contextRef="#ctx0" brushRef="#br0" timeOffset="-196000.28">23271 9250 643 0,'0'0'136'16,"0"0"44"-16,0 0-1 0,0 0-65 15,0 0-36-15,0 0-24 16,-10-37-22-16,10 74-26 16,0 14 35-16,0 11-10 15,3-7-18-15,4-8-7 16,4-9-5-16,7-12-1 16,11-11 0-16,6-10 3 15,16-5-6-15,11-8-6 16,12-22-22-16,9-5-48 15,5 2-65-15,-1 0-103 0,-10 8-183 16</inkml:trace>
  <inkml:trace contextRef="#ctx0" brushRef="#br1" timeOffset="85250.95">21445 1899 590 0,'0'0'20'0,"0"0"95"0,0 0 59 0,0 0-81 0,-6-105 29 0,3 103-10 0,1 2-27 0,0 0-48 0,-2 21-20 15,-7 30-12-15,2 30 43 16,0 23 0-16,2 13 2 16,5-1-9-16,-4 0-14 15,3-10-2-15,-2-8-8 16,1-5-3-16,2-13-7 16,0-14-4-16,2-13-1 15,0-20-2-15,0-11-31 16,0-12-59-16,13-10-89 0,5-6-66 15,-5-35-60-15,-6-26-73 16</inkml:trace>
  <inkml:trace contextRef="#ctx0" brushRef="#br1" timeOffset="85767.49">21428 1914 185 0,'0'0'433'16,"0"0"-388"-16,0 0 64 15,0 0-47-15,-27-112-14 16,40 102 16-16,28 2-49 16,21 2-12-16,16 2 0 15,11 4-3-15,9 0 0 16,3 0 3-16,7-1-3 16,4-3 1-16,-9-2 0 0,-8 1 0 15,-19 4 3-15,-15 1-4 16,-22 0 0-16,-14 0 1 15,-12 0 0-15,-7 0 10 16,-6 0 16-16,4 0 15 16,-2 0-3-16,0 0-5 15,0 0-11-15,0 0-4 16,0 1 4-16,1 15-14 16,1 11 45-16,-2 10-24 15,0 12-5-15,-2 10 2 16,0 18 4-16,0 11-8 15,0 10 8-15,0 3-4 0,4-5-7 16,-1-1-3 0,0-5-7-16,1-6-4 0,0-4-4 15,-1-12-1-15,-1-14 2 16,0-14-2-16,-2-13-1 16,0-14 0-16,0-7 3 15,0-6-1-15,-4 0 8 16,-28 0 5-16,-19-6-15 15,-27-3-34-15,-27 5-24 16,-26 4-11-16,-27 0-59 16,-25 1-153-16,-16 13-61 15</inkml:trace>
  <inkml:trace contextRef="#ctx0" brushRef="#br1" timeOffset="87170.28">2171 3571 562 0,'0'0'40'0,"-149"2"90"0,74 2 29 0,11 1-49 0,15-3 7 15,16-1-14-15,24-1-21 16,9 6-27-16,53 6-36 15,43 8 15-15,45 0-3 16,30-8-17-16,23-10-14 16,11-2 4-16,4-14 1 15,-8-16-3-15,-11-1-2 0,-17 1-7 16,-22 9 1 0,-30 9-58-16,-39 6-48 0,-40 6-37 15,-42 0 51-15,-37 0-5 16,-61 16-53-16,-39 6 59 15,-27 0-31-15,-15-3 56 16,-12-4 65-16,-7-1 7 16,4 3 57-16,11-2 53 15,8 8 2-15,7 7 25 16,18-4-49-16,21 4-1 16,37-8 43-16,39-10-69 15,40 2-37-15,22-3-11 16,74 0 1-16,54-3 16 15,52-8-18-15,40-11-5 0,18-25-5 16,11-5-2-16,1-4-4 16,-12 9-3-16,-18 13 2 15,-23 10-112-15,-38 12-125 16,-35 1-101-16</inkml:trace>
  <inkml:trace contextRef="#ctx0" brushRef="#br1" timeOffset="87314.13">3840 3950 803 0,'0'0'0'0,"0"0"-3"0,0 0-11 0,0 0-99 0,0 0-241 0</inkml:trace>
  <inkml:trace contextRef="#ctx0" brushRef="#br1" timeOffset="89583.31">13505 9676 982 0,'0'0'174'0,"0"0"-37"0,0 0-74 0,0 0-44 0,0 0 11 0,0 0 28 15,0 0-9-15,24 93-22 16,-8-59-13-16,-5-9-7 15,1-10-3-15,-4-11-2 16,5-4-2-16,5 0-2 16,9-37 1-16,13-20-1 15,9-20-31-15,10-8-33 16,5-3-46-16,-2 6-64 16,-1 12 8-16,-11 19-16 15,-9 17-89-15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9T13:05:53.033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7594 2785 639 0,'0'0'16'0,"0"0"55"0,-114-22 74 0,85 20-90 0,4 2 35 16,15 0 15-16,5 0-21 0,5 0-44 15,0 0-21-15,0 0-8 16,20 14 3-16,23 5 8 15,21 0 4 1,28 0-11-16,18-5-10 0,18 1-1 16,14-5-4-16,8 1 0 15,8-5 1-15,2-3-1 16,-1 0 6-16,-11-3-4 16,-13 0 2-16,-22 0-4 15,-22 0-8-15,-23-3-40 16,-26 0-10-16,-27-2-57 15,-15 5-10-15,-31 0 10 16,-40 0-67-16,-25 0 45 16,-18 11-55-16,-9-4 4 15,-6 1 49-15</inkml:trace>
  <inkml:trace contextRef="#ctx0" brushRef="#br0" timeOffset="250.84">8004 2919 295 0,'-123'0'111'15,"11"0"19"-15,17 0-23 16,17 0-14-16,20 0 1 15,23 0-8-15,19 0-29 16,16 0 1-16,9 0-23 16,40 0-8-16,27 0-6 15,30 0-5-15,28 0-6 16,27 0-8-16,22 0 18 16,12 0 17-16,8-2 4 15,0-3-6-15,-4-4-13 16,-26 1-3-16,-28 1-14 0,-39-2-5 15,-34 3-4-15,-35 2-28 16,-25 4-42-16,-12 0-99 16,-31 0-103-16,-30 8-184 15</inkml:trace>
  <inkml:trace contextRef="#ctx0" brushRef="#br0" timeOffset="7663.81">8706 5467 468 0,'0'0'131'0,"108"-119"8"0,-45 47 1 0,4-2-46 0,-4 0 24 0,-15 1-19 16,-12 13-38 0,-20 13-18-16,-16 13-3 0,0 15 18 15,-31 10-18 1,-19 9-27-16,-12 5-4 0,-11 29-8 15,-4 16 3-15,6 14 7 16,13 4-6-16,16 6 2 16,18 5-3-16,24-5-4 15,0-4 0-15,41-10-2 16,22-6-9-16,13-2 11 16,7-2 0-16,-3 1 0 15,-14-1 3-15,-21-4-2 16,-25-4 1-16,-20-6-1 15,-20-2 1-15,-40-8-2 16,-16-3 5-16,-6-12-1 16,-1-11-1-16,8 0 0 0,10-17 0 15,16-21-3-15,19-17-17 16,30-15-49-16,12-4-194 16,48 6-217-16</inkml:trace>
  <inkml:trace contextRef="#ctx0" brushRef="#br0" timeOffset="7948.21">9530 5178 817 0,'0'0'81'0,"0"0"146"0,0 0-88 0,0 0-10 0,0 0-19 15,0 0-64-15,-45-23-41 16,35 106 15-16,0 15 2 16,10 8-17-16,0-1-5 15,0-2-17-15,5 4-82 16,0-17-198-16,-3-15-243 15</inkml:trace>
  <inkml:trace contextRef="#ctx0" brushRef="#br0" timeOffset="8181.49">10067 5769 1091 0,'0'0'7'0,"0"0"20"16,0 0 101-16,0 0-128 15,0 0 22-15,0 0-18 16,112-14-4-16,-31 10-33 16,-2 1-191-16,-21 3-53 0,-27 0-78 15</inkml:trace>
  <inkml:trace contextRef="#ctx0" brushRef="#br0" timeOffset="8297.32">10094 5959 642 0,'0'0'52'0,"0"0"104"15,0 0-5-15,0 0-95 16,0 0-38-16,0 0-14 16,71 8-4-16,45-40-109 15,9-10-407-15</inkml:trace>
  <inkml:trace contextRef="#ctx0" brushRef="#br0" timeOffset="8764.17">11529 5134 873 0,'0'0'47'16,"0"0"148"-16,-70-136-16 16,64 115-44-16,4 9-7 15,2 10-24-15,0 2-39 16,0 34-45-16,0 34-16 15,0 30 17-15,0 23-7 16,-5 4-10-16,3-4-4 0,-2-1-26 16,4-9-65-16,0-15-92 15,0-22-129-15,6-30-156 16</inkml:trace>
  <inkml:trace contextRef="#ctx0" brushRef="#br0" timeOffset="8963.79">11339 5261 925 0,'0'0'6'16,"0"0"29"-16,14-116 58 15,39 106-80-15,12 10 1 16,6 0 44-16,-2 12 0 16,-13 19 0-16,-21 4-37 0,-24 9-12 15,-11 9-7-15,-40 1-4 16,-22-1-67-16,-11 0-84 15,-1-13-132-15,13-8-50 16</inkml:trace>
  <inkml:trace contextRef="#ctx0" brushRef="#br0" timeOffset="9231.69">12112 5279 859 0,'0'0'225'0,"0"0"-94"0,0 0 85 15,0 0-120-15,0 0-32 16,0 0-8-16,-42-3-38 16,42 65-10-16,0 11 9 15,4 6-12-15,3-8-5 16,-2 0-18-16,-5-3-47 15,0-7-70-15,0-11-101 16,-14-14-172-16</inkml:trace>
  <inkml:trace contextRef="#ctx0" brushRef="#br0" timeOffset="9380.57">11929 5438 960 0,'0'0'13'15,"0"0"105"-15,26-122-45 16,22 90-65-16,12 14-8 16,11 9-69-16,-2 9-118 15,-9 0-242-15</inkml:trace>
  <inkml:trace contextRef="#ctx0" brushRef="#br0" timeOffset="9563.99">12419 5298 147 0,'0'0'842'0,"0"0"-748"16,0 0 141-16,0 0-143 16,0 0-22-16,0 0-5 15,-33 34-31-15,47 20 12 16,-1 10-33-16,-7 2-9 16,-3-1-4-16,-3 1-68 15,0-6-74-15,-11-12-188 16,-10-18-112-16</inkml:trace>
  <inkml:trace contextRef="#ctx0" brushRef="#br0" timeOffset="9880.54">12520 5282 714 0,'0'0'92'15,"0"0"117"-15,0 0-69 0,0 0-52 16,0 0-54-16,0 0-24 15,96 28 3-15,-96 32-2 16,-14-2-11-16,-17-8-6 16,-2-10-1-16,-1-10 3 15,5-5 3-15,7-14-2 16,9-3 6-16,8-3 1 16,5-4-4-16,0 7 0 15,23 9-2-15,17 2 2 16,14 3 17-16,8-1-12 15,0-6-3-15,-4 0-2 0,-11-1-5 16,-10-1-67 0,-8 6-117-16,-13 4-123 0,-9 0-366 15</inkml:trace>
  <inkml:trace contextRef="#ctx0" brushRef="#br0" timeOffset="10197.32">11276 6194 958 0,'0'0'10'16,"-139"0"196"-1,105 0-96-15,20 0-53 0,14 0 10 16,65 0-50-16,55-6 17 16,61-9-6-16,49-2-14 15,32-5-14-15,15 2 16 16,3-1-3-16,-18 7-3 16,-31 4-10-16,-49 2-5 15,-59 7-65-15,-61 1-179 16,-57 0-75-16,-34 0-96 15</inkml:trace>
  <inkml:trace contextRef="#ctx0" brushRef="#br0" timeOffset="10564.51">11794 6847 908 0,'0'0'27'0,"-40"-128"219"0,28 78-77 15,8 16-46-15,2 16 2 16,2 8-19-16,0 10-53 16,0 0-32-16,0 29-21 15,0 30 1-15,4 24-2 16,8 8-4-16,-2 0-40 16,1-7-100-16,3-11-66 15,-1-19-187-15,3-21-327 16</inkml:trace>
  <inkml:trace contextRef="#ctx0" brushRef="#br0" timeOffset="11180.47">12170 6734 1010 0,'0'0'21'15,"0"0"190"-15,0 0-114 16,0 0-46-16,0 0-1 15,0 0-34-15,-42 4-14 16,42 50 3-16,0 8 7 16,0 0-11-16,0-8 1 15,11-8-2-15,7-9 0 16,5-13-7-16,0-10-5 16,2-8 5-16,-2-6 7 15,-1 0 1-15,-5-3 3 0,-5-14 0 16,-5-6 0-16,-7-7 2 15,0 0-2-15,-3-5 2 16,-23 2-6-16,-3 3 0 16,-3 3 0-16,5 8-1 15,12 5-5-15,8 6 5 16,7-3-9-16,4 0-8 16,33-6-20-16,11 0 22 15,10 1 6-15,2 5-13 16,-6 4 12-16,-10 4 7 15,-13 2 4-15,-12 1-3 0,-11 0 3 16,-8 15-4-16,0 25 4 16,0 11 0-16,0 5 4 15,-4-2-1-15,4-7-3 16,0-6 1-16,18-9-1 16,18-8-4-16,-1-8-1 15,1-9-3-15,-3-7-6 16,-6 0 14-16,-2-3 5 15,-4-19 3-15,-5-11 31 16,-7-12 8-16,-9-10-22 16,0-6 11-16,-9-1 0 15,-20 5-4-15,-6 13-14 16,-12 16-18-16,-4 16-15 16,-9 12-95-16,-7 7-196 15,2 16-502-15</inkml:trace>
  <inkml:trace contextRef="#ctx0" brushRef="#br0" timeOffset="12980.77">8699 8306 667 0,'0'0'130'0,"0"0"99"0,34-111-79 0,-34 77-41 0,0-1-25 16,0 6-9-16,-8 6-27 15,-7 8-11-15,-5 11-18 16,-10 4 23-16,-5 8-38 16,-7 24-2-16,2 12-2 0,11 8 0 15,13 6 0-15,16 3-1 16,2-2 1-16,38 4 0 15,20-5-1-15,10-4-5 16,6-2-2-16,-5-2 7 16,-13-3-5-16,-15-5 6 15,-22-10 0-15,-21-6 0 16,0-6 0-16,-42-7 2 16,-18-2 4-16,-11-7-4 15,-7-4 4-15,2-3-4 16,10-20-1-16,14-10-2 0,17-5-3 15,25 1-88-15,10 1-31 16,25 3-145-16,22 8-156 16</inkml:trace>
  <inkml:trace contextRef="#ctx0" brushRef="#br0" timeOffset="13282.43">9242 8283 906 0,'0'0'58'0,"0"0"128"0,-15-108-70 0,15 96-2 0,0 8-9 0,0 4-45 16,0 2-35-16,0 36-19 15,0 19 9-15,0 15 10 16,0 7-16-16,0 4-9 16,0 1 0-16,13-4-53 15,3-9-129-15,1-14-178 16,0-14-294-16</inkml:trace>
  <inkml:trace contextRef="#ctx0" brushRef="#br0" timeOffset="13497.45">9751 8782 974 0,'0'0'135'16,"0"0"-31"-16,0 0 46 15,0 0-118-15,0 0-7 16,0 0-4-16,102-25-8 15,-37 23-13-15,-5 0-43 16,-18 2-90-16,-18 0-74 16,-16 0-39-16,-8 5-47 15,-21 13-91-15</inkml:trace>
  <inkml:trace contextRef="#ctx0" brushRef="#br0" timeOffset="13630.38">9866 8868 263 0,'0'0'111'0,"0"0"22"15,0 0-26-15,0 0-24 16,0 0 39-16,0 0-17 15,-88 51-32-15,107-51-8 16,19-10-52-16,11-6-6 16,7-1-7-16,0 2-23 15,-8-1-220-15</inkml:trace>
  <inkml:trace contextRef="#ctx0" brushRef="#br0" timeOffset="14503.64">10720 8222 917 0,'0'0'96'0,"0"0"139"0,0 0-111 0,0 0-24 0,0 0-25 16,0 0-43-16,0 0-22 15,-49 53 6-15,35 18-8 16,3 1-5-16,5-6 2 16,4-6-4-16,2-17 2 15,0-13-2-15,0-10-1 16,19-11 1-16,19-5-1 15,16-4 0-15,14 0-5 16,11-4-26-16,1-10-44 0,-2 4-44 16,-11 1-123-16,-14-4-130 15,-17 0-192-15</inkml:trace>
  <inkml:trace contextRef="#ctx0" brushRef="#br0" timeOffset="14717.44">10992 8325 701 0,'0'0'101'0,"0"0"110"16,0 0-75-16,0 0-37 0,0 0-25 15,0 0 23 1,-65 155-12-16,72-85-45 0,6 6-17 16,0-2-14-16,-3 2-9 15,1 1-18-15,0-6-71 16,-3-12-73-16,6-14-85 15,-1-23-150-15</inkml:trace>
  <inkml:trace contextRef="#ctx0" brushRef="#br0" timeOffset="15097.33">11642 8388 869 0,'0'0'52'0,"0"-106"58"16,0 63 35 0,-13 11-95-16,-9 8-1 0,-5 15-3 15,-7 9-27-15,-5 0 19 16,-2 15-38-16,5 18 5 16,12 5-5-16,17 3-1 15,7 5 0-15,20 3-2 16,25-1-7-16,10 1 2 15,1-4 4-15,-6-3 3 16,-15-8-4-16,-20-7 5 16,-15-4 0-16,0-6 1 15,-31-5 4-15,-9-6 2 0,-2-6-5 16,4 0 8 0,11-27 4-16,12-8-7 0,15-11 3 15,8-8-10-15,38-1-19 16,14 3-50-16,6 12-123 15,-3 12-148-15,-9 9-135 16</inkml:trace>
  <inkml:trace contextRef="#ctx0" brushRef="#br0" timeOffset="15713.79">12037 8235 709 0,'0'0'122'15,"0"0"65"-15,0 0-75 16,0 0-16-16,0 0-39 0,0 0-28 16,-63-13-12-16,57 51-8 15,-2 12 10-15,8 8-1 16,0 0-3-16,0 0-10 16,0-8-3-16,8-10-2 15,9-10-3-15,3-12-15 16,5-9-8-16,-3-9 19 15,0 0 7-15,-4-13 0 16,-2-12 0-16,-5-8 1 16,-8-7 2-16,-3-2-1 15,0 0-2-15,-12 5 0 0,-10 6-2 16,-3 9 1-16,5 5-7 16,5 6 2-1,8 3 0-15,7-2 1 0,5-5-29 16,30 4-11-16,14-3 32 15,4 5-16-15,-3 3-7 16,-8 4 11-16,-9 2 18 16,-6 0 7-16,-9 0-1 15,-9 0 1-15,-5 23 4 16,-4 8 7-16,0 8 9 16,0 5 1-16,-2 2-6 15,2 2-12-15,0 2 0 0,0-6-1 16,0-8-1-1,15-5-1-15,6-12 0 0,3-9 0 16,-1-6 0 0,1-4 2-16,-2 0-2 0,-1-18 6 15,-6-8 1-15,-6-10 7 16,-9-5 14-16,0-9-13 16,-2-7 4-16,-25 0-15 15,-4 10 4-15,-5 7-8 16,0 12-5-16,1 16-25 15,-3 5-123-15,-1 7-190 16</inkml:trace>
  <inkml:trace contextRef="#ctx0" brushRef="#br0" timeOffset="16233.76">12910 8410 603 0,'0'0'230'0,"0"0"-92"0,0 0 97 0,0 0-129 0,0 0-19 0,0 0-33 15,-13-34-31-15,52 80 54 16,13 10-24-16,0 4-41 0,0-2-9 16,-2-4-3-1,-6-5-3-15,-3-13-64 0,-8-6-87 16,-9-13-83-16,-8-11-106 15,-7-6-72-15</inkml:trace>
  <inkml:trace contextRef="#ctx0" brushRef="#br0" timeOffset="16364.52">13258 8416 371 0,'0'0'277'16,"0"0"-88"-16,0 0-14 15,0 0-52-15,-114-15-84 0,85 65-4 16,4 11-7-1,1 1-20-15,2 1-8 16,-5-6-117-16,-6-2-101 0,-8-11-217 16</inkml:trace>
  <inkml:trace contextRef="#ctx0" brushRef="#br0" timeOffset="16980.78">13717 8262 353 0,'0'0'438'0,"0"0"-320"0,0 0 58 0,0 0-85 0,0 0-10 15,0 0-41-15,-41-6-14 16,30 50 17-16,-3 6-9 16,4 0-16-16,3-4-6 15,5 2-8-15,2-5 8 16,0-6-5-16,19-3-3 16,18-7 1-16,11-9-1 15,15-8 0-15,9-10-2 0,4 0 2 16,4 0-4-16,-12-9-21 15,-12-2-68-15,-18-1-85 16,-15-5-68-16,-23-1-120 16</inkml:trace>
  <inkml:trace contextRef="#ctx0" brushRef="#br0" timeOffset="17197.84">13902 8368 649 0,'0'0'131'0,"0"0"72"0,0 0-79 16,0 0-44-16,0 0 66 16,-12 156-49-16,19-87-48 15,11-4-27-15,0 2-15 16,2-4-7-16,0-2-8 16,-3-7-69-16,-1-8-90 15,-5-12-154-15,1-18-274 16</inkml:trace>
  <inkml:trace contextRef="#ctx0" brushRef="#br0" timeOffset="17447.32">14407 8382 555 0,'0'0'342'15,"0"0"-236"-15,0 0 106 16,0 0-132-16,0 0-43 16,0 0-10-16,17 18 13 15,20 33-9-15,3 8-11 16,-5-3-18-16,-1-4 0 16,-5-6-2-16,-2-7-12 15,-5-11-86-15,-2-8-114 16,-2-8-120-16,-3-10-138 15</inkml:trace>
  <inkml:trace contextRef="#ctx0" brushRef="#br0" timeOffset="17631.8">14713 8376 754 0,'0'0'91'15,"0"0"73"-15,0 0-66 16,0 0-37-16,-108 114 10 15,89-55-38-15,-6-4-24 16,-6 4-9-16,-9 0-65 16,-14-5-124-16,-6-4-180 15</inkml:trace>
  <inkml:trace contextRef="#ctx0" brushRef="#br0" timeOffset="18547.5">15100 8322 835 0,'0'0'68'0,"0"0"122"0,0 0-32 0,0 0-97 0,0 0 19 16,0 0-17-16,-28-103-21 15,28 103-8-15,0-1-9 16,-3 1-5-16,-2 0 3 15,-1 0-7-15,-5 20-6 16,-3 16 3-16,1 9-8 16,7 4 3-16,1-4-5 15,5-4-2-15,5-9 0 16,21-12 0-16,14-8-1 0,9-4 0 16,9-8-1-16,0 0-1 15,-2 0-6-15,-12 0 8 16,-6 4 1-16,-14 9-1 15,-8 4 0-15,-16 5 1 16,0 0 1-16,-8 2 4 16,-29 1 3-16,-9-2-6 15,-6-5-3-15,6-1-2 16,5-6-72-16,10-2-91 16,7-9-72-16,6 0-140 15,7-13-329-15</inkml:trace>
  <inkml:trace contextRef="#ctx0" brushRef="#br0" timeOffset="18716.29">15162 8245 623 0,'0'0'46'0,"0"0"73"16,0 0 32-16,179-98-84 16,-101 77 47-16,-3 10-49 15,-8 7-45-15,-20 4-20 16,-24 4-21-16,-23 17-200 15,0 11-335-15</inkml:trace>
  <inkml:trace contextRef="#ctx0" brushRef="#br0" timeOffset="19397.34">10773 9479 829 0,'0'0'27'0,"0"0"104"0,0 0-21 0,0 0-46 16,0 0-6-16,0 0 0 16,150-21-42-16,54 16-2 15,65-5-11-15,60-1 5 16,51 1 0-16,33 1 0 16,19 2 22-16,11 1-17 15,-6 2 7-15,-7 1 18 16,-15-2-8-16,-21 4 17 15,-27-1-22-15,-41 2-25 16,-56 0 6-16,-77 0-6 16,-83 0-30-16,-91 0-53 15,-65 0-112-15,-90 0-110 0,-58 0-269 16</inkml:trace>
  <inkml:trace contextRef="#ctx0" brushRef="#br0" timeOffset="19814.08">12442 9919 1003 0,'0'0'108'0,"0"0"115"0,0 0-62 0,0 0-44 0,0 0-60 16,0 0-34-16,-33-23-17 15,33 89 11-15,4 15-2 16,5 4-13-16,-2-6-2 16,-3-7-22-16,1-8-61 15,1-12-99-15,1-10-118 16,4-20-130-16</inkml:trace>
  <inkml:trace contextRef="#ctx0" brushRef="#br0" timeOffset="20447.99">12707 10043 772 0,'0'0'100'16,"0"0"85"-16,0 0-30 15,0 0-56-15,0 0-17 16,0 0-34-16,0-73-40 15,0 115-3-15,0 14-1 16,0 4-2-16,3-6 1 16,14-7-3-16,1-11 2 15,5-10-2-15,0-8-4 16,4-10 4-16,0-8-4 16,-2 0 3-16,-3 0-1 15,-4-20 4-15,-7-3-4 16,-6-13 2-16,-5-3-2 15,0-6-17-15,-23 1-2 0,-4 10 5 16,-4 8 10-16,0 8 3 16,6 6-4-16,8 4 0 15,11 6 1-15,6-1 1 16,0 0-27-16,29-2 8 16,15 0 19-16,12-3-3 15,4 0-11-15,0 2-19 16,-6 2 29-16,-4 2 9 15,-14 2 0-15,-9-3 0 16,-17 3 0-16,-4 0 1 16,-6 0-1-16,0 15 1 15,0 17 2-15,-2 8 3 0,-6 4-2 16,6 5-1 0,2-4 6-16,0 1-6 0,4-4-3 15,17-7 0-15,3-8 2 16,3-6 0-16,2-12-1 15,0-8 0-15,-3-1 2 16,1-1 2-16,-7-24 8 16,1-9 4-16,-6-6 26 15,-9-8-5-15,-6-6 4 16,0-7 4-16,-10 1-34 16,-22 10-3-16,-10 17-9 15,-13 24-3-15,-16 9-109 16,-10 16-130-16,-6 13-353 15</inkml:trace>
  <inkml:trace contextRef="#ctx0" brushRef="#br0" timeOffset="21215.91">11939 8653 452 0,'0'0'49'0,"0"0"68"0,0 0-3 0,0 0-12 0,0 0-1 0,0 0-9 15,-110 25 24-15,137-49-66 16,11-12-34-16,13-12 10 16,11-12-8-16,10-8 2 15,8-6-4-15,3-1 22 16,-8 11 12-16,-8 14-4 16,-13 14-24-16,-17 15-17 15,-16 10-5-15,-15 9-2 16,-6 2 1-16,0 4-56 15,-4 19-100-15,-21 10-75 16,-6-1-116-16</inkml:trace>
  <inkml:trace contextRef="#ctx0" brushRef="#br0" timeOffset="21964.78">12725 10305 526 0,'0'0'200'0,"0"0"-116"0,0 0 84 0,0 0-96 16,0 0 32-16,0 0-22 15,-51-23-27-15,82-2-49 16,18-11-4-16,9-7 0 16,6-3-1-16,8-10-1 15,6 0 1-15,2 2 8 16,-2 7 10-16,-9 10 10 16,-12 9-5-16,-21 10-21 15,-13 7 1-15,-17 5-4 16,-6 6 0-16,-2 0-65 15,-31 14-186-15,-11 10-115 16</inkml:trace>
  <inkml:trace contextRef="#ctx0" brushRef="#br0" timeOffset="23747.78">1480 9659 920 0,'0'0'33'0,"0"0"144"0,-34-112-43 0,28 94-56 16,4 10 21-16,-2 8-37 15,4 0-23-15,0 16-25 0,0 23-14 16,2 16 6-16,17 5-3 16,8-6-2-16,8-6 2 15,0-12-3-15,2-9-14 16,-1-11-13-16,-1-12-5 16,-1-4 0-16,-5 0 9 15,-7-20 5-15,-9-7 12 16,-3-6 2-16,-10-10 4 15,0-3-1-15,-3 2 4 16,-12 7 0-16,2 10 1 16,1 10 18-16,5 9 11 15,1 3 6-15,4 5 7 16,2 0-26-16,0 24-12 16,0 18 0-16,0 10 25 0,13 6-11 15,3-6-9-15,-1 2-4 16,1-1-6-16,1-3-3 15,2 2-1-15,2-2-43 16,-1-6-82-16,7-6-79 16,-2-16-128-16,-6-14-140 15</inkml:trace>
  <inkml:trace contextRef="#ctx0" brushRef="#br0" timeOffset="24081.68">2188 9713 643 0,'0'0'47'0,"2"-137"99"0,-2 87-37 0,0 17-6 0,-10 12 9 0,-9 14-17 0,2 7-34 0,-5 0-33 16,-1 20-20-16,6 12 4 16,5 6-12-16,12 0 1 15,0 1-1-15,20 0 1 16,20-1-1-16,10-2-2 15,-2 0 2-15,-1-2 0 16,-9-3 1-16,-15-3-1 16,-17-2 1-16,-6-4 0 15,-23 2 4-15,-18-7-3 16,-9-6 2-16,6-11-2 16,4 0-2-16,11-23 5 0,14-16-4 15,15-14-1-15,22-9-23 16,34-2-46-16,12 5-141 15,3 10-185-15</inkml:trace>
  <inkml:trace contextRef="#ctx0" brushRef="#br0" timeOffset="24382.8">2913 9431 928 0,'0'0'89'0,"0"0"109"0,0 0-92 0,0 0 0 16,0 0-31-16,0 0-60 15,-139 80 3-15,99-17-9 16,1 2-3-16,0 1-6 16,1 0-63-16,7-5-81 0,4-13-166 15,6-16-171 1</inkml:trace>
  <inkml:trace contextRef="#ctx0" brushRef="#br0" timeOffset="24564.35">2581 9544 7 0,'0'0'875'0,"0"0"-703"16,0 0 35-16,0 0-122 15,0 0-4-15,0 0-24 16,85 13 37-16,-37 27-72 16,1 6-20-16,0 2-2 15,-2-2-43-15,-7-4-167 16,-11-8-229-16</inkml:trace>
  <inkml:trace contextRef="#ctx0" brushRef="#br0" timeOffset="25115.46">3022 9532 786 0,'0'0'43'0,"0"0"48"0,0 0-27 16,74-118 13-16,-37 117 8 15,-8 1-39-15,-6 15-19 16,-14 28-20-16,-9 5 5 16,0 2-6-16,-23-1 11 15,-2-10 11-15,4-5 5 16,5-10-6-16,9-8-18 16,7-10-9-16,7-6 0 0,26 0 2 15,14-6-2-15,-1-20-23 16,0-5-24-16,-9-11 7 15,-8 3 25-15,-9-1 13 16,-6 4 2-16,-10 7 0 16,-4 4 4-16,0 8 7 15,0 8 27-15,0 3 6 16,0 1-2-16,0 5-3 16,0 0-14-16,0 9-25 15,0 24 1-15,0 11-1 16,2 7 5-16,14-5-5 15,1-2-3-15,6-6 2 16,4-11-11-16,2-12-7 0,0-9 1 16,0-6 3-16,0-2 12 15,-3-22 3-15,1-13-1 16,-7-4 3-16,-7-9 0 16,-11-3 0-16,-2 6 8 15,-8 0 4-15,-21 12-1 16,-3 10 5-16,-1 15-8 15,-7 10-10-15,-3 14-9 16,-7 29-120-16,-6 4-261 16</inkml:trace>
  <inkml:trace contextRef="#ctx0" brushRef="#br0" timeOffset="30864.07">2745 10893 419 0,'0'0'283'0,"0"0"-65"0,-11-131-54 0,-9 95-43 0,-5 6-22 0,-3 8-29 16,-3 10-27-16,4 9-7 15,2 3-9-15,3 19-17 16,2 21-7-16,2 10-3 16,12 4 1-16,6-4-2 15,0-8-2-15,14-3-14 16,18-14-17-16,4-6-1 16,2-13-2-16,0-6 2 15,-3 0-2-15,-6-19 7 16,-4-7 30-16,-8-7 1 15,-7-3 7-15,-10-3 9 16,0 1 27-16,0 8 15 16,-10 10-2-16,-3 7 0 0,2 7 19 15,4 3-10-15,5 3-27 16,2 3-20-16,0 32-17 16,0 17 5-16,2 11 10 15,19 1-14-15,1 0-3 16,0-1-14-16,2 0-28 15,-3-3-61-15,-2-10-76 16,0-11-88-16,-7-16-101 16,0-19-184-16</inkml:trace>
  <inkml:trace contextRef="#ctx0" brushRef="#br0" timeOffset="31231.78">3075 10799 118 0,'0'0'651'0,"0"0"-513"15,-51-133-4-15,33 116-8 16,2 8-2-16,6 9-58 16,3 0-18-16,5 34-33 15,2 14-10-15,0 14 4 16,0 0 2-16,15 0-10 16,12-3-1-16,2-7-11 15,0-6-16-15,4-10-9 16,-4-11-3-16,0-6 0 15,-4-15 10-15,-6-4 23 16,0 0 6-16,-4-21 4 16,-3-6 0-16,-6-1 15 0,-4-1 1 15,-2 6 2-15,0-1 3 16,-8 3-1-16,-15 3-4 16,0 4 8-16,2 7-15 15,-2 7-10-15,3 0-3 16,1 9 0-16,2 21-39 15,5 6-53-15,-1 3-65 16,13-3-60-16,0-5-89 16</inkml:trace>
  <inkml:trace contextRef="#ctx0" brushRef="#br0" timeOffset="31597.91">3407 10756 848 0,'0'0'78'16,"0"0"70"-16,0 0-17 16,0 0-26-16,0 0-16 15,0 0-39-15,-26-74-42 16,26 99-7-16,0 18 3 16,0 7 3-16,15 1-5 15,7-3 1-15,3-8-1 16,2-11-4-16,2-7-8 15,-2-11-3-15,-1-9 1 16,3-2 5-16,-3-14 6 16,-1-17 1-16,-7-9 0 0,-9-2 6 15,-9-2 10-15,-2 1-5 16,-31 0 7 0,-13 6-10-16,0 10 3 0,-1 8-5 15,3 13-6-15,3 6-1 16,8 0-22-16,5 23-50 15,7 6-72-15,5 5-95 16,5-3-82-16</inkml:trace>
  <inkml:trace contextRef="#ctx0" brushRef="#br0" timeOffset="32080.62">4120 10244 680 0,'0'0'96'0,"-102"-120"50"0,15 64-37 0,-31 8 33 15,-29 14-40-15,-24 18-18 16,-22 16-21-16,-11 40-14 0,-14 49-21 16,-17 34-17-1,1 30 6-15,5 28 5 0,28 12 17 16,47 4-10 0,52 4-5-16,66-15-15 0,41-11-4 15,88-16-5-15,57-32-7 16,48-34-21-16,40-43-33 15,19-42-2-15,14-24-20 16,10-58 12-16,7-34 24 16,-3-31 35-16,-20-19 10 15,-34-14 2-15,-59-17 2 16,-67-10 26-16,-74 3 1 16,-44 5-9-16,-83 14-13 15,-53 32-7-15,-48 36-4 0,-43 57-34 16,-27 52-18-16,-12 68-119 15,1 43-201-15</inkml:trace>
  <inkml:trace contextRef="#ctx0" brushRef="#br0" timeOffset="33799.72">9926 11482 1191 0,'0'0'45'0,"0"0"2"0,0 0 56 0,0 0-76 0,0 0 7 16,0 0-12 0,18-14 2-16,58 8-11 0,6 2-13 15,-1 4-45 1,-10 0-91-16,-11 0-84 0,-20 0-65 16,-24 0-89-16</inkml:trace>
  <inkml:trace contextRef="#ctx0" brushRef="#br0" timeOffset="33930.75">10073 11626 603 0,'0'0'130'0,"0"0"33"16,0 0-49-16,0 0-3 15,0 0-33-15,0 0-63 16,-60 32-13-16,132-32-2 16,26-5-11-16,15-15-219 15,-1-5-278-15</inkml:trace>
  <inkml:trace contextRef="#ctx0" brushRef="#br0" timeOffset="34549.74">11478 11594 850 0,'0'0'72'0,"-14"-135"85"16,-6 77-10-16,-7 8-74 15,0 17-10-15,-4 12 26 16,2 17-37-16,0 4-23 16,0 10-24-16,0 24-3 15,10 11-2-15,5 7 0 0,12 4-13 16,2-3-18-16,2-6-13 15,23-13-24-15,3-10-17 16,6-12-19-16,-1-10-1 16,-4-2 21-16,-6-4 50 15,-6-20 34-15,-3-9 7 16,-3-2 17-16,-5-5 42 16,-1 0 20-16,-2 5-21 15,-1 7-2-15,0 13 7 16,-2 4-25-16,0 10-1 15,0 1-11-15,0 0-11 16,0 27-9-16,0 32 5 16,4 19 15-16,-2 6-8 15,3 0-19-15,-1-3-6 16,3-7-12-16,4-2-42 0,0-8-100 16,3-10-136-16,1-18-68 15,-1-19-339-15</inkml:trace>
  <inkml:trace contextRef="#ctx0" brushRef="#br0" timeOffset="34914.94">11781 11510 689 0,'0'0'94'0,"0"0"91"0,0 0-42 0,0 0-30 0,0 0-23 15,0 0-19 1,-12-80-59-16,5 126-12 0,3 18 16 15,4 8-13-15,0 0 0 16,0-2-2-16,2-5-1 16,13-12-8-16,8-6-21 15,-1-13-5-15,3-8 2 16,0-14 3-16,-4-12 12 16,2 0 14-16,0-12 3 15,-8-16 3-15,-4-4 5 16,-6 0 5-16,-5 0 11 15,0 3 6-15,-10 6-10 16,-14 4-3-16,-5 11-4 0,-4 8-6 16,0 0-7-1,2 25 0-15,6 5-51 0,7 4-101 16,11-4-101-16,7-6-159 16</inkml:trace>
  <inkml:trace contextRef="#ctx0" brushRef="#br0" timeOffset="35264.99">12219 11493 952 0,'0'0'105'0,"0"0"64"0,0 0-66 16,0 0-47-1,0 0-11-15,0 0-38 0,-33 25-2 16,33 31 4-16,0 10-4 15,0 1-4-15,0-3 0 16,0-2 1-16,2-8 1 16,9-10-2-16,1-10-1 15,3-12-11-15,3-12 11 16,1-10 4-16,4 0-1 16,2-22 4-16,2-14 3 15,-3-2-4-15,-4-4 21 16,-6 4 2-16,-12 0-9 15,-2-2-5-15,-2 1-4 16,-25 3-11-16,-4 5-1 16,-5 2-6-16,-3 11-54 0,-5 11-50 15,-9 7-182-15,-14 0-173 16</inkml:trace>
  <inkml:trace contextRef="#ctx0" brushRef="#br0" timeOffset="36064.28">8976 11376 663 0,'0'0'60'0,"8"-141"86"0,-8 77-29 0,0 8-43 0,-14 14 34 16,-5 13-19-16,-8 16-11 16,-4 13-27-16,-5 0-43 15,-2 22-7-15,4 18 1 16,5 8-1-16,14 2-1 16,15 4 2-16,0-2-2 15,19 1 2-15,22-3-2 16,11 0 0-16,3-4-9 15,-6-5 0-15,-9-4 9 16,-15-10 2-16,-21-4-2 16,-4-4-2-16,-37-2 2 15,-26-1 9-15,-12 1-8 16,1-10 0-16,11-4-1 0,19-3 0 16,17 0-20-16,16-20-53 15,11-10-168-15,0-11-155 16</inkml:trace>
  <inkml:trace contextRef="#ctx0" brushRef="#br0" timeOffset="36397.58">9276 11271 721 0,'0'0'96'0,"0"0"53"0,0-114 37 0,0 98-44 0,0 7-6 16,0 9-54-16,0 0-46 15,0 40-30-15,0 23 3 16,7 16 5-16,4 3-11 16,2 2-3-16,1 0-27 15,-6 6-76-15,-8 0-127 0,0-9-181 16</inkml:trace>
  <inkml:trace contextRef="#ctx0" brushRef="#br0" timeOffset="41298.64">7549 2248 692 0,'0'0'57'0,"0"0"48"0,0 0-14 0,0-107 4 0,2 96 5 16,0 7 8-16,-2 4-47 0,2 0-29 15,-2 22-18-15,4 25 1 16,-4 15 56-16,0 8-27 16,0-3-28-16,0 3-7 15,0 0-7-15,0-3-2 16,0-5-13-16,0-8-67 16,0-8-78-16,0-13-113 15,0-8-95-15</inkml:trace>
  <inkml:trace contextRef="#ctx0" brushRef="#br0" timeOffset="41930.58">7616 2199 555 0,'0'0'126'0,"0"0"-34"15,0 0 34-15,0 0-52 16,0 0 23-16,0 0-31 16,-82-69-45-16,120 69-21 15,26 0 0-15,27 5-1 16,28 4-2-16,18 2-18 16,15-4 11-16,11-3 10 15,13-1 0-15,10 1 0 16,11 0 14-16,-3 2-3 0,-11 2 2 15,-19 0-13-15,-19 5 3 16,-24 1-1-16,-23 2-4 16,-30 2 2-16,-27-7-18 15,-24-3-20-15,-12-5 24 16,-5 1 12-16,0-4 2 16,0 2 9-16,0-2 4 15,0 0-7-15,0 0 13 16,0 0-4-16,0 0-5 15,0 0-1-15,0 0 3 16,0 0-2-16,0 0-4 16,2 0-1-16,-2 0-4 0,0 14 1 15,0 5 6-15,0 10 12 16,0 11 1-16,0 8 14 16,0 10 0-16,0 6-6 15,0-1-10-15,-4-5-8 16,-3-8-5-16,3-8 1 15,0-10-4-15,1-8-2 16,3-9 3-16,0-6-4 16,-2-7 2-16,0-2-1 15,-12 0 3-15,-15 0-1 16,-29 0-3-16,-33 0-43 16,-41 0-47-16,-46 2-119 15,-45 4-294-15</inkml:trace>
  <inkml:trace contextRef="#ctx0" brushRef="#br0" timeOffset="44213.52">7460 13495 946 0,'0'0'171'0,"45"-134"30"0,-28 85-95 0,-3 20 26 0,-5 15-36 15,-8 10-41-15,-1 4-21 16,0 1-17-16,0 40 1 16,-10 23-4-16,-15 20 6 15,1 7-4-15,-5-8-8 0,0-3-5 16,2-9 2-1,5-11-5-15,4-16 3 0,9-16-3 16,5-12-1-16,4-11-6 16,0-5-5-16,0 0 5 15,0-19 2-15,2-27 4 16,18-16 0-16,2-14 0 16,-2-2 0-16,0-1 1 15,2 8 0-15,1 14 0 16,-8 17 0-16,-1 18 0 15,-5 11 1-15,-3 11 0 16,6 11 2-16,7 35-3 0,8 18 14 16,9 7-3-1,4-2-11-15,2 1 7 0,6 3-7 16,-2-5 0 0,-11-4 0-16,-6-6-13 0,-12-8-18 15,-13-9-60-15,-4-7-69 16,0-11-51-16,-9-13-78 15,-18-7-60-15,-5-3-211 16</inkml:trace>
  <inkml:trace contextRef="#ctx0" brushRef="#br0" timeOffset="44415.66">7229 13898 708 0,'0'0'120'0,"-139"-7"19"0,86 7-23 0,12 0 11 0,22 0-16 0,11 0-54 16,8 0-34-16,27 0-21 16,45 0 7-16,43 0-9 15,35 0-49-15,30 0-79 16,14 0-67-16,-7-7-115 16</inkml:trace>
  <inkml:trace contextRef="#ctx0" brushRef="#br0" timeOffset="44664.77">8621 13994 834 0,'0'0'94'0,"-129"4"43"15,102 0 4-15,18-4-91 16,9 0-1-16,29 0-31 16,34 0 13-16,21 0-23 15,17 0-6-15,-1 0-2 16,-7 0-71-16,-8 0-113 16,-20 0-114-16,-29 0-97 15</inkml:trace>
  <inkml:trace contextRef="#ctx0" brushRef="#br0" timeOffset="44818.9">8650 14189 689 0,'0'0'165'0,"0"0"1"15,-114 25-58-15,114-25-40 16,43 0-36-16,37 0-19 16,38-3-13-16,36-17-42 15,10-7-136-15,-1-4-267 16</inkml:trace>
  <inkml:trace contextRef="#ctx0" brushRef="#br0" timeOffset="45214.01">9722 13752 692 0,'0'0'112'15,"0"0"113"-15,-23-123-38 16,21 108-51-16,2 6-7 16,0 9-19-16,0 0-65 15,0 39-26-15,0 20 16 16,0 21-4-16,0 1-22 16,0 5-9-16,13-3-2 15,3-1-51-15,-1-8-84 16,-5-5-99-16,-4-25-209 15,-6-19-345-15</inkml:trace>
  <inkml:trace contextRef="#ctx0" brushRef="#br0" timeOffset="45413.86">9650 13699 710 0,'0'0'40'15,"0"0"56"-15,0 0-13 16,151-90 14-16,-93 100 6 15,-6 29-17-15,-16 8-44 16,-26 8-32-16,-10 1 1 16,-31-4-8-16,-29-4-3 15,-9-10-21-15,0-9-97 16,12-10 30-16,19-9-116 16,20-10-177-16</inkml:trace>
  <inkml:trace contextRef="#ctx0" brushRef="#br0" timeOffset="45666.98">10256 14114 595 0,'0'0'308'0,"0"0"-178"16,0 0 26-16,0 0-62 15,0 0-33-15,0 0 5 16,185-23-42-16,-107 15-10 16,-11 2-8-16,-4 3-6 15,-17 3-65-15,-13 0-100 0,-17 0-52 16,-16 0-88 0,-6 0-296-16</inkml:trace>
  <inkml:trace contextRef="#ctx0" brushRef="#br0" timeOffset="45833.96">10467 13954 644 0,'0'0'92'16,"0"0"118"-16,0 0-40 15,0 0-21-15,0 0-60 16,0 0-38-16,-28 58 57 16,28-1-47-16,0-4-20 15,9 8-26-15,2-1-15 16,-3 6-7-16,6 2-95 0,-4-8-102 15,-4-7-242 1</inkml:trace>
  <inkml:trace contextRef="#ctx0" brushRef="#br0" timeOffset="46632.75">11121 13971 513 0,'0'0'159'0,"0"0"43"0,80-137-55 0,-70 92-13 0,-10 2-19 0,0 13-41 16,-3 5-25-16,-24 18 14 15,-11 7-22-15,-7 0-37 16,-1 32-2-16,2 8 0 15,12 10-2-15,12-2-1 16,18 2-5-16,2-4 2 16,25-2-17-16,19 1 9 15,9-4-3-15,-2-2 13 16,-4 1-1-16,-11-8 3 16,-14-7 0-16,-9-10 1 0,-13-3 5 15,0-6 7 1,-31 3 26-16,-15-6-29 0,-12-3-5 15,0 0 0 1,4-2-5-16,10-14-15 0,17 2-21 16,11 1-54-16,16 6-125 15,0 1-56-15,27 4-84 16</inkml:trace>
  <inkml:trace contextRef="#ctx0" brushRef="#br0" timeOffset="46883.64">11538 13872 719 0,'0'0'145'0,"0"0"-2"0,2-106 14 16,-2 87 7-16,0 11-55 16,0 8-18-16,0 2-41 15,0 41-35-15,2 19 17 16,2 14-4-16,3 4-21 15,-1-2-7-15,4 1-4 16,-1-3-83-16,-9-3-101 16,0-8-172-16,-5-16-238 15</inkml:trace>
  <inkml:trace contextRef="#ctx0" brushRef="#br0" timeOffset="47784.4">7505 15290 1066 0,'0'0'123'0,"0"0"45"0,0 0-74 16,0 0-45-16,0 0 8 0,0 0-34 15,-89 150 6-15,64-61-8 16,10-7-12-16,3-10-3 16,3-12-6-16,7-20-1 15,2-17-6-15,0-14-12 16,0-9 0-16,0 0-10 15,15-38 29-15,8-21 10 16,4-21-5-16,2-11-3 16,-2-8 1-16,0 1-2 15,-6 16 4-15,-1 23 2 16,-7 26 18-16,-5 20 12 16,-4 13-4-16,1 23-16 15,-1 34-9-15,7 33 35 16,7 13-20-16,7-1-15 15,6-7-3-15,4-7-3 0,3-11-2 16,3-14-3-16,-7-11-19 16,-2-16-51-16,-14-13-82 15,-7-18-121-15,-8-5-78 16,-3-9-91-16</inkml:trace>
  <inkml:trace contextRef="#ctx0" brushRef="#br0" timeOffset="47934.47">7079 15723 778 0,'0'0'97'16,"-114"16"46"-16,99-6-7 15,15 0-99-15,29-3-2 0,42-2 44 16,41-5-51-16,31 0-28 16,30 0-53-16,16-10-142 15,3-12-112-15,-12-1-329 16</inkml:trace>
  <inkml:trace contextRef="#ctx0" brushRef="#br0" timeOffset="48232.16">8569 15843 54 0,'0'0'856'0,"0"0"-719"16,0 0 40-16,0 0-116 16,0 0-5-16,0 0-24 15,72-1-9-15,6-6-12 16,2 1-9-16,-2 2-2 15,-8 4-50-15,-12 0-115 16,-23 0-92-16,-24 0-193 16</inkml:trace>
  <inkml:trace contextRef="#ctx0" brushRef="#br0" timeOffset="48367.68">8672 15955 135 0,'0'0'666'15,"0"0"-487"-15,0 0-20 16,0 0-86-16,0 0-27 15,0 0-9-15,90 13-29 16,43-32-8-16,19-7-164 16,-1-10-239-16</inkml:trace>
  <inkml:trace contextRef="#ctx0" brushRef="#br0" timeOffset="49431.82">9876 15424 901 0,'0'0'143'0,"0"0"55"16,0 0-70-16,0 0-25 0,0 0-21 0,0 0-44 0,0 0-20 16,-36 92 31-16,22-29-25 15,-1-9-19-15,3-4 2 16,1-12-5-16,5-10 0 15,2-11 1-15,4-8-2 16,0-9-1-16,2 4-1 0,29-2 1 16,17-2-2-1,17 0 2-15,7 0-19 0,5 0-25 16,-2 0-22-16,-9-6-50 16,-12 2-87-16,-23-5-177 15,-22 3-300-15</inkml:trace>
  <inkml:trace contextRef="#ctx0" brushRef="#br0" timeOffset="49634.02">10015 15584 869 0,'0'0'100'0,"0"0"60"16,0 0-15-16,0 0-73 15,0 0-13-15,0 0 21 16,-21 107-5-16,34-49-34 0,7-1-34 15,0 6-7-15,0-1-31 16,-2 0-73-16,-1-7-81 16,0-11-190-16,-5-16-381 15</inkml:trace>
  <inkml:trace contextRef="#ctx0" brushRef="#br0" timeOffset="49983.75">10646 15651 256 0,'0'0'653'0,"0"-122"-520"15,0 81 2-15,-14 15-64 16,-11 10-17-16,-12 16 10 16,-3 0-56-16,5 16-7 15,4 16-1-15,12 4 0 16,15 5 0-16,4-6-9 15,20 6 1-15,16-5-17 16,6-3 13-16,-3 0 8 16,-8-11 2-16,-12-8 2 15,-9-6 1-15,-10-3 1 16,0-5 29-16,-23 0 13 16,-6 0-28-16,2-9 20 0,5-14 3 15,11-4-9 1,11-3-30-16,0-6-6 15,29 4-37-15,9 9-45 0,-1 3-79 16,2 10-144-16,-11 5-228 16</inkml:trace>
  <inkml:trace contextRef="#ctx0" brushRef="#br0" timeOffset="50580.13">10956 15468 824 0,'0'0'186'16,"0"0"8"-16,0 0-55 0,0 0-41 16,0 0-12-1,0 0-58-15,-40-14-24 0,28 54 3 16,8 13-4-16,4-2 1 16,0-2 1-16,16-5-5 15,6-12-1-15,7-6-6 16,2-9-8-16,-2-8 9 15,0-7 3-15,-4-2-2 16,-5 0 5-16,-3-16 2 16,-5-8 0-16,-5-4 0 15,-7-4 0-15,0-7-2 16,-7 3 0-16,-15 5-7 16,-1 3-7-16,1 6 13 15,11 9-1-15,6 5-13 16,5 2-3-16,9-2-19 0,22 2 5 15,14-1 10 1,6-2-20-16,-4 7 3 0,-5-2 20 16,-11 4 8-1,-8 0 11-15,-12 0 0 0,-7 22-1 16,-4 14 1-16,0 5 5 16,0-5-2-16,0 4 2 15,7-11-3-15,15 0-2 16,11-8 1-16,8-6 1 15,1-11 1-15,1-4-3 16,-1 0 4-16,-2-15-2 16,-11-16 3-16,-9-3 10 0,-13-12 13 15,-7-2 4-15,-7-2 13 16,-28 5-23-16,-10 6 0 16,-2 12-12-16,-2 14-10 15,-3 13-16-15,2 1-87 16,3 23-168-16,7 1-352 15</inkml:trace>
  <inkml:trace contextRef="#ctx0" brushRef="#br0" timeOffset="50930.48">12153 15691 831 0,'0'0'74'0,"0"0"73"0,0 0 25 0,0 0-87 16,0 0 10-16,0 0-64 16,77-29-7-16,-5 29 5 15,3 0-13-15,1 0-12 0,-4 0-4 16,-12 0-6-16,-16 0-96 16,-24 0-192-16,-20-3-267 15</inkml:trace>
  <inkml:trace contextRef="#ctx0" brushRef="#br0" timeOffset="51097.39">12282 15468 987 0,'0'0'109'16,"0"0"45"-16,0 0-82 0,0 0 52 16,-9 125-22-1,33-63-41-15,7 4-39 16,3 11-22-16,2 2-3 15,-3 7-134-15,-2-9-250 0</inkml:trace>
  <inkml:trace contextRef="#ctx0" brushRef="#br0" timeOffset="51667.93">13130 15521 719 0,'0'0'146'0,"0"0"-16"16,0-134 36-16,-17 103-81 16,-12 9 6-16,-11 12-43 15,-7 10-23-15,-7 5-10 16,-1 26-7-16,6 9-1 0,13 1-5 15,16 1-2-15,20-9-4 16,0-5-9-16,22-10-10 16,18-9 3-16,7-9-4 15,0 0 15-15,-2-19 8 16,-5-6 1-16,-7-8 0 16,-8-7 5-16,-8 4 2 15,-3 1 11-15,-10 12 30 16,-4 9 14-16,0 9 34 15,0 5-27-15,0 5-26 16,0 32-29-16,0 13 9 16,7 15 10-16,2 3-22 15,6 3-8-15,1-4-3 0,4-5-7 16,-1-3-56 0,3-9-107-16,-7-16-132 0,-2-20-211 15</inkml:trace>
  <inkml:trace contextRef="#ctx0" brushRef="#br0" timeOffset="52029.87">13469 15374 277 0,'0'0'464'16,"0"0"-293"-16,0 0-1 16,0 0-9-16,0 0-47 15,0 0-32-15,5-98-48 0,-5 106-25 16,-5 24-9-16,-6 20 7 15,2 16-5 1,-2 3 2-16,6 1-4 0,3-6 0 16,2-6-3-16,0-9 0 15,10-14-13-15,9-9-1 16,6-14 6-16,-3-7 7 16,2-7 4-16,1 0 5 15,0-21 0-15,-7-7-2 16,-7-9 5-16,-11-1 6 15,0 5 16-15,-9 7 0 16,-19 4-1-16,-2 12-11 16,-3 10-18-16,-1 0-10 0,1 14-63 15,6 13-9 1,7 0-106-16,12-1-129 0,8-10-278 16</inkml:trace>
  <inkml:trace contextRef="#ctx0" brushRef="#br0" timeOffset="52347.77">13828 15383 907 0,'0'0'138'0,"0"0"4"16,0 0-51-16,0 0-53 15,0 0-32-15,-46 105 26 16,46-36-7-16,15-3-17 0,11-2-8 15,6-8-3-15,3-10-3 16,-2-10 0-16,1-18 2 16,-1-6 4-16,-4-12 2 15,2-3 12-15,3-30 15 16,-3-11 15-16,-2-15 22 16,-7-2-9-16,-15-10-25 15,-7-1-1-15,-4 0-14 16,-36 6-9-16,-20 21-8 15,-23 24-42-15,-21 21-151 16,-19 12-156-16</inkml:trace>
  <inkml:trace contextRef="#ctx0" brushRef="#br0" timeOffset="53319.68">7719 17133 948 0,'0'0'38'0,"0"0"180"0,-25-103-61 0,23 96-42 0,2 4 17 15,0 3-67-15,-2 47-47 16,0 19 1-16,-3 19 20 15,0 3-23-15,5-11-9 16,0-11-7-16,0-11 2 16,0-20-2-16,0-16 0 15,0-11-1-15,0-8 0 0,5-12 1 16,0-34 2-16,1-17 4 16,3-17-6-16,-3-8 1 15,4-2 0-15,-2 1-1 16,1 21 1-16,-1 28 3 15,-4 23-2-15,-2 12 0 16,2 10 7-16,5 39-8 16,11 27 7-16,6 20 14 15,15 7-8-15,11-10-10 16,8-8 0-16,6 1-4 16,1-15-4-16,-7-12-17 15,-13-19-17-15,-18-12-104 16,-15-9-142-16,-14-14-252 0</inkml:trace>
  <inkml:trace contextRef="#ctx0" brushRef="#br0" timeOffset="53481.89">7422 17481 935 0,'0'0'132'0,"0"0"59"15,-122 0-94-15,122 5-63 16,33-2 1-16,43-3 2 15,31 0-26-15,38 0-11 0,31-3-19 16,18-10-134 0,3-5-250-16</inkml:trace>
  <inkml:trace contextRef="#ctx0" brushRef="#br0" timeOffset="53714.02">9396 17504 968 0,'0'0'121'0,"0"0"-10"16,0 0-64-16,0 0-25 16,0 0 6-16,0 0-20 15,110-5-8-15,-26 1-38 16,-10 4-156-16,-18 0-48 15,-23 0-84-15</inkml:trace>
  <inkml:trace contextRef="#ctx0" brushRef="#br0" timeOffset="53847.48">9452 17629 544 0,'0'0'149'16,"0"0"73"-16,-120 41-73 16,120-37-31-16,8-4-27 15,46 0-43-15,27 0-26 16,21-14-11-16,16-9-11 15,0 6-61-15,-16-5-173 16,-29 0-204-16</inkml:trace>
  <inkml:trace contextRef="#ctx0" brushRef="#br0" timeOffset="55181.45">10528 17168 643 0,'0'0'101'0,"0"0"23"0,0 0-23 15,0 0-19-15,0 0 15 16,0 0-19-16,0 0-27 15,-35-39-11-15,35 39-9 0,0 0-10 16,0 0-4 0,0 0-3-16,-7 13-2 0,2 13-1 15,3 7 19-15,2 1-18 16,0-7-6-16,9 6-2 16,15-3-2-16,7-4 3 15,8-2-2-15,1-6 2 16,-5 4 1-16,-8-6 5 15,-9-5 3-15,-9-4-1 16,-9-1-5-16,0 2 6 16,-20 2 18-16,-20 6-19 15,-11-6-13-15,6-1-5 16,2-9-34-16,10 0-36 16,9 0-37-16,10-13-90 0,8-15-113 15,6-12-76-15</inkml:trace>
  <inkml:trace contextRef="#ctx0" brushRef="#br0" timeOffset="55348.23">10448 17147 653 0,'0'0'178'0,"0"0"-12"16,0 0-8-16,0 0-50 16,0 0-50-16,0 0-29 15,24-10-5-15,21 6 16 16,6 0-21-16,9 4-19 15,5-5-3-15,1 5-120 16,0 0-239-16</inkml:trace>
  <inkml:trace contextRef="#ctx0" brushRef="#br0" timeOffset="55864.24">10983 17173 919 0,'0'0'114'0,"0"0"37"16,0 0-37-16,0 0-28 0,0 0-7 16,0 0-26-1,-20-18-40-15,65 18-11 0,12 0 10 16,8 0-4-16,0 0 0 15,-13 0-3 1,-6 0-5-16,-15 0 4 0,-14 0-3 16,-10 0 1-16,-4-4 0 15,-3 0 7-15,0-5 7 16,0 4-11-16,-10-4-2 16,4 3 17-16,1 3-2 15,5 3-1-15,0 0-4 16,0 0-7-16,0 0-1 15,0 0-5-15,0 0 1 16,0 0 0-16,0 0 4 16,0 0-2-16,0 0 0 0,0 0 3 15,0 0 1 1,0 14-4-16,0 18-2 0,0 19 18 16,0 14 8-16,0 1-9 15,2 6-6-15,3-1-4 16,-1-9-3-16,-1-8-4 15,1-14-2-15,-4-3-3 16,0-12-55-16,0-3-181 16,0-17-297-16</inkml:trace>
  <inkml:trace contextRef="#ctx0" brushRef="#br0" timeOffset="56914.24">11800 17173 881 0,'0'0'122'0,"0"0"10"0,0 0 0 0,0 0-41 0,0 0-23 16,0 0-8-16,0 0-38 16,-82-5-7-16,62 49 6 15,7 3-7-15,8 5-3 16,5-2-8-16,0-2-2 16,9-8 4-16,11 0-4 0,4-12-2 15,5-6-6 1,0-9 0-16,0-11-3 0,-2-2 10 15,-4 0 0-15,-6-2 3 16,-4-20 2 0,-5 0-1-16,-8-5-2 0,0 1 5 15,-8 2-2-15,-13 8-3 16,-8 2 4-16,-5 11 0 16,5 3 0-16,2 0-5 15,7 0 2-15,7 0-3 16,6 0 2-16,5 3-4 15,2 5-3-15,0 6-10 16,0-6-16-16,0 6-22 16,0-4-20-16,0-2-7 15,0 2-31-15,-4-6-37 16,1 5-57-16,-1-2-28 16,1-7-245-16</inkml:trace>
  <inkml:trace contextRef="#ctx0" brushRef="#br0" timeOffset="57581.5">12037 17289 407 0,'0'0'19'0,"0"0"3"0,0 0 10 0,0 0 29 0,0 0 9 0,0 0-23 0,0-8 1 16,0 8 9-16,0 0 14 15,0 0-3-15,0 0-12 16,0 0-4-16,0 0-1 16,0 0 0-16,0 0-13 0,0 0-15 15,0 0-4 1,0 0-1-16,0 0 6 0,0 0-1 16,0 0 0-16,0 0-5 15,0 0-5-15,0 0-9 16,0 0-1-16,0 0-1 15,0 0-1-15,0 0-1 16,0 18 4-16,0 12-2 16,0 2 4-16,0 8 4 15,0 4-2-15,18-3-3 16,6-1-2-16,5-8-2 16,2-3 0-16,2-10 0 0,6-9 1 15,-4-6 0-15,-1-4 1 16,-5-4 6-16,-3-19-2 15,-4-8 9-15,-2-5 13 16,-7-9 0-16,-5 1-2 16,-8-6-1-16,0 6-9 15,-21 0-4-15,-12 12-8 16,-12 6-5-16,-8 20-5 16,-7 6-44-16,-2 0-62 15,1 24-54-15,3 2-77 16,8 4-73-16,11-6-214 15</inkml:trace>
  <inkml:trace contextRef="#ctx0" brushRef="#br0" timeOffset="57997.82">12662 17431 952 0,'0'0'161'0,"0"0"-4"0,0 0-77 0,0 0-38 0,0 0-4 0,0 0-14 16,63 23 18-16,-47 18 6 15,-1-5-29-15,1-5-7 16,-3-9-10-16,1-13 14 16,5-9-5-16,8 0 9 15,11-13 13-15,11-24-11 16,14-13-11-16,11-12-4 15,18-13-5-15,7-4-2 16,1-7-13-16,-11 6-110 16,-22-1-221-16,-18 11-813 0</inkml:trace>
  <inkml:trace contextRef="#ctx0" brushRef="#br0" timeOffset="66963.61">17019 3418 1015 0,'0'0'15'0,"0"0"59"0,0 0-33 0,-156-55-15 16,71 55 36-16,-10 18-18 15,5 26 21-15,7 20 3 16,12 29-15-16,13 23-14 16,9 22-9-16,15 27 3 15,15 23-2-15,9 24-14 16,10 31-4-16,0 38-7 0,8 32 4 16,7 37 4-16,1 40 3 15,4 39 3-15,2 37-8 16,3 42 10-16,0 42-7 15,-2 20-3-15,0 53-3 16,4 28-9-16,2 19 8 16,2 20 2-16,9-3-5 15,0 22 1-15,-2 17-6 16,0 10-6-16,-3-13 6 16,-4-31-16-16,-4-26 10 15,-14-53-4-15,-13-29-26 0,-6-38-32 16,-49-55-62-1,-38-122-149-15,-55-133-387 0,-64-123 666 16</inkml:trace>
  <inkml:trace contextRef="#ctx0" brushRef="#br0" timeOffset="106283.95">13814 10030 595 0,'0'0'0'0,"0"0"-154"0,0 0 58 0</inkml:trace>
  <inkml:trace contextRef="#ctx0" brushRef="#br0" timeOffset="124864.46">22136 2857 1133 0,'0'0'9'0,"0"0"186"0,-129 0-14 0,122 0-137 16,7 0 3-16,12 0-27 0,44 0-13 16,28 10 4-1,27 0-4-15,8-4-7 0,-11 0-6 16,-16-1-52-16,-23-4-49 15,-29 2-51-15,-29-2-79 16,-11 3-48-16,-58 2-18 16,-26 2 80-16,-23 2 223 15,-14-2 157-15,-8 2 59 16,4 1-38-16,11-4-20 16,25 1 21-16,37-2-46 15,35-4-60-15,26 2-20 16,74 1-37-16,42-4-6 15,35-1-10-15,18 0-52 16,-1 0-79-16,-32-1-118 0,-32-11-703 16</inkml:trace>
  <inkml:trace contextRef="#ctx0" brushRef="#br0" timeOffset="126798.15">6935 3459 814 0,'0'0'21'0,"0"0"71"0,0 0 14 0,0 0-21 0,0 0-1 0,0 0-32 15,0 0-41-15,-18-11-11 16,18 11-46-16,0 0-112 16,8 13-86-16,-1 1-231 15</inkml:trace>
  <inkml:trace contextRef="#ctx0" brushRef="#br0" timeOffset="126963.69">6935 3459 847 0,'5'96'15'0,"-11"-105"21"15,4 4-36-15,0 3-5 16,2 1-108-16,0 1-53 15,0 0-109-15</inkml:trace>
  <inkml:trace contextRef="#ctx0" brushRef="#br0" timeOffset="127080.66">6923 3557 585 0,'0'0'81'16,"0"0"-8"-16,0 0-9 15,0 0-57-15,0 0-7 16,0 0-87-16,23 0-78 15</inkml:trace>
  <inkml:trace contextRef="#ctx0" brushRef="#br0" timeOffset="127180.4">6923 3557 627 0,'56'34'0'0,"-56"-34"-6"0,20-14-127 16</inkml:trace>
  <inkml:trace contextRef="#ctx0" brushRef="#br0" timeOffset="128197.73">21967 2079 403 0,'0'0'431'15,"0"0"-324"-15,0 0 89 0,0 0-99 0,0 0-18 0,0 0-12 0,20-14-26 16,-20 104-18-16,0 29 67 16,0 17-40-16,0-9-20 15,-2-12-17-15,-5-10-9 0,1-11-4 16,6-13-2-16,0-19-32 16,0-20-52-1,6-21-72-15,11-18-118 0,2-3-58 16,-8-33-67-16</inkml:trace>
  <inkml:trace contextRef="#ctx0" brushRef="#br0" timeOffset="128548.08">22018 2155 737 0,'0'0'90'16,"13"-111"15"-16,34 68-79 0,24 5-16 15,23 4-4-15,16 1 16 16,10 14-4-16,3 5 20 15,-5 14 33-15,-15 0-3 16,-15 18-18-16,-23 22-17 16,-21 18-8-16,-15 18-9 15,-11 10 0-15,-11 12 3 16,-1-8 4-16,-2 0-1 16,4-8-2-16,-2-10-2 15,1-6 0-15,-1-6-7 16,-1-13-1-16,0-5-1 15,-1-15 0-15,-2-10-5 16,-2-8 1-16,0-4-2 16,0 2 0-16,-8 1 2 15,-35 0 3-15,-28 0-8 0,-35 3-40 16,-27-5-43-16,-29 5-90 16,-32 3-79-16,-20 0-75 15</inkml:trace>
  <inkml:trace contextRef="#ctx0" brushRef="#br0" timeOffset="132713.84">13057 5610 1062 0,'0'0'26'0,"0"0"-26"0,0 0 0 0,0 0-49 16,0 0-79-16,0 0 2 15,0 0 23-15,-11 21-60 16</inkml:trace>
  <inkml:trace contextRef="#ctx0" brushRef="#br0" timeOffset="140081.59">25060 3042 59 0,'0'0'0'0,"-43"106"-25"0</inkml:trace>
  <inkml:trace contextRef="#ctx0" brushRef="#br1" timeOffset="-88078.93">17767 4393 1111 0,'0'0'45'0,"0"0"174"0,0 0-86 0,0 0-65 16,0 0 0-16,0 0-22 0,0 0-29 15,0 0 3 1,-89 92-5-16,53-23 2 16,3-7-7-16,2-6-4 0,4-8-5 15,6-11 5-15,9-12-5 16,7-10 2-16,5-6-6 15,5-1 1-15,30 1 2 16,21-5 0-16,19-4-2 16,17 0-10-16,3 0-20 15,-1 0-42-15,-11 0-64 16,-17 0-75-16,-20-4-139 16,-20-3-169-16</inkml:trace>
  <inkml:trace contextRef="#ctx0" brushRef="#br1" timeOffset="-87760.48">17861 4654 580 0,'0'0'66'16,"0"0"133"-16,0 0-76 16,0 0-27-16,0 0 26 15,0 0-24-15,-29-40-28 16,29 40-14-16,0 0-11 16,0 0-9-16,0 30-10 0,0 18 9 15,0 19 32-15,0 2-34 16,2 6-20-16,0 1-9 15,-2-4-4-15,0 0-30 16,0-4-82-16,0-6-114 16,0-13-254-16</inkml:trace>
  <inkml:trace contextRef="#ctx0" brushRef="#br1" timeOffset="-85730.61">17569 4659 580 0,'0'0'240'0,"0"0"-154"0,0 0 148 0,0 0-120 15,0 0-36-15,0 0 2 16,0 0-33-16,2-53-14 15,67 35 1-15,10 0-18 0,5 4-14 16,-8 8-2-16,-9 6-2 16,-19 0-80-16,-19 6-176 15,-27 11-190-15</inkml:trace>
  <inkml:trace contextRef="#ctx0" brushRef="#br1" timeOffset="-85330.6">17530 4602 978 0,'0'0'29'0,"0"0"184"0,0 0-98 15,0 0-45-15,0 0 18 16,0 0-35 0,-33 42-33-16,33 10 35 15,0 9-22-15,0-4-26 0,0-7-2 16,0-5-4-16,0-13-1 15,0-14-7-15,0-10-6 16,2-6-20-16,6-2 7 16,5 0 8-16,7-12 15 15,11-13 3-15,7 0 2 16,4 0-2-16,1 11-1 16,1 6-1-16,3 8 2 15,2 0-1-15,5 17 1 0,-8 9 8 16,-8-2 10-16,-14 2-1 15,-19-2 7-15,-5 2 7 16,-42 6-10-16,-29 0-4 16,-14 0-17-16,0-5-1 15,9-12-61-15,18-9-46 16,12-6-85-16,15-2-163 16,13-30-266-16</inkml:trace>
  <inkml:trace contextRef="#ctx0" brushRef="#br1" timeOffset="-84815.15">18117 4485 1118 0,'0'0'1'0,"0"0"116"0,0 0-6 0,0 0-78 0,-142-57-2 0,96 57 8 16,0 0-9-16,3 8-17 15,8 5 3-15,-3-1-2 16,5-3-3-16,2 0 3 16,-1 1-1-16,1 0-1 15,3 2-2-15,5 3 1 16,3 5-3-16,2 6-5 16,0 6 3-16,1 8-3 15,0 2-3-15,4 0 4 16,3-2-4-16,2-7 0 15,2-10-4-15,4-9-5 16,-1-5-8-16,3-8 0 0,0-1-4 16,0 0 17-16,0 0-5 15,0 0 9-15,21 0 2 16,12-14 1-16,11 0 1 16,8 5-2-16,4 8-2 15,8 1 0-15,6 4 5 16,8 20 3-16,-10 5 8 15,-12 1-4-15,-18 0 1 16,-29-3-10-16,-9 8 12 16,-40 7 1-16,-37-2-9 0,-16 0 0 15,-9-6-7 1,8-12-41-16,14-11-8 0,13-11-45 16,15 0-85-16,19-15-188 15,20-19-429-15</inkml:trace>
  <inkml:trace contextRef="#ctx0" brushRef="#br1" timeOffset="-84498.49">18779 4459 1047 0,'0'0'35'0,"15"-113"35"0,-3 72 108 0,-6 14-103 0,-2 10 17 0,-1 15 14 16,-3 2-38-16,0 19-42 15,-18 49-20-15,-25 38 20 16,-15 30 19-16,-6 14-16 16,-3 1-5-16,1-9-13 15,7-10 0-15,13-13-11 16,10-17 0-16,12-19-10 15,8-24-19-15,12-25-34 16,4-24-110-16,0-10-91 16,0-38-75-16,0-40-4 15</inkml:trace>
  <inkml:trace contextRef="#ctx0" brushRef="#br1" timeOffset="-84280.91">18291 4732 833 0,'0'0'36'16,"0"0"62"-16,0 0 19 15,0 0-67-15,0 0 5 16,0 0-1-16,-19 100 4 16,44-100-20-16,0 0 0 15,-7 0 22-15,-3-22-7 16,-6-4-8-16,-9-1-19 16,0 0-6-16,0 7-13 15,-15 8-7-15,1 10-30 16,3 2-96-16,7 28-125 15,4 12-122-15,0 5-269 0</inkml:trace>
  <inkml:trace contextRef="#ctx0" brushRef="#br1" timeOffset="-84079.51">18714 5117 1120 0,'0'0'10'0,"0"0"139"16,0 0-32-16,0 0-73 15,0 0 24-15,0 0 2 16,56 0-16-16,-32-20-14 16,-10 1-23-16,-12 0-5 15,-2 2-2-15,-9 9-10 16,-17 3 0-16,-4 5-48 0,1 5-71 16,9 14-142-1,14-5-457-15</inkml:trace>
  <inkml:trace contextRef="#ctx0" brushRef="#br1" timeOffset="-83846.09">19888 4623 1454 0,'0'0'30'15,"0"0"88"-15,0 0-8 16,0 0-86-16,0 0 13 0,-125 13-7 15,65 54-19-15,0 12-3 16,2-1-8-16,9-2-10 16,2-5-30-16,8-15-55 15,5-16-112-15,11-21-125 16,15-19-124-16</inkml:trace>
  <inkml:trace contextRef="#ctx0" brushRef="#br1" timeOffset="-83680.66">19463 4711 892 0,'0'0'94'0,"0"0"158"16,0 0-134-16,0 0-68 15,0 0 42-15,0 0-15 0,89 136-35 16,-35-88-35 0,10-1-7-16,5 0-73 0,0-11-118 15,-5-13-213-15,-6-18-237 16</inkml:trace>
  <inkml:trace contextRef="#ctx0" brushRef="#br1" timeOffset="-83298.38">20136 4682 1033 0,'0'0'26'16,"0"0"190"-16,0 0-69 16,0 0-31-16,0 0-6 15,0 0-42-15,0-73-41 16,0 118-25-16,6 12 7 15,12 14-2-15,9-6-5 0,4-11-2 16,5-10-11-16,-3-14-16 16,-2-13-16-16,-4-12-11 15,0-5 2-15,-5-12 14 16,-2-25 23-16,-5-10 15 16,-7-6 1-16,-4 2 2 15,-4 8 2-15,0 11 7 16,0 13 27-16,0 10 10 15,0 7-4-15,0 2 1 16,0 4-24-16,-2 28-10 16,-2 14 12-16,1 11-7 15,3 3 3-15,0-4-10 16,0-2-7-16,0-2-3 0,9-4 0 16,-5-4-15-16,3-10-38 15,1-11-128-15,6-16-191 16,5-7-347-16</inkml:trace>
  <inkml:trace contextRef="#ctx0" brushRef="#br1" timeOffset="-83112.45">21091 4895 1164 0,'0'0'33'0,"0"0"128"0,0 0-66 0,0 0-91 0,0 0 13 16,0 0-2 0,181-6-15-16,-110 6-51 0,-13 0-222 15,-27 0-170-15</inkml:trace>
  <inkml:trace contextRef="#ctx0" brushRef="#br1" timeOffset="-82981.39">21020 5135 860 0,'0'0'82'0,"0"0"122"16,0 0-105-16,0 0-90 16,113-20 29-16,-1-11-38 15,13-14-157-15,0-9-425 0</inkml:trace>
  <inkml:trace contextRef="#ctx0" brushRef="#br1" timeOffset="-82464.18">21954 4776 1041 0,'0'0'6'15,"0"0"105"-15,-79-136 21 16,79 100-107-16,29 10-13 16,21 12 15-16,3 11-3 0,0 3-1 15,-6 29 9 1,-15 17-6-16,-19 10 4 0,-13 11-6 16,-5-3-7-16,-32-2 0 15,-10-11 6-15,-2-6 11 16,7-15 2-16,13-12-5 15,17-11-10-15,12-1-18 16,10-3 2-16,38-3-10 16,29 0-1-16,18-3-27 15,10-14-54-15,-3-3-66 16,-9-1-145-16,-10-6-28 16,-18 1 6-16</inkml:trace>
  <inkml:trace contextRef="#ctx0" brushRef="#br1" timeOffset="-82130.56">22675 4722 532 0,'0'0'124'0,"0"0"74"16,0 0-59-16,0 0-18 16,0 0-8-16,0 0-11 15,-75-96-14-15,71 100-47 16,-5 27-25-16,-3 17 5 16,6 9-4-16,4 4-5 15,2-3-10-15,4-7-2 16,21-8-1-16,4-13-19 15,2-11-2-15,2-12-17 16,3-7 24-16,-1 0 4 16,1-18 7-16,-5-15 4 15,-7-12 2-15,-10-8 1 16,-9-6-1-16,-5 0 3 16,-10 8 8-16,-19 12-1 0,-9 17 15 15,-6 12-3-15,-3 10-13 16,3 0-10-16,4 20-1 15,13 10-2-15,15 8-53 16,12 2-65-16,0-3-178 16,25-6-281-16</inkml:trace>
  <inkml:trace contextRef="#ctx0" brushRef="#br1" timeOffset="-81762.68">23643 4309 797 0,'0'0'46'0,"6"-148"37"0,-1 90 91 0,1 14-55 0,-4 11-13 16,-2 11-15-16,0 12-5 15,0 8-30-15,0 2-22 16,0 6-23-16,-15 34-9 15,-12 25 8-15,-8 28 21 16,-3 28 6-16,-9 21-1 16,-4 22-6-16,-7 11 5 15,-6 6-12-15,1-3-4 16,7-3-8-16,9-21-4 0,12-23-7 16,10-31 1-16,10-36-2 15,7-22-5-15,8-23-8 16,0-16-28-16,0-6-69 15,10-47-63-15,17-33-94 16,0-42-177-16,-6-31-261 16</inkml:trace>
  <inkml:trace contextRef="#ctx0" brushRef="#br1" timeOffset="-81546.98">23088 4556 908 0,'0'0'24'16,"0"0"102"-16,0 0-61 0,-52 124-40 15,52-95 1 1,21-12 8-16,10-9 13 0,7-8-12 16,-1 0-2-16,-10-18 9 15,-9-14-4-15,-18-4 8 16,0 2-10-16,-18 4 7 16,-22 10-22-16,-3 16-21 15,1 4-4-15,7 16-57 16,10 25-124-16,14 8-201 15</inkml:trace>
  <inkml:trace contextRef="#ctx0" brushRef="#br1" timeOffset="-81248.5">23587 5009 627 0,'0'0'440'15,"0"0"-374"-15,0 0 124 16,0 0-166-16,0 0-23 16,0 0 27-16,-15 94 7 15,15-54-11-15,8-14-13 16,10-10-7-16,0-12-2 16,-3-4 11-16,3-3 21 15,2-24 22-15,-4-10-11 16,-8-4-5-16,-8-1-6 15,0 6-7-15,-2 10-16 16,-20 12-11-16,-4 14-71 0,-12 2-149 16,-9 19-371-16</inkml:trace>
  <inkml:trace contextRef="#ctx0" brushRef="#br1" timeOffset="-78448.63">20263 2963 599 0,'0'0'201'0,"0"0"-83"0,0 0 104 16,0 0-120-16,0 0-8 15,0 0-12-15,0 0-32 16,-56 0-24-16,130 0 10 16,19 0-19-16,3-6-16 15,-9 5-1-15,-14 1-58 0,-15 0-58 16,-16 0-25 0,-15 0-83-16,-23 1-58 0,-4 8-6 15</inkml:trace>
  <inkml:trace contextRef="#ctx0" brushRef="#br1" timeOffset="-78280.88">20396 3016 423 0,'0'0'157'0,"-125"20"40"16,79-10-61-16,17-2-29 15,11-5 3-15,18 2-29 16,0-1-35-16,36-1-41 16,35-3 38-16,25 0-21 15,20 0-22-15,9-13-9 16,-7 7-72-16,-14 0-103 15,-19 6-74-15,-23 0-191 0</inkml:trace>
  <inkml:trace contextRef="#ctx0" brushRef="#br1" timeOffset="-73761.42">7405 2191 685 0,'0'0'44'0,"0"0"137"0,0 0-4 0,0 0-68 0,0 0-3 0,0 0-32 15,0 0-41-15,-29-65-24 16,29 84-3-16,8 9 9 0,1-3-7 16,3-6-4-1,-6-7-1-15,1-6-1 0,1-6-1 16,5 0 7 0,8-11 3-16,1-15-5 0,3-5-3 15,2-4-3-15,-2 2-2 16,0 1-36-16,4 9-63 15,-4 8-75-15,-4 9-50 16,-8 4-49-16,-7 2-354 16</inkml:trace>
  <inkml:trace contextRef="#ctx0" brushRef="#br1" timeOffset="-68631.33">17270 7391 868 0,'0'0'38'0,"-29"-122"210"0,25 71-62 0,0 18-53 15,4 15-9-15,0 11-29 16,0 7-26-16,0 0-32 16,0 40-21-16,-5 17 4 15,2 17 5-15,1 6-15 16,2 1-7-16,0 2-3 15,0 3-25-15,0-3-42 16,16-7-91-16,9-19-185 0,2-27-297 16</inkml:trace>
  <inkml:trace contextRef="#ctx0" brushRef="#br1" timeOffset="-68031.09">17574 7622 825 0,'0'0'254'0,"0"0"-247"16,0 0 128-16,-56-129-66 15,78 103-29-15,22 8-1 16,10 10-1-16,-2 8-6 16,-15 6-18-16,-12 28-11 15,-23 10 6-15,-2 10 1 16,-25 3 10-16,-20-5 9 0,-5-8 5 15,0-6-1 1,13-14 8-16,14-10-18 0,15-4-12 16,8-8-11-16,10-2-5 15,33 0-3-15,17 0-29 16,9-10-69-16,0-10-57 16,-2-4-101-16,-9-2 80 15,-9-4-19-15,-11-4 87 16,-9 2 72-16,-14-1 44 15,-5 5 58-15,-10 2 44 16,0 7 68-16,0 5-31 16,0 3-19-16,0 9 16 0,0 2-36 15,-6 0-39-15,-2 11-39 16,1 20-10-16,1 12 13 16,6 3-16-16,0 2-6 15,6-4-1-15,20-4-2 16,6-10-23-16,2-12-3 15,3-10-6-15,1-8-3 16,-5 0 15-16,-1-22 13 16,-8-16 7-16,-8-8 2 15,-11-8 0-15,-5-6 5 16,-3 6 11-16,-21 5 4 16,-7 16 8-16,-7 12-7 15,0 17-10-15,2 4-7 16,0 14-6-16,9 20-7 15,9 8-78-15,13 2-135 0,5-3-187 16</inkml:trace>
  <inkml:trace contextRef="#ctx0" brushRef="#br1" timeOffset="-67715.13">18843 7319 882 0,'0'0'25'0,"5"-134"85"0,1 80 102 0,2 14-97 0,-4 15-7 0,-2 15-14 16,-2 10-15-16,0 0-39 16,0 43-28-16,-18 25 8 15,-9 23 28-15,-6 18-9 16,-5 9-11-16,0 7-11 15,-3-1-9-15,2-2-2 16,3-3-4-16,3-15-2 16,8-11-16-16,12-23-25 15,9-23-54-15,4-23-97 16,2-24-143-16,22-20-121 16</inkml:trace>
  <inkml:trace contextRef="#ctx0" brushRef="#br1" timeOffset="-67496.69">18496 7389 852 0,'0'0'19'0,"0"0"46"15,0 0 32-15,0 0-64 16,0 0-11-16,0 0 13 16,-60 33 15-16,89-33-3 15,2 0-1-15,-9-11-14 16,-6-5 7-16,-12-1 2 15,-4 2-8-15,0 5-19 16,0 10-14-16,-4 0-9 16,-15 29-132-16,4 14-182 0,11 6-563 15</inkml:trace>
  <inkml:trace contextRef="#ctx0" brushRef="#br1" timeOffset="-67246.48">18852 7874 1221 0,'0'0'9'0,"0"0"18"15,0 0 72-15,0 0-65 16,0 0-3-16,0 0 26 16,25 14-21-16,-9-14-11 15,-8 0-7-15,-5-7 7 16,-3-6 19-16,0-1-27 15,0 7-10-15,-13 7 0 0,-10 0-7 16,-4 11-107-16,2 13-145 16,10-2-336-16</inkml:trace>
  <inkml:trace contextRef="#ctx0" brushRef="#br1" timeOffset="-66448.45">19666 7393 1021 0,'0'0'22'0,"0"0"162"16,0 0-58-16,0 0-66 16,0 0-32-16,-125-32 2 15,98 72 2-15,9 6-11 16,5 6-9-16,9 1-4 15,4-5-3-15,0-2-3 16,15-10 1-16,7-8 0 16,5-8-2-16,4-10-1 15,1-7-6-15,1-3 6 16,0-7 0-16,-4-22 0 16,-6-6-3-16,-10-7 3 15,-13-6-1-15,0 4-1 16,-29 1-5-16,-15 7-8 0,-12 8 6 15,-4 8 6-15,-1 4 1 16,12 3 2-16,18 6 0 16,17 6 1-16,14-6-1 15,23 1-39-15,31-4 2 16,26-9 18-16,9-6-24 16,2-7-13-16,-9-7 23 15,-12-6 7-15,-24-8 26 16,-15-3 1-16,-15-8 0 15,-13-1 6-15,-3-2 14 16,0 0 9-16,-19 14 8 16,-2 6 1-16,-2 17 0 0,4 14-4 15,5 15-7-15,0 7 5 16,5 50-26-16,3 32 12 16,6 28 18-16,0 26-3 15,0 16-3-15,11 15-13 16,-5 8-1-16,-4-7-6 15,6-8-2-15,3-12-7 16,9-16 0-16,7-16-2 16,1-24 2-16,3-24-2 15,-4-24 0-15,-2-22-4 16,-3-20-9-16,-1-8-6 16,-2-22 15-16,-5-32 1 15,-3-24-11-15,-9-15 4 0,-2 2-3 16,-2 8 5-16,-27 19 8 15,-13 16 0-15,-10 12 3 16,-6 9 1-16,-1 10-1 16,12 7 3-16,18 5 3 15,17 4-2-15,12 1-7 16,36-3-36-16,35-1-31 16,21-7-142-16,1-14-298 15</inkml:trace>
  <inkml:trace contextRef="#ctx0" brushRef="#br1" timeOffset="-65810.69">20526 7361 996 0,'0'0'75'0,"0"0"164"0,0 0-132 0,0 0-19 16,0 0-41-16,0 0-26 15,0 0-16-15,-29 54 1 16,29 6 2-16,15-3-7 15,14-3-1-15,2-12-23 16,3-10-26-16,3-10 1 16,2-14-12-16,3-8-5 0,0 0 16 15,-6-29 15-15,-5-8 9 16,-11-9 25-16,-8-4 6 16,-6 1 9-16,-6 5 17 15,0 14 14-15,0 7 18 16,0 15 3-16,-6 1-13 15,0 7-8-15,-2 2-22 16,-1 30-18-16,3 10 18 16,0 8 1-16,6 0-9 15,0-1-12-15,0-5-1 16,10 0-2-16,5-6-1 16,1-3-28-16,3-4-83 15,6-5-62-15,4-6-146 0,0-9-106 16</inkml:trace>
  <inkml:trace contextRef="#ctx0" brushRef="#br1" timeOffset="-65445.08">21243 7616 613 0,'0'0'22'16,"0"0"96"-16,48-131 64 15,-48 99-71-15,0 8 28 16,-2 4-30-16,-19 6-54 15,-6 10-13-15,-4 4-23 16,2 0-8-16,2 16-1 16,9 13-5-16,13 9 0 15,5 4-4-15,16 2 1 0,18 3 0 16,3-2-2-16,-4-3-4 16,-5-6 3-16,-16-10-1 15,-8-6 2-15,-4-8 1 16,-10-6 3-16,-17-6 3 15,-4 0-1-15,0-18 10 16,5-11 10-16,12-12 14 16,14-5-17-16,6-1-23 15,40 6-4-15,14 7-49 16,6 13-80-16,1 10-103 16,-7 8-66-16,-10 3-57 15</inkml:trace>
  <inkml:trace contextRef="#ctx0" brushRef="#br1" timeOffset="-64981.52">21599 7452 643 0,'0'0'161'0,"0"0"39"16,0 0-27-16,0 0-57 15,0 0-15-15,0 0-43 16,-69-39-23-16,57 69-16 16,9 8 1-16,3 5-4 15,0-4-11-15,17-5 1 16,8-5-6-16,4-11 0 15,-4-6-18-15,-6-8-9 16,-5-4-7-16,-3 0 16 16,-5-10 18-16,4-22 5 0,-4-8 1 15,1-6-1-15,-1 3-3 16,6 7-2-16,3 12 2 16,1 8-2-16,6 10 0 15,0 6-2-15,5 2 1 16,-2 32 0-16,-2 15 0 15,-8 11 1-15,-1 4 0 16,-7-2 1-16,3-6-1 16,-2-6 2-16,9-14-1 15,3-9 0-15,4-11 0 16,7-16-1-16,2 0 1 16,9-16 8-16,-1-23 6 15,-8-9 13-15,-6-12-1 16,-18-8 0-16,-9-4-1 15,0 0-9-15,-29 9-11 0,-15 19-2 16,-6 16-4-16,-10 22-4 16,-11 6-53-16,-2 20-108 15,-10 18-168-15,-4 6-259 16</inkml:trace>
  <inkml:trace contextRef="#ctx0" brushRef="#br1" timeOffset="-60030.88">22099 9768 987 0,'0'0'108'0,"0"0"111"0,0 0-78 0,0 0-41 0,0 0-33 16,0 0-27-16,0 0-31 15,-45 11-1-15,64 56 3 16,11-1-6-16,6 0-5 16,5-7 0-16,3-12-14 15,-5-13-16-15,-1-18-21 16,-2-16 13-16,-2 0 0 16,-6-17 17-16,-3-26 12 15,-7-9 9-15,-10-4 1 16,-8 2 4-16,0 10 15 0,0 12 16 15,-10 8 17 1,-2 12-8-16,5 5-6 0,-1 7-11 16,-3 13-14-16,-1 31-8 15,1 24 14-15,3 10-1 16,8 0-10-16,0-2-5 16,0-4-4-16,15-7-1 15,5-11-9-15,2-8-40 16,5-8-56-16,2-12-129 15,2-14-185-15,4-10-253 16</inkml:trace>
  <inkml:trace contextRef="#ctx0" brushRef="#br1" timeOffset="-59294.36">22891 10006 1001 0,'0'0'40'0,"0"0"162"16,-37-128-82-16,12 112-52 15,-6 13-19-15,-7 3-11 16,5 23-17-16,6 17-12 16,16 10-6-16,11 6-2 15,17 4 0-15,26-2-2 16,6-5-5-16,-4-8-11 16,-16-10 6-16,-14-11 8 15,-15-3 0-15,-6-11 3 16,-34-3 8-16,-12-7-4 15,1 0 10-15,6-16 9 0,12-16-8 16,22-8-8-16,11-6-7 16,22-3-28-16,36 3-60 15,6 8-42-15,8 10-63 16,-7 6 8-16,-12-1-1 16,-6 2 115-16,-14-3 71 15,-6 0 15-15,-12-1 125 16,-10 4 61-16,-2 4-2 15,-3 7-48-15,0 7-18 16,0 3-57-16,-12 1-39 16,-3 28-24-16,-3 13 5 15,7 10-4-15,11 5-4 16,0-6-10-16,0-2 5 16,11-14-5-16,11-8-11 0,3-11-3 15,-5-9-12-15,4-7-3 16,-1 0 6-16,-4-23 8 15,1-18 10-15,1-7 5 16,-2-8-1-16,-1 3 1 16,5 8 0-16,4 13 0 15,2 12-1-15,-1 12-1 16,4 8-7-16,4 8 3 16,-5 30 6-16,0 13 0 15,-4 6-1-15,-9 3 0 16,1-3 2-16,-1-12-2 0,2-8 2 15,0-15-1 1,4-11 0-16,1-9 0 0,4-2 1 16,0-23 14-16,0-17 10 15,-6-19 4-15,-11-9-2 16,-12-6-3-16,0-4 1 16,-17 5-10-16,-18 19-14 15,-13 18-1-15,-12 26-14 16,-15 10-36-16,-14 34-126 15,-12 9-340-15</inkml:trace>
  <inkml:trace contextRef="#ctx0" brushRef="#br1" timeOffset="-55215.11">23036 10968 736 0,'0'0'41'0,"0"0"115"0,0 0-1 0,-24-110-56 15,13 84-7-15,-2 6 1 16,1 7-20-16,-3 4-4 16,-7 9-40-16,-7 0-23 15,-9 0-4-15,-3 26-1 16,3 4 0-16,12 5-1 16,13-4-1-16,8 1-1 15,5-4-18-15,7-6 9 16,17-4-16-16,10-9-8 15,3-9 2-15,1 0 6 0,-5-13 10 16,-1-8 15 0,-10-5 2-16,-4-3 3 0,-5 3 0 15,-4 7 17-15,-2 0 8 16,-4 9 11-16,-1 3-1 16,-2 7 10-16,0 0-19 15,0 0-7-15,0 3-6 16,0 25-10-16,2 12 18 15,4 10 22-15,1 4-32 16,2 1-9-16,0-1-2 16,0-2-3-16,-1-2-27 15,6-6-68-15,-1-10-104 16,1-12-149-16,-3-17-191 16</inkml:trace>
  <inkml:trace contextRef="#ctx0" brushRef="#br1" timeOffset="-54848.29">23400 10746 942 0,'0'0'64'0,"0"0"149"0,0 0-99 0,0 0-66 0,0 0 10 15,0 0-32-15,-89 14-12 16,73 36-5-16,5 8-1 15,6 5 2-15,5-1-8 16,0-2-1-16,0-4 1 0,21-8-2 16,2-8 0-16,4-15-7 15,2-8-6-15,0-15-1 16,-2-2 1-16,-2-2 10 16,-8-19 3-16,-3-8 1 15,-12 2 2-15,-2-3 0 16,0 3 6-16,-20 6 12 15,-11 8-8-15,-5 7 2 16,1 6-12-16,4 0-2 16,4 0-2-16,12 13-35 15,9 10-67-15,6-2-104 16,0 2-87-16,14-9-145 16</inkml:trace>
  <inkml:trace contextRef="#ctx0" brushRef="#br1" timeOffset="-54513.64">23665 10864 844 0,'0'0'125'15,"0"0"38"-15,0 0-33 16,0 0-65-16,0 0-31 16,0 0-17-16,0 23-14 15,0 27 8-15,0 3-2 16,0-2-7-16,4-5 1 15,10-7-3-15,2-3 1 0,3-9 1 16,6-13-1 0,6-10 1-16,4-4 5 0,3-10 1 15,-1-22 14-15,-8-8 7 16,-10-7 10-16,-15-5-10 16,-4-3 0-16,-8-2-4 15,-23 3-13-15,-7 8-8 16,-5 16-1-16,7 12 0 15,2 18-3-15,6 0-41 16,1 21-78-16,-4 16-100 16,2 7-184-16</inkml:trace>
  <inkml:trace contextRef="#ctx0" brushRef="#br1" timeOffset="-54131.4">21769 11903 874 0,'-163'28'217'0,"29"0"-163"0,41-2 62 0,44-12-61 0,49-4-39 16,44-10 2-16,93 0 23 0,71-16 28 16,71-19-46-16,60-15-20 15,42-9-2-15,29-1 20 16,13 4 24-16,-13 1-9 16,-28 5-18-16,-44 6-8 15,-61 6-6-15,-73 10-2 16,-73 7-2-16,-63 13-70 15,-57 1-28-15,-20 7 37 16,-65 0-75-16,-35 14-238 16,-23 12-185-16</inkml:trace>
  <inkml:trace contextRef="#ctx0" brushRef="#br1" timeOffset="-52312.03">24237 12009 981 0,'0'0'174'0,"0"0"5"0,0 0-75 0,0 0-70 16,0 0-17-16,0 0 0 15,-122 73 9-15,113-8-8 16,9 2-2-16,4-5-10 16,28-8-1-16,5-12-1 15,6-16-1-15,-1-14-1 16,-1-12-1-16,-1 0 4 15,-7-21 8-15,-6-18 0 0,-14-3 22 16,-9-6-13 0,-4-4-4-16,-2 2-5 0,-27 6-11 15,-9 9-2-15,-7 18-22 16,-7 14-56-16,-9 3-68 16,-5 20-126-16,-13 10-131 15,-1 1-384-15</inkml:trace>
  <inkml:trace contextRef="#ctx0" brushRef="#br1" timeOffset="-51971.21">23641 11971 977 0,'0'0'145'0,"0"0"36"0,0 0-99 16,0 0-48-16,0 0 4 15,0 0-20-15,-32 66-3 16,26 0 16-16,6 4-13 16,0 1-13-16,0-3 1 15,9-8-5-15,13-11 0 16,2-16 0-16,5-10 0 16,2-14 0-16,0-9 2 15,-4 0 1-15,-2-18 3 16,-10-7-1-16,-8 0 9 15,-7 3 9-15,0 3 1 16,-14 2-15-16,-12 3-10 0,-3 8-1 16,-5 6-35-1,-1 0-53-15,-3 18-94 0,-2 11-171 16,-7-2-172-16</inkml:trace>
  <inkml:trace contextRef="#ctx0" brushRef="#br1" timeOffset="-51281.36">22774 12366 1046 0,'0'0'176'0,"0"0"16"0,0 0-77 0,0 0-57 0,0 0-21 0,0 0-9 15,-35-26-17-15,35 50-11 16,12 10 10-16,20 4 3 16,5-3-3-16,3-5 5 15,-3-6-7-15,-14-6-2 16,-9-8 3-16,-12-1-6 16,-2 1 3-16,-4 5-3 15,-23 1-3-15,-4-3-22 16,2-2-71-16,9-5-91 15,2-6-135-15,7-8-164 16</inkml:trace>
  <inkml:trace contextRef="#ctx0" brushRef="#br1" timeOffset="-50980.34">22774 12346 1039 0,'0'0'92'0,"0"0"56"15,38-128-72-15,6 88-63 16,5 8-13-16,-4 9-2 15,-3 12-42-15,-11 7-37 16,-13 4-27-16,-9 0 50 16,-7 0 58-16,-2 0 1 15,0 0 89-15,0 0-1 16,0 0-5-16,3 0-17 16,12 0-23-16,9 4-1 15,14 20 12-15,3 9-10 16,1 10-11-16,-7 3-12 0,-1 2-5 15,-12-4-12-15,-5-3-5 16,-5-1-3-16,-10-7-38 16,-2 0-69-16,0-9-56 15,0-4-99-15,-20-13-67 16,-5-4 32-16</inkml:trace>
  <inkml:trace contextRef="#ctx0" brushRef="#br1" timeOffset="-50865.03">23148 12525 465 0,'0'0'192'0,"0"0"-5"15,0 0-39-15,-27-103-24 0,74 58-79 16,28-8-42-16,22-3-3 16,9 2-78-16,-1 6-56 15,-22 11-147-15</inkml:trace>
  <inkml:trace contextRef="#ctx0" brushRef="#br1" timeOffset="-50581.9">22317 13399 995 0,'0'0'22'0,"-149"60"107"16,138-55-49-1,26-5 1-15,83-37-47 0,62-19 8 16,66-21-15-16,59-5-18 15,43 0 34-15,28 4 40 16,6 10-8-16,-14 3-10 16,-26 11-25-16,-46 7-16 15,-62 7-17-15,-72 7-7 16,-66 9-82-16,-67 6-48 16,-34 4-76-16,-71 6-399 15</inkml:trace>
  <inkml:trace contextRef="#ctx0" brushRef="#br1" timeOffset="-49312.92">1411 5748 850 0,'-127'47'51'0,"5"0"83"15,14-8 40-15,26-13-64 0,31-10-30 0,34-11 20 16,32-5-30-16,74-31-50 16,60-25-9-16,56-16-4 0,47-11-4 15,23-8 1 1,18-12-4-16,1-5-2 0,-7 2 2 15,-17 13-1-15,-34 19 1 16,-47 24-2-16,-64 20-51 16,-65 22-68-16,-60 8 34 15,-80 32 23-15,-67 32-100 16,-51 23-37-16,-40 18-1 16,-31 16 135-16,-26 3-30 15,-24 6 97-15,-4-1 43 16,12-9 69-16,32-13 70 15,60-26-27-15,75-31 19 0,77-27-104 16,67-23-34 0,109-35-25-16,86-36-5 0,87-34 0 15,72-23 6 1,51-16-9-16,32-9-3 0,2 2-6 16,-20 12-23-16,-50 12-141 15,-68 15-255-15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9T13:14:29.3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5469 3292 706 0,'0'0'17'0,"-152"-5"115"0,80 5 5 0,5 0-56 0,9 0-16 0,14 1 29 15,19 5-30-15,25 4-24 16,25-1-22-16,64-2 11 15,63 4-9-15,46-4-17 16,47 3 6-16,23-1-9 16,-1 1 0-16,-4-4 1 15,-16-2-1-15,-8-3 0 16,-23-1 0-16,-34 0-2 16,-34 0-16-16,-53 0-108 15,-49 0-38-15,-39-4 1 0,-18 4 15 16,-62 0-12-16,-39 0-328 15</inkml:trace>
  <inkml:trace contextRef="#ctx0" brushRef="#br0" timeOffset="268.98">5223 3413 980 0,'0'0'10'0,"0"0"-8"15,0 0-2-15,0 0 12 16,0 0-10-16,0 0 73 0,183 44 28 16,-16-42-52-16,32-2-20 15,19 0-18-15,2 0 6 16,3 0 0-16,-7-8-7 16,-15-2-3-16,-16 4-5 15,-27-2 0-15,-29 2-4 16,-31 2-15-16,-36 0-50 15,-26 2-74-15,-27 0-37 16,-9 2-110-16,-34 0-255 16</inkml:trace>
  <inkml:trace contextRef="#ctx0" brushRef="#br0" timeOffset="967.04">7632 4892 355 0,'0'0'689'0,"-25"-122"-638"0,21 80 165 0,4 14-75 16,0 12-22-16,0 12-13 0,0 4-39 15,0 8-30 1,0 38-18-16,8 18 21 0,2 16-9 16,-8 11-16-16,-2 3-9 15,0 9-6-15,0-3 0 16,0-5-33 0,7-14-53-16,15-20-123 0,9-26-235 15,5-25-312-15</inkml:trace>
  <inkml:trace contextRef="#ctx0" brushRef="#br0" timeOffset="1268.88">7897 5042 1134 0,'0'0'11'16,"0"0"58"-16,5-117 50 0,30 89-67 15,9 16 30-15,1 12-6 16,-5 6-36-16,-9 38-19 15,-15 18-11-15,-16 10-3 16,0 2 3-16,-22-6-7 16,-14-12 1-16,-7-12 3 15,-1-7-1-15,7-12 8 16,10-8 6-16,11-7-3 16,16-7-10-16,0-3-7 15,35 0-4-15,27-3 1 16,21-11-47-16,6-2-72 15,-1 0-94-15,-9 0-146 16,-5-2-177-16</inkml:trace>
  <inkml:trace contextRef="#ctx0" brushRef="#br0" timeOffset="1882.86">8670 4973 765 0,'0'0'116'15,"0"0"18"-15,0 0 99 16,0 0-140-16,0 0-8 16,-118-34-9-16,104 56-28 0,3 15-19 15,1 18-7 1,10 3-12-16,0 3-2 16,0-2-3-16,12-6-1 15,12-11-4-15,8-8-1 0,0-14 1 16,1-8-10-16,-2-12-9 15,0 0 5-15,-4-12 14 16,-10-16 4-16,-9-8-4 16,-8-7-1-16,-4-4-2 15,-28 0-10-15,-6 7 3 16,-6 8 0-16,-2 9-4 16,5 4 5-16,11 2 7 15,12 8-4-15,16-2 5 16,2-2-11-16,34-1-100 15,23-6 100-15,18 2-6 16,2 6-34-16,-1 2 18 0,-13 5 12 16,-13 5 22-16,-13 0 3 15,-18 15-2-15,-15 19 2 16,-4 15 6-16,-4 12-2 16,-15 7 10-16,1 0-4 15,7-1-4-15,11-9-6 16,0-8 0-16,13-12-3 15,20-12 0-15,5-12 0 16,5-14-13-16,1 0 13 16,0-31 8-16,-8-12-1 15,-7-11 3-15,-16-9 9 16,-11-8 21-16,-2-6 0 16,-15 11-5-16,-22 12-19 15,-15 18-11-15,-4 14-3 16,0 9-2-16,4 13 0 0,2 0-95 15,8 0-172-15,6 13-424 16</inkml:trace>
  <inkml:trace contextRef="#ctx0" brushRef="#br0" timeOffset="2384.07">10842 5340 696 0,'0'0'193'0,"-187"0"-180"0,106 4 180 0,15-2-89 0,17 0-31 0,22 0 7 15,25 0-17-15,9 0-16 16,64 3-35-16,51-5 12 16,55 0-4-16,43 0 10 15,29-17-15-15,15-3 5 16,-4-4-8-16,-15 4-1 16,-29-5-1-16,-46 7-8 15,-57 5-2-15,-47 2-20 16,-45 3-23-16,-21 7-21 15,-13 1-45-15,-27 0-125 16,-5 0-190-16</inkml:trace>
  <inkml:trace contextRef="#ctx0" brushRef="#br0" timeOffset="2886.04">14295 4917 1107 0,'0'0'28'0,"0"0"204"0,0 0-60 0,0 0-89 0,0 0-6 0,0 0-36 15,-31-46-20-15,31 96-6 16,0 15 6-16,1 10-16 16,6 3-5-16,-7-4-1 15,2-5-31-15,2-13-51 16,1-10-72-16,3-16-89 15,10-16-116-15,4-14-107 16</inkml:trace>
  <inkml:trace contextRef="#ctx0" brushRef="#br0" timeOffset="3150.22">14557 5079 57 0,'0'0'600'16,"37"-108"-507"-16,-26 73 130 15,-6 16-67-15,-5 9 6 0,0 4-41 16,0 3-23-1,0 3-31-15,0 0-48 0,-9 15-18 16,-4 20 15-16,-3 12-8 16,2 0-1-16,6 3-6 15,3-3 1-15,5-5 3 16,0-7-5-16,7-3-2 16,22-8-2-16,11-8 4 15,16-11-3-15,13-5 0 16,14 0-12-16,6-9-44 15,-5-9-34-15,-12 1-60 16,-15-1-113-16,-23 3-92 0</inkml:trace>
  <inkml:trace contextRef="#ctx0" brushRef="#br0" timeOffset="3389.63">14969 4965 675 0,'0'0'33'0,"0"0"205"16,0 0-91-16,0 0-24 16,0 0-5-16,0 0-37 15,-36-40-34-15,36 66-26 16,0 21 9-16,0 20 30 16,0 4-29-16,4 0-18 0,3-2-7 15,-2-9-2-15,4-6-4 16,-1-8 0-16,1-6-29 15,9-6-95-15,-2-8-136 16,8-9-239-16</inkml:trace>
  <inkml:trace contextRef="#ctx0" brushRef="#br0" timeOffset="3718.58">15470 4975 997 0,'0'0'11'16,"0"0"137"-16,0 0 50 0,0 0-132 15,-98-104 32-15,96 101-22 16,2 3-46-16,0 0-20 16,0 0-10-16,-5 24 0 15,-6 19 0-15,-2 14 6 16,4 2-5-16,5-3-1 15,4-6 1-15,0-5-1 16,24-9-1-16,14-8 0 16,10-9 1-16,13-8 0 15,6-11 0-15,6 0-20 16,1-4-50-16,-8-15-40 16,-12-1-80-16,-19 2-44 15,-18 0-58-15,-17 3-82 0</inkml:trace>
  <inkml:trace contextRef="#ctx0" brushRef="#br0" timeOffset="3951.19">15623 5042 656 0,'0'0'74'16,"0"0"159"-16,0 0-41 16,0 0-51-16,0 0-26 15,0 0-27-15,-46-25-44 16,46 69-25-16,0 17 41 15,0 6-32-15,0 0-8 16,4-3-13-16,5-4-6 0,3-8-1 16,-1-6-23-16,1-8-73 15,7-10-86-15,5-13-141 16,3-14-152-16</inkml:trace>
  <inkml:trace contextRef="#ctx0" brushRef="#br0" timeOffset="4300.14">16007 5036 593 0,'0'0'196'15,"0"0"-56"-15,0 0 82 16,0-111-99-16,-4 103-28 16,2 1-5-16,2 6-25 0,0 1-44 15,0 18-21 1,0 22 2-16,0 16 6 0,0 7-2 15,0 4-4-15,0-3 0 16,2-9-2-16,13-11 0 16,7-12-6-16,5-14-1 15,4-12-2-15,7-6 9 16,7 0 0-16,-1-28 4 16,-2-12-3-16,-8-15 5 15,-16-9 1-15,-12-8 6 16,-6-5 4-16,-13 8 0 15,-20 12-4-15,-6 18-2 0,0 16-2 16,-5 16-9 0,-4 7-9-16,-2 10-74 0,-6 24-116 15,2 2-357-15</inkml:trace>
  <inkml:trace contextRef="#ctx0" brushRef="#br0" timeOffset="7435.23">8371 3950 1014 0,'0'0'41'0,"0"0"150"0,-3-118-46 0,6 93-54 15,2 14 19-15,-3 8-23 16,-2 2-36-16,0 1-18 16,0 4-21-16,0 36-2 15,0 20 4-15,0 14 14 16,0 2-13-16,0 1-14 16,0-5 0-16,0-6-1 15,2-8-23-15,12-10-21 16,-1-10-62-16,-2-14-73 15,-4-14-31-15,-3-10-62 0,-4-16 127 16,0-29 13 0,-2-20 36-16,-14-13 96 0,1-9 1 15,3-1 40 1,10 4 20-16,2 11 34 0,2 12-11 16,25 17-1-16,9 12-30 15,2 14 3-15,6 16-11 16,-2 2 5-16,-4 7 9 15,-6 19-8-15,-13 9-16 16,-14 5-4-16,-5 4-14 16,-28 4-17-16,-28 2-1 15,-11 0-103-15,-7-8-165 16,5-12-125-16</inkml:trace>
  <inkml:trace contextRef="#ctx0" brushRef="#br0" timeOffset="8651.24">15528 3966 893 0,'0'0'49'0,"9"-106"105"0,-2 67 60 0,-3 14-107 16,-2 11 12-16,-2 8-12 15,0 6-41-15,0 0-42 16,0 16-6-16,-11 26-17 15,-9 18 6-15,-5 9-2 16,6-4-5-16,3-6 3 0,1-9-3 16,7-16-8-16,4-14-2 15,2-8-13-15,2-12-6 16,0 0 15-16,0-12 11 16,0-28 3-16,16-16 0 15,3-11 0-15,2 5 2 16,1 2-1-16,2 13 2 15,-2 8-1-15,-1 15 11 16,-6 10 0-16,-1 8 4 16,-1 6-3-16,3 16-6 15,3 28 9-15,0 14 3 16,-1 11-10-16,-3 0-1 16,-2 0-8-16,1-7-1 0,-3-6 0 15,0-10-5-15,0-8-27 16,0-12-63-16,-4-9-102 15,-2-10-119-15,-5-7-88 16,-2-12-102-16</inkml:trace>
  <inkml:trace contextRef="#ctx0" brushRef="#br0" timeOffset="8801.03">15343 4077 873 0,'0'0'43'0,"0"0"114"16,0 0-31-16,0 0-100 15,0 0 30-15,0 0-8 16,189-11-28-16,-63-1-20 16,5-4-81-16,-7-2-132 0,-19 1-233 15</inkml:trace>
  <inkml:trace contextRef="#ctx0" brushRef="#br0" timeOffset="11332.98">9400 6039 925 0,'0'0'47'0,"0"0"152"0,0 0-53 0,0 0-70 0,0 0-18 16,0 0-24-16,0 0-21 15,-62 105 36-15,53-17-7 16,7 4-23-16,2-2-4 16,-2-1 3-16,0-7-8 15,0-12-4-15,0-9-6 16,-1-14 5-16,3-14-4 16,0-13 1-16,0-8-2 15,0-4 0-15,9-1 0 16,20 0-3-16,17-5-2 15,26-2 2-15,31 0-3 16,37 2-3-16,38 3-14 0,45 3-1 16,54 7 6-1,52 3 4-15,43 4 14 0,29 0 0 16,7-3 1-16,-5 0-1 16,-15-4 3-16,-25-8-3 15,-27-7-1-15,-41 0 1 16,-48-5 2-16,-45-18-2 15,-52 0 5-15,-46-2-1 16,-34 3-1-16,-32 4-3 16,-23 8 5-16,-6 1 2 15,-9 9-5-15,0-2-2 16,0 2-33-16,0 0-126 16,0 0-93-16,0 0-148 0</inkml:trace>
  <inkml:trace contextRef="#ctx0" brushRef="#br0" timeOffset="11569.45">14590 6230 796 0,'0'0'129'0,"0"0"-13"0,0 0 137 0,0 0-145 0,0 0 8 0,0 0-66 15,-38-30-30-15,36 106 63 0,-1 18-34 16,3 7-25 0,0 6-14-16,0-4-6 0,-4-2-4 15,-3-10-9-15,-3-10-64 16,-11-17-124-16,-8-14-207 16</inkml:trace>
  <inkml:trace contextRef="#ctx0" brushRef="#br0" timeOffset="12199.63">10495 7772 1072 0,'0'0'23'0,"0"0"224"0,2-115-66 0,-2 100-72 0,0 11-13 15,0 4-67-15,2 0 0 16,2 32-23-16,3 11 6 15,2 16-5-15,0 3-3 16,2 4-4-16,-1 5-10 16,-6-6-40-16,0-2-81 15,-4-11-92-15,0-14-97 16,0-16-102-16</inkml:trace>
  <inkml:trace contextRef="#ctx0" brushRef="#br0" timeOffset="12384.98">10254 7947 725 0,'0'0'66'0,"-31"-115"99"16,31 63-20-16,0 4-42 0,25 4-23 15,14 10-29-15,15 6-13 16,8 8-16-16,1 10-18 16,1 10-4-16,-6 0 0 15,-11 14-81-15,-13 25-139 16,-19 6-152-16</inkml:trace>
  <inkml:trace contextRef="#ctx0" brushRef="#br0" timeOffset="12538.13">10379 8310 825 0,'0'0'146'0,"0"0"-102"15,0 0 176-15,0 0-101 0,0 0-59 16,0 0-12-16,87-41-43 15,2 14-5-15,25 1-61 16,11 1-174-16,-3 3-220 16</inkml:trace>
  <inkml:trace contextRef="#ctx0" brushRef="#br0" timeOffset="12750.85">11357 8136 1212 0,'0'0'14'0,"0"0"113"15,0 0 35-15,0 0-104 16,0 0-33-16,0 0-11 16,0-51-5-16,83 42-9 15,3 2-28-15,-5 3-89 16,-17 0-46-16,-17 4-142 15,-23 0-65-15</inkml:trace>
  <inkml:trace contextRef="#ctx0" brushRef="#br0" timeOffset="12917.07">11453 8243 325 0,'0'0'305'16,"0"0"-198"-16,0 0 98 0,0 0-49 15,0 0-39 1,0 0-46-16,-34 31-18 0,108-43-31 15,14-11-12-15,4 0-10 16,-5 0-37-16,-14 4-78 16,-17 0-162-16,-25 5-314 15</inkml:trace>
  <inkml:trace contextRef="#ctx0" brushRef="#br0" timeOffset="14417.13">12059 8021 939 0,'0'0'18'0,"0"0"142"0,0 0-19 0,-43-121-68 0,72 98-47 15,12 4 6-15,-1 8-4 16,-3 8-14-16,-8 3-3 16,-8 9-4-16,-15 23-1 15,-6 10 2-15,0 6-1 16,-27 2 5-16,-2-6-2 15,0-4-1-15,7-10-2 16,7-10-7-16,10-5 4 16,5-6-4-16,0-1-4 15,25 0-3-15,13-6-4 16,8-2-6-16,1 0-4 16,0-8-6-16,-4-11 7 15,-6-8 13-15,-6-5 5 0,-6-2 2 16,-10-4 1-16,-8 2 1 15,-7 4 3-15,0 4 16 16,0 6 12-16,-2 4 19 16,-7 4-10-16,0 3-7 15,5 7 1-15,2 4-3 16,0 0-11-16,2 0-10 16,-3 0-11-16,3 3-1 15,0 19 0-15,0 10 0 16,0 5 0-16,0 2-2 15,13-1-5-15,5-2-9 16,9-8-12-16,3-9 0 0,0-4-20 16,5-7-5-1,0-8 5-15,-4 0 19 0,-5 0 5 16,-8-19 15-16,-5-6 7 16,-6-5 2-16,-7-4 0 15,0-2 7-15,0 4 14 16,-4 2 16-16,-10 6 17 15,1 6-15-15,1 5 8 16,2 7-7-16,2 4 0 16,5 2-13-16,3 0-14 15,0 0-7-15,0 14-4 16,0 18-2-16,0 8 10 16,0 5 1-16,0-1-6 0,2-4 1 15,4-2-4-15,1-8 1 16,2-2-3-16,0-6-1 15,0 1-26-15,2-5-57 16,5-3-69-16,3-7-59 16,1-8-117-16,5 0-79 15</inkml:trace>
  <inkml:trace contextRef="#ctx0" brushRef="#br0" timeOffset="14853.74">12897 7991 631 0,'0'0'42'0,"0"0"128"0,0 0 11 0,-16-103-31 0,5 89-24 0,2 7-25 0,3 4-13 15,3 3-26-15,0 0-35 16,1 0-22-16,2 21-4 16,0 8 5-16,0 10-4 15,0 2 1-15,0 1-3 16,16-2 0-16,4-3 1 15,2-9-1-15,5-6-7 16,2-9-5-16,0-6-4 16,5-7-5-16,-3 0 2 15,0-8 12-15,-4-14 3 16,-2-6 4-16,-8-6 0 16,-11-4 3-16,-6-4-1 15,0-2 0-15,-4 4 5 0,-18 4 8 16,-5 12 11-1,3 6-6-15,-1 7 3 0,-2 9-13 16,2 2-6-16,2 0-2 16,-2 5-4-16,5 12-5 15,2 2-12-15,7 1-14 16,6-3-15-16,5 1-22 16,0 0-40-16,0-1-55 15,0-2-12-15,9-3-52 16,1-3-67-16</inkml:trace>
  <inkml:trace contextRef="#ctx0" brushRef="#br0" timeOffset="15237.35">13373 7722 494 0,'0'0'113'0,"0"-109"-61"0,0 63 136 0,0 8-69 0,0 8 38 0,0 9-20 15,0 6-43-15,0 7 3 16,0 8-1-16,0 6-49 15,0 40-27-15,-2 22 21 16,-2 20 2-16,1 9-17 16,3 3-7-16,-2-2-8 15,2-5-3-15,0-5-8 16,0-5 0-16,0-5-6 16,0-9-52-16,0-10-46 15,5-15-78-15,11-19-130 16,3-21-100-16</inkml:trace>
  <inkml:trace contextRef="#ctx0" brushRef="#br0" timeOffset="15500.53">13618 8149 971 0,'0'0'31'15,"0"0"27"-15,0 0 145 16,0 0-103-16,0 0-7 15,0 0-1-15,-53-78-47 16,104 68-30-16,16-2-1 16,5-1-9-16,1 2 4 15,-2-3 0-15,-11 0-3 16,-11-1 0-16,-15 8-6 16,-16 0 0-16,-16 6-16 15,-2 1-51-15,-14 0-127 0,-26 14-80 16,-15 8-135-1</inkml:trace>
  <inkml:trace contextRef="#ctx0" brushRef="#br0" timeOffset="17284.32">9593 4520 739 0,'0'0'132'0,"-3"-129"-76"0,3 87 147 0,0 12-77 0,0 12-17 0,0 12 24 15,0 6-35 1,0 1-47-16,0 45-18 0,0 29 11 16,0 31 15-16,-11 24-26 15,-6 1-4-15,-4 8-10 16,1 5-9-16,0-8 0 16,1-7-7-16,2-13 0 15,4-22-3-15,6-13-9 16,5-19-21-16,2-16-20 15,0-18-57-15,18-20-90 16,6-8-69-16,3-25-180 16,-1-26-254-16</inkml:trace>
  <inkml:trace contextRef="#ctx0" brushRef="#br0" timeOffset="17467.07">9684 5288 658 0,'0'0'180'0,"0"0"-25"0,0 0 54 15,0 0-115-15,0 0-28 16,0 0-15-16,98-18 7 16,-24 9 0-16,12-3-27 15,-3 1-23-15,-10 1-3 16,-11 2-5-16,-12 4-14 16,-17 4-128-16,-24 0-186 15,-9 0-358-15</inkml:trace>
  <inkml:trace contextRef="#ctx0" brushRef="#br0" timeOffset="18418.34">16824 4467 889 0,'0'0'0'0,"0"0"146"0,0 0 71 0,0 0-114 16,0 0 2-16,0 0-9 0,-33-69-57 15,22 130-18-15,-7 34 36 16,-2 24-14-16,-6 18-5 16,-1 7-17-16,-7 9-4 15,1-7-10-15,0-7-5 16,4-15 0-16,6-17-2 15,15-26-27-15,8-16-42 16,0-25-79-16,31-24-92 16,13-16-89-16,5-18-207 15</inkml:trace>
  <inkml:trace contextRef="#ctx0" brushRef="#br0" timeOffset="18601.03">16868 5172 1042 0,'0'0'28'15,"0"0"193"-15,0 0-77 16,0 0-108-16,0 0 13 16,0 0 26-16,182-44-29 15,-88 38-9-15,-5 1-25 16,-16 1-9-16,-17 4-3 16,-23 0-34-16,-24 15-76 15,-9 12-164-15,-44 9-391 16</inkml:trace>
  <inkml:trace contextRef="#ctx0" brushRef="#br0" timeOffset="22501.42">7609 9876 946 0,'0'0'39'0,"2"-113"81"0,-6 69-1 0,-23 4-48 0,-13 10 17 0,-7 12-10 16,-7 12-30-16,-3 6-4 16,-3 22-28-16,4 24-6 15,5 10-3-15,13 8-4 0,15 9-3 16,23 0 2-16,0 2-1 16,43-5 2-16,22-10-6 15,12-6-2-15,8-5-12 16,-4-3 8-16,-12-2 5 15,-20-2 2-15,-25-4 2 16,-21-1 1-16,-6-4 2 16,-46-1 4-16,-25-6 5 15,-21-8 1-15,-8-9 0 16,-1-9 4-16,13-2-4 16,21-29-1-16,28-10-3 15,22-14-9-15,20-7-17 16,24-1-100-16,41 6-94 0,17 8-269 15</inkml:trace>
  <inkml:trace contextRef="#ctx0" brushRef="#br0" timeOffset="22784.86">8122 9942 535 0,'0'0'545'0,"-47"-129"-483"0,36 90 112 0,7 14-12 0,-1 11-67 16,5 14-2-16,0 7-51 15,-2 34-21-15,-2 26 7 16,3 19-4-16,1 10-17 15,0 4-4-15,0 0-3 16,5 0-24-16,12-6-77 16,6-5-155-1,2-17-227-15</inkml:trace>
  <inkml:trace contextRef="#ctx0" brushRef="#br0" timeOffset="23017.04">8609 10565 1229 0,'0'0'60'0,"0"0"67"16,0 0-27-16,0 0-44 15,0 0-35-15,122-74-14 16,-52 62-7-16,4 7-43 15,-5 0-102-15,-14 5-127 16,-21 0-164-16</inkml:trace>
  <inkml:trace contextRef="#ctx0" brushRef="#br0" timeOffset="23152.01">8634 10766 761 0,'0'0'96'15,"0"0"40"-15,0 0 22 16,0 0-46-16,0 0-81 15,0 0-27-15,197-54-4 16,-79 26-107-16,-3-6-191 16,-15 2-506-16</inkml:trace>
  <inkml:trace contextRef="#ctx0" brushRef="#br0" timeOffset="23584.5">10250 9868 946 0,'0'0'121'15,"0"0"110"-15,-42-111-107 16,34 105 10-16,-3 6-36 15,3 23-53-15,-4 27-13 16,3 20 5-16,7 14-18 16,2 6-9-16,0 6-10 15,9-2 0-15,9-3-4 16,3-9-62-16,-1-10-129 16,-1-16-186-16,-8-23-211 15</inkml:trace>
  <inkml:trace contextRef="#ctx0" brushRef="#br0" timeOffset="23802.43">10123 10022 458 0,'0'0'499'0,"19"-116"-478"16,31 72 66-16,10 7 1 16,7 13 11-16,-5 15-7 15,-11 9-7-15,-16 11-15 16,-25 33-56-16,-10 18-6 15,-40 15-3-15,-27 3-5 16,-11-3-40-16,2-13-2 16,14-17-32-16,17-13-74 15,21-11-137-15,19-15-215 0</inkml:trace>
  <inkml:trace contextRef="#ctx0" brushRef="#br0" timeOffset="24016.98">10765 9988 1202 0,'0'0'55'0,"0"0"39"15,0 0 80-15,0 0-63 16,0 0-61-16,0 0-12 16,-25 94 5-16,25-20-30 15,0 1-8-15,4-1-5 0,7-3-3 16,-3-2-38-16,-4-7-93 15,-4-12-103 1,0-14-137-16,0-20-104 0</inkml:trace>
  <inkml:trace contextRef="#ctx0" brushRef="#br0" timeOffset="24167.21">10564 10171 933 0,'0'0'35'16,"0"0"42"-16,8-121 38 15,35 83-66-15,17 6-27 0,18 8-22 16,9 17-56 0,-6 7-260-16,-15 0-459 0</inkml:trace>
  <inkml:trace contextRef="#ctx0" brushRef="#br0" timeOffset="24384.54">11121 10004 281 0,'0'0'770'15,"0"0"-683"-15,0 0 119 16,0 0-70-16,0 0-27 16,0 0-57-16,-56 6-10 15,72 52 8-15,1 8-37 16,1 3-9-16,-2-3-4 16,-1-6-33-16,-4-4-73 15,-5-9-108-15,-4-14-155 0,-2-22-148 16</inkml:trace>
  <inkml:trace contextRef="#ctx0" brushRef="#br0" timeOffset="24651.1">11123 10018 274 0,'0'0'466'16,"0"0"-450"-16,109-106 67 16,-55 90 9-16,-1 7-17 15,-6 9 18-15,-11 7 0 16,-16 27-37-16,-18 14-32 15,-2 8-11-15,-22 5-4 16,-18-4-5-16,-5-8-3 16,5-10 5-16,6-10-5 15,10-12 5-15,11-4-3 0,13-1-3 16,0 4 0-16,37 6 5 16,22 2 9-16,5 0-6 15,7-4-6-15,-6 0-2 16,-7-4-7-16,-7-4-21 15,-11 0-40-15,-13-2-118 16,-18 0-105-16,-9-2-381 16</inkml:trace>
  <inkml:trace contextRef="#ctx0" brushRef="#br0" timeOffset="24899.19">10185 10862 1006 0,'0'0'44'16,"-160"10"76"-16,121-8 2 15,37 0-66-15,20-2 9 16,80 0-32-16,58 0 30 16,55-16-12-16,42-7-15 15,14-4-14-15,3 6-19 16,-14 0-1-16,-33 6-2 15,-41 11-25-15,-50 4-101 16,-58 0-192-16,-64-3-194 16</inkml:trace>
  <inkml:trace contextRef="#ctx0" brushRef="#br0" timeOffset="25289.91">10635 11247 1020 0,'0'0'111'15,"0"0"60"-15,0 0-27 16,0 0-5-16,5-102-42 16,-3 102-57-16,0 24-25 15,-2 22-3-15,2 17 0 16,-2 6-8-16,0 6-4 15,0 4-11-15,0 3-65 16,11-9-120-16,5-15-94 16,-1-19-169-16</inkml:trace>
  <inkml:trace contextRef="#ctx0" brushRef="#br0" timeOffset="25854.36">10965 11364 926 0,'0'0'59'15,"0"0"149"-15,0 0-89 16,0-111 5-16,-5 107-39 16,-3 4-18-16,-4 13-44 15,-1 22-15-15,2 11 2 16,8 7-3-16,3-2-4 16,0-1 2-16,21-7-3 15,8-9-2-15,8-11-1 16,2-14-1-16,0-9 2 15,-5 0-6-15,-7-17 3 16,-12-10 2-16,-11-5 1 0,-4-5 0 16,0-5 0-16,-28 0-3 15,-8 2-9-15,-2 8-7 16,3 4 1-16,10 8 3 16,12 6-4-16,13 3 3 15,4-4-15-15,38 1-23 16,16 0 29-16,7 2-6 15,1 4-6-15,-8 4 22 16,-10 2 11-16,-13 2 4 16,-12 4 1-16,-15 26 3 15,-8 14 4-15,0 8 13 16,-6 6-3-16,-4 1-1 0,10 0-3 16,0-2-8-1,22-7 6-15,20-8-7 0,4-11-3 16,3-14 2-16,2-15 0 15,-4-2-1-15,-3-22 6 16,-6-22-2-16,-9-10 26 16,-11-10 18-16,-16-5 10 15,-2 1-35-15,-18-2 0 16,-19 10-18-16,-12 10-5 16,-9 19-3-16,-14 22-17 15,-10 9-130-15,-11 23-134 16,-3 16-458-16</inkml:trace>
  <inkml:trace contextRef="#ctx0" brushRef="#br0" timeOffset="27033.32">7304 12815 1204 0,'0'0'11'0,"0"0"26"0,-44-104 15 0,84 70-36 15,13 6 35-15,10 10 0 16,-5 14-13-16,-14 4-8 15,-22 26-22-15,-22 29-1 16,-6 8 9-16,-39 7 9 16,-13 3-7-16,-5-9 6 15,0-6 14-15,11-10 2 16,11-10-12-16,22-12-15 16,17-8-7-16,2-6-2 0,40-4-3 15,26-1-1-15,17-7-3 16,4 0-46-16,-1-16-37 15,-1-11-3-15,-9-3 14 16,-15-4 24-16,-17 0 29 16,-22-6 19-16,-15-2 3 15,-7 0 12-15,0 4 26 16,-13 6 21-16,-5 6 2 16,5 8 26-16,-1 6-40 15,7 6 10-15,3 3-21 16,4 3-21-16,0 0-14 15,0 25-1-15,0 16 0 16,11 9 1-16,5 5-1 16,8-5-2-16,5-6-18 15,2-8-19-15,2-12-24 0,6-12 5 16,-4-12-5-16,-6 0 33 16,-6-24 21-16,-6-12 9 15,-8-6 2-15,-5-6 3 16,-4-2 9-16,0-2 25 15,0 7 11-15,-2 11-10 16,-7 13 19-16,3 8-10 16,4 12-13-16,-1 1-13 15,3 2-12-15,0 35-9 16,0 16 6-16,0 10 10 16,3 8-6-16,5-1-4 15,3 9-4-15,-1-2-2 0,-2 1-2 16,3-7-5-16,1-11-30 15,1-14-64 1,7-14-118-16,3-20-165 0,0-12-178 16</inkml:trace>
  <inkml:trace contextRef="#ctx0" brushRef="#br0" timeOffset="27349.95">8387 12947 882 0,'0'0'74'0,"0"0"128"0,0 0-47 0,0 0-92 16,0 0 7-16,0 0-15 16,-55-75-44-16,52 112-5 0,3 20-4 15,0 7 2-15,0 0 1 16,13 0-4-16,8-4-1 16,0-13-2-16,6-14-19 15,2-15 8-15,2-15 2 16,1-3 3-16,-1-26 8 15,-2-19 3-15,-4-7 1 16,-10-5 0-16,-9-6 10 16,-6 3 10-16,-6 3 7 15,-30 7-10-15,-10 14-1 16,-4 13-7-16,2 16-10 16,1 7-3-16,7 18-35 15,11 21-97-15,13-2-241 0</inkml:trace>
  <inkml:trace contextRef="#ctx0" brushRef="#br0" timeOffset="27666.25">9381 13343 1123 0,'0'0'24'0,"0"0"81"0,0 0-46 0,0 0-21 0,0 0-1 0,0 0-5 16,138 12-32-16,-64-12-22 16,-12 0-134-16,-16 0-142 15,-24 0-177-15</inkml:trace>
  <inkml:trace contextRef="#ctx0" brushRef="#br0" timeOffset="27803.49">9403 13611 760 0,'0'0'128'0,"0"0"12"0,0 0-31 16,0 0-65-16,0 0-37 16,0 0-7-16,178-2-6 15,-66-20-180-15,2-6-261 16</inkml:trace>
  <inkml:trace contextRef="#ctx0" brushRef="#br0" timeOffset="28182.88">10343 12711 1164 0,'0'0'20'16,"0"0"165"-16,0 0-34 16,-22-104-30-16,20 104-38 15,-5 20-51-15,1 28-18 16,-4 20 25-16,6 14-26 15,4 1-1-15,0 0-12 0,0 6 0 16,16-3-27-16,3-4-77 16,6-15-151-16,4-30-175 15,2-25-296-15</inkml:trace>
  <inkml:trace contextRef="#ctx0" brushRef="#br0" timeOffset="28450.27">10512 12906 977 0,'0'0'29'16,"0"0"39"-16,25-107 23 16,12 86-28-16,9 8 15 15,-2 13-32-15,-8 0-15 0,-16 37-19 16,-18 11-4-16,-2 8-2 16,-20 0-2-16,-16-6 6 15,-4-4 17-15,2-8 17 16,5-7 13-16,8-8 0 15,10-9-17-15,8-4-13 16,7-4-17-16,9-2-7 16,31-4 5-16,18 0-8 15,18 0-2-15,8-22-87 16,6-4-90-16,-3-6-169 16,-14-2-232-16</inkml:trace>
  <inkml:trace contextRef="#ctx0" brushRef="#br0" timeOffset="29033.41">11197 12802 724 0,'0'0'137'15,"0"0"-4"-15,0 0 38 16,0 0-57-16,0 0-18 16,0 0-48-16,-67-3-35 15,60 45 19-15,-2 11-1 16,5-3-10-16,4 0-10 15,0-3 0-15,0-4-7 0,13-9-3 16,14-8 2 0,2-12-2-16,2-8-1 0,0-6 0 15,-2-2-3-15,-4-24-3 16,-5-6 0-16,-11-2 0 16,-9-3 5-16,0 1-1 15,-27 1 1-15,-9-1-5 16,-1 4 5-1,2 3 1-15,12 11 0 0,9 7-1 16,14-2-1-16,4 5-12 16,33 2-41-16,13-1 29 15,4 7-3-15,4 0-3 16,-7 0 3-16,-9 4 19 16,-6 15 8-16,-11 9 2 0,-8 9 1 15,-7 5 7 1,-6 4 12-16,-4 2-4 15,4-2-9-15,5-4-4 0,7-6-1 16,3-8-1-16,6-8-1 16,0-11 2-16,-1-9-1 15,5 0-1-15,-2-18 0 16,-3-15 3-16,-4-11-2 16,-9-4 4-16,-9-4 3 15,-2-2 15-15,-10 2 13 16,-26 5-21-16,-8 11-10 0,-10 15-4 15,1 15-1 1,-3 6-61-16,3 3-125 0,6 16-333 16</inkml:trace>
  <inkml:trace contextRef="#ctx0" brushRef="#br0" timeOffset="29467.28">12114 12771 947 0,'0'0'44'0,"0"0"167"0,0 0-49 0,0 0-68 0,0 0-9 15,0 0-56-15,-19 22 36 16,69 26-22-16,10 1-28 16,-2-3-7-16,1-2-7 0,-8-4-1 15,-5-8-47-15,-3-6-79 16,-7-10-73-16,-7-13-128 16,-9-3-111-16</inkml:trace>
  <inkml:trace contextRef="#ctx0" brushRef="#br0" timeOffset="29616.95">12535 12679 780 0,'0'0'199'0,"0"0"-22"15,0 0-63-15,0 0-59 0,-122 79 1 16,89-16-22 0,-1 10-25-16,-1 3-9 15,-2 8-7-15,-5 2-125 16,-6-4-186-16,-6-10-342 15</inkml:trace>
  <inkml:trace contextRef="#ctx0" brushRef="#br0" timeOffset="31466.22">12962 12829 678 0,'0'0'58'0,"0"0"106"0,0 0 7 0,-113-120-48 0,103 82-42 16,10-2-15-16,0 6-33 15,24 2-6-15,18 6-9 16,3 6-13-16,0 8 3 16,-3 9-5-16,-10 3 2 15,-4 0-3-15,-10 24 0 0,-14 13 0 16,-4 9 4-16,0 8 0 16,-17 2 0-16,-8 1 6 15,-4-6 4-15,-1-2 2 16,4-9 10-16,4-8-3 15,7-12-3-15,5-6-5 16,10-4-8-16,0-4-5 16,23 0-2-16,26-2 2 15,18-4-4-15,10 0-16 16,15 0-78-16,6-16-55 16,-8-10-153-16,-6-10-206 15</inkml:trace>
  <inkml:trace contextRef="#ctx0" brushRef="#br0" timeOffset="31683.4">13622 12622 927 0,'0'0'54'0,"0"0"151"16,0 0-47-16,0 0-81 15,0 0-23-15,0 0 36 16,63 37-33-16,2 1-29 15,2 0-18-15,-5-2-4 16,-6-1-6-16,-9-4-12 16,-12-4-69-16,-10-5-91 0,-7-6-142 15,-7-12-65-15,-7-4-276 16</inkml:trace>
  <inkml:trace contextRef="#ctx0" brushRef="#br0" timeOffset="31835.94">14082 12566 709 0,'0'0'191'16,"0"0"-13"-16,0 0-6 16,0 0-85-16,0 0-17 15,-125 145-21-15,85-75-29 16,-4 5-19-16,-3 5-1 16,-7 4-122-16,-4-8-367 0</inkml:trace>
  <inkml:trace contextRef="#ctx0" brushRef="#br0" timeOffset="32767">15176 2601 1105 0,'0'0'20'0,"0"0"157"0,-123 0-52 0,117 0-98 15,6 0 10-15,31 0-14 16,36-5 3-16,33-3-21 16,20 2-5-16,14 2-32 15,-4 3-52-15,-17 1 9 16,-20 0-10-16,-35 0-99 15,-35 0-77-15,-23 5 11 16,-40 8-310-16</inkml:trace>
  <inkml:trace contextRef="#ctx0" brushRef="#br0" timeOffset="32900.07">15436 2646 479 0,'-137'12'109'0,"3"1"86"16,20-3-3-16,36 0-31 16,38-5-9-16,40 0-75 15,54-5-56-15,66 0-1 16,58 0-11-16,47-2-9 15,31-15-110-15,5-7-217 16,-21-7-188-16</inkml:trace>
  <inkml:trace contextRef="#ctx0" brushRef="#br0" timeOffset="34200.11">14465 12581 0 0,'0'0'1135'0,"0"0"-937"0,0 0-6 0,-62-113-38 0,60 109-75 0,2 2-28 16,0 2-23-16,0 0-1 15,0 27-18-15,15 18-3 16,1 14 1-16,1 6-7 16,-5 2-12-16,-3 4-42 15,-3-3-35-15,-4-6-105 16,-2-12-131-16,0-23-146 16</inkml:trace>
  <inkml:trace contextRef="#ctx0" brushRef="#br0" timeOffset="34515.48">14416 12659 930 0,'0'0'60'16,"81"-118"24"-16,-15 75 4 15,6 11-14-15,-3 14 7 0,-7 13-8 16,-15 5-9-16,-18 10-46 16,-19 26-16-16,-10 9 5 15,-8 5-2-15,-28-1 1 16,-6-10 2-16,-7-8-5 15,7-12-3-15,1-6 8 16,8-5-4-16,10-6 1 16,12-2-2-16,9 0 5 15,2 2-8-15,11 4 8 16,30 7-6-16,12 10 0 0,12 7 1 16,4 3-2-16,0-3-1 15,-5-4-5-15,-6-4-24 16,-10-5-25-16,-19 6-79 15,-19-2-171-15,-10 2-173 16</inkml:trace>
  <inkml:trace contextRef="#ctx0" brushRef="#br0" timeOffset="35200.94">10212 13830 1099 0,'-114'-24'31'0,"0"7"35"0,-1 4 5 0,5 3-19 16,13 4 6-16,28 2-4 0,40 4-7 16,33 0 6-16,90 10-39 15,77 7 11-15,83-6-6 16,69-5 2-16,51-6-4 16,37 0 2-16,23-16-9 15,23-8 2-15,15-2 1 16,4 1 3-16,-10 6-16 15,-29 1 2-15,-52 4 1 16,-59 3-1-16,-74 1-2 16,-86 5-10-16,-76 2-25 15,-72 3-43-15,-43 0-34 16,-71 8-16-16,-35 17-123 0,-32-1-136 16</inkml:trace>
  <inkml:trace contextRef="#ctx0" brushRef="#br0" timeOffset="35633.97">11361 14211 1186 0,'0'0'120'0,"0"0"78"0,0 0-56 16,0 0-57-16,0 0-24 16,0 0-34-16,-18-39-18 15,18 106 7-15,8 10-10 16,0 4-6-16,1-2-7 16,3-8-30-16,3-4-45 0,3-19-81 15,-1-12-86-15,4-22-131 16,-1-14-80-16</inkml:trace>
  <inkml:trace contextRef="#ctx0" brushRef="#br0" timeOffset="36200.14">11581 14387 669 0,'0'0'185'0,"0"0"-29"16,0 0 19-16,0 0-67 16,0 0-24-16,0 0-48 15,0-60-26-15,0 97 14 16,0 13 9-16,0-9-17 15,13 0-12-15,8-7 0 0,4-11 1 16,2-2-5-16,2-12 0 16,0-8 0-16,-2-1 0 15,-6 0 7-15,-3-8-4 16,-7-12 7-16,-9-6-4 16,-2-2-2-16,0-2 1 15,-19-2 1-15,-10 1-6 16,-2 4 2-16,0 4-2 15,6 5 0-15,7 9 0 16,9 2 3-16,9 3-3 16,0-2-5-16,9-4-11 15,25-2 7-15,10 0 0 16,8 0 4-16,0 1-4 0,0 0 0 16,-3 3 9-16,-9 0 0 15,-13 4 1-15,-10 4-2 16,-9 0 1-16,-8 31 0 15,0 13 3-15,0 12 1 16,0 1-2-16,0 4-2 16,0-3 0-16,15-9 1 15,10-5-1-15,4-15 1 16,4-8-1-16,2-12 0 16,1-9 0-16,-3 0 3 15,-2-22 3-15,1-13-1 16,-8-14 1-16,-5-9 16 15,-13-6 11-15,-6-3 9 16,-2 3-16-16,-31 6-10 0,-10 14-9 16,-8 14-7-16,-9 20-17 15,-5 10-49-15,-1 10-66 16,-6 16-234-16,3-2-364 16</inkml:trace>
  <inkml:trace contextRef="#ctx0" brushRef="#br0" timeOffset="36850.25">11094 13293 670 0,'0'0'108'0,"0"0"38"0,0 0-14 0,0 0-16 0,0 0-1 16,0 0-30-16,-40-54-32 15,92 8-31-15,14-6 6 16,12-3-11-16,9-9 0 15,4-6-3-15,0-9 16 16,-6 2 1-16,-11 6 8 16,-16 11-17-16,-19 17-10 15,-14 18-4-15,-15 12-6 16,-6 12-2-16,-4 1-6 16,0 16-61-16,-18 24-70 15,-11 14-87-15,-5 2-241 16</inkml:trace>
  <inkml:trace contextRef="#ctx0" brushRef="#br0" timeOffset="37517.43">11669 14602 828 0,'0'0'120'0,"0"0"36"0,0 0-40 0,0 0-31 0,0 0 12 15,0 0-15-15,33-80-64 16,12 34 9-16,10-4 0 16,15-3-7-16,3-5 3 15,6 7 1-15,-4 1 8 16,-8 5 7-16,-14 13-10 0,-17 10-5 16,-18 12-18-16,-11 6-3 15,-7 4-3-15,0 0-5 16,0 0-30-16,0 10-92 15,-25 20-35-15,-8 1-158 16,-9 2-238-16</inkml:trace>
  <inkml:trace contextRef="#ctx0" brushRef="#br0" timeOffset="39785.11">10952 12394 850 0,'0'0'22'0,"0"0"80"0,0 0-6 0,0 0-13 0,0 0-39 15,-129 110-16-15,30 33 41 0,-10 28-38 16,-7 21-22-16,-4 10-9 15,-1-6-25-15,5-11-46 16,15-16-69-16,25-23-88 16,16-17-154-16</inkml:trace>
  <inkml:trace contextRef="#ctx0" brushRef="#br0" timeOffset="40417.28">13828 11861 828 0,'0'0'17'0,"0"0"132"0,0 0 41 0,0 0-144 15,-114-22-30-15,29 114 18 16,-17 39 32-16,-9 29-15 15,-9 18-29-15,-9 11-20 16,4-5-2-16,4-5-62 16,16-4-65-16,9-15-163 15,9-18-110-15</inkml:trace>
  <inkml:trace contextRef="#ctx0" brushRef="#br0" timeOffset="42702.62">8972 12547 773 0,'0'0'106'0,"0"0"-38"0,0 0 20 0,0 0-72 16,-166 50 34-16,72 14 55 15,-15 16-6-15,-19 16-28 16,-15 11-32-16,-19 3-16 15,-4 0-13-15,3-3 3 16,14-13 11-16,24-12 2 16,30-18-13-16,23-16-12 15,29-16-1-15,23-9-23 16,20-11-84-16,0-12-191 16,20 0-111-16</inkml:trace>
  <inkml:trace contextRef="#ctx0" brushRef="#br0" timeOffset="42983.71">7916 11941 1187 0,'0'0'82'0,"0"0"56"15,0 0-18-15,17-107-16 16,-17 107-27-16,2 0-44 0,0 21-28 16,2 23 0-16,3 15 2 15,-1 2-4-15,4 9-3 16,3 3-35-16,-1 1-68 16,1-4-90-16,-3-8-87 15,0-20-107-15,-1-18-192 16</inkml:trace>
  <inkml:trace contextRef="#ctx0" brushRef="#br0" timeOffset="43316.83">8176 12106 870 0,'0'0'54'0,"0"0"107"16,0 0-48-16,0 0 0 0,0 0-19 15,0 0-42-15,-16-98-26 16,16 109-26-16,0 23 1 15,0 15 3-15,6 5-2 16,11-2 1-16,5-2-3 16,-3-12-2-16,2-10-12 15,1-12-1-15,0-10-3 16,0-6 8-16,3 0 10 16,-4-24 0-16,2-12 3 15,-3-9 1-15,-7 0-1 16,-6-4-1-16,-7 4 7 15,0 5 3-15,-9 7 3 0,-18 7-6 16,-6 10-5 0,-5 14-4-16,-1 2-6 15,0 14-36-15,1 20-117 0,1 11-125 16,1 0-213-16</inkml:trace>
  <inkml:trace contextRef="#ctx0" brushRef="#br0" timeOffset="43951.14">8641 15695 1254 0,'0'0'73'0,"0"0"111"15,0 0-39-15,0 0-65 0,0 0-20 0,0 0-30 0,-89 17-10 0,93 60 12 0,15 3-17 16,-2 5-13-16,-3 4-2 16,-6-1-16-16,-1-11-45 15,-1-14-65-15,4-23-150 16,-1-30-195-16,-3-10-398 16</inkml:trace>
  <inkml:trace contextRef="#ctx0" brushRef="#br0" timeOffset="44269.37">8634 15731 922 0,'0'0'79'0,"0"0"42"0,60-107-23 15,-15 94-17-15,-3 13-15 16,-4 0-40-16,-6 27-15 16,-15 22 0-16,-15 7-6 15,-2 5 0-15,-25-4-1 16,-14-3 1-16,-13-6-2 15,4-13-1-15,2-11-2 16,11-9 8-16,6-9-2 16,16-1 3-16,9-5 0 15,4 0 9-15,0 4 3 16,30 10-8-16,13 7 24 16,11 12 6-16,0-3-21 15,-2 1-13-15,2 0-3 0,-5 1 0 16,-2-5-2-16,-2 4-4 15,-5 0-57-15,-1-8-113 16,-5-5-237-16</inkml:trace>
  <inkml:trace contextRef="#ctx0" brushRef="#br0" timeOffset="44482.93">9441 16284 1242 0,'0'0'126'0,"0"0"-41"0,0 0-72 16,0 0-4-16,0 0 6 16,127-30-15-16,-58 20-63 15,-7-3-131-15,-14 8-146 16,-23 5-228-16</inkml:trace>
  <inkml:trace contextRef="#ctx0" brushRef="#br0" timeOffset="44615.75">9581 16431 649 0,'0'0'142'16,"0"0"63"-16,0 0-45 16,0 0-43-16,0 0-68 0,0 0-49 15,41 6 0-15,38-34-41 16,11-2-168-16,3-2-166 15</inkml:trace>
  <inkml:trace contextRef="#ctx0" brushRef="#br0" timeOffset="44982.97">10148 15896 979 0,'0'0'85'0,"0"0"187"15,0 0-91-15,0 0-40 16,0 0-49-16,0 0-47 16,-59-27-27-16,55 81 0 15,2 13 0-15,2 5-13 16,0 0-5-16,2-2-6 16,11 2-35-16,5-14-52 15,4-5-123-15,3-17-67 0,-5-18-170 16</inkml:trace>
  <inkml:trace contextRef="#ctx0" brushRef="#br0" timeOffset="45316.66">10366 16114 761 0,'0'0'144'16,"0"0"34"-16,0 0-15 16,0 0-47-16,0 0-46 15,0 0-29-15,-54-52-34 16,52 92-3-16,2 12 1 15,0 2 3-15,15-8-8 0,14-2 0 16,2-8-5-16,6-9-28 16,-4-14 9-16,-2-8-11 15,-2-5 13-15,-5-11 13 16,-4-19 9-16,-7-6 2 16,-5-12 8-16,-8-2 6 15,0-4 10-15,-14 2 4 16,-15 8 5-16,-5 12 9 15,-2 8-7-15,1 12-19 16,-2 12-7-16,2 0-9 16,9 12-4-16,6 16-6 15,9 8-68-15,11 8-39 16,0 2-84-16,13-4-214 16</inkml:trace>
  <inkml:trace contextRef="#ctx0" brushRef="#br0" timeOffset="45638.28">11114 15789 448 0,'0'0'531'0,"0"0"-399"0,4-138-12 0,-1 114-26 0,-1 15-7 0,-2 2 24 15,0 7-44-15,0 0-36 16,-5 40-9-16,-17 25-8 16,-7 34 46-16,1 22-11 15,-3 9-20-15,-1 8-18 16,-4 1 12-16,0-9-5 16,5-10-12-16,2-14-6 15,8-19 0-15,5-17-2 16,9-16-23-16,7-14-29 15,0-22-102-15,0-18-161 16,0-14-199-16</inkml:trace>
  <inkml:trace contextRef="#ctx0" brushRef="#br0" timeOffset="45883.49">10649 16062 843 0,'0'0'23'0,"0"0"0"15,0 0-5-15,0 0 4 16,0 0 15-16,0 0-16 16,-67 31 6-16,94-32 19 15,-4-21-8-15,-6 0-2 16,-14-4 13-16,-3 8 25 16,0 0-26-16,-1 8-30 15,-8 10-18-15,-3 0-39 16,6 14-119-16,6 18-121 15,0 0-336-15</inkml:trace>
  <inkml:trace contextRef="#ctx0" brushRef="#br0" timeOffset="46102.45">11065 16418 1065 0,'0'0'137'0,"0"0"-70"16,0 0-23-16,0 0 9 15,0 0 33-15,0 0-4 16,24 5-15-16,-19-5-22 16,-5 0-8-16,0 0 9 15,0 0-7-15,-20-5-22 16,-4-2-10-16,-1 7-7 16,2 0-12-16,8 4-38 15,4 18-71-15,2 8-126 16,2-2-259-16</inkml:trace>
  <inkml:trace contextRef="#ctx0" brushRef="#br0" timeOffset="46632.81">7892 15364 680 0,'0'0'47'0,"0"0"142"0,0 0-1 0,0 0-23 0,0 0-41 0,0 0-53 15,-13 193 57-15,11-23-43 16,2 8-52-16,0-3-18 16,0-1-10-16,4-10-5 15,9-15-13-15,8-12-61 16,3-29-78-16,1-24-34 0,-8-34-127 15,-3-36-172-15</inkml:trace>
  <inkml:trace contextRef="#ctx0" brushRef="#br0" timeOffset="47151.24">7779 15494 886 0,'0'0'68'16,"-62"-142"40"-16,59 98-61 15,3 12-29-15,49-1-16 16,44 2-2-16,46 5-2 16,36 3 1-16,35 6 1 15,24 4 0-15,20 7 1 16,22 2 6-16,23-6-3 16,20 5 36-16,11-1 20 0,15-3-18 15,6 3-13-15,2 6 14 16,-10 0 0-16,-25 15 3 15,-34 29-19-15,-46 14-16 16,-42 14-2-16,-42 16 9 16,-39 16 31-16,-34 15-5 15,-30 17-15-15,-22 10 0 16,-13 11-6-16,-12 3-1 16,-4 1-6-16,0-4-4 15,0-10-11-15,0-18 1 16,0-17-1-16,0-14 1 15,0-18-1-15,0-13 2 0,0-17-2 16,0-14 0-16,0-10-2 16,-9-8 1-16,-24-8-7 15,-25-2-1 1,-31-8 3-16,-38 0 5 0,-47 0 2 16,-53-4-2-16,-60-15-1 15,-68 6-2-15,-80-1 3 16,-68 2-2-16,-63 7-8 15,-59 5-29-15,-29 0-47 16,-35 5-54-16,-21 13-132 16,-25 3-223-16</inkml:trace>
  <inkml:trace contextRef="#ctx0" brushRef="#br1" timeOffset="52699.46">18571 2970 917 0,'0'0'8'0,"0"0"85"0,-64-119 5 0,8 103-20 0,-13 16-37 16,-16 0 17 0,-11 34-9-16,-6 24-6 0,-7 22 4 15,2 21 6 1,9 21-25-16,9 26 8 0,9 29-16 16,9 20-5-1,4 22 6-15,7 21-5 0,8 15-1 16,8 30-2-16,5 29-5 15,4 27 13-15,-1 20-16 16,5 20-1-16,0 22 6 16,0 20-1-16,0 18 5 15,4 25 1-15,0 21-3 16,7 13 0-16,9 17-6 16,4 7 7-16,7-1-3 15,0 17-4-15,5 10 2 0,17 7-5 16,5 11 0-16,4-3 1 15,2-7 0-15,-1-3-4 16,-3-15 2-16,-12-22-2 16,-12-20 0-16,-5-18-3 15,-49-25-21-15,-43-22-48 16,-48-30-151-16,-47-16-221 16</inkml:trace>
  <inkml:trace contextRef="#ctx0" brushRef="#br1" timeOffset="98000.11">18215 4751 1070 0,'0'0'4'0,"0"0"150"16,-34-115 35-16,30 101-82 0,2 9 2 0,2 5-28 16,-4 0-36-16,3 27-23 15,-1 27-5-15,-2 18 20 16,0 11-15-16,1-4-8 16,-1 2-9-16,4-2 0 0,-5 7-5 15,5 0-23-15,0-6-25 16,0-7-74-16,0-12-163 15,0-19-209-15</inkml:trace>
  <inkml:trace contextRef="#ctx0" brushRef="#br1" timeOffset="98385.21">18424 5061 1032 0,'0'0'12'16,"0"0"88"-16,0 0 14 15,-58-116-79-15,63 98 23 16,26 4-27-16,11 8-5 16,8 6-13-16,-4 3-7 15,-6 26 8-15,-11 7-5 16,-15 6-3-16,-14 2 2 15,0 4 4-15,-30 0 4 16,-11-2 11-16,-8-4 6 16,-1-3-3-16,5-12 1 15,15-6-6-15,7-11-9 16,15-4-1-16,8-2-15 0,0-4 4 16,33 0-3-16,25 0 1 15,17-14-2-15,15-7-70 16,-1 0-71-16,-2-3-60 15,-10 4-107-15,-11-1-4 16</inkml:trace>
  <inkml:trace contextRef="#ctx0" brushRef="#br1" timeOffset="99017.12">19135 4995 731 0,'0'0'57'0,"0"0"21"15,0 0 91-15,0 0-64 16,0 0-1-16,-13-104 7 16,11 102-31-16,-1-1-11 0,-1 3-32 15,-10 0-13-15,-3 24-13 16,-8 13-4-16,3 8 1 16,4 5-2-16,9 0-2 15,7-1-4-15,2-1 0 16,0-9 0-16,27-10 0 15,6-10-5-15,8-13 0 16,-1-6-7-16,1 0 3 16,-5-22 1-16,-9-10 1 15,-9-10 4-15,-11 1 3 0,-7-5 1 16,0 0-1 0,-25 8 0-16,-9 7-2 0,1 4-1 15,0 5 3-15,8 5 0 16,10 6 0-16,13 1 0 15,2-5 0-15,24 1-19 16,27 0-13-16,12 2 14 16,1 6-3-16,-8 4 0 15,-10 2 3-15,-11 0 11 16,-14 11 5-16,-7 17-3 16,-10 12 0-16,-4 8 5 15,0 8 1-15,-2 5 1 16,-4-5-1-16,6-1-1 15,0-5 2-15,10-11 0 16,17-7-1-16,2-16 0 0,3-13 0 16,3-3 0-16,-4-18 4 15,0-23-3-15,-6-13 9 16,-13-7 11-16,-12-3 18 16,0 2-9-16,-18 4-13 15,-23 10-10-15,-3 11-8 16,-6 18-4-16,0 12-10 15,-2 7-84-15,-2 0-180 16,6 7-351-16</inkml:trace>
  <inkml:trace contextRef="#ctx0" brushRef="#br1" timeOffset="99436.9">20653 5253 808 0,'0'0'73'0,"-168"3"184"0,110-3-116 0,25 0-29 0,18 0-14 15,15 0-30-15,29 0-48 16,48 0 9-16,39-18 10 15,34 0-23-15,10-7-8 16,0 9-3-16,-11 4-5 16,-19 2-1-16,-19 4-101 15,-11 0-188-15,-13-5-230 0</inkml:trace>
  <inkml:trace contextRef="#ctx0" brushRef="#br1" timeOffset="99817.23">22453 4794 784 0,'0'0'97'0,"0"0"182"0,0-116-129 16,0 102-37-16,0 10 19 16,0 4-47-16,0 0-37 15,0 20-26-15,0 26 2 16,0 12 6-16,0 9-16 15,0 0-10-15,0 4-4 16,-13 1 0-16,-1-2-13 16,5-8-40-16,7-10-78 15,2-18-47-15,0-13-68 16,23-14-87-16,3-7-20 0</inkml:trace>
  <inkml:trace contextRef="#ctx0" brushRef="#br1" timeOffset="100104.39">22760 4895 566 0,'0'0'97'0,"0"0"92"16,29-109 13-16,-29 91-61 15,0 9 0-15,0 4-40 16,0 4-22-16,0 1-26 16,0 0-34-16,0 6-10 15,-6 26-3-15,-13 9 6 0,2 9 7 16,1-1-8-1,7-3-3-15,7 0-5 0,2-6-1 16,2-4-2 0,27-6 1-16,13-10-1 0,10-12 0 15,8-6-18-15,-2-2-34 16,-2-2-42-16,-7-16-23 16,-7-6-73-16,-6 0-51 15,-17 0-110-15</inkml:trace>
  <inkml:trace contextRef="#ctx0" brushRef="#br1" timeOffset="100301.88">22990 4891 685 0,'0'0'31'16,"0"0"183"-16,0 0-65 16,0 0-58-16,0 0-7 15,0 0-24-15,-41 80 43 16,37-22-31-16,4 5-23 15,0 6-25-15,0-2-13 16,2-2-8-16,5-8-3 16,2-4-29-16,-2-10-107 15,-1-11-174-15,6-12-178 16</inkml:trace>
  <inkml:trace contextRef="#ctx0" brushRef="#br1" timeOffset="100616.86">23527 4791 908 0,'0'0'18'16,"0"0"189"-16,0 0-51 16,0 0-73-16,0 0-4 15,0 0-36-15,-36-74-32 16,20 108-7-16,-5 9-2 15,-5 11 4-15,2 2 4 16,9-1-9-16,8-3 1 16,7-2 0-16,0-6 0 0,26-6-1 15,22-9 5 1,10-15-1-16,6-11-5 0,3-3 0 16,-3-5-49-16,-3-13-36 15,-15-7-47-15,-10-3-107 16,-21 0-56-16,-15 0-139 15</inkml:trace>
  <inkml:trace contextRef="#ctx0" brushRef="#br1" timeOffset="100802.83">23649 4897 586 0,'0'0'110'16,"0"0"111"-16,0 0-121 15,0 0-18-15,0 0 67 16,-18 131-39-16,18-70-37 15,0 3-14-15,0 3-29 0,0-5-11 16,0-2-13 0,0-8-6-16,10-6-14 0,3-10-114 15,0-14-147-15,5-14-143 16</inkml:trace>
  <inkml:trace contextRef="#ctx0" brushRef="#br1" timeOffset="101167.43">24030 4927 839 0,'0'0'26'15,"0"0"124"-15,0 0 40 0,0 0-106 16,0 0-5-16,0 0-41 16,0-53-29-16,0 92-8 15,2 17 3-15,5 11-2 16,4 6-1-16,0-4 2 15,5-9-2-15,1-13-1 16,8-10-3-16,2-13 1 16,6-16 1-16,10-8 1 15,4-6 3-15,6-32 2 16,3-12-3-16,-7-8 4 16,-14-8 16-16,-17 1 8 15,-18-1 10-15,0-4-16 16,-37 6-4-16,-11 9-14 15,-4 17-3-15,-4 20-3 0,-7 18-12 16,-3 12-73-16,-8 30-111 16,-11 12-275-16</inkml:trace>
  <inkml:trace contextRef="#ctx0" brushRef="#br1" timeOffset="102801.39">18988 4063 657 0,'0'0'237'0,"0"0"-152"0,-16-119 148 0,16 92-133 0,0 10 19 15,0 9-5-15,0 4-31 16,0 4-26-16,0 18-39 16,-2 36-9-16,-4 24 23 15,-3 11 0-15,-3-1-15 16,8-11-5-16,0-6-9 16,4-17-1-16,0-14 0 15,0-15-2-15,0-15-2 16,0-10-6-16,0 0 0 15,0-25 5-15,0-25 1 0,0-21 2 16,0-16-4-16,0-8-3 16,0-3-2-16,0 8 3 15,0 12-1-15,27 20 1 16,10 16-1-16,13 20 3 16,0 16-2-16,3 6 3 15,-3 9-1-15,-12 22 4 16,-11 5 0-16,-21 8-4 15,-6 0-4-15,-39 4-27 16,-31 4-62-16,-18 1-70 16,-9-5-127-16,3-10-89 15,8-10-314-15</inkml:trace>
  <inkml:trace contextRef="#ctx0" brushRef="#br1" timeOffset="103687.43">23271 3863 951 0,'0'0'36'0,"0"0"207"0,0 0-122 0,0 0-27 0,0 0-27 16,0 0-32-16,-28-9-10 16,20 69 7-16,1 4-19 15,2-5-8-15,3-9-3 16,0-13-2-16,0-13-11 15,0-13-10-15,2-11 5 16,0 0 16-16,0-22 6 16,0-28 0-16,0-14-6 15,0-9 1-15,4 5 0 0,9 7 0 16,1 13 4-16,-3 18 0 16,-4 16 12-16,2 14 2 15,0 0-6-15,1 37-6 16,9 17 17-16,-1 12 9 15,1-2-17-15,6 0-11 16,4-4 1-16,-3-6-6 16,0-3-5-16,-11-7-26 15,-9-8-93-15,-6-9-131 16,0-8-209-16</inkml:trace>
  <inkml:trace contextRef="#ctx0" brushRef="#br1" timeOffset="103851.13">23090 4087 524 0,'0'0'387'15,"0"0"-326"-15,0 0 48 0,176-80-78 16,-47 43-12-16,30-5-19 16,15-4-62-16,-5-2-307 15</inkml:trace>
  <inkml:trace contextRef="#ctx0" brushRef="#br1" timeOffset="106999.76">19267 5907 756 0,'0'0'7'0,"-33"-121"74"0,19 76 62 16,7 11-25-16,1 13-17 15,4 14-5-15,2 7-18 16,0 0-49-16,0 25-19 16,2 28 1-16,8 21 18 15,9 17 2-15,-4 10-9 16,1 8-8-16,-3 1 8 15,-5-4-1-15,-2-7-11 16,-6-15-5-16,0-16 5 0,0-16-6 16,0-18 1-16,0-16-4 15,0-14-1-15,0-4 0 16,15 0-9-16,25-2 9 16,27-17 8-16,38-6-8 15,40 0-10-15,40-2-16 16,52 3-4-16,54-2 11 15,41 3 19-15,40 10 0 16,13 3 2-16,-1 4 6 16,-19-4-8-16,-29-3 1 15,-42-4-1-15,-42-2 0 0,-53 2 7 16,-60-1-6 0,-51 3-1-16,-49 2-44 15,-27 0-52-15,-12 5 4 0,-27 4-149 16,-18 0-111-16,-5 4-237 15</inkml:trace>
  <inkml:trace contextRef="#ctx0" brushRef="#br1" timeOffset="107217.43">23483 5893 381 0,'0'0'479'0,"0"0"-379"0,-48-120 160 0,41 106-147 0,6 10-2 0,1 4-36 16,0 29-40-16,0 23-14 15,15 17 8-15,12 10-20 16,2 1-9-16,-2 4-12 16,-9 4-102-16,-10-6-200 15,-8-9-303-15</inkml:trace>
  <inkml:trace contextRef="#ctx0" brushRef="#br1" timeOffset="107385.98">21426 7417 270 0,'0'0'0'16</inkml:trace>
  <inkml:trace contextRef="#ctx0" brushRef="#br1" timeOffset="108551.62">20468 7411 968 0,'0'0'14'0,"0"0"165"0,0 0-69 0,0 0-95 16,-31-120 14-16,73 84-10 15,9 6-4-15,7 12-1 16,-7 10 4-16,-10 8 9 16,-15 0 16-16,-17 23-10 15,-9 16-17-15,-4 11 18 16,-33 8-1-16,-5-2-9 0,-2-2-4 16,1-8-2-1,5-8-2-15,14-9-7 0,7-11-3 16,9-9-5-16,8 0-1 15,0-4-6-15,21 2 1 16,18-3-8-16,15-4 1 16,11 0-20-16,1-6-18 15,4-16-4-15,-5-6 12 16,-9-8 8-16,-8-9 18 16,-10-5 4-16,-14 0 11 15,-8 0 2-15,-13 8 7 16,-3 12 24-16,0 8 31 15,-7 8-12-15,-7 7 1 0,8 3-5 16,1 4-18 0,3 0-13-16,0 4-10 0,-1 28-6 15,3 7 6-15,0 9-2 16,7-2-4-16,15-1-1 16,3-5-5-16,3-8-27 15,2-9 6-15,-1-7-26 16,-2-10 6-16,-5-6 23 15,-2 0-1-15,-6-12 10 16,-8-17 15-16,-4-10 3 16,-2-1 5-16,0 0 7 15,0 6 19-15,0 10 32 16,0 8-30-16,-2 6 15 16,2 9-15-16,0 1-5 0,0 1-17 15,0 31-13-15,0 10 10 16,0 11 6-16,0-2-13 15,9 2-1-15,5 1-3 16,-1-3-4-16,3-5-51 16,-1-3-97-16,1-13-107 15,-1-16-178-15,3-14-420 16</inkml:trace>
  <inkml:trace contextRef="#ctx0" brushRef="#br1" timeOffset="108850.27">21482 7328 960 0,'0'0'4'0,"0"0"169"0,0 0-4 0,0 0-98 0,0 0-24 15,0 0-23-15,-34 23-9 16,34 39 16-16,20 6-21 16,11-3-4-16,4-7-3 15,6-6-3-15,1-16-4 16,0-10-10-16,-1-16-10 15,-1-10 17-15,0-6 7 16,-2-30 5-16,-4-14-4 16,-11-12 13-16,-13-6 9 15,-10-2 14-15,-4 8-17 16,-33 12-18-16,-11 17-2 0,-15 25-16 16,-11 8-78-1,-3 20-61-15,0 13-178 0,8 3-205 16</inkml:trace>
  <inkml:trace contextRef="#ctx0" brushRef="#br1" timeOffset="110105.15">19157 7345 608 0,'0'0'284'0,"-37"-103"-171"0,28 70 122 0,7 10-109 0,0 14-4 0,2 4-14 16,0 5-41-16,0 3-39 16,15 25-10-16,5 18 9 15,2 10-10-15,-4 8-6 16,-5 8-11-16,-6 0-4 16,-7 3-45-16,0-3-73 15,-7-8-112-15,-12-16-161 16,-2-20-267-16</inkml:trace>
  <inkml:trace contextRef="#ctx0" brushRef="#br1" timeOffset="110282.97">18966 7382 971 0,'0'0'4'16,"0"0"156"-16,-23-127-7 15,35 89-99-15,28-1-2 16,14 8-7-16,8 8-28 15,5 12-17-15,-3 11-69 16,-8 0-131-16,-17 23-84 16,-18 9-118-16</inkml:trace>
  <inkml:trace contextRef="#ctx0" brushRef="#br1" timeOffset="110451.3">19111 7703 675 0,'0'0'47'0,"0"0"125"15,0 0-84-15,0 0-28 16,0 0-8-16,0 0 40 16,104 19-67-16,-21-55-25 15,6 0-41-15,1-3-107 16,-13 6-133-16,-12 5-142 16</inkml:trace>
  <inkml:trace contextRef="#ctx0" brushRef="#br1" timeOffset="110599.87">19661 7563 835 0,'0'0'25'15,"0"0"116"-15,0 0-17 0,0 0-100 16,0 0-1-16,0 0-23 16,140-66-9-16,-90 58-159 15,-21 8-198-15,-21 3-262 16</inkml:trace>
  <inkml:trace contextRef="#ctx0" brushRef="#br1" timeOffset="110733.02">19563 7811 394 0,'0'0'245'0,"0"0"-136"0,0 0 59 16,0 0-118-16,0 0-2 16,148-35-23-16,-33-3-25 15,-1-1-86-15,-14-6-256 16</inkml:trace>
  <inkml:trace contextRef="#ctx0" brushRef="#br1" timeOffset="112085.33">18765 9132 1014 0,'0'0'28'0,"0"0"59"0,0 0 61 0,-94-122-97 16,96 75-24-16,35 5-1 16,11 10 7-16,8 14-17 15,2 12 8-15,-11 6-4 16,-11 9 0-16,-19 30-6 16,-17 16-10-16,0 12 16 15,-31 5-1-15,-9 1 7 16,1-9 1-16,-2-9-4 15,7-10 8-15,15-13-10 16,9-8-12-16,10-6-9 16,0-4 0-16,34-6-3 0,19-5-25 15,18-3-31-15,10-6-63 16,2-21-173-16,-6-5-150 16,-12-2-249-16</inkml:trace>
  <inkml:trace contextRef="#ctx0" brushRef="#br1" timeOffset="112266.86">19255 9012 850 0,'0'0'32'0,"0"0"158"15,0 0-26-15,0 0-62 16,0 0-14-16,0 0-45 16,-71-23-35-16,100 66 20 0,13 11-3 15,3 2-12-15,2-2-13 16,-7 0-15-16,-4-5-115 15,-3-10-122-15,-10-10-131 16,-4-20-349-16</inkml:trace>
  <inkml:trace contextRef="#ctx0" brushRef="#br1" timeOffset="112501.49">19594 8955 905 0,'0'0'41'15,"0"0"148"-15,0 0-84 16,0 0-43-16,0 0-9 0,-63 120 23 16,53-19 11-16,-9 13-15 15,0 10-29-15,-8 5-26 16,-4-3-12-16,2-6-5 16,4-10-1-16,10-16-33 15,6-19-65-15,9-23-104 16,0-26-167-16,4-26-330 15</inkml:trace>
  <inkml:trace contextRef="#ctx0" brushRef="#br1" timeOffset="112718.07">20138 9421 1252 0,'0'0'23'0,"0"0"54"16,0 0 43-16,0 0-120 15,0 0 16-15,0 0-8 16,154-71-8-16,-70 64-55 16,-10 1-202-16,-18 6-94 15,-27 0-119-15</inkml:trace>
  <inkml:trace contextRef="#ctx0" brushRef="#br1" timeOffset="112851.17">20218 9587 680 0,'0'0'72'0,"0"0"78"15,0 0-22-15,0 0-74 16,0 0-43-16,0 0 34 16,138-24-45-16,-34-20-107 15,6-12-298-15</inkml:trace>
  <inkml:trace contextRef="#ctx0" brushRef="#br1" timeOffset="113371.33">21038 9199 319 0,'0'0'628'0,"0"0"-566"16,-71-109 141-16,71 70-134 15,24 6-51-15,16 8-4 16,2 8-4-16,-1 12 1 16,-11 5 1-16,-7 5-1 15,-14 31 12-15,-9 12-5 16,0 10 5-16,-26 2-10 15,-10 0 3-15,1-5 3 16,-2-10 1-16,13-11-1 16,8-13 0-16,10-8-7 15,6-5-12-15,8-5 5 16,37-3-4-16,13 0-1 0,14-4-14 16,3-15-63-16,-3-5-42 15,-6-3-123-15,-5-6 6 16,-13-3-24-16,-9-2-177 15</inkml:trace>
  <inkml:trace contextRef="#ctx0" brushRef="#br1" timeOffset="113752.9">21568 9101 369 0,'0'0'140'0,"0"0"14"15,0 0 23-15,0 0-24 16,0 0-17-16,-34-104-17 16,34 102-14-16,-2 0-23 15,2 2-33-15,-2 0-22 16,0 23-12-16,0 12 11 15,2 10 10-15,0 1-23 16,0-2-7-16,0-4-5 16,16-6-1-16,10-7-11 0,8-10-35 15,4-7-19-15,2-8-9 16,-3-2-9-16,-3 0-20 16,-3-20 44-16,-9-10 35 15,-6-6 24-15,-7-4 4 16,-9 0 21-16,0 6 40 15,0 6 11-15,0 9 10 16,0 10-7-16,-2 2-1 16,0 7-13-16,0 0-29 15,2 33-24-15,0 13 17 0,0 8 9 16,0 3-18 0,4-1-12-16,9-4-6 0,3 1-2 15,-1-8-45-15,1-9-71 16,3-10-111-16,0-13-134 15,-1-13-147-15</inkml:trace>
  <inkml:trace contextRef="#ctx0" brushRef="#br1" timeOffset="114085.37">22058 9082 861 0,'0'0'42'0,"0"0"166"0,0 0-58 16,0 0-101-16,0 0-25 15,0 0-23-15,-27 44 13 16,27 12-9-16,0 0 0 0,12-6-5 16,11-6 0-16,-2-9-5 15,4-14-6-15,-1-10-7 16,3-11 16-16,5 0 2 16,-3-17 5-16,0-15-1 15,-6-8 1-15,-4-8 10 16,-11-8 10-16,-8-1 17 15,0 1-6-15,-15 13-7 16,-16 12-1-16,-7 18 12 16,-5 13-33-16,-1 0-7 15,-1 13-1-15,10 18-7 16,6 9-56-16,13 3-90 0,9 2-138 16,7-10-216-16</inkml:trace>
  <inkml:trace contextRef="#ctx0" brushRef="#br1" timeOffset="114336.45">22611 8688 1157 0,'0'0'68'15,"0"0"108"-15,0 0-46 16,0 0-70-16,0 0-6 15,0 0-14-15,-49-1-9 0,56 99 36 16,-1 20-37-16,-6 8-15 16,0 1-5-16,0-5-10 15,-6-10-5-15,-3-8-31 16,2-13-58-16,7-19-111 16,0-28-174-1,0-27-266-15</inkml:trace>
  <inkml:trace contextRef="#ctx0" brushRef="#br1" timeOffset="114517.67">22798 9224 1103 0,'0'0'16'16,"0"0"81"-16,0 0 5 0,0 0-66 16,201-38 9-16,-93 20-2 15,13-4-24-15,-3-2-19 16,-13-1 0-16,-29 7-55 15,-43 5-165-15,-33 4-225 16</inkml:trace>
  <inkml:trace contextRef="#ctx0" brushRef="#br1" timeOffset="115216.77">19205 10425 1085 0,'0'0'13'0,"0"0"139"0,-56-132 39 0,51 113-104 0,3 7 14 16,2 11-30-16,0 1-36 15,0 21-22-15,0 26-6 0,5 9 8 16,3 6-11-16,1-6-1 16,-2-8-2-16,-2-12-1 15,-3-14-6-15,-2-13-2 16,0-8-2-16,0-1 10 16,0-23 2-16,0-23-2 15,-12-17-1-15,-2 5 1 16,4 10 0-16,1 14 8 15,4 13 7-15,3 12 4 16,2 5-2-16,0 4-10 16,0 11-3-16,0 22-3 15,0 11-2-15,9 4-3 0,8 0-5 16,2 1-49 0,3-3-96-16,5-10-136 0,-5-15-210 15</inkml:trace>
  <inkml:trace contextRef="#ctx0" brushRef="#br1" timeOffset="115384.08">19380 10437 1132 0,'0'0'60'0,"0"0"158"16,0 0-99-16,0 0-88 16,0 0-16-16,0 0-4 15,-2 66-11-15,35-27-21 16,10-3-88-16,1-8-109 15,3-10-27-15,-3-14-120 16</inkml:trace>
  <inkml:trace contextRef="#ctx0" brushRef="#br1" timeOffset="115550.29">19687 10432 731 0,'0'0'219'0,"0"0"38"16,0 0-91-16,0 0-35 15,0 0-30-15,0 0-64 16,-86 49 7-16,66 39 4 15,2 9-26-15,0-1-14 16,-2-4-6-16,7-6-2 16,1-9-22-16,10-13-89 15,2-19-115-15,7-20-252 16</inkml:trace>
  <inkml:trace contextRef="#ctx0" brushRef="#br1" timeOffset="115766.85">20289 10690 1245 0,'0'0'14'16,"0"0"20"-16,0 0-6 15,0 0-16-15,123-41-12 16,-54 36-42-16,-7 3-197 15,-10 0-66-15,-21 2-167 16</inkml:trace>
  <inkml:trace contextRef="#ctx0" brushRef="#br1" timeOffset="115882.71">20405 10780 298 0,'0'0'550'0,"-113"46"-423"16,79-29 61-16,20-9-76 15,14-5-87-15,29-3-19 16,43 0-3-16,24-22-3 15,13-11-240-15,-2-15-150 16</inkml:trace>
  <inkml:trace contextRef="#ctx0" brushRef="#br1" timeOffset="116316.93">21138 10349 1053 0,'0'0'109'0,"0"0"140"15,0 0-80-15,0 0-58 16,0 0-41-16,0 0-35 15,-72-18-8-15,55 69-5 16,1 16-12-16,8 3-3 16,8 7-7-16,0-4-7 15,8-2-36-15,19-10-65 16,9-16-171-16,4-21-278 0</inkml:trace>
  <inkml:trace contextRef="#ctx0" brushRef="#br1" timeOffset="116849.72">21414 10550 1121 0,'0'0'17'0,"0"0"112"16,0 0-68-16,-22-111-42 16,54 96 6-16,10 10 5 15,1 5-7-15,-6 5-14 16,-17 26 1-16,-17 11-7 15,-3 7 6-15,-14 1-3 0,-24 0-1 16,3-8 2 0,4-8-1-16,10-12-6 15,21-6-1-15,0-8-4 0,31-8-31 16,23 0-13-16,6-6-50 16,5-24-15-16,-9-10 24 15,-12-6 61-15,-13 1 29 16,-13 6 9-16,-11 6 43 15,-7 11 45-15,0 8 21 16,0 4-38-16,-5 8-21 16,-4 2-23-16,0 0-12 15,3 22-17-15,6 14-5 0,0 11 0 16,0-1-1-16,17-4-2 16,8-9-17-16,4-6-16 15,4-12-3-15,2-13 12 16,2-2 7-16,-4-7 10 15,-6-24 8 1,-10-4 3-16,-12-7 4 0,-5-4 21 16,-2-2 2-16,-23 1 1 15,-4 11-9-15,-2 12-6 16,-3 14-13-16,1 10-3 16,-5 14-1-16,-1 30-48 15,0 8-118-15,11-1-223 16</inkml:trace>
  <inkml:trace contextRef="#ctx0" brushRef="#br1" timeOffset="117116.9">22350 10269 1140 0,'0'0'38'0,"-8"-107"79"0,3 77 64 0,5 15-81 0,0 15-20 16,0 3-20-16,0 48-35 16,0 22 12-16,0 21 3 15,0 7-13-15,0-1-9 16,0 1-15-16,0-7 0 16,0-4-3-16,0-8-9 0,0-6-38 15,0-5-52-15,0-15-137 16,0-20-187-16,3-22-222 15</inkml:trace>
  <inkml:trace contextRef="#ctx0" brushRef="#br1" timeOffset="117320.11">22646 10743 1265 0,'0'0'25'16,"0"0"62"-16,0 0 5 15,159-92-43-15,-71 74 18 16,-5 4-3-16,-14 4-24 16,-20 7-25-16,-22 3-15 0,-18 0-28 15,-9 0-69-15,-25 7-154 16,-28 6-332-16</inkml:trace>
  <inkml:trace contextRef="#ctx0" brushRef="#br1" timeOffset="118837.61">17408 12799 875 0,'0'0'64'0,"0"0"161"0,-33-106-26 15,28 90-45-15,3 10-16 16,0 6-50-16,2 0-41 15,0 0-24-15,-2 16-6 16,0 34-11-16,-3 21-6 16,-1 15 17-16,0 4-10 15,2 0-7-15,2 2-14 16,2-4-36-16,0-11-68 16,0-23-124-16,9-28-108 0,3-23-92 15</inkml:trace>
  <inkml:trace contextRef="#ctx0" brushRef="#br1" timeOffset="119133.29">17391 12923 840 0,'0'0'59'0,"0"-124"21"15,36 70-4-15,19 10-31 16,10 14 19-16,-3 17 10 16,-7 13-25-16,-14 8-23 15,-17 35-23-15,-19 9-2 16,-5 6 1-16,-21 1-2 15,-21-5 1-15,-5-6 6 16,-1-12-6-16,0-8 3 16,13-10 19-16,10-8-14 15,14-8 4-15,9-2-7 0,2 6-3 16,0 10-3 0,15 15 0-16,17 13 3 15,6 6-3-15,2-2 0 0,4-5-5 16,1-8-40-16,4-13-59 15,4-14-136-15,1-8-170 16</inkml:trace>
  <inkml:trace contextRef="#ctx0" brushRef="#br1" timeOffset="119415.87">18486 12412 804 0,'0'0'159'16,"0"0"-54"-16,-46-108 92 16,40 94-99-16,-2 10-26 15,4 4 8-15,-5 22-51 16,-6 40-21-16,-7 36 30 16,-10 39 26-16,-5 27 1 15,-10 33-22-15,-9 14-21 16,-7-7-11-16,1-16-9 15,6-31-2-15,14-36-7 16,17-27-21-16,15-28-50 16,10-36-102-16,0-30-152 0,10-13-151 15</inkml:trace>
  <inkml:trace contextRef="#ctx0" brushRef="#br1" timeOffset="119668.3">18001 12947 848 0,'0'0'91'0,"0"0"4"16,0 0-4-16,0 0-49 16,0 0-6-16,0 0-8 15,-97 81 5-15,130-69-7 16,-2-12 3-16,0 0 1 16,-11-4 17-16,-9-20 3 15,-11-2 5-15,0-4-18 16,0 6-12-16,-16 8-12 0,1 9-13 15,-2 7-6-15,3 21-80 16,5 21-96-16,9 8-202 16,0 0-486-16</inkml:trace>
  <inkml:trace contextRef="#ctx0" brushRef="#br1" timeOffset="119916.85">18324 13425 1131 0,'0'0'37'16,"0"0"-19"-16,0 0 37 15,0 0-28-15,0 0-5 0,0 0 14 16,98 96-20-16,-80-96 0 16,-5 0 25-16,-9-13 20 15,-4-12 18-15,0 0-38 16,-15 0-1-16,-9 6-14 15,-5 6-4-15,0 7-16 16,4 6-6-16,8 2-43 16,6 20-127-16,8-2-205 15,3-8-555-15</inkml:trace>
  <inkml:trace contextRef="#ctx0" brushRef="#br1" timeOffset="120252.65">19128 13247 1034 0,'0'0'81'0,"0"0"68"0,0 0-2 15,0 0-89-15,0 0-32 16,0 0 11-16,24 0 8 16,31-3-23-16,3-5-22 15,-10 0-55-15,-7 2-98 16,-10 2-205-16,-18 4-253 15</inkml:trace>
  <inkml:trace contextRef="#ctx0" brushRef="#br1" timeOffset="120383.13">19107 13466 984 0,'0'0'125'0,"0"0"11"0,0 0-62 15,0 0-60 1,0 0 6-16,181-1-20 0,-64-19-9 15,5-4-230-15,-8-10-387 16</inkml:trace>
  <inkml:trace contextRef="#ctx0" brushRef="#br1" timeOffset="120800.23">20129 12601 1073 0,'0'0'96'0,"0"0"95"16,-12-108-40-16,12 98-56 0,0 5-4 16,0 5-47-1,0 0-18-15,0 33-12 0,0 13-6 16,0 16 3-16,6 6-8 15,-6 3-3-15,0 0-23 16,0 0-63-16,0-7-137 16,0-16-173-16,0-20-244 15</inkml:trace>
  <inkml:trace contextRef="#ctx0" brushRef="#br1" timeOffset="121116.62">20376 12747 956 0,'0'0'42'0,"0"0"88"0,0 0-11 15,-45-106-81-15,45 76-17 16,25 6-1-16,8 6-18 16,1 8-2-16,-5 8 0 15,-7 2 0-15,-11 5 1 16,-11 26-1-16,0 13 14 15,-11 6 25-15,-20 6 10 16,-2-6 2-16,-3-4-9 16,7-7 4-16,6-15-6 15,11-10-12-15,10-7-14 16,2-4-13-16,13-3 2 16,29 0-3-16,16 0-26 0,10-8-80 15,4-10-75 1,-3-4-130-16,-7-3-51 0,-6-3-207 15</inkml:trace>
  <inkml:trace contextRef="#ctx0" brushRef="#br1" timeOffset="121417.04">20828 12655 383 0,'0'0'321'15,"0"0"-115"-15,0 0-51 16,0 0-3-16,0 0-42 16,0 0-12-16,-9-89-24 15,7 89-48-15,0 18-26 16,0 20 0-16,2 12 4 15,0 5-3-15,0-3-1 16,0-2 0-16,17-7-1 16,6-12-2-16,-1-8-6 0,3-12 3 15,0-11 6-15,-2 0 2 16,4-9 4-16,-2-25 0 16,-2-8 10-16,-6-11 4 15,-13 3 9-15,-4 0-5 16,0 6 2-16,-21 10-24 15,-11 10-2-15,-1 16-11 16,-6 8-68-16,-2 8-79 16,-4 22-199-16,0 7-252 15</inkml:trace>
  <inkml:trace contextRef="#ctx0" brushRef="#br1" timeOffset="121733.15">19895 13275 1109 0,'0'0'19'0,"0"0"113"16,-129 14-9-16,115-9-62 15,14-1-10-15,18 3 12 16,56 0-13-16,48-3 21 15,43-4-20-15,29 0-26 16,20 0-7-16,13-1 5 16,-2-16-3-16,-8 2-1 15,-20-3 0-15,-36 1-16 0,-41-1-3 16,-46 4-4-16,-40 2-29 16,-34 6-31-16,-21 6-90 15,-49 0-150-15,-27 14-222 16</inkml:trace>
  <inkml:trace contextRef="#ctx0" brushRef="#br1" timeOffset="122983.6">19641 3252 830 0,'0'0'67'0,"0"0"10"0,0 0 84 0,-107-106-60 0,36 81-46 15,-27 18 10-15,-29 7-12 16,-25 34-8-16,-26 48-11 15,-20 48 15-15,-12 52-3 16,-4 42-5-16,13 30 11 16,30 17 3-16,42 2-33 15,53-3 1-15,61-9-18 0,32-30-4 16,86-31-1-16,58-40-2 16,39-41-7-16,30-33-8 15,13-46-4-15,10-40 1 16,8-40-2-16,11-60 12 15,0-52 4-15,-16-51 6 16,-24-44-2-16,-50-35 3 16,-55-27-1-16,-58-14 1 15,-62-8-1-15,-39 10 0 16,-76 26 0-16,-56 46-53 16,-56 69-27-16,-38 62-23 15,-31 64-36-15,-24 54-145 16,-10 30-311-16</inkml:trace>
  <inkml:trace contextRef="#ctx0" brushRef="#br1" timeOffset="124149.9">20094 13749 998 0,'0'0'99'0,"0"0"116"0,0 0-8 0,0 0-86 0,0 0-44 16,0 0-28-16,-41-31-28 16,39 89-7-16,0 16 8 0,-3 6-12 15,5-3-8 1,0-7-2-16,0-6-37 0,2-12-42 15,23-16-138-15,11-20-180 16,3-16-248-16</inkml:trace>
  <inkml:trace contextRef="#ctx0" brushRef="#br1" timeOffset="124967.34">20341 13806 960 0,'0'0'41'15,"0"0"59"-15,0 0-41 16,64-109-16-16,-22 108 33 16,-2 1-33-16,-15 18-27 0,-16 24-10 15,-9 8 6-15,-9 8 4 16,-24-6 23-16,-9-4 7 16,-1-5-8-16,7-13-13 15,12-10-1-15,15-8-15 16,9-7-9-16,0-1-1 15,38-4-16-15,20 0-24 16,14-9-52-16,5-17-95 16,-4-13-85-16,-5-3 0 15,-15-6 55-15,-15 4 147 16,-15 2 71-16,-12 5 140 16,-11 12 49-16,0-1 13 15,0 8-41-15,-6 8 22 0,0 1-69 16,1 8-16-16,5 1-49 15,0 0-31-15,0 18-7 16,0 20-4-16,0 10 15 16,0 0-10-16,0-2-10 15,3-6 1-15,5-6-3 16,8-10-4-16,3-7-14 16,2-11-8-16,8-6 0 15,2 0 20-15,-2-31-6 16,-4-5 6-16,-15-8 5 15,-10-2 1-15,0-6 0 0,-6 8 0 16,-23 6-3 0,0 10-2-16,0 8 5 0,10 6-2 15,7 8 2-15,8 2 0 16,4-1-1-16,20 2-16 16,22-3 5-16,14 2-9 15,6 1-5-15,-4 3-1 16,-6 0 22-16,-10 0 4 15,-6 7 1-15,-10 11 0 16,-7 11 0-16,-11 10 2 16,-3 5 7-16,-5 8 5 15,2-1-5-15,0-1-4 16,6-5-3-16,6-2-1 16,4-14 0-16,6-8-1 0,8-14 2 15,1-7-3 1,8 0 2-16,-5-17 1 0,-3-17 4 15,-9-19 1-15,-13-7-6 16,-11-8 15-16,0-4 2 16,-27 3-6-16,-15 14-5 15,-9 14 5-15,-5 21-5 16,-4 20-7-16,-5 0-55 16,-2 26-125-16,3 2-262 15</inkml:trace>
  <inkml:trace contextRef="#ctx0" brushRef="#br1" timeOffset="125401.27">22346 12847 1005 0,'0'0'71'0,"0"0"150"0,0-102-31 0,0 96-71 0,0 6-45 16,0 8-32-16,-20 34-31 15,-11 15 4-15,-14 15-2 16,-10 7-13-16,-14 14-10 15,-5 3-59-15,0-5-137 16,10-19-158-16,19-32-162 0</inkml:trace>
  <inkml:trace contextRef="#ctx0" brushRef="#br1" timeOffset="125583.15">21974 12869 1045 0,'0'0'115'0,"0"0"85"15,0 0-35-15,0 0-94 16,0 0-15-16,0 0-6 16,84 72-37-16,-41 1-13 15,5 7-4-15,6-2-65 16,0-7-85-16,2-16-114 16,-8-25-181-16</inkml:trace>
  <inkml:trace contextRef="#ctx0" brushRef="#br1" timeOffset="125771.02">22618 12984 959 0,'0'0'62'16,"0"0"110"-16,-29-132 18 15,22 109-34-15,2 13-47 16,5 6-25-16,0 4-49 16,0 3-27-16,0 25 2 15,12 13-4-15,-1 12-4 16,2 4-2-16,-1 4-18 15,-2 3-66-15,4-3-103 16,-5-11-141-16,2-21-153 16</inkml:trace>
  <inkml:trace contextRef="#ctx0" brushRef="#br1" timeOffset="126366.87">22939 12891 942 0,'0'0'48'0,"0"0"140"15,0 0-49-15,0 0-47 16,0 0-18-16,0 0-29 16,-48-80-37-16,48 115-6 15,0 9-1-15,0 6 1 16,0 0 5-16,0 1-6 16,0-3-1-16,12-9-1 15,3-9-9-15,3-10-5 0,3-9-1 16,-4-11 1-16,1 0 15 15,0-11 1-15,-2-17 0 16,-6-10-1-16,-7-2 4 16,-3-2-5-16,0 1 3 15,-16 4-3-15,-8 3 1 16,-1 6-6-16,5 7 6 16,7 8-2-16,8-2-4 15,5 3-5-15,21 2-32 16,23-1-18-16,13 2 21 15,2 6-5-15,-3 3-2 16,-8 0 35-16,-8 0 11 16,-11 12 1-16,-11 12 2 0,-11 9 10 15,-7 10 25-15,0 5-2 16,-2 8-9-16,-7 2-4 16,3-1-12-16,6-1-8 15,0-9 1-15,6-6-1 16,21-11-2-16,6-15 0 15,5-12 0-15,2-3 5 16,1-12-4-16,-2-29 0 16,-10-11 3-16,-11-9 18 15,-11-8 20-15,-7-1-1 16,-12 2-11-16,-25 4-20 16,-17 18-10-16,-19 19-18 0,-16 27-69 15,-16 6-176-15,-4 29-362 16</inkml:trace>
  <inkml:trace contextRef="#ctx0" brushRef="#br1" timeOffset="127599.77">20929 13924 459 0,'0'0'258'0,"-116"34"-101"0,74-20 3 0,15-6-45 0,13-4-26 15,14-4-4-15,0 0-33 0,36-4-32 16,26-19 5-16,19-10 1 15,10-2-10-15,5-7-15 16,-5 1 3-16,1-5-3 16,-10 4 7-16,-11 8-4 15,-17 9 1-15,-22 12 5 16,-18 8-10-16,-12 5-7 16,-2 0-67-16,0 6-158 15,0 9-171-15</inkml:trace>
  <inkml:trace contextRef="#ctx0" brushRef="#br1" timeOffset="128201.09">22988 13058 653 0,'0'0'56'0,"0"0"89"0,-116 28-2 0,98-18-51 0,11-2-36 16,7-2-33-16,0-4-7 16,18-2-3-16,27 0 41 15,13-4-10-15,17-24-25 16,12-8-6-16,15-8 4 15,10-6 0-15,6-3 20 16,-2 2-13-16,-16 7-8 16,-15 13-15-16,-20 13-1 15,-23 18-10-15,-26 0-109 16,-16 16-193-16,-41 11-366 16</inkml:trace>
  <inkml:trace contextRef="#ctx0" brushRef="#br1" timeOffset="128817.93">20807 13587 462 0,'0'0'573'0,"0"0"-453"0,0 0-1 0,0 0-28 16,0 0-47-16,0 0-31 15,-212 121 21-15,85-5-12 16,-14 17-9-16,-13 5-6 15,-6-2-6-15,4-9-2 0,13-13-7 16,27-16-10 0,41-18-2-16,35-22-55 15,38-22-85-15,6-22-201 0,42-14-202 16</inkml:trace>
  <inkml:trace contextRef="#ctx0" brushRef="#br1" timeOffset="129366.87">21403 12528 758 0,'0'0'134'0,"0"0"17"0,0 0-8 0,0 0-36 0,0 0-87 0,-200-7-18 16,68 41 12-16,-20 12 1 16,-16 12-4-16,-9 8-6 15,6 0-3-15,15-1 5 16,20-7-3-16,27-4-4 16,27-8-20-16,21-6-79 0,28-10-116 15,24-18-75 1,9-12-120-16</inkml:trace>
  <inkml:trace contextRef="#ctx0" brushRef="#br1" timeOffset="129733.81">20247 11703 1158 0,'0'0'53'15,"0"0"134"-15,-34-116-11 16,32 103-66-16,2 11-36 16,0 2-34-16,0 8-25 15,0 32-5-15,0 18-5 16,0 11-3-16,0 5-2 16,7-2-28-16,6-1-50 15,10-10-126-15,6-15-149 16,4-20-142-16</inkml:trace>
  <inkml:trace contextRef="#ctx0" brushRef="#br1" timeOffset="130035.07">20528 11787 886 0,'0'0'47'0,"0"0"126"16,0 0-48-16,0 0-34 15,0 0-38-15,0 0-41 16,0-15-6-16,7 69 12 15,5 7-7-15,7-3-4 16,1-6-6-16,4-8 0 0,1-12-1 16,1-14 0-16,1-13 2 15,3-5 2 1,5-21 1-16,-2-23 2 0,3-11 3 16,-10-5 23-16,-9-5-5 15,-13-2 12-15,-4 5-19 16,-18 11-3-16,-22 13-13 15,-16 25-2-15,-13 13-3 16,-9 28-61-16,-6 27-90 16,-1 3-212-16,4 0-337 15</inkml:trace>
  <inkml:trace contextRef="#ctx0" brushRef="#br1" timeOffset="130566.59">17811 15360 1151 0,'0'0'164'0,"0"0"18"0,0 0-22 0,0 0-90 0,0 0-22 0,0 0-27 16,-31 31-16-16,31 46 3 16,0 3-8-16,0 5-11 15,0-9-44-15,0-8-129 16,3-20-127-16,4-25-190 16</inkml:trace>
  <inkml:trace contextRef="#ctx0" brushRef="#br1" timeOffset="130867.51">17761 15516 688 0,'0'0'140'0,"13"-120"-15"16,38 70-36-16,18 10-2 0,14 14 13 15,-6 14-13-15,-12 12-49 16,-22 12-26-16,-26 28-10 16,-17 14-2-16,-13 2 2 15,-41 2-2-15,-12-3 3 16,-8-11-5-16,2-13 4 15,18-11 0-15,17-7-1 16,20-9 1-16,17-4 1 16,0 0-2-16,13 0 0 15,22 0 3-15,15 13 23 16,8 10 1-16,2 4-10 16,0 11 0-16,0-1-11 15,-9 3-7-15,-4-4-1 16,-1-3-80-16,0-12-120 0,0-17-158 15</inkml:trace>
  <inkml:trace contextRef="#ctx0" brushRef="#br1" timeOffset="131116.26">18912 15141 44 0,'0'0'959'0,"0"0"-726"16,-15-112-44-16,9 104-42 15,2 8-43-15,0 0-50 16,-7 52-28-16,-5 34 4 16,-7 31 21-16,-11 21-21 0,-4 10-6 15,-4 2-16-15,-4-7-3 16,5-12-5-16,5-15-15 16,9-18-25-16,12-27-25 15,8-30-73-15,7-29-148 16,0-19-164-16,0-48-79 15</inkml:trace>
  <inkml:trace contextRef="#ctx0" brushRef="#br1" timeOffset="131333.03">18496 15543 889 0,'0'0'38'0,"0"0"17"15,0 0 25-15,0 0-28 0,-41 108 14 16,70-108 34-16,2 0-12 15,-2-14 1-15,-10-18-21 16,-15-2-24-16,-4 3-11 16,-4 3-21-16,-21 10-12 15,0 8-4-15,6 10-70 16,9 14-87-16,10 18-161 16,10 3-175-16</inkml:trace>
  <inkml:trace contextRef="#ctx0" brushRef="#br1" timeOffset="131518.06">18916 15848 1119 0,'0'0'147'0,"0"0"-72"0,0 0-6 16,0 0-8-16,0 0 7 16,0 0-10-16,-10 0-25 15,10-9-10-15,-5-5-14 16,-11 0-9-16,-3 7-47 15,1 7-82-15,9 0-157 16,9 0-308-16</inkml:trace>
  <inkml:trace contextRef="#ctx0" brushRef="#br1" timeOffset="131733.69">19442 15743 1237 0,'0'0'33'15,"0"0"48"-15,0 0-16 16,0 0-48-16,0 0-9 16,0 0 6-16,159-16-14 15,-83 16-66-15,-14 0-192 16,-22 4-192-16</inkml:trace>
  <inkml:trace contextRef="#ctx0" brushRef="#br1" timeOffset="131866.97">19458 15942 704 0,'0'0'187'0,"0"0"-38"16,0 0-4-16,0 0-60 16,0 0-65-16,0 0-20 15,192-46-47-15,-45 6-168 16,7-5-196-16</inkml:trace>
  <inkml:trace contextRef="#ctx0" brushRef="#br1" timeOffset="132201.26">20051 15602 38 0,'0'0'751'0,"124"-154"-615"16,-72 89 70-16,-14 15-39 15,-18 19-23-15,-11 15 13 16,-9 16-49-16,0 0-59 15,-2 43-31-15,-21 18-5 16,-2 17 9-16,4 6-11 0,5-3-11 16,7-5-3-16,9-8-37 15,0-12-78-15,2-20-122 16,27-22-119-16,11-14-156 16</inkml:trace>
  <inkml:trace contextRef="#ctx0" brushRef="#br1" timeOffset="132486.87">20476 15507 890 0,'0'0'168'0,"0"0"30"16,0 0-100-16,0 0-29 15,0 0-11-15,0 0-36 16,-100-57-14-16,94 107-4 16,6 11 0-16,0-4 0 15,6-2-2-15,16-16-4 16,9-8 2-16,0-13-14 0,2-8 6 15,0-10-6-15,0-5 10 16,-4-24 4-16,-3-9 4 16,-5-14 1-16,-11-2 11 15,-10-1 3-15,0 1 3 16,-17 16 3-16,-16 15 1 16,-7 14-19-16,-8 9-7 15,-5 26-52-15,-1 18-50 16,12 12-80-16,15-3-224 15</inkml:trace>
  <inkml:trace contextRef="#ctx0" brushRef="#br1" timeOffset="132801.26">21352 14989 884 0,'0'0'117'0,"0"0"45"15,0 0-29-15,0 0-51 16,0 0-28-16,0 0-15 0,-94 152 55 16,48-17-3-1,-6 18-12-15,-8 5-34 0,2-2-17 16,5-3-13-16,8-6-15 15,14-9 0-15,4-13-41 16,6-26 8-16,4-31-108 16,9-32-106-16,4-36-143 15,4-24-138-15</inkml:trace>
  <inkml:trace contextRef="#ctx0" brushRef="#br1" timeOffset="133020.94">20919 15444 270 0,'0'0'581'0,"0"0"-539"16,0 0-13 0,0 0 1-16,0 0-5 0,0 0-5 15,-35 36 35-15,60-36 14 16,-1-7 35-16,-4-20-22 16,-11-5-23-16,-4 1-21 15,-5 4-6-15,0 8-11 16,-2 8-18-16,-5 11-3 15,0 0-84-15,7 34-177 16,0 2-43-16,5 4-328 16</inkml:trace>
  <inkml:trace contextRef="#ctx0" brushRef="#br1" timeOffset="133216.81">21291 15699 992 0,'0'0'173'0,"0"0"-71"0,0 0 13 15,0 0-51-15,0 0-5 16,0 0-4-16,0 22-11 16,0-25-12-16,0-11 7 15,0-5-24-15,-4 2-15 16,-13 8-7-16,-3 9-55 16,-1 0-95-16,2 24-160 15,3 9-243-15</inkml:trace>
  <inkml:trace contextRef="#ctx0" brushRef="#br1" timeOffset="133453.01">20059 16776 1175 0,'0'0'102'0,"0"0"-26"15,0 0-34-15,0 0-19 16,119-8 8-16,25-20-10 16,27-7-21-16,8-1-11 15,-5 0-54-15,-22 8-56 16,-43 10-128-16,-49 14-213 16</inkml:trace>
  <inkml:trace contextRef="#ctx0" brushRef="#br1" timeOffset="133601.18">20100 16980 767 0,'0'0'222'0,"0"0"-53"16,0 0-35-16,0 0-95 15,173-34 1-15,26-16-30 16,26-9-10-16,0 6-89 16,-29 0-74-16,-51 9-13 15,-56 8-310-15</inkml:trace>
  <inkml:trace contextRef="#ctx0" brushRef="#br1" timeOffset="139883.24">1288 5039 893 0,'-182'62'26'0,"-1"4"93"0,4 5 52 0,19-7-38 0,29-16 1 16,48-20-24-16,50-26-18 15,41-10-34-15,88-60-25 16,78-37-26-16,82-29 2 16,68-22-9-16,66-6-2 15,31-3-11-15,13 4 9 16,-4 9 1-16,-29 18-4 16,-48 22-3-16,-71 23-3 15,-90 28-25-15,-103 30-83 16,-89 31-116-16,-106 14-45 15,-108 54-66-15,-72 31-329 16</inkml:trace>
  <inkml:trace contextRef="#ctx0" brushRef="#br1" timeOffset="140049.71">908 5199 913 0,'-282'155'145'0,"93"-42"66"16,109-44-79-16,85-61-62 15,138-36-48-15,106-78-17 16,96-47 17-16,83-33-12 15,55-18 1-15,30-3-10 16,10-1-1-16,-26 4-7 16,-47 15-2-16,-69 6-20 15,-96 16-113-15,-88 25-363 16</inkml:trace>
  <inkml:trace contextRef="#ctx0" brushRef="#br0" timeOffset="142983.19">647 5189 917 0,'-168'67'33'0,"26"-9"75"0,33-16 51 0,41-18-72 15,45-22-11-15,36-14-15 16,87-52 13-16,72-31-40 0,77-30-27 15,61-13-7 1,55-12-4-16,34-8-27 0,20-3 11 16,4 3 12-1,-13 12 6-15,-24 15-11 0,-56 29-1 16,-74 27-10 0,-94 31-50-16,-102 31-126 0,-73 13-104 15,-114 49 71-15,-84 26-58 16</inkml:trace>
  <inkml:trace contextRef="#ctx0" brushRef="#br0" timeOffset="143152.31">536 5409 981 0,'-210'107'58'16,"98"-46"96"-16,106-57-40 0,79-31-93 16,132-73-9-1,103-50-4-15,91-39-6 0,81-22-2 16,58-3-1-16,40-3-8 15,18 9 8-15,-10 7-12 16,-34 4-46-16,-46 18-118 16,-74 8-207-16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9T13:20:20.7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16190 3046 784 0,'0'0'20'0,"-150"0"72"0,100 0 46 0,22 0-76 0,15-2 14 15,13 2-2-15,25 0-41 16,37 0 0-16,30 0-15 15,20 0-11-15,12 0-1 16,12 0-6-16,1 0-1 16,2-2 1-16,-2 2 1 15,-16 0 2-15,-21 0-3 16,-26 0-24-16,-34 0-126 0,-32 0-44 16,-10 0-15-16,-55 0-20 15,-34 0-87-15</inkml:trace>
  <inkml:trace contextRef="#ctx0" brushRef="#br0" timeOffset="152.19">16553 3056 18 0,'-156'4'289'16,"16"-2"-129"-16,21 0 15 16,37 3-29-16,40-5-14 15,42 1-44-15,13 2-29 16,65-3-8-16,38 3-2 16,26-3-20-16,26 0-10 15,8 0-12-15,-5 0-4 0,-9-3-3 16,-23 1-35-16,-39 0-212 15,-35-5-281-15</inkml:trace>
  <inkml:trace contextRef="#ctx0" brushRef="#br0" timeOffset="2434.32">8329 5181 882 0,'0'0'97'0,"3"-116"-63"0,-9 72 101 0,-20 8-58 0,-7 12-11 0,-8 10-6 16,-3 12-7-16,-5 2-30 16,-5 22-4-16,-1 16-8 15,4 12 5-15,11 8-12 16,15 7-2-16,19 5 1 15,6-1-3-15,29 2 0 16,31-5-3-16,17-4-3 16,8 3-5-16,-3 2 0 15,-17 3 7-15,-18-2 4 0,-23-3-3 16,-24-7 6 0,0-8 1-16,-42-6 3 0,-23-13 2 15,-16-11 11-15,-5-17-17 16,-1-3 8-16,12-23-8 15,17-26-1-15,16-17-2 16,24-12-74-16,18-4-53 16,13 4-242-16,38 14-519 15</inkml:trace>
  <inkml:trace contextRef="#ctx0" brushRef="#br0" timeOffset="2722.32">8777 5185 1095 0,'0'0'40'0,"0"0"171"0,0 0-67 0,0 0-67 0,0 0-21 16,0 0-12-16,-21 94 8 15,21 7-6-15,0 5-29 16,0 3-9-16,0 0-8 16,0 0-10-16,0-6-62 15,0-16-95-15,4-18-124 16,0-27-271-16</inkml:trace>
  <inkml:trace contextRef="#ctx0" brushRef="#br0" timeOffset="2919.66">9410 5813 1146 0,'0'0'7'16,"0"0"48"-16,0 0 47 15,0 0-96-15,0 0-6 16,0 0 12-16,183-12-12 0,-85 8-81 15,-21 2-202 1,-23 2-121-16</inkml:trace>
  <inkml:trace contextRef="#ctx0" brushRef="#br0" timeOffset="3051.81">9377 6034 738 0,'0'0'47'15,"0"0"139"-15,0 0-64 16,0 0-106-16,0 0 10 15,0 0-14-15,231-14-12 16,-98-14-215-16,-5-3-281 16</inkml:trace>
  <inkml:trace contextRef="#ctx0" brushRef="#br0" timeOffset="3468.66">11114 5122 997 0,'0'0'73'0,"0"0"105"15,0 0 56-15,0 0-129 16,0 0-48-16,0 0-10 15,-49 39 5-15,49 39-16 16,0 6-24-16,0 7-7 16,0-5-5-16,0-2-5 15,0-5-46-15,0-8-105 16,0-19-127-16,-2-19-207 0</inkml:trace>
  <inkml:trace contextRef="#ctx0" brushRef="#br0" timeOffset="3684.59">10985 5243 785 0,'0'0'2'15,"78"-109"36"-15,-20 74 67 16,6 15-49-16,-2 19 63 16,-3 1 13-16,-14 14-39 15,-18 28-21-15,-27 5-44 16,-17 11-12-16,-38 3-4 0,-21-2-12 15,-2-9-4 1,4-6-121-16,14-13-85 0,18-11-161 16</inkml:trace>
  <inkml:trace contextRef="#ctx0" brushRef="#br0" timeOffset="3916.77">11758 5264 870 0,'0'0'264'16,"0"0"-168"-16,0 0 111 15,0 0-123-15,0 0-29 16,0 0 7-16,0 97 22 16,0-26-47-16,0-5-24 0,0 0-9 15,7 1-4-15,-1-1-5 16,-4-6-86-16,-2-8-92 15,0-12-219-15,-26-17-235 16</inkml:trace>
  <inkml:trace contextRef="#ctx0" brushRef="#br0" timeOffset="4071.7">11548 5392 1041 0,'0'0'2'0,"0"0"45"15,127-149 39-15,-33 108-75 0,4 15-11 16,-7 16-7-16,-16 10-140 16,-25 0-214-16</inkml:trace>
  <inkml:trace contextRef="#ctx0" brushRef="#br0" timeOffset="4252.96">12153 5207 787 0,'0'0'170'15,"0"0"-47"-15,0 0 114 16,0 0-164-16,0 0 0 16,0 0 48-16,-5 149-45 15,10-75-38-15,8-4-23 16,1-2-11-16,-6-4-4 0,-1-1-44 16,-7-10-88-16,0-12-100 15,-9-17-179-15,-14-24-127 16</inkml:trace>
  <inkml:trace contextRef="#ctx0" brushRef="#br0" timeOffset="4549.49">12108 5317 469 0,'0'0'191'16,"0"0"-147"-16,114-110 76 16,-62 94-66-16,2 14 7 15,-2 2 34-15,-10 22-10 16,-16 20-16-16,-16 12-28 0,-10 3-25 15,-20-1-10 1,-22-4 8-16,-12-8-14 0,-2-7 2 16,4-8 0-16,10-7 2 15,13-9-2-15,19 1 0 16,10 5-2-16,17 6 0 16,37 9 8-16,24-1 4 15,10-2-4-15,4-6-8 16,-8-2-4-16,-15-8-18 15,-13 2 13-15,-20-1-58 16,-18 1-58-16,-18 4-213 16</inkml:trace>
  <inkml:trace contextRef="#ctx0" brushRef="#br0" timeOffset="4817.05">10736 6134 1102 0,'-129'14'27'0,"46"-1"167"15,52 2-84-15,31-1-69 16,89-6-6-16,78-2 28 16,73-6-28-16,64-1 9 15,32-20-14-15,5-2-12 16,-2-4 4-16,-25 5-8 15,-40 2-14-15,-56 5 0 0,-75 6-70 16,-70 7-131-16,-73 2-137 16,-38 0-186-16</inkml:trace>
  <inkml:trace contextRef="#ctx0" brushRef="#br0" timeOffset="5202.8">11598 6489 1054 0,'0'0'86'0,"0"0"175"0,0 0-92 0,0 0-79 15,0 0-25-15,0 0-30 16,0 24-4-16,9 55-15 0,-1 10-14 15,2 2-2 1,1 0-20-16,4-6-76 0,5-15-109 16,3-22-172-16,-3-26-238 15</inkml:trace>
  <inkml:trace contextRef="#ctx0" brushRef="#br0" timeOffset="5751.24">12012 6647 958 0,'0'0'17'0,"0"0"141"16,0 0 13-16,0 0-63 15,0 0-12-15,0 0-48 0,-62-19-36 16,55 72 3 0,5 9-8-16,2-2-5 0,2-3-2 15,25-7-3-15,8-12-1 16,7-14-3-16,3-12-1 15,0-12-3-15,-8 0 10 16,-8-8-16-16,-8-20 16 16,-11-10-8-16,-10-3 1 15,0-3-2-15,-23 3-10 16,-16 6-5-16,1 5-18 16,3 6 33-16,10 4-7 15,14 4 6-15,11-2-14 16,9 5-25-16,36-4-2 15,15 3-15-15,7 2 17 0,0 5 0 16,-7 0 36-16,-12 3 4 16,-14 4 10-16,-16 0 13 15,-12 19 22-15,-6 20 25 16,0 9-4-16,-10 10-23 16,-1 0-9-16,11 3-11 15,0-1-4-15,29-10-6 16,17-10-3-16,8-14 2 15,5-16-2-15,-5-10-17 16,-7 0 17-16,-7-22 2 16,-13-16 2-16,-11-12 11 15,-16-10 39-15,0-6 11 16,-23 1-25-16,-22 11-15 16,-12 9 5-16,-13 20-30 15,-5 17-19-15,-8 8-107 0,-8 4-239 16</inkml:trace>
  <inkml:trace contextRef="#ctx0" brushRef="#br0" timeOffset="6484.19">7817 8450 641 0,'0'0'425'0,"-40"-108"-296"0,32 76 110 0,6 11-98 16,2 14-41-16,0 7-17 15,0 6-45-15,0 44-20 16,16 34 10-16,5 24-2 16,-8 6-21-16,-3-3-5 15,-2-9-1-15,-2-6-31 16,5-11-28-16,5-17-106 0,6-23-117 16,4-27-171-16,4-18-355 15</inkml:trace>
  <inkml:trace contextRef="#ctx0" brushRef="#br0" timeOffset="6701.18">8104 8632 344 0,'0'0'685'15,"-13"-122"-623"-15,4 82 170 16,4 16-85-16,3 12-24 16,2 8-15-16,0 4-52 15,0 10-30-15,4 32-17 16,12 20 9-16,-1 14-5 0,-5 3-13 15,-4-2-3-15,-4-4-28 16,3-4-68-16,1-8-77 16,6-11-158-1,-1-10-160-15</inkml:trace>
  <inkml:trace contextRef="#ctx0" brushRef="#br0" timeOffset="7084.85">8608 8882 806 0,'0'0'140'0,"0"-108"-3"16,0 49 60-16,-2 2-100 15,-14 9-4-15,-3 10 5 0,1 10-49 16,-1 14-23 0,-4 14-23-16,-5 0-3 0,-1 30-6 15,-2 14-4-15,8 5-26 16,13-2-8-16,10-3-9 15,0-7-11-15,21-13-10 16,17-8 4-16,5-12-22 16,-1-4 41-16,-5 0 28 15,-5-18 23-15,-8-7 9 16,-8 0 44-16,-3-1 40 16,-6 8-7-16,-5 4 16 15,-2 8 2-15,0 6-26 16,0 0-16-16,3 3-26 15,1 32-21-15,-1 15 17 0,3 12-19 16,-2 0-5-16,-1 4-6 16,-1 2-2-16,2 0-23 15,-1-3-86-15,-1-9-158 16,5-8-272-16</inkml:trace>
  <inkml:trace contextRef="#ctx0" brushRef="#br0" timeOffset="7334.59">9552 9097 1277 0,'0'0'28'0,"0"0"114"0,0 0-51 0,0 0-88 15,0 0 7-15,118-26 19 16,-35 18-29-16,-10 1-24 16,-15 2-131-16,-22 4-120 15,-20 1-111-15,-16 0-251 16</inkml:trace>
  <inkml:trace contextRef="#ctx0" brushRef="#br0" timeOffset="7452.55">9630 9238 478 0,'0'0'243'0,"0"0"-136"15,0 0 54-15,0 0-46 16,0 0-64-16,0 0-16 16,80-4-33-16,17-24-2 15,3-6-160-15,-9 0-224 16</inkml:trace>
  <inkml:trace contextRef="#ctx0" brushRef="#br0" timeOffset="8051.75">10659 8584 1031 0,'0'0'23'0,"0"0"149"0,-62-116-76 0,64 80-65 0,41 4-8 0,10 10 20 15,9 10-12-15,1 9 8 16,-14 3 9-16,-16 17-13 15,-12 19-7-15,-21 14-1 16,0 10 1-16,-21 2-6 16,-18-1-3-16,-11-10 0 15,4-8 3-15,7-10-6 16,8-8 3-16,12-9-8 0,10-8-5 16,9-7-5-16,0 2-1 15,17-3-3-15,35 0-4 16,19 0 7-16,16 0-39 15,9-12-57-15,-3 0-71 16,-2 0-146-16,-8 0-138 16</inkml:trace>
  <inkml:trace contextRef="#ctx0" brushRef="#br0" timeOffset="8483.56">11315 8462 820 0,'0'0'62'0,"0"0"-1"16,0 0 128-16,0 0-94 0,0 0-21 16,-47-112-27-16,94 98-34 15,8 0 1-15,1 4-2 16,-2-1 0-16,-15 7-1 16,-10-1-10-16,-10 1 3 15,-13 1-1-15,-6 0-1 16,0-1 15-16,0-5 21 15,0 2-13-15,0-4 2 16,0 3 6-16,0 4 0 16,0 3-6-16,0 1-6 15,0 0-4-15,0 0-5 0,0 0-5 16,0 0 1 0,0 0 0-16,0 0 2 0,0 28-7 15,0 9 17-15,0 16 14 16,0 9-10-16,0 4-14 15,0 1 1-15,0 0 5 16,0-10-13-16,0-15 1 16,0-12-3-16,0-10-2 15,0-6-8-15,0-4-27 16,2-4-72-16,9-6-89 16,3 0-231-16</inkml:trace>
  <inkml:trace contextRef="#ctx0" brushRef="#br0" timeOffset="8833.62">11885 8537 877 0,'0'0'191'0,"-54"-111"-54"0,54 71-95 0,16 1-14 0,26 8-18 16,10 7-4-16,2 10-5 16,-6 10 0-16,-8 4 1 15,-13 4 0-15,-13 24 13 16,-12 12 20-16,-2 10 20 0,-14 8-17 16,-19 4-1-1,-5-4 3-15,2-8 14 0,7-10-15 16,8-10-6-16,16-13-8 15,5-7-15-15,0-6-8 16,35-3-4-16,19-1-3 16,12 0-51-16,6-13-86 15,-3-12-88-15,-9-3-178 16,-9 3-141-16</inkml:trace>
  <inkml:trace contextRef="#ctx0" brushRef="#br0" timeOffset="9183.4">12448 8357 721 0,'0'0'44'0,"0"0"151"16,0 0-59-16,0 0-29 15,0 0 22-15,0 0-58 16,-48-39-35-16,44 63-23 16,-2 14-5-16,4 10 8 15,2 8-9-15,0 9-1 16,6-4-6-16,11-4 0 15,3-11-5-15,7-15-8 16,2-10-14-16,0-11-3 16,2-10 12-16,0 0 8 15,1-10 10-15,-1-23 3 16,-7-5 2-16,-6-12 9 16,-14-10 10-16,-4-8 5 0,0 1 1 15,-29 8-10-15,-4 12 24 16,-9 22-6-16,-8 13-36 15,4 12-2-15,-3 4-22 16,7 29-93-16,10 10-87 16,10 5-294-16</inkml:trace>
  <inkml:trace contextRef="#ctx0" brushRef="#br0" timeOffset="9484.2">13106 8383 1104 0,'0'0'58'0,"0"0"154"0,0 0-95 0,0 0-51 0,0 0-21 15,0 0 31-15,125 87-29 16,-65-20-26-16,3-3-15 16,-5-1-6-16,-3-12-10 15,-10-8-55-15,-8-13-67 16,-13-11-98-16,-10-13-140 0,-10-6-205 16</inkml:trace>
  <inkml:trace contextRef="#ctx0" brushRef="#br0" timeOffset="9633.24">13514 8396 907 0,'0'0'80'0,"0"0"166"15,0 0-123-15,0 0-85 16,0 0 6-16,-112 116-15 16,93-48-29-16,-2 2-2 15,-10-2-99-15,-11-1-165 16,-7-9-223-16</inkml:trace>
  <inkml:trace contextRef="#ctx0" brushRef="#br0" timeOffset="11850.17">18223 3017 983 0,'-119'-3'22'0,"3"-1"102"0,20 1-7 0,31 3-61 15,34 0 0 1,31 0 7-16,27 5-31 0,71 9-25 16,56 4 9-16,53-5-13 15,49 1-3-15,33-2 0 16,24-3 0-16,14-1 4 15,3-4 0-15,-10-2-2 16,-21 2-2-16,-41-4-5 16,-52 0-21-16,-63 0-105 15,-68 0-97-15,-66-4-19 16,-45-6 16-16,-77 2-273 16</inkml:trace>
  <inkml:trace contextRef="#ctx0" brushRef="#br0" timeOffset="12157.93">18930 3056 672 0,'-238'-2'35'0,"35"2"140"0,36 0-14 16,44 3-93-16,46 6 50 15,43-2-41-15,34 3-25 16,51-1-32-16,65 1 4 16,65-2-11-16,64-2-1 15,55-2-10-15,50-1-1 16,16-3 1-16,4 0-1 15,-21 0 1-15,-43 0-2 16,-50 0 0-16,-67 0-39 16,-65 0-57-16,-54 0-50 15,-48-2 25-15,-22 0 0 0,-46-3-67 16,-25 4 77 0,-14 1 81-16,2 0 30 0,8 0 47 15,17 0 27-15,20 0 7 16,18 1-5-16,20 4-55 15,0-4-21-15,20-1-149 16</inkml:trace>
  <inkml:trace contextRef="#ctx0" brushRef="#br0" timeOffset="19667.79">19614 3423 929 0,'0'0'53'0,"0"0"184"0,0 0-69 0,0 0-36 0,0 0-28 16,0 0-37-16,0 0-32 16,0 0-26-16,-29-56-1 15,29 78-7-15,0 6 2 16,0 0-1-16,0-2-1 16,0-6-1-16,0-6-3 15,0-8-6-15,0-4-2 16,0-2 1-16,0 0 2 15,2 0 4-15,3 0-1 16,9 0 4-16,10-4-1 16,12-3 1-16,4 7 1 0,2 0-6 15,3 21 5 1,-3 7 0-16,-5 3 1 0,-6-2 0 16,-12-5 0-16,-11-4 0 15,-8 1 1-15,-6-2 0 16,-34 6-2-16,-14-3-37 15,-4-8-117-15,5-6-44 16,4-8-89-16,9 0-51 16</inkml:trace>
  <inkml:trace contextRef="#ctx0" brushRef="#br0" timeOffset="19851.04">19552 3387 831 0,'0'0'44'0,"0"0"70"0,0 0-28 15,0 0-10-15,162-78-24 16,-108 71-18-16,-2 7-34 16,-2 0-12-16,-3 2-110 15,-5 18-70-15,-10 4-73 16,-10 2-121-16</inkml:trace>
  <inkml:trace contextRef="#ctx0" brushRef="#br0" timeOffset="20167.66">20167 3316 470 0,'0'0'72'16,"0"0"45"-16,0 0-30 15,27-107 29-15,-23 86-11 16,-2 9 19-16,-2 6 9 15,0 2-38-15,0 4-7 16,0 0-14-16,0 11-26 16,-11 32-29-16,-7 17 45 15,-7 17-7-15,6 3-20 16,-4 4-13-16,3 6-4 16,1-3-9-16,0-1-5 15,1-14-5-15,7-11-2 0,3-11-4 16,3-13-33-16,5-7-55 15,0-13-107-15,0-9-117 16,0-8-75-16</inkml:trace>
  <inkml:trace contextRef="#ctx0" brushRef="#br0" timeOffset="20518.95">20358 3812 218 0,'0'0'464'0,"0"0"-365"16,0 0 50-16,0 0-49 16,0 0-12-16,0 0 19 0,-62-92-26 15,55 63-38-15,7-5-21 16,0 3-10-16,11 0-11 16,20 11 2-16,5 10-3 15,2 10-1-15,-2 4 1 16,-7 28-2-16,-4 15 2 15,-17 7 3-15,-8-3 6 16,0 2 1-16,-24-7 5 16,-10-6-2-16,-3-8 10 15,5-10 5-15,14-11-6 16,10-9-2-16,8-2-7 16,20-9-6-16,37-24-7 0,28-11-2 15,25-6-60 1,8-2-94-16,4-2-134 0,-2 0-145 15</inkml:trace>
  <inkml:trace contextRef="#ctx0" brushRef="#br0" timeOffset="21684.82">19389 2838 669 0,'0'0'16'0,"0"0"26"0,0 0 75 0,0 0-62 15,0 0-18-15,0 0-13 0,-4-31-9 16,4 31-13-16,0 0-2 15,0 0-64-15,-5 0-81 16,-2 0 5-16,-8 0-56 16</inkml:trace>
  <inkml:trace contextRef="#ctx0" brushRef="#br0" timeOffset="21967.68">18231 2745 573 0,'0'0'8'16,"0"0"15"-16,0 0-10 16,0 0-10-16,0 0-2 15,0 0-1-15,-8 4-24 16,8 4-64-16,0 0-51 16</inkml:trace>
  <inkml:trace contextRef="#ctx0" brushRef="#br0" timeOffset="22700.65">19008 2388 721 0,'0'0'0'0,"0"0"-37"0,0 0 13 0,0 0-44 0,0 0-89 0,0 0-203 0</inkml:trace>
  <inkml:trace contextRef="#ctx0" brushRef="#br0" timeOffset="24244.51">14021 8310 951 0,'0'0'51'0,"0"0"180"0,0 0-75 0,0 0-31 16,0 0-28-16,0 0-50 15,-46-61-20-15,42 101-18 16,-1 13 8-16,-2 6-5 15,3-4-10-15,2-5 0 16,-1-12-2-16,3-12-5 0,0-12-7 16,0-7-12-16,0-5 3 15,0-2 13 1,0 0 5-16,0-11-2 0,23-15 4 16,6-4 2-16,6 4-2 15,1 10 1-15,2 6 0 16,0 10 0-1,-3 0 0-15,-3 10 6 0,1 16 0 16,1 2 2-16,-10 4 3 16,-6-1 4-16,-14 3-10 15,-4-5-2-15,-9 3-3 16,-20 3 0-16,-6-1-46 16,-3-4-117-16,3-8-115 0,3-14-135 15,6-8-280 1</inkml:trace>
  <inkml:trace contextRef="#ctx0" brushRef="#br0" timeOffset="24400.84">14079 8278 824 0,'0'0'20'0,"0"0"67"16,121-81 48-16,-59 59-36 15,5 4-26-15,1 8-27 16,-15 10-46-16,-6 0-7 15,-18 21-189-15,-21 12-171 0</inkml:trace>
  <inkml:trace contextRef="#ctx0" brushRef="#br0" timeOffset="24984.16">11390 9140 635 0,'0'0'44'15,"-153"-27"116"-15,86 24-4 0,13 3-65 0,21 0 1 0,26 0-11 0,14 2-30 16,76 16-11-16,75 3 10 16,89-3-25-16,94-9-13 15,87-9 8-15,64 0-7 16,36 0 13-16,25-4 8 15,-9-2 24-15,-26 4 1 16,-47 2-34-16,-66 0-17 16,-84 0-8-16,-99 0-6 15,-92 0-60-15,-96 0-58 16,-68 0-21-16,-93 2-56 16,-58 6 3-16,-47-2-65 0</inkml:trace>
  <inkml:trace contextRef="#ctx0" brushRef="#br0" timeOffset="25467.33">12681 9691 925 0,'0'0'94'0,"0"0"-22"0,-63-126 108 15,63 86-134-15,36 3-20 16,20 10 9-16,8 12 6 16,-6 15-12-16,-14 0 3 15,-21 35-15-15,-23 15-9 16,-2 7 11-16,-40 10 0 16,-22-7 0-16,-7-6 4 0,-5-8-4 15,10-11 7 1,13-11 2-16,19-11-11 0,16-6-2 15,18-5-11-15,9-2-2 16,51 0-2-16,31 0 0 16,21 0-40-16,9 0-75 15,-3 0-58 1,-14-4-117-16,-13-2-103 0</inkml:trace>
  <inkml:trace contextRef="#ctx0" brushRef="#br0" timeOffset="25684.3">13346 9609 851 0,'0'0'101'0,"0"0"89"16,0 0-26-16,0 0-95 16,0 0-19-16,0 0-4 15,34 62 48-15,11-9-55 16,4-2-25-16,-3 3-14 15,2 0-24-15,-6 1-99 16,-5-9-46-16,-4-10-181 16,-7-16-153-16</inkml:trace>
  <inkml:trace contextRef="#ctx0" brushRef="#br0" timeOffset="25851.03">13712 9585 946 0,'0'0'138'15,"0"0"60"-15,0 0-106 16,-154 52-36-16,112 0 0 16,2 6-21-16,5 5-27 15,-2 5-8-15,2 3-48 16,-1-2-93-16,-1-7-180 16,3-16-301-16</inkml:trace>
  <inkml:trace contextRef="#ctx0" brushRef="#br0" timeOffset="26119.58">14064 9668 1151 0,'0'0'83'0,"0"0"74"15,0 0 19-15,0 0-84 16,0 0-53-16,0 0-23 16,-37 23 5-16,45 37-5 15,7 4-16-15,1 4-2 16,-5 0-57-16,-4 1-114 16,-4-13-125-16,-3-20-228 15</inkml:trace>
  <inkml:trace contextRef="#ctx0" brushRef="#br0" timeOffset="26750.05">14264 9679 962 0,'0'0'120'16,"0"0"83"-16,0 0-64 16,0 0-53-16,0 0-37 15,0 0-29-15,-44 26 6 16,44 29 11-16,0 0-30 15,0-1-3-15,7-1 1 0,9-7-5 16,1-13-2-16,8-10-12 16,4-10-17-16,0-13 9 15,2 0 3-15,0-30 9 16,-8-9 4-16,-10-5 2 16,-11-4 4-16,-2 4 1 15,-9 5-1-15,-22 6-1 16,-7 6 0-16,2 6-1 15,2 2 0-15,13 8 0 16,9 5 2-16,12 1-4 16,2-1 4-16,32 0-20 15,19-4 4-15,5 4 1 16,3 2-19-16,-5 0 18 16,-17 0 10-16,-5 2 4 0,-14 2-1 15,-9 0 6 1,-7 0-3-16,-4 10 2 0,0 19 11 15,0 4 4-15,0 5-8 16,-2 1 0-16,0 2-4 16,2 3-2-16,0 2-1 15,0-4 0-15,12-7 2 16,1-7-4-16,5-12-1 16,0-8 1-16,6-8 4 15,3 0 2-15,-3-10-5 16,-4-19 4-16,-2-8 14 15,-9-3-5-15,-7-8-3 16,-2 2-2-16,0-4-2 16,-23-2 8-16,-3 11-14 15,-5 7 0-15,0 9-1 0,-3 14-2 16,-2 5-19-16,1 6-40 16,-3 0-62-16,3 0-191 15,1 0-238-15</inkml:trace>
  <inkml:trace contextRef="#ctx0" brushRef="#br0" timeOffset="27371.56">14808 8363 346 0,'0'0'403'0,"0"0"-281"0,0 0 74 0,0 0-36 0,0 0-47 16,0 0-5-16,-44-81-43 15,44 106-30-15,2 18 6 16,22 8 17-16,7 5-40 16,8-1-9-16,5-3-7 15,3-3-2-15,-3-5-30 16,-4-8-76-16,-3-4-83 16,-9-10-150-16,-6-14-71 15</inkml:trace>
  <inkml:trace contextRef="#ctx0" brushRef="#br0" timeOffset="27551.01">15078 8444 233 0,'0'0'467'15,"0"0"-375"-15,-29-106 83 0,20 93-23 16,-7 13-18-16,-6 0-48 16,-7 29-38-16,-7 18-1 15,5 9-8-15,0 5-27 16,6-1-8-16,4 3-4 15,0-1-45-15,3 0-106 16,3-12-164-16,6-12-198 16</inkml:trace>
  <inkml:trace contextRef="#ctx0" brushRef="#br0" timeOffset="27784.16">15328 8362 1139 0,'0'0'157'0,"0"0"8"15,0 0-36-15,0 0-81 16,0 0-20-16,0 0-14 16,22 50-5-16,-5 6-9 15,2 4-9-15,2-6-75 16,-3-1-122-16,-5-10-187 15,-5-10-222-15</inkml:trace>
  <inkml:trace contextRef="#ctx0" brushRef="#br0" timeOffset="28116.94">15448 8283 721 0,'0'0'80'16,"0"0"-37"-16,56-109 51 15,-10 92-11-15,1 15-11 16,-2 2 24-16,-6 10-10 16,-12 26-55-16,-18 8-10 15,-9 11-5-15,-15 7-7 16,-29-4-6-16,-10-4 0 16,2-10-2-16,6-13 0 0,10-10 1 15,14-11-1 1,10-6 1-16,12 0 0 0,0-1-3 15,12 2 2-15,19 7 0 16,11 8 1-16,8 6 0 16,-1 8 1-16,8 0 0 15,-3-1-1 1,-3-3-1-16,-9-4-1 0,-9-5-4 16,-8 0-123-16,-10-9-139 15,-10-3-334-15</inkml:trace>
  <inkml:trace contextRef="#ctx0" brushRef="#br0" timeOffset="32900.15">12325 7968 674 0,'0'0'26'0,"0"0"103"0,0 0-11 0,0 0-18 16,0 0 46-16,0 0-78 15,0 0-32-15,6 45 36 16,30 51-29-16,6 26-13 16,8 13-17-16,11 6-13 15,13 6-10-15,6-6-53 0,6-5-120 16,1-16-150-16,0-20-423 15</inkml:trace>
  <inkml:trace contextRef="#ctx0" brushRef="#br0" timeOffset="33520.68">14570 9475 618 0,'0'0'27'0,"0"0"96"0,0 0 40 0,0 0-37 16,0 0 11-16,0 0-43 16,-42-58-56-16,59 122 1 15,12 22 48 1,10 21-31-16,7 6-39 0,14 7-8 16,7-1-9-16,9-11-19 15,-1-16-56-15,2-19-24 16,-13-21-113-16,-15-21-133 15,-14-14-375-15</inkml:trace>
  <inkml:trace contextRef="#ctx0" brushRef="#br0" timeOffset="34085.78">14558 7971 623 0,'0'0'57'0,"0"0"81"0,0 0-21 0,0 0 1 0,0 0 15 15,0 0-68-15,-30 30-20 16,-39 48 15-16,-14 18-33 15,-6 12-9-15,0 13-15 16,-5 5-3-16,-2 2-24 16,5 1-81-16,4-1-108 15,12-5-63-15,8-10-102 16</inkml:trace>
  <inkml:trace contextRef="#ctx0" brushRef="#br0" timeOffset="34471.22">14472 9403 733 0,'0'0'11'16,"0"0"58"-16,0 0 44 0,0 0-34 15,0 0 44-15,0 0-51 16,-73 7-39-16,5 55 12 15,-5 21-7-15,-2 7-12 16,-6 8-21-16,-2 5 1 16,4 0-6-16,4-3-21 15,15-6-67-15,16-11-96 16,11-18-186-16</inkml:trace>
  <inkml:trace contextRef="#ctx0" brushRef="#br0" timeOffset="35068.68">14345 10820 718 0,'0'0'113'0,"0"0"-17"0,0 0 11 0,0 0-34 0,0 0-15 16,-50-117-16-16,60 83-25 16,14 7-11-16,9 7-4 15,4 10 0-15,-2 5-1 16,-4 5-1-16,-4 0-3 15,-10 5 2-15,-7 16 1 0,-6 14 1 16,-4 3 8-16,0 6 4 16,-24 6 4-1,-12-1-5-15,-5-5 2 0,4-5-6 16,1-9 16-16,9-8 2 16,10-7-1-16,7-7-3 15,10-4-11-15,0-4-6 16,32 0-1-16,28 0 3 15,20-3-7-15,10-11-6 16,-1-4-58-16,-7-1-50 16,-2-4-86-16,-9-7-68 15,-6-4-356-15</inkml:trace>
  <inkml:trace contextRef="#ctx0" brushRef="#br0" timeOffset="38183.75">13164 9378 546 0,'0'0'160'0,"0"0"36"0,0 0-53 0,0 0 4 0,0 0-33 0,0 0-43 15,0 0-28-15,-143 223-5 16,27-56-16-16,-8 16-15 15,-10 9-7-15,3-3-66 0,11-8-55 16,21-20-95-16,26-19-9 16,19-19-89-16</inkml:trace>
  <inkml:trace contextRef="#ctx0" brushRef="#br0" timeOffset="38766.87">14792 10287 665 0,'0'0'83'0,"0"0"119"0,0 0-31 0,0 0-32 0,0 0-51 0,0 0-71 15,-57 82 23 1,-17 24-13-16,-17 12-17 0,-14 7-10 16,-11 3-45-16,-6 4-104 15,-3-7-139-15,7-10-96 16</inkml:trace>
  <inkml:trace contextRef="#ctx0" brushRef="#br0" timeOffset="39666.72">12462 8175 623 0,'0'0'43'0,"0"0"99"0,0 0-7 0,0 0-104 0,-151-20 7 16,43 39 26-16,-27 18 3 16,-30 21-16-16,-25 16-2 15,-23 17-32-15,-19 5-10 16,-9-2-1-16,16-5-6 15,32-11-5-15,41-6-50 16,47-6-104-16,35-12-130 0</inkml:trace>
  <inkml:trace contextRef="#ctx0" brushRef="#br0" timeOffset="41169.08">11132 7670 711 0,'0'0'73'0,"0"0"128"0,0 0 9 0,0 0-102 15,0-107-24-15,0 104 4 16,-7 3-35-16,-12 3-17 0,-11 30-22 16,-5 11-8-16,2 12 7 15,8 1-10-15,12 0-3 16,12 1 2-16,1-4-2 15,10-1-2-15,19-7-1 16,8-8-7-16,10-12-1 16,0-14-1-16,-1-8 4 15,-1-4-8-15,-9-8 16 16,-5-14 0-16,-11-11 1 16,-13 0 1-16,-7-1 1 15,-2-1 1-15,-27 12-4 16,-12 9 0-16,-10 14-23 15,-11 0-38-15,-10 33-96 16,-10 10-135-16,-7 3-209 16</inkml:trace>
  <inkml:trace contextRef="#ctx0" brushRef="#br0" timeOffset="43717.31">11736 8199 680 0,'0'0'28'0,"0"0"127"0,0 0-65 0,0 0-45 0,0 0 18 16,0 0-28-16,-23-63-25 15,46 46-5-15,-1 5-2 16,-1 2-1-16,-4 4-1 16,-1 3 3-16,-8 1 9 15,-1 2 3-15,-5 0 0 16,-2 7-2-16,0 15 9 15,0 4 7-15,-4 1-15 16,-9-4-4-16,-3-5-4 16,5-5-6-16,5-6 0 15,0-3 1-15,6-4-1 16,0 2-1-16,0 1-14 16,10 1 8-16,15 1 6 0,0 1 1 15,2 4-1-15,0 5 0 16,-4-1 0-16,-8-3 4 15,-8-1-4-15,-7-1 1 16,0-2 0-16,-14 2-1 16,-17-1 0-16,-4 2-7 15,-1-6-82-15,1-1-35 16,4 0-81-16,1-3-139 16</inkml:trace>
  <inkml:trace contextRef="#ctx0" brushRef="#br0" timeOffset="44669.09">11529 7722 592 0,'0'0'150'0,"0"0"18"0,0 0-9 0,75-118-22 0,-68 92-71 16,-5 4-31-16,-2 4-7 16,0 5 5-16,-4 5-2 15,-17 4-18-15,-2 4-13 16,-4 0 4-16,4 0-2 16,5 6 1-16,9 8-3 15,9 5-1-15,0 3 1 16,16 4 5-16,18 6-1 15,1 2-3-15,3 0 1 16,-5 2-2-16,-8-4 2 0,-9-3 3 16,-10-8 2-1,-6-5 3-15,0-3-3 0,-18-4-5 16,-13-2 0-16,0-6 2 16,0-1-3-16,4 0-1 15,7-1 0-15,9-18-3 16,11-7-18-16,0-6-22 15,22-4-37-15,20-7-90 16,5 4-119-16,-2 3-235 16</inkml:trace>
  <inkml:trace contextRef="#ctx0" brushRef="#br0" timeOffset="46767.74">8207 11624 1037 0,'0'0'228'0,"-74"-112"-31"0,51 84-38 0,14 10-39 0,5 11-56 16,4 7-14-16,0 0-15 15,0 35-22-15,-2 31-11 16,-7 24-2-16,2 21-4 16,7-1-39-16,0-10-32 15,0-6-103-15,12-22-87 16,5-22-137-16,1-25-148 15</inkml:trace>
  <inkml:trace contextRef="#ctx0" brushRef="#br0" timeOffset="46967.75">8371 11683 1015 0,'0'0'131'0,"0"-121"73"16,3 92-36-16,-1 10-42 15,0 15-19-15,-2 4-64 16,4 6-19-16,4 40-19 15,0 25-2-15,5 18 5 16,-1 5-8-16,1 1-10 16,5-15-36-16,2-9-75 15,4-11-86-15,1-20-161 16,-2-16-170-16</inkml:trace>
  <inkml:trace contextRef="#ctx0" brushRef="#br0" timeOffset="47334.75">8913 11767 998 0,'0'0'82'16,"-7"-124"95"-16,-15 75-77 15,-2 11-47-15,-5 12-9 16,-3 16-2-16,-1 10-21 16,-8 8-19-16,4 26 3 0,1 10-5 15,11 3-6 1,15-2-10-16,10-6-17 0,0-11-7 15,26-10 0-15,10-14-5 16,4-4 32-16,1-4-1 16,-4-22 14-16,-6-3 1 15,-6-3 6-15,-8 4 24 16,-5 3 21-16,-5 6 5 16,-5 9 8-16,-2 6-7 15,0 4-1-15,2 0-28 16,-2 30-14-16,2 23 1 15,0 12 3-15,-2 8-15 16,4-3-4-16,-1-5-5 16,-1 0-34-16,-2-3-54 15,0-2-97-15,-2-4-176 16,-18-9-628-16</inkml:trace>
  <inkml:trace contextRef="#ctx0" brushRef="#br0" timeOffset="47617.63">7856 12398 1084 0,'0'0'62'0,"-137"-2"43"0,99 2-38 0,18 0 16 0,20 0 35 16,15 0-93-16,57 2-10 15,44 4 38-15,44-6-22 0,29 0-13 16,16-4-5-16,4-9 10 16,3-2-3-16,-13 3-10 15,-26 6-9-15,-34 4-1 16,-48 2-68-16,-45 0-79 16,-41 6-116-16,-18 17-115 15,-62 4-352-15</inkml:trace>
  <inkml:trace contextRef="#ctx0" brushRef="#br0" timeOffset="48066.81">8503 12923 1084 0,'0'0'45'0,"0"0"121"16,0 0-55-16,-150-36-70 16,113 58-26-16,8 21 5 15,9 7 12-15,13 6-18 16,7 4-5-16,0 0-2 0,20-2-7 15,11-7 3-15,5-11-3 16,4-10-5-16,2-12-32 16,0-10 1-1,-4-8-4-15,-4-5 23 0,-8-16 17 16,-10-8 0-16,-11 2 12 16,-5-2 27-16,0 1 6 15,-25 2-6-15,-8 1-15 16,-5 6-10-16,-2 7-6 15,-1 6-4-15,8 6-4 16,6 0-18-16,6 6-36 16,5 18-60-16,3 2-149 15,1-4-214-15</inkml:trace>
  <inkml:trace contextRef="#ctx0" brushRef="#br0" timeOffset="48467.09">8822 12994 1271 0,'0'0'36'16,"0"0"25"-16,0-108-9 15,0 91-10-15,0 9-12 16,-3 8-21-16,-10 0-9 15,-8 11-4-15,2 19 4 0,1 4 2 16,13 2-2-16,5 2-1 16,9-2 1-16,27 2-1 15,7 0 2-15,-3-2 2 16,2-1-1-16,-11-6-1 16,-15-4 4-16,-12-6 3 15,-4-5 12-15,-2-1 9 16,-23-8 12-16,-4-5-12 15,3 0-6-15,6-9-1 16,3-26-6-16,11-5-14 16,6-10-2-16,16-2-32 15,35 0-37-15,19 0-104 16,5 0-255-16</inkml:trace>
  <inkml:trace contextRef="#ctx0" brushRef="#br0" timeOffset="48703.25">9944 12454 1148 0,'0'0'38'0,"0"0"-3"0,0 0 33 0,0 0-27 0,0 0-7 16,152 7-8-16,-79-20-26 16,-5 1-68-16,-20 4-182 15,-19 8-103-15,-22 0-186 16</inkml:trace>
  <inkml:trace contextRef="#ctx0" brushRef="#br0" timeOffset="48851.35">10065 12625 307 0,'0'0'295'15,"0"0"-121"-15,0 0 10 16,0 0-30-16,0 0-22 16,0 0-71-16,-13 44-29 15,70-44-17-15,13-11-15 16,3-10-113-16,0-2-118 16,-3-8-185-16</inkml:trace>
  <inkml:trace contextRef="#ctx0" brushRef="#br0" timeOffset="49250.74">11266 12158 554 0,'0'0'498'16,"0"0"-312"-16,-31-102 8 15,26 89-46-15,3 11-35 16,2 2-41-16,0 11-35 16,0 33-15-16,0 16 11 15,0 12-18-15,0 2-12 16,0 1-3-16,0-4-13 0,7-4-32 16,5-7-71-16,7-16-105 15,1-18-177-15,0-20-204 16</inkml:trace>
  <inkml:trace contextRef="#ctx0" brushRef="#br0" timeOffset="49586.54">11388 12140 135 0,'0'0'690'0,"0"0"-604"16,0 0 28-16,107-124-8 15,-58 114-30-15,3 7 7 16,-10 3-24-16,-13 16-23 0,-14 23-9 15,-15 9-15 1,-9 10-3-16,-33 4-9 0,-9-5 0 16,-5-10-6-1,3-9 5-15,4-12-2 0,9-10 3 16,13-5 4-16,11-8-4 16,12-3 6-16,4 3 3 15,4 3-9-15,25 5 0 16,14 11 11-16,10 6 9 15,7 6-5-15,4 3-8 16,2-5 1-16,-6-4-3 16,-7-4-4-16,-10-4-1 15,-12-4-26-15,-14 0-82 16,-13-2-150-16,-4-2-134 16</inkml:trace>
  <inkml:trace contextRef="#ctx0" brushRef="#br0" timeOffset="50572.67">8367 11593 59 0,'0'0'38'0,"0"0"50"0,0 0 2 0,0 0-58 0,0 0-32 0,0 0-85 0</inkml:trace>
  <inkml:trace contextRef="#ctx0" brushRef="#br0" timeOffset="50951.39">9425 11262 704 0,'0'0'54'0,"0"0"32"0,0 0 0 16,0 0-27-16,0 0-16 15,0 0-1-15,71-69 21 16,-102 73-17-16,-26 25-20 15,-28 16 12-15,-29 9 7 16,-22 4 19-16,-13 3 0 16,-15 3-16-16,-6 6-16 15,-2 6 11-15,-4 7 3 16,2-1-17-16,5-2 3 16,10-10-9-16,22-6-7 15,23-8-10-15,27-9 6 16,27-10-6-16,22-8-3 15,21-9-3-15,14-6-10 16,3-3-39-16,13 0-45 0,16-7-15 16,7-4-101-16,-7 0-76 15,-2-21-302-15</inkml:trace>
  <inkml:trace contextRef="#ctx0" brushRef="#br0" timeOffset="51616.97">7777 10493 947 0,'0'0'97'0,"0"0"95"0,0 0-78 0,0 0-61 0,0 0-11 0,0 0-31 0,0 0 9 15,64 0-5-15,5 6-11 16,-4-2-4-16,-5-4-5 16,-11 0-19-16,-13 0-8 15,-11 0 5-15,-13 0 16 16,-9 0 11-16,-3 0 5 0,0-8 8 16,0-2-6-16,-9 1 7 15,-1 4 15-15,6-1 4 16,0 4 15-16,2 2 7 15,-3 0-16-15,-8 36-22 16,-1 16 3-16,-3 15 2 16,3 7-17-16,1 2-1 15,-1 2-4-15,-1 7-37 16,1 3-62-16,-5-4-107 16,-4-2-196-16,-10-11-418 0</inkml:trace>
  <inkml:trace contextRef="#ctx0" brushRef="#br0" timeOffset="53134.14">9554 12846 925 0,'0'0'117'0,"-129"-3"14"0,36 21-7 0,-24 21-43 16,-18 11 2-16,-8 8-16 15,-3 8-23-15,1 6-13 16,4 7-9-16,7 1-9 16,12-4 6-16,14-4-1 15,20-6-16-15,24-12-2 16,21-13-3-16,28-8-24 16,15-8-60-16,6-3-42 15,25 0-108-15,7-12-42 16,-5-2-272-16</inkml:trace>
  <inkml:trace contextRef="#ctx0" brushRef="#br0" timeOffset="53750.99">8606 14002 1176 0,'0'0'186'0,"0"0"-50"15,0 0-17-15,0 0-63 16,0 0-29-16,-123 20 3 16,114 38-1-16,4 5-13 15,3-3-10-15,0-5-3 16,-4-8-2-16,-6-9-1 16,1-8 0-16,2-16-7 15,2-5-3-15,7-9 0 0,0 0 6 16,0 0-6-1,0 0-9-15,0 0 10 0,9 0 0 16,16 0 9-16,6 0-1 16,5 0-1-16,2 0-5 15,-1 1-8-15,-1 5-16 16,-8-6-8-16,-7 0 12 16,-5 0 12-16,-7-7 15 15,-5-16 0-15,-4-9 4 16,0-1 2-16,0 4 11 15,0-1 7-15,-9 12 10 16,2 6 4-16,1 9 8 16,6 3-9-16,-5 0-18 15,-3 36-19-15,-2 20 5 16,1 19-2-16,3 8-3 0,2-2-16 16,-5 5-65-16,-9 2-73 15,-9-7-112-15,-12-4-278 16</inkml:trace>
  <inkml:trace contextRef="#ctx0" brushRef="#br0" timeOffset="55285.61">1611 7506 868 0,'-129'33'49'0,"3"3"94"0,11-4 23 0,13-3-82 0,21-8 6 0,33-6 0 15,23-9-12-15,25-6-40 16,21 0-23-16,50-34-4 15,40-17-4-15,33-10-5 16,33-12-2-16,26-5-2 16,11-11-6-16,11 0 2 15,-1-4-1-15,-10 1 3 16,-19 12 1-16,-31 11 1 0,-39 19-18 16,-42 20-34-16,-39 14-27 15,-42 16-7-15,-10 0 9 16,-55 27-97-16,-28 19-33 15,-23 14 0-15,-17 8 27 16,-14 8 40-16</inkml:trace>
  <inkml:trace contextRef="#ctx0" brushRef="#br0" timeOffset="55602.39">1257 7668 487 0,'-120'42'219'0,"13"-8"-130"16,20-6 61-16,23-7-40 0,23-11-15 15,26-9-3-15,15-1-7 16,33-1-28-16,40-30-26 16,39-13 6-16,35-12-20 15,29-14-6-15,31-8-6 16,23-7 0-16,4 1 4 16,4 3 2-16,-11-1 4 15,-24 7 7-15,-22 2-5 16,-36 9-3-16,-37 14-9 15,-41 16-5-15,-36 16 0 16,-28 9-11-16,-3 7-14 16,-40 2-47-16,-18 0-24 15,-11 17-55-15,-5 10 7 0,3 6 40 16,8-3-32 0,8-1-29-16,6-6-84 0</inkml:trace>
  <inkml:trace contextRef="#ctx0" brushRef="#br0" timeOffset="56371.12">4661 6797 709 0,'0'0'20'0,"0"0"64"0,0 0 48 0,-59-130-40 0,-3 88-48 0,-25 2 32 16,-23-3 17-16,-23 8-47 15,-37 7-12-15,-30 8-10 16,-26 9-9-16,-26 11-12 16,-8 6 4-16,-14 31 18 15,-11 17 22-15,-12 10 17 16,8 12-6-16,13 11 16 15,31 4-43-15,44 12 5 16,47 1-6-16,54 3-16 0,53 1-5 16,47 4-9-16,67 1 0 15,71-7-4-15,63-15 1 16,63-20-1-16,54-25-18 16,44-26-20-16,37-20 23 15,16-16-29-15,5-30 7 16,-9-10-6-16,-30-9-1 15,-36 0 25-15,-51-12 10 16,-51-1 13-16,-56-6 4 16,-62-2 2-16,-71-4 0 15,-54-7-3-15,-89-5 8 0,-75 6-11 16,-58 13-7 0,-57 23-53-16,-41 26-61 0,-37 22-160 15,-15 12-136-15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9T13:23:01.4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15713 2867 937 0,'-129'-10'14'0,"6"6"72"0,16 4 85 0,20 0-137 0,21 0-1 16,25 0 17-16,30 0-11 16,11 0-9-16,63 0-15 15,41 6 2-15,50 6-8 16,40-1-5-16,37 1 1 16,21-1-4-16,11 1 5 15,3-6-6-15,-12 0-3 16,-11-2 3-16,-23-4 2 0,-31 0-1 15,-35 0-1-15,-44 0-12 16,-48 0-46 0,-33 0-5-16,-29 0 19 0,-39 0 2 15,-42 0-112 1,-42 0-49-16,-35 0-3 0,-25 0 17 16,-22 0 141-16,-11 0-9 15,-7-1 8-15,-3 1 11 16,8 0 38-16,14 0 55 15,11 0 30-15,29 0 48 16,21 0-7-16,28 3-8 16,30 0 4-16,31 0-36 15,32 0-17-15,22 1 0 16,43-3-30-16,48 3-4 16,47-1-14-16,38 0 3 15,38 1-14-15,29 3-1 0,13-1-1 16,7 0 11-16,-11 1 6 15,-21 0 3-15,-24-4-3 16,-32 1 1-16,-42-1-9 16,-37-2-8-16,-38 2-5 15,-29-3 0-15,-19 0-4 16,-10 0-18-16,0 0-95 16,-25 0-153-16,-18 0-142 15</inkml:trace>
  <inkml:trace contextRef="#ctx0" brushRef="#br0" timeOffset="131.15">17674 3083 747 0,'0'0'0'16,"0"0"-119"-16</inkml:trace>
  <inkml:trace contextRef="#ctx0" brushRef="#br0" timeOffset="1954.45">20813 2879 936 0,'0'0'11'16,"-181"0"21"-16,121 0 68 15,29 0-58-15,27 0 8 16,12 0 1-16,64 0-4 15,48 0-34-15,47 0-5 16,33 6-4-16,28 0 0 16,8-2 0-16,2 0 0 15,-3 0-4-15,-26-2 1 16,-29 2-1-16,-39-1-7 16,-48 1-108-16,-45-4-30 0,-48 0 20 15,-32 1-19 1,-64 1-16-16,-35 2-32 0,-32 0 90 15,-24 1 102-15,-20-4 9 16,-16 1 21-16,1 1 82 16,8-2 68-16,29 1-26 15,33 2-28-15,45 3-34 16,46-3-9-16,46 2-25 16,22-1-30-16,68 1 14 15,53 3-5-15,47-6 17 16,49 0-30-16,25-2-13 15,16 2-3-15,2 1-8 0,-19-1 0 16,-30 4-1 0,-35-1-63-16,-48-2-202 15,-43-4-201-15</inkml:trace>
  <inkml:trace contextRef="#ctx0" brushRef="#br0" timeOffset="6151.48">16925 2977 945 0,'0'0'3'0,"0"0"132"0,0 0 38 0,0 0-79 16,0 0 9-16,0 0-11 16,0 0-43-16,-24-83-29 15,24 102-10-15,10 24-2 16,4 15 15-16,-7 10-2 16,-7-2-12-16,0 2-7 0,0-2 1 15,-7-6 2-15,-11-6-4 16,-2-7-1-1,-2-11 2-15,4-8-2 0,5-14 0 16,3-4-1-16,4-7 0 16,-1-3 0-16,-3 0 0 15,-7-13 1-15,0-15-5 16,1-6 3-16,7 6-3 16,1 10 5-16,7 7 0 15,1 10 4-15,0 1-4 16,0 0 0-16,0 0-1 15,0 16-2-15,9 13 3 16,13 6 0-16,-2-3 3 0,1-7-5 16,-2-12 2-16,2-3-1 15,-1-10-1-15,2 0-2 16,2 0-3-16,5-22-6 16,0-8-9-16,0-4-38 15,3-2-55-15,3 1-89 16,-4 9-229-16</inkml:trace>
  <inkml:trace contextRef="#ctx0" brushRef="#br0" timeOffset="7086.53">16952 4081 189 0,'0'0'473'0,"0"0"-381"0,-10-124 92 0,10 88-60 0,0 7-8 16,0 4 4-16,5 10-3 15,-3 7-23-15,1 4-10 16,-3 4-26-16,0 0-24 15,0 8-15-15,2 34-4 16,0 18 14-16,3 20-3 0,1 4-15 16,-1-7-11-16,-2-7 3 15,2-14-1-15,3-12-1 16,-4-12 3-16,0-14-4 16,-2-8-3-16,-2-8-7 15,0-2-2-15,0 0 3 16,0-24 4-16,0-20-5 15,0-19-2-15,-2-10 9 16,-2-4-13-16,4-1 6 16,0 6-14-16,6 6 9 15,21 11-2-15,9 16 10 16,4 9-6-16,3 10 0 16,-2 9-4-16,-1 10 16 15,-1 1-4-15,-10 0 4 16,-7 6-3-16,-6 14 3 0,-14 4-8 15,-2 6 4-15,-25 8-5 16,-29 0-37-16,-12 3-76 16,-8 1-78-16,0-7-52 15,3-2-63-15</inkml:trace>
  <inkml:trace contextRef="#ctx0" brushRef="#br0" timeOffset="8350.35">21630 2894 950 0,'0'0'3'0,"0"0"132"0,0 0 63 0,0 0-102 0,0 0-24 15,0 0-13-15,-31 13-13 16,31 59 37-16,0 15-34 16,-4 1-28-16,1-2-2 15,3-7-14-15,0-13 4 16,0-14-5-16,0-10-4 0,-2-14 2 16,-4-10-1-1,2-8 1-15,-3-10-2 0,-7 0 2 16,-8-14-2-16,-6-19-3 15,-5-10-2-15,8 2 1 16,2 11 1-16,7 10 3 16,7 8 0-16,7 11 1 15,0 1-2-15,2 0-1 16,0 10-5-16,0 16 7 16,15 8 0-16,10-4 0 15,6-6 0-15,2-5 0 16,6-12-3-16,1-7 3 15,-1 0-3-15,1-2-11 0,-3-24-10 16,-4-6-2 0,3-4-36-16,-3 0-58 0,-2 8-124 15,-6 7-225-15</inkml:trace>
  <inkml:trace contextRef="#ctx0" brushRef="#br0" timeOffset="9086.45">21609 3967 840 0,'0'0'30'0,"0"0"158"16,24-127-25-16,-24 91-70 0,-3 8-31 0,-23 8-8 16,-5 10-5-16,-2 10-19 15,-4 0-18-15,2 6-4 0,1 19-7 16,10 5 1-16,13 7-3 15,11 1 1-15,0 6-3 16,27 4 1-16,15 2 2 16,3-1 0-16,-3-5-2 15,-7-7 2-15,-10-6 0 16,-14-9 0-16,-11-4 5 16,0-4 10-16,-38-5 8 15,-13 0 10-15,-10-7-13 16,7-2-8-16,4 0-6 15,15-11-6-15,12-6 0 16,14-3-35-16,9-5-97 0,3 3-65 16,30 4-124-16,9 4-132 15</inkml:trace>
  <inkml:trace contextRef="#ctx0" brushRef="#br0" timeOffset="9317.49">21920 3886 942 0,'0'0'22'0,"0"0"131"16,0 0-7-16,0 0-37 15,0 0-12-15,0 0 18 16,-4-72-52-16,0 84-39 16,-4 26-12-16,-2 14 12 0,-1 8-4 15,-1-4-12-15,-1 0-7 16,-3 1-1-16,-3 1-25 15,-4-4-100-15,-6-8-165 16,-7-14-275-16</inkml:trace>
  <inkml:trace contextRef="#ctx0" brushRef="#br0" timeOffset="10301.18">4989 3657 847 0,'0'0'49'0,"0"0"69"0,0 0 11 0,-114-9-51 0,114 18-9 0,27 11-30 16,33 6 16-16,21-3-19 15,17-10-1-15,9-10-17 16,10-3-7-16,2 0 3 16,-8-15-3-16,-8-5-6 15,-23 1-1-15,-15 4-4 16,-19 8-28-16,-19 7-81 15,-23 3-89-15,-4 27-131 16,-42 6-115-16</inkml:trace>
  <inkml:trace contextRef="#ctx0" brushRef="#br0" timeOffset="10734.59">5375 3817 352 0,'0'0'347'16,"0"0"-222"-16,0 0 35 15,0 0-23-15,0 0-5 16,0 0-21-16,9-83-19 16,-9 83-31-16,0 4-26 15,0 31-24-15,4 15 17 16,0 15 7-16,1 1-14 16,0 0-10-16,-3-2-4 0,-2-2-4 15,0-5-2 1,0-7 2-16,0-14-3 0,-2-14-2 15,-1-12-6-15,-2-6-10 16,5-4 3-16,-8 0 11 16,-7-10 4-16,-6-13-9 15,-3-4 4-15,3 7 5 16,6 6 0-16,4 4 4 16,2 8-2-16,4 0 5 15,5 2-3-15,0 0-4 16,0 0-3-16,0 12-4 15,0 5 7-15,9 4 2 16,5-9-2-16,-1-6 0 16,7-5-3-16,1-1-6 15,8 0-9-15,13-7-19 0,4-15-53 16,5-4-86-16,-3 4-209 16</inkml:trace>
  <inkml:trace contextRef="#ctx0" brushRef="#br0" timeOffset="11053.33">5834 4363 760 0,'0'0'260'0,"0"0"-174"0,0 0 127 0,0 0-110 0,0 0-5 0,0 0-14 16,-65-50-41-16,65 62-21 15,9 24-5-15,6 10 20 16,1 4-24-16,-3 3-10 16,-6 1-3-16,-2-2-5 15,-5-2-33-15,0-6-52 16,0-12-85-16,0-10-63 15,0-14-72-15,-5-8-3 16,-8-13-46-16</inkml:trace>
  <inkml:trace contextRef="#ctx0" brushRef="#br0" timeOffset="11350.47">5760 4616 129 0,'0'0'221'0,"-15"-114"-68"0,15 57-14 16,6 7-42-16,25 6 3 16,7 6-24-16,9 9-41 15,2 8 13-15,0 13 24 16,-7 8 4-16,-6 0-1 15,-14 14-34-15,-9 13-11 16,-13 6-5-16,0 5-8 16,-17-4-12-16,-16-3 3 15,-5-6-6-15,1-3 2 16,6-8 0-16,8-1-1 16,9-5 0-16,11 0-3 15,3 8-1-15,7 6 1 16,26 10 13-16,15 2 10 0,7-4-10 15,4 0-10-15,-5-6-3 16,-1-4-4-16,2-3-9 16,-4-5-71-16,-6-10-90 15,-6-2-109-15,-10 0-124 16</inkml:trace>
  <inkml:trace contextRef="#ctx0" brushRef="#br0" timeOffset="11634.74">6609 4215 628 0,'0'0'60'0,"0"0"130"15,11-112-33-15,-11 93-5 16,0 12-9-16,0 3-41 16,0 4-23-16,0 0-41 15,0 40-25-15,0 24 8 16,0 22 44-16,-2 8-20 15,-5 1-17-15,1-5-13 16,-6-4-8-16,-3-5-4 16,-2-10-3-16,1-9-3 15,2-18-34-15,3-17-59 16,7-15-79-16,-4-12-50 16,2-22-47-16,-3-33-98 15,-9-21-39-15</inkml:trace>
  <inkml:trace contextRef="#ctx0" brushRef="#br0" timeOffset="11839.92">6295 4371 531 0,'0'0'178'16,"0"0"-85"-16,0 0 33 15,0 0-76-15,0 0-33 16,0 0 50-16,18 74 1 16,11-74-20-16,0 0 9 15,-5-11-1-15,-9-14-1 16,-7 0-24-16,-8-2 2 15,0 4-1-15,0 4-10 16,-18 5-15-16,-3 8-7 16,2 6-16-16,1 10-100 0,7 20-180 15,9 8-165-15</inkml:trace>
  <inkml:trace contextRef="#ctx0" brushRef="#br0" timeOffset="12118.03">6676 4759 908 0,'0'0'8'0,"0"0"83"16,0 0-31-16,0 0-32 16,0 0 27-16,0 0-9 0,48 95-9 15,-23-95-4-15,-5-16-3 16,-4-11 6-16,-5-6-5 15,-9 2 3-15,-2 0 2 16,0 5-4-16,-13 8-5 16,-9 10-13-16,-3 8-14 15,-4 0-31-15,-2 8-98 16,0 18-166-16,2 2-229 16</inkml:trace>
  <inkml:trace contextRef="#ctx0" brushRef="#br0" timeOffset="12953.14">8049 6194 927 0,'0'0'33'0,"0"0"147"0,61-155-43 0,-49 94-66 16,-12 8-23-16,0 7 13 15,0 12-9-15,-16 12 10 16,-8 10-42-16,-9 12-13 16,-4 2-4-16,-2 36-3 0,3 14 0 15,14 17 5 1,19 9-5-16,7 2-1 0,42-1-2 15,9-8 3-15,7-7-3 16,-8-4 2-16,-13-3 0 16,-18-7 1-16,-15-2 0 15,-8-2 4-15,-22-2 2 16,-24-7 1-16,-12-10 9 16,-1-11 5-16,-5-14-3 15,10-2 2-15,6-12-11 16,8-23-4-16,16-18-5 15,17-13-21-15,7-8-50 16,21 1-104-16,21 15-177 16,4 18-233-16</inkml:trace>
  <inkml:trace contextRef="#ctx0" brushRef="#br0" timeOffset="13201.21">8480 6060 1057 0,'0'0'36'15,"0"0"118"-15,0 0 57 16,0 0-89-16,0 0-51 16,0 0-18-16,-2 15-17 15,7 76 26-15,4 7-44 0,-1-3-13 16,-1-1-5-16,0-11-1 15,0-8-44-15,-1-17-98 16,1-16-240-16,-1-24-409 16</inkml:trace>
  <inkml:trace contextRef="#ctx0" brushRef="#br0" timeOffset="13400.48">9142 6623 1239 0,'0'0'14'0,"0"0"-10"15,0 0 34-15,0 0-27 16,125 0 3-16,-65-8-2 16,0-4-12-16,-13 4-92 15,-18 4-126-15,-17 4-90 16,-12 0-261-16</inkml:trace>
  <inkml:trace contextRef="#ctx0" brushRef="#br0" timeOffset="13517.47">9232 6745 397 0,'0'0'230'0,"0"0"-41"15,0 0-27-15,0 0-78 16,0 0-46-16,0 0 28 16,79 33-66-16,26-72-52 0,4-7-368 15</inkml:trace>
  <inkml:trace contextRef="#ctx0" brushRef="#br0" timeOffset="14067.64">10815 5695 977 0,'0'0'69'0,"-44"-125"181"0,38 97-66 0,-2 16-57 0,8 10-23 15,0 2-57-15,0 46-26 16,0 34-5-16,8 33 23 16,0 11-19-16,3 1-16 15,1-5-2-15,1-8-2 16,-5-7-26-16,2-14-26 15,0-18-67-15,-3-23-120 16,5-26-101-16,-5-24-70 16</inkml:trace>
  <inkml:trace contextRef="#ctx0" brushRef="#br0" timeOffset="14269.49">10662 5953 648 0,'0'0'99'15,"-24"-172"59"-15,24 113-72 16,44 18-38-16,20 14-4 15,17 14 4-15,3 13-1 16,-6 1 10-16,-13 34 1 16,-21 9-18-16,-24 8-22 15,-20 4-2-15,-22 1-16 16,-40 0-17-16,-18-7-17 16,-7-5-35-16,5-8-53 15,21-3-18-15,21-5-134 0</inkml:trace>
  <inkml:trace contextRef="#ctx0" brushRef="#br0" timeOffset="14516.26">11575 5941 1084 0,'0'0'46'0,"0"0"156"15,0 0-28-15,-27-107-63 16,27 102-29-16,0 5-39 16,0 16-31-16,0 30-7 0,11 16-2 15,1 10-1-15,-5 0-2 16,-5-2-47-16,-2-1-104 16,0-7-96-16,-9-16-148 15,-11-18-267-15</inkml:trace>
  <inkml:trace contextRef="#ctx0" brushRef="#br0" timeOffset="14667.3">11266 6078 576 0,'0'0'403'0,"0"0"-365"0,27-108 40 16,35 67-44-1,23 7-30-15,8 8-4 0,1 10-30 16,-10 10-101-16,-14 4-138 15,-18-1-184-15</inkml:trace>
  <inkml:trace contextRef="#ctx0" brushRef="#br0" timeOffset="14836.29">11925 5792 804 0,'0'0'204'0,"0"0"41"0,0 0-81 16,0 0-56-16,0 0-28 15,0 0-19-15,-20 83 0 16,20-22-23-16,0 0-28 0,0-2-7 15,0 1-3-15,0-6-34 16,0-7-84-16,0-8-103 16,0-15-144-16,-7-18-98 15</inkml:trace>
  <inkml:trace contextRef="#ctx0" brushRef="#br0" timeOffset="15100.08">11900 5863 711 0,'0'0'7'0,"0"0"80"16,0 0 10-16,147-46-18 16,-113 46 14-16,-7 24 11 15,-11 8-51-15,-16 8-24 16,0 4 1-16,-27 1-18 16,-15-4-9-16,-3-2-3 0,3-7-1 15,8-6 1-15,12-5 0 16,10 0 1-16,12-3-1 15,5 4-5-15,33-4 5 16,14-4 2-16,5-2-2 16,3-6-25-16,0 2-97 15,-2 4-44-15,-4 6-54 16,-14 4 28-16</inkml:trace>
  <inkml:trace contextRef="#ctx0" brushRef="#br0" timeOffset="15400.7">10954 6611 826 0,'-154'0'71'0,"23"0"152"15,34 2-73-15,40 8-60 16,39 3-12-16,20 2 1 15,69 1-39-15,61 2 20 16,53-8-26-16,42-10-11 16,29 0-17-16,5-10-1 15,2-14-4-15,-18-1 1 16,-17 4 2-16,-33 1-4 16,-41 6-16-16,-46 4-83 15,-56 2-114-15,-50 4-135 0,-21 4-24 16</inkml:trace>
  <inkml:trace contextRef="#ctx0" brushRef="#br0" timeOffset="15739.37">11555 7092 1020 0,'0'0'26'0,"0"0"222"15,0 0-90-15,0 0-13 16,-65-104-36-16,65 104-48 15,0 18-32-15,0 26-20 16,12 20 4-16,1 8-5 16,-2 0-8-16,1 1-11 15,-2-1-41-15,7-8-64 16,-1-14-114-16,3-15-133 16,0-24-159-16</inkml:trace>
  <inkml:trace contextRef="#ctx0" brushRef="#br0" timeOffset="16284.35">11860 7136 954 0,'0'0'21'15,"0"0"179"-15,0 0-21 16,0 0-119-16,0 0-4 16,0 0 5-16,-124-9-23 15,119 64-20-15,5 5-4 16,0 3-5-16,27-7-6 15,4-8-1-15,7-12-2 16,2-15-6-16,1-15-14 16,-2-6-6-16,-7-3 11 0,-6-19-3 15,-13-10 13-15,-10-5 4 16,-3-6 2-16,-9-1 2 16,-22 4-2-16,-5 4-1 15,-1 7 5-15,3 10-2 16,10 5-2-16,13 5 0 15,8 3-1-15,3 0-9 16,34-2-30-16,19-2 27 16,11 2-10-16,8 5-5 15,-9 3 11-15,-11 0 10 16,-9 0 5-16,-14 19 1 16,-12 16 6-16,-7 8 11 15,-10 10 1-15,0-1-2 0,0 0-2 16,1-2-7-16,11-10-2 15,6-6-3-15,3-13 0 16,5-13-1-16,-2-8 2 16,1 0 0-16,0-17 1 15,-6-19 6-15,-1-12 3 16,-11-6 2-16,-7-4 9 16,0-4-6-16,-11 4-6 15,-20 8-12-15,-12 14 0 16,-16 22-39-16,-26 14-96 15,-29 17-446-15</inkml:trace>
  <inkml:trace contextRef="#ctx0" brushRef="#br0" timeOffset="17005.52">7712 8681 974 0,'0'0'73'0,"34"-105"193"0,-26 83-121 0,-3 17-22 0,-5 5-61 15,0 39-39-15,-9 26-10 16,-16 17 8-16,-6 2-9 16,0-4-6-16,2-11-1 15,4-13-3-15,8-17 0 0,7-19-1 16,8-11-1-1,2-9-2-15,0 0-2 0,4 0-2 16,28-6-1-16,19-12 7 16,13 1 0-16,11 8-4 15,2 2-6-15,4 5-16 16,-4 2-35-16,-8 0-53 16,-11 0-76-16,-17 0-131 15,-22 0-69-15</inkml:trace>
  <inkml:trace contextRef="#ctx0" brushRef="#br0" timeOffset="17200.71">8002 8787 796 0,'0'0'101'0,"0"0"99"16,0 0-9-16,0 0-74 16,0 0 2-16,0 0-44 15,-50-13-40-15,48 70 16 16,2 19-13-16,0 5-27 15,0 2-11-15,0 3 0 16,4 0-64-16,8-13-149 16,-3-15-149-16,1-18-221 15</inkml:trace>
  <inkml:trace contextRef="#ctx0" brushRef="#br0" timeOffset="17533.59">8367 8953 1187 0,'0'0'33'0,"0"0"127"15,0 0-35-15,0 0-46 16,0 0-31-16,0 0-18 16,-45-74-24-16,45 110-4 15,0 15-1-15,0 2 3 16,20-3-4-16,14-3 0 15,3-9-7-15,6-4-1 16,-3-4 2-16,-4 1 6 16,-12-4 1-16,-15 1-1 0,-9 2 3 15,-15-1 5-15,-30-2 5 16,-13 1-7-16,1-8-6 16,5-5-7-16,14-15-46 15,16 0-78-15,15-31-78 16,7-24-141-16,3-22-176 15</inkml:trace>
  <inkml:trace contextRef="#ctx0" brushRef="#br0" timeOffset="17667.28">8432 8829 355 0,'0'0'587'16,"0"0"-458"-16,0 0 96 0,0 0-110 16,0 0-57-1,0 0-38-15,53-32-20 0,2 32-19 16,1 0-167-16,-6 12-221 15</inkml:trace>
  <inkml:trace contextRef="#ctx0" brushRef="#br0" timeOffset="17950.66">8862 8915 900 0,'0'0'58'0,"0"0"74"16,0 0 4-16,0 0-77 0,-85 131-6 15,83-76-10-15,2 4-21 16,0-6-10-16,18-9-6 16,6-11-4-16,4-13 0 15,-2-14-1-15,7-6 0 16,-6-6 7-16,-5-22-2 16,-5-11 7-16,-11-8 22 15,-6-5 29-15,-4-6-5 16,-27 1-26-16,-4 4-13 15,-3 12-11-15,3 15-7 16,8 12-2-16,4 14-23 16,10 2-137-16,9 20-243 15</inkml:trace>
  <inkml:trace contextRef="#ctx0" brushRef="#br0" timeOffset="18167.47">9684 9200 1373 0,'0'0'10'16,"0"0"24"-16,0 0 33 16,0 0-43-16,0 0-20 15,136-18-4-15,-83 14-40 16,-13 4-93-16,-13 0-220 15,-18 0-133-15</inkml:trace>
  <inkml:trace contextRef="#ctx0" brushRef="#br0" timeOffset="18289.39">9648 9444 798 0,'0'0'95'0,"0"0"60"16,0 0 13-16,0 0-74 15,0 0-71-15,0 0-23 16,147-30-5-16,-44-21-278 15,-1-2-422-15</inkml:trace>
  <inkml:trace contextRef="#ctx0" brushRef="#br0" timeOffset="18853.16">10775 8945 968 0,'0'0'13'0,"0"0"38"16,-6-138 57-16,46 96-63 16,11 8 11-16,12 6 0 15,-1 13-5-15,-4 15 5 16,-14 0-5-16,-13 20-32 16,-22 21-12-16,-9 9 9 15,-9 4-7-15,-28 0-5 16,-13-6-1-16,2-8 3 15,3-7-2-15,16-15-2 16,13-8-2-16,16-4 0 16,5-2-14-16,31-1 13 15,15 6 0-15,7 3 1 16,-5 4 0-16,-4 6-1 16,-11 0 0-16,-13-3 1 15,-17-4 4-15,-8 0 0 16,-19-4 23-16,-31 1 8 0,-10-4-6 15,-9-6-16-15,5-2-9 16,10 0-1-16,14-10-3 16,20-12-30-16,20-2-86 15,0-2-133-15,31 0-130 16,19 6-76-16</inkml:trace>
  <inkml:trace contextRef="#ctx0" brushRef="#br0" timeOffset="19217.58">11374 8831 882 0,'0'0'87'0,"0"0"130"0,0 0-75 16,0 0-44-16,0 0-12 15,0 0-40-15,6-60-25 16,-18 90-8-16,5 10-2 16,5 6-10-16,2 4 5 15,0 1-6-15,15-1 0 16,7-5-3-16,4-6-10 15,0-11-6-15,1-10 5 16,2-8 0-16,0-10 1 16,-3 0 8-16,1-4 5 15,-2-20 0-15,-7-4 5 16,-5-11-2-16,-7-2 0 16,-6-8 4-16,0 1 8 15,-19 4-5-15,-10 6 2 0,-2 7-1 16,-2 12 3-16,1 9-7 15,-1 10-4-15,4 0-3 16,4 6-10-16,7 17-48 16,14 4-58-16,4 1-152 15,0-3-138-15</inkml:trace>
  <inkml:trace contextRef="#ctx0" brushRef="#br0" timeOffset="19585.32">11808 8857 840 0,'0'0'116'16,"0"0"-32"-16,0 0 120 15,0 0-93-15,0 0-52 16,0 0-14-16,0-38-31 16,0 70-7-16,2 10-2 15,10 8 0-15,2-1-5 16,0-2 2-16,1 0-2 15,-1-11-5-15,1-9-2 16,1-13-2-16,-1-8-1 16,1-6 10-16,1 0 1 15,1-7 4-15,1-19 4 16,-2-9-1-16,-5-3 8 16,-8-1 20-16,-4-9-8 0,0 4-1 15,-16 1-11 1,-13 5 1-16,-4 12-3 0,-3 8-9 15,3 12-3-15,2 6-2 16,6 0-23-16,2 8-64 16,15 12-70-16,8 0-219 15,0-1-305-15</inkml:trace>
  <inkml:trace contextRef="#ctx0" brushRef="#br0" timeOffset="19937.88">12394 8744 1066 0,'0'0'7'0,"0"0"110"15,0 0 36-15,0 0-85 16,0 0-8-16,0 0-24 16,-108 7-26-16,108 47 3 15,13 10-4-15,10 8-5 16,-1-3-1-16,3-11-2 15,2-13 1-15,-1-12-2 16,0-13 0-16,3-14 0 16,0-6 2-16,-2-4 0 15,0-26 6-15,-4-12 3 16,-6-12 21-16,-11-5 7 16,-6-3-9-16,-6 4-8 15,-29 6-1-15,-3 10-5 0,-2 11-2 16,-1 15-7-1,8 15-7-15,6 1-12 0,8 17-80 16,7 14-178-16,12 1-392 16</inkml:trace>
  <inkml:trace contextRef="#ctx0" brushRef="#br0" timeOffset="20200.95">12841 8675 1258 0,'0'0'17'16,"0"0"139"-16,0 0 2 15,0 0-117-15,0 0-4 16,0 0 50-16,104 134-42 16,-46-72-14-16,-2-7-17 15,-11-7-13-15,-7-12-1 16,-9-13 0-16,-8-9-16 15,0-8-32-15,1-6-55 16,1 0-131-16,-2-18-104 16,-2-11-208-16</inkml:trace>
  <inkml:trace contextRef="#ctx0" brushRef="#br0" timeOffset="20369.24">13190 8654 1002 0,'0'0'29'15,"0"0"95"-15,0 0 72 16,-115 84-114-16,84-27-29 16,2-1-12-16,0 5-24 15,0 1-15-15,-2 2-2 16,-3-2-106-16,3-8-164 16,-4-12-205-16</inkml:trace>
  <inkml:trace contextRef="#ctx0" brushRef="#br0" timeOffset="21033.48">13680 8700 780 0,'0'0'72'0,"0"0"117"0,0 0-5 0,12-106-66 0,-5 84-31 16,-5 6 19-16,2 4-33 15,-3 6-25-15,-1 5-13 16,0 1-15-16,0 0-8 15,6 0-3-15,1 33 0 16,2 17 4-16,4 18 16 16,-4 9-11-16,-2-4-8 15,-1 2-1-15,-1-5-1 16,-1-11-6-16,0-11-2 16,-1-16 0-16,0-12-16 0,-1-8-53 15,2-10-130-15,2-2-92 16,-1-16-122-16,-3-28-1 15</inkml:trace>
  <inkml:trace contextRef="#ctx0" brushRef="#br0" timeOffset="21217.28">13541 8622 106 0,'0'0'758'16,"0"0"-683"-16,0 0 90 15,0 0-49-15,0 0-67 16,0 0-2-16,-16-34 6 15,78 18-12-15,14-6-33 0,6 4-8 16,3 4-31 0,-7 8-99-16,-13 6-137 0,-19 0-119 15</inkml:trace>
  <inkml:trace contextRef="#ctx0" brushRef="#br0" timeOffset="21467.07">14180 8631 1006 0,'0'0'29'0,"0"0"160"16,0 0 7-16,0 0-88 16,0 0-43-16,0 0-16 15,26 37 15-15,24 13-18 0,1 1-32 16,0-3-7-16,-4-8-7 15,-7-4 0-15,-11-8-34 16,-6-6-59-16,-6-8-95 16,-3-3-54-16,-4-11 42 15,-3 0-280-15</inkml:trace>
  <inkml:trace contextRef="#ctx0" brushRef="#br0" timeOffset="21650.24">14509 8549 707 0,'0'0'122'0,"0"0"70"16,0 0-1-16,0 0-87 0,0 0-27 16,-135 105 4-1,102-42-10-15,1-4-40 0,1-3-18 16,0-3-9-16,4-9-4 16,0-4-28-16,7-6-81 15,7-5-77-15,4-11-164 16,2-11-451-16</inkml:trace>
  <inkml:trace contextRef="#ctx0" brushRef="#br0" timeOffset="22084.46">14924 8507 384 0,'0'0'687'0,"0"0"-643"16,0 0 158-16,0 0-116 15,0 0-35-15,0 0-26 16,-35-3-10-16,30 59 18 16,0 4-22-16,5-9-7 15,0-11-3-15,0-13-1 16,0-10-3-16,0-11-10 15,0-6 0-15,14 0-8 16,6 0 17-16,7-14 4 16,6-4-4-16,2 6 4 0,4 6 3 15,-1 6-2 1,-1 0 10-16,-3 21 10 0,-8 12 8 16,-5 1 0-16,-12-2 12 15,-9-8-7-15,0-5-1 16,-13-4 0-16,-19-5-18 15,-8-2-11-15,-2-3-4 16,0-5-55-16,-1 0-89 16,5-7-75-16,7-19-133 15,6-12-149-15</inkml:trace>
  <inkml:trace contextRef="#ctx0" brushRef="#br0" timeOffset="22234">14886 8518 747 0,'0'0'69'0,"0"0"21"15,0 0 28-15,116-111-30 16,-54 90-1-16,10 4-14 16,1 5-24-16,-10 11-49 15,-14 1-16-15,-29 7-135 16,-20 24-151-16,-16 9-376 16</inkml:trace>
  <inkml:trace contextRef="#ctx0" brushRef="#br0" timeOffset="22667.49">11380 9574 534 0,'0'0'536'16,"-204"5"-486"-16,134 4 76 0,22-2-39 15,24 3-47-15,24 3 14 16,40 0 19-16,67 1-11 15,69-8-31-15,65-6-19 16,64-8 4-16,65-14 1 16,40 2 20-16,22 4 16 15,7 2-45-15,-16 2 9 16,-26 0-1-16,-43-3-9 16,-55 7-7-16,-67-1-16 15,-70 2-28-15,-68 4-64 0,-67 1-40 16,-44 0-62-1,-70-2-209-15</inkml:trace>
  <inkml:trace contextRef="#ctx0" brushRef="#br0" timeOffset="23000.51">12774 9918 1253 0,'0'0'33'0,"0"0"74"0,0 0 119 0,0 0-129 0,0 0-61 0,0 0-17 16,-40 89-3-16,40 4 7 15,7 1-23-15,3-1-10 16,7-11-61-16,0-16-107 16,10-22-88-16,4-26-188 15</inkml:trace>
  <inkml:trace contextRef="#ctx0" brushRef="#br0" timeOffset="23650.36">13153 9904 1045 0,'0'0'77'0,"0"0"130"16,0 0-72-16,0 0-74 16,0 0-4-16,0 0-16 15,-38 24-27-15,40 22 0 16,23 6-12-16,4-2 2 15,0-6-2-15,2-10-2 16,-2-10 0-16,-5-12-13 16,-2-8-3-16,1-4-5 15,-1 0 17-15,0-22 4 16,1-7 2-16,-5-6-2 16,-7-1 9-16,-11 7 1 0,0-4 10 15,-3 5 2 1,-26 5-8-16,-15 6-4 0,-9 5-10 15,-3 4 0-15,4 2 0 16,12 2 0-16,13-1 0 16,14 2-2-16,13 0-3 15,0-4-11-15,38-4-13 16,19-4 20-16,13-2-2 16,6 2-14-16,2 0-3 15,-10 0 15-15,-3 1 13 16,-9 0 1-16,-11 1 3 15,-12 10 19-15,-10 3 8 0,-10 0-4 16,-11 16-19-16,-2 19 0 16,0 14 5-16,0 8-6 15,-6 2-5-15,-1 3 0 16,5-3-2-16,2-8-1 16,0-8 1-16,17-15-3 15,10-12-2-15,6-10-3 16,1-6-1-16,6-5 9 15,-4-21 1-15,-5-10 0 16,-7-8 1-16,-8-1 13 16,-14-5 3-16,-2-5-1 15,-6 1-3-15,-25 4-5 16,-10 8-6-16,-10 9-3 16,-3 13-24-16,-4 11-30 15,-2 9-95-15,-6 0-188 16,-1 1-244-16</inkml:trace>
  <inkml:trace contextRef="#ctx0" brushRef="#br0" timeOffset="24217.14">11979 9224 695 0,'0'0'82'0,"0"0"1"0,0 0 53 0,0 0-28 0,0 0 12 0,0 0-26 16,0 0-25-16,-7-48-50 16,65-6 23-16,15-12-10 15,12-14 16-15,4-3-11 16,5-9-11-16,-12 2-3 0,-12 10-8 15,-24 25-8-15,-21 28-7 16,-25 27-19 0,-13 15-95-16,-37 38-38 0,-14 15-206 15,-7 10-285-15</inkml:trace>
  <inkml:trace contextRef="#ctx0" brushRef="#br0" timeOffset="24819.58">13209 10269 845 0,'0'0'87'0,"0"0"41"0,0 0 74 0,0 0-98 16,0 0-45-16,0 0 4 15,16-43 0-15,84-8-32 16,20-12-11-16,3-3-13 16,-1-4 5-16,-11 6 4 0,-13 3-5 15,-22 13-1 1,-24 14-9-16,-21 12-1 0,-25 14-42 15,-6 8-75-15,-35 0-166 16,-30 8-431-16</inkml:trace>
  <inkml:trace contextRef="#ctx0" brushRef="#br0" timeOffset="26800.22">11326 8386 827 0,'0'0'11'0,"-38"-103"107"0,29 80 100 0,4 10-74 16,5 11-33-16,0 8-11 15,12 67-32-15,21 53-6 16,14 50 28-16,6 35-59 16,1-2-30-16,-1-15-1 15,-6-16-8-15,-7-21-43 16,-7-23-53-16,-6-22-69 15,-4-26-81-15,-15-31-158 16</inkml:trace>
  <inkml:trace contextRef="#ctx0" brushRef="#br0" timeOffset="27567.51">8775 8620 582 0,'0'0'67'0,"-23"-186"18"0,17 121 93 0,-1 25-17 0,3 23 8 0,2 11-24 16,0 6-29-16,2 54-51 15,0 49-38-15,8 47 34 16,17 24-10-16,-1 8-26 16,7-11-16-16,1-7-9 15,-8-14-9-15,0-17-44 16,-8-17-36-16,-4-18-43 15,-2-17-15-15,-6-19-83 16,-1-16-22-16,-3-16-52 0</inkml:trace>
  <inkml:trace contextRef="#ctx0" brushRef="#br0" timeOffset="28336.82">11396 8430 601 0,'0'0'225'0,"0"0"-105"0,0 0 79 16,0 0-59-16,0 0-57 16,0 0-62-16,-161 166 8 15,73 5 28-15,-1 21-21 16,-2-1-22-16,-3-3-14 15,1-14 0-15,6-17-50 16,9-25-18-16,20-20-75 0,18-24-130 16,11-25-121-1</inkml:trace>
  <inkml:trace contextRef="#ctx0" brushRef="#br0" timeOffset="28967.54">15588 8026 797 0,'0'0'84'0,"0"0"70"0,0 0 61 0,0 0-93 0,0 0-32 16,0 0-68-16,-146 159 1 15,34 3 1-15,-4 21-12 16,-5 4-10-16,5-3-2 16,1-7-65-16,8-15-83 15,4-17-188-15,-2-19-272 16</inkml:trace>
  <inkml:trace contextRef="#ctx0" brushRef="#br0" timeOffset="29667.12">7532 9172 835 0,'-141'34'26'0,"8"0"75"0,14-4 20 0,30-7-41 0,35-12 18 16,33-5-23-16,21-6-18 15,53 0-44-15,52-28 4 16,46-16 13-16,41-10-16 16,30-8-14-16,17-4 2 15,6 3-1-15,-2 7 0 16,-18 12 3-16,-22 10 0 16,-43 10-4-16,-47 8-2 15,-49 10-92-15,-51 6-44 0,-18 0-23 16,-55 12-69-16,-27 8-236 15</inkml:trace>
  <inkml:trace contextRef="#ctx0" brushRef="#br0" timeOffset="30401.72">8326 7922 408 0,'0'0'535'0,"0"0"-495"0,0 0 145 0,0 0-63 0,0 0-61 15,0 0 11-15,-48-108-50 16,90 82-2-16,5 8-2 16,-7 12 8-16,-7 6 10 15,-12 0-12-15,-11 18-2 16,-10 18 11-16,0 13-9 15,-4 1-12-15,-23-2-3 0,-2-6 0 16,2-13-2 0,6-4-3-16,5-12 4 0,11-8-5 15,5-5-1-15,0 0-2 16,0 0-9-16,19 2 5 16,16 3 4-16,7 10 1 15,5 9 0-15,0 8 0 16,-10 6 1-16,-8 0 0 15,-15-5 2-15,-14-11-1 16,0-7 7-16,-35-5 4 16,-15-5 1-16,-8-5-11 15,-4 0-2-15,2-22 1 16,8-12-2-16,12-6-1 16,11-6-2-16,19-1-31 15,10 3-44-15,0 4-109 0,17 10-150 16,5 3-221-1</inkml:trace>
  <inkml:trace contextRef="#ctx0" brushRef="#br0" timeOffset="31133.8">8871 11383 693 0,'0'0'586'0,"0"0"-436"0,0 0 34 0,0 0-66 16,0 0-41-16,0 0-27 15,-54 3-5-15,49 69-13 16,5 21-13-16,0 2-9 16,0-8-10-16,0-9-3 15,0-11-19-15,0-12-36 16,0-16-9-16,0-10-79 16,0-15-164-16,0-14-170 15,0 0-369-15</inkml:trace>
  <inkml:trace contextRef="#ctx0" brushRef="#br0" timeOffset="31285.18">8521 11583 1037 0,'0'0'112'0,"0"0"-2"16,0 0 1-16,0 0-68 16,0 0-39-16,122-117 10 15,-13 87-14-15,18 8-9 16,12 2-138-16,-10 4-317 15</inkml:trace>
  <inkml:trace contextRef="#ctx0" brushRef="#br0" timeOffset="31501.29">9720 11834 1341 0,'0'0'50'0,"0"0"27"16,0 0 49-16,0 0-73 16,0 0-41-16,0 0 8 15,104-31-20-15,-26 9-19 16,-9 3-90-16,-13 5-58 16,-23 6-150-16,-22 8-72 0</inkml:trace>
  <inkml:trace contextRef="#ctx0" brushRef="#br0" timeOffset="31637.54">9782 11997 592 0,'0'0'248'16,"0"0"-56"-16,0 0-11 15,0 0-59-15,0 0-61 16,0 0-34-16,11 34-27 16,72-72-7-16,17-12-114 15,2-12-229-15,-1-3-457 16</inkml:trace>
  <inkml:trace contextRef="#ctx0" brushRef="#br0" timeOffset="32104.48">10600 11594 1020 0,'0'0'71'0,"0"0"31"15,0 0 12-15,0 0-70 16,0 0-36-16,17-108 6 16,30 98 15-16,2 8-14 15,-9 2 2-15,-8 0 14 16,-8 22 6-16,-22 12 4 16,-2 8-13-16,-9 6-10 15,-26 3-1-15,-6-4 8 0,-1-4-6 16,7-11-3-16,6-10-10 15,16-12-3-15,6-7 0 16,7-3-3-16,9 0-22 16,24 0-12-16,13-9 19 15,6 5 3-15,0 4 9 16,-10 0 3-16,-7 19 0 16,-6 11 7-16,-6-1 17 15,-13-1 7-15,-10 0 8 16,0-6 7-16,-27 2-9 15,-19-4-20-15,-12-4-5 16,-6-4-9-16,-8-8-3 0,3-4-8 16,0-1-12-16,-2-31-31 15,-1-16-71-15,-1-13-130 16,-8-22-385-16</inkml:trace>
  <inkml:trace contextRef="#ctx0" brushRef="#br0" timeOffset="33301.44">1275 7582 135 0,'-122'44'738'0,"17"-13"-719"0,25-8 68 0,33-13 31 0,30-10-60 16,17-4-20-16,66-33 3 15,47-20-32-15,48-18-2 16,50-11-7-16,42-10-16 0,23-10-52 16,13-9 25-16,-2 0 14 15,-13 2 7-15,-20 15 22 16,-26 15 1-16,-39 21-1 15,-55 22 0-15,-56 22-30 16,-65 18-145-16,-42 14 33 16,-67 32 138-16,-37 16-3 15,-33 15-36-15,-23 12-4 16,-19 14-62-16,-22 3-64 16,-11 3 154-16,-7-8 19 15,3-4 112-15,16-5 11 16,22-6 13-16,40-13-18 15,45-23 4-15,47-20-28 0,58-24-28 16,28-6-34-16,80-44-22 16,57-28-3-16,61-21 6 15,51-19-3-15,41-10-10 16,27-11 4-16,1-1-2 16,-7 14 3-16,-24 12 2 15,-41 15 15-15,-55 20-14 16,-61 18-8-16,-68 22-71 15,-55 22-101-15,-22 11-38 16,-66 22 33-16</inkml:trace>
  <inkml:trace contextRef="#ctx0" brushRef="#br1" timeOffset="37034.01">16470 5078 879 0,'0'0'2'0,"-174"-37"60"0,85 35 3 0,1 2-32 0,5 16 49 0,9 26 10 15,21 30-15-15,18 23-22 16,14 25-19-16,17 20-10 15,4 17 3-15,0 11-8 16,0 21-3-16,2 15 0 16,-2 26 4-16,0 33 7 15,0 28 23-15,0 25-11 16,0 28-1-16,0 29-18 16,0 31 10-16,0 24-13 15,13 19-2-15,8 21 7 16,3 10 0-16,5 18-11 0,5 30 1 15,1 19-4 1,7 20-1-16,3 13-7 0,-1-14 0 16,6-20 1-16,-2-10-3 15,-1-29 2-15,-5-13 3 16,-6-23-3-16,-14-36-1 16,-17-28-1-16,-12-34-2 15,-68-48-22-15,-48-28-62 16,-49-41-218-16,-35-54-481 15</inkml:trace>
  <inkml:trace contextRef="#ctx0" brushRef="#br1" timeOffset="44413.39">4849 3014 143 0,'0'0'0'0,"0"0"-63"0</inkml:trace>
  <inkml:trace contextRef="#ctx0" brushRef="#br1" timeOffset="44767.09">4849 3014 634 0,'-41'-32'39'0,"28"20"196"16,5 1-165-16,3 8 71 16,0 0-16-16,5 3-12 15,-2 3-50-15,0 40-26 0,0 27 32 16,-3 17 10-16,3 5-34 15,2 5-25-15,0 4-11 16,0 10-4-16,0-6-5 16,0-14 0-1,13-18-29-15,8-23-11 0,-1-13-51 16,-3-18-31-16,-1-11-73 16,-5-8-33-16,-4-16-41 15,-7-28-4-15</inkml:trace>
  <inkml:trace contextRef="#ctx0" brushRef="#br1" timeOffset="45084.46">4766 3132 499 0,'0'0'29'15,"-6"-134"51"-15,19 80-44 0,32 8 5 16,24 3 13 0,18 5 7-16,12 4 0 0,16 8-10 15,2 13-12-15,4 4 26 16,-5 9-13-16,-14 0-2 15,-11 14-11-15,-10 22-11 16,-12 12-11-16,-9 10 13 16,-9 8-3-16,-6 6 16 15,-12 3-10-15,-6-3-8 16,-7-4-15-16,-9-8 3 16,-9-7-4-16,-2-8 2 15,0-6 2-15,-11-7-2 0,-16-3 0 16,-6 0-7-1,-16 3 0-15,-15 6-4 0,-16 0-28 16,-26 7-53-16,-26 3-79 16,-19-1-106-16,-16-5-204 15</inkml:trace>
  <inkml:trace contextRef="#ctx0" brushRef="#br1" timeOffset="48535.81">15228 2015 821 0,'0'0'19'0,"0"0"121"0,0 0 20 0,-21-108-44 0,21 103-11 16,0 5-7-16,0 11-49 0,0 37-25 15,0 20 48 1,15 18-19-16,1 5-22 0,3-5-12 16,-2 8-9-16,-3-2-7 15,-3-4-3-15,-3-8-6 16,-1-15-14-16,-2-13-24 16,-3-10-31-16,0-12-82 15,5-14-50-15,-1-14-54 16,-1-2-80-16,-5-42-169 15</inkml:trace>
  <inkml:trace contextRef="#ctx0" brushRef="#br1" timeOffset="51016.38">15648 3677 854 0,'0'0'11'0,"0"0"-11"0,0 0-85 0,0 0-22 0,0 0 31 0,0 0-54 0</inkml:trace>
  <inkml:trace contextRef="#ctx0" brushRef="#br1" timeOffset="56987.11">16670 5947 1275 0,'0'0'34'0,"0"0"113"0,-10-126-26 0,7 114-60 0,3 10-7 15,0 2-16-15,0 0-16 16,0 29-21-16,0 26-1 15,0 15 6-15,0 4-6 16,0-12 3-16,0-11-3 16,7-13-3-16,11-13 3 15,7-10-8-15,10-7-1 0,12-8 2 16,4 0 6-16,3 0-1 16,-6 0 3-16,-10 0-1 15,-9 0 3 1,-11 0 3-16,-11 0 2 0,-7 4-2 15,-2 14 0-15,-36 6 1 16,-18 10-7-16,-8-4-9 16,6-4-55-16,11-7-86 15,11-11-102-15,10-8-129 16,2-15-130-16</inkml:trace>
  <inkml:trace contextRef="#ctx0" brushRef="#br1" timeOffset="57119.14">16618 6016 920 0,'0'0'87'0,"0"0"79"16,0 0-70-16,65-111-68 16,1 92-10-16,9 11-18 15,4 8-20-15,-4 0-143 16,-1 0-29-16,-7 11-83 16,-9-5-215-16</inkml:trace>
  <inkml:trace contextRef="#ctx0" brushRef="#br1" timeOffset="57384.39">17567 5667 665 0,'0'0'43'0,"19"-107"111"15,-14 58-39-15,-5 4-31 16,0 1 37-16,0 12 6 0,0 8-32 16,0 10-1-16,0 10 12 15,0 4-49-15,-15 48-28 16,-10 53-17-16,-10 50 33 15,-5 40 2-15,-3 22-14 16,7 7-11-16,5-8-15 16,9-17-5-16,6-22-2 15,5-35-7-15,4-28-19 16,3-35-25-16,4-33-63 16,0-28-108-16,0-14-109 15,0-43 8-15,0-35-98 16</inkml:trace>
  <inkml:trace contextRef="#ctx0" brushRef="#br1" timeOffset="57618.39">17181 6117 739 0,'0'0'41'0,"0"0"43"16,0 0-26-16,0 0-40 16,0 0-9-16,0 0 2 15,-8 50 38-15,34-50 28 16,-6-19 12-16,-6-10-6 15,-10-2-16-15,-4 0-13 16,0 8 4-16,-12 3-23 16,-3 13-20-16,-1 7-15 0,7 16-83 15,7 30-154-15,2 7-49 16,2-3-218-16</inkml:trace>
  <inkml:trace contextRef="#ctx0" brushRef="#br1" timeOffset="57867.51">17645 6328 893 0,'0'0'3'16,"0"0"30"-16,0 0 81 16,0 0-57-16,0 0 8 15,0 0-9-15,-13 108-5 16,44-103-2-16,-2-5-14 0,-5 0 10 15,-11-20 1-15,-10-3-5 16,-3 2 6-16,-7 0-18 16,-20 3-13-16,-4 7-10 15,-4 11-6-15,6 0-20 16,4 21-98-16,11 17-139 16,7-2-225-16</inkml:trace>
  <inkml:trace contextRef="#ctx0" brushRef="#br1" timeOffset="58684.39">18429 6056 1155 0,'0'0'9'16,"0"0"20"-16,0 0 115 15,-118-34-100-15,96 35-21 16,1 26 13-16,4 5 5 16,5 5-13-16,6 3-18 15,6-3-5-15,0-1 3 16,0-2-6-16,8-6-2 16,11-4-2-16,1-8 2 15,7-3 2-15,-1-12-1 16,-3-1-1-16,-1 0 4 0,-7-1-3 15,-8-18 1-15,-7 0 3 16,0-8-1-16,-9-2-1 16,-20-2-3-16,-7 3 0 15,-4 1-1-15,5 8 1 16,6 3 0-16,11 6 0 16,11 4 0-16,7-1 0 15,13-9-39-15,32-2-10 16,20-3 29-16,10-1-23 15,6-4-11-15,-5-2 9 16,-12-9 14-16,-13-3 14 16,-20-6 15-16,-15-4 2 15,-16-4 6-15,0 0 9 0,-18 2 17 16,-13 4-6-16,-5 5 2 16,3 5 8-16,4 10 4 15,11 12-2-15,7 10-1 16,9 6-3-16,0 4-21 15,2 54-12-15,0 38 5 16,0 45 30-16,24 29-4 16,3 23 2-16,4 11-6 15,-5 6-10-15,-1-10-13 16,2-19-2-16,2-26-2 16,-2-34-1-16,2-32-9 15,-4-26 9-15,-6-23 0 16,-5-16-1-16,-3-17 0 0,-1-7-14 15,2-27-1-15,-3-26 14 16,-5-15-5-16,-4-9-5 16,-2 0 6-16,-21-1 6 15,-5 6 0-15,-6 6 0 16,-4 5 2-16,-4 18 1 16,5 6 0-16,3 16-2 15,14 8 4-15,9 3 0 16,11 2-5-16,7-8 0 15,41-7-47-15,24-8-50 16,12-5-109-16,1-4-223 16</inkml:trace>
  <inkml:trace contextRef="#ctx0" brushRef="#br1" timeOffset="59135.07">19307 6114 926 0,'0'0'9'0,"0"0"130"0,0 0 4 0,0 0-89 0,0 0-15 16,4-103 0-16,36 84-25 0,1 6-2 15,-12 12 8 1,-12 1 12-16,-13 14-18 0,-4 22 11 16,-4 9-2-16,-23 4-9 15,-2-5 0-15,7-12-4 16,6-6 6-16,9-6-12 16,7-3 1-16,0 4-5 15,19 0 5-15,12 6-4 16,7 2 2-16,-5 4-2 15,-6-4 1-15,-12-8 0 16,-10-2 4-16,-5-9 7 16,-9-4 18-16,-24 1 8 15,-11-6-25-15,-6-1-10 0,8 0-4 16,9-14-28 0,12-9-64-16,17-3-98 0,4-2-191 15,9-3-316-15</inkml:trace>
  <inkml:trace contextRef="#ctx0" brushRef="#br1" timeOffset="59500.67">19708 6130 898 0,'0'0'13'16,"0"0"118"-16,0 0-24 15,0 0-2-15,0 0-48 0,0 0-18 16,-18-42-23-1,13 56-8-15,3 20-7 0,0 14 1 16,2 4-2-16,0 3 0 16,6-5 0-16,10-9-16 15,9-9-5-15,4-7-1 16,2-14 10-16,1-8-8 16,-1-3-5-16,-4-6 22 15,-2-20 3-15,-4-6 3 16,-5-9 14-16,-12-3 4 15,-4-1 9-15,0 0-2 16,-20 3-6-16,-9 8 10 16,-5 12-1-16,-1 6-17 15,2 9-8-15,1 7-6 0,6 0-40 16,2 18-73-16,12 15-121 16,6 1-105-1,3-1-333-15</inkml:trace>
  <inkml:trace contextRef="#ctx0" brushRef="#br1" timeOffset="59869.49">20051 6167 772 0,'0'0'13'0,"0"0"138"15,0 0 29-15,0 0-65 16,0 0-21-16,0 0-41 0,0-67-26 15,0 78-21 1,-2 26-4-16,-3 13 1 0,5 5 0 16,0 1-2-16,0-5 2 15,7-8-3-15,13-11-12 16,1-13-5-16,2-10-2 16,4-9 7-16,2 0 2 15,0-16 10-15,-4-13 3 16,-3-3 1-16,-9-4 6 15,-8-4 25-15,-5 2-8 16,0 0 4-16,-21 4 0 16,-9 4-9-16,1 8 4 15,-5 8-20-15,3 10-6 0,5 4-30 16,-1 8-72-16,6 20-100 16,11 2-235-16</inkml:trace>
  <inkml:trace contextRef="#ctx0" brushRef="#br1" timeOffset="60200.68">20550 6111 958 0,'0'0'9'0,"0"0"111"15,0 0 12-15,0 0-68 16,0 0-38-16,0 0-18 15,-84 56 9-15,84 5-5 0,0 2-5 16,17-6-5-16,12-7 0 16,4-12-1-16,1-13 2 15,1-15-1-15,2-10 2 16,-2-6 6-16,-4-23 23 16,-6-10 5-16,-10-8-6 15,-13-3 5-15,-2-3-4 16,-2-2-14-16,-27 7-8 15,-9 8-8-15,-9 15-3 16,-15 19-40-16,-13 6-89 16,-17 15-143-16,-10 8-267 15</inkml:trace>
  <inkml:trace contextRef="#ctx0" brushRef="#br1" timeOffset="60901.66">16985 5454 871 0,'0'0'7'0,"0"0"90"0,-65-132 77 0,58 116-62 0,5 10-18 0,2 6-16 0,0 32-53 16,23 50-19-1,18 46 44-15,24 43 13 0,16 19-13 16,19 17-30-16,14-6-8 16,4-7-8-16,0-15 3 15,-9-20-3-15,-9-14-4 16,-5-16-6-16,-16-15-40 16,-16-14 0-16,-14-14-51 15,-20-14-43-15,-18-19-113 16,-11-20-92-16,0-18-301 15</inkml:trace>
  <inkml:trace contextRef="#ctx0" brushRef="#br1" timeOffset="61584.12">20109 6377 828 0,'0'0'16'0,"0"0"56"0,0 0 67 0,0 0-56 0,0 0-18 0,0 0-22 16,-54-5 7-16,122-3-33 16,13 0 12-16,11-1-5 15,1-2 0-15,-6 2 5 16,-16-2-3-16,-10 4-16 15,-16 1-10-15,-14 1-20 0,-9 4-47 16,-6 1-75-16,-6 0-143 16,-5 0-273-16</inkml:trace>
  <inkml:trace contextRef="#ctx0" brushRef="#br1" timeOffset="61955.09">21686 6439 980 0,'0'0'54'0,"0"0"133"0,0 0-139 0,0 0-37 0,0 0-2 15,0 0 4-15,89-3 3 0,-10-12-16 16,2-6-32-16,-4 6-128 16,-17 4-69-16,-18 9-148 15</inkml:trace>
  <inkml:trace contextRef="#ctx0" brushRef="#br1" timeOffset="62103.21">21804 6561 769 0,'0'0'125'15,"0"0"21"-15,0 0-43 16,0 0-82-16,0 0-16 16,0 0 17-16,165-22-22 0,-43-6-122 15,4-2-104-15,-9-9-260 16</inkml:trace>
  <inkml:trace contextRef="#ctx0" brushRef="#br1" timeOffset="62500.64">22600 6190 731 0,'0'0'133'15,"0"0"56"-15,-33-123 44 16,24 98-90-16,1 11-11 16,6 3-24-16,0 10-26 15,2 1-41-15,0 0-19 16,0 27-13-16,0 20 6 15,4 11 13-15,6 3-21 16,-1-6-1-16,-1 1-6 16,2-4-7-16,-4-6-27 15,5-3-31-15,3-12-76 0,6-10-90 16,4-13-96-16,5-8-30 16,0 0-136-16</inkml:trace>
  <inkml:trace contextRef="#ctx0" brushRef="#br1" timeOffset="62768.49">22836 6264 752 0,'0'0'148'0,"0"0"57"16,-2-103-24-16,-7 86-81 15,0 7-10-15,5 6-12 16,2 2-33-16,2 2-17 16,0 0-23-16,0 10-5 15,0 19 0-15,0 8 1 16,19 1-1-16,17-2 0 0,9-3-1 15,2 0-3-15,-1-5 4 16,-8-6 0-16,-9-3 2 16,-13-10-2-1,-10-2 6-15,-6 0-2 0,-8 4 4 16,-33 5-2-16,-14 5-6 16,-5-4-37-16,4-1-100 15,13-10-91-15,12-6-180 16</inkml:trace>
  <inkml:trace contextRef="#ctx0" brushRef="#br1" timeOffset="62917.21">22836 6164 1080 0,'0'0'9'0,"0"0"170"16,0 0-37-16,0 0-111 15,0 0-23-15,138-92-8 16,-78 92-132-16,-4 0-182 15,-11 14-327-15</inkml:trace>
  <inkml:trace contextRef="#ctx0" brushRef="#br1" timeOffset="63267.13">23353 6220 897 0,'0'0'122'0,"0"0"12"16,0 0 38-16,0 0-88 15,0 0-36-15,0 0-36 0,-18 12-11 16,18 28 4-16,0 8-1 16,18-1 0-16,2-10-4 15,5-6-6-15,1-13-9 16,4-12-1-16,5-6-3 16,-2 0 2-16,-1-9 12 15,-8-16 5-15,-2-11 8 16,-10-6 10-16,-12-8 3 15,0-3 0-15,-7 5-2 16,-22 8 9-16,-4 12 0 16,-8 14 0-16,-5 11-10 15,-4 3-11-15,6 8-6 16,11 21-1-16,12 7-5 0,17 6-40 16,4 2-43-16,9 2-56 15,20-6-115-15,0-11-112 16</inkml:trace>
  <inkml:trace contextRef="#ctx0" brushRef="#br1" timeOffset="63568.21">23894 5909 761 0,'0'0'39'0,"-18"-168"127"16,12 94-26-16,3 10 1 0,3 15-23 15,0 19-6-15,0 15 5 16,0 6-58-16,0 9-14 16,0 47-30-16,-8 42-6 15,-8 46 42-15,-1 28-17 16,-4 13-6-16,6 0-6 16,-1-5-7-16,5-9-7 15,-1-14-1-15,6-19-5 16,2-22-2-16,1-28-21 15,3-26-10-15,0-21-39 16,7-18-121-16,20-14-192 16,8-17-120-16</inkml:trace>
  <inkml:trace contextRef="#ctx0" brushRef="#br1" timeOffset="63783.59">24044 6425 1125 0,'0'0'43'0,"0"0"120"16,0 0-58-16,0 0-56 16,149-62-15-16,-55 43 21 15,-7 5-6-15,-20 0-16 16,-23 7-11-16,-24 2-11 16,-20 5-11-16,-25 0-12 15,-48 18-93-15,-34 16-247 16,-22 7-321-16</inkml:trace>
  <inkml:trace contextRef="#ctx0" brushRef="#br1" timeOffset="70087.39">22377 2011 1039 0,'0'0'26'0,"0"0"94"0,0 0 16 0,0 0-114 0,0 0 3 0,0 0-2 16,0 0-12-16,-16 16 18 0,16 2-13 15,10-6-6-15,1-10-3 16,6-2-2-16,8 0 21 16,8-24 0-16,8-15-3 15,5-11-14-15,3-7 0 16,0-4-3-16,0-3 1 16,5-4 6-16,-1 6-5 15,0 4-4-15,-3 8 5 16,-12 13-2-16,-9 14-3 15,-14 10 1-15,-10 9-5 16,-5 4-2-16,0 0-22 16,0 0-64-16,-18 28-42 0,-16 11-111 15,-13 3-169-15</inkml:trace>
  <inkml:trace contextRef="#ctx0" brushRef="#br1" timeOffset="72301.38">18333 8813 1017 0,'0'0'28'0,"0"0"163"0,-51-126-26 0,41 106-76 0,8 11 14 16,0 8-33-16,2 1-27 16,0 0-28-16,0 36-8 15,0 22 7-15,12 17 8 16,3 8-8-16,-1 0-10 16,-1-1-2-16,-2-6-2 15,-2-6-2-15,-2-8-16 16,-3-6-49-16,3-4-73 15,-1-5-130-15,6-17-223 16</inkml:trace>
  <inkml:trace contextRef="#ctx0" brushRef="#br1" timeOffset="72637.48">18726 9071 625 0,'0'0'75'0,"0"0"138"15,-18-105-72-15,8 68-2 0,4 9-5 16,1 9-3-16,3 12-9 15,2 6-34-15,0 1-44 16,0 2-25-16,23 34-14 16,8 11 7-16,9 10-8 15,4-2-4-15,5-2-18 16,3-9-59-16,3-8-76 16,-4-14-71-16,-3-16-125 15,-9-6-64-15</inkml:trace>
  <inkml:trace contextRef="#ctx0" brushRef="#br1" timeOffset="72855.3">19224 8876 623 0,'0'0'249'15,"0"0"-117"-15,0 0 100 0,-48-101-125 16,34 101-23-16,-4 0-12 16,0 36-29-16,-1 27 4 15,0 20 5-15,3 16-1 16,1 8-14-16,-1 2-4 15,1 0-13-15,-3-3-11 16,3-6-3-16,3-8-5 16,3-14-1-16,9-11-13 15,0-19-42-15,5-13-57 16,24-14-145-16,6-21-280 16</inkml:trace>
  <inkml:trace contextRef="#ctx0" brushRef="#br1" timeOffset="73069.28">19708 9234 1165 0,'0'0'23'0,"0"0"70"15,0 0-3-15,0 0-67 16,0 0-10-16,0 0-2 15,91-30-6-15,13 25-5 16,-3 2-88-16,-25 3-169 16,-25 0-154-16</inkml:trace>
  <inkml:trace contextRef="#ctx0" brushRef="#br1" timeOffset="73203.43">19737 9450 819 0,'0'0'34'16,"0"0"91"-16,-127 31 24 15,127-31-86-15,31 0-56 16,49 0-7-16,34-20-36 16,24-16-169-16,9-11-159 15</inkml:trace>
  <inkml:trace contextRef="#ctx0" brushRef="#br1" timeOffset="73604.2">20742 8895 969 0,'0'0'151'16,"0"0"91"-16,0 0-80 15,0 0-33-15,0 0-51 16,0 0-31-16,-24-42-22 15,24 96-16-15,4 15 1 16,2 12-8-16,3 4-2 16,-2-1-19-16,2 2-53 15,6-8-116-15,1-14-165 16,7-28-191-16</inkml:trace>
  <inkml:trace contextRef="#ctx0" brushRef="#br1" timeOffset="73933.45">21016 9032 959 0,'0'0'67'15,"0"0"120"-15,0 0-46 0,0 0-77 16,0 0-17-16,0 0-12 16,-51-89-21-16,51 93-13 15,0 12 3-15,8 0 1 16,15-2-2-16,4 0 2 15,4-3-2-15,-2-1-3 0,0 1 10 16,-8 3-1 0,-2 4 15-16,-6 7 2 0,-4-2 8 15,-2 2-17-15,-5-7-9 16,-2 0 3-16,0-2-6 16,0 1-2-16,-13 4-3 15,-3-6-20-15,0-4-60 16,9-5-63-16,3-4-82 15,0-2-107-15,4 0-67 16</inkml:trace>
  <inkml:trace contextRef="#ctx0" brushRef="#br1" timeOffset="74135.1">21036 9001 674 0,'0'0'28'16,"0"0"103"-16,0 0 15 15,0 0-41-15,0 0-29 0,24-122-24 16,26 98 9-16,10 1-24 16,2 6-7-16,1 1-12 15,-13 5-13-15,-11 5-5 16,-13 6-33-16,-14 0-59 16,-12 0-86-16,0 11-76 15,-19 1-90-15</inkml:trace>
  <inkml:trace contextRef="#ctx0" brushRef="#br1" timeOffset="74602.47">21131 8926 441 0,'0'0'114'0,"0"0"27"16,0 0 64-16,0 0-69 0,0 0-5 15,0 0-26 1,-40-35-51-16,20 45-23 0,1 20-10 15,5 8 2-15,12 3-8 16,2-1-6-16,13-2-6 16,25-4 1-16,11-2-1 15,4-2-3-15,1-2 4 16,-6 0-3-16,-7-2 0 16,-12-2 1-16,-11-4-2 15,-16-4 9-15,-2 2 15 16,-20-4 20-16,-23 2-3 15,-9-2-25-15,-4 1-14 0,0-4-2 16,6-3-32 0,15-5-53-16,8-3-63 0,12-8-139 15,11-27-171-15</inkml:trace>
  <inkml:trace contextRef="#ctx0" brushRef="#br1" timeOffset="74756.78">21136 8951 877 0,'0'0'50'0,"0"0"114"16,0 0 33-16,0 0-122 15,74-136-34-15,-16 108 1 16,0 10-39-16,-5 12-3 16,-4 6-103-16,-11 0-145 15,-16 12-175-15</inkml:trace>
  <inkml:trace contextRef="#ctx0" brushRef="#br1" timeOffset="75054.35">21580 8929 742 0,'0'0'82'16,"0"0"41"-16,0 0-30 16,0 0 35-16,-17 134-23 15,15-81-50-15,2 0-25 16,0-4-18-16,25-3-9 15,6-11 4-15,7-8-6 16,5-10 2-16,-1-14 2 16,-2-3 1-16,-5 0 10 15,-6-26 22-15,-6-7-6 0,-7-14 17 16,-12-5-18-16,-4-4-9 16,-2-2-4-16,-23 3-9 15,-4 11-9-15,-4 14 0 16,-7 20-20-16,-5 10-35 15,-9 16-86-15,-8 21-141 16,-3 3-158-16</inkml:trace>
  <inkml:trace contextRef="#ctx0" brushRef="#br1" timeOffset="75467.73">22195 8767 716 0,'0'0'7'0,"19"-171"136"0,-12 99 13 0,-7 14-12 0,0 16 11 16,0 19-15-16,0 16-6 16,0 13-45-16,-11 57-58 15,-11 36 5-15,-5 35 29 16,5 15-39-16,3 1-18 15,6 5 0-15,3-6-8 16,0-5-21-16,8-12-41 16,2-16-66-16,0-22-155 15,27-39-203-15</inkml:trace>
  <inkml:trace contextRef="#ctx0" brushRef="#br1" timeOffset="75653.06">22488 9220 1132 0,'0'0'49'0,"0"0"93"15,0 0-64-15,187-58-26 16,-59 28 14-16,8-1-26 16,-12 8-30-16,-26 2-10 15,-40 14-78-15,-54 7-106 16,-26 0-218-16</inkml:trace>
  <inkml:trace contextRef="#ctx0" brushRef="#br1" timeOffset="76068.95">19966 10818 1103 0,'0'0'83'0,"0"0"62"0,0 0-56 0,0 0-61 15,0 0-25-15,141-44-3 0,-77 38-92 16,-10 6-140 0,-19 0-140-16</inkml:trace>
  <inkml:trace contextRef="#ctx0" brushRef="#br1" timeOffset="76200.37">19901 11034 829 0,'0'0'79'0,"0"0"5"15,0 0-42-15,0 0-42 16,199-13-13-16,-68-15-179 16,12-8-388-16</inkml:trace>
  <inkml:trace contextRef="#ctx0" brushRef="#br1" timeOffset="76650.48">21112 10676 248 0,'0'0'838'15,"0"0"-618"-15,-29-107-21 0,27 106-75 16,0 1-54-16,-4 18-51 16,-1 24-7-16,-3 10 1 15,-6 4-3-15,-1-2-4 16,-2-7-6-16,2-10 0 15,-1-8 0-15,8-14-8 16,4-8 0-16,6-4-7 16,0-3 8-16,0 3-3 15,18-3-5-15,20 1 11 16,15-1 2-16,5 5-19 16,5-2-23-16,-5 3-54 15,-8-2-62-15,-9-4-140 0,-14 0-67 16</inkml:trace>
  <inkml:trace contextRef="#ctx0" brushRef="#br1" timeOffset="76853.17">21272 10666 825 0,'0'0'124'0,"0"0"67"16,0 0-25-16,0 0-77 15,0 0-15-15,0 0 46 16,-40 133-41-16,40-72-17 15,0 5-37-15,0 2-20 16,0 3-5-16,0 1-9 16,2-2-79-16,7-9-98 0,2-22-179 15,9-21-178-15</inkml:trace>
  <inkml:trace contextRef="#ctx0" brushRef="#br1" timeOffset="77118.5">21561 10810 967 0,'0'0'54'0,"0"0"177"16,0 0-81-16,0 0-51 15,0 0-59-15,0 0-22 16,2-26-12-16,-2 56 15 16,14 2 0-16,11 0-5 15,11 0 4-15,1-3-8 0,-1-6-7 16,-7-3 13-1,-11-5 5-15,-9-4-13 0,-9 2-5 16,-12 3-4-16,-24 0-1 16,-10-2-39-16,1-6-61 15,7-8-59-15,7 0-72 16,12-24-52-16,3-19-41 16</inkml:trace>
  <inkml:trace contextRef="#ctx0" brushRef="#br1" timeOffset="77434.02">21561 10810 462 0,'-39'-30'179'15,"57"7"28"-15,11 4-73 16,21-6-14-16,13 0-14 0,6 0-19 16,0 8-27-16,-14 7-30 15,-12 10-20-15,-16 0-8 16,-12 13 1-16,-13 24-3 16,-2 13 9-16,0 10 3 15,-6 2-9-15,-3 1 5 16,7-8 7-16,2-3-10 15,4-9 2-15,23-11-4 16,4-14 0-16,7-14-1 16,0-4 16-16,-3-16 8 15,-6-22 8-15,-13-12 7 16,-11-9 14-16,-5-3-19 16,-23-1-19-16,-19 8-5 15,-12 13-3-15,-4 18-8 16,2 17 2-16,6 7-3 0,7 17-40 15,19 19-85-15,21 3-110 16,3-3-238-16</inkml:trace>
  <inkml:trace contextRef="#ctx0" brushRef="#br1" timeOffset="77701.36">22406 10479 1052 0,'0'0'62'16,"-4"-128"136"-16,4 92-43 16,0 15 4-16,0 14-38 0,0 7-63 15,0 16-26-15,-5 46-16 16,-10 36 26-16,-8 31 7 16,4 19-20-16,3 2-4 15,3-1-13-15,3-9-8 16,6-13 1-16,4-11-5 15,0-18-20-15,0-18-41 16,22-24-35-16,5-28-60 16,9-28-203-16,1-20-229 15</inkml:trace>
  <inkml:trace contextRef="#ctx0" brushRef="#br1" timeOffset="77903.4">22589 11082 1088 0,'0'0'117'15,"0"0"46"-15,0 0-14 0,0 0-59 16,123-85-53-16,-8 52 15 16,17 0-17-16,1 1-18 15,-6 5-4-15,-19 6-9 16,-33 13-4-16,-31 4-8 16,-36 4-77-16,-22 12-99 15,-62 18-107-15,-27 1-267 16</inkml:trace>
  <inkml:trace contextRef="#ctx0" brushRef="#br1" timeOffset="78435.28">19024 10738 1016 0,'0'0'51'0,"-116"-56"159"0,91 33-77 0,21-3-55 0,4 2-14 0,25 2-28 15,19 6-16-15,3 10-4 16,-3 6 8-16,-7 22-7 16,-16 23 3-16,-14 13-7 15,-7 9-9-15,-13 15-1 16,-25 5-3-16,-5 8-68 15,0-1-152-15,11-12-205 16,7-20-417-16</inkml:trace>
  <inkml:trace contextRef="#ctx0" brushRef="#br1" timeOffset="78785.23">18864 11472 51 0,'0'0'1036'0,"0"0"-968"16,0 0 44-16,0 0-19 15,0 0-35-15,0 0-22 16,46 0-10-16,-34-8-16 16,-4 2 1-16,-8-1 8 15,0 2 23-15,0 1-2 16,-14 2-20-16,-9 2-14 16,0 0 2-16,3 4-6 15,11 14 8-15,9 0-9 16,0-1 4-16,7-2 0 15,17-7 1-15,3-8 4 16,2 0 9-16,-4-14 6 16,-8-10 5-16,-8 1-9 15,-9 0-5-15,0 5 1 0,0 1-10 16,-20 8-3-16,0 4-4 16,-3 5-12-16,2 5-25 15,3 19-57-15,3 7-117 16,1 0-130-16,5-8-226 15</inkml:trace>
  <inkml:trace contextRef="#ctx0" brushRef="#br1" timeOffset="80417.98">22922 9404 1052 0,'0'0'8'0,"0"0"191"0,0 0-43 0,0 0-22 0,0 0-54 0,0 0-13 0,99-54-3 16,-50 97-29-16,0 7-5 15,-5 1-6-15,-6 8-9 16,-16 6-4-16,-15 8-10 16,-7 14-2-16,-39 18-1 15,-17 11-58-15,-5-9-84 16,-1-14-182-16,11-34-139 15,6-30-406-15</inkml:trace>
  <inkml:trace contextRef="#ctx0" brushRef="#br1" timeOffset="80634.08">22885 9850 1071 0,'0'0'126'0,"0"0"52"16,0 0-69-16,0 0-26 15,0 0-37-15,0 0-5 0,29 164-18 16,-15-91-13 0,-1-7-7-16,3-16-3 0,1-10 0 15,3-14-16-15,7-13-37 16,13-13-48-16,14-3-30 16,15-32-81-16,8-13-112 15,6-16-313-15</inkml:trace>
  <inkml:trace contextRef="#ctx0" brushRef="#br1" timeOffset="80834.23">23799 9555 863 0,'0'0'138'16,"0"0"96"-16,0 0-48 16,0 0-46-16,0 0-49 15,0 0-43-15,-27 27-11 16,-2 30-4-16,-11 9-23 15,-7 4-10-15,-6 6-9 0,-1 5-79 16,3-9-157-16,9-20-200 16,10-26-469-16</inkml:trace>
  <inkml:trace contextRef="#ctx0" brushRef="#br1" timeOffset="81017.17">23480 9647 1095 0,'0'0'83'16,"0"0"113"-16,0 0-86 0,0 0 8 16,0 0-36-1,0 0-18-15,134 109-40 0,-83-73-18 16,-4 0-6-16,-8-1-11 16,0 2-57-16,-10-3-142 15,-3-11-218-15,-1-8-372 16</inkml:trace>
  <inkml:trace contextRef="#ctx0" brushRef="#br1" timeOffset="81417.14">24186 9588 1039 0,'0'0'99'16,"0"0"70"-16,0 0-55 16,-42-113-45-16,44 81 3 15,27 3-23-15,4 5-33 16,3 8 6-16,-7 6-11 16,-9 10-3-16,-9 0-1 15,-10 23-7-15,-1 18 0 16,0 10 6-16,0 1-3 15,13-1 5-15,14-4 3 16,13-7 12-16,6-6 4 16,-3-11-7-16,-12-6-2 0,-16-9 1 15,-13-2 0-15,-2-1 1 16,-11 2-16-16,-20 3-4 16,-8 3 0-16,-7-4-25 15,4 0-20-15,-1-1-68 16,-7 2-118-16,-15-2-217 15</inkml:trace>
  <inkml:trace contextRef="#ctx0" brushRef="#br1" timeOffset="82117.59">18004 9458 828 0,'0'0'187'0,"0"0"-5"0,0 0-4 0,0 0-63 0,0 0-43 15,-164-23-8-15,107 100 14 16,6 22-21-16,13 5-23 15,18 0-6-15,15 3-13 16,5-13-5-16,23-6-9 16,19-14-1-16,12-18-18 0,4-12-35 15,6-17-82-15,-2-15-133 16,-7-12-118-16,-12-4-77 16</inkml:trace>
  <inkml:trace contextRef="#ctx0" brushRef="#br1" timeOffset="82303.27">18083 10010 401 0,'0'0'489'16,"0"0"-362"-16,0 0 69 16,0 0-95-16,0 0-63 15,0 0 28-15,72 84 1 16,-43-22 12-16,-14-3-29 16,-10-7-24-16,-5 0-3 15,-27 5-15-15,-40 10-8 0,-24 5-39 16,-14 3-163-1,-9-12-147-15,4-16-111 0</inkml:trace>
  <inkml:trace contextRef="#ctx0" brushRef="#br1" timeOffset="82634">17239 9726 1042 0,'0'0'147'0,"0"0"58"15,0 0-60-15,0 0-57 16,0 0-52-16,0 0-11 16,-27 74-5-16,-10 0-18 15,-1 6-2-15,-3 4-31 16,4-4-82-16,5-10-106 16,6-20-106-16,3-21-120 15</inkml:trace>
  <inkml:trace contextRef="#ctx0" brushRef="#br1" timeOffset="82803.95">16961 9940 884 0,'0'0'143'15,"0"0"51"-15,0 0-61 16,0 0-27-16,151 9-19 16,-98 20-23-16,3 11-42 15,2 4-22-15,0 4-6 16,-4 0-67-16,-12-6-78 15,-9-5-96-15,-20-16-117 16,-13-5-342-16</inkml:trace>
  <inkml:trace contextRef="#ctx0" brushRef="#br1" timeOffset="83184.1">16388 9815 963 0,'0'0'47'0,"0"0"131"16,0 0-65-16,0-122-48 15,45 94 15-15,1 14-26 0,-8 14-18 16,-9 4-27-1,-15 34-7-15,-10 6 4 0,-4 2-5 16,0 0 2-16,0-7 2 16,9-3 2-16,19-2 11 15,16 0 2-15,4 0-1 16,-1-3-8-16,-15-11-4 16,-15-7 3-16,-17-3-2 15,-7 9 4-15,-44 4 6 16,-16 8-18-16,-10-2-1 15,5-7-32-15,19-4-48 16,12-6-98-16,10-8-234 16</inkml:trace>
  <inkml:trace contextRef="#ctx0" brushRef="#br1" timeOffset="83717.42">18264 12019 439 0,'0'0'595'0,"0"0"-472"0,0 0 39 0,-56-116-111 16,99 79-32-16,5 10 19 15,6 9 11-15,-12 18-9 16,-15 0-12-16,-17 40-22 16,-10 13 13-16,-14 5 2 0,-15-1-5 15,6-8 8-15,13-8 1 16,10-7-4-16,20-3-9 16,28-7-4-16,12-4 9 15,-4-4-8-15,-20-2-3 16,-27-2-2-16,-14 8 1 15,-50 6 12-15,-28 5-12 16,-6 5-5-16,6-11-22 16,28-5-37-16,24-8-91 15,24-12-132-15,7-7-277 16</inkml:trace>
  <inkml:trace contextRef="#ctx0" brushRef="#br1" timeOffset="84067.48">18565 12025 1297 0,'0'0'155'0,"0"0"-40"16,0 0-53-16,0 0-55 15,0 0 10-15,143 121-17 16,-83-73-15-16,2-8-58 16,-5-8-79-16,-5-14-64 15,-16-13 22-15,-10-5 15 16,-12-23 63-16,-10-23 108 15,-4-10 8-15,0-5 109 16,0 5 56-16,-11 10 23 16,0 16 4-16,2 12-34 15,5 12-34-15,-1 6-27 0,1 40-54 16,-4 38-24-16,0 29 37 16,-3 17-31-16,0 2-16 15,-2-4-9-15,-1-1-4 16,-1-5-42-16,1-18-41 15,5-24-95-15,5-30-72 16,4-35-138-16,0-18-333 16</inkml:trace>
  <inkml:trace contextRef="#ctx0" brushRef="#br1" timeOffset="84417.48">19265 11458 1047 0,'0'0'9'0,"-170"-157"124"15,41 121 31-15,-25 27-71 16,-24 10-10-16,-18 63-8 16,-9 52-18-16,-3 53-13 15,12 50 21-15,24 35-28 16,39 13-12-16,50 3 3 16,58-14-22-16,42-31-6 15,86-35-1-15,64-55-17 16,53-46-4-16,28-54-2 15,21-35-16-15,-3-69 9 16,-13-59 25-16,-17-49 6 16,-24-43 4-16,-36-33 0 0,-53-25 18 15,-70-31 2-15,-57-9-11 16,-108 17-12-16,-79 49-1 16,-73 92-34-16,-56 111 1 15,-45 90 12-15,-8 101-128 16,10 61-185-16,23 12-332 15</inkml:trace>
  <inkml:trace contextRef="#ctx0" brushRef="#br1" timeOffset="85733.56">1558 7391 917 0,'-174'50'18'0,"-11"11"163"0,-2-3 10 0,6 1-97 0,17-6 4 0,35-12 2 0,44-14-26 0,59-20-26 16,50-7-25-1,96-37-18-15,80-33-4 0,79-32-1 16,69-19-22-16,46-13-9 16,27-14 5-16,3-3 4 15,-23 5 13-15,-27 11 9 16,-62 24 2-16,-78 32-2 15,-90 27-32-15,-97 32-63 16,-69 20 45-16,-116 56 6 16,-77 36-137-16,-62 41-105 15,-47 14 62-15,-21 12 13 16,-21 7-13-16,-8-3 224 16,4-10 211-16,27-11 7 15,51-26 15-15,78-30-52 16,89-37-23-16,112-44-76 0,93-27-51 15,132-64-20 1,109-42-6-16,91-38-5 0,65-25-7 16,33-14-13-1,7 4 1-15,-35 15-2 0,-70 24-75 16,-92 26-225-16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9T13:26:42.8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1972 3348 903 0,'0'0'26'0,"-135"0"50"0,83 0 94 0,19 0-110 0,15 0 6 15,18 0-1-15,20 0-19 16,51 4 0-16,39-2-10 0,37-2-12 15,26 0-15 1,12-3-8-16,0-10 6 0,-13 2-7 16,-18 0 2-1,-19 4 2-15,-19 2-2 0,-20 5-2 16,-27 0-19-16,-24 0-67 16,-23 6-10-16,-22 7-46 15,-2 1-65-15,-41-3 14 16,-17-2-38-16,-15-3-190 15</inkml:trace>
  <inkml:trace contextRef="#ctx0" brushRef="#br0" timeOffset="200.66">2458 3387 305 0,'-118'0'123'16,"6"5"14"-16,3 1-16 16,12 5-14-16,10 1 12 0,18-2-19 15,28-2-15-15,22-4-7 16,19-1-13-16,33 2-34 15,42-4 19-15,39-1-3 16,27 0-23-16,19 0-14 16,11-7-5-16,12-7 1 15,6 1-6-15,-2 4-4 16,6 4-68-16,-2-1-185 16,-4-5-145-16</inkml:trace>
  <inkml:trace contextRef="#ctx0" brushRef="#br0" timeOffset="950.45">5307 3352 496 0,'0'0'205'0,"0"0"-133"0,0 0 102 0,0 0-101 16,0 0-23-16,0 0-7 15,-13-14 4-15,100-1-23 16,13-6-11-16,8 6-8 15,-4-3-4-15,-8 3-1 16,-15 7-27-16,-27 4-73 16,-25 4-31-16,-29 0-60 15,-19 12 58-15,-48 10 7 16,-22 0 71-16,-16 3 55 16,-2-6 7-16,-2 2 40 15,15-6 60-15,23-4-33 0,27-4 4 16,30-5 12-16,14-2-14 15,42 0-45-15,37-6 10 16,32-12-15-16,18-2-15 16,9-2-9-16,1 4-2 15,-15 2 0-15,-21 9-10 16,-35 4-98-16,-31 3-172 16,-35 0-351-16</inkml:trace>
  <inkml:trace contextRef="#ctx0" brushRef="#br0" timeOffset="6534.46">8955 4236 375 0,'0'0'602'0,"0"0"-521"0,-16-119 115 0,16 94-92 15,0 11-8-15,0 6 13 16,0 8-39-16,0 0-33 16,0 40-17-16,0 32-3 15,0 30 24-15,-6 5-10 16,-1 0-21-16,-1-9-3 16,3-8-3-16,2-10 2 15,3-10-6-15,0-11-10 0,0-18-28 16,14-10-57-16,6-14-86 15,-2-16-39-15,-1-1-49 16,-1-34 15-16,-6-25 44 16,-10-15-141-16</inkml:trace>
  <inkml:trace contextRef="#ctx0" brushRef="#br0" timeOffset="6717.77">8964 4367 447 0,'0'0'100'15,"0"0"-12"-15,27-121-12 16,6 104-14-16,7 9 17 15,-1 8 1-15,-2 0 2 16,-6 18 20-16,-10 12-15 0,-13 2-44 16,-8 3-17-16,-18 8-3 15,-28-3-14-15,-17 0-9 16,-1-6-30-16,-1-5-29 16,5-8-59-16,11 0-80 15,8-9-167-15</inkml:trace>
  <inkml:trace contextRef="#ctx0" brushRef="#br0" timeOffset="7621.74">8411 5635 822 0,'0'0'103'0,"0"0"-21"0,0 0 116 0,0 0-151 0,0 0-2 0,0 0 23 16,94-85 2-16,-40 85-18 15,-10 18-12-15,-10 18-21 16,-17 10-12-16,-12 8 1 16,-5 3-5-16,-22 1-3 15,-23-8-13-15,-1-10-11 16,0-13 2-16,11-8-6 15,10-11 14-15,14-8-23 16,11 0 18-16,0-8-15 0,23-19-20 16,19-10 16-16,14 1 16 15,6 0-17-15,-2 1 23 16,-7-1 10-16,-10 5 6 16,-14 5 5-16,-14 2-1 15,-10 2 0-15,-5 1 32 16,0 3 3-16,-11 0 0 15,-12 4-7-15,2 4-4 16,0 6-9-16,-1 4 17 16,0 8-20-16,-3 24-8 15,9 16 8-15,10 11 12 16,6 1-13-16,4 2 0 16,19-5-12-16,4-4-3 0,2-8-10 15,2-7-38-15,2-10-35 16,3-12-77-16,2-13-110 15,4-3-66-15</inkml:trace>
  <inkml:trace contextRef="#ctx0" brushRef="#br0" timeOffset="7933.61">9215 5400 403 0,'0'0'178'0,"0"0"-64"0,-12-118 45 0,7 92-39 0,-1 5-1 16,4 12 9 0,-2 5-43-16,0 4-17 0,-2 1-17 15,-7 43-23-15,-6 27 1 16,-10 23 23-16,0 16-10 16,-6 11 1-16,-3 5-1 15,-3 4-4-15,6-2-16 16,6-8-6-16,7-7-12 15,7-15-3-15,10-13-1 16,5-17-7-16,0-20-56 16,4-14-61-16,21-18-76 15,6-11-164-15,3-5-173 16</inkml:trace>
  <inkml:trace contextRef="#ctx0" brushRef="#br0" timeOffset="8134.36">9203 6203 894 0,'0'0'64'0,"0"0"123"15,0 0-37-15,0 0-109 16,0 0 2-16,0 0-6 16,104-15-11-16,-32 9-14 15,5 0-12-15,-6 2-51 16,-5 4-64-16,-16 0-151 0,-12 0-86 15</inkml:trace>
  <inkml:trace contextRef="#ctx0" brushRef="#br0" timeOffset="10787.78">1895 2496 526 0,'0'0'16'0,"0"0"114"0,0 0 8 0,0 0-29 0,0 0-9 0,0 0 17 15,-8-60-48-15,6 116-33 16,-4 21 45-16,-1 15-18 16,1 4-7-16,-4-7-22 15,1 3-3-15,1-7-8 16,-1-2-7-16,2-5-10 16,7-5-2-16,0-10-1 15,0-10-2-15,0-12-1 16,0-10-35-16,18-15-63 15,7-12-42-15,6-4-56 16,-2-13 0-16,-2-25-4 16,-8-16-12-16,-12-12-44 0</inkml:trace>
  <inkml:trace contextRef="#ctx0" brushRef="#br0" timeOffset="11416.4">1883 2775 398 0,'0'0'83'0,"0"0"33"16,0 0-13-16,-75-112-31 15,66 91 16-15,9 0-5 16,4-4-23-16,45-5-38 16,29-2-7-16,24 0-10 15,21-1-4-15,18 0 1 16,7 3 0-16,9 1-1 16,1 10 2-16,-8 7-3 15,-6 4 4-15,-12 8-4 0,-17 0 4 16,-15 2-4-16,-15 16 2 15,-9 1 0-15,-9 4-1 16,-7-2 2-16,-6 0-2 16,-10-6-1-16,-6-3 3 15,-12-5 9-15,-7-1 23 16,-6-2 0-16,-2 0-13 16,-2 2-5-16,0 5 0 15,-1 5 1-15,4 5-5 16,1 9 7-16,-1 9 3 0,1-1-5 15,-3 2-4-15,-2-2 3 16,-4-4-4-16,-2-2 1 16,-2-2-4-16,0 0 0 15,0 3 4-15,0 0-5 16,0 8-2-16,0 0 3 16,0 8 2-16,0-1 0 15,0 0-4-15,-2-4-2 16,2-4-1-16,0-6-5 15,0-8 0-15,0-4 1 16,0-4 1-16,-4-2-1 16,-1-1 0-16,-2-4 1 15,-1 2-2-15,-3-4 3 16,-5 4 1-16,-9-4-2 16,-6 0-2-16,-11-5 2 0,-18-4-1 15,-17 0-2-15,-11 0 1 16,-15 0-2-16,-11 1-12 15,-5 8-31-15,-11 4-26 16,-4 14-78-16,3 5-71 16,0 4-54-16,6 3-323 15</inkml:trace>
  <inkml:trace contextRef="#ctx0" brushRef="#br0" timeOffset="13117.71">12523 4242 912 0,'0'0'69'0,"0"0"201"0,0 0-155 0,0 0 3 0,0 0-44 0,0 0-29 16,0 0-31-16,-25 71 24 0,16-8-10 15,0-7-16-15,2-4-7 16,1-10-3-16,-2-8 0 15,7-12-2-15,1-12 0 16,0-8-7-16,0-2 0 16,0 0-5-16,0-24-3 15,0-20 15-15,15-12 0 16,6-7-1-16,5 5 0 16,3 7 1-16,3 8 0 15,-1 13 1-15,-10 9 0 16,-5 13 1-16,2 8 5 15,2 8 1-15,0 33 9 16,7 15-1-16,-5 12-3 16,-2 6-7-16,1-3-4 0,-8-6 1 15,1-6-3-15,-4-7-4 16,-3-8-30-16,-3-10-47 16,-2-10-61-16,-2-12-29 15,0-6-80-15,0-6-20 16,-17 0 2-16,-14-19-206 15</inkml:trace>
  <inkml:trace contextRef="#ctx0" brushRef="#br0" timeOffset="13267.46">12431 4550 345 0,'0'0'241'0,"0"0"-134"0,0 0 38 16,0 0-73-16,0 0-26 15,0 0 19-15,185-24-19 16,-65 15-46-16,3-5-13 15,-8-1-92-15,-16-3-179 16</inkml:trace>
  <inkml:trace contextRef="#ctx0" brushRef="#br0" timeOffset="13921.13">12451 6146 880 0,'0'0'18'0,"0"0"57"0,0 0 72 0,0 0-130 0,0 0 27 16,0 0 42-16,155-89-21 15,-105 89-14-15,-17 9-11 16,-10 17-14-16,-21 10-8 0,-2 3 11 16,-23 5-6-16,-16 1 5 15,-9-4-9-15,4-6 9 16,4-7 0-16,14-10-5 16,7-7 6-16,13-8-11 15,6-3-9-15,0 0-1 16,0 2-7-16,22-2-1 15,25 0 0-15,19 0-8 16,8 0-62-16,-1-9-60 16,0-2-37-16,-9 1-109 15,-9 2-61-15,-10 0-111 16</inkml:trace>
  <inkml:trace contextRef="#ctx0" brushRef="#br0" timeOffset="14353.1">12999 6270 603 0,'0'0'61'15,"0"0"71"-15,0 0 28 0,0 0-113 16,0 0-8-16,0 0-1 16,69-106 1-16,-35 106-18 15,-6 0 7-15,-12 8 1 16,-12 20 8-16,-4 8-8 16,-8 4-6-16,-19-2-13 15,-2-2-4-15,2-9-2 16,10-10-3-16,5-4 2 0,12-11-3 15,0-2-7 1,7 0-16-16,22-20 15 0,7-10-1 16,-5-11-7-16,-5-3 5 15,-3-2 11-15,-7-2 1 16,-5 8 5-16,-7 9 4 16,-4 6 19-16,0 13 21 15,0 4-3-15,0 5 24 16,-15 3-33-16,-4 14-20 15,1 25-6-15,3 13 21 16,7 6 6-16,5 0-1 16,3-4-11-16,0-8-13 15,3-6-10-15,20-9-3 16,8-13-1-16,10-10-16 16,5-8-54-16,6 0-63 15,0-11-70-15,-6-18-90 16,-3-12-53-16</inkml:trace>
  <inkml:trace contextRef="#ctx0" brushRef="#br0" timeOffset="14604.78">13654 5809 606 0,'0'0'45'0,"7"-117"92"0,-7 73 4 16,0 13-31-16,0 11 39 15,0 9-4-15,0 11-47 16,-7 0-38-16,-4 50-37 15,-3 31 9-15,-5 23 51 16,0 14-29-16,1 3-13 16,1-5-17-16,-3 0-12 0,0-8-7 15,-1-7-4-15,7-10-1 16,2-11-17-16,5-14-81 16,7-12-107-16,0-23-161 15,0-14-239-15</inkml:trace>
  <inkml:trace contextRef="#ctx0" brushRef="#br0" timeOffset="14771.3">13678 6567 1029 0,'0'0'40'15,"0"0"144"-15,0 0-47 0,0 0-113 16,0 0-7-16,136-66-17 15,-60 46-7-15,-5-2-136 16,-13-2-216-16,-13-1-216 16</inkml:trace>
  <inkml:trace contextRef="#ctx0" brushRef="#br0" timeOffset="15540.78">15754 4315 901 0,'0'0'45'0,"0"0"216"0,0 0-78 0,0 0-54 0,0 0-29 0,0 0-40 16,8-46-37-1,-8 92-9-15,0 15 18 0,2 2-17 16,2-4-12-16,3-3-2 15,-3-6-1-15,-1-8-22 16,-3-4-47-16,0-11-119 16,0-6-89-16,0-13-177 15</inkml:trace>
  <inkml:trace contextRef="#ctx0" brushRef="#br0" timeOffset="15719.97">15444 4384 813 0,'0'0'61'0,"0"0"66"0,0 0-69 16,71-121-27-16,-9 97 9 15,11 4 5-15,8 12-34 16,-4 8-11-16,-7 4-42 16,-22 22-150-16,-16 8-356 15</inkml:trace>
  <inkml:trace contextRef="#ctx0" brushRef="#br0" timeOffset="16217.45">15637 5875 882 0,'0'0'44'0,"0"0"164"0,-18-106-39 0,18 90-66 0,0 8 28 16,0 5-28-16,0 3-43 15,0 0-27-15,0 36-13 16,0 17 3-16,10 13 12 16,3 4-18-16,-1-3-12 15,2-8-3-15,-5 1-2 16,0-10-16-16,2-5-61 16,0-7-128-16,3-14-99 15,1-18-154-15</inkml:trace>
  <inkml:trace contextRef="#ctx0" brushRef="#br0" timeOffset="16570.14">15945 5847 873 0,'0'0'13'0,"0"0"169"0,0 0 17 16,0 0-90-16,2-102-31 15,-2 99 16-15,0 3-56 16,-8 15-35-16,-2 29 3 15,-1 16-3-15,2 10 1 16,5 1-3-16,4-7-1 0,0-4-9 16,2-14-6-16,15-9-5 15,4-18-1-15,1-9 0 16,0-10 10-16,0 0 7 16,-1-2 4-16,-4-17 3 15,-3-4 1-15,-10-5 4 16,-4 2 12-16,0 0 4 15,-14 2-4-15,-15 7 4 16,-6 8-18-16,-1 6 0 16,-1 3-6-16,3 12-8 15,5 21-62-15,9 7-99 16,7-4-196-16,11-4-218 16</inkml:trace>
  <inkml:trace contextRef="#ctx0" brushRef="#br0" timeOffset="16838.66">16346 5928 1034 0,'0'0'39'16,"0"0"169"-16,0 0-41 15,0 0-45-15,0 0-46 16,0 0-21-16,4-65-31 0,25 105-4 15,4 14-3 1,-4 6-9-16,-2 1-8 0,-6-7-6 16,-2-10-39-16,-1-10-49 15,-3-10-59-15,-7-11-67 16,5-10-75-16,-9-3 7 16,-2-6 13-16</inkml:trace>
  <inkml:trace contextRef="#ctx0" brushRef="#br0" timeOffset="17066.52">16584 6023 185 0,'0'0'194'0,"0"0"-18"16,20-134-30-16,-16 102 7 16,1 10-30-16,-5 8-12 15,0 8 35-15,0 6-17 16,0 0-54-16,0 36-27 16,-12 29-15-16,-10 21 59 15,-4 18-36-15,-3 7-11 0,-2 8-14 16,-2-1-10-16,-4-11-13 15,8-13 1-15,5-14-8 16,2-12 1 0,9-12-2-16,1-21-7 0,8-16-37 15,2-10-42-15,2-9-90 16,-2-9-105-16,-5-26-155 16</inkml:trace>
  <inkml:trace contextRef="#ctx0" brushRef="#br0" timeOffset="20066.18">8449 6555 873 0,'0'0'78'0,"0"0"133"0,0 0-58 0,0 0-44 15,0 0 10-15,0 0-34 16,0 0-39-16,0 0-25 0,-9-63-18 16,9 116-1-1,0 21 27-15,0 12-12 0,5 5-7 16,-5 1-2-16,0-2 0 15,0-4-6-15,0-6-1 16,0-9 2-16,0-9-3 16,0-10 3-16,0-7-3 15,2-12 1-15,12-4-3 16,5-4 0-16,12-7 0 16,17-4-1-16,14-5 2 15,21-5-6-15,30-4-8 16,36 0-8-16,46 0 6 15,52-18 4-15,51-4 7 16,40-5 4-16,34 1 3 16,4-1-1-16,-7 2 2 0,-13-1-2 15,-32 0-2-15,-33 3 2 16,-37 6 2-16,-40-1 1 16,-51 0-1-16,-52 6-2 15,-49 4-2-15,-37 2 2 16,-24 6 0-16,-1 0 0 15,-17 0 3-15,-11 0 1 16,3 0-4-16,11 0-1 16,12 0-24-16,2 0-82 15,0 2-38-15,12 4-18 16,5-4-105-16,2-2-107 16</inkml:trace>
  <inkml:trace contextRef="#ctx0" brushRef="#br0" timeOffset="20400">13017 6828 791 0,'0'0'44'0,"0"0"128"0,-18-106 14 0,14 87-84 0,1 9 16 15,3 6-13-15,0 4-29 16,0 0-42-16,0 6-13 16,0 34-12-16,0 18 9 15,0 10-2-15,0 3-6 16,3-6-10-16,3-9-2 15,-2-6-19-15,-2-9-64 16,-2-7-67-16,0-3-139 16,0-9-112-16</inkml:trace>
  <inkml:trace contextRef="#ctx0" brushRef="#br0" timeOffset="43789.73">9924 8019 959 0,'0'0'172'0,"0"0"54"0,0 0-96 0,0 0-7 0,0 0-29 15,0 0-32-15,0 0-26 16,-38-83-16-16,38 83-8 16,0 32-4-16,0 21-2 15,12 12 11-15,1 8-11 16,-4-6-2-16,-3 3-4 15,-3-6-8-15,-3 0-20 16,0-6-21-16,0-12-101 16,0-14-110-16,0-20-148 15,-7-12-101-15</inkml:trace>
  <inkml:trace contextRef="#ctx0" brushRef="#br0" timeOffset="43968.08">9614 8145 780 0,'0'0'93'0,"0"0"65"16,0 0-73-16,27-132-24 16,23 91 8-16,12 4-30 15,9 2-14-15,0 12-19 16,-3 14-6-16,-16 9-31 16,-13 20-181-16,-20 24-135 0,-14 10-303 15</inkml:trace>
  <inkml:trace contextRef="#ctx0" brushRef="#br0" timeOffset="44117.4">9815 8518 906 0,'0'0'22'0,"0"0"82"16,0 0-7-16,0 0-75 16,0 0 39-16,0 0-28 15,173-11-19-15,-78-18-14 16,11-7-171-16,-1-5-196 15</inkml:trace>
  <inkml:trace contextRef="#ctx0" brushRef="#br0" timeOffset="44335.84">10597 8351 1152 0,'0'0'32'0,"0"0"148"16,0 0-97-16,0 0-77 16,0 0-1-16,0 0 18 15,156-23-23-15,-44 1-16 16,-12-1-165-16,-24 9-133 16,-25 7-128-16</inkml:trace>
  <inkml:trace contextRef="#ctx0" brushRef="#br0" timeOffset="44470.25">10728 8512 886 0,'0'0'80'16,"0"0"165"-16,-117 54-138 15,117-52-62-15,24-2-37 16,52-17 1-16,33-22-9 16,27-13-76-16,4-7-262 15,-12 1-410-15</inkml:trace>
  <inkml:trace contextRef="#ctx0" brushRef="#br0" timeOffset="44967.75">11453 8225 1061 0,'0'0'26'15,"0"0"146"-15,0 0-147 16,0 0-16-16,73-126-5 16,-9 109 11-16,-3 10 2 15,-10 7-4-15,-17 4 1 16,-20 26-8-16,-14 12 5 16,-6 4 2-16,-31 4-8 15,-10-5 8-15,2-8-4 0,11-12 1 16,12-11-2-16,16-13-5 15,6-1-3-15,4-1-12 16,25-27 12-16,10-12 2 16,-2-7 0-16,-5-7-2 15,-6 0 4-15,-8 0-4 16,-9 6 3-16,-4 12 1 16,-5 11 9-16,0 10 29 15,0 11 22-15,-12 4-21 16,-3 0-6-16,-3 23-19 15,-2 26-4-15,6 11 11 16,12 4 2-16,2-5-8 0,0-8-13 16,16-7-3-16,15-7-2 15,9-11-1-15,10-14-15 16,7-12-47-16,5 0-50 16,0-26-113-16,-4-14-197 15,-13-13-112-15</inkml:trace>
  <inkml:trace contextRef="#ctx0" brushRef="#br0" timeOffset="45217.67">12217 7707 733 0,'0'0'141'0,"0"0"47"0,0 0-30 0,0 0-26 16,0 0-32-16,0 0-2 0,-40-81-43 15,40 116-33-15,0 32 20 16,0 27 32-16,-5 22-36 15,1 11-6-15,-3 5-13 16,-1 0-3-16,-5-5-10 16,3-11-6-16,-1-7 0 15,4-16-14-15,7-22-31 16,0-19-71-16,0-20-118 16,20-24-121-16,3-8-91 15</inkml:trace>
  <inkml:trace contextRef="#ctx0" brushRef="#br0" timeOffset="45387.06">12325 8440 830 0,'0'0'100'0,"0"0"51"16,0 0-54-16,0 0 14 16,185-34-31-16,-95 10-37 15,-9-2-23-15,-15 2-20 16,-24 5-40-16,-21 6-180 15,-21 1-253-15</inkml:trace>
  <inkml:trace contextRef="#ctx0" brushRef="#br0" timeOffset="46983.8">9641 10557 685 0,'0'0'108'0,"0"0"73"0,-13-133 19 0,-14 85-75 16,-10 6-44-16,-8 13 11 16,-4 12-23-16,-5 17-21 0,1 9-17 15,1 39-10 1,10 16-8-16,11 12-2 0,18 7-9 16,13-1 1-16,11-4-1 15,36-7-2 1,15-12 0-16,12-9-2 0,-1-4 2 15,-11-6 0-15,-15-6 3 16,-22-5-2-16,-25-4 0 16,-7 4 7-16,-44-3 18 15,-18 1 5-15,-9-9-10 16,-5-3-5-16,12-11-12 16,15-4-2-16,21 0-2 15,28-14-20-15,9-14-107 16,45-3-234-16,15 0-208 15</inkml:trace>
  <inkml:trace contextRef="#ctx0" brushRef="#br0" timeOffset="47217.54">10210 10481 1224 0,'0'0'64'0,"0"0"171"15,0 0-126-15,0 0-39 16,0 0-11-16,0 0-40 16,-89 28-6-16,91 55 5 15,17 5-13-15,2 4 0 0,-1-4-5 16,-3-2-4 0,-3-7-34-16,-3-11-113 0,-2-16-321 15</inkml:trace>
  <inkml:trace contextRef="#ctx0" brushRef="#br0" timeOffset="47418.53">10551 11067 1297 0,'0'0'41'16,"0"0"82"-16,0 0-45 15,0 0-59-15,118-28 12 16,-20 6-23-16,2-5-8 0,-13 4-131 16,-25 2-230-16,-26 12-225 15</inkml:trace>
  <inkml:trace contextRef="#ctx0" brushRef="#br0" timeOffset="47550.86">10722 11168 631 0,'0'0'278'0,"0"0"-128"15,0 0 48-15,0 0-122 16,0 0-55-16,0 0-1 16,85 14-20-16,26-61-28 15,-2-15-233-15,-9 0-245 16</inkml:trace>
  <inkml:trace contextRef="#ctx0" brushRef="#br0" timeOffset="47951.18">11856 10368 907 0,'0'0'80'16,"-44"-153"143"-16,34 100-20 15,6 23-63-15,2 18-26 16,2 12-42-16,0 6-41 15,0 46-18-15,6 23-7 16,10 23 2-16,-1 6-6 16,-1 3-2-16,-1-6-10 15,-3-7-61-15,-4-11-135 16,-6-24-156-16,0-27-154 16</inkml:trace>
  <inkml:trace contextRef="#ctx0" brushRef="#br0" timeOffset="48135.58">11781 10462 816 0,'0'0'39'0,"17"-147"58"16,26 86 36-16,7 15-54 15,2 19 20-15,-10 17 2 16,-11 10-33-16,-23 29-47 16,-8 22-16-16,-29 11 2 15,-25-1-7-15,0-9-9 16,6-7-23-16,17-9-50 15,17-8-106-15,14-10-131 16,8-8-332-16</inkml:trace>
  <inkml:trace contextRef="#ctx0" brushRef="#br0" timeOffset="48333.97">12425 10319 508 0,'0'0'638'16,"0"0"-482"-16,0 0 60 15,0 0-91-15,0 0-72 16,0 0-30-16,0-20-10 16,0 80-4-16,0 12-4 15,0 3-5-15,6 1-4 16,1-1-45-16,-7-2-193 0,0-16-211 16,-5-24-317-16</inkml:trace>
  <inkml:trace contextRef="#ctx0" brushRef="#br0" timeOffset="48484.58">12271 10371 1004 0,'0'0'23'0,"0"0"94"16,-12-113 6-16,48 81-106 16,15 9-17-16,9 10-63 15,7 10-132-15,0 3-119 16,-7 0-385-16</inkml:trace>
  <inkml:trace contextRef="#ctx0" brushRef="#br0" timeOffset="48650.11">12763 10162 884 0,'0'0'151'0,"0"0"59"16,0 0-82-16,0 0-41 16,0 0 1-16,0 0 2 15,11 139-49-15,0-77-24 16,3 0-15-16,-8-2-2 15,-1 2-14-15,-3-12-99 16,-2-10-126-16,0-15-132 16,0-19-128-16</inkml:trace>
  <inkml:trace contextRef="#ctx0" brushRef="#br0" timeOffset="48934.06">12774 10238 704 0,'0'0'69'0,"0"0"74"0,109-118-55 15,-62 102 13-15,-3 13 2 16,-5 3-16-16,-15 36-64 16,-13 15-15-16,-11 14 3 15,-8 1-11-15,-25-3 4 16,-4-8-4-16,-1-11 5 16,5-7 3-16,8-16-7 15,10-7-1-15,15-4 0 16,0 1-1-16,17 1 1 15,28 5 3-15,8 4-2 16,10 4-1-16,-3-6-29 0,-4 3-36 16,-9-3-30-16,-7 0-14 15,-16-1-80-15,-17-2-175 16</inkml:trace>
  <inkml:trace contextRef="#ctx0" brushRef="#br0" timeOffset="49218.11">11575 11237 1184 0,'0'0'67'0,"0"0"-4"0,0 0-6 16,0 0-26-16,187 6 1 15,-4-24 13-15,49-10 6 16,37-1-4-16,10-4-24 16,-3 5-16-16,-27 2-5 15,-41 9-4-15,-46 6-8 16,-52 6-80-16,-54 5-66 16,-52 0-94-16,-26 9-142 15</inkml:trace>
  <inkml:trace contextRef="#ctx0" brushRef="#br0" timeOffset="49517.86">12398 11484 969 0,'0'0'51'0,"0"0"183"0,0 0-31 16,0 0-69-16,0 0-58 16,0 0-37-16,-60-40-21 15,73 90-7-15,5 16 5 16,-1 8-16-16,-1 4 0 15,-1-1-24-15,-3-5-194 16,-3-19-262-16</inkml:trace>
  <inkml:trace contextRef="#ctx0" brushRef="#br0" timeOffset="50101.49">12683 11493 1093 0,'0'0'76'16,"0"0"62"-16,0 0-10 0,0 0-89 16,0 0-1-16,0 0-4 15,-60-21-25-15,60 63-1 16,0 16-3-16,0 3-5 16,0-1 3-16,6-5-3 15,17-9 0-15,6-14-1 16,2-13-13-16,2-17-15 15,3-2-15-15,-7-6 12 16,-7-20-2-16,-9-8 11 16,-13-4 16-16,0-9 6 15,-19 1-1-15,-12 4-2 16,-4 4 3-16,7 8 1 0,10 6 1 16,11 4-1-16,7 2-1 15,11-1 0-15,27 2-3 16,9 3 2-16,7 5-17 15,-4 8-15-15,-2 1 9 16,-11 1 12-16,-12 27 5 16,-10 11-4-16,-7 5 7 15,-8 9 5-15,0 1 1 16,0 2-1-16,8-2 1 16,5-7 1-16,8-8 1 15,1-15-1-15,4-10-1 16,3-13 2-16,2-1 9 15,0-11 8-15,-4-24 7 16,-4-10 9-16,-7-11 22 0,-16-9 4 16,0 1 6-16,-27 1-3 15,-27 4-38-15,-8 17-15 16,-5 18-9-16,-3 24-3 16,-3 6-64-16,-2 36-192 15,-7 10-390-15</inkml:trace>
  <inkml:trace contextRef="#ctx0" brushRef="#br0" timeOffset="50885.49">9739 13378 520 0,'0'0'518'0,"0"0"-401"0,0 0-28 0,81-130-65 0,-25 115 7 16,-3 12 13-16,-13 3 2 15,-15 42-32-15,-19 20-4 16,-6 13-4-16,-12 3-4 16,-21-7 3-16,-2-15-4 15,6-17 2-15,9-15-1 16,13-15-1-16,7-9-1 16,0 0-7-16,16-33-6 15,15-15 10-15,7-18 6 16,-7-15-1-16,-2 0 0 15,-11 1 0-15,-7 16 8 0,-8 21 21 16,-3 15 35 0,0 20 24-16,-5 8-40 0,-18 20-26 15,2 39-16-15,0 19-3 16,13 8 3-16,8 0-1 16,0-10 0-16,19-8-5 15,14-11-2-15,15-14-4 16,8-12-33-16,6-17-114 15,5-14-114-15,-5 0-214 16</inkml:trace>
  <inkml:trace contextRef="#ctx0" brushRef="#br0" timeOffset="51335.54">11143 13626 910 0,'0'0'131'0,"0"0"69"0,0 0-102 0,0 0-70 15,0 0-16-15,0 0 18 16,50 43-8-16,25-43-22 0,8-5-42 16,-10-7-232-1,-15 4-159-15</inkml:trace>
  <inkml:trace contextRef="#ctx0" brushRef="#br0" timeOffset="51483.51">11168 13847 861 0,'0'0'113'0,"0"0"45"16,0 0-52-16,0 0-70 16,0 0-22-16,0 0-14 15,233-29-17-15,-96-9-226 16,-4-6-200-16</inkml:trace>
  <inkml:trace contextRef="#ctx0" brushRef="#br0" timeOffset="52283.96">12232 13265 922 0,'0'0'53'0,"0"0"78"0,0 0-28 0,48-119-59 0,7 91 1 0,6 10 20 16,-4 14 11-16,-12 4-14 15,-20 20-34-15,-25 24-18 16,0 17-2-16,-36 9-1 16,-11 0-7-16,3-9 2 15,5-14 0-15,13-19-2 16,14-14-5-16,12-14-7 0,0 0-26 16,19-18-7-1,20-24 40-15,9-14 5 0,-4-8 0 16,-7-2 1-16,-8 5 0 15,-10 11 1-15,-17 12 25 16,-2 11 16-16,0 8 9 16,-12 11-6-16,-3 8-9 15,-5 0-14-15,7 27-7 16,6 18-13-16,7 15 6 16,2 0 3-16,30-3-4 15,10-7 1-15,5-10-6 16,3-10-3-16,8-12-6 15,-1-14-15-15,5-4-37 16,-6 0-77-16,-12-20-111 16,-11-8-190-16</inkml:trace>
  <inkml:trace contextRef="#ctx0" brushRef="#br0" timeOffset="52684.58">13061 13076 834 0,'0'0'141'0,"0"0"48"0,0 0-52 0,0 0-84 0,0 0-32 15,0 0 39 1,79 98-5-16,-19-44-35 0,4-2-10 16,1 1-10-16,-9-8-15 15,-10-8-141-15,-10-15-168 16,-12-16-274-16</inkml:trace>
  <inkml:trace contextRef="#ctx0" brushRef="#br0" timeOffset="52851.24">13387 13030 959 0,'0'0'172'0,"0"0"-8"15,0 0-91-15,0 0-31 16,-114 120-3-16,96-48-25 0,1 8-9 16,-6 9-5-16,-6 1-60 15,-9-6-204-15,-6-12-266 16</inkml:trace>
  <inkml:trace contextRef="#ctx0" brushRef="#br0" timeOffset="53333.54">13848 12959 865 0,'0'0'133'0,"0"0"111"0,0 0-62 0,-51-113-46 0,48 104-51 0,3 9-24 15,0 6-27-15,0 42-23 16,0 19 5-16,0 16 14 16,0 6-19-16,11-3-8 15,1 3-3-15,1-5 0 16,-1-15-21-16,1-13-78 16,3-24-184-16,-1-25-263 15</inkml:trace>
  <inkml:trace contextRef="#ctx0" brushRef="#br0" timeOffset="53669.78">14154 12908 1059 0,'0'0'146'0,"0"0"-20"16,0 0-18-16,0 0-67 15,0 0 0-15,0 0-20 16,-67 0-15-16,67 58 2 15,0 15-6-15,0 4 3 16,11 1-4-16,11 0-1 16,2-3-5-16,3-13-15 15,2-13-24-15,-2-22 4 16,0-13 0-16,-7-11 35 0,-1-3 5 16,-5-13 7-1,-7-18 16-15,-7-8 5 0,0-2 10 16,-7 8-1-16,-20 4-15 15,-8 11 4-15,-6 13-14 16,1 5-12-16,7 14-25 16,6 22-80-16,12-1-138 15,8-4-406-15</inkml:trace>
  <inkml:trace contextRef="#ctx0" brushRef="#br0" timeOffset="54001.15">14721 13002 1027 0,'0'0'167'0,"0"0"7"0,0 0-102 16,0 0-20-16,0 0-8 0,0 0 51 16,89 126-37-16,-37-71-38 0,-1 2-13 15,-4 1-7-15,-9-4-24 16,-7-9-82-16,-11-11-168 15,-8-20-208-15</inkml:trace>
  <inkml:trace contextRef="#ctx0" brushRef="#br0" timeOffset="54169.62">15051 12940 803 0,'0'0'193'0,"0"0"35"16,0 0-105-16,-129 62-86 15,91 6 9-15,6 15-9 16,7 4-24-16,4 7-13 0,3 3-19 16,5-9-182-16,-1-14-298 15</inkml:trace>
  <inkml:trace contextRef="#ctx0" brushRef="#br0" timeOffset="55017.87">15332 13028 599 0,'0'0'124'0,"0"0"90"0,0 0 30 0,0 0-88 0,0 0-40 16,0 0-11-16,-13-48-25 16,13 48-21-16,0 0-20 15,0 10-17-15,0 34-17 16,0 24 16-16,2 16 2 16,7 7-14-16,4-4-6 15,3-8-3-15,-1-7-5 16,3-18-19-16,-3-12-41 15,1-16-97-15,-5-16-174 16,-7-10-212-16</inkml:trace>
  <inkml:trace contextRef="#ctx0" brushRef="#br0" timeOffset="55334.71">15350 13066 601 0,'0'0'184'16,"0"0"-62"-16,0 0-40 15,0 0-11-15,133-98 13 16,-86 98 10-16,-4 0-22 16,-16 29-42-16,-19 15-24 15,-8 12 4-15,-8 3-6 16,-29 6-2-16,-11-3-1 16,-4-4-1-16,4-10-2 15,5-18 2-15,14-8 0 16,16-10-1-16,13-6 0 15,0 1-8-15,24 6 7 0,27 3 2 16,17 8 3 0,11 3-2-16,6-2-1 0,-9 0-2 15,-7-6-12-15,-16-2-20 16,-14-3-47-16,-18-2-112 16,-14-1-119-16,-7 2-287 15</inkml:trace>
  <inkml:trace contextRef="#ctx0" brushRef="#br0" timeOffset="55800.62">12732 14185 861 0,'0'0'106'0,"0"0"-15"0,0 0-21 0,0 0-32 0,0 0-12 0,0 0 12 16,113 60 23-1,53-60-19-15,44-2-24 0,43-22-3 16,28-6 10-16,17 2 10 16,0 0-19-16,-3 2 4 15,-19 6 17-15,-29-1 3 16,-26 3-12-16,-38 7-13 15,-46 2-11-15,-45 8-4 16,-47 1-10-16,-45 0-88 16,-25 16-55-16,-60 7-65 15,-37 8-106-15,-28-6-271 16</inkml:trace>
  <inkml:trace contextRef="#ctx0" brushRef="#br0" timeOffset="56135.38">13512 14490 1071 0,'0'0'185'0,"0"0"33"16,0 0-67-16,0 0-44 15,0 0-44-15,0 0-25 16,-38-32-21-16,42 90-7 16,9 12 2-16,-1 8-11 15,1-3-1-15,2-3-13 16,3-12-46-16,5-4-71 15,-1-17-170-15,-2-16-147 16,-2-19-352-16</inkml:trace>
  <inkml:trace contextRef="#ctx0" brushRef="#br0" timeOffset="56700.84">13794 14586 881 0,'0'0'92'0,"0"0"112"16,0 0-51-16,0 0-51 15,0 0-34-15,0 0-22 16,0-52-31-16,0 88-9 16,0 12 0-16,0 6 3 15,13-8-6-15,8-3-1 16,4-6-2-16,4-6 1 16,4-13-2-16,2-13-5 15,-1-5 4-15,-1 0 2 16,-4-18 0-16,-9-9 2 0,-9-6 3 15,-11-5-4 1,0-4 3-16,-27-2-4 16,-12 0-11-16,-8 12-9 0,-2 4-3 15,5 12 7-15,12 10 7 16,14 2 5-16,18 4 0 16,0-2-7-16,36 0-28 15,20-6 26-15,15 3-5 16,5 4 0-16,-5-2-12 15,-9 3 18-15,-8 0 11 16,-16 17 1-16,-16 10 1 16,-13 14 12-16,-9 8 4 15,0-3-2-15,0 2-2 16,0-4-2-16,0-8-8 0,6-6-1 16,26-10 0-16,7-9 3 15,4-11-2-15,1 0 3 16,-3-17-2-16,-5-19 0 15,-9-2 5-15,-14-9 28 16,-13 0 31-16,0-3-32 16,-39-7-2-16,-20 7-14 15,-12 8-20-15,-10 16-11 16,-8 21-75-16,2 5-67 16,-9 5-230-16</inkml:trace>
  <inkml:trace contextRef="#ctx0" brushRef="#br0" timeOffset="57317.57">12868 12635 629 0,'0'0'215'0,"0"0"12"0,51-104 22 0,-51 104-101 15,-12 16-17-15,-38 52-87 16,-26 38-37-16,-24 37 1 16,-15 19-7-16,-7 24-1 15,-3 10-64-15,-2 5-156 16,-4-2-192-16,2-21-384 0</inkml:trace>
  <inkml:trace contextRef="#ctx0" brushRef="#br0" timeOffset="57819.57">11050 12978 829 0,'0'0'175'0,"0"0"41"0,0 0-95 0,0 0-78 0,-192 96-31 0,78 14 1 15,-6 27-6-15,-5 13-1 16,9 11-6-16,1 3-21 16,3-2-57-16,8 2-75 15,12-3-14-15,12-7-38 16,7-8-169-16</inkml:trace>
  <inkml:trace contextRef="#ctx0" brushRef="#br0" timeOffset="58769.05">10397 15804 771 0,'0'0'193'0,"0"0"35"0,-41-123-57 0,37 97-40 16,4 9-10-16,-2 12-47 0,0 5-12 16,2 0-27-1,0 4-13-15,0 32-12 0,0 22 0 16,0 13-5-16,4 4-1 16,0-3-1-16,-2-5-3 15,4-4-4-15,-2-8-17 16,5-3-27-16,7-15-38 15,1-12-141-15,3-15-143 16,-2-10-94-16</inkml:trace>
  <inkml:trace contextRef="#ctx0" brushRef="#br0" timeOffset="59366.86">10595 15837 518 0,'0'0'392'0,"0"0"-223"16,0 0-32-16,0 0-42 15,0 0-21-15,0 0-12 16,-7-92-22-16,7 118-23 16,0 18-8-16,0 14-1 15,0 5-8-15,7-6 6 16,11-10-6-16,1-7-7 16,8-10-14-16,2-16 0 15,3-7 4-15,1-7 1 16,-2 0-2-16,-4-11 9 15,-13-16 4-15,-12 0 1 16,-2-9 4-16,-20-4 1 16,-20-4 1-16,-7 7-2 0,0 3-1 15,12 11 1-15,8 0 2 16,13 9 1-16,14-3 3 16,2-2-6-16,37-1-1 15,11 2 0-15,15 4 0 16,5 5 0-16,-6 7-2 15,-4 2 3-15,-11 0 0 16,-14 11-1-16,-10 11-3 16,-11 4-1-16,-10 10 2 15,-4 5 2-15,0 3 2 0,0 6 0 16,0 0 0 0,2 2 0-16,11-7 1 0,10-7 0 15,4-13-2-15,8-13 1 16,5-12-1-16,3 0 1 15,1-22 1-15,-4-14 2 16,-7-8 0-16,-11-10 6 16,-12-4 33-16,-10-4-2 15,-11 3-6-15,-29 3-11 16,-7 10-8-16,-6 16-8 16,-5 20-8-16,-4 10-21 15,1 8-80-15,1 30-90 16,0 6-115-16,8 0-275 15</inkml:trace>
  <inkml:trace contextRef="#ctx0" brushRef="#br0" timeOffset="59717.99">10073 16548 839 0,'0'0'138'0,"0"0"-35"0,0 0-40 0,0 0 15 0,0 0 14 16,148 1-1-16,-26-11-13 15,30 6-13-15,26-6-3 16,5 2-21-16,4-10-15 15,-9 0-11-15,-21-1 1 16,-22-2-9-16,-31 7-4 16,-32 5-3-16,-36 6 0 15,-34 3-23-15,-6 0-21 16,-50 3-88-16,-19 20-71 16,-14 13-77-16,-7 4-47 15,3 8-306-15</inkml:trace>
  <inkml:trace contextRef="#ctx0" brushRef="#br0" timeOffset="60185.83">10796 16798 725 0,'0'0'257'0,"0"0"-29"0,0 0-55 0,0 0-26 0,0 0-41 15,0 0-43-15,-45-36-17 16,45 78-16-16,2 24 11 15,14 4-24-15,-3 2-15 16,1-5-2-16,-3-8-1 0,-3-6-21 16,4-9-50-16,3-17-74 15,6-8-118-15,-2-19-173 16,3 0-331-16</inkml:trace>
  <inkml:trace contextRef="#ctx0" brushRef="#br0" timeOffset="60533.58">11067 16790 827 0,'0'0'124'16,"0"0"89"-16,0 0-64 0,0 0-40 15,0 0-37 1,0 0-13-16,-22-72-24 0,22 97-22 16,0 22-3-16,0 11 0 15,5 4-9-15,8 1 1 16,0-2-3-16,5-7 3 15,0-9-4-15,2-10-10 16,2-16 0-16,-2-15-11 16,3-4 14-16,-4 0 6 15,0-14 3-15,-4-8 0 16,-8-4 6-16,-5-1 1 16,-2 4 12-16,0 6-1 15,-22 3 2-15,-7 4-9 16,-7 10-6-16,-1 0-5 15,3 0 0-15,5 14-20 0,9 4-49 16,9 0-79 0,6 0-105-16,5-6-176 0</inkml:trace>
  <inkml:trace contextRef="#ctx0" brushRef="#br0" timeOffset="60951.81">12317 16462 1017 0,'0'0'210'0,"0"0"-62"0,0 0-87 0,0 0-16 0,0 0-7 16,0 0 9-16,136 5-22 16,-64-5-25-16,-3 0-24 15,-11 0-74-15,-19 0-79 16,-23 0-126-16,-16 10-124 16</inkml:trace>
  <inkml:trace contextRef="#ctx0" brushRef="#br0" timeOffset="61083.94">12371 16718 37 0,'0'0'662'16,"0"0"-433"-16,0 0-76 16,0 0-52-16,0 0-48 15,0 0-16-15,98 28-19 16,14-48-18-16,17-7-64 0,0-9-116 16,-13-4-163-16</inkml:trace>
  <inkml:trace contextRef="#ctx0" brushRef="#br0" timeOffset="61401.81">13385 16212 739 0,'0'0'188'0,"0"0"-21"0,0 0 6 15,0 0-18-15,0 0-18 16,0 0-53-16,-21-52-33 16,21 96-11-16,0 19 18 15,5 3-36-15,1 2-15 16,2-2-7-16,-3-2-3 15,3-6-43-15,0-5-60 16,0-22-156-16,0-17-120 16,-1-14-144-16</inkml:trace>
  <inkml:trace contextRef="#ctx0" brushRef="#br0" timeOffset="61719.91">13429 16258 686 0,'0'0'153'16,"0"0"-42"-16,43-122-46 15,-3 100 20-15,-1 14-7 16,-1 8 3-16,-5 0-35 16,-14 28-28-16,-13 12-9 15,-6 9-5-15,-8-1-4 16,-28-2-1-16,-9-7-11 16,-6-2-2-16,2-7 3 15,5-8 2-15,10-8 9 16,14-6 0-16,20 2 6 15,0 8 0-15,42 4-4 0,23 9 11 16,15 4 3 0,7 1-8-16,0 0-4 0,-7-8-4 15,-8-7 3-15,-15-7-3 16,-18-6 0-16,-18-7-61 16,-16-1-105-16,-5 0-56 15,-11 0-213-15</inkml:trace>
  <inkml:trace contextRef="#ctx0" brushRef="#br0" timeOffset="63999.86">10334 17477 946 0,'0'0'73'0,"0"0"115"0,0 0-110 0,0 0-47 16,0 0 26-16,0 0 0 16,0 0-22-16,-35 36 23 15,108-82 36-15,22-16-40 16,29-14-29-16,16-18-12 16,7 1-8-16,-7 7-5 15,-15 16-8-15,-21 15-76 16,-21 20-88-16,-25 18-115 15,-29 12-212-15</inkml:trace>
  <inkml:trace contextRef="#ctx0" brushRef="#br0" timeOffset="64550.68">11422 17413 1060 0,'0'0'181'0,"0"0"28"16,0 0-89-16,0 0-58 16,0 0 5-16,0 0-31 15,-50 36-23-15,50 28 2 16,0 15-6-16,0-3-6 15,0-4-1-15,0-14-2 0,0-14 0 16,0-16-3 0,0-19-4-16,0-9-2 0,0 0-5 15,0 0-7-15,0-23-2 16,8-3 23-16,2-10 1 16,11 10-1-16,0 8-3 15,4 12 3-15,2 6-4 16,0 0-19-16,2 0-37 15,0 0-1-15,-4 0 6 16,-8 0 18-16,-5 0 20 16,-8 0 12-16,-2-18 5 15,-2-4 10-15,0-3 18 0,0 6 16 16,-12 1 8 0,4 10-2-16,3 4 4 0,3 4-4 15,2 0-21-15,0 40-22 16,0 13 3-16,17 14-6 15,6-1-4-15,-3-11-1 16,-2-1-31-16,-7-10-38 16,-4 1-72-16,-7-14-105 15,0-10-294-15</inkml:trace>
  <inkml:trace contextRef="#ctx0" brushRef="#br0" timeOffset="65101.36">9853 16262 781 0,'0'0'97'0,"0"0"68"0,0 0-45 0,0 0-49 16,0 0-22-16,0 0-17 15,20 59 32-15,80-90 1 0,25-11-46 16,18-6-10 0,15-10-4-16,17 0 5 0,4 0 3 15,-5 0 2-15,-9 8-7 16,-29 5-8 0,-29 9-6-16,-27 14-54 0,-34 5-71 15,-32 8-89-15,-14 3-89 16,-47 6-382-16</inkml:trace>
  <inkml:trace contextRef="#ctx0" brushRef="#br0" timeOffset="65850.45">10635 15155 653 0,'0'0'212'0,"0"0"-126"16,0 0-22-16,0 0-19 15,-127 0 28-15,107 4-31 16,9-4 23-16,1 0-24 16,7-12 3-16,3-16-20 15,0 0-20-15,0-2-1 16,6 8-3-16,10 10 4 0,1 12-4 15,2 0 5-15,2 22 6 16,6 20 6-16,-4 13 7 16,-5 7-8-16,-14 0 1 15,-4-2-5-15,-6-4 3 16,-23-6-12-16,-6-9 5 16,2-14-7-16,5-10 4 15,5-11-2-15,10-6 2 16,4 0 0-16,0-15 0 15,9-20-5-15,0-6 2 16,0 5-2-16,9 10 0 16,7 12 0-16,1 6 0 15,6 8-2-15,-1 0 1 16,6 8 1-16,1 6 0 0,0 2 0 16,6-4 0-16,-4-8 1 15,-3-4-1-15,3 0 1 16,-2-4-1-16,-2-15 1 15,-2-8 0-15,-9-3 0 16,-5-5 4-16,-7 2 1 16,-4-3 4-16,0 5 5 15,0 12 0-15,0 10 12 16,0 9 10-16,0 0-17 16,0 0-13-16,0 0-7 15,0 27-1-15,0 5 0 16,27 4 1-16,8-1 0 15,5-4 4-15,-1-3-2 0,-8-1 3 16,-12-10 5 0,-11 1-6-16,-8 1 1 0,-3 2 1 15,-25 2-6-15,-4-2-22 16,3-11-69-16,9-6-16 16,6-4-68-16,8 0-124 15,1-29-148-15</inkml:trace>
  <inkml:trace contextRef="#ctx0" brushRef="#br0" timeOffset="66050.92">10896 15187 508 0,'0'0'142'0,"0"0"-4"0,-3-108 0 0,21 62-25 0,15-12 18 16,15-2-13-16,1 0-20 16,-1 12-16-16,-5 7-38 15,-14 11-27-15,-11 12-9 16,-12 8-3-16,-6 6 1 15,0 4-6-15,0 0 0 16,-11 0-47-16,-13 8-30 16,-5 10-18-16,4 6-54 15,-4 5-104-15,3 4-199 16</inkml:trace>
  <inkml:trace contextRef="#ctx0" brushRef="#br0" timeOffset="68449.78">6154 4113 403 0,'0'0'391'0,"0"0"-347"0,0 0 33 0,71-121-25 15,-30 99 5-15,3 15 47 0,0 7-19 16,2 8-27 0,-7 37 1-16,-12 17-23 0,-13 19-6 15,-14 11-15-15,-3 14-5 16,-25 9-1-16,-8 3-4 16,4 6 2-16,9 4 6 15,13 7 4-15,10 5-1 16,4 4-6-16,33-7-5 15,9-13-3-15,10-23 0 16,4-27 1-16,0-24-3 16,-2-22 2-16,-5-22-1 15,-6-6 0-15,-9-12 3 16,-11-16-3-16,-14-6 3 16,-13-2-2-16,0 1 0 0,-24 5-2 15,-17 15 0-15,-11 12-6 16,-11 3 0-16,-7 32 6 15,2 21 3-15,1 19-2 16,9 18 1-16,14 18 6 16,13 18 4-16,17 22 5 15,14 20 5-15,0 12-10 16,8 15-5-16,15-2-7 16,-1-5 4-16,-1 0 0 15,-8-15-2-15,-11-12 0 16,-2-14-1-16,-11-16 8 15,-28-15-4-15,-7-16 3 16,-5-19 6-16,4-22 15 0,7-20-15 16,8-18-8-16,9-15-6 15,0-6-19-15,1-16-69 16,-7-25-179-16,-16-16-329 16</inkml:trace>
  <inkml:trace contextRef="#ctx0" brushRef="#br0" timeOffset="73035.93">16234 17668 1208 0,'0'0'104'0,"0"0"29"0,0 0-62 0,0 0-40 0,0 0 37 16,152-75 10-16,-32 44-26 16,19-1-16-16,3-3-2 15,-6 13-13-15,-15 3-10 16,-31 7-11-16,-32 7-1 15,-29 5-16-15,-25 0-32 0,-6 8-86 16,-40 24-116 0,-22 8-313-16</inkml:trace>
  <inkml:trace contextRef="#ctx0" brushRef="#br0" timeOffset="73503.55">16662 17776 1028 0,'0'0'268'0,"0"0"-139"16,0 0-36-16,0 0 17 15,0 0-38-15,0 0-39 0,-5 14-16 16,5 43-2 0,0 10-2-16,0 10-4 0,0-12-8 15,0-10 2-15,0-18-3 16,0-16 0-16,0-13-6 15,0-8 0-15,0 0-5 16,0 0 4-16,0-14-6 16,13-12 12-16,14 0 1 15,9 4 0-15,5 8-1 16,-4 10 1-16,1 4-4 16,-5 0 3-16,-4 0-7 15,-6-4-6-15,-8 4 9 16,-8-6 3-16,-7-6 2 15,0-6 5-15,0-4-2 0,0 0 7 16,-4 8 6 0,-3 6 9-16,2 2-3 0,5 6-2 15,0 0-6-15,0 9-10 16,0 28-3-16,16 21 4 16,3 4 2-16,2 5-6 15,-3-5-1-15,-7-4-2 16,-6 0-26-16,-5-4-69 15,0 1-120-15,-34-11-215 16</inkml:trace>
  <inkml:trace contextRef="#ctx0" brushRef="#br0" timeOffset="74034.45">15976 17339 947 0,'0'0'176'0,"0"0"-55"0,0 0-46 0,0 0 4 0,0 0-30 0,0 0-20 16,-67 36-21-16,58 26 2 15,4 9 0-15,3 1-2 16,2 0-1-16,0-1-3 15,9-14-3-15,11-7 4 16,5-13-5-16,-3-21 0 16,-1-11 2-16,0-5 1 15,-2-1 5-15,-9-30 10 0,-7-5 14 16,-3-11 0 0,0 5-3-16,-13 7-10 0,-10 7-2 15,5 12 0-15,3 10-8 16,1 6-9-16,3 0-6 15,5 10-44-15,1 15-56 16,5 4-104-16,0-3-169 16,5-12-308-16</inkml:trace>
  <inkml:trace contextRef="#ctx0" brushRef="#br0" timeOffset="74268.06">16479 17062 924 0,'0'0'98'0,"0"0"78"15,-38-131-7-15,38 118-41 16,0 9-10-16,0 4-54 16,0 22-49-16,0 32-12 15,11 30 1-15,7 10-4 16,3 9-8-16,3-9-102 15,2 0-76-15,3-14-158 16,1-17-171-16</inkml:trace>
  <inkml:trace contextRef="#ctx0" brushRef="#br0" timeOffset="74733.89">17817 16848 816 0,'0'0'154'0,"-12"-117"24"0,7 82-13 0,1 16-28 0,2 15-11 0,-2 4-46 0,-8 40-40 16,-8 40-23-16,-4 41 15 16,-5 27 2-16,0 7-12 15,4 3-10-15,0-2-5 0,2-6-6 16,2-11-1 0,1-18-43-16,0-19 14 0,4-30-108 15,3-24-95-15,2-38-123 16,4-10-185-16</inkml:trace>
  <inkml:trace contextRef="#ctx0" brushRef="#br0" timeOffset="74983.45">17447 17227 241 0,'0'0'484'0,"0"0"-263"16,0 0-52-16,0 0-93 15,0 0-58-15,0 0-12 16,-79-4 7-16,90 30 3 15,16-16 6-15,0-7 4 16,-5-3 28-16,-4-3 6 0,-12-21 21 16,-6-10-11-16,0 1-32 15,-22-2-12-15,-8 8-15 16,2 5-11-16,8 12-7 16,7 10-93-16,11 10-66 15,2 21-257-15,6 9-141 16</inkml:trace>
  <inkml:trace contextRef="#ctx0" brushRef="#br0" timeOffset="75203.16">17767 17375 777 0,'0'0'190'0,"0"0"-42"0,0 0-49 16,-4 102-25-16,4-84-33 15,0-14 1-15,0 1 1 16,0-5 17-16,2 0 28 15,0-18 1-15,-2-5-20 16,0 5-28-16,-6 4-15 16,-17 6-17-16,-2 8-9 15,2 0-8-15,2 19-47 16,5 12-95-16,3 4-133 16,7-4-352-16</inkml:trace>
  <inkml:trace contextRef="#ctx0" brushRef="#br0" timeOffset="76583.5">1600 4778 436 0,'-129'32'427'0,"-12"5"-370"0,-1 2 181 0,-3 4-81 0,10 3-49 15,12-2 16-15,30-6-14 16,30-11-32-16,32-12-41 16,31-9-20-16,33-6-17 15,63-13 0-15,56-40 7 16,50-32-5-16,47-28 1 16,37-19-3-16,22-13 0 0,12-6 0 15,-4 1-6-15,-15 11 4 16,-39 22-4-16,-60 31-5 15,-69 36-41-15,-77 39-53 16,-56 17-41-16,-94 56-14 16,-66 26-73-16,-58 28-111 15,-45 23 6-15,-37 11 91 16,-33 13 96-16,-12 4 151 16,4-1 328-16,16 1-80 15,30-8-14-15,41-18-16 16,52-28-31-16,64-40-82 15,77-40 9-15,66-33-34 16,111-53-62-16,87-57 22 0,80-41-28 16,62-35-12-1,59-19 1-15,39-5-2 0,13-6-6 16,-8 13 0-16,-36 22-40 16,-69 27-100-16,-88 36-296 15</inkml:trace>
  <inkml:trace contextRef="#ctx0" brushRef="#br1" timeOffset="80634.89">18272 2921 891 0,'0'0'22'0,"0"0"61"0,0 0-24 0,-144-86 3 16,59 96-19-16,-15 33 5 16,-1 13 18-16,4 17-27 15,13 20 1-15,14 17-11 0,15 16 8 16,12 24 0-16,12 23-6 16,10 14-5-16,13 21 0 15,8 13-3-15,0 10-5 16,0 19-4-16,8 26-5 15,6 18-3-15,-1 18 1 16,3 15-2-16,2 8 23 16,2 27-10-16,7 6 1 15,8 9 2-15,5 5-2 16,10 5-8-16,3 9-1 16,8 11-1-16,1 8-7 15,2 9 3-15,1 5 0 16,-3 0-3-16,-2 3 1 0,5-6-1 15,2 1 8-15,4 10-3 16,7 2-1-16,1-2-3 16,-6 5-2-16,-2-15-1 15,-7 6 7-15,-4-7 2 16,-2 12 3-16,-6-9-7 16,-14-10 2-16,-20-21-7 15,-18-38 1-15,-4-24-1 16,-50-36-17-16,-31-19-31 15,-38-31-88-15,-30-35-239 16,-45-51-409-16</inkml:trace>
  <inkml:trace contextRef="#ctx0" brushRef="#br1" timeOffset="91000.9">3719 3413 643 0,'0'0'19'0,"0"0"108"0,0 0-7 0,0 0-65 0,0 0-3 16,0 0 35-16,0 0-6 15,0 0-15-15,11 125-30 16,12-106 7-16,-2-7-19 16,2-6-1-16,-1-6-1 15,5-2-6-15,4-29-7 16,5-10 3-16,4-14-9 16,3-4-2-16,5-5-1 15,8 0 0-15,6 3-7 16,10 3-76-16,8 10-126 0,0 8-134 15</inkml:trace>
  <inkml:trace contextRef="#ctx0" brushRef="#br1" timeOffset="91469.53">6019 3385 718 0,'0'0'23'0,"0"0"107"0,0 0-38 0,0 0 4 0,0 0 13 16,0 0-48-16,-39-40-40 15,44 55 3-15,13 7 11 16,0-3-15-16,-1-7 0 15,2-7-7-15,0-5-2 0,1 0-2 16,5-23 1-16,2-15-3 16,2-15-3-16,4-5-2 15,3-4-1 1,8-3-1-16,5 2-1 0,7 10-33 16,-2 20-104-16,-10 12-150 15,-13 20-241-15</inkml:trace>
  <inkml:trace contextRef="#ctx0" brushRef="#br1" timeOffset="94303.16">19015 3623 998 0,'0'0'83'0,"0"0"152"0,0 0-107 0,0 0-18 0,0 0-34 0,0 0-16 16,0 0-30-16,-24 68 19 16,24 27-16-16,0 1-14 15,4 0-18-15,7-4 1 16,2-9-2-16,-2-13-4 16,2-14-8-16,-1-14-16 15,-5-18-15-15,-1-12-18 16,-4-10-7-16,-2-2-2 0,0-25 55 15,0-30 0 1,0-23-13-16,-6-16 12 0,1-12-15 16,5 3 5-16,0 9 15 15,19 22 5-15,10 24 6 16,8 13 0-16,7 21-3 16,-1 11 3-16,-5 3 2 15,-7 11 2-15,-14 22 8 16,-14 7 0-16,-3 10-2 15,-44 7-1-15,-30 2-9 16,-15-3-32-16,0-6-46 16,4-10-105-16,16-9-38 0,13-13-220 15</inkml:trace>
  <inkml:trace contextRef="#ctx0" brushRef="#br1" timeOffset="94951.85">21453 3970 673 0,'0'0'132'0,"42"-149"82"0,-24 94-6 0,-7 18-49 0,-5 15-62 15,-4 13 29-15,-2 9-42 16,0 9-48-16,0 40-21 16,-15 23-9-16,-12 16 0 0,-2-1 0 15,-2-9-5-15,6-14-1 16,8-18-7-16,5-18 1 15,8-16-13-15,4-12-3 16,0 0 15-16,0-24 7 16,4-26 2-16,15-16-1 15,3-12-1-15,-3-5 1 16,7 9-1-16,-2 10 3 16,-5 20-1-16,-6 22 12 15,-3 16 3-15,-1 6 2 16,5 19-14-16,4 31 8 15,8 13 2-15,0 9-7 16,1-2-2-16,-4 0-6 0,0-2-1 16,-8-4 1-16,-9 1-21 15,-2-7-50-15,-4-10-89 16,0-12-95-16,0-16-119 16,-6-15-6-16</inkml:trace>
  <inkml:trace contextRef="#ctx0" brushRef="#br1" timeOffset="95117.42">21276 4146 722 0,'0'0'134'15,"0"0"42"-15,0 0-44 16,0 0-39-16,0 0-38 0,0 0-38 16,56-37 7-16,53 24-24 15,23 1-34-15,14 1-195 16,8-9-146-16</inkml:trace>
  <inkml:trace contextRef="#ctx0" brushRef="#br1" timeOffset="95566.14">24169 3863 817 0,'0'0'98'0,"0"0"148"0,3-128-88 16,-3 113-18-16,0 11-18 16,0 4-41-16,0 0-21 15,7 22-35-15,3 22 2 16,1 14-2-16,2 11-7 15,-4-2-15-15,-4-2-3 16,-5-2-5-16,0-8-17 16,0-7-64-16,-5-9-86 15,-4-12-64-15,0-14-80 16,-4-13-57-16</inkml:trace>
  <inkml:trace contextRef="#ctx0" brushRef="#br1" timeOffset="95751.72">23880 3888 582 0,'0'0'64'0,"0"0"57"16,43-128-2-16,11 91-44 15,11 5-19-15,8 7-5 16,5 8-10-16,2 11-19 16,-2 6-18-16,-9 6 1 15,-15 33-5-15,-23 15-73 16,-27 10-186-16,-4 3-212 15</inkml:trace>
  <inkml:trace contextRef="#ctx0" brushRef="#br1" timeOffset="98150.5">18714 5302 665 0,'0'0'56'0,"0"0"153"0,0 0-34 0,-18-113-38 16,16 87-20-16,2 8-21 16,0 7 9-16,0 5-29 15,0 6-10-15,0 0-21 16,0 6-28-16,9 27 2 0,2 16-7 16,-2 7-2-16,-6 6-5 15,3 0-5-15,1-5 0 16,-1-4-7-16,1-5-41 15,4-7-52-15,-4-5-71 16,0-7-68-16,-5-7-74 16,-2-12-59-16</inkml:trace>
  <inkml:trace contextRef="#ctx0" brushRef="#br1" timeOffset="98650.8">19033 5105 461 0,'0'0'79'0,"18"-134"27"0,-7 72 25 0,-5 12-7 0,-2 14-21 15,-4 10 40-15,0 15-24 16,0 9-31-16,0 2 3 16,-4 25-41-16,-11 33-22 15,-5 26 16-15,-3 22-2 16,-1 18-6-16,2 18-12 16,-1 5-13-16,1 0-5 15,2-7-4-15,4-11-2 16,8-8-18-16,5-14-75 15,3-18-145-15,0-28 26 0,9-22-162 16,9-28-154-16</inkml:trace>
  <inkml:trace contextRef="#ctx0" brushRef="#br1" timeOffset="98833.77">19100 5685 694 0,'0'0'75'0,"0"0"124"15,0 0-48-15,0 0-16 16,0 0-59-16,0 0-8 16,11-68-18-16,13 60-36 15,21-4 2-15,17-1-6 16,9 2-10-16,1-2-14 0,-3 3-110 16,-13 4-115-16,-23 3-157 15</inkml:trace>
  <inkml:trace contextRef="#ctx0" brushRef="#br1" timeOffset="106034.23">21461 5472 73 0,'0'0'754'0,"0"0"-650"0,0 0 68 0,0 0-91 0,-71-136-23 16,86 96-19-16,28 8-4 15,6 7-10-15,5 12 0 16,-10 10-7-16,-9 3-4 15,-12 20-6-15,-19 22-3 16,-4 13 3-16,-13 5 7 16,-29 0 10-16,-12-9-3 15,-2-2 7-15,5-11 0 16,9-9-3-16,17-11-2 16,12-9-14-16,7-4-4 0,6-1-6 15,6-4 0-15,36 0 0 16,29 0 1-16,18 0-1 15,12-9-39-15,-1 2-98 16,-12-1-121-16,-11 0-109 16,-15-6-260-16</inkml:trace>
  <inkml:trace contextRef="#ctx0" brushRef="#br1" timeOffset="106333.49">22147 5028 567 0,'0'0'90'0,"0"0"49"0,-8-133-5 15,8 105-16-15,0 8 36 16,-3 5-47-16,3 10-12 16,0 2-8-16,-4 3-28 15,-5 40-32-15,-7 31-8 16,-4 33 45-16,-7 24-26 15,3 16-11-15,2 11-8 16,2-1-12-16,4-7-5 16,5-9-2-16,11-11-6 15,0-19-35-15,0-20-82 16,20-25-109-16,3-34-90 0,1-25-148 16</inkml:trace>
  <inkml:trace contextRef="#ctx0" brushRef="#br1" timeOffset="106517.48">22234 5703 829 0,'0'0'86'0,"0"0"102"16,0 0-91-16,0 0-26 16,0 0-16-16,0 0 28 15,165-58-19-15,-93 36-46 16,-10 3-17-16,-16 7-1 15,-19 11-56-15,-22 1-160 0,-5 7-194 16</inkml:trace>
  <inkml:trace contextRef="#ctx0" brushRef="#br1" timeOffset="109433.43">24166 5047 630 0,'0'0'67'0,"0"0"108"0,0 0-57 0,0 0 27 0,0 0-23 15,0 0-42-15,0-94 19 16,0 92-11-16,0 2-34 0,0 0-18 16,0 33-19-16,0 14-1 15,0 14 19-15,0 8-20 16,0 5-4-16,0 1-10 15,-2-5-1-15,2-6 0 16,0-11-19-16,0-12-77 16,0-11-119-16,13-12-91 15,10-16-44-15,1-2-143 16</inkml:trace>
  <inkml:trace contextRef="#ctx0" brushRef="#br1" timeOffset="109768.62">24456 5069 643 0,'0'0'74'0,"0"0"79"16,0 0-41-16,0 0 0 0,0 0 1 15,0 0-13-15,-25-58-51 16,12 94-30-16,0 14-1 16,6 14-10-16,4 4-3 15,3 5-2-15,0-5-3 16,0-8 0-16,14-10 0 15,10-12-3-15,3-14-7 16,2-10-6-16,-2-11 5 16,0-3 8-16,-3-11 3 15,-9-15 12-15,-7-8-9 16,-8-4 3-16,0-1 6 16,-18 8-9-16,-11 7-2 0,-5 12-2 15,-3 12 0-15,3 0-1 16,1 20-22-16,6 14-119 15,9-2-179-15,11-2-148 16</inkml:trace>
  <inkml:trace contextRef="#ctx0" brushRef="#br1" timeOffset="109986.83">24750 5211 382 0,'0'0'531'0,"0"0"-384"16,0 0 47-16,0 0-109 16,0 0-20-16,0 0-31 15,51 73 3-15,-13-23-28 16,0 0-9-16,1-4 0 16,-1-6-80-16,-1-6-176 15,-8-14-59-15,-5-12-75 16</inkml:trace>
  <inkml:trace contextRef="#ctx0" brushRef="#br1" timeOffset="110185.58">25100 5198 607 0,'0'0'103'15,"0"0"102"1,0 0-80-16,0 0 9 0,0 0-6 16,0 0-67-16,-38-35-26 15,25 101-11-15,1 19 52 16,-3 12-29-16,-3 2-39 15,-2-5-2-15,-2 6-4 16,-7 3-2-16,-2-7-10 16,0-6-39-16,-1-16-78 15,6-19-91-15,1-21-76 16,2-18-77-16</inkml:trace>
  <inkml:trace contextRef="#ctx0" brushRef="#br1" timeOffset="113117.6">19115 6595 1009 0,'0'0'103'0,"0"0"125"0,0 0-127 0,0 0-2 16,0 0-18-16,0 0-28 16,0 0-24-16,-31-76-15 15,31 108-6-15,0 16 3 16,0 8 3-16,2 2-10 16,3 4 0-16,-1 1-3 15,0-9 3-15,-3-6-4 16,3-14 1-16,-4-14-2 15,0-5 1-15,0-10-3 16,0-1-2-16,0-4 1 0,0 0-7 16,5 2 3-16,10 0 6 15,18-2-3-15,27 0 5 16,28 0-10-16,30-11-8 16,36-8-6-16,21-3 3 15,24-2 7-15,15 0-4 16,0 0 11-16,4 6 1 15,0 4 6-15,-13 4 1 16,-13 1 7-16,-23 4-2 16,-28 3 4-16,-30 0 6 15,-38 2-15-15,-33 0-1 16,-24 0 0-16,-14 0-7 16,-2 0-6-16,0 0-49 0,-2 0-76 15,-9 4-6-15,4-3-129 16,7-1-32-16,0-14-221 15</inkml:trace>
  <inkml:trace contextRef="#ctx0" brushRef="#br1" timeOffset="113333.85">21753 6276 287 0,'0'0'563'0,"0"0"-473"0,0 0 96 0,0 0-73 0,0 0-43 0,0 0-41 16,-63 33 9 0,69 22 46-16,15 10-47 0,2 0-21 15,-1 4-16-15,-11 2-18 16,-7-2-75-16,-4-3-106 16,0-6-75-16,-17-11-193 15</inkml:trace>
  <inkml:trace contextRef="#ctx0" brushRef="#br1" timeOffset="114151.46">19826 7533 724 0,'0'0'80'0,"0"0"129"0,0 0 20 0,-14-102-85 0,14 88 8 0,0 8-57 15,3 4-19-15,2 2-34 16,3 19-20-16,7 25-8 16,-1 16 9-16,-1 5-17 15,1 1-6-15,-3-5-2 16,0-7-12-16,0-8-31 15,-4-12-52-15,-3-10-100 16,-4-12-76-16,0-7-107 16,-13-5 19-16</inkml:trace>
  <inkml:trace contextRef="#ctx0" brushRef="#br1" timeOffset="114336.64">19608 7572 599 0,'0'0'79'16,"0"0"54"-16,6-125-20 15,23 87-34-15,11-2-14 16,16 6 2-16,4 0-25 16,9 8-21-16,-5 14-19 15,-12 12-2-15,-14 2-100 16,-20 38-118-16,-18 12-124 16</inkml:trace>
  <inkml:trace contextRef="#ctx0" brushRef="#br1" timeOffset="114489.47">19768 7936 852 0,'0'0'21'16,"0"0"91"-16,0 0 19 15,0 0-45-15,0 0-20 16,0 0-21-16,158-9-33 16,-69-27-12-16,3-5-35 15,-3-1-140-15,-16-2-188 16</inkml:trace>
  <inkml:trace contextRef="#ctx0" brushRef="#br1" timeOffset="114669.96">20387 7720 603 0,'0'0'276'15,"0"0"-166"1,0 0 94-16,0 0-95 0,0 0-46 15,0 0-42-15,58-20 7 16,21-6-28-16,-6 2-40 16,-9 10-189-16,-19 6-72 15,-19 6-83-15</inkml:trace>
  <inkml:trace contextRef="#ctx0" brushRef="#br1" timeOffset="114817.06">20499 7820 709 0,'0'0'63'0,"0"0"62"0,0 0 6 16,0 0-41-16,0 0-40 16,0 0-30-1,58 4-20-15,22-40-1 0,5-2-133 16,-5-2-93-16,-11-4-147 16</inkml:trace>
  <inkml:trace contextRef="#ctx0" brushRef="#br1" timeOffset="115318.29">21029 7443 410 0,'0'0'77'0,"0"0"51"16,0-112-1-16,0 73 25 15,0 8-36-15,0 3 23 16,0 8-23-16,0 7-15 16,0 10 4-16,0 0 4 15,0 3-42-15,0 9-25 16,-2 24-23-16,-7 16 4 16,0 11 7-16,9 0-20 15,0-2-4-15,0 3-6 16,9-13 0-16,-2-10-9 0,-3-12-12 15,-2-13-15-15,0-10-1 16,-2-3 7-16,0 0 16 16,0-26 13-16,-2-18-8 15,-13-13 6-15,1-2 2 16,6-2 1-16,-4 9 0 16,8 12 4-16,-1 13 8 15,3 12 8-15,0 7 9 16,2 8-6-16,0 0-6 15,0 0-11-15,0 16-5 16,0 18 0-16,13 14-1 16,7 0 0-16,3 0-20 15,-1-6-49-15,0-6-107 16,-2-8-46-16,-5-12-102 16,-5-7-68-16</inkml:trace>
  <inkml:trace contextRef="#ctx0" brushRef="#br1" timeOffset="115601.07">21272 7128 130 0,'0'0'504'0,"9"-117"-424"0,-9 72 78 0,0 9-35 16,0 12 18-16,0 12-12 15,0 8-11-15,0 4-31 0,0 0-29 16,0 14-32-1,0 35-17-15,0 18 20 0,-7 16 17 16,1 2-12 0,-2 4-16-16,4 1-10 0,-2 0-5 15,1-1-3-15,-1-7-24 16,-1-10-59-16,2-11-84 16,5-12-98-16,0-16-130 15,0-18-365-15</inkml:trace>
  <inkml:trace contextRef="#ctx0" brushRef="#br1" timeOffset="115851.39">21528 7365 422 0,'0'0'450'0,"0"0"-326"0,0 0 41 16,0 0-49-16,0 0-41 15,0 0-38-15,89-24 24 16,-20 11-10-16,3-4-27 16,-5 3-1-16,-11 2-10 15,-14 6 1-15,-18 2-9 16,-13 3-5-16,-11 1-22 16,-2 5-74-16,-36 23-79 15,-13 3-340-15</inkml:trace>
  <inkml:trace contextRef="#ctx0" brushRef="#br1" timeOffset="121233.77">18429 10014 916 0,'0'0'58'0,"0"0"120"0,0 0 0 16,0 0-55-16,0 0-24 15,0 0-12-15,0 0-33 16,0 0-24-16,-36-46-12 16,36 115 0-16,0 20 20 15,0 11-21-15,7-2-10 16,6-13-6-16,0-5-1 16,-1-12-2-16,1-10-24 15,3-11-62-15,1-15-135 16,-1-23-134-16,-1-9-66 0</inkml:trace>
  <inkml:trace contextRef="#ctx0" brushRef="#br1" timeOffset="121567.57">18473 10217 731 0,'0'0'114'0,"0"0"10"16,-10-139-25-16,33 104-30 15,25 6-7-15,3 9-1 16,4 12-19-16,-8 8-2 15,-13 15-25-15,-14 33-13 16,-20 13 1-16,0 13 3 16,-31 3-4-16,-16-6-4 0,-7-10-2 15,1-11 4 1,6-12 4-16,7-12-3 0,13-9 3 16,14-12-2-16,13-3-2 15,0-2-7-15,28 0 1 16,22 4 6-16,10 3 2 15,5 8-1-15,-5 7 0 16,0 0 2-16,-6 5-5 16,-8-5 2-16,-3-4-10 15,-8 0-120-15,-1-5-122 16,-3-12-157-16</inkml:trace>
  <inkml:trace contextRef="#ctx0" brushRef="#br1" timeOffset="121850.4">19427 9813 798 0,'0'0'71'16,"0"0"77"-16,0 0 21 15,0 0-70-15,0 0-17 16,0 0-13-16,-85-17-25 15,74 95 4-15,-3 41 25 16,-3 19-16-16,-7 13-20 16,-1 12-14-16,-6-7-11 15,-3-11-8-15,7-13-3 0,3-23-2 16,9-21-10-16,8-24-30 16,3-24-99-16,4-30-84 15,0-10-161-15,0-48-118 16</inkml:trace>
  <inkml:trace contextRef="#ctx0" brushRef="#br1" timeOffset="122101.83">19004 10234 697 0,'0'0'19'0,"0"0"20"15,0 0 56-15,0 0-20 16,-42 107-27-16,52-101 27 0,11-6 3 15,1 0-6-15,-7-9 9 16,-4-18 0-16,-9-3-24 16,-2 2-19-16,0 4 5 15,-8 6-12-15,-5 10-12 16,-1 8-19-16,5 9-11 16,7 37-120-16,2 9-157 15,2 6-224-15</inkml:trace>
  <inkml:trace contextRef="#ctx0" brushRef="#br1" timeOffset="122385.45">19409 10663 898 0,'0'0'31'0,"0"0"13"15,0 0 43-15,0 0-7 16,0 0-4-16,0 0-2 16,72 63 4-16,-55-69-8 15,-7-8-9-15,-10-6-7 16,0 2 5-16,-8-1-23 16,-15 2-17-16,-4 7-12 0,-2 10-5 15,4 0-2-15,7 6-23 16,11 17-113-1,7 4-164-15,0-9-363 0</inkml:trace>
  <inkml:trace contextRef="#ctx0" brushRef="#br1" timeOffset="122734.77">20028 10644 1184 0,'0'0'47'16,"0"0"37"-16,0 0 28 16,0 0-29-16,0 0-35 15,0 0-5-15,25 0-1 16,20 0-35-16,3-2-7 16,6-7-33-16,-2 2-77 15,-6-1-70-15,-13 2-142 16,-17 6-120-16</inkml:trace>
  <inkml:trace contextRef="#ctx0" brushRef="#br1" timeOffset="122901.51">20022 10899 737 0,'0'0'142'0,"0"0"-58"15,0 0-1-15,118-17-1 16,-40-5-58-16,12 2-20 15,-4 0-4-15,-10 4-5 16,-18 5-163-16,-27 2-354 16</inkml:trace>
  <inkml:trace contextRef="#ctx0" brushRef="#br1" timeOffset="142117.7">912 10143 839 0,'0'0'35'0,"0"0"122"0,-76-125 38 0,67 103-68 16,7 6-53-16,2 12 41 15,0 4-14-15,0 0-37 16,0 12-34-16,0 40-20 16,2 22 15-16,11 16 1 15,3 3-13-15,1-11-7 16,6-4-2-16,4-7-4 16,0-12-12-16,4-10-23 15,-2-11-74-15,-2-13-80 16,-3-12-100-16,-4-13-138 15,-6 0-333-15</inkml:trace>
  <inkml:trace contextRef="#ctx0" brushRef="#br1" timeOffset="142484.43">1203 10154 772 0,'0'0'19'0,"0"0"126"15,0 0 13-15,0 0-15 16,-66-104-52-16,64 103-11 15,2 1-15-15,0 0-34 16,0 35-29-16,0 21 0 16,0 12 7-16,4 6-5 15,10-3-2-15,1-11 2 16,3-8-4-16,6-11-8 16,1-16-11-16,4-13 1 15,0-12-12-15,0 0 13 16,-5-14 17-16,-6-16 2 0,-9-6-2 15,-9-3 8-15,0 0-4 16,-18 7 8-16,-15 10 7 16,-5 10-4-16,0 12 0 15,4 0-5-15,8 15-10 16,8 12 0-16,16 3-3 16,2 3-58-16,13-4-100 15,20-3-141-15,6-8-43 16</inkml:trace>
  <inkml:trace contextRef="#ctx0" brushRef="#br1" timeOffset="142701.41">1453 10218 63 0,'0'0'706'16,"0"0"-596"-16,-22-142 68 16,20 112-15-16,-1 12-46 15,3 10 8-15,0 8-26 16,0 6-62-16,8 34-27 15,13 14 10-15,10 10-7 16,6 3-11-16,3-9-2 16,6-6-25-16,3-10-53 15,-1-16-54-15,-7-14-81 16,-3-12-72-16,-11-6 18 0,-7-32-78 16</inkml:trace>
  <inkml:trace contextRef="#ctx0" brushRef="#br1" timeOffset="142918.71">1818 10049 155 0,'0'0'334'15,"-48"-115"-154"-15,25 80-1 16,2 10-33-16,7 16 16 16,2 9-22-16,6 0-32 15,4 34-59-15,2 24-14 16,0 34 17-16,0 19 10 16,18 17-7-16,1 21-2 15,2 6-17-15,-6 2-14 16,-4-6-15-16,2-12-3 15,-1-21-1-15,1-22-2 16,5-24-1-16,0-25-10 16,6-29-71-16,3-18-87 0,7-22-103 15,-2-40-152-15</inkml:trace>
  <inkml:trace contextRef="#ctx0" brushRef="#br1" timeOffset="143167.46">2193 10237 989 0,'0'0'33'0,"0"0"98"0,0 0-16 15,0 0-65-15,0 0-30 16,0 0 9-16,82-33-1 15,16-21-19-15,5-2-9 16,-14 6-47-16,-22 13-156 16,-29 24-103-16,-32 13-235 15</inkml:trace>
  <inkml:trace contextRef="#ctx0" brushRef="#br1" timeOffset="143319.54">2222 10546 819 0,'0'0'126'16,"0"0"11"-16,0 0-44 0,0 0-85 16,0 0 18-1,143-103-26-15,-43 31-28 0,5-11-235 16,-3-5-89 0</inkml:trace>
  <inkml:trace contextRef="#ctx0" brushRef="#br1" timeOffset="143635.6">3040 9637 695 0,'0'0'52'0,"0"0"104"16,-43-116-55-16,36 98 48 16,1 8 5-16,4 7-26 15,2 3-42-15,0 0-43 16,0 29-27-16,2 17 11 16,16 14 5-16,2 8-22 15,-2 2-10-15,-1 7-6 16,1-4-63-16,1-2-118 15,-4-17-165-15,-5-20-177 16</inkml:trace>
  <inkml:trace contextRef="#ctx0" brushRef="#br1" timeOffset="143885.65">3269 9212 831 0,'0'0'33'0,"0"0"125"15,0 0 32-15,-34-105-67 16,34 105-35-16,0 0-27 16,7 33-27-16,16 34 22 15,1 32-14-15,-3 17-11 16,-6 13-17-16,3-1-4 16,-1-4-9-16,1-8-2 0,4-9-24 15,-2-16-66 1,7-20-43-16,0-25-98 0,0-26-113 15,-8-20-147-15</inkml:trace>
  <inkml:trace contextRef="#ctx0" brushRef="#br1" timeOffset="144051.93">3672 9840 866 0,'0'0'43'16,"0"0"54"-16,137-80 41 15,-62 32-70-15,10-13-36 16,8-3-28-16,1 2-4 16,-11 9-54-16,-21 16-89 15,-33 19-241-15</inkml:trace>
  <inkml:trace contextRef="#ctx0" brushRef="#br1" timeOffset="144717.47">1380 11578 106 0,'0'0'36'0,"0"0"-23"0,0 0-13 0,44 133-137 0</inkml:trace>
  <inkml:trace contextRef="#ctx0" brushRef="#br1" timeOffset="145004.65">1408 11751 852 0,'0'0'237'0,"0"0"-90"16,0 0 26-16,0 0-25 16,0 0-76-16,0 0-28 15,-46-29-19-15,86 61 9 16,9 15-15-16,0 5-12 16,0 3-7-16,2-5-24 15,-2-11-59-15,-2-11-62 0,-6-12-52 16,-6-14-115-16,-11-2-20 15,-8-18-121-15</inkml:trace>
  <inkml:trace contextRef="#ctx0" brushRef="#br1" timeOffset="145203.04">1782 11733 160 0,'0'0'485'0,"0"0"-294"16,-68-102-17-16,54 89 20 16,8 11-40-16,4 2-24 15,2 0-37-15,0 24-59 16,0 44-24-16,0 27 42 15,10 21 0-15,4 8-26 0,-5 2-17 16,-3-1-6 0,-3-1 2-16,-3-9-5 15,0-20 0-15,7-15-23 0,8-24-60 16,14-23-48-16,11-22-131 16,7-11-209-16</inkml:trace>
  <inkml:trace contextRef="#ctx0" brushRef="#br1" timeOffset="145420.2">2313 11999 1015 0,'0'0'9'0,"0"0"73"15,0 0 45-15,0 0-68 16,0 0-31-16,0 0-22 15,-2 9 16-15,82-48-22 16,8-8-21-16,-9 1-166 16,-16 15-119-16,-26 19-128 15</inkml:trace>
  <inkml:trace contextRef="#ctx0" brushRef="#br1" timeOffset="145537.68">2462 12244 579 0,'0'0'142'0,"0"0"33"0,0 0-51 15,0 0-45 1,0 0-72-16,0 0-7 16,48-18-7-16,38-64-105 15,10-13-205-15</inkml:trace>
  <inkml:trace contextRef="#ctx0" brushRef="#br1" timeOffset="145835.78">3306 11087 926 0,'0'0'45'15,"0"0"60"-15,-66-112 14 0,61 91-37 16,5 11 13-16,0 9-6 15,0 1-26-15,0 7-27 16,5 36-21-16,17 15 40 16,1 10-24-16,4 2-19 15,2-6-12-15,2 1-11 16,2-7-51-16,-1-8-124 16,-9-12-131-16,-5-18-149 15</inkml:trace>
  <inkml:trace contextRef="#ctx0" brushRef="#br1" timeOffset="146051.22">3595 10967 786 0,'0'0'153'0,"0"0"61"0,0 0-33 16,0 0-45-16,0 0-58 15,0 0-52-15,-52 86 5 16,41 20 14-16,-7 18-20 15,3 5-12-15,-3 3-8 16,0 2-5-16,0-5-34 16,5-15-62-16,4-20-116 15,6-26-154-15,3-28-224 16</inkml:trace>
  <inkml:trace contextRef="#ctx0" brushRef="#br1" timeOffset="146285.57">3734 11451 936 0,'0'0'46'15,"0"0"149"-15,0 0-8 16,0 0-49-16,0 0-56 16,0 0-53-16,-39 8-13 15,59 53 38-15,2 13-16 16,-4 4-30-16,1 3-8 15,-3 3-1-15,3-10-43 16,-4-14-46-16,1-17-100 16,-6-22-118-16,-3-15-93 15</inkml:trace>
  <inkml:trace contextRef="#ctx0" brushRef="#br1" timeOffset="146587.49">3917 11550 700 0,'0'0'138'0,"0"0"46"15,0 0-4-15,0 0-56 16,0 0-39-16,0 0-57 16,0 0-25-16,0 51 6 15,18 12-6-15,11-2-3 16,3-10-2-16,3-8-17 0,3-13-20 16,-5-14 21-1,-2-15-1-15,-6-1 9 0,-7-1 10 16,-5-25 4-1,-9-4 13-15,-4-7 6 0,0 2 38 16,-12 6-44-16,-18 10-2 16,-1 14-5-16,-2 5-10 15,2 12-2-15,4 25-52 16,4 6-87-16,4 3-200 16,1 3-319-16</inkml:trace>
  <inkml:trace contextRef="#ctx0" brushRef="#br1" timeOffset="147750.43">21096 9763 1254 0,'0'0'56'0,"0"0"90"0,0 0 11 0,0 0-80 0,0 0-37 16,0 0-22-16,-21 2-12 16,33 48 5-16,1 9-11 15,3-1-1-15,1-4-40 16,0-3-86-16,-7-10-89 15,0-13-120-15,-4-16-42 16</inkml:trace>
  <inkml:trace contextRef="#ctx0" brushRef="#br1" timeOffset="148001.37">21453 9621 789 0,'0'0'41'0,"0"0"104"16,9-128 48-16,-9 106-76 15,0 5 5-15,0 13-17 16,-11 4-19-16,-14 29-65 16,-9 43-11-16,-8 34 10 15,-3 30 22-15,0 28-9 16,-3 16-9-16,-4-2-12 16,-1-6-9-16,8-19-3 15,12-27-4-15,14-22-28 0,19-30-52 16,0-28-36-16,19-28-133 15,14-18-216-15</inkml:trace>
  <inkml:trace contextRef="#ctx0" brushRef="#br1" timeOffset="148235.53">21659 10020 525 0,'0'0'493'0,"0"-102"-354"15,-6 76 57-15,-1 14-47 0,3 6-28 16,2 6-45 0,2 2-34-16,-2 41-32 0,-1 24 0 15,3 19 6 1,0 6-11-16,0-5-5 0,0-9-14 16,0-10-46-16,9-16-94 15,2-12-89-15,7-22-197 16,3-16-233-16</inkml:trace>
  <inkml:trace contextRef="#ctx0" brushRef="#br1" timeOffset="148567.4">21888 9994 889 0,'0'0'79'16,"0"0"106"-16,0 0-41 0,0-102-55 15,0 96 4-15,0 6-30 16,0 0-34-16,0 0-20 15,0 15-9-15,0 34-3 16,-3 25 3-16,-5 14 3 16,4 7 1-16,4-9-4 15,0-11-1-15,8-18-1 16,15-14-16-16,6-18 1 16,10-11 5-16,-1-14 1 15,1 0 11-15,-5-10 2 16,-5-12 3-16,-13-6 11 15,-12 0 16-15,-4 2 5 16,-12 1-14-16,-19 6-3 16,-13 7-13-16,-3 12-7 15,1 0-20-15,0 20-43 0,11 16-99 16,2 3-170-16,6 3-209 16</inkml:trace>
  <inkml:trace contextRef="#ctx0" brushRef="#br1" timeOffset="148950.37">20824 10967 982 0,'0'0'91'0,"-154"0"13"0,83 0-37 0,4 1 54 0,14 6-34 0,17-4-20 15,20 1 7-15,16 3-17 16,52-6-29-16,62-1 18 16,61 0 1-16,59-1-23 15,51-20-13-15,32-1 0 16,12-3 2-16,4-3-8 15,-24 1 2-15,-30 4 2 16,-45 2 4-16,-63 6-13 16,-64 7-4-16,-60 2-22 0,-47 6-9 15,-63 0-45-15,-34 0-95 16,-28 13-181-16,-11-7-144 16</inkml:trace>
  <inkml:trace contextRef="#ctx0" brushRef="#br1" timeOffset="149855.53">18837 3069 1296 0,'0'0'21'0,"0"0"133"0,0 0-24 0,0 0-114 16,0 0-12-16,0 0 14 16,-38 133-12-16,55-99-6 15,8-11 0-15,2-9-5 16,-2-11-10-16,1-3 1 15,3-16 14-15,4-25 11 16,5-20-5-16,7-11-1 16,6-12-5-16,12-11 5 15,3 1-4-15,5 4-1 16,-4 18-2-16,-9 22-23 16,-13 26-19-16,-20 24-66 0,-25 15-145 15,-5 38-162-15</inkml:trace>
  <inkml:trace contextRef="#ctx0" brushRef="#br1" timeOffset="151233.84">21831 11604 466 0,'0'0'594'0,"0"-120"-366"0,0 72-25 0,0 12-63 0,0 14-40 16,0 12-35-16,0 7-23 15,0 3-14-15,0 0-17 16,0 29-11-16,0 17 0 16,0 14 7-16,0 0-5 15,0-12 0-15,7-12-2 16,-3-12 0-16,0-11-3 16,-1-10-5-16,0-3 8 15,-3 0 1-15,0-30 4 16,0-16 0-16,-3-11-1 15,-6 3 5-15,-2 8 3 16,5 14 7-16,-2 13-4 16,6 9 2-16,2 10-3 15,0 0-13-15,0 0-1 0,0 29-8 16,0 11 8-16,0 9 0 16,12-6 0-16,-2-7-7 15,-1-13-9-15,-1-9 1 16,-4-5-3-16,-4-8 5 15,0-1 12-15,0 0 1 16,0-14 5-16,0-19 1 16,0-10-6-16,-2-4 4 15,-6 9 6-15,2 13 0 16,1 9 0-16,3 7 4 16,0 8-4-16,2 1-10 15,0 14-3-15,0 28 0 0,0 14 3 16,0 7 1-16,0-6-1 15,0-13 0-15,0-7-3 16,0-18-4-16,0-11-3 16,2-8-3-16,-2-1 11 15,0-35 2-15,0-15 2 16,0-12-2-16,0 6 1 16,0 1 2-16,-4 9 0 15,0 16-2-15,2 11 7 16,-1 12 3-16,3 8-1 15,0 0-10-15,0 14-2 0,0 24 1 16,0 12 1 0,0 3 1-16,11-10-1 0,-2-9-1 15,-3-5-9-15,2-10-7 16,-6-5-11-16,0-5-14 16,0-6-19-16,0 0-104 15,5-3-166-15,-3 0-324 16</inkml:trace>
  <inkml:trace contextRef="#ctx0" brushRef="#br1" timeOffset="151967.63">23809 10653 813 0,'0'0'256'0,"0"0"-64"0,3-110-35 0,-3 86-22 16,0 12-33-16,0 6-14 15,0 6-34-15,0 0-21 0,-18 20-18 16,-9 28-6 0,-12 20-2-16,-4 11-4 0,-1-1-3 15,-2-4-21-15,7-3-22 16,8-11-62-16,10-15-99 16,12-13-120-16,7-19-125 15</inkml:trace>
  <inkml:trace contextRef="#ctx0" brushRef="#br1" timeOffset="152151.41">23543 10596 963 0,'0'0'225'0,"0"0"-34"16,0 0-39-16,0 0-37 16,0 0-40-16,0 0-39 0,-43-65-15 15,70 108-4-15,4 12-5 16,4 10-12-16,6-2 0 15,1-2-35-15,8-3-109 16,2-12-104-16,2-15-219 16</inkml:trace>
  <inkml:trace contextRef="#ctx0" brushRef="#br1" timeOffset="152367.59">24063 10651 1209 0,'0'0'82'0,"0"0"96"16,0 0-35-16,0 0-49 16,-59-101-17-16,59 101-34 15,0 0-17-15,0 12-11 0,0 27-10 16,6 16 1 0,5 9-1-16,-2 3-5 0,5-5-29 15,3-7-33-15,12-6-107 16,4-18-184-16,8-16-280 15</inkml:trace>
  <inkml:trace contextRef="#ctx0" brushRef="#br1" timeOffset="152984.13">24424 10603 767 0,'0'0'329'0,"0"0"-199"0,0 0 11 16,0 0-44-16,0 0-16 15,0 0-24-15,-39-88-17 16,39 88-8-16,2 0-13 16,-2 10-10-16,0 24-6 15,0 16 13-15,0 9-5 16,-9 1-3-16,2-6-2 16,7-8-5-16,0-10 0 15,7-7-2-15,17-14 0 16,5-6-15-16,0-9-4 15,0 0 10-15,-7-13 7 16,-3-13 0-16,-15-6 3 16,-4-8 2-16,-2-2-1 0,-27-2-1 15,-7 4-3-15,0 6 0 16,3 6-2-16,9 7 4 16,10 7 0-16,11 5 1 15,3-3-5-15,32-4-20 16,22-2 1-16,12-1-18 15,1 7 1-15,-7 6-5 16,-15 4 18-16,-13 2 19 16,-17 0 7-16,-7 23 0 15,-8 11 2-15,0 13 10 16,0 6 5-16,-6 2 0 16,-1-3-2-16,7-4-6 0,0-6-2 15,8-9-5 1,20-10 2-16,3-10-2 0,7-11-2 15,-3-2 2-15,4-18 3 16,-2-22 3-16,-5-10 6 16,-10-10 37-16,-9-2 10 15,-13-3-14-15,0 8-9 16,-33 10-16-16,-17 15-20 16,-14 24-3-16,-14 8-38 15,-11 26-99-15,-5 20-138 16,5 3-398-16</inkml:trace>
  <inkml:trace contextRef="#ctx0" brushRef="#br1" timeOffset="154318.67">20664 13461 1160 0,'0'0'143'0,"-121"26"13"0,99-18-61 0,15-6-43 0,7 3-14 15,25-5-21-15,29 0 13 16,19 0-3-16,7-3-16 16,-7-9-11-16,-6 0-35 15,-15 3-89-15,-21 8-105 16,-20 1-159-16,-11 0-334 0</inkml:trace>
  <inkml:trace contextRef="#ctx0" brushRef="#br1" timeOffset="154451.18">20606 13687 617 0,'0'0'271'15,"0"0"-64"-15,-132 65-55 16,132-57-79-16,9-2-42 16,51-6-13-16,42-4 2 15,35-24-4-15,25-10-16 16,8-3-107-16,-12-6-441 16</inkml:trace>
  <inkml:trace contextRef="#ctx0" brushRef="#br1" timeOffset="154820.84">21856 12946 981 0,'0'0'159'0,"0"0"70"16,0 0-63-16,0 0-61 15,0 0-49-15,0 0-27 16,-18 1-10-16,32 66-5 16,-4 13-5-16,-1 6-9 15,-3 11-6-15,-2-2-58 16,-4-2-176-16,0-21-224 16</inkml:trace>
  <inkml:trace contextRef="#ctx0" brushRef="#br1" timeOffset="155050.16">21330 13680 936 0,'0'0'139'0,"0"0"11"16,0 0-88-16,0 0-23 16,0 0 20-16,218-40 17 15,-89 3-17-15,12-5-10 16,-3-3 2-16,-9 6-4 15,-22 5-12-15,-33 12-19 16,-37 15-14-16,-35 7-2 16,-10 17-29-16,-48 33-128 15,-19 15-157-15,-10 3-206 16</inkml:trace>
  <inkml:trace contextRef="#ctx0" brushRef="#br1" timeOffset="155322.79">21862 13858 761 0,'0'0'181'16,"0"0"31"-16,0 0-41 16,-35-109-20-16,35 99-1 0,0 10-53 15,0 0-34 1,6 27-27-16,1 35-16 0,-1 26-7 15,-6 11-6-15,0 0-7 16,0-8-1-16,0-9-27 16,0-11-59-16,10-21-162 15,9-22-205-15,4-27-548 16</inkml:trace>
  <inkml:trace contextRef="#ctx0" brushRef="#br1" timeOffset="155617.18">22147 13900 836 0,'0'0'112'0,"0"0"16"16,0 0 3-16,0 0-41 15,0 0-14-15,0 0-20 0,-60-72-23 16,58 110-25 0,0 20 0-16,2 15 5 0,0 1-2 15,0-4-9-15,16-12-1 16,11-10-1-16,4-12 2 15,2-11-2-15,1-18-1 16,-1-7 1-16,-8 0 1 16,-8-28 16-16,-11-7 20 15,-6-6 4-15,-8 7-4 16,-32 0-26-16,-12 15-6 16,-6 16-5-16,6 3 0 15,6 7-101-15,15 20-153 0,16-5-484 16</inkml:trace>
  <inkml:trace contextRef="#ctx0" brushRef="#br1" timeOffset="155933.46">22988 13203 883 0,'0'0'196'0,"0"0"41"0,0 0-48 0,0 0-90 0,0 0-43 15,-85 144-27-15,29-44-16 16,0 2-6-16,-4-1-7 16,2-5-15-16,5-12-121 15,6-18-153-15,12-26-196 16</inkml:trace>
  <inkml:trace contextRef="#ctx0" brushRef="#br1" timeOffset="156106.7">22618 13389 937 0,'0'0'209'0,"0"0"11"16,0 0-90-16,0 0-73 15,0 0-19-15,0 0 15 16,69 164-38-16,-21-106-13 16,8 0-2-16,0-7-76 15,0-15-177-15,-9-16-146 16,-3-20-308-16</inkml:trace>
  <inkml:trace contextRef="#ctx0" brushRef="#br1" timeOffset="156284.51">23186 13328 707 0,'0'0'183'0,"0"0"20"16,-18-107 17 0,13 100-48-16,3 7-43 0,2 7-72 15,0 33-36-15,0 15 9 16,0 16 1-16,0 0-25 15,9-4-6-15,0-3-1 16,2-7-49-16,3-13-174 16,1-14-215-16,6-23-487 15</inkml:trace>
  <inkml:trace contextRef="#ctx0" brushRef="#br1" timeOffset="156833.84">23456 13257 945 0,'0'0'77'0,"0"0"116"0,0 0-55 16,0 0-41-16,0 0-28 16,0 0-47-16,-52-53-21 15,52 103 0-15,0 12 1 16,14 3 1-16,3-7-2 16,4-8-2-16,3-10 1 15,0-11-10-15,1-12-8 16,-5-10 2-16,-5-7 0 15,-1 0 5-15,-9-9 11 16,-5-21 2-16,0-10 2 16,0-4-2-16,-22-4 1 15,-4 6-3-15,-3 1 0 16,3 10-4-16,6 3-3 16,11 3 4-16,9 3 2 0,9-2-18 15,33-2-13-15,14 0 8 16,4 8-20-16,2 6-22 15,-6 8 17-15,-9 4 31 16,-11 6 17-16,-19 30-2 16,-12 18 3-16,-5 13 5 15,0 5 4-15,-13 0 6 16,6-8 0-16,7-10-10 16,0-12-2-16,22-12 0 15,9-12 2-15,4-16-2 16,6-2 1-16,1-21 10 0,-2-26 23 15,-9-12 4-15,-8-16 32 16,-17-7 1-16,-6-1-32 16,-19 10-22-16,-31 11-8 15,-21 25-12-15,-18 30-12 16,-23 10-112-16,-12 47-175 16,-18 18-519-16</inkml:trace>
  <inkml:trace contextRef="#ctx0" brushRef="#br1" timeOffset="157234.16">22567 13668 854 0,'0'0'206'0,"0"0"-23"0,0 0-88 0,0 0-70 16,-192 148-4-16,96-52 22 16,-7 7-2-16,-3 1-18 15,0-4-13-15,6 0-8 16,7-5-2-16,16-16 0 16,13-10-9-16,22-13-80 15,17-16-148-15,19-12-176 16</inkml:trace>
  <inkml:trace contextRef="#ctx0" brushRef="#br1" timeOffset="157733.96">22292 14639 1204 0,'0'0'132'0,"0"0"8"15,0 0-59-15,0 0-34 16,0 0-25-16,0 0-16 16,0 25 2-16,0 38 4 15,-2 8-3-15,-18-4-5 16,-5-10 1-16,1-11-1 16,6-15-2-16,7-15 0 15,5-10-2-15,6-6 4 16,0 0 3-16,0-17-6 0,2-10 5 15,16 1-6 1,10 4 0-16,1 11 0 0,5 11-3 16,3 0 2-16,0 11-2 15,-2 9 2-15,-6-7-10 16,-5-4-22-16,-6-8 5 16,-9-1 8-16,-7-1 20 15,-2-25 3-15,0-14 9 16,0-6-2-16,0 11 11 15,0 8 3-15,0 14 5 16,0 13 16-16,0 6-19 16,0 51-15-16,0 23-6 15,-6 14-1-15,1-4 1 0,3-14-4 16,0-9 0 0,-2-9-1-16,-1-10-4 0,-2-17-49 15,5-8-128-15,2-19-221 16,0-4-385-16</inkml:trace>
  <inkml:trace contextRef="#ctx0" brushRef="#br1" timeOffset="158184.81">24088 12909 749 0,'0'0'156'0,"0"0"24"0,0 0-23 0,0 0-56 0,0 0-65 15,-179 111 11-15,71-3 50 16,-10 12-15-16,-4 7-30 15,1-9-14-15,2-11-20 16,13-17-3-16,17-14-15 16,21-16-2-16,24-12-15 15,18-18-195-15,12-28-413 16</inkml:trace>
  <inkml:trace contextRef="#ctx0" brushRef="#br1" timeOffset="158819.65">23431 12418 723 0,'0'0'38'0,"0"0"61"15,-118 53-5-15,95-46-4 16,12-4 1-16,11-3-23 16,0 0-34-16,7-13-3 15,18-9-22-15,1 4-8 16,-1 6 2-16,-5 12-1 16,-7 2 11-16,-6 42 8 0,-7 19 23 15,0 13 1-15,-26 0-33 16,-6-6-1-16,-4-14-7 15,3-16-1-15,6-14 1 16,11-12-2-16,10-7 1 16,6-7 2-16,0 0-2 15,0-21 5-15,2-7-5 16,18 1-1-16,7 6-2 16,2 13 1-16,7 8-1 15,3 0-2-15,6 0 0 0,4 8 2 16,3-4 0-1,-1-4 0-15,-5 0 0 0,-1-19 1 16,-9-10 0 0,-7-4 1-16,-12-2 0 0,-7-3 1 15,-10 4 5-15,0 6 13 16,-5 8 7-16,-13 12 14 16,2 6-11-16,5 2-14 15,7 10-5-15,4 22-12 16,0 14 7-16,17 4 9 15,12 0 8-15,3-2-6 16,-8-6-3-16,-3-3 0 16,-15-7-8-16,-6-4-4 15,-11-3-3-15,-24 0-4 16,-8-6-125-16,1-10-191 0,6-9-254 16</inkml:trace>
  <inkml:trace contextRef="#ctx0" brushRef="#br1" timeOffset="159006.64">23761 12408 783 0,'0'0'138'0,"98"-106"17"0,-25 50 0 0,1 1-63 0,-9 11 2 16,-19 9-41-16,-17 10-37 15,-20 11-7-15,-9 6-8 16,-9 8-1-16,-33 6-117 0,-14 25-149 15,-6 8-158 1</inkml:trace>
  <inkml:trace contextRef="#ctx0" brushRef="#br1" timeOffset="159534.03">20746 16368 1230 0,'0'0'157'15,"0"0"-32"-15,0 0-61 0,0 0-48 0,0 0-3 0,116-21 1 16,-27 3-14-16,-7 1-63 16,-24 11-209-16,-24 6-236 15</inkml:trace>
  <inkml:trace contextRef="#ctx0" brushRef="#br1" timeOffset="159651.01">20940 16504 532 0,'0'0'292'0,"0"0"-36"0,0 0-71 16,0 0-89-16,0 0-49 15,0 0-30-15,56-49-17 16,50-9-83-16,4-5-280 16</inkml:trace>
  <inkml:trace contextRef="#ctx0" brushRef="#br1" timeOffset="160290.81">21711 16026 1007 0,'0'0'187'0,"0"0"-38"15,0 0-79-15,0 0-29 16,0 0-22-16,0 0 3 16,-102 11-11-16,79-8-2 15,5-3-4-15,1 0-1 16,3-3 0-16,7-8 0 16,7-7-2-16,0 3 5 15,10 3-7-15,18 11-5 16,3 1 3-16,3 19-1 15,-6 30 1-15,-9 5 2 16,-17 4 0-16,-2-6 0 16,-21-2 1-16,-14-14-2 15,-5-10 2-15,5-7-1 16,6-15 5-16,8-4-4 16,10 0-1-16,5-26 4 0,6-15-3 15,0 5-1-15,6 4 0 16,15 14 0-16,-2 10-2 15,4 8-1-15,-1 0 1 16,2 6 2-16,7 10 0 16,-2 2-3-16,2-4 3 15,1-6-1-15,-3-6-6 16,0-2-9-16,-3 0 6 16,-3-10 9-16,-3-12 1 15,-5-15 2-15,2 2 12 0,-4-9 11 16,-7 8-3-1,-4 4 10-15,-2 10 10 0,0 14-1 16,0 2-2-16,0 6-18 16,0 10-13-16,-4 18-8 15,4 16-1-15,0 5 1 16,25-5 0-16,10-3 0 16,5-5 0-16,1-2 1 15,-10-6 0-15,-12-2 0 16,-11 1-1-16,-8-5 2 15,-14 0-1-15,-17-4 1 16,-3-12-2-16,7-6-33 16,12 0-145-16,8-28-141 15,5-21-291-15</inkml:trace>
  <inkml:trace contextRef="#ctx0" brushRef="#br1" timeOffset="160417.65">21974 15980 607 0,'0'0'448'0,"0"0"-192"0,0 0-101 0,0 0-61 0,0 0-44 16,0 0-50-16,127-97-1 0,-58 87-139 15,-5-4-296-15</inkml:trace>
  <inkml:trace contextRef="#ctx0" brushRef="#br1" timeOffset="160769.57">22527 15842 635 0,'0'0'170'16,"21"-111"27"-16,-11 79-1 15,-8 18-14-15,-2 12-10 16,0 4-76-16,0 54-53 16,-20 45-4-16,-16 37 33 0,-15 28-28 15,-5 17-22-15,1-3-17 16,-1-6 0-16,9-9-5 15,11-27-9-15,11-18-51 16,8-21-195-16,3-42-394 16</inkml:trace>
  <inkml:trace contextRef="#ctx0" brushRef="#br1" timeOffset="161218.44">22538 16521 1126 0,'0'0'225'0,"0"0"-57"0,0 0-74 16,0 0-30-16,0 0-34 16,0 0-26-16,-36 62 1 15,16 24-4-15,2-6 2 16,-2-17-3-16,0-15-1 16,2-21-6-16,7-14-6 15,4-13 0-15,5 0 13 16,2-26-17-16,0-6 5 15,13 2 11-15,12 8 1 16,8 12 0-16,0 10 0 16,8 0 4-16,1 13-4 15,0 10-2-15,1-5-14 16,-5-9-28-16,-7-4-17 0,-11-5 30 16,-5-14 28-16,-8-18 3 15,-4-12 11-15,-3-5 20 16,0-9 14-16,0 8-7 15,0 14 0-15,-5 14 3 16,2 14 1-16,3 16-5 16,0 47-32-16,0 20-3 15,0 20 5-15,3 7-7 16,6-12 0-16,-2 2-2 16,-7-2-71-16,0-14-158 15,-32-9-242-15</inkml:trace>
  <inkml:trace contextRef="#ctx0" brushRef="#br1" timeOffset="162385.88">23676 17674 873 0,'0'0'105'0,"0"0"111"0,0 0-88 0,0 0-74 0,0 0 0 0,0 0 53 15,245-81-19-15,-89 40-33 16,11-7-11-16,-6-1-3 16,-21 13-26-16,-33 15 2 15,-42 10-7-15,-44 11-10 16,-25 5-20-16,-60 36-27 15,-32 21-112-15,-25 9-194 0,3-7-194 16</inkml:trace>
  <inkml:trace contextRef="#ctx0" brushRef="#br1" timeOffset="162836.41">24075 17762 1056 0,'0'0'245'0,"0"0"-52"15,0 0-107-15,0 0-46 16,0 0-20-16,0 0 0 16,-40 144-3-16,31-85-10 15,-2 1-2-15,2-10-4 16,-3-14 0-16,8-14-1 0,0-12-12 16,2-10 3-16,2 0 6 15,0-10-5-15,0-25-1 16,2-7 3-16,18 9 6 15,4 9 5-15,5 16-2 16,0 8 1-16,6 0-4 16,2 21 1-16,-2 12-1 15,-3-11 0-15,-11-10-9 16,-9-6 7-16,-8-6-1 16,-2 0 3-16,-2-20 10 15,0-18 4-15,0-8 12 16,0 6-12-16,0 10 18 15,0 11-2-15,0 15 13 0,0 4-18 16,0 4-22-16,0 41 0 16,9 17 1-16,7 24-4 15,1-6-2-15,-3-3-23 16,-5-15-52-16,-9-6-43 16,-2-10-135-16,-36-14-279 15</inkml:trace>
  <inkml:trace contextRef="#ctx0" brushRef="#br1" timeOffset="163016.34">23221 17959 623 0,'0'0'22'0,"0"0"-22"0,0 0-13 0,0 0-37 0,0 0-4 15,0 0-9-15,-8-58-59 16</inkml:trace>
  <inkml:trace contextRef="#ctx0" brushRef="#br1" timeOffset="163333.37">23337 17548 499 0,'0'0'208'0,"0"0"51"16,38-111-44-1,-38 101-58-15,0 6-38 0,0 4-7 16,-2 14-64-16,-27 38-33 16,-7 25-15-16,3 9 1 15,8 6 0-15,12-12 1 16,11-12-2-16,2-5-2 16,5-14-1-16,21-22-1 15,8-13-6-15,-1-14 4 16,0 0 6-16,-8-22 1 15,-10-14 6-15,-15-4-1 16,0-1 5-16,-30 5-1 16,-9 13-3-16,-3 10-7 15,4 13-4-15,4 0 3 16,15 27-62-16,9 4-132 16,10-5-197-16,0-7-521 0</inkml:trace>
  <inkml:trace contextRef="#ctx0" brushRef="#br1" timeOffset="163567.78">23975 16887 1112 0,'0'0'268'16,"0"0"-89"-16,0 0-61 0,0 0-69 15,0 0-29-15,0 0-16 16,-20 143-1-16,32-53-3 16,8 2-6-16,1-5-62 15,-10-7-173-15,-11-14-250 16</inkml:trace>
  <inkml:trace contextRef="#ctx0" brushRef="#br1" timeOffset="164085.51">25120 16954 826 0,'0'0'218'0,"54"-134"-12"0,-35 94-82 0,-10 18-3 0,-9 18 1 0,0 4-48 15,-7 36-45-15,-35 48-29 16,-14 28 9-16,-4 26-5 16,4-3 0-16,14-7 4 15,5-7-6-15,6-9-1 16,4-14-2-16,2-18-7 16,2-14-120-16,-1-25-233 15,0-32-422-15</inkml:trace>
  <inkml:trace contextRef="#ctx0" brushRef="#br1" timeOffset="164324.31">24636 17177 930 0,'0'0'73'16,"0"0"-4"-16,0 0-53 15,0 0 25-15,0 0 36 16,0 0 23-16,129 28 5 0,-104-54-13 15,-14 2-23-15,-11-7-5 16,0 5-24-16,-13 7-30 16,-12 2-8-16,0 17-2 15,6 0-60-15,5 36-160 16,12 3-255-16</inkml:trace>
  <inkml:trace contextRef="#ctx0" brushRef="#br1" timeOffset="164553.01">25135 17405 901 0,'0'0'107'0,"0"0"17"16,0 0-68-16,0 0-5 16,0 0-4-16,0 0 3 0,-35 76 35 15,55-76 48 1,-7-18-54-16,-7-3-16 0,-6-6-14 15,0 10-18-15,-2 2-13 16,-19 11-15-16,-4 4-3 16,-4 0-29-16,0 30-87 15,4 10-153-15,6 0-232 16</inkml:trace>
  <inkml:trace contextRef="#ctx0" brushRef="#br1" timeOffset="166169.84">1048 4947 891 0,'-188'78'117'0,"10"2"14"0,20 1 18 16,22-3-59-16,27-14-29 0,38-16 9 16,42-30-16-16,35-18-16 15,84-48-19-15,62-42-7 16,63-32-11-16,51-26-2 15,36-14-3-15,29-9-11 16,15-9 2-16,0 8 7 16,-14 8-9-16,-31 9 7 15,-40 27-2-15,-49 26-1 16,-64 35 6-16,-67 35-29 16,-71 32-53-16,-45 29-34 15,-85 51 77-15,-59 34-87 16,-48 24-68-16,-45 21-48 15,-29 10-41-15,-28 9-24 16,-7 6 312-16,-1-3 238 0,10-1 5 16,35-6-31-16,28-15-14 15,40-25-26-15,54-34-39 16,68-41-41-16,73-41-15 16,66-20-17-16,106-66-11 15,84-49-23-15,86-45-13 16,72-39-9-16,65-22-3 15,43-3 0-15,14 0-1 16,-8 15 0-16,-32 11-17 16,-55 17-57-16,-72 27-115 15,-90 18-339-15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2:36:53.11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7885 3411 943 0,'0'0'20'0,"-137"0"79"0,98 2 59 0,22-1-78 0,17 3-8 0,25-1-10 16,46 1-11 0,33-4-12-16,24 0-19 0,3 0-10 15,-8 0-10-15,-15-4-13 16,-15 1-59-16,-16 3-46 16,-26 0-75-16,-33 0-135 15,-18 0-371-15</inkml:trace>
  <inkml:trace contextRef="#ctx0" brushRef="#br0" timeOffset="149.5">7809 3527 635 0,'-117'11'47'15,"23"-4"132"-15,36-1-71 16,38-2-35-16,20-4 19 0,64 0 12 16,46 0-82-1,40-13-12-15,26 2-10 0,17-1-53 16,3 2-49-16,-11-1-129 15,-9-3-523-15</inkml:trace>
  <inkml:trace contextRef="#ctx0" brushRef="#br0" timeOffset="766.08">11343 3467 982 0,'0'0'0'0,"-135"0"64"0,106 0 54 0,26 0-63 0,12 0-2 0,56 0-3 16,36-6-37-16,28-7-8 16,8 0-5-16,-2-1-21 15,-22 0-99-15,-23 3-113 16,-35 4-99-16</inkml:trace>
  <inkml:trace contextRef="#ctx0" brushRef="#br0" timeOffset="915.43">11310 3496 680 0,'0'0'62'0,"-146"17"84"16,119-11-55-16,27-2-5 15,24-2 0-15,60-2 19 0,45 0-66 16,35 0-23-16,12-8-16 15,4-7-11-15,-19-3-170 16,-30-3-297-16</inkml:trace>
  <inkml:trace contextRef="#ctx0" brushRef="#br0" timeOffset="3420.48">8174 3391 874 0,'0'0'93'0,"0"0"108"0,0 0-75 0,0 0-20 0,0 0 19 0,0 0-51 16,0 0-47-16,-25-63-20 15,25 116 9-15,0 17 34 16,2 0-32-16,4 4-10 16,-1 4-2-16,-1-5-4 15,0-7-2-15,0-14-8 16,0-13-44-16,-2-16-83 15,0-9-70-15,-2-10-111 16,0-4-45-16,-20-8 33 16</inkml:trace>
  <inkml:trace contextRef="#ctx0" brushRef="#br0" timeOffset="3649.82">8006 3706 594 0,'0'0'87'0,"0"0"110"15,0 0-80-15,0 0-46 16,0 0-28-16,0 0-16 15,9 64 61-15,17-17-51 16,3 0-23-16,2-7-5 16,3-6-5-16,-1-8-2 15,-2-8 0-15,-2-10 0 16,0-8 1-16,3-6-3 16,-1-25-1-16,-2-12-9 15,-2-7-8-15,-3-6-19 16,-1 5-50-16,-1 14-53 0,-6 10-76 15,-6 17-225-15</inkml:trace>
  <inkml:trace contextRef="#ctx0" brushRef="#br0" timeOffset="4283.92">8139 4529 281 0,'0'0'519'0,"0"0"-411"0,0 0 98 0,-75-101-82 0,71 90 20 0,1 7-24 0,3 4-35 0,0 0-43 16,0 16-21-16,7 31-10 15,8 19 32 1,-1 12-16-16,-6 5-16 0,-1-6-5 16,1-4-6-16,-2-9 0 15,3-10-37-15,-3-14-65 16,2-12-90-16,-4-12-90 15,0-16-72-15,-4 0-82 16</inkml:trace>
  <inkml:trace contextRef="#ctx0" brushRef="#br0" timeOffset="4482.59">8101 4561 629 0,'0'0'37'0,"0"-118"49"15,21 74 26-15,8 10-46 0,7 11 38 16,1 15 1-16,3 8-35 15,-6 2-29-15,-12 33-31 16,-13 13 1-16,-9 9-5 16,-16 1-6-16,-30 0 0 15,-12-6-101-15,-6-8-69 16,-4-8-5-16,3-9-57 16,5-14-241-16</inkml:trace>
  <inkml:trace contextRef="#ctx0" brushRef="#br0" timeOffset="5600.49">11779 3465 830 0,'0'0'17'0,"0"0"132"0,0 0 35 0,-21-119-71 15,21 107-5 1,0 9 8-16,0 3-61 0,0 14-40 16,0 26-8-16,13 20 17 15,-1 16 9-15,-6 8-15 16,-1 2-14-16,-3-1 0 16,0-9-3-16,-2-12 1 15,0-14 0 1,0-12-4-16,0-18-4 0,0-10-12 15,0-6-7-15,-4-4 16 16,-9-4 1-16,-8-23 5 16,-3-10 3-16,-3-3-2 15,7 6 2-15,2 11 0 16,7 13 2-16,7 6-1 16,2 4 2-16,2 7-3 15,0 23-4-15,0 8 4 16,15-2 3-16,10-3-3 0,1-12 2 15,-2-7-2-15,1-8 0 16,0-6 3-16,-1 0-1 16,5-20-1-16,0-14-1 15,5-8-31-15,-1-3-64 16,0-6-39-16,1-1-175 16,-7 5-216-16</inkml:trace>
  <inkml:trace contextRef="#ctx0" brushRef="#br0" timeOffset="6298.59">11865 4478 850 0,'0'0'66'0,"0"0"156"0,0 0-86 0,0 0 0 0,0 0-15 0,0 0-61 0,-47-73-49 15,41 120-1-15,-4 15 12 16,-1 2-6-16,1-2-10 16,2-8-3-16,2-8-3 15,1-14 0-15,1-16-1 16,4-7-8-16,0-9-12 16,0 0 15-16,0-21 5 15,0-21-1-15,0-12 2 16,0-9 0-16,0 6 1 15,0 3 3-15,4 14-4 16,3 10-1-16,-3 17 1 16,-2 9 4-16,6 4 9 15,3 7-13-15,9 26 8 16,9 14 10-16,2 7-4 16,3-3-9-16,-1-1-3 15,-2-4 0-15,-4-6-2 16,-8-7-2-16,-7-3-46 0,-10-8-87 15,-2-6-64-15,0-5-99 16,-11-11-34-16,-9 0-38 16</inkml:trace>
  <inkml:trace contextRef="#ctx0" brushRef="#br0" timeOffset="6453">11644 4667 298 0,'0'0'268'16,"0"0"-170"-16,0 0 69 15,0 0-74-15,0 0-67 16,0 0 2-16,98-23 1 16,3 15-29-16,10 0-11 0,1-3-121 15,-12 0-166-15</inkml:trace>
  <inkml:trace contextRef="#ctx0" brushRef="#br0" timeOffset="7554.48">13190 3328 636 0,'0'0'19'0,"0"0"33"0,0 0-23 0,0 0-17 0,0 0 29 0,0 0-13 0,-11-21-26 16,11 21-2-16,0 0 0 15,0 0 6-15,0 0-4 0,0 0 0 16,0 0 5-16,-2 0 3 15,2 0 10-15,0 0 0 16,0 0-5-16,0 0-4 16,0 0-3-16,0 0-4 15,0 0-4-15,0 0-2 16,0 0-12-16,0 0-35 16,0 0-33-16,0 0 34 15,0 0 14-15,0 0 8 16,0 0-2-16,0 2-14 15,0-2-8-15,0 1-13 16,0 2-9-16,0-3-154 0</inkml:trace>
  <inkml:trace contextRef="#ctx0" brushRef="#br0" timeOffset="10315.81">14227 4239 902 0,'0'0'23'0,"0"0"215"0,-36-126-83 0,29 108-43 0,6 10 35 15,1 5-53-15,0 3-48 16,0 0-26-16,0 30-15 16,0 19 3-16,0 11-4 15,4 3-4-15,7 0-2 0,5-5-41 16,5-8-68-16,4-11-64 15,-2-13-45-15,-3-14-25 16,-11-12-27-16,-9 0 31 16,0-24-6-16,-21-16 192 15,-12-11 55-15,-5-9 169 16,7-7-35-16,11 6-29 16,13 5-26-16,7 12 23 15,15 9 20-15,20 16-75 16,7 10-26-16,2 9-4 15,-4 0 2-15,-4 20 7 16,-11 13 12-16,-15 5-4 16,-10 4-18-16,-4-1-4 0,-34-4-8 15,-9-5-1-15,1-8 5 16,5-8-3-16,10-8 0 16,13-6 0-16,14-2 13 15,4 0-16-15,3 0-2 16,28 0-1-16,11 4 1 15,7 10 0-15,0 8 0 16,2 5 0-16,1-2-11 16,0-2-51-16,2-7-67 15,-2-10-196-15</inkml:trace>
  <inkml:trace contextRef="#ctx0" brushRef="#br0" timeOffset="10582.92">15111 3753 834 0,'0'0'44'0,"0"0"153"0,0 0-58 0,0 0-12 0,0 0-26 16,0 0-70-16,-31 67 6 15,12 43 36-15,-5 6-16 16,-4 11-22-16,-4 1-17 15,-3-3-6-15,1-9-11 16,1-14 2-16,2-12-3 0,4-14-21 16,8-19-81-1,5-21-61-15,7-22-127 0,5-14-155 16</inkml:trace>
  <inkml:trace contextRef="#ctx0" brushRef="#br0" timeOffset="10816.09">14717 4064 829 0,'0'0'2'15,"0"0"31"-15,0 0 4 0,-36 103-5 16,39-89 43 0,17-4 22-16,-1-9 6 0,-3-1-24 15,-5 0-1-15,-6-19-12 16,-5-8-22-16,0 4-17 15,-3 3-12-15,-10 8-15 16,0 12-5-16,-3 4-105 16,5 32-212-16,3 12-205 15</inkml:trace>
  <inkml:trace contextRef="#ctx0" brushRef="#br0" timeOffset="11082.14">15143 4573 462 0,'0'0'584'15,"0"0"-577"1,0 0 41-16,0 0-32 0,0 0 60 16,0 0 27-16,33 29-32 15,-8-29-17-15,-8-12-3 16,-11-11-3-16,-6 2 4 15,0-5-26-15,-15 4-11 16,-14 9-7-16,-6 13-8 16,1 0-28-16,8 26-134 15,7 9-182-15,17-5-564 0</inkml:trace>
  <inkml:trace contextRef="#ctx0" brushRef="#br0" timeOffset="11303.46">15964 4367 1304 0,'0'0'7'0,"0"0"44"15,0 0-37-15,0 0-8 16,0 0 11-16,0 0-13 15,63-21-4-15,-3 21-21 16,-2 0-140-16,-15 0-164 0,-16 0-151 16</inkml:trace>
  <inkml:trace contextRef="#ctx0" brushRef="#br0" timeOffset="11431.97">15900 4496 686 0,'0'0'35'16,"0"0"118"-16,0 0-53 15,0 0-59-15,0 0-15 16,0 0-10-16,167-26-16 16,-73 9-88-16,-3-2-207 15</inkml:trace>
  <inkml:trace contextRef="#ctx0" brushRef="#br0" timeOffset="12086.46">13462 3381 506 0,'0'0'311'0,"0"0"-238"0,0 0 74 0,0 0-111 0,0 0-23 15,0 0 17-15,212-24-19 16,-98 12-5-16,2-1-6 0,-5 0 0 16,-13 1-7-1,-27 1-25-15,-22 6-65 0,-33 2-107 16,-16 3-67 0</inkml:trace>
  <inkml:trace contextRef="#ctx0" brushRef="#br0" timeOffset="12265.38">13525 3441 558 0,'0'0'57'0,"0"0"101"16,0 0-33-16,0 0-74 15,0 0 8-15,0 0-7 16,51 22 5-16,58-22-28 16,11-9-24-16,8-4-5 15,-8-3 0-15,-15 2-23 16,-24-1-115-16,-27 6-193 0</inkml:trace>
  <inkml:trace contextRef="#ctx0" brushRef="#br0" timeOffset="15534.98">13040 3232 679 0,'0'0'68'0,"0"0"-31"0,0 0 33 0,0 0-41 0,0 0-18 0,0 0-4 16,0 0-7-16,-29 0-5 15,31 2-81-15,22 0-89 16</inkml:trace>
  <inkml:trace contextRef="#ctx0" brushRef="#br0" timeOffset="15916.37">14360 3274 637 0,'0'0'23'0,"0"0"11"16,0 0-14-16,0 0-10 15,0 0 18-15,0 0-22 16,-6 0-6-16,6 0-24 15,0 0-82-15,-7 0-191 16</inkml:trace>
  <inkml:trace contextRef="#ctx0" brushRef="#br0" timeOffset="16276.11">13614 3023 546 0,'0'0'0'0,"0"0"-5"0,0 0-71 0,0 0-100 0,0 0-62 0</inkml:trace>
  <inkml:trace contextRef="#ctx0" brushRef="#br0" timeOffset="17551.09">16942 3970 674 0,'0'0'62'0,"0"0"82"0,0 0-54 0,0 0-42 0,0 0 38 0,0 0-21 0,-141 8-21 0,114-8-19 15,6 0-8-15,6-7 0 16,6-5-6-16,6-9-1 16,3-1-6-16,0 0 0 15,19 6-4-15,10 2-3 16,0 9 3-16,-2 5 1 15,-2 0 1-15,2 5 3 16,0 23 0-16,-6 10 3 16,-9 3 6-16,-5 6-4 15,-7 1-5-15,0-1 0 16,-22-3 1-16,-15-5-3 0,-8-4 1 16,-7-11-1-1,4-8-2-15,0-9 3 0,8-7-1 16,12 0 0-16,3-19-2 15,10-9-1-15,5 0 1 16,10 2 0-16,0 2-1 16,8 8-1-16,9 6-5 15,5 4 6-15,3 6 8 16,4 0 3-16,2 3-1 16,0 18-1-16,3 2 1 15,-1 0-4-15,-2-1-6 16,1-6 1-16,-1-4-1 0,2-7 0 15,0-5-12 1,-1 0-1-16,1 0 1 0,-4-19 4 16,0-10 4-16,-2-5 4 15,-5-3 1-15,-3-3 2 16,-4-1-3-16,-7 4 4 16,-6 6 1-16,-2 10 1 15,0 6 5-15,0 11 2 16,0 4 9-16,0 0-5 15,0 0-12-15,0 15-5 16,0 14 0-16,3 7 1 16,17-1 0-16,7 3 2 15,6-5-2-15,1 0 4 16,-5-8 0-16,-7-4 9 0,-11-9 7 16,-5-6-18-1,-6-2-1-15,0 2 4 0,-15 4-2 16,-18 2-4-16,-8-4-65 15,4-2-74-15,5-6-104 16,8 0-127-16</inkml:trace>
  <inkml:trace contextRef="#ctx0" brushRef="#br0" timeOffset="17716.2">17214 3892 915 0,'0'0'28'0,"0"0"141"0,0 0-25 0,0 0-61 0,0 0 10 0,0 0-57 16,117-92-30-16,-84 92-6 0,-4 0-52 15,-2 10-95 1,-12 16-177-16,-11 5-300 0</inkml:trace>
  <inkml:trace contextRef="#ctx0" brushRef="#br0" timeOffset="18033.2">17700 3792 824 0,'0'0'47'0,"5"-108"8"15,-3 73 85-15,0 18-34 16,-2 11 31-16,0 6-49 15,0 12-36-15,-9 43-35 16,-20 28 7-16,-8 23 35 16,-11 10-11-16,-2 7-9 15,-4-5-20-15,3-6 6 16,2-10-11-16,8-17-5 16,8-9-6-16,6-8-3 15,8-12 0-15,9-8-32 16,6-7-83-16,4-12-104 15,0-11-180-15,0-15-370 16</inkml:trace>
  <inkml:trace contextRef="#ctx0" brushRef="#br0" timeOffset="18333.18">17716 4286 967 0,'0'0'48'16,"0"0"164"-16,0 0-122 0,0 0-26 16,0 0 5-16,0 0-33 15,-29-11-31-15,18 51 9 16,-4 6 1-16,-1 2-7 16,-3 0 2-16,4-6-7 0,7-6 5 15,5-7-4-15,3-7-1 16,0-6 2-16,26-7 0 15,12-3 2-15,11-6-6 16,12 0-1-16,5 0-34 16,2 0-36-16,-4-8-41 15,-11-3-82-15,-14-1-57 16,-18-2-89-16</inkml:trace>
  <inkml:trace contextRef="#ctx0" brushRef="#br0" timeOffset="18567.66">17871 4411 382 0,'0'0'284'0,"0"0"-106"0,0 0 2 15,0 0-59-15,0 0 4 16,0 0-54-16,-37 0-40 16,35 48 28-16,2 15 16 15,0 1-30-15,0-4-17 16,0 3-10-16,0-4-14 15,-3-4-3-15,1-4-2 16,2-8-11-16,0-9-88 16,0-10-95-16,0-13-169 15,11-11-413-15</inkml:trace>
  <inkml:trace contextRef="#ctx0" brushRef="#br0" timeOffset="18931.95">18656 3659 886 0,'0'0'39'16,"0"0"135"-16,0-108-102 15,0 96 2-15,0 8 2 16,0 3-23-16,0 1-31 0,0 4-12 15,-8 35-2-15,-11 27 22 16,-1 23 8-16,-9 13 7 16,-4 12-11-16,-3 8 6 15,-2 3 7-15,5-1-9 16,0-9-7-16,6-11-12 16,2-16 0-16,5-11-8 15,3-16-6-15,3-11-3 16,7-13-2-16,1-14 0 15,4-12-12-15,2-10-43 16,0-1-84-16,0-13-69 16,0-33-127-16,4-22-136 15</inkml:trace>
  <inkml:trace contextRef="#ctx0" brushRef="#br0" timeOffset="19182.11">18155 4059 448 0,'0'0'323'0,"0"0"-305"16,0 0 59-16,-36 112-43 16,41-92 25-16,17-8 32 15,2-6 7-15,-3-6-10 16,-4 0-28-16,-5-2 3 16,-9-20-6-16,-3 0-14 15,0-2-16-15,-1 3-10 16,-15 7-6-16,-1 8-8 15,-1 6-3-15,4 5-20 0,-4 34-113 16,3 14-176 0,3 7-227-16</inkml:trace>
  <inkml:trace contextRef="#ctx0" brushRef="#br0" timeOffset="19501.05">18607 4434 1022 0,'0'0'12'15,"0"0"159"-15,0 0-89 0,0 0-75 16,0 0 6 0,0 0 26-16,-38 76-11 0,38-44-17 15,0-7-4-15,0-6-6 16,11-9 3-16,5-8 2 15,2-2 11-15,2 0 25 16,0-16 5-16,-5-9-5 16,-7 0-12-16,-8-1 0 15,0 2-17-15,0 1 1 16,-19 9-11-16,-1 4-3 16,-2 10-3-16,2 0-78 15,-5 8-78-15,1 15-171 16,0-4-246-16</inkml:trace>
  <inkml:trace contextRef="#ctx0" brushRef="#br0" timeOffset="25366.58">8251 2420 216 0,'0'0'86'0,"0"0"4"0,0 0-3 0,0 0-20 0,0 0 3 0,0 0 6 0,0 0-5 0,0 0-9 0,-6-46 14 15,6 46-18-15,0 0-1 16,0 0-8-16,0 0-18 16,0 0-21-16,0 3-4 15,0 16 5-15,0-1 5 16,0-2-2-16,0-4-9 16,0-4 1-16,0-1-1 15,0-7-2-15,0 0 1 16,0 0 1-16,0 0 2 15,2 0 10-15,11-19 15 16,1-6-22-16,3-6-4 16,3-1-3-16,1 1-2 15,-2 0 0-15,-2 5-1 0,-1 6-8 16,-6 10-27-16,-4 7-51 16,-1 3-53-16,-5 0-122 15,0 10-38-15</inkml:trace>
  <inkml:trace contextRef="#ctx0" brushRef="#br0" timeOffset="27550.18">11804 2436 546 0,'0'0'37'0,"0"0"44"16,0 0 23-16,0 0-47 0,0 0 2 0,0 0-23 0,-2-10-24 0,2 10 1 15,0 10 12-15,8 2-15 16,-4-3-6-16,-2-3 4 0,2-3-4 15,-4-3-3 1,2 0 10-16,1 0-1 0,-3 0 24 16,2 0 1-16,2 0 0 15,6 0-2-15,5-16-15 16,3-7-13-16,6-2-1 16,-2-1 3-16,1-2-5 15,0 1-2-15,-6 10 0 16,-5 2-5-16,-4 8-13 15,-4 7-30-15,-4 0-63 16,0 0-136-16,0 14 34 16</inkml:trace>
  <inkml:trace contextRef="#ctx0" brushRef="#br0" timeOffset="29682.49">8324 5410 941 0,'0'0'17'0,"0"0"99"0,0 0 64 0,0 0-76 0,0 0-20 0,0 0-48 0,-44-46-18 15,44 102 16-15,0 8-6 16,0 6-17-16,0-4-7 15,0-1 5-15,0-8-9 16,-2-8 1-16,-2-6-1 16,1-16 3-16,1-7-2 15,2-10 0-15,0-6-1 0,0-2-4 16,0 2 2-16,13 2 2 16,18 3 0-16,13-3 6 15,19 0-4-15,20 1-2 16,22 5-6-1,30 7 0-15,42 4-4 0,27 4 6 16,28-1 4-16,11-4-1 16,-4-7-1-16,-6-4 2 15,-12-8 0-15,-12-3-6 16,-13 0 6-16,-20-5 2 16,-24-11 4-16,-34-2-6 15,-33 2-5-15,-29 3 4 16,-28 5-19-16,-14 5-56 15,-10 0-23-15,-4 3-57 16,0 0-26-16,0 0-123 16,-4 0 14-16</inkml:trace>
  <inkml:trace contextRef="#ctx0" brushRef="#br0" timeOffset="29918.4">11343 5641 747 0,'0'0'64'0,"0"0"122"0,-15-103-36 0,9 87-10 0,3 8-34 15,1 4-14-15,2 4-23 0,0 1-57 16,0 32-2 0,0 11 20-16,0 10 3 0,0 2-14 15,5 1-17-15,1-3-2 16,-4 2-4-16,-2-4-59 15,0 3-128-15,-6-10-222 16,-21-10-512-16</inkml:trace>
  <inkml:trace contextRef="#ctx0" brushRef="#br0" timeOffset="30465.65">9140 6717 924 0,'0'0'68'0,"0"0"171"0,0 0-97 0,0 0-2 0,0 0-62 0,0 0-47 0,-20-33-17 0,20 78 15 16,0 10-7-16,4 1-14 0,1-2-6 15,-2-4-2-15,-1-6-4 16,-2-8-40-16,0-7-56 16,0-10-62-16,0-7-107 15,0-10-89-15,-8-2-27 16</inkml:trace>
  <inkml:trace contextRef="#ctx0" brushRef="#br0" timeOffset="30633.31">8877 6785 594 0,'0'0'36'0,"0"0"59"16,-22-116 26-16,22 82-29 15,13 4-17-15,16 9-18 0,5 4-11 16,5 9-26-16,6 8-6 16,0 0-14-16,-2 8-19 15,-8 17-128-15,-9 5-178 16</inkml:trace>
  <inkml:trace contextRef="#ctx0" brushRef="#br0" timeOffset="30819.06">8939 7080 478 0,'0'0'364'15,"0"0"-304"-15,0 0 103 0,0 0-39 16,0 0-39-16,0 0-67 15,-19 24 6-15,88-24 2 16,13-12-26-16,14-6-6 16,0-3-156-16,-5-4-111 15,-11 3-120-15</inkml:trace>
  <inkml:trace contextRef="#ctx0" brushRef="#br0" timeOffset="31066.23">9749 7000 18 0,'0'0'949'16,"0"0"-902"-16,0 0 172 15,0 0-135-15,0 0-31 16,0 0 28-16,98-44-50 15,-45 26-31-15,-2 3-1 16,-2 2-55-16,-9 3-95 16,-9 6-73-16,-13 4-81 15,-18 0-157-15</inkml:trace>
  <inkml:trace contextRef="#ctx0" brushRef="#br0" timeOffset="31250.17">9822 7072 608 0,'0'0'58'16,"0"0"95"-16,0 0-42 0,0 0-7 16,0 0-10-16,0 0-15 15,47 6 2-15,4-23-41 16,2 3-31-16,-3-7-9 16,-4 4-22-16,-8 2-101 15,-11-3-147-15,-12 3-161 16</inkml:trace>
  <inkml:trace contextRef="#ctx0" brushRef="#br0" timeOffset="33182.4">10580 6796 695 0,'0'0'147'0,"0"0"17"0,2-118-36 0,-12 76-16 0,-11 7-31 0,-2 5-11 0,-2 7-13 0,1 10-12 15,2 7-4-15,-3 6-21 16,-1 0-19-16,-1 18 2 16,2 13-1-16,8 8-4 15,7 1 2-15,8 0-1 16,2-2-3-16,0-7 2 16,12-5-5-16,11-11-20 15,8-11-1-15,4-4 20 0,5 0 8 16,-5-22 3-1,1-4-1-15,-9-2 0 0,-7 0-1 16,-7 5-1-16,-7 0 4 16,-6 7 2-16,0 5 12 15,0 5 3-15,0 1 0 16,0 5 6-16,0 0-4 16,-3 0-17-16,-2 32-6 15,-4 22 4-15,5 16 7 16,0 7-7-16,4-3-4 15,0-1 0-15,0-2-8 16,4-3-84-16,7-6-128 16,-4-11-319-16</inkml:trace>
  <inkml:trace contextRef="#ctx0" brushRef="#br0" timeOffset="35215.35">9093 9157 733 0,'0'0'133'0,"0"0"-14"0,0 0 49 0,29-115-46 0,-33 89-26 0,-21-1-46 0,-4 6 4 15,-7 6-20-15,-3 11-16 16,-6 4-3-16,-2 6-13 16,1 24-1-16,1 13-1 15,9 4 2-15,9 8-2 16,15-1 0-16,12-4 1 15,0-4 0-15,19-6-1 16,24-9-1-16,9-4-4 16,13-1 2-16,-3 1 3 15,-4-1-1-15,-8 7 1 16,-19 2 1-16,-13 1-1 16,-18-2 0-16,0-5 0 0,-22-4 5 15,-30-3 6-15,-14 0 3 16,-13-6-13-16,-3-7 1 15,8-9 3-15,10-6 2 16,11-27-7-16,10-5-1 16,14-4-25-16,17-4-31 15,12 1-83-15,12 2-87 16,31 4-123-16</inkml:trace>
  <inkml:trace contextRef="#ctx0" brushRef="#br0" timeOffset="35483.94">9499 8989 1150 0,'0'0'57'0,"0"0"90"0,0 0-35 0,0 0-15 0,0 0-53 15,0 0-28-15,-29-1-12 16,29 76 31-16,0 19 5 16,0 3-31-16,2-2-6 15,5-1-3-15,-1-5-18 16,1-6-50-16,5-7-105 0,3-18-210 16,3-20-346-16</inkml:trace>
  <inkml:trace contextRef="#ctx0" brushRef="#br0" timeOffset="35700.37">10277 9487 1264 0,'0'0'6'0,"0"0"8"16,0 0 19-16,-114-8 3 0,114 8 11 15,35 0-35 1,30 0-7-16,20 0-5 0,6 0-57 16,-11 0-198-16,-17 0-93 15,-23 0-284-15</inkml:trace>
  <inkml:trace contextRef="#ctx0" brushRef="#br0" timeOffset="35849.51">10279 9691 680 0,'0'0'134'0,"0"0"4"16,0 0 5-16,0 0-23 16,0 0-48-16,0 0-70 15,-7 16-4-15,103-32-6 0,20-4-125 16,9-2-139 0,6-1-580-16</inkml:trace>
  <inkml:trace contextRef="#ctx0" brushRef="#br0" timeOffset="36232.36">11590 9050 642 0,'0'0'68'16,"14"-176"106"-16,-14 101-21 15,0 19 36-15,0 13-32 16,0 21-30-16,0 12-5 15,0 10-52-15,0 10-39 16,-6 44-22-16,-2 27 8 16,2 24 8-16,3 5-19 15,3-6-6-15,0-6-2 16,0-6-40-16,0-8-50 0,-3-11-146 16,-13-21-206-16,-4-26-365 15</inkml:trace>
  <inkml:trace contextRef="#ctx0" brushRef="#br0" timeOffset="36449.43">11435 8995 769 0,'0'0'129'0,"45"-126"-91"16,13 81 56-16,11 14 10 16,-3 14 24-16,-3 17-18 15,-12 0-56-15,-18 35-31 16,-24 17-11-16,-9 10-12 15,-29 5-3-15,-24-3-22 0,-7-13-31 16,2-7-2-16,7-11-55 16,13-10-81-16,15-10-99 15,19-9-348-15</inkml:trace>
  <inkml:trace contextRef="#ctx0" brushRef="#br0" timeOffset="36682.25">12168 8893 651 0,'0'0'356'15,"0"0"-133"-15,0 0-52 0,0 0-32 16,0 0-56 0,0 0-40-16,-23 8-29 0,23 60 18 15,0 16-1-15,0 5-27 16,3-7-4-16,-3-5-2 15,0-2-50-15,0-8-70 16,-18-13-87-16,-2-20-191 16,2-22-256-16</inkml:trace>
  <inkml:trace contextRef="#ctx0" brushRef="#br0" timeOffset="36832.62">11925 8992 204 0,'0'0'794'0,"0"0"-735"0,0 0 87 16,30-103-112-16,36 83-26 16,21 4-8-16,10 12-20 15,-5 4-211-15,-14 0-182 16</inkml:trace>
  <inkml:trace contextRef="#ctx0" brushRef="#br0" timeOffset="37036.07">12560 8921 998 0,'0'0'53'0,"0"0"148"15,0 0-39-15,0 0-75 16,0 0-25-16,0 0-41 16,-31 104 27-16,42-28-26 0,-4 1-17 15,-5-4-5-15,-2 0-39 16,0-9-69-16,-9-9-92 15,-6-17-107-15,-1-20-99 16</inkml:trace>
  <inkml:trace contextRef="#ctx0" brushRef="#br0" timeOffset="37351.36">12516 9010 580 0,'0'0'55'0,"0"0"11"16,117-111 52-16,-63 94-28 0,-5 16-2 15,-4 1 9-15,-10 14-24 16,-15 23-53-16,-13 16 41 16,-7 4-47-16,-7-2-9 15,-24-3-2-15,-6-11-2 16,-2-7 1-16,1-8 2 16,3-6 0-16,8-6-3 15,0-5 0-15,14-3 2 16,9-1-3-16,4 9 0 15,2 6-2-15,34 10 2 16,6 6 2-16,5 0 1 16,1-1-2-16,-3-5-2 15,-3-4-5-15,-8-8-6 0,-10-4-51 16,-10-2-61 0,-9 0-22-16,-5-2-134 0</inkml:trace>
  <inkml:trace contextRef="#ctx0" brushRef="#br0" timeOffset="37649.92">11127 9833 1134 0,'0'0'38'15,"0"0"21"-15,0 0-37 0,0 0 40 16,234 30 41-16,-53-30-53 16,33 0-12-16,15 0-26 15,10-1 20-15,6-10-2 16,-7-3-2-16,-13 2-20 16,-24 2-8-16,-38 5 0 15,-43 1-37-15,-47 4-92 16,-52 0-49-16,-36 0-135 15,-64 4-341-15</inkml:trace>
  <inkml:trace contextRef="#ctx0" brushRef="#br0" timeOffset="37983.87">12010 10303 1039 0,'0'0'130'15,"0"-119"58"-15,2 79-65 16,0 16 5-16,-2 14-24 15,0 8-55-15,0 2-31 16,0 29-16-16,0 24 0 0,0 22 2 16,0 11 0-1,0 0-4-15,0-4-8 0,0-5-34 16,4-16-83-16,10-11-104 16,4-21-162-16,4-21-146 15</inkml:trace>
  <inkml:trace contextRef="#ctx0" brushRef="#br0" timeOffset="38600.24">12277 10374 785 0,'0'0'155'15,"0"0"19"-15,-6-109 8 0,-4 95-54 16,4 7-45-16,4 7-15 16,0 0-55-16,2 30-13 15,0 13 3-15,0 9 0 16,0-2-3-16,17-7-1 15,5-8 1-15,3-7-9 16,0-7-1-16,2-11-9 16,-4-10-5-16,2 0 9 15,0-14 8-15,-3-13 7 16,-9-5 4-16,-8-6-2 16,-5-2-2-16,-3 0-3 15,-23 1-14-15,-8 4-3 16,-1 6 7-16,1 5 0 15,10 8 2-15,9 5 7 0,8 4-7 16,7 3 0-16,4-2-19 16,32 0-16-16,12-1 44 15,13-3 0-15,4 1 1 16,2 1-7-16,-7-3 8 16,-5 2 5-16,-10 1-4 15,-16 4 6-15,-12 4-2 16,-7 0-2-16,-8 21 1 15,-2 23 20-15,0 9-16 16,0 6 1-16,-4-1-6 16,-2-2-2-16,6-1-1 15,0-8 1-15,4-5-1 16,17-9-2-16,4-14-6 16,6-10 0-16,2-9 4 15,3 0 4-15,-1-18 3 0,0-14 2 16,-6-5 16-16,-6-3 9 15,-7-6 9-15,-11-2-2 16,-5-2-13-16,-7-4-9 16,-26 4-6-16,-10 10-9 15,-13 12-41-15,-13 20-54 16,-18 8-107-16,-19 11-304 16</inkml:trace>
  <inkml:trace contextRef="#ctx0" brushRef="#br0" timeOffset="39548.51">9040 12553 692 0,'0'0'266'0,"0"0"-75"0,-7-126-28 0,-6 82-95 0,-8 1 5 0,-2 9-9 0,0 6-21 15,-6 12-9-15,2 10-24 0,-6 6-9 16,-5 10 0-16,3 24-1 15,0 10 0-15,14 3-3 16,11 2-5-16,10-3-8 16,0-7-6-16,27-9-6 15,12-10 7-15,9-11-12 16,4-9-4-16,-2 0 4 16,-2-12 17-16,-11-13 14 15,-10-3 2-15,-9-7 8 16,-11 1 15-16,-5 2 9 15,-2 3 1-15,0 4 5 16,0 8 2-16,0 10-4 0,0 6 1 16,-2 1 1-1,0 0-25-15,2 15-8 0,0 27-4 16,0 16 5-16,0 9 7 16,0-1-8-16,0-2 6 15,0 0-4-15,0-6-6 16,0 1-1-16,0-4-9 15,2-1-46-15,2-1-118 16,0-11-184-16,5-12-356 16</inkml:trace>
  <inkml:trace contextRef="#ctx0" brushRef="#br0" timeOffset="39867.05">9960 12749 1040 0,'0'0'86'0,"0"0"79"0,0 0-109 0,0 0-5 0,0 0 2 0,0 0-6 0,49 15 25 16,9-14-49-16,6-1-11 15,-3 0-12-15,-3 0-26 16,-12 0-76-16,-8 0-68 16,-16 0-170-16,-20 0-384 15</inkml:trace>
  <inkml:trace contextRef="#ctx0" brushRef="#br0" timeOffset="40015.85">9982 12952 892 0,'0'0'97'0,"0"0"32"16,0 0-41-16,0 0-40 0,0 0 8 16,0 0 1-1,203 20-57-15,-89-34-39 0,1-8-147 16,-1-6-284-16</inkml:trace>
  <inkml:trace contextRef="#ctx0" brushRef="#br0" timeOffset="40569.04">10909 12150 1129 0,'0'0'33'0,"0"0"101"16,0 0-32-16,0 0-83 0,0 0 40 16,0 0-37-1,132-50-3-15,-61 50-15 0,-9-3-4 16,-12 3-4 0,-11 0-6-16,-16 0-11 0,-12 0 15 15,-9-1 6-15,-2-6 3 16,0-4 12-16,-2-3-13 15,-9-1 5-15,1 3 17 16,6 4-8-16,2 4 12 16,0 4-6-16,2 0 2 15,0 0-13-15,0 12-10 16,0 33-1-16,0 19 19 16,0 12 16-16,0 2-8 15,-2-6-8-15,-1-4 2 16,-1-10-14-16,2-8 1 15,0-11-7-15,2-11-2 16,0-8-2-16,0-8-38 0,0-8-81 16,0-4-96-16,11-2-146 15,11-28-77-15</inkml:trace>
  <inkml:trace contextRef="#ctx0" brushRef="#br0" timeOffset="40982.29">11613 12312 772 0,'0'0'100'0,"0"0"8"0,0 0-4 0,0 0-13 0,0 0-5 0,0 0-30 0,-91-29-31 16,91-4-8-16,0-3-10 15,7 0 3-15,19 5-5 16,3 7-4-16,4 10-1 15,1 7-4-15,-3 7 2 16,-2 0 2-16,-4 7-3 16,-3 28 3-16,-11 7 1 15,-5 8 6-15,-6 4 5 16,0-3 1-16,-21-2-2 16,-8-6 5-16,-2-8 2 15,-3-5 11-15,1-3-3 16,4-8 7-16,9-4 0 15,9-8-7-15,6-4-6 16,5-3-11-16,0 2-8 0,7 2 0 16,24-2 1-16,15-1-1 15,15-1-1-15,13 0-24 16,5 0-40-16,8 0-48 16,-1 0-80-16,-7-13-267 15</inkml:trace>
  <inkml:trace contextRef="#ctx0" brushRef="#br0" timeOffset="41333.22">12371 12123 1044 0,'0'0'92'0,"0"0"68"0,0 0-126 0,0 0 47 0,0 0-10 16,0 0-44-16,51-5 40 15,-15 55-3-15,2 12-20 0,1 4-21 16,-1-2-19-1,3-6 3-15,-1-8-7 0,2-10-10 16,-2-7-43-16,-4-13-57 16,-5-10-60-16,-4-10-101 15,-10 0-96-15</inkml:trace>
  <inkml:trace contextRef="#ctx0" brushRef="#br0" timeOffset="41517.18">12751 12141 837 0,'0'0'109'0,"0"0"79"16,0 0-36-16,0 0-64 15,0 0-47-15,0 0-17 16,-126 156-3-16,82-76-19 0,-4-4-2 16,2-1-30-1,-3-4-50-15,1-5-66 0,6-9-96 16,3-13-149-16</inkml:trace>
  <inkml:trace contextRef="#ctx0" brushRef="#br0" timeOffset="42499.3">13248 12241 873 0,'0'0'58'0,"0"0"138"0,0-113-29 0,0 94-32 0,0 10 16 16,0 5-69-16,0 4-32 0,2 0-27 15,12 36-8 1,4 16 24-16,0 16-11 0,-5 4-18 16,-6-5-8-16,-2-4-2 15,-5-9-5-15,0-7-31 16,0-9-26-16,-5-6-101 16,-11-12-104-16,-1-16-92 15,1-4-143-15</inkml:trace>
  <inkml:trace contextRef="#ctx0" brushRef="#br0" timeOffset="42683.09">13130 12232 230 0,'0'0'503'0,"0"0"-304"16,0 0-19-16,0 0-50 0,0 0-38 16,0 0-18-16,18-68-53 15,36 54 15-15,11-3 2 16,1 2-9-16,3 0 0 15,-9 3-8-15,-8 3-20 16,-15 5-1-16,-12 4-58 16,-12 0-124-16,-13 0-241 15</inkml:trace>
  <inkml:trace contextRef="#ctx0" brushRef="#br0" timeOffset="42999.23">13788 12184 14 0,'0'0'970'16,"0"0"-814"-16,0 0 21 15,0 0-61-15,0 0-24 16,0 0-41-16,4-75-35 15,36 106 19-15,12 13 26 16,1 6-29-16,-2 0-16 16,-4 3-4-16,-7-6-5 0,-7-4-7 15,-10-8-11 1,-5-8-39-16,-5-12-62 0,-6-4-100 16,-5-10-132-1,-2-1-41-15,0 0-222 0</inkml:trace>
  <inkml:trace contextRef="#ctx0" brushRef="#br0" timeOffset="43183.12">14122 12150 474 0,'0'0'147'15,"0"0"-14"-15,0 0 37 16,0 0-14-16,0 0 31 16,0 0-100-16,-33-48-60 15,17 96-13-15,-4 16 25 16,-6 8-18-16,-6 0-21 15,-4 1-9-15,-6-6-81 0,-2-3-77 16,-6-7-85-16,1-12-139 16</inkml:trace>
  <inkml:trace contextRef="#ctx0" brushRef="#br0" timeOffset="44583.31">14773 12220 810 0,'0'0'83'0,"0"0"-19"0,-118 0 76 16,84-11-66-16,5-7 24 0,9-4-7 16,13-1-46-16,7-1-21 15,0-5 2-15,9 1-25 16,18 6-1-16,0 7-3 0,0 3 2 15,-1 12-3-15,-1 0 2 16,-3 9 2-16,0 25 0 16,-3 19 7-16,-9 7 9 15,-5 8-2-15,-5 0 0 16,-5-6-4-16,-22-8-1 16,-10-7 3-16,-1-14-8 15,-1-10 2-15,8-11-3 16,10-8-1-16,0-4 5 15,6 0-2-15,3-10 1 16,4-15-4-16,1-5 1 16,7 0-2-16,0 6-2 15,0 4 2-15,0 10-1 16,3 5 0-16,5 5 0 0,3 0 4 16,11 5 4-16,8 19 25 15,1 6-7-15,2 3-9 16,-3-6-9-16,-2-4-4 15,-4-3-2-15,2-5-2 16,0-4-10-16,0-4-32 16,3-4-98-16,0-3-69 15,0 0-84-15,0-25-66 16,-4-15-202-16</inkml:trace>
  <inkml:trace contextRef="#ctx0" brushRef="#br0" timeOffset="44849.23">15078 12168 545 0,'0'0'105'0,"0"0"92"0,0 0-51 0,15-115 41 0,-15 111-30 0,0 2-47 0,0 2-64 0,0 0-44 15,0 21-1-15,0 14 3 16,0 9 0-16,10 3-4 16,18-1 2-16,8-3-3 15,2-6 4-15,3-1-3 16,-5-8 1-16,-9-8 5 15,-8-6 6-15,-13-8 2 16,-6-2-10-16,0 2 17 0,-27 3-2 16,-15 1-19-1,-11-2-9-15,6-3-43 0,4-5-62 16,14 0-111 0,12-13-165-16</inkml:trace>
  <inkml:trace contextRef="#ctx0" brushRef="#br0" timeOffset="45032.16">15218 12019 333 0,'0'0'620'15,"0"0"-433"-15,0 0-20 16,0 0-85-16,0 0-38 16,0 0 8-16,132-105-28 15,-92 92-23-15,-5 5-1 16,-8 8-26-16,-12 0-81 15,-15 8-105-15,0 20-117 0,-29 7-79 16</inkml:trace>
  <inkml:trace contextRef="#ctx0" brushRef="#br0" timeOffset="45832.95">11286 13160 971 0,'0'0'49'0,"-154"0"65"0,92 0-61 0,17 2 16 0,18 2 37 16,21 2-57-16,6 5-38 15,42 0-9-15,47 2 7 16,49-9 10-16,54-4-15 16,53 0-2-16,46-3 2 15,55-7-4-15,37 1 11 16,34-2 5-16,16 1-7 16,10-4 11-16,0-4 15 15,-16-2 7-15,-26-2-29 16,-48-2-1-16,-57 1-3 15,-66 4-9-15,-74 1 0 0,-73 2-34 16,-75 2-44-16,-46 6-6 16,-78 8-160-16,-40 0 12 15,-35 8-194-15</inkml:trace>
  <inkml:trace contextRef="#ctx0" brushRef="#br0" timeOffset="46615.37">12076 13533 1013 0,'0'0'106'0,"0"0"115"16,-10-104-71-16,7 102-57 0,1 2-15 0,-4 14-38 0,-6 34-25 15,-3 16-6-15,-6 12-2 16,-3-3-2-16,-1-9-1 16,-1-14-4-16,6-14-1 15,6-18-9-15,5-11-2 0,9-7 9 16,0 0 0 0,0 0 3-16,0-21-2 0,11-2-10 15,12-4 7-15,1 10-3 16,5 4 5-16,2 5 3 15,5 8-1-15,2 0 1 16,3 0-8-16,0 6-19 16,-3 3-10-16,-2-8 0 15,-7-1 2-15,-9 0 13 16,-2-4 13-16,-7-18 7 16,-7-6 2-16,-4-6 2 15,0-7 0-15,-4 1 0 16,-9 7 3-16,-3 9 12 15,7 7 27-15,5 13 19 0,4 4-19 16,0 0-27-16,0 24-13 16,0 26-1-16,0 21 24 15,0 9-10-15,9 2-14 16,-1 2-3-16,-3-1-42 16,-5-1-111-16,0-11-181 15,-2-21-382-15</inkml:trace>
  <inkml:trace contextRef="#ctx0" brushRef="#br0" timeOffset="48052.72">12654 13582 991 0,'0'0'76'0,"0"0"109"0,0 0-44 0,0 0-72 0,0 0-14 0,0 0-22 15,29 20-1-15,29 24 11 0,6 6-26 16,1 1-17-1,-3 4-3-15,-6-1-66 0,-7-6-99 16,-7-16-204-16,-8-14-208 16</inkml:trace>
  <inkml:trace contextRef="#ctx0" brushRef="#br0" timeOffset="48232.3">13086 13537 489 0,'0'0'465'15,"0"0"-306"-15,0 0 29 16,-138-21-57-16,104 60-25 16,4 15-46-16,1 13-42 15,-2 6-18-15,-2 4-5 16,0 1-102-16,0-5-98 16,-1-16-154-16,3-14-376 0</inkml:trace>
  <inkml:trace contextRef="#ctx0" brushRef="#br0" timeOffset="48465.58">13474 13565 1164 0,'0'0'151'0,"0"0"-5"16,0 0-15-16,0 0-38 15,0 0-32-15,0 0-46 16,26 22-9-16,-10 35-1 0,-1 11-3 16,1-2-2-16,-3-3-49 15,0 0-75-15,-3-13-95 16,-2-10-165-16,0-19-220 16</inkml:trace>
  <inkml:trace contextRef="#ctx0" brushRef="#br0" timeOffset="49068.7">13859 13564 898 0,'0'0'103'15,"0"0"157"-15,0 0-86 0,0 0-74 16,0 0-46-16,0 0-11 16,-60-45-31-1,60 91-11-15,0 16 8 0,0-2-5 16,2-3 0-16,14-10-4 15,1-5-1-15,4-11-4 16,-1-15-14-16,-1-6 0 16,2-10-6-16,4 0 20 15,-4-13 5-15,2-20 3 16,-8-5 0-16,-8-8 2 16,-7 0-3-16,-2 0-2 15,-27 4-1-15,-11 7-7 0,-7 8-15 16,-2 10 15-16,2 7 4 15,10 8-2-15,12 0-6 16,14 2 7-16,11 0-13 16,9 0-41-16,33 0-1 15,18 0 60-15,9 0 0 16,3 0 0-16,-3 0-3 16,-9-2 3-16,-9-2 3 15,-15 2-2-15,-15 2 0 16,-9 0-1-16,-12 10-4 15,0 20 4-15,0 10 16 16,0 5-8-16,0 1-7 16,0-1-1-16,0-3 0 15,15-7 0-15,12-7-4 16,9-10-7-16,0-12 3 16,0-6 6-16,-1-2 2 15,-6-25 11-15,0-12 15 0,-12-11 17 16,-9-6 12-16,-8-3-8 15,-12 1-11-15,-30 4-17 16,-16 14-19-16,-23 19-10 16,-16 21-114-16,-26 0-299 15</inkml:trace>
  <inkml:trace contextRef="#ctx0" brushRef="#br0" timeOffset="54482.63">15600 11828 556 0,'0'0'74'16,"120"-125"41"-16,-74 82 13 15,-15 20-37-15,-18 10 5 0,-9 13 4 16,-4 0-12-16,-32 20-38 15,-35 39-17-15,-35 31-24 16,-32 26 2-16,-22 18-9 16,-20 13-2-16,-15 7-39 15,-13 5-61-15,-12 2-68 16,0-7-32-16,9-4 28 16,22-4 149-16,25-12-13 15</inkml:trace>
  <inkml:trace contextRef="#ctx0" brushRef="#br0" timeOffset="55148.94">14635 13427 628 0,'0'0'75'0,"0"0"16"0,117-105-1 0,-112 95-20 0,-5 9 72 0,-11 1-2 0,-41 16-118 16,-27 34-8-16,-39 24 12 15,-30 18-6-15,-21 12-7 16,-13 7-13-16,-3 3 0 16,0-2 0-16,11-3 0 15,22-13-21-15,34-6-23 0,38-14-62 16,33-9-137-1,27-17-201-15</inkml:trace>
  <inkml:trace contextRef="#ctx0" brushRef="#br0" timeOffset="55649.28">14154 14534 474 0,'0'0'437'16,"0"0"-258"-16,0 0 0 16,0 0-54-16,0 0-49 15,0 0-31-15,-34-28-31 16,14 75-2-16,-3 10-4 16,4-3 3-16,-2-10-10 0,3-4 2 15,1-9 0-15,3-12-3 16,5-6 0-16,7-12 3 15,2-1-2-15,0 0 0 16,0 0-1-16,27-11 0 16,13-1 5-16,9-3-5 15,7 7 0-15,7 4-1 16,5 3-1-16,6 1-8 16,-10 0-11-16,-8 0-24 15,-18 0-37-15,-20 0-52 16,-14 0-79-16,-4 0-78 15,-20-4-47-15</inkml:trace>
  <inkml:trace contextRef="#ctx0" brushRef="#br0" timeOffset="55816.53">14264 14579 548 0,'0'0'138'0,"0"0"-2"0,0 0-9 15,0 0 18-15,0 0-14 16,0 0-98-16,1 71 16 15,10-5-10-15,-2 7-29 16,-1 10-10-16,2 7-28 16,-10-3-95-16,0-4-119 15,0-11-76-15</inkml:trace>
  <inkml:trace contextRef="#ctx0" brushRef="#br0" timeOffset="56915.6">9572 12129 791 0,'0'0'80'0,"0"0"44"0,0 0-52 0,-122 49-25 0,30 41 41 0,-14 32-20 0,-22 22-24 16,-12 19-23-16,-7 8-13 15,-5 2-8 1,13 2-7-16,16-14-55 0,20-23-38 15,28-26-54-15,25-36-99 16,19-26-119-16</inkml:trace>
  <inkml:trace contextRef="#ctx0" brushRef="#br0" timeOffset="57335.84">8488 11580 801 0,'0'0'96'0,"0"0"3"0,0 0-24 0,0 0-14 0,0 0-38 0,0 0 8 0,-5 128-8 16,10-71-17-16,1-3-6 16,0 5-11-16,-1 6-111 15,-5 0-138-15,0-5-230 16</inkml:trace>
  <inkml:trace contextRef="#ctx0" brushRef="#br0" timeOffset="57883.1">11997 11757 784 0,'0'0'96'0,"0"0"4"0,0 0-19 0,0 0-20 0,-121 88-25 15,39-7 2-15,-12 18 0 16,-12 13-10-16,-19 15-19 16,-14 7-9-16,-6 2-10 15,-9-6-109-15,10-19-116 16,12-22-181-16</inkml:trace>
  <inkml:trace contextRef="#ctx0" brushRef="#br0" timeOffset="58465.99">11232 11239 651 0,'0'0'58'0,"0"0"66"15,0-102-63-15,-2 72-17 16,-18 5 51-16,-5 10-41 16,-6 7-13-16,-2 8 3 15,-5 2-18-15,2 21-8 16,10 7-3-16,7 1-6 15,19 3-7-15,0 2-2 16,23 2 4-16,17 1-3 16,5 1 2-16,1 1-2 0,1 0-1 15,-9 1 0 1,-9-1 0-16,-15-1 0 0,-14-5 0 16,0-6 2-16,-32-2 0 15,-10-9 0-15,-2-8-2 16,3-10 0-16,5 0 3 15,10-16-3-15,13-18-3 16,8-10 1-16,5-4 0 16,11-8-5-16,25-1-29 15,9 2-57-15,5 1-56 16,-2 5-188-16</inkml:trace>
  <inkml:trace contextRef="#ctx0" brushRef="#br0" timeOffset="59348.65">12766 13364 987 0,'0'0'178'0,"0"0"-66"0,-123 25-53 0,5 52-41 0,-32 32 13 0,-20 24-8 0,-7 13-10 15,-10 4-13-15,-12 5-11 16,5-9-72-16,14-10-153 16,15-17-140-16</inkml:trace>
  <inkml:trace contextRef="#ctx0" brushRef="#br0" timeOffset="59968.85">11551 11118 797 0,'0'0'60'0,"0"0"95"0,0 0-31 0,0 0-30 0,0 0-55 16,-161 10 14-16,64 43-21 16,-17 15-18-16,-13 8-8 15,-14 7-3-15,-3 2-3 16,1-2-51-16,12-3-170 16,12-11-207-16</inkml:trace>
  <inkml:trace contextRef="#ctx0" brushRef="#br0" timeOffset="60482.98">10277 10686 860 0,'0'0'14'0,"0"0"36"15,0 0-5-15,0 0-20 16,0 0 13-16,-46-107-20 15,85 81-12-15,1 6-1 16,0 8 3-16,-9 9-3 16,-6 3 20-16,-7 6 10 15,-12 26-8-15,-6 9-1 16,0 13 12-16,-11 2-4 16,-21-1-13-16,-5-7 6 15,-5-8 5-15,2-6 1 16,6-10-7-16,12-7 0 15,8-10 5-15,8-2-11 0,6-5-10 16,0 0-9-16,20 0-1 16,24-3 5-16,12-17-5 15,11-1-4-15,-1-6-69 16,6 4-46-16,-3-6-98 16,-11 2-125-16,-16-3-337 15</inkml:trace>
  <inkml:trace contextRef="#ctx0" brushRef="#br0" timeOffset="60683.11">10693 10443 666 0,'0'0'65'0,"0"0"73"16,0 0-23-16,0 0 30 15,0 0-48-15,-125 26-75 16,60 36-10-16,-16 25-8 15,-25 21-4-15,-16 16-45 16,-18 19-116-16,-9 9-97 16,-7 3-116-16</inkml:trace>
  <inkml:trace contextRef="#ctx0" brushRef="#br0" timeOffset="61349.39">14586 14266 1157 0,'0'0'165'0,"0"0"-121"0,0 0-27 0,-174 160 8 0,55-56 20 0,-10 7-27 15,-4 14-16 1,-4-3-2-16,2 5-47 0,10-15-108 16,16-17-286-16</inkml:trace>
  <inkml:trace contextRef="#ctx0" brushRef="#br0" timeOffset="61850.01">14771 15306 642 0,'0'0'312'16,"0"0"-289"-16,-14-115 9 15,49 89-12-15,10 13 4 16,7 13 48-16,-4 0-22 16,-3 24 9-16,-13 18-27 15,-17 12-6-15,-15 7-7 16,0 2-8-16,-31-5-4 0,-16-10 0 16,-9-10 3-16,-4-7 20 15,4-15 17-15,12-6 0 16,15-6 13-16,13-4-17 15,16 0-18-15,1 0-25 16,47 0 8-16,36-8-9 16,33-6 1-16,23 0-46 15,16 1-53-15,4-1-2 16,-4 6-85-16,-15 2-90 16,-30 3-130-16</inkml:trace>
  <inkml:trace contextRef="#ctx0" brushRef="#br0" timeOffset="62432.3">9504 16565 1071 0,'0'0'179'0,"0"0"-23"0,0 0-48 0,0 0-36 0,0 0-17 0,0 0 22 0,0 153-41 16,0-63-22-16,0-2-9 15,0-8-5-15,0-8-10 0,0-9-59 16,0-6-163 0,-17-24-206-16,5-17-556 15</inkml:trace>
  <inkml:trace contextRef="#ctx0" brushRef="#br0" timeOffset="62615.23">9071 16605 1054 0,'0'0'107'0,"0"0"23"16,0 0-35-16,0 0-62 15,0 0-13-15,0 0 0 16,176-84-20-16,-62 75-21 16,7 6-148-16,5 0-214 15,1 1-460-15</inkml:trace>
  <inkml:trace contextRef="#ctx0" brushRef="#br0" timeOffset="62833.02">10287 16874 1091 0,'0'0'67'0,"0"0"48"16,0 0-69-16,0 0-29 0,0 0 9 15,0 0 47 1,92 7-25-16,-1-22-48 16,-6-3-37-16,-14 7-146 0,-17 4-133 15,-25 7-158-15</inkml:trace>
  <inkml:trace contextRef="#ctx0" brushRef="#br0" timeOffset="62949.81">10281 17097 864 0,'0'0'125'0,"0"0"52"16,0 0-92-16,0 0-85 16,0 0 0-16,0 0-5 15,198-41-126-15,-62 2-184 16</inkml:trace>
  <inkml:trace contextRef="#ctx0" brushRef="#br0" timeOffset="63532.04">11816 16601 623 0,'0'0'25'0,"0"0"58"15,-172 22 57-15,112-8-45 16,2-5 8-16,7-4-6 15,8-5-28-15,10 0-22 16,8 0-19-16,10-18 0 16,11-10-7-16,4-2-15 15,0-2-6-15,6 1 1 0,17 14-2 16,-1 3 1-16,0 10 0 16,3 4 0-16,-3 8 0 15,3 24 0-15,-3 16 0 16,-6 10 1-16,-8 5 0 15,-8 0 2-15,0 4 1 16,-17-9 3-16,-19-1 1 16,-13-8-2-16,-7-9-4 15,0-8 4-15,5-14-6 16,11-8 1-16,9-10 1 0,8 0-1 16,10-22 3-1,9-10-3-15,4-8-1 16,0 0-1-16,17 12-1 0,7 6 1 15,2 13 1-15,-2 9 0 16,4 9 6-16,5 24 3 16,2 14 7-16,3 3 2 15,2-2-3-15,3-7-7 16,1-9-1-16,-1-14-7 16,3-18 1-16,3 0 1 15,2-14-2-15,3-22-7 16,-1-12-52-16,-4-2-61 15,-8-9-122-15,-12-7-88 16</inkml:trace>
  <inkml:trace contextRef="#ctx0" brushRef="#br0" timeOffset="64499.23">12217 16131 846 0,'0'0'81'0,"0"0"-5"0,-191-73 5 0,73 52-23 0,-28 6 13 15,-32-3 3-15,-26 4-34 16,-37-4-17-16,-29 1-13 15,-21 4-1-15,-22-2 0 16,-5 3-3-16,-10 2-6 0,3 4 10 16,13 5 6-16,27 1 7 15,30 0 7-15,44 0-1 16,33 0-4-16,40 0 10 16,35-2 5-16,39-2-14 15,30-5-1-15,21 5-1 16,13 2-9-16,0-2-9 15,0 4-6-15,0-4 2 16,0 4 2-16,0 0-3 16,0 0-1-16,0 0 4 15,0 0 2-15,0 0 3 16,0 0 0-16,-3 23 0 16,-5 39-7-16,-4 27 9 15,-1 28 3-15,7 25-3 16,-3 18-2-16,2 15-4 0,2 8 2 15,3-9-5-15,2-13 0 16,0-17 0-16,14-16-2 16,8-19 1-16,4-15 0 15,6-20-2-15,3-20-2 16,9-18-4-16,8-18-5 16,10-10-4-16,17-8 0 15,18 0 0-15,24 0 3 16,27 0 4-16,30 0 3 15,36 0 6-15,31 0 1 16,28 14 1-16,28 0-2 16,15-1-9-16,12-4-16 0,8 0-20 15,-6-9-2 1,-16 0 0-16,-20 0 4 0,-37-15 17 16,-35-2 7-16,-37-1 19 15,-35 1-5-15,-36 3 5 16,-39 0 3-16,-28-2-1 15,-34-8 2-15,-13-10 28 16,-27-16 28-16,-24-17-19 16,-6-13-6-16,-4-14-8 15,3-21-7-15,3-28-10 16,7-24-10-16,8-19-16 16,11-16-52-16,12 5-83 15,3 6-207-15,3 29-260 16</inkml:trace>
  <inkml:trace contextRef="#ctx0" brushRef="#br0" timeOffset="65965.99">1351 8075 881 0,'0'0'158'0,"-210"106"10"0,123-61-85 0,20-3 13 0,25-13-7 0,22-13-1 0,20-16-34 16,40-3-29-16,56-44-11 15,46-30 3-15,50-23-17 16,44-19-5-16,28-12-27 16,19-1-22-16,4 6 6 15,-11 11-16-15,-24 19-23 16,-43 26-89-16,-57 22-264 16</inkml:trace>
  <inkml:trace contextRef="#ctx0" brushRef="#br0" timeOffset="66165.37">1266 8400 1227 0,'-187'88'150'0,"53"-25"-104"16,70-26 32-16,64-31-31 16,77-22-19-16,100-61 12 15,88-38-13-15,61-40-27 16,57-23-39-16,28-17-71 15,11 0-8-15,-4 11-116 16,-36 12-185-16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2:40:31.26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10738 3106 28 0,'0'0'1048'0,"-158"2"-1039"0,115 3 87 0,23-4-45 0,20 1-22 0,9 2-10 16,58-1-19-16,49 4 60 15,46-5-56-15,37 0 14 16,26-2-18-16,9 0 1 16,8 0-1-16,-3 0 6 15,-25 0-6-15,-25 0-6 16,-37 0-112-16,-41 0-47 15,-46 6-34-15,-52 0-94 16</inkml:trace>
  <inkml:trace contextRef="#ctx0" brushRef="#br0" timeOffset="200.98">11063 3228 325 0,'-161'8'484'0,"37"2"-477"16,39 1 85-16,44-4-46 15,38 3-3-15,16 0-24 16,65 0 74-16,49 3-25 16,37-6-47-16,44-2-20 15,22-5-1-15,12 0-36 16,7 0-28-16,-8 0-95 16,-13-10-199-16</inkml:trace>
  <inkml:trace contextRef="#ctx0" brushRef="#br0" timeOffset="783.9">14087 3076 816 0,'0'0'6'0,"-161"-12"84"0,96 12-32 0,18-2 17 0,25 2 32 16,22 0-24-16,13 0-39 16,47 0-22-16,34 4-6 15,26 0-5-15,26-1-5 16,18 0-6-16,10-3 0 15,0 0-1-15,-9 0-41 16,-27 0-57-16,-29 0-76 16,-38 0-33-16,-45 0-94 0</inkml:trace>
  <inkml:trace contextRef="#ctx0" brushRef="#br0" timeOffset="951.84">14418 3140 514 0,'-144'2'83'16,"24"4"93"-16,41-4-55 15,41 2-67-15,38 0 2 16,19-2-18-16,62 2 25 16,44-2-13-16,35-2-27 15,28 0-14-15,6 0-7 16,-5 0-2-16,-15 0-141 0,-25 0-161 16</inkml:trace>
  <inkml:trace contextRef="#ctx0" brushRef="#br0" timeOffset="3333.66">6944 4311 852 0,'0'0'31'0,"0"0"92"0,0 0 20 0,0 0-31 0,0 0-3 0,0 0-18 0,0 0-18 15,10-75-41-15,-10 128-10 16,0 25 40-16,0 14-19 15,0 5-12-15,-4-3-14 16,-6-6-9-16,4-6-3 16,4-7-4-16,2-13-1 15,0-8-16-15,0-17-34 16,0-10-39-16,2-13-77 0,2-14-80 16,-2 0-91-16,-2-32 83 15</inkml:trace>
  <inkml:trace contextRef="#ctx0" brushRef="#br0" timeOffset="3550.16">6892 4452 592 0,'0'0'33'0,"0"0"23"15,56-141 3-15,-8 109-16 16,6 12 16-16,6 14 31 16,5 6-15-16,-5 8 2 15,-6 23 8-15,-21 6-8 16,-20 5-48-16,-13 4-21 15,-30 0 1-15,-29-2-9 16,-17-3-1-16,-8-5-74 16,2-4-71-16,3-8-30 0,6-8-84 15,11-6-269 1</inkml:trace>
  <inkml:trace contextRef="#ctx0" brushRef="#br0" timeOffset="4350.16">6400 5988 667 0,'0'0'151'0,"0"0"-56"0,0 0 46 0,0 0-50 0,-24-107 25 0,56 87-44 15,6 1 7-15,7 11-26 16,-7 8-10-16,-7 0-6 15,-11 7-3-15,-13 24-18 0,-7 8-6 16,-9 9 3-16,-30 0-8 16,-5-3-1-16,0-5-4 15,3-10-22-15,12-6-42 16,10-9-46-16,9-4-48 16,8-3-71-16,2-6-65 15,0-2-122-15</inkml:trace>
  <inkml:trace contextRef="#ctx0" brushRef="#br0" timeOffset="4633.51">6674 5879 776 0,'0'0'86'0,"0"0"31"0,0 0 16 15,0 0-52 1,0 0-9-16,0 0-1 0,-16-66-47 15,9 66-21 1,-8 16-3-16,-5 16 11 0,-3 6 0 16,6 2 3-16,5-1-6 15,8-6-1-15,4-1 4 16,0-3-3-16,6-8-6 16,17-5 1-16,8-6-6 15,7-3-5-15,7-7-16 16,3 0-90-16,6 0-106 15,-5-12-15-15,-5-10-55 16</inkml:trace>
  <inkml:trace contextRef="#ctx0" brushRef="#br0" timeOffset="4952.06">7066 5711 430 0,'0'0'72'0,"0"0"6"16,0 0 32-16,15-125 10 15,-15 105-3-15,0 4-6 16,0 8 2-16,0 4-30 16,0 4-16-1,0 0-4-15,0 0-21 0,0 18-27 16,-11 29-2-16,-5 25 21 16,-1 18 7-16,-5 17 4 15,-1 9-14-15,-4 5-6 16,2-2-6-16,0-5-6 0,2-9-6 15,3-16-4-15,5-10-1 16,1-16-2-16,7-18 0 16,5-16-23-16,2-12-47 15,0-14-71-15,6-3-110 16,17-12-25-16,6-31-89 16</inkml:trace>
  <inkml:trace contextRef="#ctx0" brushRef="#br0" timeOffset="5169.22">7193 6160 776 0,'0'0'90'0,"0"0"66"0,0 0-24 16,0 0-36-16,0 0-45 15,0 0-20-15,53-7 5 16,11 7-2-16,8 0-23 15,-7 0-11-15,-9 0 0 16,-10 0-17-16,-11 0-83 16,-14 0-141-16,-15 0-90 15,-6 6-356-15</inkml:trace>
  <inkml:trace contextRef="#ctx0" brushRef="#br0" timeOffset="8350.31">10591 4409 836 0,'0'0'46'0,"0"0"124"0,0 0 28 0,0 0-54 0,0 0-12 0,0 0-51 16,0 0-20-16,2-54-28 15,-23 92-14-15,-8 14 13 16,-8 6-14-16,-2 3-10 16,9-3-5-16,1-2-3 15,6-6-12-15,10-6-32 16,9-12-66-16,4-9-106 16,0-16-121-16,15-7-22 15,12-18-277-15</inkml:trace>
  <inkml:trace contextRef="#ctx0" brushRef="#br0" timeOffset="8550.7">10591 4426 710 0,'0'0'82'15,"0"0"112"-15,0 0-26 0,0 0-10 16,0 0-64-16,0 0-24 16,33-19-39-16,-8 57 61 15,1 10-44-15,-1 2-26 16,1-1-14-16,-3 1-8 15,-3-4 0-15,-1-2-40 16,-5-8-73-16,-7-7-40 16,-5-10-92-16,-2-8-10 15,0-11 15-15,-27 0-216 16</inkml:trace>
  <inkml:trace contextRef="#ctx0" brushRef="#br0" timeOffset="8717.4">10472 4670 467 0,'0'0'86'0,"0"0"45"15,0 0 35-15,0 0-47 16,0 0 0-16,-53-20 27 16,84 20-116-1,18-2-1-15,14 0-19 16,5-2-10-16,13-2 0 16,2 0-61-16,-6-1-135 15,-14 1-151-15</inkml:trace>
  <inkml:trace contextRef="#ctx0" brushRef="#br0" timeOffset="9450.82">10102 6035 442 0,'0'0'461'0,"0"0"-426"0,0 0 110 0,0 0-82 0,25-101-27 0,21 86 19 0,4 9 1 0,-8 6-8 15,-6 0-9-15,-18 21-19 16,-12 8 0-16,-6 10-4 16,-4 1-2-16,-27 0-6 15,-5-5 3-15,-6-4-8 16,3-9 3-16,11-6-3 15,6-8 1-15,13-2-3 16,6-6 3-16,3 0-3 16,0 0-1-16,20-2-2 15,14-10 2-15,3-1-6 16,6 7 5-16,-6 6-1 0,-3 0 1 16,-2 6 1-16,-8 17 3 15,-1 5 12-15,-12 2 2 16,-11 0 7-16,0-4-1 15,-25-2 4-15,-19 1-7 16,-6-7-9-16,2-4-9 16,1-11 0-16,11-3-2 15,3 0-27-15,12-17-87 16,13-18-120-16,8-3-289 16</inkml:trace>
  <inkml:trace contextRef="#ctx0" brushRef="#br0" timeOffset="9701.04">10578 6061 1033 0,'0'0'26'0,"0"0"76"0,0 0 23 0,0 0-72 0,0 0-7 0,0 0-6 16,91 39-5-16,-80 5-29 15,-11 4 8-15,0 0-14 16,-23-4 0-16,-14-6-4 0,-3-4-22 16,1-12-14-1,8-6-42-15,7-12-25 16,10-4-47-16,12 0-39 16,2-24-114-16</inkml:trace>
  <inkml:trace contextRef="#ctx0" brushRef="#br0" timeOffset="9936.96">10807 6028 266 0,'0'0'351'15,"0"0"-267"-15,0 0 112 16,0 0-101-16,0 0 4 16,0 0-5-16,-69-12-34 15,53 43-9-15,5 8 9 16,4 5-13-16,7 2-11 15,0-5-9-15,0-2-19 16,16-7 1-16,8-6-9 0,7-12-7 16,14-6-32-16,8-8-82 15,10 0-129-15,1-8-60 16,-4-20-328-16</inkml:trace>
  <inkml:trace contextRef="#ctx0" brushRef="#br0" timeOffset="10200.43">11306 5717 725 0,'0'0'25'0,"0"0"157"15,0 0-42-15,0 0 7 16,0 0-28-16,0 0-33 0,-20-78-35 16,18 118-37-16,-3 22 17 15,-4 22 40-15,-4 13-31 16,-5 1-4-16,-3 8-4 15,-8-2-11-15,1-2-5 16,-1-5-11-16,-2-13-3 16,8-8-2-16,1-14-8 15,13-10-33-15,9-12-53 16,0-14-101-16,18-16-189 16,15-10-169-16</inkml:trace>
  <inkml:trace contextRef="#ctx0" brushRef="#br0" timeOffset="10452.39">11380 6342 879 0,'0'0'31'16,"0"0"120"-16,0 0-41 15,0 0-82-15,0 0-21 16,0 0 57-16,104 2-31 15,-44 1-20-15,-4-3-7 16,-14 0-5-16,-11 0-1 16,-13 0-6-16,-13 0-51 15,-5 0-73-15,0 0-9 16,-11 0-150-16,-16 0-302 16</inkml:trace>
  <inkml:trace contextRef="#ctx0" brushRef="#br0" timeOffset="11168.04">14006 4295 921 0,'0'0'38'0,"0"0"193"0,0 0-69 0,0 0-35 0,0 0-20 0,0 0-48 0,0-34-25 16,0 80 3-16,0 14-5 15,-2 1-21-15,-3-5-6 16,1-5-3-16,-1-7-2 15,3-6-21-15,0-7-46 16,2-12-67-16,0-6-76 16,0-13-98-16,0 0-7 15,0-19 14-15</inkml:trace>
  <inkml:trace contextRef="#ctx0" brushRef="#br0" timeOffset="11336.76">13821 4298 459 0,'0'0'101'16,"0"0"31"-16,0 0 28 15,0 0-65-15,0 0 23 16,0 0-23-16,-29-75-59 16,73 71 1-16,22-2-2 15,5 2-23-15,6-1-6 16,-2 5-6-16,-11 0-26 16,-14 0-175-16,-17 19-180 15</inkml:trace>
  <inkml:trace contextRef="#ctx0" brushRef="#br0" timeOffset="11937.79">13772 6130 794 0,'0'0'113'0,"0"0"-30"0,0 0 100 0,0 0-101 0,-92-113-33 0,111 85 4 15,21 6-30-15,9 8-7 0,-3 10-5 16,-9 4-2 0,-11 3 20-16,-15 23 0 0,-11 12 0 15,0 7 8-15,-31 8-21 16,-10-3-5-16,-3-5 7 16,5-6 4-16,0-7-2 15,13-9 2-15,10-8-4 16,9-6-7-16,7-6-11 15,0 1-4-15,32-4 4 16,14 0 0-16,14 0-40 16,10-7-42-16,-1-10-61 15,-7 1-86-15,-6 0-5 16,-12-3-48-16,-8-4-76 16</inkml:trace>
  <inkml:trace contextRef="#ctx0" brushRef="#br0" timeOffset="12267.17">14218 6057 534 0,'0'0'80'0,"0"0"47"16,0 0 30-16,0 0-75 16,0 0 31-16,0 0-1 15,-38-50-39-15,27 50-37 16,-4 25-23-16,-2 10 8 16,0 8-6-16,5 1-4 15,8 2-8-15,4-2-2 16,0-4-2-16,0-6-5 0,16-8-5 15,6-7-11 1,2-10-10-16,3-9 18 0,5 0 10 16,-3-5 4-16,-5-20 3 15,-4-3 1-15,-6-4 3 16,-10-3 14-16,-4-6 5 16,0-1 6-16,-25 1-6 15,-4 10-8-15,2 6-6 16,6 14-12-16,0 7-4 15,3 4-47-15,5 2-114 16,5 19-273-16</inkml:trace>
  <inkml:trace contextRef="#ctx0" brushRef="#br0" timeOffset="12533.05">14497 6096 452 0,'0'0'523'0,"0"0"-455"0,0 0 195 0,0 0-171 0,0 0-25 0,0 0-22 16,-30-27-27-16,55 68 21 15,4 9-18-15,0 1-13 16,-1-1-8-16,1-7-1 15,-4-5-41-15,0-12-54 16,-5-5-55-16,0-12-105 16,-4-9-27-16,-1 0-67 0</inkml:trace>
  <inkml:trace contextRef="#ctx0" brushRef="#br0" timeOffset="12768.6">14802 6056 570 0,'0'0'53'16,"0"0"96"-16,0 0 3 15,0 0-30-15,0 0 47 16,0 0-74-16,-4-42-65 16,-17 103 30-16,-6 23 4 15,0 5-18-15,1 7 9 0,-1-1-26 16,-1-6-5 0,1-10-9-16,2-11-7 0,5-9-4 15,5-9-4-15,3-15-8 16,1-8-62-16,7-10-75 15,-1-13-92-15,3-4-159 16,-5 0-198-16</inkml:trace>
  <inkml:trace contextRef="#ctx0" brushRef="#br0" timeOffset="15017.1">6508 6592 828 0,'0'0'41'0,"0"0"85"0,0 0 50 0,0 0-60 0,0 0-18 15,-24-101-19-15,24 101-19 16,0 12-35-16,0 21-16 15,0 12 9-15,0 5 5 16,0 5-13-16,0 11-5 16,0 4-1-16,0 2 2 15,0-6-4-15,0-8 1 16,0-10-2-16,0-8-1 16,0-10 3-16,0-9-3 15,0-10 1-15,0-2-1 16,0-4 0-16,0-1 0 0,0 1 0 15,0-2-1 1,0 2 0-16,0 0 0 0,0 2-3 16,11 3 1-16,20 0 1 15,23 0-2-15,26 2-3 16,32-2-10-16,31 6-22 16,36 4-9-16,32 5 35 15,43-4 10-15,24-3 3 16,16-9 0-16,7-9 1 15,0 0 1-15,-14 0 11 16,-22-17-2-16,-25-3-1 16,-35-2-1-16,-33 1 5 0,-40 6 6 15,-41 3-4 1,-37 5-4-16,-31 6-7 0,-17 1-2 16,-6 0 0-16,0 0 0 15,0 0-3-15,-8 0-12 16,-3 0-35-16,5 0-45 15,4 0-49-15,2 0-163 16,0 0-162-16</inkml:trace>
  <inkml:trace contextRef="#ctx0" brushRef="#br0" timeOffset="15335.22">10287 6860 729 0,'0'0'88'0,"0"0"53"0,0 0 83 0,0 0-44 0,0 0-74 0,0 0-36 0,-27-67-31 15,27 80-29-15,0 23-4 16,0 14 13-16,5 4 6 16,7-1-14-16,-4-5-9 15,-1-3-2-15,-5-1-17 0,-2-5-65 16,0-3-99-16,-12-5-155 16,-12-6-117-16</inkml:trace>
  <inkml:trace contextRef="#ctx0" brushRef="#br0" timeOffset="15917.38">7170 8025 307 0,'0'0'723'0,"0"0"-586"0,0 0 64 0,0 0-63 16,0 0-39-16,0 0-57 15,-31-49-23-15,31 80-13 16,5 13 0-16,9 6 0 15,-2 2 1-15,1-2-7 0,-5-4-35 16,-2-2-73-16,-6-1-77 16,0-10-103-16,0-6-105 15</inkml:trace>
  <inkml:trace contextRef="#ctx0" brushRef="#br0" timeOffset="16117.88">6907 8088 724 0,'0'0'14'0,"0"0"120"16,0 0-3-16,0 0-34 15,-6-125 7-15,37 103-50 0,12-1-12 16,5 8-21-16,6 5-19 16,-2 8-2-16,-2 2-58 15,-5 0-106-15,-15 17-68 16,-13 13-156-16</inkml:trace>
  <inkml:trace contextRef="#ctx0" brushRef="#br0" timeOffset="16300.18">7048 8416 572 0,'0'0'312'0,"0"0"-255"15,0 0 105-15,0 0-21 16,0 0-38-16,0 0-53 0,56-15-25 15,12-4-25 1,18-1-17-16,3 0-161 0,-5-3-174 16,-8 1-469-16</inkml:trace>
  <inkml:trace contextRef="#ctx0" brushRef="#br0" timeOffset="16505.93">7960 8203 586 0,'0'0'570'0,"0"0"-518"16,0 0 83-16,0 0-77 0,0 0-17 16,0 0-27-16,-12 0-2 15,66 0-12-15,6-10-3 16,2 0-107-16,-10 1-123 15,-10 3-54-15,-15 6-100 16</inkml:trace>
  <inkml:trace contextRef="#ctx0" brushRef="#br0" timeOffset="16669.84">8028 8296 653 0,'0'0'96'15,"0"0"55"-15,0 0-25 0,0 0 0 16,0 0-46-16,0 0-71 15,25 26 49-15,40-35-36 16,8-11-22-16,-2 1-97 16,-11-4-113-16,-17 3-172 15</inkml:trace>
  <inkml:trace contextRef="#ctx0" brushRef="#br0" timeOffset="65018.13">8735 8205 659 0,'0'0'464'0,"0"0"-464"0,0 0-34 0,0 0-98 0,0 0-50 0,0 0-127 16</inkml:trace>
  <inkml:trace contextRef="#ctx0" brushRef="#br0" timeOffset="65328.41">8735 8205 829 0</inkml:trace>
  <inkml:trace contextRef="#ctx0" brushRef="#br0" timeOffset="65607.13">8735 8205 829 0,'-72'-156'54'0,"59"139"78"0,6-2 16 0,3-3-85 15,4-1-16-15,0-1-23 0,21 2-10 16,16 4-4-16,3 8 1 16,-2 9-2-16,-3 1 2 15,-8 1 0-15,-4 23-2 16,-13 8 3-16,-9 9 6 16,-1 4 4-16,-7 5-5 15,-22-4 3-15,-2-3-1 16,-3-9-6-16,3-10 11 15,4-6 2-15,7-6-4 0,7-6 0 16,6-1-4 0,5-4-9-16,2-1-9 0,0 0 0 15,9 0-8-15,29 0 8 16,20 0 0-16,15 0-8 16,10-12-73-16,-1 0-21 15,-2-1-47-15,-9-1-143 16,-16-1-112-16</inkml:trace>
  <inkml:trace contextRef="#ctx0" brushRef="#br0" timeOffset="66083.17">9176 8038 795 0,'0'0'31'15,"0"0"9"-15,0 0 24 16,0 0-35-1,0 0 27-15,0 0 24 0,104-95-12 16,-70 95-15-16,-10 20-11 16,-10 14-14-16,-14 5-9 15,0 6-10-15,-14-1 6 16,-15-4-11-16,0-8-3 16,5-11 3-16,6-10-3 15,9-5 1-15,9-6-2 16,0 0-10-16,3-2-26 0,21-22 21 15,7-10 5 1,-2-10-13-16,-3-6-5 0,-3-2 23 16,-7-1 5-16,-3 5 2 15,-7 11 6-15,-3 9 12 16,-3 12 16-16,0 10 14 16,0 3 10-16,0 3-4 15,-5 0-27-15,-6 30-11 16,-1 10 6-16,-2 10 7 15,11 0-2-15,3 1-11 16,0-3-3-16,0-6-3 16,7-8-4-16,15-8-7 15,10-6-2-15,7-7-12 16,11-8-63-16,6-5-39 0,2 0-47 16,-3-25-123-16,-9-16-98 15</inkml:trace>
  <inkml:trace contextRef="#ctx0" brushRef="#br0" timeOffset="66351">9833 7542 792 0,'0'0'52'0,"0"0"67"0,0 0 11 0,-34-113-9 0,32 103-9 0,0 8-14 0,2 2-43 0,0 14-27 0,0 38-19 16,0 26 46-1,0 18 8-15,0 8-24 0,-2 2-15 16,-7-2-6 0,-3-4-2-16,2-10-13 0,3-8 2 15,5-7-4-15,2-10-1 16,0-6-17-16,2-7-64 16,21-12-58-16,8-12-144 15,0-16-193-15</inkml:trace>
  <inkml:trace contextRef="#ctx0" brushRef="#br0" timeOffset="66551">10067 8165 582 0,'0'0'437'15,"0"0"-324"-15,0 0 40 16,0 0-113-16,0 0 17 15,145-64-8-15,-70 51-24 16,-6 1-23-16,-13 5-2 16,-20 3-21-16,-17 4-66 15,-19 0-149-15,-1 4-167 16</inkml:trace>
  <inkml:trace contextRef="#ctx0" brushRef="#br0" timeOffset="67270.38">10691 6292 687 0,'0'0'13'0,"0"0"-7"0,0 0 2 0,0 0-8 0,0 0-61 0,0 0-101 0,-3 0-175 16</inkml:trace>
  <inkml:trace contextRef="#ctx0" brushRef="#br0" timeOffset="76267.63">7451 10533 968 0,'0'0'51'16,"0"0"37"-16,0 0 14 0,-114-62-8 0,64 62-49 0,-11 10-17 0,5 24 7 0,6 13-10 0,13 4-9 16,17 2-9-16,14-1-5 15,6-4-1-15,22-2-1 16,32-2 0-16,10-4-1 15,12-2-1-15,-2-1-1 16,-12-1-1-16,-11-2 4 16,-21-2 0-16,-13 0 4 15,-17-2-1-15,-4 0 8 16,-39-2 34-16,-22-2 2 16,-12-8-19-16,-10-10-10 15,2-8-2-15,12 0-3 0,12-26-8 16,18-8-5-1,24-10-19-15,19-10-66 0,25-5-143 16,41 3-254-16</inkml:trace>
  <inkml:trace contextRef="#ctx0" brushRef="#br0" timeOffset="76533.8">8070 10524 1335 0,'0'0'15'0,"0"0"100"0,0 0 5 16,0 0-44-16,0 0-21 16,0 0-38-16,-35 23-14 15,35 81 26-15,-2 17-14 16,2-6-9-16,0-9-6 15,0-4-1-15,0-4-31 16,0-6-61-16,15-18-169 16,3-24-360-16</inkml:trace>
  <inkml:trace contextRef="#ctx0" brushRef="#br0" timeOffset="76750.36">8609 11151 1370 0,'0'0'23'15,"0"0"47"-15,0 0-21 16,0 0-1-16,0 0-22 16,0 0-19-16,172-16-7 15,-76 12-28-15,-7-2-169 16,-17 0-203-16,-26 1-338 15</inkml:trace>
  <inkml:trace contextRef="#ctx0" brushRef="#br0" timeOffset="76885.91">8646 11430 947 0,'0'0'105'16,"0"0"29"-16,0 0-82 15,0 0-36-15,0 0 2 16,0 0-18-16,220-11-12 15,-97-25-221-15,0 0-360 16</inkml:trace>
  <inkml:trace contextRef="#ctx0" brushRef="#br0" timeOffset="77319.94">10158 10474 1066 0,'0'0'136'16,"0"0"25"-1,-29-113-24-15,27 101-24 0,0 6-24 16,2 6-57-16,0 10-17 15,0 38-14-15,0 26 18 16,2 16-7-16,7 7-8 16,0-3-4-16,-2-4-13 15,-1-2-36-15,-1-14-69 16,-1-9-112-16,-2-17-125 16,-2-22-130-16</inkml:trace>
  <inkml:trace contextRef="#ctx0" brushRef="#br0" timeOffset="77551.78">10096 10666 853 0,'0'0'37'0,"0"-135"43"15,20 79 8-15,22 10 25 16,12 12-22-16,6 13-33 16,0 16-5-16,-7 5-17 15,-14 18-24-15,-24 24-2 16,-15 16-5-16,-13 11-5 15,-34 3-9-15,-16-1-36 16,3-14-11-16,6-13-32 16,17-7-89-16,12-16-55 15,16-11-167-15</inkml:trace>
  <inkml:trace contextRef="#ctx0" brushRef="#br0" timeOffset="77767.78">10785 10432 1117 0,'0'0'112'0,"0"0"48"15,0 0-20-15,0 0-13 16,0 0-53-16,0 0-49 16,-41-27-21-16,41 85 4 15,0 22-1-15,0 6-2 16,5 5-5-16,1 1-16 0,-4-1-37 15,-2-7-116-15,0-12-148 16,-4-20-201-16</inkml:trace>
  <inkml:trace contextRef="#ctx0" brushRef="#br0" timeOffset="77933.77">10568 10606 1163 0,'0'0'25'15,"0"0"90"-15,-29-117-4 16,35 83-42-16,37 5-35 16,24 12-32-16,16 13-2 0,10 4-144 15,-6 19-187-15,-13 10-161 16</inkml:trace>
  <inkml:trace contextRef="#ctx0" brushRef="#br0" timeOffset="78156.49">11179 10474 1114 0,'0'0'112'0,"0"0"61"15,0 0-53-15,0 0-25 16,0 0-50-16,0 0-18 16,-27 57-8-16,31 18 1 0,6 9-12 15,-6 0-8-15,-2 0-27 16,-2-5-76-16,0-12-69 15,0-10-89-15,-18-21-111 16,1-22-165-16</inkml:trace>
  <inkml:trace contextRef="#ctx0" brushRef="#br0" timeOffset="78466.22">11152 10553 897 0,'0'0'40'16,"0"0"0"-16,76-112 39 15,-41 95 25-15,3 8 4 0,2 9-40 16,3 3-33 0,-10 30-20-16,-8 15-8 15,-16 9-3-15,-9 5-4 0,-13 2-2 16,-29-6-12-16,-3-5-20 16,-5-12 25-16,8-9 8 15,7-9 0-15,8-12 2 16,9-3 0-16,13-4 0 15,5 1 1-15,0 0-2 16,32 7 0-16,25 4 3 16,15 5 7-16,10-3-7 15,-6 0-3-15,-7 0-13 16,-14 0-17-16,-10 6-51 16,-16 4-150-16,-18 5-99 15,-11 4-245-15</inkml:trace>
  <inkml:trace contextRef="#ctx0" brushRef="#br0" timeOffset="78767.2">9898 11583 1257 0,'0'0'4'15,"0"0"38"1,0 0 10-16,0 0 25 16,0 0-36-16,169-17 24 0,-2 11-18 15,38 2-21 1,25-2-19-16,3 2 1 0,0 4-7 16,-17-2 2-16,-25 2-3 15,-26 0 0-15,-36 3-13 16,-31 14-31-16,-37 2-65 15,-38 2-26-15,-23 6-96 16,-35-2-148-16,-43 3-295 16</inkml:trace>
  <inkml:trace contextRef="#ctx0" brushRef="#br0" timeOffset="79104.09">10697 11979 1127 0,'0'0'76'16,"0"0"103"-16,-26-122-24 15,24 108-35-15,2 8-34 16,0 6-49-16,0 0-25 16,0 6-12-16,0 34 5 15,15 22-5-15,3 16 0 0,-3 8-6 16,-1 1-48-16,-3-5-55 16,0-13-125-1,1-18-189-15,3-22-322 0</inkml:trace>
  <inkml:trace contextRef="#ctx0" brushRef="#br0" timeOffset="79716.66">11034 12001 1042 0,'0'0'110'0,"0"0"39"16,0 0-53-1,0 0 8-15,0 0-28 0,0 0-25 16,-61-82-26-1,61 82-22-15,0 18-5 0,0 21 5 16,0 18-3-16,0 3 5 16,3-3-4-16,13-10-1 15,4-5 0-15,4-13 0 16,5-8-4-16,2-13-8 16,0-3 7-16,-2-5-3 15,-4 0-3-15,-7-19 10 16,-7-12 2-16,-11-5-1 15,0-7 2-15,-11-1-2 16,-20-3-6-16,-2 4-11 0,-1 10 5 16,7 3 11-1,7 13-3-15,9 3 3 16,11 2 0-16,0 0-8 0,29 0-19 16,15 4-3-1,6 2 10-15,2 6-1 16,-2 0 5-16,-1 10 14 0,-11 16-1 15,-7 8 0-15,-11 7 4 16,-11 5 1-16,-7 2-1 16,-2 4 1-16,0-1 0 15,2-2 0-15,5-4-1 16,7-8 1-16,5-5-1 16,6-8-2-16,4-10 2 0,4-10 3 15,2-4-2-15,1-4 6 16,1-23-3-16,-4-11 10 15,-7-10 12-15,-10-4 4 16,-12-11 7-16,-4-1-7 16,-15-5-8-16,-23 7-3 15,-9 7-13-15,-8 16-6 16,-10 21-3-16,-8 18-44 16,-8 3-63-16,-10 33-133 15,-1 3-322-15</inkml:trace>
  <inkml:trace contextRef="#ctx0" brushRef="#br0" timeOffset="80826.02">7291 13878 1169 0,'0'0'69'0,"0"0"21"0,0 0-43 0,-23-108-14 0,55 82 11 15,10 8-11-15,3 18-19 16,-3 0-4-16,-4 27-2 15,-9 26-7-15,-12 7 4 16,-10 8-2-16,-7-4 0 16,0-5 2-16,-24-11-3 15,-12-8 10-15,-6-8 8 16,0-16 9-16,5-4 7 16,6-6-13-16,12-3 0 15,7-3 2-15,8 0-2 16,4 0-9-16,0 0-5 0,0 0-5 15,0 0-3-15,16 0 0 16,17 0-1-16,13 0 0 16,17 0-1-16,11 0 1 15,5 0-14-15,13 0-53 16,1 0-109-16,1-6-155 16,-11-3-275-16</inkml:trace>
  <inkml:trace contextRef="#ctx0" brushRef="#br0" timeOffset="81268.06">7841 14037 1071 0,'0'0'95'0,"0"0"28"16,0 0-14-16,0 0-61 16,29-121-2-16,40 111 12 15,7 10-21-15,-2 6-10 16,-14 30 2-16,-18 10-20 15,-22 11-3-15,-15 3-5 16,-5 1 2-16,-23-6-3 16,-15-11-2-16,5-13-2 15,6-17-7-15,14-7-9 16,8-7-2-16,5-14 2 16,0-29-15-16,16-14-36 15,11-11 45-15,2-4 16 16,-4 0-1-16,-6 5 11 0,-7 7 5 15,-10 16 17-15,-2 12 31 16,0 12-3-16,-2 12-5 16,-10 8-11-16,-1 0-10 15,1 25-11-15,1 28-7 16,7 11 18-16,4 2-3 16,0-3-5-16,15-9-9 15,10-4-6-15,6-10 1 16,7-5-2-16,7-6-31 15,5-9-49-15,9-10-112 16,0-10-229-16,-2 0-589 16</inkml:trace>
  <inkml:trace contextRef="#ctx0" brushRef="#br0" timeOffset="81503.1">8889 14275 1278 0,'0'0'123'0,"0"0"-39"0,0 0-69 0,0 0 14 0,118-10 11 0,-47-3-40 0,-2 0-3 0,-9-4-84 0,-13 9-59 16,-16-1-178-16,-20 7-218 15</inkml:trace>
  <inkml:trace contextRef="#ctx0" brushRef="#br0" timeOffset="81650.42">8972 14453 726 0,'0'0'216'16,"0"0"-6"-16,0 0-42 15,0 0-38-15,0 0-78 16,0 0-30-16,25 27-22 15,54-52-6-15,9-8-95 16,2-7-187-16,-4-3-283 0</inkml:trace>
  <inkml:trace contextRef="#ctx0" brushRef="#br0" timeOffset="82323.47">10098 13864 1152 0,'0'0'73'0,"0"0"46"15,0 0-95-15,0 0-11 16,56-118 7-16,0 104 0 15,4 14-7-15,-7 0-2 16,-10 30-2-16,-16 16-3 16,-19 10-5-16,-8 8 2 0,-22 1 3 15,-18-10-4 1,-3-10-2-16,5-16 0 0,14-10-1 16,13-13 0-16,7-6-11 15,4 0 0-15,0-16-4 16,22-22-18-16,11-11 7 15,5-5 7-15,-2 4 8 16,-1-1 10-16,-2-2 4 16,-6 6 2-16,-9 5 11 15,-7 13 24-15,-6 7 7 16,-5 10-2-16,0 4 19 16,0 4-13-16,0 4-17 15,0 0-14-15,-5 25-12 16,-3 19-6-16,-3 17 13 15,8 1 7-15,3-4-7 0,0-3-4 16,22-10-6-16,5-6 1 16,9-9-4-16,3-10-1 15,11-7 0-15,6 0-39 16,-5-9-82-16,-4-4-157 16,-12 0-351-16</inkml:trace>
  <inkml:trace contextRef="#ctx0" brushRef="#br0" timeOffset="82700.64">10994 13796 905 0,'0'0'61'0,"0"0"147"0,0 0-68 0,0 0-57 0,0 0 10 16,0 0-34-16,4-43-33 15,37 74 9-15,12 15 16 16,0 8-31-16,1 6-14 16,-3-2-6-16,0-8-4 15,1-1-52-15,-4-9-98 16,-5-16-120-16,-9-11-203 16</inkml:trace>
  <inkml:trace contextRef="#ctx0" brushRef="#br0" timeOffset="82884.72">11444 13691 539 0,'0'0'353'15,"0"0"-212"1,0 0-10-16,-118 27-83 0,78 31 32 16,1 10-12-16,8 6-34 15,2 1-26-15,-2-2-8 16,-2 2-29-16,2-2-108 15,-1-12-162-15,6-11-291 16</inkml:trace>
  <inkml:trace contextRef="#ctx0" brushRef="#br0" timeOffset="83468.38">11713 13846 889 0,'0'0'72'0,"0"0"63"0,0 0-111 0,58-124-18 0,-11 99 18 0,0 14 23 15,-4 11 14-15,-14 4-16 16,-14 36-27-16,-15 13-7 16,0 10 18-16,-25-1 9 0,-13-4-2 15,-4-9-2-15,7-12 9 16,2-11 4-16,10-9-16 15,9-7-4-15,10-8-10 16,4-2-6-16,0 0-6 16,0 0-2-16,27 0-1 15,12 0-1-15,17 0-1 16,11-5-17-16,9-6-47 16,2-6-23-16,0 4-26 15,-7-5-132-15,-13-13-193 16</inkml:trace>
  <inkml:trace contextRef="#ctx0" brushRef="#br0" timeOffset="83813.85">12351 13716 798 0,'0'0'109'0,"0"0"45"16,0 0-22-16,0 0-61 15,0 0-20-15,0 0-33 16,-61 23-14-16,59 22 24 15,2 7-13-15,0 1-5 16,0-6-5-16,9-3-5 16,9-3 1-16,5-15-1 15,3-8-4-15,6-6-6 16,1-12 7-16,5 0 1 16,-3-5 4-16,-2-20 5 0,-6-10 1 15,-6-3 16-15,-8-8 24 16,-13-2 3-1,0-8-3-15,-25-2-17 0,-13 6-16 16,1 10 1-16,0 16-7 16,5 12-9-16,1 14-10 15,-3 4-90-15,3 33-78 16,6 8-224-16</inkml:trace>
  <inkml:trace contextRef="#ctx0" brushRef="#br0" timeOffset="84135.81">12826 13766 859 0,'0'0'105'0,"0"0"37"0,0 0 31 0,0 0-80 0,0 0 2 0,0 0-41 16,48-27-7-16,-3 64-6 16,2 11-22-16,-2 2-9 15,1 3-10-15,-4-9-15 16,-1-7-36-16,-8-6-61 15,-6-8-70-15,-12-8-146 0,-3-12-202 16</inkml:trace>
  <inkml:trace contextRef="#ctx0" brushRef="#br0" timeOffset="84333.98">13146 13726 879 0,'0'0'92'16,"0"0"70"-16,0 0-50 15,0 0-48-15,0 0-34 16,0 0-5-16,-91 115 3 16,78-52-18-16,-5-3-10 0,-5 3-23 15,-10-1-71 1,-5-2-92-16,-2-6-47 0,-1-10-224 16</inkml:trace>
  <inkml:trace contextRef="#ctx0" brushRef="#br0" timeOffset="89933.08">13467 13684 787 0,'0'0'69'0,"0"0"82"15,0-107 40-15,0 83-54 0,0 8-10 16,0 6-7-16,0 8-33 16,0 2-41-16,0 0-18 15,0 10-16-15,0 32-6 16,0 18 12-16,9 15-6 15,-4-1-8-15,-3 0 0 16,-2 0-4-16,0-6-23 16,0-9-49-16,0-18-86 15,0-8-95-15,0-17-103 16,2-16-102-16</inkml:trace>
  <inkml:trace contextRef="#ctx0" brushRef="#br0" timeOffset="90267.36">13491 13726 690 0,'0'0'155'0,"0"0"-84"0,19-124 2 0,14 95-4 0,11 9 23 0,8 6-22 0,-1 12-32 16,0 2 3-16,-10 6-18 16,-12 22-20-16,-17 6-2 15,-12 7-1-15,0 4-3 16,-29-2-13-16,-17-3-3 0,-5-6 10 15,-3-8 9 1,8-6 0-16,9-10 0 16,13-4 4-16,13-4 3 0,6-2 5 15,5 0-2-15,11 6-9 16,28 6 6-16,13 10 19 16,11 7-12-16,5 8-5 15,-2 1-4 1,-3-3-3-16,-8-3 1 0,-13 0-3 15,-10 0-2-15,-22-2-52 16,-10 2-130-16,0-2-174 16</inkml:trace>
  <inkml:trace contextRef="#ctx0" brushRef="#br0" timeOffset="90834.77">10543 14589 681 0,'0'0'42'0,"-117"-29"54"0,61 16 20 0,5 6-1 0,14 1 19 16,13 2-36-16,16 2-28 15,8 0-16-15,0 2-27 16,44 0 1-16,45 4-24 16,58 6 15-16,54-7-6 0,41-3-3 15,35 0-4 1,24-4-6-16,15-11 4 0,9 3 23 15,3-1-4-15,-14 7-5 16,-22-3-8-16,-35 1-10 16,-49 4 0-1,-54 0-1-15,-55 2-32 0,-59 2-56 16,-40 0-19-16,-63 0-40 16,-48 27-102-16,-39 6-124 15</inkml:trace>
  <inkml:trace contextRef="#ctx0" brushRef="#br0" timeOffset="91168.27">11469 15049 963 0,'0'0'134'15,"0"0"64"-15,-10-127-62 16,6 114-9-16,2 9-33 16,0 4-38-16,-1 0-39 15,1 30-16-15,-2 20 4 0,4 19-3 16,0 6 0-16,0 0-2 15,0 1-33-15,2-10-53 16,13-8-99-16,6-14-157 16,6-26-136-16</inkml:trace>
  <inkml:trace contextRef="#ctx0" brushRef="#br0" timeOffset="91783.89">11698 15102 948 0,'0'0'149'0,"0"0"18"16,0 0-60-16,0 0-33 16,0 0-30-16,0 0-40 0,-31-15-1 15,31 53-3-15,0 9 1 16,15 3 2-16,7-6-1 16,5-2-2-16,4-9 1 15,1-6-1-15,-1-11-2 16,-2-10-1-16,-7-6 3 15,-4 0 0-15,-4-3 2 16,-6-16 2-16,-4-8 2 16,-4-4-5-16,0-7 0 15,-4-2-1-15,-18 4 0 0,-7 3-15 16,-5 3 3-16,3 10-18 16,0 9 8-16,12 0-4 15,7 7 5 1,10 4 4-16,2 0 4 0,11 0-39 15,27 0 15-15,18 0 28 16,8 0-12-16,10-4-8 16,-1-4 20-16,-3-1 9 15,-10 4 4-15,-14 2 5 16,-19 0 7-16,-14 3-8 16,-13 6 1-16,0 20-3 15,0 19 22-15,-11 10 7 16,-2 1-13-16,6-1-9 0,7-3-5 15,0-6-5 1,14-9-2-16,15-8 1 0,8-14 0 16,3-12-1-16,7-3 2 15,-3 0 1-15,-1-30 1 16,-3-6 1 0,-9-8 18-16,-6-6 22 0,-14-4-1 15,-11 0-15-15,0 1-3 16,-29 2-7-16,-11 8-11 15,-7 9-9-15,-6 14-12 16,-7 17-41-16,-12 3-84 16,-8 3-115-16,-9 21-176 15</inkml:trace>
  <inkml:trace contextRef="#ctx0" brushRef="#br0" timeOffset="92487.82">12810 13393 427 0,'0'0'124'0,"87"-145"11"0,-54 91 43 0,-13 18-55 0,-11 17 63 0,-9 14-73 15,0 5-57 1,-40 43-35-16,-32 33-10 0,-28 26 13 16,-20 20-1-16,-11 10-12 15,-12 8-4-15,-9 5-7 16,1-5-16-16,6-10-13 16,19-23-15-16,22-10-20 15,23-18-26 1,20-10-100-16,16-19-83 0,16-10-256 15</inkml:trace>
  <inkml:trace contextRef="#ctx0" brushRef="#br0" timeOffset="92951.16">12459 14927 962 0,'0'0'54'0,"0"0"-48"0,-182 52 7 0,77 6 63 0,-20 10 5 16,-17 13-49-16,-16 1-11 16,-9 2-21-16,2-3 2 15,13-7 5 1,28-10-6-16,32-6-1 0,34-8-20 16,34-6-125-16,24-13-137 0</inkml:trace>
  <inkml:trace contextRef="#ctx0" brushRef="#br0" timeOffset="93267.07">12970 15611 1205 0,'0'0'78'0,"0"0"35"0,0 0-56 16,0 0-13 0,0 0 23-16,0 0-20 0,105-45-19 15,-40 41-23-15,-5 3-5 16,-10 1-28-16,-9 0-51 15,-12 0-81-15,-14 0-123 16,-15 0-125-16</inkml:trace>
  <inkml:trace contextRef="#ctx0" brushRef="#br0" timeOffset="93667.08">13026 15598 587 0,'0'0'176'0,"0"0"-3"16,0 0-39-16,0 0-11 0,0 0-48 15,0 0-47-15,-25 20-14 16,25 17 22-16,6 3 22 16,0 0-37-16,-1 0-12 15,1-11-6-15,-4-4 1 16,-2-11-3-16,0-2 1 16,0-11-2-16,0-1 1 15,2 0 1-15,0 0 1 16,-2 0 3-16,7-8-6 15,2-15 0-15,8 0-8 16,8-2 1-16,6 4 4 16,7 6-2-16,8 1 1 0,4 8 1 15,3 6 3 1,1 0 0-16,-2 20 1 0,-6 10 12 16,-13 5 4-16,-10 7 5 15,-19-7 2-15,-4 1-10 16,-25-1 7-16,-30 1 2 15,-19-4-14-15,-13-2-9 16,-4-12-45-16,2-4-28 0,-1-6-49 16,2-8-136-1,-1 0-115-15</inkml:trace>
  <inkml:trace contextRef="#ctx0" brushRef="#br0" timeOffset="94417.82">8550 13127 805 0,'0'0'69'0,"0"0"43"0,0 0-52 0,0 0-36 0,-94 121 13 0,49 6 36 0,-1 33-14 16,-3 21-13-16,-7 13-29 15,-7 5-13-15,-3-3-4 16,3-11-25-16,5-7-112 16,10-13-94-16,7-27-106 15</inkml:trace>
  <inkml:trace contextRef="#ctx0" brushRef="#br0" timeOffset="94969.71">10998 13139 810 0,'0'0'130'0,"0"0"13"0,0 0 20 0,0 0-123 0,-149 91 2 0,71 28 11 0,-7 25 0 16,6 18-24-16,-11 13-29 16,-8 7-17-16,-11 7-103 15,-12-7-197-15,-3-3-303 16</inkml:trace>
  <inkml:trace contextRef="#ctx0" brushRef="#br0" timeOffset="95501.6">8575 16455 958 0,'0'0'148'0,"0"0"39"0,0 0-25 0,0 0-67 0,0 0-2 0,0 0-32 0,-43-32-36 0,40 94-15 0,-1 18-2 0,4 3-3 0,0-9-5 15,0-6-20-15,0-10-38 16,0-6-84-16,0-16-86 15,15-18-115-15,-3-18-83 16</inkml:trace>
  <inkml:trace contextRef="#ctx0" brushRef="#br0" timeOffset="95852.19">8581 16561 611 0,'0'0'95'16,"15"-110"16"-16,14 70-42 15,9 12-34-15,3 6 23 16,-2 13 9-16,-5 9 25 15,-5 13-48-15,-13 37-23 16,-14 12-9-16,-2 10 5 16,-12-2-14-16,-23-8 2 15,-9-12-1-15,-6-5-1 16,-1-19-3-16,7-6 8 16,8-12-7-16,9-4 5 15,13-4 2-15,8 0 9 16,6 0 32-16,0 0-22 15,0-4 6-15,0 0-19 0,0 4 23 16,20 0-26 0,14 0 0-16,15 22 62 15,3 11-29-15,0 4-17 0,-8-5-11 16,-3-1-11-16,-3 0-5 16,4-5-17-16,5-8-113 15,5-12-203-15,8-6-557 16</inkml:trace>
  <inkml:trace contextRef="#ctx0" brushRef="#br0" timeOffset="96134.68">9383 16884 1220 0,'0'0'55'0,"0"0"62"0,0 0-54 0,0 0-56 0,0 0 24 16,0 0 18-16,104-24-39 15,-46 24-10-15,-6 0-81 16,-12 0-50-16,-13 0-178 15,-21 6-139-15</inkml:trace>
  <inkml:trace contextRef="#ctx0" brushRef="#br0" timeOffset="96267.41">9419 17062 810 0,'0'0'197'0,"0"0"10"0,0 0-85 15,0 0-55-15,0 0-43 16,0 0-17-16,166-36-7 15,-54 10-76 1,6-1-277-16,-4-4-638 0</inkml:trace>
  <inkml:trace contextRef="#ctx0" brushRef="#br0" timeOffset="96651.8">10455 16648 990 0,'0'0'119'0,"0"0"93"15,0 0-56-15,0 0-35 0,0 0-12 16,0 0-54-16,-33-69-33 16,33 79-12-16,0 30-6 15,13 18 7-15,-3 9-6 16,0 5-5-16,1 2-11 15,-3-6-47-15,6-6-85 16,4-12-103-16,2-15-154 16,3-26-256-16</inkml:trace>
  <inkml:trace contextRef="#ctx0" brushRef="#br0" timeOffset="96987.3">10809 16709 855 0,'0'0'135'0,"0"0"18"16,0 0-33-16,0 0-34 16,0 0-6-16,0 0-37 15,-83-22-40-15,83 71-1 16,0 1 3-16,5 6-4 16,15-2 1-16,4-4-1 15,5-6-1-15,1-11-2 16,3-12-16-16,-2-9 10 15,0-6-4-15,-4-6 8 0,0-4 4 16,0-20 3-16,-6-16 6 16,0-4 9-1,-8-6 3-15,-11-2 12 0,-2-3-4 16,-15 5-15-16,-23 6-2 16,-9 10-12-16,-9 20 0 15,-4 14-43 1,-7 4-84-16,-4 27-166 0,4 5-252 15</inkml:trace>
  <inkml:trace contextRef="#ctx0" brushRef="#br0" timeOffset="97450.23">7983 15909 877 0,'0'0'168'0,"0"0"46"0,0 0-132 0,0 0-60 0,-39 211 71 0,20-43 19 16,9 17-76-16,5-10-22 0,5-1-9 16,0-16-5-1,2-18-12-15,11-15-95 16,6-31 3-16,-3-20-119 16,-3-32-136-16,-3-24-361 0</inkml:trace>
  <inkml:trace contextRef="#ctx0" brushRef="#br0" timeOffset="98017.09">7908 16218 613 0,'0'0'246'0,"0"0"-198"16,-129-112 1-16,113 98 38 15,14 2 8-15,2-2-27 16,51 0-44-16,31-4-23 0,36 2 0 15,30 6 0 1,30-5 0-16,22 3 0 0,26 3-1 16,19-4-10-16,9 8-8 15,13 0 0-15,0 5 17 16,-6 0 1-16,-13 0 7 16,-13 14 19-16,-13 0-4 15,-25 2 4-15,-20 7-3 16,-30 4 5-16,-35 9-1 15,-26 5 1-15,-22 7 10 16,-20 7 15-16,-9 12-19 16,-14 17 11-16,-2 19-10 15,-11 7-10-15,1 7-5 16,-2 5-1-16,0-2-1 16,1 1 0-16,6 3-6 0,-1-9-4 15,6-8-1-15,-4-12-7 16,3-11 6-16,-3-16-5 15,-1-10 1-15,-6-18-1 16,-6-10 1-16,-2-12 0 16,-10-4-1-16,-37-7 3 15,-31-7-3-15,-40 0 1 16,-45-25-1-16,-62-4-1 16,-60 0-2-16,-62-1 1 15,-66 2-15-15,-57 12-7 16,-52 6-22-16,-41 10-29 15,-43 0-44-15,-24 10-72 0,-39 12-144 16,-31-4-400 0</inkml:trace>
  <inkml:trace contextRef="#ctx0" brushRef="#br0" timeOffset="99383.75">736 8722 896 0,'-154'59'61'0,"9"1"39"0,18-6-18 0,18-12 15 0,33-11-16 0,32-18-4 0,38-13-7 0,29 0-31 16,71-40-12-16,62-27-18 15,67-38-9-15,51-33 0 16,40-21-25-16,44-16-6 16,22-7 18-16,13 3 8 15,9 4 2-15,-21 11 3 16,-25 22 0-16,-51 23 0 16,-68 32-22-16,-79 35-70 15,-88 27-65-15,-70 25-1 16,-48 20 46-16,-81 41-22 15,-53 22-88-15,-34 20-179 0</inkml:trace>
  <inkml:trace contextRef="#ctx0" brushRef="#br0" timeOffset="99583.77">1552 8468 344 0,'-299'156'121'0,"31"-11"43"16,41-23-1-16,45-25-30 15,57-29-17-15,56-31-12 16,57-30-25-16,43-17-49 15,92-59 11-15,71-37-36 16,70-40 17-16,65-35-22 16,47-17-5-16,40-17-9 15,28 1 10-15,11 3 1 0,-3 11-5 16,-18 19-2-16,-39 23-54 16,-59 25-80-16,-80 22-204 15</inkml:trace>
  <inkml:trace contextRef="#ctx0" brushRef="#br1" timeOffset="105650.71">16136 3171 860 0,'0'0'39'0,"0"0"161"0,0 0-69 0,0 0-29 0,0 0-31 0,0 0-24 0,0 0-26 16,-77-19-8-16,38 57 0 15,-1 14 8-15,-4 15 0 16,-1 16-1-16,1 20-4 15,-6 17 1-15,-1 18 5 16,0 18-8-16,-5 17 3 0,1 23 5 16,1 19 2-16,5 28-12 15,4 30 5-15,5 28-10 16,7 25 8-16,8 23-3 16,15 25-4-16,7 19 4 15,3 22 2-15,0 15-5 16,16 22-3-16,2 19-1 15,1 19-2-15,-3 21-1 16,-1 8 3-16,-1 15-4 16,5 13 1-16,-4 3 0 15,5 7-1-15,-3 8 0 16,4-6-1-16,-6-5 0 16,1-1 1-16,-3-19-1 15,1-15-1-15,-6-15-1 16,-1-29 2-16,-7-20 0 0,0-22-9 15,-22-14-20-15,-25-18-27 16,-22-42-61-16,-20-96-97 16,-26-107-221-16</inkml:trace>
  <inkml:trace contextRef="#ctx0" brushRef="#br1" timeOffset="108217.02">16961 4535 995 0,'0'0'14'0,"0"0"176"0,0 0-58 0,-21-107-53 0,19 102 14 0,2 5-29 0,0 0-33 15,0 30-25-15,0 20 8 16,0 20 19-16,0 11-11 16,0 1-7-16,0 5-10 15,0-3-4-15,0-5-1 16,0-6-22-16,0-15-41 15,0-14-39-15,0-16-71 0,2-15-66 16,-2-13 10-16,2-13 5 16,-2-35 51-1,0-18-28-15,0-14 201 16,-2-8 0-16,-6-3 90 0,1 3-6 16,5 13-7-16,2 10-6 15,0 15 26-15,19 11 18 16,14 7-26-16,11 10-32 15,4 6-1-15,8 13-2 16,-2 3 18-16,-6 8-7 16,-9 17-4-16,-20 9-42 15,-19 7-17-15,0 3 0 16,-44 10-2-16,-22 0-31 16,-15 0-145-16,-6-8-87 15,5-9-47-15</inkml:trace>
  <inkml:trace contextRef="#ctx0" brushRef="#br1" timeOffset="109334.64">20002 4617 839 0,'0'0'67'0,"0"0"208"0,0 0-164 0,0 0 23 0,0 0-10 0,0 0-58 0,-43-41-30 15,43 79-16-15,0 14 8 16,0 6-5-16,-2 0-16 16,-2-2-2-16,-5-3-1 15,-3-13-4-15,2-12-9 16,1-12-11-16,5-12-20 0,-4-4 6 15,3-18 25 1,0-29-8-16,2-13-6 0,3-8 13 16,0-7 8-1,21 4 1-15,10 3-2 0,2 10 1 16,3 14 1-16,-1 15 0 16,-4 16-1-16,1 13 2 15,3 1 14-15,3 40 8 16,3 15 13-16,-2 14 3 15,-1 6-8-15,-7 0-20 16,-6 3-4-16,-7-8-4 16,-9-4-2-16,-9-7-12 15,0-12-51-15,0-10-32 16,-2-10-92-16,-12-12-151 16,-6-16-131-16</inkml:trace>
  <inkml:trace contextRef="#ctx0" brushRef="#br1" timeOffset="109539.31">19886 4814 429 0,'0'0'357'0,"0"0"-289"16,0 0 110-16,0 0-96 16,0 0-10-16,0 0-50 15,38-34 9-15,51 32-31 16,18 0-11-16,4 2-106 15,-1-2-47-15,-12-6-37 16,-23-1-115-16</inkml:trace>
  <inkml:trace contextRef="#ctx0" brushRef="#br1" timeOffset="110150.95">23113 4560 755 0,'0'0'90'0,"0"0"115"0,0 0-43 0,0 0-26 0,0 0-20 0,0 0-29 15,-3-88-45-15,16 122-4 16,8 16 14-16,-6 8-26 16,-1 4-14-16,-8 4-10 15,-1-5-2-15,-5-1-9 16,0-9-51-16,0-6-43 0,0-12-89 15,-11-10-126-15,-10-15-53 16,-1-8-186-16</inkml:trace>
  <inkml:trace contextRef="#ctx0" brushRef="#br1" timeOffset="110336.69">22878 4678 360 0,'0'0'196'0,"0"0"-114"16,0 0 19-16,9-112-27 15,22 85 12-15,16-2 7 0,11-2-3 16,13 0-15 0,10 4 1-16,-1 9-22 0,-8 10-27 15,-20 8-27 1,-16 0-10-16,-18 31-88 0,-18 4-86 16,0 11-90-16,-40 1-96 15</inkml:trace>
  <inkml:trace contextRef="#ctx0" brushRef="#br1" timeOffset="117437.37">16562 6186 908 0,'0'0'8'0,"0"0"145"0,-52-108 35 0,46 87-85 0,2 10 35 16,1 4-26-16,3 7-40 15,0 0-33-15,0 0-17 16,0 0-4-16,0 8-9 15,5 23-1-15,8 13-6 16,-4 7-2-16,-2 6-18 16,-5 1-31-16,2-4-56 15,5-5-91-15,3-13-90 16,0-15-86-16,2-12-81 16</inkml:trace>
  <inkml:trace contextRef="#ctx0" brushRef="#br1" timeOffset="117785.09">16898 5928 574 0,'0'0'28'15,"34"-139"103"-15,-21 79-7 16,-4 10-11-16,-4 13 35 16,-1 12-20-16,-2 11-32 15,0 8-11-15,0 1-8 16,-2 5-21-16,0 0-29 15,0 21-17-15,0 30-3 16,-8 27 23-16,-11 22-2 0,2 17-8 16,-1 12 1-16,3 7 1 15,-1 7 3 1,3-5-9-16,3-7-7 0,6 0-3 16,0-14-1-16,4-7-3 15,0-13 1-15,0-20-3 16,0-10-1-16,-3-17-10 15,3-16-17-15,0-17-44 16,0-11-129-16,0-6-44 16,5-29-128-16,13-26-163 15</inkml:trace>
  <inkml:trace contextRef="#ctx0" brushRef="#br1" timeOffset="118017.92">17177 6467 927 0,'0'0'20'16,"0"0"163"-16,0 0-23 15,0 0-82-15,0 0 22 16,0 0-28-16,-12-35-36 16,57 32-22-16,20-4-4 15,13-2-5-15,0-1-5 16,-7 1-22-16,-13 1-75 15,-15 7-43-15,-24 1-120 16,-19 0-180-16</inkml:trace>
  <inkml:trace contextRef="#ctx0" brushRef="#br1" timeOffset="124067.83">19932 6234 422 0,'0'0'469'0,"0"0"-408"0,0 0 151 0,0 0-178 0,0 0-18 0,0 0 17 16,0 0-8-16,133-106-1 16,-89 104 1-16,-9 2-3 15,-14 0-16-15,-13 22-4 16,-8 8 6-16,0 6 0 16,-17 0 4-16,-12 0-1 0,-4-6-10 15,4-4 13-15,4-5-5 16,5-7-2-16,9-6-1 15,6-7-4-15,5 2-2 16,0-3-13-16,24 0 8 16,21 0 3-16,13 0-10 15,0 3 7-15,3 15-2 16,-11 7 5-16,-11 5 2 16,-13-1 1-16,-17-2 0 15,-9-3 12-15,-14-4 11 16,-28-4 3-16,-16-2 3 15,-6-6-8-15,-3-4-8 16,7-4-3-16,8 0 1 16,8-8-7-16,13-13-5 15,15-15-25-15,14-1-52 0,2-5-90 16,29 1-181-16,15 5-151 16</inkml:trace>
  <inkml:trace contextRef="#ctx0" brushRef="#br1" timeOffset="124384.92">20668 5700 900 0,'0'0'21'0,"0"0"158"0,0 0-17 0,0 0-88 0,0 0 29 16,0 0-41-16,-25-64-34 15,25 110-16-15,0 27 36 16,0 21 3-16,0 14-17 16,0 10-6-16,-6 10-2 15,-5-1-4-15,-1-3-4 16,1-7-8-16,1-10-5 16,0-10-3-16,6-9-2 15,1-9-3-15,3-15-20 16,0-16-42-16,5-16-76 15,15-14-91-15,3-18-151 16,1-1-187-16</inkml:trace>
  <inkml:trace contextRef="#ctx0" brushRef="#br1" timeOffset="124618.18">20780 6481 863 0,'0'0'20'0,"0"0"90"15,0 0 108-15,0 0-151 16,0 0 4-16,0 0-25 16,89-37 12-16,0 28-8 15,-3-1-28-15,-7-1-18 16,-17 6 1-16,-18-1-5 16,-17 3-32-16,-17 3-58 0,-10 0-64 15,-12 0-100-15,-28 21 23 16,-18 5-167-16</inkml:trace>
  <inkml:trace contextRef="#ctx0" brushRef="#br1" timeOffset="125468.66">23177 6217 889 0,'0'0'19'0,"0"0"162"0,0 0-36 0,-60-113-100 0,60 78 14 0,25 4-20 15,21 4-7-15,12 11-17 16,4 10 13-16,-1 6-9 16,-15 4 1-16,-15 26-9 15,-19 14-3-15,-12 5 1 16,-4 7 3-16,-30-4-5 16,-10-4-2-16,-3-4 5 15,-3-7 3-15,6-8 2 0,8-7 0 16,10-8 6-16,10-3-8 15,11-9-2-15,5-2-5 16,0 0-5-16,18 0 0 16,25 0 1-16,23 0-2 15,13-10-27-15,5-4-52 16,-1-2-47-16,-8-1-56 16,-10-3-71-16,-10 0-31 15,-14-4-99-15</inkml:trace>
  <inkml:trace contextRef="#ctx0" brushRef="#br1" timeOffset="125800.93">23785 6110 615 0,'0'0'43'15,"0"0"151"-15,0 0-61 0,0 0-23 16,0 0 2-16,0 0-40 16,-107-14-26-16,98 48-16 15,2 9-9-15,7 6-8 16,0 3-8-16,0 1-5 15,7-8 5-15,9-7-5 16,4-6-5-16,1-11-13 16,2-13 5-16,4-8-6 15,-1 0 8-15,0-14 11 16,-4-16 2-16,-5-5 2 16,-6-3 5-16,-9-5 13 15,-2 0 5-15,0 1 0 0,-21 6 5 16,-4 10-15-16,-2 6-6 15,0 10-8-15,6 8-3 16,3 2-28-16,5 2-74 16,7 20-90-16,6 6-147 15,0-2-200-15</inkml:trace>
  <inkml:trace contextRef="#ctx0" brushRef="#br1" timeOffset="126038.72">24071 6117 119 0,'0'0'801'16,"0"0"-676"-16,0 0 110 0,0 0-133 15,0 0-2 1,0 0-15-16,2-48-45 0,15 81-2 16,8 5-16-16,-1 4-22 15,-1 2 0-15,-4-4-8 16,0-3-54-16,-2-8-44 15,-5-5-66-15,-2-10-63 16,2-7-12-16,-1-7 23 16,0-3-57-16</inkml:trace>
  <inkml:trace contextRef="#ctx0" brushRef="#br1" timeOffset="126287.31">24324 6178 239 0,'0'0'153'0,"0"0"-21"15,29-122-7-15,-20 95-9 0,-2 12 10 16,-5 3-25-16,-2 7 34 15,0 5-16-15,0 0-29 16,0 9-37-16,0 28-23 16,-18 17 44-16,-4 15-14 15,-1 7-12-15,0 2-20 16,0 0-3-16,3-1-6 16,2-7-4-16,2-6-3 15,3-7-11-15,-1-7 3 16,2-9-4-16,-2-5 0 15,3-6-19-15,2-10-46 16,5-7-51-16,2-9-63 16,0-4-110-16,-8-6-78 15</inkml:trace>
  <inkml:trace contextRef="#ctx0" brushRef="#br1" timeOffset="127467.61">16637 7191 706 0,'0'0'267'0,"0"0"-202"0,-48-119 129 0,41 101-68 0,2 8-48 0,5 8 14 16,0 2-42-16,0 5-38 16,0 36-11-16,0 24 8 15,2 17 8-15,1 7-8 16,-3-2-6-16,0-5 4 15,0-3-7-15,0-11 0 16,0-9 1-16,-3-14-1 16,-1-11-3-16,2-13-5 15,2-6 8-15,0-2-2 16,0-4 1-16,2-1-1 0,23-2 1 16,12-2-1-16,15 0-3 15,17-2 5-15,15-2-7 16,26 0 0-16,30 0 3 15,36 0-3-15,47-4-4 16,49-2 9-16,35 5 2 16,25 1 0-16,5 0-2 15,-19 0 1-15,-19 0 2 16,-25 0-1-16,-36 0 2 16,-33 0-2-16,-42 0 1 15,-47-5-3-15,-41-1 4 0,-32 0-1 16,-26 4 1-16,-15 0 3 15,-2 2 6-15,0 0-6 16,0 0-3-16,0 0-1 16,0 0-1-16,0 0 1 15,4 0 0-15,-2-8 0 16,2-12 4-16,-4-12 0 16,0-14-5-16,0-13 0 15,0-4 0-15,0-12 1 16,0-7 1-16,0 0 0 15,0 6 1-15,0 12 5 16,0 15 14-16,0 18-2 16,0 12-2-16,0 11-5 0,0 7-11 15,0 1-2-15,0 0-26 16,2 0-51-16,4 22-63 16,-6 10-90-16,0 1-268 15</inkml:trace>
  <inkml:trace contextRef="#ctx0" brushRef="#br1" timeOffset="129203.38">17063 8620 1142 0,'0'0'64'0,"0"0"125"0,0 0-57 0,0 0-50 16,0 0-22-16,0 0-24 0,0 0-20 0,-2 8 3 15,18 46-9-15,-1 5-7 16,-4-3 2-16,-2 2-5 16,-2-4-8-16,-5-4-36 15,-2-3-74-15,0-10-64 16,0-5-107-16,0-15-51 16,-13-13-60-16</inkml:trace>
  <inkml:trace contextRef="#ctx0" brushRef="#br1" timeOffset="129385.86">16767 8874 680 0,'0'0'26'0,"0"0"104"0,-51-103-23 15,51 63-29-15,4 0 36 16,29-1-52-16,12-3-6 16,10 8-28-16,8 3-16 15,6 8-4-15,-4 17-8 16,-7 8-19-16,-12 8-179 15,-21 34-155-15,-16 12-333 16</inkml:trace>
  <inkml:trace contextRef="#ctx0" brushRef="#br1" timeOffset="129567.71">16930 9172 586 0,'0'0'345'0,"0"0"-292"0,0 0 135 16,0 0-83-16,0 0-44 15,0 0-13-15,71-26-27 16,13-8-21-16,14 0-22 16,0 2-179-16,-6-1-216 15</inkml:trace>
  <inkml:trace contextRef="#ctx0" brushRef="#br1" timeOffset="129769.19">17651 8937 1166 0,'0'0'29'16,"0"0"125"-16,0 0-6 0,0 0-88 16,0 0-1-16,0 0-24 15,-13-30-21-15,88 8-10 16,12 0-4-16,1 6-66 15,-13 6-93-15,-15 10-120 16,-19 0-142-16</inkml:trace>
  <inkml:trace contextRef="#ctx0" brushRef="#br1" timeOffset="129918.47">17756 9075 959 0,'0'0'70'16,"0"0"115"-16,0 0-65 15,0 0-51-15,0 0-7 16,0 0-62-16,90-59-33 16,14 19-99-16,6 1-217 15,-10-1-495-15</inkml:trace>
  <inkml:trace contextRef="#ctx0" brushRef="#br1" timeOffset="130317.5">18411 8813 827 0,'0'0'32'0,"0"0"82"16,0 0 63-16,-129-69-91 15,119 42-7-15,10-5-37 16,3 1-28-16,23 5-13 15,8 8 1-15,4 8-2 16,0 10 1-16,-5 0-1 16,-6 14-4-16,-6 16 4 15,-13 8 2-15,-8 6 5 16,0 5 3-16,-24-3 2 16,-8-2 4-16,-1-6 14 15,0-2 6-15,6-7-6 0,4-8 3 16,8-7-10-16,11-7-7 15,2-5-8-15,2-1-4 16,8-1-3-16,30 0 4 16,16 0-5-16,8-16-40 15,5-7-60-15,0-6-47 16,-5-4-120-16,-4-3-127 16</inkml:trace>
  <inkml:trace contextRef="#ctx0" brushRef="#br1" timeOffset="130600.91">18868 8354 813 0,'0'0'16'0,"0"0"97"16,-35-103 48-16,27 78-33 0,2 10-27 16,3 5-2-16,1 6-11 15,0 2-27-15,2 2-26 16,-2 18-21-16,0 37-6 15,-2 27 43-15,4 24-12 16,0 8-12-16,0 1-11 16,0 1-5-16,-3-5-9 15,1-10 3-15,-3-8-5 0,1-7-14 16,1-16-30 0,3-10-72-16,0-15-121 0,0-19-145 15,14-20-165-15</inkml:trace>
  <inkml:trace contextRef="#ctx0" brushRef="#br1" timeOffset="130823.97">18933 8859 1030 0,'0'0'22'0,"0"0"98"15,0 0 74-15,0 0-125 0,0 0-7 16,0 0 1-1,182-90-14-15,-95 72-36 0,-5 2-5 16,-22 3-7 0,-19 6-1-16,-21 3-18 0,-20 4-54 15,-7 0-83-15,-47 24-117 16,-21 8-161-16</inkml:trace>
  <inkml:trace contextRef="#ctx0" brushRef="#br1" timeOffset="133017.67">18507 10830 1044 0,'0'0'14'0,"0"0"64"0,0 0 45 0,0 0-82 0,-21-129 13 0,71 100-27 16,12 8-19-16,3 16 2 0,-7 5 4 15,-18 28-3 1,-16 16-8-16,-19 10 3 0,-5 2 0 15,-20-2 6-15,-24-4 3 16,-1-4 10-16,-4-7 1 16,7-9 17-16,8-8-10 15,14-10-7-15,11-6-12 16,9-4-11-16,0 2-3 16,7 0-6-16,32-4 6 15,20 0 0-15,19 0-41 16,11 0-36-16,3-15-57 15,-6 0-153-15,-6-8-6 16,-15 0-149-16</inkml:trace>
  <inkml:trace contextRef="#ctx0" brushRef="#br1" timeOffset="134087.74">19176 10782 859 0,'0'0'70'0,"0"0"87"0,0 0 8 0,0 0-76 0,0 0-11 0,-121-20-38 0,105 58-16 16,7 6-1-16,7 8-3 16,2-2-14-16,5-6-3 15,17 0 1-15,9-9-4 16,3-7-12-16,3-10-9 16,-1-12-2-16,-1-6 6 15,0 0 17-15,-6-18 0 0,-10-12 3 16,-7-6 1-1,-10-4 1-15,-2-4 7 0,-10 1 7 16,-17 3-8-16,-6 7-3 16,-2 10-4-16,1 10-4 15,7 12-4-15,3 1-16 16,9 10-61-16,6 20-104 16,9 6-116-16,0-2-139 15</inkml:trace>
  <inkml:trace contextRef="#ctx0" brushRef="#br1" timeOffset="134337.04">19452 10782 906 0,'0'0'74'0,"0"0"129"15,0 0-69-15,0 0-52 16,0 0-18-16,0 0-42 15,-4 12 3-15,29 34 9 16,12 4-12-16,-4-1-16 16,2-6-6-16,1 0-2 15,-5-7-32-15,-2-4-53 16,-6-7-98-16,-1-12-118 16,-2-13-16-16,2 0-230 0</inkml:trace>
  <inkml:trace contextRef="#ctx0" brushRef="#br1" timeOffset="134550.41">19837 10768 560 0,'0'0'133'16,"0"0"31"-16,0 0-27 15,0 0 4-15,0 0-29 16,0 0-40-16,-38-18-35 16,23 84 17-16,-1 17 21 15,-2 8-9-15,3 8-31 16,-6-1-3-16,0-4-13 15,-2-10-6-15,3-3-10 16,0-11-1-16,4-3-2 16,8-6-32-16,3-11-66 0,5-10-129 15,0-17-187-15</inkml:trace>
  <inkml:trace contextRef="#ctx0" brushRef="#br1" timeOffset="134868.07">20865 11101 673 0,'0'0'13'0,"-183"-30"106"16,104 20 40-16,17 4-61 15,22 2 34-15,20 1-37 16,15 3-40-16,5 0-36 16,9 0-14-16,32 11 21 15,19-1-5-15,18-4-3 16,11-5-11-16,9-1-3 16,4 0-1-16,7-7-3 15,-4-7-2-15,-4-2-31 16,-19 2-101-16,-13 0-138 15,-20 0-110-15</inkml:trace>
  <inkml:trace contextRef="#ctx0" brushRef="#br1" timeOffset="135050.48">21381 10881 321 0,'0'0'433'0,"0"0"-312"16,0 0 23-16,0 0-34 15,0 0-48-15,0 0-15 16,31 29 10-16,8 19 8 15,-6 6-23-15,-16 3-11 16,-13-1-16-16,-4 1-15 16,-29 4 0-16,-15-4-113 15,-5-10-171-15,7-12-232 16</inkml:trace>
  <inkml:trace contextRef="#ctx0" brushRef="#br1" timeOffset="135483.87">22103 10949 813 0,'0'0'130'0,"0"0"-82"15,-25-110 40-15,54 71-23 0,18 7-22 16,9 8 15-16,2 12-5 16,-12 12 1-16,-12 4-11 15,-21 30-21-15,-13 14-10 16,-8 6 11-16,-34 2-12 15,-10-2 3 1,-4-8 0-16,5-7 6 0,11-11 18 16,11-9-5-16,14-11-13 15,13-2-3-15,2-3-17 16,29-3 0-16,23 0-4 0,22 0 2 16,10 0-68-1,6-12-61-15,-1-8-126 16,-6-6-134-16,-12-10-211 0</inkml:trace>
  <inkml:trace contextRef="#ctx0" brushRef="#br1" timeOffset="135734.42">22803 10374 802 0,'0'0'64'0,"0"0"108"15,0 0-18-15,0 0-47 16,0 0 13-16,0 0-56 15,-58-23-40-15,58 109 44 16,0 30 12-16,0 17-19 0,0 9-15 16,0-2-22-16,-12-3-16 15,-5-7-6-15,-6-9-2 16,3-9-9-16,3-12-27 16,5-14-64-16,12-19-48 15,0-27-157-15,18-30-236 16</inkml:trace>
  <inkml:trace contextRef="#ctx0" brushRef="#br1" timeOffset="135934.82">23014 11099 1115 0,'0'0'90'0,"0"0"7"15,0 0-10-15,0 0-23 16,134-42 17-16,-32 26-23 15,8-1-45-15,-1 0-13 16,-18 0-1-16,-29 8-53 16,-28 4-83-16,-34 5-207 15,-18 0-126-15</inkml:trace>
  <inkml:trace contextRef="#ctx0" brushRef="#br1" timeOffset="136468.13">19104 12350 1102 0,'0'0'135'0,"0"0"75"0,0 0-82 0,-7-103-20 0,7 103-37 0,0 0-43 16,0 37-21-16,3 13-4 15,10 10 7-15,0 3-10 0,3-1-18 16,4-3-35-16,6-4-99 16,8-13-93-16,1-20-147 15,6-22-150-15</inkml:trace>
  <inkml:trace contextRef="#ctx0" brushRef="#br1" timeOffset="136652.34">19427 12346 940 0,'0'0'125'0,"0"0"93"16,0 0-96-16,0 0-39 16,0 0-36-16,0 0-40 0,-11-12-4 15,33 48 2-15,3 4-5 16,-1 3-52-16,3-7-112 15,-2-4-84-15,-1-10-25 16,-4-12-88-16</inkml:trace>
  <inkml:trace contextRef="#ctx0" brushRef="#br1" timeOffset="136840.01">19654 12364 613 0,'0'0'124'0,"0"0"55"15,0-108-6-15,0 91-15 16,-6 8-32-16,-1 9-20 15,1 11-61-15,-6 38-27 0,1 19 19 16,-3 13 2 0,1 8 1-16,-2 2-23 0,-1 1-10 15,-2-4-3-15,5-9-4 16,6-10 0-16,3-8-37 16,4-7-62-16,0-12-114 15,13-16-250-15</inkml:trace>
  <inkml:trace contextRef="#ctx0" brushRef="#br1" timeOffset="137317.75">20559 12603 1003 0,'0'0'27'16,"0"0"21"-16,-127-26 26 15,122 26-46-15,5 0 34 16,14 0-52-16,30 0 17 16,16 0 4-16,12 0-13 15,6 0 0-15,4 0-7 16,6 0 4-16,3-8 0 15,-3-6-6-15,-12 2-9 16,-17 0-7-16,-22 2-67 0,-21 1-118 16,-16-2-2-16,0-1-21 15,-27-5-37-15,-8 2 227 16,3 1 25-16,8 4 76 16,10 1 7-16,10 6 10 15,4 3 6-15,0 0-30 16,4 0-17-16,16 25 58 15,7 12 0-15,0 2-17 16,-5 1-19-16,-2-1-26 16,-11-3-5-16,-9 2-32 31,0 6-11-31,-29 3-62 0,-11-2-279 0</inkml:trace>
  <inkml:trace contextRef="#ctx0" brushRef="#br1" timeOffset="137769.12">21914 12302 911 0,'0'0'66'0,"0"0"-1"0,0 0-23 0,55-126 7 0,-10 106 44 15,-1 11-38-15,1 9-9 16,-9 6-9-16,-18 28-8 15,-18 15-5-15,0 5-16 16,-34 3 8-16,-11-4 3 16,-8-5-6-16,2-10 24 15,6-9 2-15,4-7-11 16,17-11 6-16,9-4-14 16,12-3-5-16,3-2-15 15,18-2 0-15,28 0 2 0,16 0-2 16,11 0-22-16,8-4-56 15,3-9-21-15,-2 2-63 16,-9-3-116-16,-8-1-81 16</inkml:trace>
  <inkml:trace contextRef="#ctx0" brushRef="#br1" timeOffset="138050.54">22642 12150 675 0,'0'0'70'0,"0"0"97"16,0 0-25-16,0 0 10 0,0 0-35 16,0 0-28-16,-22-72-47 15,2 120-23-15,-11 26 35 16,-9 26 9-16,-7 21-6 16,-7 13-14-16,-6 12-1 15,-3 0-19-15,6-4-5 16,4-11-15-16,10-15 4 15,7-15-4-15,15-19-3 16,4-16-6-16,11-16-25 16,6-12-74-16,0-11-115 15,9-19-214-15,17-8-377 16</inkml:trace>
  <inkml:trace contextRef="#ctx0" brushRef="#br1" timeOffset="138284.64">22531 12887 949 0,'0'0'106'0,"0"0"58"15,0 0-8-15,0-104-52 16,0 102 12-16,0 2-55 16,0 12-42-16,0 27-7 15,4 8 19-15,3 8-13 16,-3-3-8-16,-2-5-10 15,-2-4-5-15,0-5-37 0,0-4-67 16,0-5-84 0,0-12-173-16,0-13-293 0</inkml:trace>
  <inkml:trace contextRef="#ctx0" brushRef="#br1" timeOffset="138984.69">22411 12956 805 0,'0'0'128'0,"0"0"27"16,0 0-44-16,0 0-55 16,0 0-31-16,0 0-15 15,33-97-3-15,-6 97-7 16,-6 19 1-16,-7 17-1 16,-9 9 12-16,-5 6-4 15,-5 3 5-15,-24-4-3 16,-2-2 13-16,-2-7 11 0,4-5-5 15,4-13 4 1,12-8-10-16,7-9-9 0,6-6-10 16,0 0-4-16,8 0-10 15,28-3 7-15,8-15-23 16,12-8-50-16,2-6-8 16,-2-1-53-1,0-8 28-15,-10 2 32 16,-8 4 48-16,-12 3 26 0,-7 4 3 15,-11 4 25-15,-3 4 40 16,-5 4 19-16,0 6-12 16,0 6 16-16,0 4-18 15,0 0-28-15,0 8-26 16,-5 26-8-16,1 12-1 16,4 8-5-16,0 2 1 15,4-4 1-15,15-3-4 0,5-12-9 16,4-12-2-16,9-11 8 15,3-14-1-15,4 0 4 16,-1-31 11-16,-4-8 1 16,-10-8 20-16,-13-3 9 15,-13-2 4-15,-3 2-18 16,-21 6-2-16,-19 12-23 16,-9 12-2-16,-4 16-1 15,2 4-22-15,1 9-85 16,4 18-154-16,7-1-328 15</inkml:trace>
  <inkml:trace contextRef="#ctx0" brushRef="#br1" timeOffset="139268.48">23495 12737 977 0,'0'0'111'0,"0"0"-6"0,0 0-45 0,0 0-57 15,0 0 48-15,0 0-16 0,183-28-33 16,-115 22-2-1,-9 2-89-15,-17 4-122 0,-22 0-40 16,-20 0-114-16</inkml:trace>
  <inkml:trace contextRef="#ctx0" brushRef="#br1" timeOffset="139402.07">23595 12868 407 0,'0'0'153'16,"0"0"-6"-16,0 0 27 15,0 0-66-15,0 0-23 16,0 0-58-16,-8 35-3 15,90-55-24-15,12-5-172 16,8-10-144-16,-6-3-266 0</inkml:trace>
  <inkml:trace contextRef="#ctx0" brushRef="#br1" timeOffset="139619.07">24310 12114 687 0,'0'0'70'15,"0"0"91"-15,0 0 14 16,-23-111-11-16,15 105-25 16,8 6-28-16,0 4-73 15,0 32-12-15,10 16 34 16,6 9-23-16,6 1-22 16,-4 0-14-16,-7-2-2 0,-5-4-39 15,-4-2-74-15,-2-4-81 16,0-11-143-16,-4-10-157 15</inkml:trace>
  <inkml:trace contextRef="#ctx0" brushRef="#br1" timeOffset="139838.03">24061 12649 732 0,'0'0'160'0,"0"0"-33"15,0 0 10-15,0 0-40 16,0 0-41-16,0 0 25 15,134-8-6-15,-34-11-38 0,10 0-12 16,-4-3 2 0,-3 0 16-16,-12 0-9 0,-15 6-18 15,-18 6-13-15,-26 7-3 16,-24 3-44-16,-8 11-107 16,-37 21-207-16,-22 10-678 15</inkml:trace>
  <inkml:trace contextRef="#ctx0" brushRef="#br1" timeOffset="140134.6">24391 12972 916 0,'0'0'53'0,"0"0"134"15,0 0-31-15,0 0-33 16,0 0-16-16,0 0-52 16,14-86-32-16,-12 123-12 15,4 16 11-15,1 5-19 16,2 4-3-16,0 4-40 0,2-1-81 15,-2-14-185 1,3-14-218-16</inkml:trace>
  <inkml:trace contextRef="#ctx0" brushRef="#br1" timeOffset="140451.63">24652 13033 655 0,'0'0'237'0,"0"0"-112"16,0 0 69-16,0 0-82 15,0 0-29-15,0 0-30 16,-7-61-47-16,7 103 3 16,0 14-4-16,0 2-2 15,0 3-3-15,20-7 0 16,1-8-20-16,0-16-3 16,3-12 2-16,-1-12-6 0,2-6 27 15,4-10 14 1,-5-21-7-16,1-9 16 0,-5-6 15 15,-9-4 3-15,-5-4 5 16,-6 2-9-16,0 6-15 16,-15 8-20-16,-10 14-2 15,-1 13-4-15,-8 11-31 16,-3 0-82-16,-7 29-77 16,-6 4-258-16</inkml:trace>
  <inkml:trace contextRef="#ctx0" brushRef="#br1" timeOffset="143283.88">16279 14556 1125 0,'0'0'120'0,"0"0"42"0,0 0-16 0,0 0-73 0,0 0-11 0,0 0-40 16,0 0 4-16,-58 124 12 15,56-38-20-15,0 5-9 16,2-3-8-16,0-8-1 15,0-9-6-15,0-12-38 16,0-10-56-16,14-21-137 16,5-14-109-16,0-14-112 15</inkml:trace>
  <inkml:trace contextRef="#ctx0" brushRef="#br1" timeOffset="143618.56">16279 14843 440 0,'0'0'222'16,"-25"-149"-128"-16,25 89 22 0,0 10-68 15,34 9 18-15,13 14-8 16,6 8-1-16,0 19 3 16,-11 0-26-16,-10 33-16 15,-18 13-17-15,-14 11 16 16,0 1-10-16,-36 8 6 16,-11-5-4-16,-11-8-4 15,0-9-1-15,7-10 9 16,8-17 1-16,19-6-1 15,13-9-5-15,11-2 3 16,0 0-11-16,0 0 0 16,20 2 14-16,9 6 5 15,9 7 6-15,2 6-2 0,0 6 10 16,0 0-1 0,-2 3-2-16,-1-2-20 0,0-2-10 15,-4 2-10-15,3-1-56 16,1-9-83-16,-1-5-165 15,2-10-214-15</inkml:trace>
  <inkml:trace contextRef="#ctx0" brushRef="#br1" timeOffset="143935.91">17199 14443 350 0,'0'0'418'0,"0"-114"-292"0,0 76-8 16,0 12 6-16,0 13 2 16,0 4-35-16,-2 9-23 15,-3 0-33-15,-6 44-23 16,-5 27 17-16,-8 26 40 16,-3 27-10-16,-2 19-5 15,-3 16-17-15,-2 7-7 16,-2-5-13-1,2-17-7-15,5-16-3 0,7-21-2 16,8-15-5-16,6-17 0 16,4-18-6-16,4-20-39 0,0-20-68 15,0-17-151 1,0-6-207-16,0-38-312 0</inkml:trace>
  <inkml:trace contextRef="#ctx0" brushRef="#br1" timeOffset="144183.89">16720 14888 860 0,'0'0'29'0,"0"0"6"15,0 0-5-15,0 0 11 16,0 0 29-16,0 0-41 16,-9 89-4-16,36-89 2 0,-7 0 25 15,-6-5 10-15,-10-16 12 16,-4-8-2-16,0 0-14 15,-2 1-19-15,-14 4-26 16,-2 12-13-16,0 12-13 16,3 0-61-16,1 28-72 15,8 14-165-15,6 8-551 16</inkml:trace>
  <inkml:trace contextRef="#ctx0" brushRef="#br1" timeOffset="144516.79">17132 15330 830 0,'0'0'239'0,"0"0"-212"0,0 0-2 15,0 0-9-15,0 0 22 16,0 0 2-16,-20 93-18 15,42-76-20-15,0-3-2 16,-1-10 2-16,-6-4 2 16,3 0 29-16,-5 0 9 15,-1-18 20-15,-8-4 8 16,-2-6-7-16,-2-2-22 16,0 0-6-16,-10 2-14 15,-11 10-15-15,-1 2-6 0,2 11-3 16,0 5-54-1,2 7-65-15,2 21-170 0,11 3-301 16</inkml:trace>
  <inkml:trace contextRef="#ctx0" brushRef="#br1" timeOffset="144818.1">18012 15298 886 0,'0'0'143'0,"0"0"-12"16,0 0 4-16,0 0-58 15,0 0-4-15,0 0-4 16,81-14-18-16,-19 10-27 16,-5 4-24-16,-5 0-28 15,-12 0-86-15,-11 0-95 16,-13 0-76-16,-16 13-113 16</inkml:trace>
  <inkml:trace contextRef="#ctx0" brushRef="#br1" timeOffset="145000.59">18081 15446 366 0,'0'0'343'0,"0"0"-162"0,0 0-42 16,0 0 15-16,0 0-46 15,0 0-23-15,-19 0-38 16,74-2-13-16,12-9 6 16,2-4-16-16,-2-3-8 15,-5 4-7-15,-8 7-9 16,-21 2-22-16,-20 5-102 15,-13 0-220-15,-38 12-244 16</inkml:trace>
  <inkml:trace contextRef="#ctx0" brushRef="#br1" timeOffset="156701.92">19128 14287 920 0,'0'0'131'0,"0"0"48"0,0 0-22 0,-48-110-39 15,46 110-21-15,2 0-37 16,0 14-38-16,0 26-12 15,0 18 15-15,6 8-14 16,10-2-2-16,4-3-9 16,4-7-19-16,1-9-50 0,1-10-81 15,1-13-83 1,0-12-99-16,-5-10-51 0</inkml:trace>
  <inkml:trace contextRef="#ctx0" brushRef="#br1" timeOffset="156903.51">19456 14258 459 0,'0'0'222'0,"0"0"-30"16,0 0 15-16,0 0-41 15,0 0-29-15,0 0-62 16,-4-71-45-16,-25 125-6 16,-12 20 40-16,-10 14-34 0,-7 6-17 15,0 9-7 1,-2 5-3-16,2 8-2 0,12-11-2 15,7-9-31-15,18-8-49 16,7-10-85-16,7-7-164 16,7-23-138-16</inkml:trace>
  <inkml:trace contextRef="#ctx0" brushRef="#br1" timeOffset="157150.59">19448 14797 932 0,'0'0'57'16,"-4"-107"131"-16,-2 81-26 15,2 12-35-15,-1 5-12 0,5 9-45 16,0 0-32-16,0 23-21 16,-4 34-13-16,2 15 15 15,-2 9-9-15,4-4-10 16,0-12-20-16,0-2-49 15,4-1-85-15,7-17-161 16,-1-18-173-16</inkml:trace>
  <inkml:trace contextRef="#ctx0" brushRef="#br1" timeOffset="157469.22">19721 14722 947 0,'0'0'164'0,"0"0"-18"15,0 0-46-15,0 0-42 16,0 0-7-16,0 0-40 16,-49 21-9-16,49 47 9 15,0 8-6-15,2-8-5 16,19-11-5-16,0-8-8 16,6-14-9-16,0-16 4 15,4-7 7-15,0-12 10 16,1 0 1-16,-1-22 11 15,-2-22 3-15,-9-5 0 16,-9-8 11-16,-9-7 21 16,-2-3-9-16,-11 1-12 0,-20 12-12 15,-10 14-13-15,-7 22-7 16,-8 18-17-16,-3 0-86 16,3 33-72-16,7 10-172 15,3 6-264 1</inkml:trace>
  <inkml:trace contextRef="#ctx0" brushRef="#br1" timeOffset="157817.76">18677 15352 1080 0,'0'0'42'0,"0"0"69"16,-123-11 4-16,105 11-68 16,9 0 21-16,9 0 22 15,25 0-73-15,44 11 14 16,33 1 14-16,33-2-16 16,33-5-11-16,23-1-5 15,23-3 0-15,25 1 2 16,4-2-2-16,-2 0-13 15,-16 0 2-15,-30-3-3 16,-29-12 2-16,-39 7-2 16,-50-2 0-16,-37 6-24 15,-37 1-37-15,-12 3-1 0,-50 0-41 16,-22 0-143-16,-20 13-215 16</inkml:trace>
  <inkml:trace contextRef="#ctx0" brushRef="#br1" timeOffset="158768.65">17507 6280 981 0,'0'0'11'0,"0"0"82"0,0 0-6 0,0 0-72 0,0 0 13 16,0 0 14-16,2 44-25 15,7-30-8-15,3-8-3 16,5-2-3-16,-2-4 6 0,3 0-1 16,0-20-1-1,2-14-2-15,0-10-1 0,5-2-1 16,2-2-3-16,10 2-18 15,14 3-89 1,-2 4-155-16,1 6-563 0</inkml:trace>
  <inkml:trace contextRef="#ctx0" brushRef="#br1" timeOffset="159604.79">19419 15896 1164 0,'0'0'149'0,"0"0"29"0,0 0-37 0,0 0-58 0,0 0-36 0,0 0-18 15,-32-44-24-15,32 88 11 16,0 18-8-16,0 6-3 16,0-1-5-16,0 4-21 15,0-5-32-15,0-3-157 16,0-18-336-16</inkml:trace>
  <inkml:trace contextRef="#ctx0" brushRef="#br1" timeOffset="160017.78">21582 15105 1086 0,'0'0'146'0,"0"0"63"0,0 0-72 16,0 0-78-16,0 0-23 16,0 0-18-16,-141 107-5 15,84-21-11-15,5-1-2 16,1-6-40-16,2-1-78 15,4-13-92-15,2-19-136 16,9-24-111-16</inkml:trace>
  <inkml:trace contextRef="#ctx0" brushRef="#br1" timeOffset="160185.54">21096 15310 332 0,'0'0'437'15,"0"0"-200"-15,0 0-21 16,0 0-77-16,0 0-56 15,0 0-11-15,107-20-41 16,-69 73-26-16,6 10-5 16,1 4-91-16,4-2-115 15,0-16-159-15,3-15-194 16</inkml:trace>
  <inkml:trace contextRef="#ctx0" brushRef="#br1" timeOffset="160368.54">21829 15205 930 0,'0'0'191'16,"0"0"39"-16,-27-122-53 16,25 110-57-16,2 7-27 15,0 5-54-15,0 21-25 16,0 19-10-16,4 19 1 16,12 13-5-16,-1 0-4 15,2 2-35-15,-2-1-73 16,3-16-84-16,-1-12-163 15,4-22-84-15</inkml:trace>
  <inkml:trace contextRef="#ctx0" brushRef="#br1" timeOffset="160983.95">22118 15193 820 0,'0'0'186'15,"0"0"20"-15,0 0-45 0,0 0-70 16,0 0-29-16,0 0-41 15,-50-25-19-15,45 83 6 16,5 6 1-16,0 2-7 16,0-4-2-16,22-7-11 15,3-12-30-15,4-16 10 16,-2-9-7-16,-1-18 9 16,-1 0 12-16,-3-9 17 0,-2-22 3 15,-7-10 1-15,-9-9 1 16,-4 3-1-16,-2 1-4 15,-27 7 0-15,-10 9-22 16,-4 11-2-16,-4 10 10 16,4 3 0-16,15 6-6 15,12 0 0-15,16 0-5 16,0 0-49-16,41 0-41 16,17-7 106-16,15-2 9 15,10-5-53-15,-6 0 21 16,-3-7 28-16,-10 4 4 15,-5-3 13-15,-13 7 52 16,-10 5 28-16,-14 8-13 16,-9 0-48-16,-13 35-18 15,0 6 14-15,0 15-1 0,0 11-15 16,-6 2-5-16,1-4-6 16,5-2 0-16,0-8-1 15,11-11-3-15,18-9-5 16,5-11-1-16,4-16-2 15,2-8 11-15,0 0 5 16,1-28 1-16,-6-15 2 16,-4-11 12-16,-6-10 28 15,-14-6 11-15,-11-7 1 16,0 2-23-16,-42 3-19 16,-24 15-18-16,-20 26-9 15,-23 22-63-15,-20 12-84 0,-17 33-200 16</inkml:trace>
  <inkml:trace contextRef="#ctx0" brushRef="#br1" timeOffset="161688.06">19741 14309 649 0,'0'0'214'0,"0"0"-106"0,0 0 52 0,-116-70-52 0,107 97-53 0,7 50-10 15,2 29 42-15,27 31-11 16,40 16-35-16,24 1-29 16,19 0-12-16,5-8-13 15,-1-10-76-15,-2-11-81 16,-12-8-147-16,-7-29-439 16</inkml:trace>
  <inkml:trace contextRef="#ctx0" brushRef="#br1" timeOffset="162317.25">22644 14627 974 0,'0'0'0'0,"-75"-107"108"0,62 83 41 0,7 12-59 0,6 12-39 15,8 12-28-15,27 54-20 16,14 49 52-16,13 37 0 16,14 23-36-16,14 3-12 0,5-12-7 15,12-10-107 1,-4-17-215-16,-12-26-244 16</inkml:trace>
  <inkml:trace contextRef="#ctx0" brushRef="#br1" timeOffset="162751.7">23734 15571 1109 0,'0'0'98'16,"0"0"-37"-16,0 0-7 0,0 0-54 0,0 0 10 0,0 0 16 15,113-37-11-15,-30 32-15 0,-5 3-61 16,-15 2-167-16,-24 0-87 15,-26 0-62-15</inkml:trace>
  <inkml:trace contextRef="#ctx0" brushRef="#br1" timeOffset="162887.94">23738 15691 645 0,'0'0'189'16,"0"0"-72"-16,0 0-17 0,0 0-13 15,0 0-53-15,0 0-17 16,92-12-17-16,8-6-47 15,18 0-141-15,-4-7-128 16</inkml:trace>
  <inkml:trace contextRef="#ctx0" brushRef="#br1" timeOffset="163185.09">24420 15270 761 0,'0'0'96'0,"0"0"76"0,0 0 39 15,0 0-76-15,0 0-15 16,0 0-37-16,-38-71-46 15,38 106-23-15,0 15 31 16,7 7-30-16,6 6-11 16,3 6-4-16,2-4-57 15,-1-1-94-15,-3-7-117 16,-3-15-162-16</inkml:trace>
  <inkml:trace contextRef="#ctx0" brushRef="#br1" timeOffset="163550.57">24587 15441 875 0,'0'0'115'16,"0"0"34"-16,0 0-29 15,0 0-26-15,0 0-34 16,0 0-24-16,-34-81-31 16,34 121-4-16,0 14 0 15,0 4 4-15,17-4-5 16,3-2-11-16,-3-11-18 15,4-9-6-15,-4-14-10 16,3-11 21-16,1-7 10 16,-2 0 14-16,6-15 11 0,-3-13-6 15,1-8 4-15,-4-4 5 16,-7-5 9-16,-3 1 12 16,-9-2-8-16,0 7 5 15,-6-1-13-15,-20 9-16 16,-5 12-3-16,-6 10-3 15,0 5 2-15,6 4-2 16,7 4-11-16,6 20-37 16,9 11-46-16,9 0-75 15,0 5-105-15,0-8-241 16</inkml:trace>
  <inkml:trace contextRef="#ctx0" brushRef="#br1" timeOffset="163868.93">25058 15049 786 0,'0'0'67'0,"21"-152"38"0,-5 89 37 0,-3 18-54 0,-3 17 4 15,-6 15-11-15,-4 13-33 16,2 0-33-16,-2 42-6 15,0 27 33-15,0 26 46 16,-4 12-54-16,-19 8-2 0,-3 7-1 16,-3 3-2-1,-3-5-12-15,1-4-7 0,4-16-3 16,4-7-7-16,2-9-1 16,7-24-25-16,6-16-8 15,5-18-52-15,3-26-54 16,0 0-90-16,0-40-27 15,0-27-154-15</inkml:trace>
  <inkml:trace contextRef="#ctx0" brushRef="#br1" timeOffset="164102.85">24900 15065 237 0,'0'0'315'15,"0"0"-272"-15,0 0 1 0,0 0 26 16,0 0-4-16,0 0-1 15,-58 94-23-15,79-94 21 16,2 0 27-16,-3-18 22 16,-7-8-22-16,-7-2-31 15,-6 2-15-15,0 2-8 16,0 8-13-16,-4 10-23 16,-13 6-33-16,-6 16-117 15,1 22-178-15,5 16-544 16</inkml:trace>
  <inkml:trace contextRef="#ctx0" brushRef="#br1" timeOffset="164352.1">25171 15611 1117 0,'0'0'43'16,"0"0"-34"-16,0 0 38 15,0 0 30-15,0 0-3 16,0 0-11-16,29 16-1 16,-27-16-13-16,-2 0 2 15,0 0 2-15,0 0-23 16,-15-6-30-16,-6 0-6 16,4 6-7-16,-1 0-38 0,1 0-72 15,0 14-151-15,5 0-265 16</inkml:trace>
  <inkml:trace contextRef="#ctx0" brushRef="#br1" timeOffset="165753.74">1085 8538 933 0,'-175'58'26'0,"-1"4"52"0,-1-2 41 0,-1 3-81 0,-11-3 12 0,10-6 41 16,21-8-2-16,36-12-16 15,48-16-10-15,45-12-11 16,29-6 8-16,74-24-32 15,66-30-12-15,66-32-12 16,60-32 2-16,60-23-6 16,35-13-3-16,40-5 3 15,18 5 0-15,6 3 0 16,-10 9-12-16,-34 10-10 16,-36 15-4-16,-53 19-5 15,-69 20-31-15,-69 25-49 16,-81 26-31-16,-63 19-97 0,-45 8 43 15,-73 21-48-15,-55 24-17 16</inkml:trace>
  <inkml:trace contextRef="#ctx0" brushRef="#br1" timeOffset="165983.96">584 8849 563 0,'-216'119'160'0,"40"-21"13"0,47-24-47 15,56-28-1 1,68-32-47-16,54-18-42 0,96-60 24 16,80-43-29-16,73-47-13 15,70-39-16-15,66-17 2 16,46-7 0-16,25 7-4 16,6 18 3-16,-20 9-6 15,-32 16-20-15,-48 13-131 16,-70 6-176-16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2:46:24.013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9229 2966 460 0,'0'0'85'0,"0"0"67"15,0 0-12-15,0 0-61 16,0 0-23-16,0 0-20 16,58 13 46-16,34-13-51 15,10-8-24-15,0-6-7 0,-6 5-31 16,-13 0-137-1,-21 2-220-15</inkml:trace>
  <inkml:trace contextRef="#ctx0" brushRef="#br0" timeOffset="5615.89">7672 4020 861 0,'0'0'112'0,"0"0"110"0,0 0-100 0,0 0-1 0,0 0-11 15,0 0-38 1,0 0-40-16,-9-70-23 0,9 108 4 16,0 20 28-1,0 9-14-15,0 1-14 0,0-3-8 16,0 0-2-16,0-3-3 16,0-6-4-16,0-6-40 15,0-6-58-15,0-11-95 16,0-13-54-16,0-12-60 15,0-8-93-15</inkml:trace>
  <inkml:trace contextRef="#ctx0" brushRef="#br0" timeOffset="5815.02">7630 4185 580 0,'0'0'17'16,"4"-117"48"-16,25 72 34 0,11 10-22 15,13 11-5-15,10 10 9 16,3 14 10-16,-1 0-25 15,-11 20 3-15,-14 14-12 16,-20 6-27-16,-20 7-17 16,0 3-11-16,-44 1-2 15,-20 2-34-15,-15-6-114 16,-6-5-95-16,5-15-83 16</inkml:trace>
  <inkml:trace contextRef="#ctx0" brushRef="#br0" timeOffset="6548.82">7248 5348 901 0,'0'0'26'0,"0"0"105"0,0 0-73 0,41-119-10 0,9 106 40 15,8 10-27-15,0 3-11 0,-8 18-11 16,-15 21-1-16,-14 8-13 16,-19 8-6-16,-2-1-5 15,-25-4-4-15,-24-4-4 16,-7-9-6-16,3-8-16 15,8-8-45-15,14-12-26 16,16-9-38-16,13 0-71 16,2-9-42-16,18-22-55 15,26-5-189-15</inkml:trace>
  <inkml:trace contextRef="#ctx0" brushRef="#br0" timeOffset="6747.7">7705 5248 544 0,'0'0'62'15,"0"0"123"-15,0 0-47 0,0 0-9 16,0 0 18-16,0 0-67 16,-44-76-29-16,23 110-38 15,2 12 11-15,1 9 11 16,7 2-2-16,9-4-9 16,2 0-18-16,0-7-2 15,17-3-4-15,12-11-23 16,9-9-55-16,7-9-42 15,9-10-120-15,-2-4-110 16</inkml:trace>
  <inkml:trace contextRef="#ctx0" brushRef="#br0" timeOffset="7047.18">8141 4973 122 0,'0'0'482'0,"0"0"-369"15,0 0 81-15,-33-122-70 16,26 107 15-16,5 10-31 16,0 2-30-16,2 3-28 15,-2 6-33-15,-7 34-10 16,-7 18 25-16,-1 21 22 16,-3 17-16-16,-3 13-9 15,2 7 3-15,0 0-3 16,1-10-20-16,5-1-3 0,-2-7-4 15,7-6-4 1,1-10-6-16,2-10-42 0,2-11-35 16,5-16-42-16,0-16-63 15,0-19-116-15,17-10-130 16</inkml:trace>
  <inkml:trace contextRef="#ctx0" brushRef="#br0" timeOffset="7265.75">8139 5592 787 0,'0'0'40'0,"0"0"75"0,0 0 1 16,0 0-49-16,0 0-1 16,0 0-22-16,60-4-7 15,15 2-16-15,2-6-21 16,-5-2-8-16,-10 3-81 15,-20 2-133-15,-17 3-129 16</inkml:trace>
  <inkml:trace contextRef="#ctx0" brushRef="#br0" timeOffset="8482.7">9432 2879 785 0,'0'0'33'0,"0"0"64"0,0 0-23 0,0 0-41 0,0 0 30 0,0 0-41 15,-7 33 21-15,90-29-25 16,19-4-11-16,11 0-7 16,-1 0 0-16,-11 0-21 15,-17 0-33-15,-24 0-117 16,-26 0-95-16,-32 0-294 0</inkml:trace>
  <inkml:trace contextRef="#ctx0" brushRef="#br0" timeOffset="8648.46">9369 3021 792 0,'0'0'76'0,"0"0"29"15,0 0-83-15,0 0 29 16,139-1 21-16,-28-7-45 15,19-1-24-15,5 2-3 16,-4 3-50-16,-19 0-174 16,-25-1-253-16</inkml:trace>
  <inkml:trace contextRef="#ctx0" brushRef="#br0" timeOffset="9531.4">10270 4068 945 0,'0'0'50'0,"0"0"201"0,0 0-91 0,0 0-37 0,0 0-46 16,0 0-38-16,-64 23-28 15,41 39 7-15,0 4-11 16,5-6-7-16,5-5-1 16,5-16-21-16,6-14-14 15,2-16-25-15,0-7-21 16,0-2 28-16,0-11 41 15,2-32 11-15,11-17 2 16,2-8 2-16,1 2-1 16,-2 8 6-16,1 12 18 15,-3 12 19-15,-6 14-3 16,-4 9 10-16,0 11-13 16,5 0-9-16,7 24-26 0,12 23 12 15,10 13 11-15,4 2-17 16,2-2-9-16,-1-4-1 15,-8-6-18-15,-14-8-58 16,-5-7-91-16,-11-10-87 16,-3-12-114-16,-5-13-64 15</inkml:trace>
  <inkml:trace contextRef="#ctx0" brushRef="#br0" timeOffset="9698.69">10052 4255 566 0,'0'0'55'15,"0"0"116"-15,0 0-58 0,0 0-57 16,0 0-12-16,0 0 23 16,64-2-16-16,46 2-28 15,20-2-23-15,13-10-48 16,0-2-122-16,-16 0-135 16</inkml:trace>
  <inkml:trace contextRef="#ctx0" brushRef="#br0" timeOffset="10281.46">10428 5019 854 0,'0'0'95'0,"0"0"146"0,0 0-101 0,0 0-23 0,0 0-8 15,0 0-62-15,-9-56-34 16,-4 104-5-16,-6 16 5 15,0 4-11-15,-6-2 1 16,3-5-3-16,2-15-4 16,4-12-12-16,5-20 2 15,5-6-9-15,6-8 13 0,0 0 2 16,0 0 4 0,0 0-6-16,14-13 2 15,18-6 2-15,8 5 5 0,7 4-2 16,7 4 3-16,3 3-1 15,-1 2-8-15,0 1-25 16,-11 0-35-16,-7 0-62 16,-19 1-131-16,-14 8-124 15</inkml:trace>
  <inkml:trace contextRef="#ctx0" brushRef="#br0" timeOffset="10515.4">10528 5086 706 0,'0'0'58'16,"0"0"138"-16,0 0 17 15,0 0-97-15,0 0-37 16,0 0-35-16,-18 53 12 16,18 10-8-16,0 2-29 15,0 2-8-15,5-3-11 16,6-2-28-16,2-6-73 15,-1-8-117-15,-6-14-271 16</inkml:trace>
  <inkml:trace contextRef="#ctx0" brushRef="#br0" timeOffset="10831.7">10775 5245 738 0,'0'0'80'16,"0"0"-15"-16,0 0-11 15,0 0-22-15,0 0 52 16,159-79 8-16,-120 91-29 0,-10 26-35 15,-15 6-17-15,-14 10-5 16,0-2 1-16,-33-7-7 16,-12-2-3-16,-4-13-23 15,4-8-56-15,10-6-43 16,11-10 4-16,23-6-117 16,1 0-72-16</inkml:trace>
  <inkml:trace contextRef="#ctx0" brushRef="#br0" timeOffset="11073.1">11174 5123 701 0,'0'0'144'0,"0"0"15"16,0 0-37-16,0 0-55 0,0 0-1 16,0 0-14-16,-129 12-26 15,109 42-5 1,9 13-4-16,7 0 13 0,4-4-13 15,0-7-14-15,19-12 3 16,12-12-3-16,5-12-2 16,5-10-2-16,-2-10-12 15,1 0-27-15,3-4-35 16,-1-18-77-16,-6-3-53 16,-5-6-158-16</inkml:trace>
  <inkml:trace contextRef="#ctx0" brushRef="#br0" timeOffset="11414.28">11571 4886 732 0,'0'0'21'0,"0"0"126"16,-9-120-8-16,9 101-34 16,-3 8 7-16,3 7-25 15,0 4-28-15,0 16-40 16,-6 34-15-16,-3 29 39 0,-6 23 13 16,-1 18-24-1,-4 16-8-15,-4 1-6 0,-1-3-6 16,3-12-10-16,1-11-4 15,6-14-16-15,3-10-69 16,10-18 1-16,2-18-90 16,0-21-95-16,12-15-60 15</inkml:trace>
  <inkml:trace contextRef="#ctx0" brushRef="#br0" timeOffset="11599.97">11600 5668 191 0,'0'0'715'0,"0"0"-616"16,0 0 70-16,0 0-128 15,0 0-8-15,0 0 8 16,144-26-8-16,-66 19-33 16,-6-4-28-16,-8 5-184 15,-12 1-20-15,-17-4-111 16</inkml:trace>
  <inkml:trace contextRef="#ctx0" brushRef="#br0" timeOffset="12465.33">13451 4074 750 0,'0'0'102'0,"0"0"120"16,0 0-56-16,0 0-26 0,0 0 7 0,0 0-71 15,-8-100-32-15,8 120-28 16,4 23 6-16,7 8-1 16,-5 7-14-16,2 3-7 15,-6-5-11-15,-2-4-45 16,0-4-64-16,0-10-57 16,0-11-91-16,0-16-86 0,-5-11-54 15</inkml:trace>
  <inkml:trace contextRef="#ctx0" brushRef="#br0" timeOffset="12634.51">13198 4109 147 0,'0'0'404'15,"0"0"-290"-15,0 0 47 16,0 0-84-16,0 0-38 16,52-115 1-16,8 95-9 15,13 5-20-15,0 2-10 0,0 9-1 16,-8 4-15-1,-16 0-79-15,-18 21-234 0</inkml:trace>
  <inkml:trace contextRef="#ctx0" brushRef="#br0" timeOffset="13115.52">13388 5028 804 0,'0'0'55'0,"0"0"161"0,0 0-29 0,-34-107-75 0,29 103 17 0,5 4-51 15,0 10-59-15,0 30-17 16,0 16 14-16,0 18 2 16,13 5-18-16,0 2-13 15,-1 0-57-15,-1-9-86 16,-5-16-144-16,2-19-153 15</inkml:trace>
  <inkml:trace contextRef="#ctx0" brushRef="#br0" timeOffset="13317.51">13551 5103 959 0,'0'0'79'16,"0"0"167"-16,0 0-186 15,0 0-27-15,0 0-10 16,125-61-13-16,-51 55-10 16,-5 5-18-16,-15 1-138 15,-14 0-108-15,-20 0-62 16,-20 0-320-16</inkml:trace>
  <inkml:trace contextRef="#ctx0" brushRef="#br0" timeOffset="13681.28">13603 5085 597 0,'0'0'91'0,"0"0"123"16,0 0-90-16,0 0-23 15,0 0-35-15,0 0-45 16,-22 50-2-16,22-6 13 16,0 5-27-16,0-5-5 15,0-5 0-15,2-4-7 16,0-15-39-16,0-8-17 15,-2-4-16-15,0-8 26 16,2 0 35-16,3 0 11 16,0-22 0-16,3-4 7 15,1-1 4-15,7 4 5 16,3 1 2-16,10 5-1 0,10 10-5 16,1 3-2-16,4 4 5 15,-1 7 8-15,-5 18 28 16,-7 5 9-16,-13-2 3 15,-14-2-10-15,-4-2-23 16,-29 2 10-16,-22-2-14 16,-14 1-19-16,1-2-45 15,4-7-75-15,8-8-59 16,14-5-189-16</inkml:trace>
  <inkml:trace contextRef="#ctx0" brushRef="#br0" timeOffset="13964.62">14129 5167 207 0,'0'0'775'0,"0"0"-696"0,0 0 154 15,0 0-143-15,0 0-19 16,0 0-20-16,2-33-18 16,33 68-10-16,1 12-15 15,-3 3-8-15,-4 0-28 16,-2-6-57-16,-4-6-60 16,-6-8-108-16,-1-14-50 15,-1-12-113-15</inkml:trace>
  <inkml:trace contextRef="#ctx0" brushRef="#br0" timeOffset="14166.41">14450 5131 568 0,'0'0'28'15,"0"0"144"-15,0 0-25 16,0 0-1-16,0 0 23 16,0 0-87-16,-88 14-35 15,67 61 42-15,0 11-30 0,8 0-11 16,4-4-15-1,0-3-26-15,-4-8-7 0,-1-4-1 16,-1-5-49-16,-3-10-70 16,-5-15-116-16,4-14-225 15</inkml:trace>
  <inkml:trace contextRef="#ctx0" brushRef="#br0" timeOffset="15947.94">7584 5949 838 0,'0'0'92'0,"0"0"92"0,0 0-63 0,0 0-21 0,0 0-29 0,0 0-13 15,0 0-31-15,-17-54-22 16,17 70-5-16,0 28 0 15,0 17 21-15,0 13-3 16,5 2 5-16,-1 0-4 16,0 0-10-16,-2-2-1 15,0-7-5-15,1-13-1 16,-3-12 1-16,0-13-3 16,0-12 2-16,0-5 0 15,0-8-2-15,0-2 0 0,0 1-6 16,0-2 1-16,7 5-3 15,4 0 7-15,14 2 1 16,21 0-10-16,32-4 7 16,43-2-9-16,48-2-9 15,51 0 9-15,41 0 12 16,38 0 0-16,13 0 2 16,-3 0 0-16,-7 0-2 15,-31 0 0-15,-26-12 4 0,-34-4-4 16,-34 2 9-16,-44 0-4 15,-44 2-2-15,-44 7-1 16,-29 0 0-16,-16 4 4 16,-13-2-6-16,-23 3-7 15,0 0-30-15,10 0-30 16,10 0-45-16,16 0-130 16,0 0-142-16</inkml:trace>
  <inkml:trace contextRef="#ctx0" brushRef="#br0" timeOffset="16431.93">10751 6203 692 0,'0'0'69'0,"0"0"98"0,0 0-28 0,0 0 15 0,0 0-34 0,0 0-27 0,-11-84-45 16,11 87-33-16,0 29-10 15,0 17 16-15,11 7-3 16,1 5-12-16,-6-3-6 16,3-1 0-16,-3-8-20 15,2-12-38-15,-2-3-48 16,-4-8-111-16,-2-8-143 16</inkml:trace>
  <inkml:trace contextRef="#ctx0" brushRef="#br0" timeOffset="21698.51">8284 7467 802 0,'0'0'41'0,"0"0"99"0,-27-102 28 0,25 75-44 0,0 10 7 0,0 7-30 15,2 6-17-15,-2 4-32 16,2 0-24-16,0 0-9 15,0 14-9-15,0 22-4 16,13 14 9-16,1 6-7 16,-6 3-8-16,-3-2-1 15,-3 0-35-15,0-5-84 16,-2-4-75-16,0-12-106 16,0-11-103-16</inkml:trace>
  <inkml:trace contextRef="#ctx0" brushRef="#br0" timeOffset="21899.9">8024 7466 267 0,'0'0'544'16,"0"0"-457"-16,0 0 19 16,-31-115-60-16,50 88-2 15,22-2-5-15,5 5-7 0,8 6-25 16,0 9-2-16,-8 9-5 15,-4 0-43-15,-11 13-87 16,-10 15-124-16,-15 8-95 16</inkml:trace>
  <inkml:trace contextRef="#ctx0" brushRef="#br0" timeOffset="22067.73">8053 7893 837 0,'0'0'64'0,"0"0"39"16,0 0 7-16,0 0-52 16,0 0-50-16,0 0 33 15,165-23-30-15,-72 3-11 0,9-2-89 16,2-2-162-16,-15-2-221 16</inkml:trace>
  <inkml:trace contextRef="#ctx0" brushRef="#br0" timeOffset="22333.05">8901 7582 752 0,'0'0'368'16,"0"0"-322"-16,0 0 48 0,0 0-58 15,0 0-19 1,0 0-14-16,-44 14 3 0,100-14 11 16,13 0-17-1,4 0-2-15,-8-10-77 0,-5-1-104 16,-11 2-54-16,-17 4-14 16,-15 5-282-16</inkml:trace>
  <inkml:trace contextRef="#ctx0" brushRef="#br0" timeOffset="22498.64">9062 7682 203 0,'0'0'459'16,"0"0"-368"-16,-121 34 50 0,104-28-30 15,11-4 14 1,6 0-42-16,0-2-80 0,26 2 13 16,23-2-6-16,22 0 2 15,12 0-12-15,6-10-47 16,-4-5-127-16,-10-4-106 15,-13-5-164-15</inkml:trace>
  <inkml:trace contextRef="#ctx0" brushRef="#br0" timeOffset="23198.07">9641 7367 903 0,'0'0'24'0,"0"0"30"0,0 0-37 16,0 0 16-16,0 0 31 0,145-104-7 0,-114 104-20 0,-10 0-18 15,-10 12-15-15,-11 16 1 16,0 5 5-16,-2 6 5 16,-21-1-3-16,-2 1-10 15,1-10-2-15,4 0 12 16,2-11-9-16,9-4-3 0,9-4 0 15,0-2-2 1,0-2-13-16,13 2 15 0,12-3-4 16,6 2 4-16,2 0 1 15,1 7-1-15,0 5 0 16,-6 4 2-16,-3 0 0 16,-9-3 6-16,-10-5 7 15,-3-2 3-15,-3-1 1 16,-7 0 14-16,-22 0 15 15,-9-2-28-15,-5-2-3 16,1-8-1-16,5 0-12 16,4 0-2-16,8-14-2 0,7-10-18 15,13-8-45 1,5-2-54-16,5 0-143 0,19 4-188 16</inkml:trace>
  <inkml:trace contextRef="#ctx0" brushRef="#br0" timeOffset="23887.39">10119 7497 874 0,'0'0'48'0,"0"0"83"0,0 0-40 0,0 0-60 0,0 0 3 0,0 0 7 0,81-106-18 0,-47 106-7 0,-8 0-2 16,-5 14-2-16,-12 10-4 16,-9 8 0-16,0 4-7 15,0 0 0-15,-22-3-1 0,-5-6-11 16,5-7-18-16,3-5-2 16,8-10-22-16,9-2-1 15,2-3 4-15,0 0-5 16,7-12-82-16,15-10 131 15,7-2-9-15,3-4 4 16,-3 0 5-16,-3-2 6 16,-4-1 4-16,-6-2 9 15,-5-2 11-15,-5 1 9 16,-2 4 16-16,-4 6 15 16,0 7 10-16,0 6-11 15,0 3 5-15,-12 6-12 16,1 0-12-16,-3 2-3 0,-1 6-23 15,-1 22-9 1,5 15 5-16,7 8 7 0,4 1-11 16,0-2-6-16,6-10-1 15,21-3-3-15,4-12 0 16,9-9 1-16,1-10-2 16,1-6 0-16,-5 0-10 15,-5-15 3-15,-10-10-22 16,-5-4-10-16,-5-8 0 15,-10-2-31-15,-2-6-43 16,0 1-101-16,0 8-132 16</inkml:trace>
  <inkml:trace contextRef="#ctx0" brushRef="#br0" timeOffset="24317.1">10811 6960 690 0,'0'0'40'0,"0"0"108"0,-19-104-8 0,12 91 4 0,4 10-9 0,1 3-23 16,0 0-57-16,-3 46-30 15,-3 27-7-15,-2 28 42 16,-1 20-3-16,3 1-20 15,0 0-13-15,2-4-18 16,1-9 2-16,5-8-8 16,0-16 0-16,0-6-24 15,0-14-70-15,0-12-31 16,3-17-88-16,8-19-104 16,2-14-68-16</inkml:trace>
  <inkml:trace contextRef="#ctx0" brushRef="#br0" timeOffset="24518.8">10983 7590 301 0,'0'0'512'16,"0"0"-396"-16,0 0 55 15,0 0-80-15,0 0-48 16,0 0-14-16,115-34 0 0,-39 20-29 15,-5-3-10-15,-6-2-150 16,-18-6-212-16</inkml:trace>
  <inkml:trace contextRef="#ctx0" brushRef="#br0" timeOffset="29847.98">7422 9487 1010 0,'0'0'25'15,"0"0"31"-15,-67-105 66 0,25 83-77 0,-5 11 23 0,-2 8-15 16,4 3-20-16,2 14-14 0,2 20-16 15,3 10 2 1,9 3-5-16,12 3 1 16,12-3-1-16,5 0 0 0,20-2-1 15,29-6-3-15,18-1-1 16,13-6 5-16,0-2-1 16,-9 4 1-16,-17 5 0 15,-16 1 1-15,-20 6-1 16,-18 2 2-16,0 2 2 15,-40 0 11-15,-18-8 4 16,-16-11 28-16,-4-16-10 16,2-15-14-16,7 0-8 15,11-30-5-15,16-14-5 16,15-10-5-16,17-8-5 16,10 0-61-16,8 0-122 0,27 4-181 15,13 14-501-15</inkml:trace>
  <inkml:trace contextRef="#ctx0" brushRef="#br0" timeOffset="30167.41">7852 9511 922 0,'0'0'80'0,"0"0"110"0,0 0-68 0,0 0-9 0,0 0-20 0,0 0-58 15,-13-32-27-15,13 100 12 16,5 20 18-16,1 3-27 15,5 1-6-15,-2-1-5 16,0 1-5-16,2-5-60 16,1-7-171-16,-2-22-293 15</inkml:trace>
  <inkml:trace contextRef="#ctx0" brushRef="#br0" timeOffset="30568.55">8710 10057 1058 0,'0'0'37'0,"0"0"99"0,0 0-76 0,0 0-51 0,0 0 10 15,0 0-3-15,169-23-10 16,-86 19-6-16,-9 4-208 16,-19 0-172-16</inkml:trace>
  <inkml:trace contextRef="#ctx0" brushRef="#br0" timeOffset="30719.74">8748 10244 436 0,'0'0'420'0,"0"0"-336"15,0 0 15-15,0 0-43 16,0 0-32-16,0 0 6 16,183-10-24-16,-41-9-6 15,4-3-112-15,-7-4-271 16</inkml:trace>
  <inkml:trace contextRef="#ctx0" brushRef="#br0" timeOffset="33481.47">9924 9685 701 0,'0'0'217'0,"0"0"-78"0,-46-120 54 0,41 98-83 0,3 10 20 0,0 7-21 16,2 5-40-16,0 18-34 16,2 31-15-16,11 21 21 15,5 14-23-15,-5 6-10 0,-2 3-4 16,1 3-3-1,-3-4-2-15,-3-11-18 0,1-22-49 16,-4-23-65-16,1-17-72 16,0-19-61-16,1 0-17 15,1-42 64-15,-6-22-27 16,0-25-14-16,0-5 260 16,-11 2 27-16,-9 2 156 15,7 16-42-15,4 9 8 16,6 13-34-16,3 12 8 0,14 11-39 15,22 12-27 1,8 9 8-16,5 8-5 0,-4 0 5 16,-7 10-1-1,-13 14-33-15,-19 9-13 0,-6 2-11 16,-18 7-1-16,-28 2-6 16,-10-2-11-16,-2 3-149 15,8-12-93-15,13-6-205 16</inkml:trace>
  <inkml:trace contextRef="#ctx0" brushRef="#br0" timeOffset="33717.66">10578 9718 839 0,'0'0'236'0,"0"0"-182"0,0 0 121 0,0 0-81 0,0 0 17 0,0 0-40 0,-94 0-49 16,94 65 10-16,0 11-10 15,0 3-12-15,11 3-6 16,-5-2-4-16,-4-8-5 16,1-10-61-16,-3-15-128 15,0-17-161-15,0-22-142 16</inkml:trace>
  <inkml:trace contextRef="#ctx0" brushRef="#br0" timeOffset="33881.46">10327 9771 870 0,'0'0'72'0,"0"0"70"16,0 0-49-16,0 0-31 15,0 0-37-15,0 0-25 16,185-89 0-16,-80 89-70 15,-5 0-212-15,-8 0-300 16</inkml:trace>
  <inkml:trace contextRef="#ctx0" brushRef="#br0" timeOffset="34066.8">10967 9659 903 0,'0'0'63'0,"0"0"114"16,0 0-50-16,0 0-23 0,0 0 11 15,0 0-64-15,-92 50-22 16,99 22 2-16,9 6-23 16,-1 5-7-16,-3 3-1 15,-10-4-25-15,-2-8-154 16,0-18-168-16,-4-20-96 16</inkml:trace>
  <inkml:trace contextRef="#ctx0" brushRef="#br0" timeOffset="34383.16">10882 9751 694 0,'0'0'74'0,"0"0"19"15,91-102-32-15,-30 88 23 16,-3 11 32-16,-9 3-32 16,-11 27-55-1,-14 15-22-15,-16 8-1 0,-8 2 0 16,-5-1-6-16,-29-6 1 15,-8-10-1-15,-3-7 3 16,1-8 3-16,5-6-2 16,10-6-3-16,10-2 3 15,12 6 2-15,7 10-5 16,3 12 1-16,30 10 1 16,13-2-2-16,10-6 5 15,4-5-6-15,-2-11 0 16,-6-6-7-16,-8-3-17 0,-8 0-91 15,-18 1-139-15,-14-2-123 16</inkml:trace>
  <inkml:trace contextRef="#ctx0" brushRef="#br0" timeOffset="34665.35">9693 10607 1046 0,'0'0'77'0,"0"0"-55"15,0 0 38-15,0 0-43 16,0 0 9-16,118 19 14 16,57-19 8-16,35-8-24 15,22-10-8-15,15 0 20 16,1 4-6-16,-10 5-6 15,-25 9-23-15,-36 0-1 16,-46 15-15-16,-51 7-167 16,-53-3-146-16,-27-1-217 15</inkml:trace>
  <inkml:trace contextRef="#ctx0" brushRef="#br0" timeOffset="34949.54">10437 10997 244 0,'0'0'869'16,"0"0"-705"-16,0 0-8 15,0 0-45-15,0 0-39 16,0 0-33-16,-23-44-26 0,52 90-3 16,5 12-6-16,-1 4-4 15,-4-5-4-15,-4 2-58 16,-9-5-133 0,-10-15-262-16</inkml:trace>
  <inkml:trace contextRef="#ctx0" brushRef="#br0" timeOffset="35585.81">10673 10982 986 0,'0'0'141'0,"0"0"23"16,0 0-69-16,0 0-35 0,0 0-24 15,0 0-34-15,-16 11-1 16,16 37-1-16,0 2 3 15,0 0-3-15,18-9-4 16,4-5-1-16,7-13-5 16,0-11-3-16,4-9-1 15,-1-3 4-15,2-7 4 16,-8-17 5-16,-8-6 1 16,-12-8 1-16,-6-1-1 15,0-4 0-15,-22 7 0 16,-14 4-9-16,-8 9-6 15,-1 10 3-15,8 4 8 0,5 4 3 16,13 2 1 0,12 2 0-16,7-2 0 0,11 2-15 15,31-4 6 1,16-2 9-16,15-2 0 0,2-1-2 16,-2 0-7-16,-7-2 7 15,-10 5 1-15,-16 0 1 16,-15 7 0-16,-13 0 0 15,-10 0-1-15,-2 18-6 16,0 19 7-16,-2 10 4 16,-8 10-3-16,6-1-1 15,4-2 0-15,0 0 4 16,6-8-4-16,19-8 1 0,8-9-4 16,5-14 3-1,5-11 0-15,-1-4 1 0,1 0 1 16,-4-23 1-16,-5-10 0 15,-7-5 5-15,-10-6 10 16,-15-4 7-16,-2-2-2 16,-6 0 1-16,-28 0-8 15,-12 3-13-15,-8 11-3 16,-8 14-11-16,-9 13-87 16,-8 9-194-16,-8 0-606 15</inkml:trace>
  <inkml:trace contextRef="#ctx0" brushRef="#br0" timeOffset="36364.76">7335 12603 968 0,'0'0'51'0,"0"0"167"0,0 0-114 0,0 0-51 0,0 0-20 0,0 0-8 0,41-114-5 15,1 97-15-15,-9 9 9 16,-8 8-9-16,-12 0-3 15,-6 25-2-15,-7 19 2 16,0 4 2-16,-14 6 0 16,-15-8-4-16,-6-6 3 15,1-9-1-15,5-10 0 16,9-9-2-16,11-6 1 0,7-4-2 16,2-2 1-1,0 0-15-15,21 0 3 16,10 0 12-16,9 0 1 15,-3 0-1-15,8 13 0 0,-5 13 1 16,-4 3 0-16,-9 4 7 16,-17-5 2-16,-10-3-3 15,-6-2 22-15,-32-3 20 16,-13 0-23-16,-5-10-18 16,-2-8-3-16,5-2 0 15,8-2-5-15,16-24-5 16,20-16-69-16,9-10-128 0,21-9-401 15</inkml:trace>
  <inkml:trace contextRef="#ctx0" brushRef="#br0" timeOffset="36632.91">7738 12709 957 0,'0'0'88'0,"0"0"99"0,0 0-93 16,0 0-56-16,0 0 7 0,125-93-4 0,-65 93-5 15,-8 6-9-15,-15 31-13 16,-16 12-7-16,-21 7-5 16,0-1 1-16,-35-1 0 0,-15-4-2 15,-8-5-1-15,7-11-6 16,16-14-57-16,14-12-53 15,21-8-137-15,0 0-157 16</inkml:trace>
  <inkml:trace contextRef="#ctx0" brushRef="#br0" timeOffset="36851.5">8137 12605 723 0,'0'0'272'0,"0"0"-107"16,0 0-50-16,0 0-46 15,0 0 9-15,0 0-30 16,-131 54-14-16,116 3 5 16,13 5-11-16,2-3-1 0,0-2-17 15,19-10-3-15,8-4-5 16,4-15-2-16,7-7 0 16,7-14-9-16,8-7-131 15,-2 0-209-15,-1-12-439 16</inkml:trace>
  <inkml:trace contextRef="#ctx0" brushRef="#br0" timeOffset="37148.58">8848 13034 958 0,'0'0'85'16,"0"0"84"-16,0 0-115 15,0 0-32-15,0 0 31 16,116 0 6-16,-40-4-38 15,-1-8-21-15,-6 0-12 16,-17 2-141-16,-19 3-124 0,-22 4-115 16</inkml:trace>
  <inkml:trace contextRef="#ctx0" brushRef="#br0" timeOffset="37301.62">8875 13233 730 0,'0'0'161'0,"0"0"-18"15,0 0-51-15,0 0-55 16,0 0-15-16,0 0 2 16,209 10-24-16,-88-35-76 15,3 1-245-15</inkml:trace>
  <inkml:trace contextRef="#ctx0" brushRef="#br0" timeOffset="37699.16">9895 12643 1116 0,'0'0'89'0,"0"0"-4"16,0 0-64-16,0 0 2 15,74-112 51 1,-23 106-13-16,-2 6-21 0,-4 3 1 15,-14 26-14-15,-18 13-18 16,-13 6 0-16,-4 8-4 16,-34 2-4-16,-13-4-1 15,-1-5-43-15,4-10-101 16,12-12-108-16,14-17-152 16,15-10-312-16</inkml:trace>
  <inkml:trace contextRef="#ctx0" brushRef="#br0" timeOffset="37931.57">10216 12519 793 0,'0'0'139'0,"0"0"77"15,0 0-51-15,23-105-70 16,-23 101-27-16,0 4-30 16,-8 0-18-16,-11 30-2 15,-4 14-7-15,1 11 0 16,11 3 2-16,7-4 1 15,4-2-12-15,0-3 3 16,19-5-5-16,16-8 2 0,4-9-4 16,10-7-9-1,2-9-82-15,1-11-90 0,-6 0-134 16,-3-4-107-16</inkml:trace>
  <inkml:trace contextRef="#ctx0" brushRef="#br0" timeOffset="38182.89">10918 12475 814 0,'0'0'138'16,"0"0"58"-16,0 0-66 16,0 0-14-16,0 0-19 15,0 0-41-15,0-21-32 0,-5 57-11 16,-12 17 5-16,-8 11-3 15,-9-2-3-15,-3 2-12 16,-6 0-1-16,-3-2-3 16,6-5-104-16,-1-11-120 15,4-17-150-15,10-18-353 16</inkml:trace>
  <inkml:trace contextRef="#ctx0" brushRef="#br0" timeOffset="38350.47">10591 12603 911 0,'0'0'159'16,"0"0"31"-16,0 0-114 0,0 0-16 15,0 0 41-15,137 63-29 16,-61-15-58 0,12-3-14-16,-4 5-18 0,-6-3-129 15,-7-7-262-15</inkml:trace>
  <inkml:trace contextRef="#ctx0" brushRef="#br0" timeOffset="38670.46">11357 12394 521 0,'0'0'371'0,"0"0"-222"16,0 0 69-16,0 0-82 15,0 0-21-15,0 0-47 16,-29-3-44-16,29 55 22 15,2 6-17-15,9 2-24 16,-1 0-2-16,0 2-3 0,1-4-16 16,-1-3-94-1,-2-14-162-15,1-17-236 0</inkml:trace>
  <inkml:trace contextRef="#ctx0" brushRef="#br0" timeOffset="39048.62">11644 12418 874 0,'0'0'62'16,"0"0"115"-16,0 0-34 15,0 0-64-15,0 0 3 16,0 0-57-16,-21-56-21 16,21 97-2-16,6 9 0 0,3 1-1 15,-3-7 2 1,-4-5 0-16,0-10-6 0,-2-8 3 15,0-11-5-15,0-6-14 16,0-4 0-16,6 0 16 16,0-12-3-16,7-11-33 15,5-2 28-15,5 0 10 16,5 6 2-16,3 6 0 16,4 7-1-16,-2 6 4 15,-2 0 5-15,-3 27 17 16,-3 5-1-16,-5 3 3 15,-11 1-5-15,-9-3-2 16,0-3-9-16,-17-4-4 16,-17 0-4-16,-7-3-4 0,-1-10-87 15,5-7-154-15,4-6-206 16</inkml:trace>
  <inkml:trace contextRef="#ctx0" brushRef="#br0" timeOffset="39215.54">11658 12370 892 0,'0'0'135'15,"0"0"19"-15,0 0-61 16,0 0-34-16,181-40-23 16,-95 40-36-16,1 0-94 15,-9 7-395-15</inkml:trace>
  <inkml:trace contextRef="#ctx0" brushRef="#br0" timeOffset="39548.01">12240 12339 920 0,'0'0'65'0,"0"0"101"16,0 0-34-16,0 0-43 16,0 0 2-16,0 0-54 15,6 0-12-15,34 38 28 16,9 6-36-16,4 6-4 15,1 0-8-15,4-2-1 16,-4-6-4-16,-6-8-3 16,-3-8-62-16,-11-10-134 15,-10-12-192-15,-9-4-247 0</inkml:trace>
  <inkml:trace contextRef="#ctx0" brushRef="#br0" timeOffset="39715.62">12581 12320 818 0,'0'0'76'16,"0"0"87"-16,0 0-14 16,0 0-73-16,-123 63-6 15,98-6-28-15,3 6-25 16,1 5-16-16,0 0-1 16,0 4-68-16,1-5-224 15,1-13-302-15</inkml:trace>
  <inkml:trace contextRef="#ctx0" brushRef="#br0" timeOffset="40014.54">13144 12272 1097 0,'0'0'15'16,"0"0"98"-16,0 0-11 16,-31-104 5-16,31 104 0 15,0 0-82-15,0 28-19 16,4 23 19-16,9 16 20 0,3 3-16 16,-5-1-21-1,-1-7-8-15,-6-5 1 0,-2-8-1 16,-2-4-25-1,0-8-111-15,0-9-138 0,-6-16-235 16</inkml:trace>
  <inkml:trace contextRef="#ctx0" brushRef="#br0" timeOffset="40331.43">13121 12326 402 0,'0'0'323'0,"0"0"-300"16,106-104 35-16,-60 85 17 15,3 13 51-15,-4 6 9 16,-10 6-45-16,-10 31-56 0,-21 12-28 16,-4 6 2-16,-19 4-7 15,-24-5 2-15,-8-8 3 16,-7-10-4-16,4-14 2 16,9-8 1-16,14-8-3 15,18-6-1-15,11 0 5 16,2 2-6-16,15-1-6 15,28 8 6-15,13 9 3 16,6 10 2-16,5 4-2 16,-3 2-3-16,-3-2 0 15,-8-4 0-15,-8 0 0 16,-19-3-27-16,-17-2-149 16,-9 0-115-16,-17-5-289 0</inkml:trace>
  <inkml:trace contextRef="#ctx0" brushRef="#br0" timeOffset="40748.11">9953 13405 817 0,'0'0'80'0,"0"0"37"0,0 0-51 0,0 0-29 0,0 0 16 0,0 0 5 0,78-2-21 16,-22 2-7-16,24 0-6 15,30 2-2-15,32 1-4 16,34-3 3-16,27 0-5 15,15-11-7-15,16-11-2 16,4-4 5-16,-1-1 14 16,-8-2 2-16,-15 1-13 15,-15 3-9-15,-26 3 0 16,-26 4-1-16,-33 4-5 16,-43 5-4-16,-36 3 2 15,-35 3-25-15,-12 3-29 0,-51 0-60 16,-26 0-89-1,-15 22-62-15,-6 9-39 0</inkml:trace>
  <inkml:trace contextRef="#ctx0" brushRef="#br0" timeOffset="41032.93">11239 13776 801 0,'0'0'351'16,"0"0"-160"-16,0 0-6 0,0 0-99 16,0 0-23-16,0 0-27 15,-46-30-29-15,61 84 4 16,3 18 2-16,1 0-12 15,-3-1-1-15,-3-6-3 16,-1-8-52-16,-3-9-129 16,-1-17-146-16,4-22-192 15</inkml:trace>
  <inkml:trace contextRef="#ctx0" brushRef="#br0" timeOffset="41714.53">11509 13856 871 0,'0'0'141'15,"0"0"69"-15,0 0-89 16,0 0-53-16,0 0 15 16,0 0-41-16,0-16-39 15,0 59 4-15,0 4 1 16,10 1-1-16,9-5-6 16,-2-7 2-16,3-6-3 15,3-6-5-15,2-11 5 0,0-6-4 16,0-7-8-1,2 0 9-15,0-12 3 0,-4-14 5 16,-8-6-4 0,-7-5 5-16,-8-3-6 0,0-3 0 15,-26 2-4-15,-10 5-14 16,-6 6 10-16,0 10-4 16,1 3 6-16,8 10 1 15,9 1-2-15,14 2-1 16,10 4-1-16,0 0-23 15,34-2-29-15,15 0 57 16,16-2 3-16,8-2-9 16,5-4-5-16,-2 0 2 15,2-2 13-15,-7-2 0 16,-4 3 6-16,-16 1-6 0,-13 5 4 16,-18 2-3-1,-11 3 1-15,-7 0-2 0,-2 6 1 16,0 23 3-16,0 7 1 15,-8 8-2-15,-3 0 1 16,1 4 0-16,6 2-2 16,4-4 0-16,0-3 0 15,0-8-1-15,16-6 1 16,8-8-1-16,7-6 1 16,7-7 1-16,2-8-3 15,2 0 6-15,1-8-1 16,-7-15 11-16,-5-8 26 15,-11-4-1-15,-9-5-8 16,-11-2-7-16,0-6-7 0,-9-4-5 16,-22 0-7-16,-5 4-7 15,-6 4 0-15,-2 13-12 16,-10 13-65-16,-15 13-60 16,-14 5-208-16,-15 0-656 15</inkml:trace>
  <inkml:trace contextRef="#ctx0" brushRef="#br0" timeOffset="42382.89">7609 12146 872 0,'0'0'75'0,"0"0"116"0,0 0-66 0,0 0-33 0,0 0-36 0,0 0-40 0,31 164 85 16,54-21-47-16,25 5-31 15,25-6-14-15,17-7-7 16,6-13-2-16,-4-8-1 0,-17-7-89 15,-25-16-144 1,-27-16-330-16</inkml:trace>
  <inkml:trace contextRef="#ctx0" brushRef="#br0" timeOffset="42931.68">9944 12122 764 0,'0'0'73'0,"0"0"56"0,-80-114 20 0,69 95-22 0,5 9-39 15,6 10-1-15,6 30-69 0,34 43-8 16,20 36 53-16,18 26-19 15,14 11-24-15,8-3-11 16,2-6-4-16,-8-13-5 16,-16-10 0-16,-13-10-89 15,-16-9-122-15,-22-18-159 16,-21-18-459-16</inkml:trace>
  <inkml:trace contextRef="#ctx0" brushRef="#br0" timeOffset="43465.64">7850 12312 901 0,'0'0'84'0,"0"0"101"0,0 0-138 0,-114 138-32 0,23-23-2 0,-18 19-2 16,-18 14-2-16,-14 8-9 16,-8 7-28-16,7-7-195 15,22-19-79-15,24-27-154 16</inkml:trace>
  <inkml:trace contextRef="#ctx0" brushRef="#br0" timeOffset="44047.74">12112 12035 933 0,'0'0'233'0,"0"0"-134"0,0 0-59 0,-187 101-20 0,72-9 32 15,-15 13-14-15,-8 10-26 16,-9 2-5-16,-5-3-6 16,5-4-1-16,18-9-60 15,27-19-162-15,31-20-192 16</inkml:trace>
  <inkml:trace contextRef="#ctx0" brushRef="#br0" timeOffset="44354.7">11929 11392 1162 0,'0'0'24'0,"0"0"-11"0,0 0-3 15,0 0-2-15,0 0 42 16,161-19-35-16,-100 15-10 16,-13 3-5-16,-15 1-39 15,-19 0-177-15,-14-3-132 16</inkml:trace>
  <inkml:trace contextRef="#ctx0" brushRef="#br0" timeOffset="44733.52">11970 11365 596 0,'0'0'154'0,"0"0"-1"16,0 0-61-16,0 0-33 15,0 0 14-15,0 0-17 0,-20 124-28 16,20-85-15-1,0-1-9-15,0-8 3 0,0-6-7 16,2-7 1-16,0-10 0 16,-1-5-1-16,2-2 1 15,-3 0 0-15,5 0 7 16,4-20 3-16,6-6-11 16,12 0 0-16,4 2-1 15,7 7 2-15,3 0-1 16,-2 9 0-16,1 8 0 15,-1 0 0-15,-8 10 4 16,-2 18 12-16,-9 4 20 0,-11 4 26 16,-9 0-13-1,0-2-7-15,-29-1-10 0,-18-3-5 16,-7-5-17-16,-4-4-10 16,5-7-4-16,8-9-52 15,12-5-76-15,12-9-137 16,15-25-193-16</inkml:trace>
  <inkml:trace contextRef="#ctx0" brushRef="#br0" timeOffset="44948.73">12643 10937 977 0,'0'0'54'0,"0"0"96"0,0 0-59 0,0 0-40 0,-118 70 6 0,52 20-1 16,-7 22-11-16,-16 18-34 16,-16 13 0-16,-15 3-11 15,-13 2-1-15,-8-3-17 16,3-8-80-16,4-9-165 16,14-14-180-16</inkml:trace>
  <inkml:trace contextRef="#ctx0" brushRef="#br0" timeOffset="45414.79">12876 13641 820 0,'0'0'208'0,"0"0"-51"0,0 0-87 0,-169 11-52 0,51 31 41 0,-27 17 8 0,-25 21-33 16,-14 9-11-16,-19 1-22 15,-6 5 5-15,13-7-4 16,24-2-2-16,26-8-11 0,32-10-87 16,24-9-142-1,23-17-216-15</inkml:trace>
  <inkml:trace contextRef="#ctx0" brushRef="#br0" timeOffset="45966">11218 15025 959 0,'0'0'75'0,"0"0"11"16,-126-16-18-1,108 11-41-15,11-8 8 0,7-7-10 16,11-2-5-16,23 0-20 16,4 4 1-16,-1 10-2 15,-3 8 1-15,-5 4 0 16,-5 24 1-16,-9 16 0 15,-7 8 14-15,-8 6 11 16,0 2 1-16,-25-3-9 16,-8-9-6-16,-13-9 5 0,-6-6 0 15,0-9-10 1,4-12-3-16,7-8-2 0,10-4 1 16,9-4 5-16,9-23-8 15,13-8 4-15,0-5 3 16,8 8-7-16,20 2 0 15,6 11 1-15,-2 14 4 16,-1 5 3-16,3 0 2 16,2 18 3-16,1 10-1 15,3 3-11-15,3 0-1 16,-3-7-3-16,2-8-51 16,3-7-75-16,-3-9-129 15,-4 0-90-15,-5-25-23 0</inkml:trace>
  <inkml:trace contextRef="#ctx0" brushRef="#br0" timeOffset="46233.31">11584 15079 270 0,'0'0'257'0,"0"0"-67"16,0 0 10-16,0 0-63 15,0 0-21-15,0 0-41 16,-19-44-62-16,19 92 1 16,0 10 2-16,2-3-5 15,19-11-7-15,6-4-3 16,2-16-1-16,0-8 0 15,0-12 3-15,2-4-3 16,1-14 12-16,1-16 16 0,-2-10 15 16,-8-9 1-16,-10-1-13 15,-13-4-10 1,0 0-3-16,-22 6-8 0,-19 8-1 16,-7 13-9-16,-8 20-32 15,-6 7-89-15,-7 16-162 16,-8 16-384-16</inkml:trace>
  <inkml:trace contextRef="#ctx0" brushRef="#br0" timeOffset="46766.64">8017 16030 995 0,'0'0'81'0,"0"0"118"0,0 0-66 0,0 0-91 0,0 0 24 16,0 0-31-16,-28 13-21 16,45 46 12-16,-1 7-11 15,-3 2-11-15,-4 2-4 0,-5-2-7 16,-4 3-93-16,0-17-145 15,0-14-216-15,-11-25-276 16</inkml:trace>
  <inkml:trace contextRef="#ctx0" brushRef="#br0" timeOffset="47057.81">8017 16136 665 0,'0'0'60'15,"0"0"63"-15,45-137-41 16,-6 115-16-16,5 13 44 0,-7 9-29 15,-8 0-53 1,-5 28-12-16,-10 13-8 0,-12 9 1 16,-2 5-9-16,-16-7-5 15,-24-8 5 1,-6-12 0-16,-4-10 4 0,4-4-3 16,8-10 5-16,12 0-2 15,12-4-1-15,12 0 2 16,2 4 11-16,0 6-7 15,29 12 21-15,13 12 20 16,13 7-8-16,10-1-21 16,2 0-16-16,0-4 1 15,2-5-6-15,-2-4-10 16,-3-9-161-16,-3-13-199 16</inkml:trace>
  <inkml:trace contextRef="#ctx0" brushRef="#br0" timeOffset="47282.68">8968 16383 1104 0,'0'0'129'15,"0"0"-12"-15,0 0-93 16,0 0-12-16,0 0 33 15,127-4-21-15,-53 4-24 16,-1 0-48-16,-18 0-171 16,-18 0-205-16</inkml:trace>
  <inkml:trace contextRef="#ctx0" brushRef="#br0" timeOffset="47415.76">9038 16556 788 0,'0'0'178'0,"0"0"-12"15,0 0-65-15,0 0-61 16,0 0-34-16,0 0-6 16,152-17-16-16,-45-27-335 15</inkml:trace>
  <inkml:trace contextRef="#ctx0" brushRef="#br0" timeOffset="47848.48">9614 16173 687 0,'0'0'170'16,"0"0"-59"-16,0 0-46 16,32-115-61-16,10 100 25 0,3 6 26 15,-3 9-5-15,-4 0-1 16,-11 32-11-16,-11 12-8 16,-10 14-13-16,-6 0-4 15,-7-4 1-15,-20-10-9 16,-4-7 7-16,-2-11 1 15,-1-12 14-15,5-6-1 16,12-8 4-16,8 0 3 16,5 0-9-16,4 0-8 15,0 0-16-15,20 0 2 16,15 0 2-16,17-4-4 16,8-4-17-16,7-2-78 0,4 2-71 15,-3-6-103 1,-5-4-139-16</inkml:trace>
  <inkml:trace contextRef="#ctx0" brushRef="#br0" timeOffset="48198.73">10231 16106 545 0,'0'0'169'0,"0"0"5"16,0 0-68-16,0 0-1 15,0 0-1-15,0 0-44 16,-97-13-44-16,97 51-9 15,0 10-2-15,4-1-1 16,16-2-4-16,3-4 0 16,-2-5-7-16,6-10-25 0,0-3-43 15,-2-15-6-15,2-8 31 16,-3 0 42-16,0-22 8 16,-1-13 4-16,-1-2 22 15,-9-7 2-15,-8-5 3 16,-5-5 3-16,-13 2-10 15,-25 2-1-15,-9 10 5 16,-9 11 2-16,-1 17-12 16,1 8-14-16,4 4-2 15,10 13-2-15,11 10-5 16,13 12-33-16,16 1-141 0,2-4-93 16</inkml:trace>
  <inkml:trace contextRef="#ctx0" brushRef="#br0" timeOffset="48664.26">11074 15833 508 0,'0'0'416'0,"0"0"-275"0,0 0 40 0,-16-106-73 0,10 102-17 0,-1 4-8 0,-11 38-46 16,-9 40-22-16,-8 37 30 16,-5 24 18-16,2 22-24 0,-3 12-18 15,-1-7-16-15,3-19 0 16,5-17-4-16,5-27 0 15,7-28-1-15,4-17-12 16,5-27-53-16,4-21-120 16,7-10-179-16,-1-41-182 15</inkml:trace>
  <inkml:trace contextRef="#ctx0" brushRef="#br0" timeOffset="48898.5">10537 16092 773 0,'0'0'21'0,"0"0"-6"16,0 0 15-16,0 0 9 0,0 0 12 15,0 0-10-15,43 76-6 16,-14-76 16-16,-10 0 40 16,-3-14 14-16,-11-9-18 15,-5 2-37-15,0-2-28 16,-9 10-1-16,-9 5-13 15,-1 8-8-15,7 0-69 16,5 14-159-16,7 12-200 16</inkml:trace>
  <inkml:trace contextRef="#ctx0" brushRef="#br0" timeOffset="49148.62">11139 16383 638 0,'0'0'197'0,"0"0"-168"16,0 0 33-16,0 0-21 16,0 0 39-16,0 0 5 15,4 54 4 1,7-62 15-16,1-10-15 0,-4-6-18 16,-8 2-28-16,0 4 1 15,0 0-15-15,-22 10-14 16,-7 4-15-16,-7 4-10 15,-1 7-61-15,-9 17-87 16,0 7-185-16,-5-1-323 16</inkml:trace>
  <inkml:trace contextRef="#ctx0" brushRef="#br0" timeOffset="49632.54">7436 15543 827 0,'0'0'48'0,"0"0"116"0,0 0-84 0,0 0-60 0,-43 116 23 0,34 6 79 0,7 24-34 15,2 11-33-15,0 7-21 16,0-3-22-16,11-9-8 16,-2-21-4-16,5-21-4 15,-4-25-29-15,0-22-62 16,-1-23-54-16,-5-22-77 15,-2-18-132-15,-2-14 94 16</inkml:trace>
  <inkml:trace contextRef="#ctx0" brushRef="#br0" timeOffset="50165.05">7260 16284 192 0,'-50'-124'214'0,"6"12"-139"16,11 10 14-1,10 29-10-15,15 19 3 0,8 18 32 16,15 12-34-1,51 4-63-15,38-1 5 0,35 4-18 16,40-3 1-16,37-2 3 16,33-4-7-16,34-5 1 15,36 8 11-15,27 1 37 16,19-5 10-16,18 5-13 16,-1 0-31-16,-2 9 8 15,-12 2-5-15,-23 11 4 16,-35 0-15-16,-41 0-4 0,-44 4 4 15,-44 13 2 1,-43 0 6-16,-35 7 12 0,-35 9-2 16,-25 8 10-16,-25 16 3 15,-16 15-2-15,-2 16 10 16,-11 10 0-16,-11 11-11 16,-1 0-7-16,10 8-7 15,7 14-3-15,6-1-4 16,0 3 1-16,26-3-5 15,10-6-2-15,10-3-3 16,4-5-2-16,-2-14-4 16,-1-12 0-16,-7-17 0 15,-13-22 0-15,-11-11 1 16,-16-12 1-16,-25-9-2 16,-60-16 3-16,-52-3-2 0,-64-9-1 15,-65-28-8-15,-63-2-1 16,-76 0 6-16,-75 7 3 15,-68 10 0-15,-65 12-33 16,-39 10-41-16,-30 0-103 16,-14 0-164-16,19 10-274 15</inkml:trace>
  <inkml:trace contextRef="#ctx0" brushRef="#br0" timeOffset="51698.59">16720 3032 913 0,'-129'0'118'0,"-8"0"14"0,11 0 59 0,21 0-101 0,32 0 14 0,44 0-30 16,38 0-24-16,80 0-38 16,60 0 10-16,62 0-15 15,42-5-2-15,24-10 1 16,16-1-3-16,-5-1 0 15,-19 1-2-15,-35 5-1 16,-47-3-9-16,-56 2-48 16,-59 5-62-16,-52 4-32 0,-27 3 14 15,-62 0-63 1,-34 1-3-16,-32 20-18 0,-26 3-73 16</inkml:trace>
  <inkml:trace contextRef="#ctx0" brushRef="#br0" timeOffset="52498.74">2666 3807 844 0,'-135'0'22'0,"15"5"32"0,18-3 82 0,24-2-55 0,31 0 19 0,34 0-27 16,22 0-20-16,66 0-13 15,52 0-14-15,53 0-20 16,46 0 1-16,34 0-5 0,27-8 10 16,15 2-3-1,3 2 1-15,-4 0-10 16,-23-2 3-16,-26 4-7 0,-36-3 1 16,-46 3-38-16,-53 1-52 15,-49-2-30-15,-57 3-29 16,-32 0 21-16,-70 0-54 15,-45 0-37-15</inkml:trace>
  <inkml:trace contextRef="#ctx0" brushRef="#br0" timeOffset="52764.67">2625 3917 761 0,'-163'15'52'0,"28"3"19"0,27-4 4 16,27-4-62-16,31-4 127 15,30-4-17-15,20 0-85 16,43 4 44-16,50-2-40 16,59 0-19-16,52-4 5 15,46 0-18-15,40-18 0 16,35-12-2-16,16-6 4 16,9-2-2-16,-5 0-6 15,-27 2-4-15,-32 0 3 16,-41 9-3-16,-49 9-6 15,-51 9-49-15,-57 9-78 16,-55 0-113-16,-33 0-124 16</inkml:trace>
  <inkml:trace contextRef="#ctx0" brushRef="#br0" timeOffset="54304.65">15354 3284 754 0,'0'0'48'0,"0"0"18"0,0 0 96 0,0 0-64 0,22-102 10 0,-22 102-44 0,0 0-33 0,0 0-19 16,0 14-8-16,0 26-1 16,-11 18 10-16,-7 21 0 15,-4 19 2-15,-4 30-2 16,-6 25-2-16,-1 31 0 16,-2 26 3-16,1 23-3 15,3 28 8-15,0 40 3 16,2 30 1-16,2 36-1 15,2 33-11-15,-2 40 5 16,1 35-9-16,3 37 3 16,1 43-1-16,6 25 5 0,3 47-6 15,-1 35 4 1,6 27 3-16,-1 28-4 16,3-5-1-16,0-1-7 0,6-25 5 15,0-34-3-15,0-32 13 16,14-51 3-16,18-40-4 15,14-46-4 1,12-42-7-16,16-52-6 0,12-44-7 16,13-52-23-16,10-38-34 15,8-32-62-15,-2-35-87 16,-13-42-201-16</inkml:trace>
  <inkml:trace contextRef="#ctx0" brushRef="#br0" timeOffset="55381.76">16560 4128 788 0,'0'0'20'0,"-34"-105"118"0,25 62 52 16,4 13-84-16,1 6 18 0,2 12 5 0,0 8-37 16,2 4-25-16,0 4-33 15,0 36-17-15,0 20 8 16,11 21 3-16,5 3-21 0,-3 0-4 16,1-1-3-16,-4-3-9 15,-5-13-29-15,-3-6-60 16,-2-17-84-16,0-14-62 15,0-16-65-15,-7-14-88 16</inkml:trace>
  <inkml:trace contextRef="#ctx0" brushRef="#br0" timeOffset="55571.68">16450 4269 429 0,'0'0'116'0,"-11"-177"-22"16,11 105-26-16,15 15 16 0,24 11-9 15,12 13-16 1,11 15 1-16,8 15 25 0,-4 3 1 15,-15 10-13 1,-18 26-31-16,-23 3-29 0,-10 7-3 16,-33 8-10-16,-30-1-7 15,-9-1-97-15,-3-7-53 16,2-7-12-16,5-7-28 16,10-7-131-16</inkml:trace>
  <inkml:trace contextRef="#ctx0" brushRef="#br0" timeOffset="56099.54">16163 5438 765 0,'0'0'47'0,"0"0"113"0,0 0 1 0,-54-109-98 0,54 78 34 0,2-3-43 15,27 9-16-15,9 12-15 16,5 9 9-16,1 4 1 16,-8 23 5-16,-9 20-22 15,-16 9-14-15,-11 6-1 0,-7 3-1 16,-33-6-12-16,-8-5-44 16,-4-11-69-16,7-14-64 15,14-12-68-15,13-13-90 16</inkml:trace>
  <inkml:trace contextRef="#ctx0" brushRef="#br0" timeOffset="56331.74">16392 5272 769 0,'0'0'100'16,"0"0"100"-16,0 0-65 0,0 0-35 15,0 0-21 1,0 0-21-16,-22 6-45 0,9 42-4 15,6 12 0-15,7-4 0 16,0-8-8-16,9-4 5 16,18-8-6-16,3-11-19 15,8-7-18-15,8-13-33 16,-2-5-56-16,3 0-127 16,-1-21-98-16</inkml:trace>
  <inkml:trace contextRef="#ctx0" brushRef="#br0" timeOffset="56582.14">16816 4878 586 0,'0'0'86'16,"0"0"102"-16,-11-106-105 0,7 87 44 16,-2 8 20-16,4 7-39 15,0 4-36 1,-2 10-24-16,-1 45-31 0,1 24 20 15,-2 30 25 1,-4 19-18-16,-1 13-12 0,-2 5-14 16,-5 2-5-16,5-7-5 15,-1-11-7-15,8-8-1 16,6-15-17-16,0-19-51 16,0-20-55-16,2-19-92 15,16-26-212-15</inkml:trace>
  <inkml:trace contextRef="#ctx0" brushRef="#br0" timeOffset="56802.99">16992 5763 961 0,'0'0'37'0,"0"0"138"16,0 0-79-16,0 0-44 15,0 0-6-15,0 0-37 16,33-22 15-16,48 12-24 16,17-3-9-16,10-5-104 15,6-1-137-15,2-3-153 0</inkml:trace>
  <inkml:trace contextRef="#ctx0" brushRef="#br0" timeOffset="57497.15">19946 4057 757 0,'0'0'80'0,"0"0"115"0,0 0-28 0,0 0-33 0,0 0 6 0,0 0-61 0,-35-73-53 0,12 119-13 16,-4 15 0-16,1 2-13 16,3 0 0-16,6-5-16 15,1-12-29-15,7-14-17 16,2-16-19-16,7-9 6 16,0-7 6-16,0-11 26 15,7-25 38-15,11-15 5 0,4-12 0 16,0-1 16-1,3 0 7-15,0 9 11 0,-4 13 8 16,0 12 2-16,-1 14 13 16,-2 12 14-16,0 4-21 15,4 23 1 1,-2 21-13-16,0 13-4 0,1 7-19 16,0 0-12-16,4 3-3 15,-3-5-14-15,-2-5-47 16,-4-7-81-16,-10-12-46 15,-6-11-122-15,0-14-85 16</inkml:trace>
  <inkml:trace contextRef="#ctx0" brushRef="#br0" timeOffset="57685.47">19770 4295 85 0,'0'0'630'0,"0"0"-511"16,0 0-13-16,0 0-76 15,0 0 39-15,0 0 22 16,162-3-50-16,-68-5-35 16,11-11-6-16,0 0-101 15,-12 0-103-15,-22 1-277 16</inkml:trace>
  <inkml:trace contextRef="#ctx0" brushRef="#br0" timeOffset="58667.04">19376 5328 1021 0,'0'0'51'0,"0"0"128"0,0 0-114 0,0 0-56 0,0 0 16 0,120-61-14 16,-39 50 2-16,0 4-8 15,-9 1-5-15,-18 1-3 16,-23 2-11-16,-16-1 2 0,-15 1 12 15,0-8 6-15,0 0-1 16,-13-4 4-16,-3 3 30 16,3 6-4-16,6 0 22 15,3 5-21-15,4 1 0 16,0 0-12-16,0 19-19 16,0 25 5-16,0 16 23 15,0 12 3-15,0-1-15 16,0 0-10-16,2-10-6 15,-2-5 0-15,0-9-5 16,0-10-1-16,0-6-27 16,0-11-100-16,14-10-115 15,3-10-250-15</inkml:trace>
  <inkml:trace contextRef="#ctx0" brushRef="#br0" timeOffset="58964.73">20044 5394 862 0,'0'0'16'0,"0"0"95"16,0 0 3-16,0 0-70 16,0 0 26-16,0 0-33 15,-15-116-28-15,41 90-5 0,0 3-3 16,2 10 0-1,1 6 0-15,0 7-1 0,0 0 1 16,-2 26 6-16,-8 12 15 16,-5 9 1-16,-14 0-3 15,0 3-10-15,-20-3-6 16,-18-5-4-16,-6 0-57 16,-3-8-120-16,7-12-166 15,9-8-286-15</inkml:trace>
  <inkml:trace contextRef="#ctx0" brushRef="#br0" timeOffset="59238.47">20316 5193 842 0,'0'0'41'16,"0"0"160"-16,0 0-37 15,0 0-77-15,0 0 8 16,0 0-41-16,-12-46-36 15,-11 85-15-15,-2 17 2 16,5 6 0-16,7 1 0 16,4-2 0-16,9-9-5 15,0-8 3-15,28-8-3 16,11-10-1-16,2-12-15 16,9-11-2-16,1-3-13 15,-4-5-16-15,-3-19-39 16,-8-2-131-16,-10-4-106 0,-7-2-341 15</inkml:trace>
  <inkml:trace contextRef="#ctx0" brushRef="#br0" timeOffset="59553.13">20722 4859 648 0,'0'0'46'0,"0"0"139"16,-27-102-91-16,24 81 24 16,3 7 17-16,0 6-44 15,0 5-26-15,0 3-24 16,0 15-9-16,0 35-13 0,0 27 46 16,0 23-10-16,0 18-15 15,0 13-3-15,0 5-15 16,0-2-9-16,0-8-4 15,-8-11-5-15,-4-15-4 16,1-10 0-16,1-14-22 16,-1-16-35-16,8-13-62 15,3-19-93-15,0-16-136 16,3-12-159-16</inkml:trace>
  <inkml:trace contextRef="#ctx0" brushRef="#br0" timeOffset="59765.04">20890 5597 951 0,'0'0'58'0,"0"0"167"16,0 0-109-16,0 0-59 16,0 0 3-16,0 0-11 15,110-31-27-15,-21 18-10 16,-6 1-12-16,-21 3-63 15,-20 3-133-15,-23 4-142 16,-19 2-199-16</inkml:trace>
  <inkml:trace contextRef="#ctx0" brushRef="#br0" timeOffset="62117.76">22560 3844 872 0,'0'0'107'0,"0"0"95"0,0 0-99 0,-10-102 22 0,10 94 1 0,0 8-38 16,0 0-34-16,0 4-24 15,0 29-11-15,0 13 9 16,0 10-7-16,0 1-15 0,0-3-6 16,0 3-4-16,0-3-29 15,-2-4-33-15,-4 0-100 16,2-11-91-16,-3-18-80 15,3-15-89-15</inkml:trace>
  <inkml:trace contextRef="#ctx0" brushRef="#br0" timeOffset="62464.75">22511 3976 554 0,'0'0'42'0,"0"-106"102"16,8 56-34-16,21 1-69 0,12 10 21 15,10 5 18 1,7 13 10-16,-2 15-23 15,-12 6-27-15,-11 13-24 16,-15 20-6-16,-16 12-9 0,-2 3 3 16,-20 5-5-16,-24 0 1 15,-10-6-17-15,-4-9 13 16,5-13 2-16,10-7 2 16,12-8-1-16,16-4 0 15,11-3 1-15,4-3 0 16,0 0-8-16,4 0 6 15,23 5 2-15,9 9 13 16,8 11 9-16,5 9 1 16,5 7 8-16,-4 2 9 0,0-3-4 15,-6 0-9-15,-11-9-19 16,-6 2-8-16,-9-3-30 16,-9-1-111-1,-7-8-203-15,-2-4-297 0</inkml:trace>
  <inkml:trace contextRef="#ctx0" brushRef="#br0" timeOffset="63032.83">22764 5338 925 0,'0'0'16'0,"0"0"133"0,-91-104-3 0,87 65-110 0,4 3 4 0,6 5-11 0,25 10-22 15,6 11-3-15,-2 10-4 16,-1 0 5-16,-10 18-1 15,-6 20 4-15,-12 12 2 16,-6 11-3-16,-13 3 7 16,-22-8 0-16,-8-6 6 15,-1-12 4-15,3-12 8 16,8-8 4-16,11-8 0 16,13-6-11-16,7-4-9 15,2 0-13-15,4 0 2 16,34 0-5-16,18-2 0 0,15-8-18 15,4 3-108 1,-1 2-31-16,-5 2-143 0,-9-6-25 16,-10 1-272-16</inkml:trace>
  <inkml:trace contextRef="#ctx0" brushRef="#br0" timeOffset="63398.56">23213 5289 623 0,'0'0'46'0,"0"0"110"15,0 0-49-15,0 0-23 16,0 0 43-16,0 0-30 0,-92-54-46 16,81 79-21-16,2 7-14 15,5 8-9-15,4 6-3 16,0-4-3-16,0-1-1 16,8-8-3-16,15-7-28 15,1-5-26-15,3-14-7 16,2-7-4-16,3 0 18 15,-3-1 32-15,0-24 18 16,-6 0 0-16,-4-12 6 16,-11-6 6-16,-8-4 27 15,0-6 2-15,-8 2 6 16,-21 8-2-16,-7 11 1 16,-7 13-8-16,2 13-13 15,0 6-10-15,8 1-15 16,4 27-1-16,9 11-24 15,10 9-57-15,9-1-117 0,1-3-95 16,6-7-177-16</inkml:trace>
  <inkml:trace contextRef="#ctx0" brushRef="#br0" timeOffset="63732.54">23854 4975 721 0,'0'0'92'0,"0"0"59"0,0-116-69 0,0 95 36 0,0 11 4 0,0 6-40 0,0 4-17 0,0 0-16 0,0 23-22 16,-4 33-2-1,-16 27 17-15,-5 34 10 0,-4 18-7 16,-1 7-15-16,0 2-2 16,1-9-5-16,2-16-9 15,10-16-8-15,3-12-5 16,10-17-1-16,1-14-2 16,3-18-27-16,0-17-53 15,0-12-106-15,0-13-135 16,0-13-122-16</inkml:trace>
  <inkml:trace contextRef="#ctx0" brushRef="#br0" timeOffset="63966.56">23512 5273 609 0,'0'0'212'0,"0"0"-177"15,0 0 24-15,0 0-50 16,0 0 14-16,0 0 16 15,-19 43 9-15,38-43-1 16,-2 0 0-16,1-9-10 0,-7-13 28 16,-3 1-3-1,-8 0-12-15,0 9 5 16,0 4-28-16,0 5-17 16,0 3-10-16,0 8-94 15,-5 24-170-15,2 10-118 0</inkml:trace>
  <inkml:trace contextRef="#ctx0" brushRef="#br0" timeOffset="64264.76">23863 5614 794 0,'0'0'51'0,"0"0"73"15,0 0-79-15,0 0-21 0,0 0 18 16,0 0 8-16,23 101-15 16,0-101-2-16,0 0-10 15,-5-4 2-15,-7-15 27 16,-7 2 11-16,-4-1 5 16,0 3-9-16,-8 4-7 15,-7 4-24-15,-4 7-19 16,3 0-9-16,1 0-26 15,3 4-61-15,4 13-40 16,1 1-132-16,5-4-188 16</inkml:trace>
  <inkml:trace contextRef="#ctx0" brushRef="#br0" timeOffset="69365.24">16448 6110 1047 0,'0'0'84'0,"0"0"96"0,0 0-72 0,0 0-39 0,0 0-29 0,0 0-18 0,-40 43 5 15,57 21 4-15,4 5-20 16,-3 1-7 0,-3 1-2-16,-3-6 0 0,-3 2-2 15,-7-4-1-15,-2-4-5 16,0-2-7-16,0-10 5 15,0-7-1-15,-9-9 3 16,5-11 3-16,1-6-2 0,3-6 4 16,0-2-2-16,0 0-7 15,14-3 2-15,21 1 7 16,19-1 0-16,25-3 1 16,31 0-1-1,32-9 1-15,39-6-7 0,44-3-1 16,44 1 8-16,30 3 3 15,22 1 1-15,2 1-4 16,-20-3-1-16,-24 0 1 16,-34-4 9-16,-38-1-2 15,-44 5-4-15,-47 0-3 16,-50 8 1-16,-37 2-2 16,-27 5-3-16,-2 0-7 15,-18 0-88-15,-19 0-32 0,-5 14-59 16,1 4-23-1,10-1-75-15</inkml:trace>
  <inkml:trace contextRef="#ctx0" brushRef="#br0" timeOffset="69682.94">19853 6234 674 0,'0'0'107'0,"0"0"98"0,0 0-11 16,0 0-53-16,0 0 7 0,0 0-58 0,-29-62-62 15,29 107-11-15,4 20 18 16,9 7-24-16,1-1-11 16,-5 1 0-16,-5-2-70 15,-4-2-136-15,0-10-219 16</inkml:trace>
  <inkml:trace contextRef="#ctx0" brushRef="#br0" timeOffset="72116.58">12240 15855 1305 0,'0'0'156'0,"0"0"-14"0,0 0-83 0,0 0-21 0,0 0-23 0,0 0 5 15,0 0-15-15,-45 28-5 16,74 12 11-16,6 0-5 16,1-17-2-16,4-16-4 15,27-7 2-15,33-62 2 0,45-54 1 16,53-44-5 0,43-33 0-16,29-26-1 0,23 1-26 15,15 17-38-15,-7 27-23 16,-31 36-45-16,-48 31-295 15</inkml:trace>
  <inkml:trace contextRef="#ctx0" brushRef="#br0" timeOffset="85315.68">16947 7529 1105 0,'0'0'56'0,"0"0"96"15,0 0 74-15,0 0-132 0,0 0-17 0,0 0-28 0,0 0-24 0,-49 0-7 0,67 59-2 0,0 7-10 0,-5 0-6 16,-4-2-11-16,-4-1-31 16,-5-7-45-16,0-5-113 15,0-8-81-15,0-14-135 16,-14-12-265-16</inkml:trace>
  <inkml:trace contextRef="#ctx0" brushRef="#br0" timeOffset="85498.46">16568 7734 865 0,'0'0'36'0,"0"0"78"15,27-148 16-15,27 97-99 16,15 4 22-16,18 0-9 16,9 13-18-16,-1 13-7 15,-10 21-19-15,-22 5-9 16,-32 37-202-16,-31 13-212 15</inkml:trace>
  <inkml:trace contextRef="#ctx0" brushRef="#br0" timeOffset="85664.51">16807 8119 1005 0,'0'0'104'0,"0"0"16"0,0 0 58 0,0 0-122 0,0 0-28 15,0 0-3-15,189-38-25 16,-76 10-31-16,-5-1-227 16,-10-4-277-16</inkml:trace>
  <inkml:trace contextRef="#ctx0" brushRef="#br0" timeOffset="85866.14">17626 7768 1206 0,'0'0'36'15,"0"0"137"-15,0 0-137 16,0 0-26-16,0 0 3 16,0 0-6-16,208-36-7 15,-108 22-123-15,-17 2-198 16,-28 9-98-16</inkml:trace>
  <inkml:trace contextRef="#ctx0" brushRef="#br0" timeOffset="85998.59">17771 7928 878 0,'0'0'39'16,"0"0"128"-16,0 0-10 15,0 0-123-15,0 0-15 16,0 0-19-16,221-112-49 15,-99 60-205-15,-5-2-238 0</inkml:trace>
  <inkml:trace contextRef="#ctx0" brushRef="#br0" timeOffset="86548.82">18685 7351 907 0,'0'0'53'0,"0"0"39"16,0 0 112-16,0 0-134 15,0 0 21-15,-145-80-17 16,103 88-26-16,1 24-26 16,6 12-11-16,4 12-8 15,11 5 2-15,11 5-5 0,9-2 0 16,2-5-17-1,32-7-5-15,12-11-6 0,10-13-4 16,7-16-13-16,1-12 2 16,-4 0 2-16,-8-12 6 15,-12-14 12-15,-15-4 20 16,-15-4 3-16,-10-1 1 16,0 4 8-16,-27 2 12 15,-8 7 11-15,-7 13 21 16,-7 9 6-16,-1 0-5 15,2 12-30-15,8 17-1 16,13 6-15-16,15 3-8 16,12 0-8-16,5 1-52 15,31-2-52-15,8-13-164 0,1-12-275 16</inkml:trace>
  <inkml:trace contextRef="#ctx0" brushRef="#br0" timeOffset="86982.62">18899 7510 935 0,'0'0'26'0,"0"0"9"0,0 0 74 0,92-105-81 0,-42 105 32 15,-5 0 1-15,-11 17-40 16,-21 18-15-16,-13 10-3 0,0 3 8 15,-33-2-10-15,1-9 4 16,1-9-4-16,11-13 3 16,9-7-4-16,11-8 0 15,0 0-12-15,6-12-12 16,21-20 9-16,4-11-1 16,-2-2-3-16,-6 0 13 15,-7 5 6-15,-7 6 11 16,-9 8 23-16,0 8 5 15,0 7 16-15,-14 8 17 16,-8 3-24-16,-1 7-13 16,3 26-9-16,9 9-5 0,7 7 1 15,4-3-14 1,2-5-4-16,21-2-3 0,8-11-1 16,7-8-22-16,6-10-65 15,5-10-56-15,-1 0-160 16,-2-22-136-16</inkml:trace>
  <inkml:trace contextRef="#ctx0" brushRef="#br0" timeOffset="87216.72">19469 7103 811 0,'0'0'31'16,"0"0"98"-16,-48-117 61 15,38 101-81-15,4 6 10 0,6 10-1 16,0 12-59-1,-3 40-46-15,1 24 21 16,0 24 26-16,0 13-29 0,-2 5-2 16,-3 4-15-16,-5-7-5 15,2-11-9-15,-2-12-1 16,1-9-12-16,5-13-39 16,3-16-86-16,3-18-129 15,0-24-282-15</inkml:trace>
  <inkml:trace contextRef="#ctx0" brushRef="#br0" timeOffset="87381.51">19598 7632 1026 0,'0'0'38'0,"0"0"96"15,0 0-87-15,126-63-39 16,-28 40-2-16,4 1-6 15,-4 9-114-15,-13 9-292 16</inkml:trace>
  <inkml:trace contextRef="#ctx0" brushRef="#br0" timeOffset="88182.15">17048 9689 878 0,'0'0'120'0,"48"-126"84"0,-38 68-100 0,-10 7-47 16,-3 10 21-16,-19 9-26 15,-6 19-11-15,-4 13-18 16,-9 0-15-16,-1 32-2 15,-2 11-5-15,9 7-1 16,12 6 0-16,17 4-4 16,6 0-8-16,25 0-4 15,27-2-9-15,13-5-1 16,7-3 4-16,-4 2 13 0,-10-4 5 16,-16 0 4-16,-21-6 0 15,-21-4 3-15,-5-6-1 16,-42-6 39-16,-15-6 7 15,-11-13-17-15,-6-7-28 16,6 0 5-16,11-27-1 16,19-11-7-16,21-12-16 15,22-4-60-15,11 2-101 16,37 8-218-16,16 15-221 16</inkml:trace>
  <inkml:trace contextRef="#ctx0" brushRef="#br0" timeOffset="89698.63">17433 9563 920 0,'0'0'95'0,"0"0"120"0,-9-126-60 0,9 106-38 0,0 13-6 0,7 7-44 0,3 47-46 16,2 28 3-16,3 24-6 16,-1 9-11-16,1 3-7 15,6 1-10-15,6 0-52 16,4-5-113-16,2-23-129 16,0-28-260-16</inkml:trace>
  <inkml:trace contextRef="#ctx0" brushRef="#br0" timeOffset="89915.84">18260 10028 1275 0,'0'0'39'15,"0"0"25"-15,0 0 40 16,0 0-95-16,0 0 1 15,0 0 4-15,153-35-14 16,-55 32-41-16,-13 3-203 16,-23 0-160-16,-28 0-238 0</inkml:trace>
  <inkml:trace contextRef="#ctx0" brushRef="#br0" timeOffset="90048.54">18280 10247 875 0,'0'0'51'15,"0"0"95"-15,0 0-23 16,0 0-123-16,0 0 12 16,115 0-12-16,-5-26-133 15,10-8-233-15</inkml:trace>
  <inkml:trace contextRef="#ctx0" brushRef="#br0" timeOffset="90448.49">19606 9332 1064 0,'0'0'150'0,"0"0"82"16,0 0-86-16,0 0-64 15,0 0-38-15,0 0-21 16,-14 78 8-16,28 20-19 16,1 9-12-16,-1-1-3 15,1 1-34-15,-1-9-97 16,-8-12-93-16,-6-24-240 16</inkml:trace>
  <inkml:trace contextRef="#ctx0" brushRef="#br0" timeOffset="90632.54">19558 9501 546 0,'0'0'370'0,"31"-127"-313"15,28 85 67-15,17 16-64 16,3 16 16-16,0 10 13 16,-17 14-40-16,-22 30-27 15,-29 16-22-15,-11 7 0 16,-53 7-55-16,-23-3-73 15,-13-6-81-15,7-13-24 16,10-16-41-16</inkml:trace>
  <inkml:trace contextRef="#ctx0" brushRef="#br0" timeOffset="90852.85">20279 9467 1081 0,'0'0'90'16,"0"0"94"-16,0 0-27 16,0 0-45-16,0 0-49 15,0 0-29-15,0 70-4 16,2 0-24-16,15 2-6 16,1 5-7-16,-5 0-47 15,-3-3-106-15,-10-9-185 0,0-17-278 16</inkml:trace>
  <inkml:trace contextRef="#ctx0" brushRef="#br0" timeOffset="90998.47">20123 9529 1029 0,'0'0'35'15,"0"0"49"-15,55-107-56 16,25 84-28-16,18 6-19 15,1 11-227-15,-11 6-386 16</inkml:trace>
  <inkml:trace contextRef="#ctx0" brushRef="#br0" timeOffset="91198.94">20701 9394 1008 0,'0'0'68'0,"0"0"158"16,0 0-84-16,0 0-63 15,0 0-14-15,0 0 1 16,17 114-27-16,11-51-30 16,-3 1-9-16,-10 0-13 15,-8-1-52-15,-7-7-118 16,-5-12-213-16,-19-16-131 16</inkml:trace>
  <inkml:trace contextRef="#ctx0" brushRef="#br0" timeOffset="91465.6">20715 9422 729 0,'0'0'48'0,"0"0"59"15,138-48-55-15,-84 48 22 16,-8 16 42-16,-15 20-40 16,-17 14-41-16,-14 6-22 15,-31 7-8-15,-27-3-3 16,-5-8-1-16,3-10-2 15,14-12 2-15,17-13 0 16,15-7 0-16,14-3-1 16,12 4 0-16,36 2 0 15,20 6 4-15,14 3-4 16,0-1-32-16,-9 2-96 0,-10 1-13 16,-12 2-21-16,-19 2 28 15,-17 2-131-15</inkml:trace>
  <inkml:trace contextRef="#ctx0" brushRef="#br0" timeOffset="91734.24">19309 10371 1172 0,'0'0'47'15,"0"0"1"-15,0 0 51 0,0 0-81 16,0 0 22-16,183 0 25 16,26 0-15-16,49 0-24 15,35 0-20-15,10 0-5 16,-10-6 2-16,-16 4-3 16,-30 2-11-16,-39 0-13 15,-53 0-39-15,-61 11-97 16,-67-4-164-16,-45 1-68 15</inkml:trace>
  <inkml:trace contextRef="#ctx0" brushRef="#br0" timeOffset="92032.51">20327 10707 1105 0,'0'0'66'0,"0"-111"134"16,0 83 3-16,4 16-87 0,-4 12-45 15,5 0-38 1,0 36-23-16,4 22-8 0,-1 16 1 15,4 3-3 1,-8 4-35-16,1-6-61 0,-3-6-155 16,-2-17-181-16,6-19-441 15</inkml:trace>
  <inkml:trace contextRef="#ctx0" brushRef="#br0" timeOffset="92631.4">20680 10703 1078 0,'0'0'44'0,"0"0"155"16,0 0-55-16,0 0-47 0,0 0-42 15,0 0-24-15,-90 9-14 16,81 47-7-16,7 8-5 16,2 0-5-1,0-3 0-15,14-10-4 0,12-11-18 16,8-13-5-16,1-13 6 15,3-14 14-15,2 0-3 16,-4-20 7-16,-8-15 1 16,-7-9 2-16,-19-7 1 15,-2-4-1-15,-11 3 0 16,-27 2-11-16,-9 12-4 16,-1 7 2-16,3 12 2 15,11 9 10-15,16 4 1 0,18 4-10 16,0 0-18-1,41-3-13-15,15-1 24 0,15 0-26 16,6-1 1-16,-1-3 12 16,-7 3 19-16,-9 3 11 15,-15 4 1-15,-16 0-1 16,-15 8 2-16,-14 21-2 16,0 11 10-16,-17 5 1 15,-2 8 1-15,5 3 6 16,10-4-11-16,4 0-4 15,0-8-1-15,22-4-2 16,12-10 0-16,3-9-8 16,6-15 3-16,1-6 4 15,-2-6 1-15,3-24 3 0,-5-11 1 16,-9-6 15-16,-10-9 40 16,-21-5-12-16,0-4-19 15,-29-4-2-15,-21 13-20 16,-10 15-6-16,-13 21-56 15,-10 20-71-15,-11 5-239 16,-5 23-641-16</inkml:trace>
  <inkml:trace contextRef="#ctx0" brushRef="#br0" timeOffset="93352.24">17214 12278 856 0,'0'0'239'0,"0"0"-84"0,0 0-2 0,-120-44-96 0,78 84-38 0,-1 23 14 0,3 16-6 15,13 9-4-15,10 7-16 16,12-3-3-16,5-8-4 16,14-12-2-16,26-11-10 15,9-19-9-15,9-16-5 16,2-18 13-16,-2-8 11 15,-7-14 2 1,-13-19 5-16,-14-7-1 0,-17-4 1 16,-7-3 13-16,-11 2 13 15,-27 5-4-15,-7 10 1 0,-5 11-3 16,2 12-12-16,11 7-13 16,6 0-4-16,10 22-60 15,10 10-73-15,7 1-243 16,4-4-300-16</inkml:trace>
  <inkml:trace contextRef="#ctx0" brushRef="#br0" timeOffset="93600.66">17413 12591 1117 0,'0'0'48'16,"0"0"110"-16,0 0-47 15,107-108-50-15,-67 108-13 16,-9 33-38-16,-4 22 1 0,-16 15-4 16,-11 4 1-16,-9-2-8 15,-31-6 0-15,-7-10-25 16,5-12-20-16,6-13-57 16,16-18-57-16,18-13-121 15,2-3-102-15</inkml:trace>
  <inkml:trace contextRef="#ctx0" brushRef="#br0" timeOffset="93797.78">17788 12433 1013 0,'0'0'189'0,"0"0"-26"0,0 0-97 16,-127 51-5-16,100 8 5 15,11 7-13-15,9 2-25 16,7 0-8-16,0-4-8 15,27-8-8-15,13-5-4 16,9-11-6-16,14-12-44 16,6-12-112-16,11-16-186 15,0 0-397-15</inkml:trace>
  <inkml:trace contextRef="#ctx0" brushRef="#br0" timeOffset="93981.75">18328 12914 1184 0,'0'0'120'0,"0"0"-50"16,0 0-34-16,0 0-17 16,199-5-11-16,-107-17-8 15,-15 3-81-15,-21-3-197 16,-26 5-165-16</inkml:trace>
  <inkml:trace contextRef="#ctx0" brushRef="#br0" timeOffset="94132.8">18432 13094 708 0,'0'0'207'0,"0"0"1"16,0 0-49-16,0 0-94 15,0 0-29-15,0 0-27 16,187 0-9-16,-80-26-173 15,6-2-254-15</inkml:trace>
  <inkml:trace contextRef="#ctx0" brushRef="#br0" timeOffset="94748.51">19514 12372 1006 0,'0'0'110'0,"0"0"-18"16,0 0-72-16,125-122 13 16,-53 100 40-16,1 16-5 15,-18 6-30-15,-24 18-27 16,-23 28-8-16,-8 12 2 15,-35 8-5-15,-17-4 0 16,-7-9-20-16,6-16 1 16,15-15 16-16,20-11-9 15,18-11-15-15,0 0-25 16,32-14-9-16,19-20 24 16,6-15-25-16,-3-3-3 15,-10-5 54-15,-9-4 11 16,-11 5 5-16,-12 8 21 15,-4 8 40-15,-8 14 6 0,0 9 3 16,0 9 0-16,-5 8-9 16,-2 4-7-16,-1 35-42 15,-1 19 7-15,9 8 1 16,0 4-10-16,2-4-11 16,17-5-4-16,8-7 0 15,5-8-7-15,1-8-68 16,6-9-61-16,-2-14-158 15,-1-11-181-15</inkml:trace>
  <inkml:trace contextRef="#ctx0" brushRef="#br0" timeOffset="94999.57">20374 12234 779 0,'0'0'113'0,"0"0"63"0,0 0-19 0,0 0-69 0,0 0-12 15,0 0 8-15,113 24-20 16,-59 26-22-16,-2 6-25 16,-2 2-12-16,-3-5-5 15,-7-7-4-15,-4-8-78 16,-3-8-94-16,-7-14-115 15,-5-12-108-15</inkml:trace>
  <inkml:trace contextRef="#ctx0" brushRef="#br0" timeOffset="95167.72">20857 12147 919 0,'0'0'168'0,"0"0"10"16,0 0-70-16,-146 87-52 15,111-32-6-15,10 3-28 16,0 5-17-16,2 4-5 16,-6-3-72-16,-2-2-171 0,-9-6-281 15</inkml:trace>
  <inkml:trace contextRef="#ctx0" brushRef="#br0" timeOffset="98316.14">21276 12082 801 0,'0'0'100'0,"0"0"74"0,0 0-10 0,0 0-45 0,0 0 9 0,0 0-20 0,-37-93-39 16,37 93-10-16,0 0-21 15,8 8-12-15,8 30-3 16,-3 20 5-16,2 11-8 15,-1 3-8-15,-5-2-8 16,1-4-1-16,-6-5-3 16,-4-9-6-16,0-8-29 15,0-14-27-15,0-10-89 16,2-13-170-16,-2-7-200 16</inkml:trace>
  <inkml:trace contextRef="#ctx0" brushRef="#br0" timeOffset="98498.48">21018 12132 968 0,'0'0'145'15,"0"0"-4"-15,0 0-30 16,0 0-38-16,0 0-21 16,0 0-40-16,57-50-12 15,64 36-26-15,20-5-165 16,10-2-186-16,-4-8-453 15</inkml:trace>
  <inkml:trace contextRef="#ctx0" brushRef="#br0" timeOffset="98852.77">21918 12122 124 0,'0'0'987'0,"0"0"-797"15,0 0-5-15,0 0-88 16,0 0-51-16,0 0-25 16,-8-8 10-16,65 66 0 15,12 4-24-15,5 0-4 16,-6-4-3-16,-7-8-59 16,-12-10-108-16,-11-13-155 15,-16-15-207-15</inkml:trace>
  <inkml:trace contextRef="#ctx0" brushRef="#br0" timeOffset="98998.45">22292 12023 942 0,'0'0'270'0,"0"0"-105"0,0 0-67 16,-131 73-28-16,96-7-19 15,4 11-34-15,-1 4-17 16,0 2-13-16,4-3-127 15,-6-10-275-15</inkml:trace>
  <inkml:trace contextRef="#ctx0" brushRef="#br0" timeOffset="99448.69">22691 12264 921 0,'0'0'56'0,"0"0"109"15,-31-118-44-15,31 80-83 16,20 1-4-16,14 9-8 15,3 10-22-15,5 8-1 16,-6 10 0-16,-5 0-2 16,-13 10 5-16,-11 27 7 15,-7 13 2-15,-7 10 3 0,-26 4-5 16,-7-4 15-16,-3-6 1 16,1-10 4-16,9-11 10 15,8-14 0-15,12-8-7 16,8-6-10-16,5-3-13 15,0 0-13-15,25-2 1 16,18 0 3-16,9 0-4 16,11 0-4-16,7-9-39 15,-2-12-33-15,-1-7-39 16,-2-3-68-16,-10-6-104 16,-3-3-32-16,-13-2 5 15</inkml:trace>
  <inkml:trace contextRef="#ctx0" brushRef="#br0" timeOffset="99741.44">23311 12146 126 0,'0'0'298'0,"0"0"-113"15,0 0-19-15,0 0-30 16,0-111-15-16,-9 104 19 16,5 2-24-16,1 5-37 15,-2 2-45-15,1 37-28 16,-3 16 18-16,1 16 1 16,6 5-17-16,0-3-5 15,0-6-2-15,17-11-1 16,16-10-10-16,10-13-8 15,9-15-1-15,-1-15 11 16,5-3 7-16,-3-19 1 16,-6-21 3-16,-7-10 8 15,-12-9 16-15,-14-9 13 16,-14-5-2-16,-6 0-12 0,-35 5-13 16,-14 18-10-16,-15 21-3 15,-14 24-76-15,-14 5-61 16,-9 30-172-16,-4 9-231 15</inkml:trace>
  <inkml:trace contextRef="#ctx0" brushRef="#br0" timeOffset="100165.96">19244 13389 415 0,'0'0'469'0,"0"0"-332"0,0 0-33 0,0 0-75 0,0 0-8 0,0 0-4 0,36-18 23 0,80 18-19 16,53 0 6-16,47 0 5 15,52 0 3-15,41-12 5 16,23-6 4-16,27-4 25 0,4-8-17 16,7-6-5-16,-7-3-21 15,-18 2-9-15,-28 1-8 16,-40 11-1-16,-55 5-4 15,-66 4-4-15,-64 6-41 16,-70 6-37-16,-40 4-79 16,-80 6-96-16,-47 24-70 15,-35 7-316-15</inkml:trace>
  <inkml:trace contextRef="#ctx0" brushRef="#br0" timeOffset="100432.88">20804 13672 1162 0,'0'0'178'16,"0"0"-26"-16,0 0-78 15,0 0-34-15,0 0 21 16,-9 152-21-16,13-80-33 16,1 0-7-16,0-1-45 0,3-3-111 15,0-14-143 1,9-16-269-16</inkml:trace>
  <inkml:trace contextRef="#ctx0" brushRef="#br0" timeOffset="101065.58">21218 13816 892 0,'0'0'104'15,"0"0"66"-15,0 0-39 16,0 0-71-16,0 0-36 16,0 0-10-16,-42 62-3 0,42-12-2 15,13-4-5-15,10-5-2 16,-1-9-1-16,4-8-2 15,1-11 1-15,2-6 0 16,2-7 1-16,-2 0 3 16,-4-14-3-16,-2-15 6 15,-8-7-3-15,-6-4-4 16,-9-8 4-16,0-2-1 16,-26 4-3-16,-15 7-4 15,-6 10-10-15,-4 13 9 16,5 8 2-16,12 6-1 15,14 2-2-15,18 0-5 16,2 0-6-16,24-2-16 16,31-3 29-16,22-2 3 15,18-1-17-15,7-2-18 0,4-5 20 16,-6-3 11-16,-13 1 4 16,-18 2 0-16,-20 4 0 15,-20 3 1-15,-18 8 1 16,-11 0 0-16,0 18 4 15,-21 26 2-15,-8 12 9 16,4 10-10-16,3 4 4 16,15-3-10-16,7-4 3 15,0-13-3-15,6-9 0 16,23-13-3-16,9-14-6 16,3-12 5-16,9-2 4 15,2-10 0-15,-8-22 4 16,-5-11 4-16,-9-7 32 0,-16-8 19 15,-14-8-11 1,-12-4-4-16,-34 2-11 0,-17 10-19 16,-13 16-14-16,-6 17-16 15,-3 19-98-15,-2 6-155 16,0 0-341-16</inkml:trace>
  <inkml:trace contextRef="#ctx0" brushRef="#br0" timeOffset="101515.37">24048 11249 771 0,'0'0'120'0,"0"0"34"0,0 0-67 0,0 0-10 0,0 0-11 15,0 0-61-15,-164 54 12 16,0 85-11-16,-27 39 0 16,-25 30 10-16,-23 22-10 15,-15 2-5-15,-6 0-1 16,1-1 0-16,16 0-61 15,25-4-109-15,31-16-94 16,33-14-191-16</inkml:trace>
  <inkml:trace contextRef="#ctx0" brushRef="#br0" timeOffset="101898.19">22546 13529 746 0,'0'0'159'0,"0"0"38"0,0 0-34 16,0 0-100-16,-140-40-28 16,16 86 21-16,-38 21-4 15,-25 17-33-15,-29 14-12 16,-9 9 0-16,3 4-7 15,10-6-15-15,36-4-34 16,40-10-31-16,47-11-136 16,44-18-211-16</inkml:trace>
  <inkml:trace contextRef="#ctx0" brushRef="#br0" timeOffset="102202.16">22767 14493 1180 0,'0'0'121'15,"0"0"-33"-15,0 0-11 0,0 0-69 16,0 0 7-16,0 0 14 16,167-53-21-16,-94 50-8 15,-12 3-52 1,-22 0-118-16,-23 0-159 0,-16 0-200 16</inkml:trace>
  <inkml:trace contextRef="#ctx0" brushRef="#br0" timeOffset="102564.46">22731 14477 675 0,'0'0'188'0,"0"0"-34"16,0 0 15-1,0 0-95-15,0 0-48 0,0 0-7 16,-27 97 23-16,27-51-23 16,0-4-11-16,0-8-5 15,0-3-1-15,0-14 0 16,6-9 0-16,-2-3-2 15,2-5-3-15,5 0-3 16,7-17 6-16,7-7-4 16,4-6 0-16,4 4-1 15,7 5 1-15,6 4 3 16,4 11 1-16,4 6-1 16,-4 0 0-16,6 17 2 15,-2 12 6-15,-5 9 13 0,-11 5 14 16,-19-3 23-1,-19-7-5-15,-17 2-20 0,-43 1-13 16,-21-7-11-16,-17 0-8 16,-10-12-50-16,-10-4-84 15,-15-13-154-15,-4 0-290 16</inkml:trace>
  <inkml:trace contextRef="#ctx0" brushRef="#br0" timeOffset="103166.66">17351 11908 302 0,'0'0'641'0,"0"0"-499"0,-95-107 33 0,91 100-77 0,4 16-25 0,12 60-41 0,32 54 13 0,23 55 55 0,18 33-49 15,8 16-31-15,3 3-14 16,-5-5-6-16,-2-11-41 16,3-17-105-16,-3-24-141 15,-4-32-287-15</inkml:trace>
  <inkml:trace contextRef="#ctx0" brushRef="#br0" timeOffset="103648.58">19824 11612 871 0,'0'0'92'0,"0"0"85"0,0 0-48 0,0 0-52 0,0 0-49 15,0 0-16-15,69 213 68 0,16-63-44 16,15 8-28-16,4 3-8 15,-7-2-9-15,-16-3-83 16,-23-9-179-16,-24-13-218 16</inkml:trace>
  <inkml:trace contextRef="#ctx0" brushRef="#br0" timeOffset="104133.8">18737 15379 1213 0,'0'0'123'0,"0"0"31"0,0 0-65 0,0 0-53 0,0 0 36 16,19 128-18-16,12-52-39 15,-4 0-9-15,-7-8-6 16,-6-2-14-16,-8-11-63 15,-4-16-116-15,-2-8-122 16,0-18-161-16</inkml:trace>
  <inkml:trace contextRef="#ctx0" brushRef="#br0" timeOffset="104298.19">18386 15516 810 0,'0'0'188'16,"0"0"-9"-16,0 0-51 15,0 0-57-15,0 0-43 16,81-108-18-16,17 96-10 16,16 2 0-16,11 7-78 15,-5-1-233-15,-14 4-313 16</inkml:trace>
  <inkml:trace contextRef="#ctx0" brushRef="#br0" timeOffset="104482.59">19294 15709 1198 0,'0'0'165'0,"0"0"-57"16,0 0-60-16,0 0-35 16,0 0 8-16,148-18-21 15,-74 6-17-15,-5 6-147 16,-17-5-147-16,-19 8-245 15</inkml:trace>
  <inkml:trace contextRef="#ctx0" brushRef="#br0" timeOffset="104617.12">19438 15855 180 0,'0'0'685'0,"0"0"-498"0,0 0-36 16,0 0-68-16,0 0-63 15,0 0-20-15,51 54-11 16,52-76-191-16,11-17-369 15</inkml:trace>
  <inkml:trace contextRef="#ctx0" brushRef="#br0" timeOffset="105149.44">20310 15483 628 0,'0'0'283'16,"0"0"-162"-16,0 0-32 15,-58-100-54-15,85 73-21 16,15 5 9-16,9 12 4 15,2 6-5-15,-6 4 4 16,-12 6 4-16,-12 30-13 16,-16 12-7-16,-7 6-2 0,-13 3-2 15,-28-4 2 1,-5-12-2-16,-2-11 5 0,6-7 4 16,13-14 8-16,13-5-9 15,14-4-13-15,2 0-1 16,22 0-11-16,19-13 6 15,6 0 3-15,3 9-6 16,-3 4 4-16,-4 0 2 16,-5 28 2-16,-4 9 10 15,-13 1 33-15,-7 1 19 16,-14-7-5-16,-12-5-7 16,-32-4 3-16,-16-2-20 15,-11-15-18-15,-3-3-15 0,5-3 0 16,11-9-2-1,14-18-22-15,15-13-58 0,20-8-89 16,9-6-149-16,9-5-282 16</inkml:trace>
  <inkml:trace contextRef="#ctx0" brushRef="#br0" timeOffset="105501.83">20880 15396 1053 0,'0'0'184'0,"0"0"-82"0,0 0-63 0,0 0-21 0,0 0-11 0,0 0 7 0,-9 147 2 0,9-85-12 15,15 1-2-15,6-4 1 16,3-7-1-16,4-10-2 15,9-8-2-15,-2-12 2 16,5-7 4-16,1-15-4 16,-1 0 0-16,-3-17 3 15,-6-10 6-15,-6-10 43 16,-12-8 13-16,-13-5-27 16,0-5-8-16,-29-8-12 15,-15-1-12-15,-10 3-6 16,-8 11-18-16,-3 11-41 0,-3 25-67 15,-9 14-132-15,-5 0-233 16</inkml:trace>
  <inkml:trace contextRef="#ctx0" brushRef="#br0" timeOffset="105916.1">18119 14829 997 0,'0'0'198'0,"0"0"-78"0,-53 236-37 0,47-55 53 0,6 17-51 16,0-1-30-16,10-5-32 15,15-13-20-15,-1-18-3 16,-2-17-39-16,-6-16-35 16,-7-19-106-16,-9-30-128 15,0-31-136-15</inkml:trace>
  <inkml:trace contextRef="#ctx0" brushRef="#br0" timeOffset="106416.07">17879 15136 745 0,'0'0'52'15,"-14"-132"-3"-15,34 87-11 0,45 8-23 16,31 6 2-16,33 5-5 16,38 8-11-16,31 0 5 15,32 4-4-15,26 0 3 16,23 6-5-16,19 8 7 15,14 0 15-15,2 8 44 16,-4 15 20-16,-19 4-23 16,-14 3-11-16,-18 11 6 15,-30 14 2-15,-24 11-5 16,-29 14-14-16,-32 9-18 0,-25 15-11 16,-28 9-5-1,-19 6 11-15,-17 1 2 16,-13 1 10-16,-6-5 9 0,-7-5-7 15,-6-3-11 1,-8-2-6-16,-6-12-7 0,-7-7-3 16,-2-11-3-16,0-14 1 15,-17-10-1-15,-12-16-1 16,-11-14 3-16,-23-4-4 16,-28-12 2-16,-39-6 0 15,-41 0-4 1,-57 0 2-16,-48-2-4 0,-58-14-12 15,-64-1-31-15,-71-2-31 16,-68 9-51-16,-65 2-15 16,-68 8-55-16,-36 0-53 0,-40 0-415 15</inkml:trace>
  <inkml:trace contextRef="#ctx0" brushRef="#br0" timeOffset="107782.18">1124 7652 1016 0,'-154'61'57'0,"22"-4"61"0,36-16-8 0,42-16-20 0,42-17-13 0,36-8-24 0,83-41-6 0,67-30-20 16,62-31-18-16,51-21-9 16,30-15-3-16,17-16-19 15,2-2-5-15,-10 0 6 16,-16 10-6-16,-25 25 3 15,-42 30-20-15,-65 27-55 16,-69 30-165-16,-78 31-46 16,-51 12-38-16</inkml:trace>
  <inkml:trace contextRef="#ctx0" brushRef="#br0" timeOffset="107981.48">1429 7678 872 0,'-212'104'97'15,"45"-18"67"-15,47-22-37 16,55-25-39-16,54-29-38 16,38-10-30-16,91-53 30 15,67-32-14-15,73-36-20 16,56-27-16-16,47-19-9 16,30-18-28-16,6-3-3 15,10 10-12-15,-22 13-77 16,-40 29-84-16,-61 23-430 15</inkml:trace>
  <inkml:trace contextRef="#ctx0" brushRef="#br1" timeOffset="116947.83">836 9306 968 0,'0'0'94'0,"-192"0"15"16,117 0-72-16,21 0-15 0,27 4 53 0,27 8-20 0,61 0-48 15,57 4 47-15,67-6-6 16,62-10-17-16,65 0-16 16,58-10 2-16,53-20-3 15,43-6 2-15,37-4-12 16,27 0 11-16,16-1 3 0,0 4-10 15,-27 3 8 1,-38-1-6-16,-59 6-10 0,-73 2 0 16,-79 5-9-1,-81 2-26-15,-77 6-84 0,-66-2-82 16,-46 2-86-16,-21 2-98 16</inkml:trace>
  <inkml:trace contextRef="#ctx0" brushRef="#br1" timeOffset="117765.18">7233 8951 681 0,'0'0'81'0,"0"0"38"0,0 0-50 0,0 0-14 0,0 0 38 15,0 0-91-15,-123-62 0 16,92 74 1-16,-9 16 7 16,-5 9-10-16,-1 7 24 15,-4 8 12-15,6 2 2 16,1 6 6-16,8 7-7 16,4 2-11-16,10 12 1 15,6 11-8-15,4 14-5 0,0 12 3 16,-2 29 13-16,-1 15-4 15,-1 19-4-15,-1 17-1 16,-2 5 6-16,0 4-5 16,5 7-6-16,5 4-2 15,2 13 4-15,6 10 3 16,0 12-1-16,0 11-9 16,12 2 3-16,7 11 1 15,8 14-5-15,7 6 0 16,2 8 5-16,4 5-11 15,2-3-1-15,3 14-1 16,1-1 1-16,4-2-2 0,2 3 0 16,4-27 0-1,2 7-1-15,5-12 2 0,-1-11 0 16,3-7 1 0,-3-30-1-16,-6-17-2 15,-11-19 1-15,-12-27-1 0,-15-8 0 16,-15-20-28-16,-3-23-86 15,-14-18-110-15,-26-43-146 16,-12-40-525-16</inkml:trace>
  <inkml:trace contextRef="#ctx0" brushRef="#br1" timeOffset="124364.91">8579 2992 486 0,'0'0'352'0,"0"0"-317"0,0 0 87 0,0 0-69 0,0 0-26 0,0 0 31 0,0 0 9 16,0 0-40-16,175 0-27 0,-103 0-11 15,-9 0-127-15,-11 0-97 16,-11 0-79-16</inkml:trace>
  <inkml:trace contextRef="#ctx0" brushRef="#br1" timeOffset="124539.86">8536 3076 628 0,'0'0'28'16,"0"0"92"-16,-113 10-13 15,113-8-52-15,2-2 11 16,47 0-20-16,30 0-2 15,27 0-34-15,16-5-10 16,15-2-101-16,-4-5-138 16,-8-2-366-16</inkml:trace>
  <inkml:trace contextRef="#ctx0" brushRef="#br1" timeOffset="128165.45">513 9828 880 0,'0'0'118'0,"0"0"62"16,-16-116-42-16,14 93 5 0,2 13-28 0,0 10-34 0,0 0-40 15,0 6-21-15,0 33-14 16,12 16 16-16,3 16 5 16,-1 7-9-16,-8 0-14 15,-4 3 0-15,-2-6-1 16,0-8-2-16,0-12-1 15,0-8-8-15,0-7-24 16,7-10-49-16,1-7-93 16,2-15-75-16,1-8-100 0,-7-3-32 15</inkml:trace>
  <inkml:trace contextRef="#ctx0" brushRef="#br1" timeOffset="128364.97">520 9996 521 0,'0'0'124'16,"-5"-128"-30"-16,14 72-12 15,29 6-22-15,12 3 0 16,9 13 8-16,4 12 20 16,-10 16-5-16,-13 6-25 15,-15 15-30-15,-23 22-20 16,-2 14-8-16,-40 5-20 16,-20 1-86-16,-12 0-26 15,2-5 45-15,11-8-16 0,7-6-37 16,10-10-119-1</inkml:trace>
  <inkml:trace contextRef="#ctx0" brushRef="#br1" timeOffset="129734.92">408 11287 257 0,'0'0'528'0,"0"0"-417"0,-26-138 12 0,26 98 29 0,0 4-4 0,0 7-42 0,0 13-4 0,0 9-30 16,0 7-19-16,0 0-18 16,0 20-18-16,0 23-12 0,0 16 8 15,0 7-5 1,0-6-8-16,0-4-5 0,6-8-15 16,7-7-33-1,3-15-62-15,4-10-44 0,5-13-108 16,1-3-113-16,-1-9-196 15</inkml:trace>
  <inkml:trace contextRef="#ctx0" brushRef="#br1" timeOffset="129998.73">696 10834 637 0,'0'0'119'15,"0"-102"42"-15,0 62 6 0,-10 7-3 16,4 16-41-16,2 8-21 15,1 9-23-15,3 0-39 16,-2 49-31-16,-2 31 5 16,0 30 27-16,-2 25-12 15,2 11-15-15,-5 1-9 16,1-5-2-16,-4-12-2 16,3-8-1-16,5-9-12 15,4-15-45-15,0-18-73 16,0-26-93-16,9-25-123 15,9-24-224-15</inkml:trace>
  <inkml:trace contextRef="#ctx0" brushRef="#br1" timeOffset="130165.9">814 11554 930 0,'0'0'123'16,"0"0"30"-16,0 0-104 15,0 0-46-15,0 0 18 16,131-64-21-16,-41 38-25 16,-6-4-276-16,-15-4-438 15</inkml:trace>
  <inkml:trace contextRef="#ctx0" brushRef="#br1" timeOffset="134019.26">2654 9511 1139 0,'0'0'70'0,"0"0"115"0,0 0-60 0,0 0-30 0,0 0-52 0,0 0-24 16,0 0 1-16,-40 118-6 15,34-58-8-15,1-4-6 16,3-5 0-16,-1-11-21 0,1-14-19 16,2-14-9-16,0-6-14 15,0-6 1-15,0-6 5 16,0-28 40-16,2-17 17 15,8-13 1-15,-2-2 3 16,3 4-3-16,-1 8 10 16,-2 16 37-16,-3 12 1 15,-1 12 9-15,-2 10-12 16,0 4-4-16,8 0-15 16,9 26-20-16,8 18 15 15,9 10 0-15,0 0-19 16,-3 2-3-16,1-2-3 15,-7-7-30-15,-8-6-63 0,-7-4-94 16,-12-10-149-16,0-9-192 16</inkml:trace>
  <inkml:trace contextRef="#ctx0" brushRef="#br1" timeOffset="134181.97">2473 9779 70 0,'0'0'910'15,"0"0"-792"-15,0 0-5 16,0 0-37-16,0 0-72 16,0 0 24-16,123-28-8 0,-11 14-20 15,6-2-126 1,-10-2-325-16</inkml:trace>
  <inkml:trace contextRef="#ctx0" brushRef="#br1" timeOffset="134731.87">2668 10663 899 0,'0'0'142'0,"0"0"49"0,0 0-58 0,0 0 6 0,0 0-70 0,0 0-56 16,-23 5-9-16,8 28 12 15,-3 10-11-15,7 0 1 16,-1-8-5-16,4-6 0 15,3-2-1-15,3-6 0 16,2-10-2-16,0 1-4 16,7-2 0-16,16-3-6 15,14-3 9-15,5-3-7 16,12-1 0-16,4 0-20 16,0-1-8-16,0-11-30 15,-8 3-50-15,-7 4-139 16,-19 0-62-16,-17 1-107 0</inkml:trace>
  <inkml:trace contextRef="#ctx0" brushRef="#br1" timeOffset="134948.88">2759 10766 390 0,'0'0'307'0,"0"0"-123"15,0 0-51-15,0 0 41 16,0 0-30-16,0 0-64 15,-22-40-28-15,22 64-18 16,0 20-9-16,4 16 11 16,7 7-23-16,-2 1-13 0,0 2-6 15,2-3-53-15,3-2-99 16,-1-9-109-16,3-18-77 16,-1-14-307-1</inkml:trace>
  <inkml:trace contextRef="#ctx0" brushRef="#br1" timeOffset="135218.62">3123 10509 287 0,'0'0'570'0,"0"0"-429"15,-33-104 0-15,29 88-1 16,-1 9-26-16,4 7-35 15,1 0-25-15,0 25-41 0,0 36-9 16,0 28 35-16,0 22 6 16,0 8-21-16,0-3-18 15,0-2-2-15,0-5-4 16,0-6-28-16,0-11-45 16,0-16-55-16,0-15-88 15,0-23-90-15,10-20-196 16</inkml:trace>
  <inkml:trace contextRef="#ctx0" brushRef="#br1" timeOffset="135415.13">3177 10982 1042 0,'0'0'148'0,"0"0"-28"15,0 0-27-15,0 0-22 16,0 0-40-16,0 0-13 15,108-24 8-15,-21 16-21 16,-4-3-5-16,-6-2-61 16,-17 4-114-16,-20 0-109 15,-32 7-133-15</inkml:trace>
  <inkml:trace contextRef="#ctx0" brushRef="#br1" timeOffset="137149.31">4619 9431 1059 0,'0'0'155'0,"0"0"12"0,0 0-25 0,0 0-16 0,-20-105-48 0,20 105-34 0,0 0-18 16,0 14-18-16,9 24-7 15,9 15 3-15,0 6-1 16,-3 2-3-16,-5-1-23 15,-8-3-20-15,-2-7-90 16,0-8-108-16,-7-13-180 16,-15-17-244-16</inkml:trace>
  <inkml:trace contextRef="#ctx0" brushRef="#br1" timeOffset="137318.96">4370 9463 846 0,'0'0'32'0,"0"0"52"15,-9-119 7-15,36 79 26 16,19 2-40-16,17 6-17 16,8 11-16-16,3 20-34 15,-8 2-10-15,-14 48-73 16,-19 15-209-16,-20 14-206 16</inkml:trace>
  <inkml:trace contextRef="#ctx0" brushRef="#br1" timeOffset="137684.23">4798 10465 650 0,'0'0'289'0,"-43"-118"-78"16,28 80-35-16,4 13-32 16,3 15 4-16,6 5-46 15,2 5-52-15,0 0-30 16,0 15-4-16,2 32-11 15,17 15 4-15,1 10-8 16,-3 5-1-16,-1-1-21 16,-1-2-39-16,4-4-115 15,-2-18-175-15,1-22-324 16</inkml:trace>
  <inkml:trace contextRef="#ctx0" brushRef="#br1" timeOffset="137866.1">4987 10368 1069 0,'0'0'91'0,"0"0"44"15,0 0-53-15,0 0-26 16,0 0-26-16,0 0-25 16,158-77-5-16,-106 77-88 15,-11 0-77-15,-17 2-110 16,-16 10-200-16</inkml:trace>
  <inkml:trace contextRef="#ctx0" brushRef="#br1" timeOffset="138199.62">5045 10351 671 0,'0'0'143'16,"0"0"-25"-16,0 0 31 0,0 0 6 16,0 0-74-16,0 0-51 15,-54 44-18-15,54-4 25 16,4 1-22-16,6 1-10 15,-3-3-5-15,-1-6-4 16,-4-11-17-16,-1-8-16 16,5-11-3-16,-4-3 1 15,1-3 8-15,3-23 31 16,1-11 7-16,4-2-6 16,3 4 5-16,1 5-4 15,7 6 12-15,0 7 0 0,10 12-5 16,1 5 6-1,9 11 19-15,1 22 4 0,-8 9 2 16,-7 2 1 0,-15 0-8-16,-13-5-11 0,-7 1-7 15,-38-3-13-15,-17 3-2 16,-9-5-95-16,-14-7-127 16,-2-12-236-16</inkml:trace>
  <inkml:trace contextRef="#ctx0" brushRef="#br1" timeOffset="138733">5406 10359 971 0,'0'0'81'0,"0"0"105"0,0 0-58 0,0 0-58 0,0 0-16 0,0 0-34 0,2 0-9 0,40 32 2 16,3 8-13-16,-3-2-8 16,-2 5-59-16,-7-8-99 15,-1-7-136-15,-3-13-81 16</inkml:trace>
  <inkml:trace contextRef="#ctx0" brushRef="#br1" timeOffset="138914.97">5753 10267 727 0,'0'0'84'16,"0"0"80"-16,0 0 30 16,0 0-25-16,0 0-38 15,0 0-50-15,-69-46-56 0,62 119-16 16,-1 26 32-16,-3 15-25 15,-5 5-12-15,-6 1-4 16,-3 0-36-16,-4-4-76 16,3-14-126-16,-4-15-211 15</inkml:trace>
  <inkml:trace contextRef="#ctx0" brushRef="#br1" timeOffset="140518.48">468 12864 154 0,'0'0'764'0,"0"0"-538"0,-29-125-81 0,29 105-9 0,0 16-12 0,-2 4-60 15,2 0-7-15,0 32-27 16,0 18 1-16,0 14 1 16,0 7-20-16,0-7-9 15,12-4-3-15,-2-4-16 16,1-10-33-16,5-11-62 15,-1-14-87-15,2-13-115 0,-5-8-121 16</inkml:trace>
  <inkml:trace contextRef="#ctx0" brushRef="#br1" timeOffset="140772.59">692 12522 894 0,'0'0'135'0,"0"0"23"15,0 0-50-15,-12-108 2 16,10 104-13-16,2 4-37 16,0 0-30-16,0 24-15 15,0 32 3-15,0 25 44 16,0 17-33-16,0 8-14 0,0 5-6 16,0 3-4-16,-11-4-2 15,-3-4-2 1,5-1-1-16,7-12-6 0,2-12-31 15,0-18-66-15,18-21-111 16,8-19-159-16,3-23-213 16</inkml:trace>
  <inkml:trace contextRef="#ctx0" brushRef="#br1" timeOffset="140965.87">869 13056 1019 0,'0'0'37'15,"0"0"131"-15,0 0-80 0,0 0-1 16,0 0-32-16,0 0-38 16,39-56-8-16,18 47-3 15,5 7-5-15,-2-1-1 16,-6 3-57-16,-11 0-128 16,-19 0-143-16,-15 0-179 15</inkml:trace>
  <inkml:trace contextRef="#ctx0" brushRef="#br1" timeOffset="143298.95">2718 12433 1212 0,'0'0'54'0,"0"0"29"0,0 0-76 0,0 0 0 0,0 0 6 16,0 0 10-16,168-73-11 15,-120 52-7-15,-2 0-5 0,-13 7 0 16,-11 1-1-16,-9 5-1 15,-13-1 2-15,0-1 6 16,-4-2 1-16,-18-4-2 16,0 6 18-16,2 2 49 15,6 4-15-15,7 4-8 16,3-2-4-16,4 2-21 16,0 0-12-16,0 34-8 15,0 16 0-15,0 18 16 16,0 4-6-16,0-5-8 15,0 2-3-15,0-8-3 16,2-9 0-16,0-10-20 16,10-10-64-16,1-12-102 15,9-14-128-15,7-6-159 16</inkml:trace>
  <inkml:trace contextRef="#ctx0" brushRef="#br1" timeOffset="143581.82">3267 11991 363 0,'0'0'509'0,"0"0"-391"15,-52-127 3-15,43 96-1 16,7 10 5-16,0 10-27 16,2 7-15-16,-2 4-37 15,2 12-26-15,0 44-5 16,0 32 24-16,0 34 23 0,0 15-35 15,0 5-10 1,0 1-6-16,0-9-1 0,2-9-7 16,0-16 0-16,3-8-3 15,1-15-14-15,4-18-50 16,3-16-69-16,5-21-145 16,1-23-188-16</inkml:trace>
  <inkml:trace contextRef="#ctx0" brushRef="#br1" timeOffset="143748.59">3352 12701 924 0,'0'0'177'0,"0"0"-20"16,0 0-72-16,0 0-21 16,0 0-41-16,158-85-9 15,-49 66-14-15,6-3-2 16,-11 0-275-16,-23-3-405 15</inkml:trace>
  <inkml:trace contextRef="#ctx0" brushRef="#br1" timeOffset="144331.49">5243 11753 1027 0,'0'0'69'0,"0"0"90"0,0 0-82 0,-53-114-46 0,64 79 7 15,26 9-6-15,6 10-2 16,6 14 7-16,-4 2-5 0,-14 24 5 15,-14 25-10 1,-17 16-6-16,0 12 8 0,-19 1-10 16,-20-5-5-1,6-6-12-15,2-11-2 0,11-5 0 16,13-7-52-16,7-4-137 16,0-4-182-16,0-9-216 15</inkml:trace>
  <inkml:trace contextRef="#ctx0" brushRef="#br1" timeOffset="144765.93">5232 12562 883 0,'0'0'101'0,"0"0"33"15,0 0-60 1,0 0-37-16,0 0-14 0,0 0 6 15,25 31-8-15,-14-27-6 16,-5-2-10-16,-4 0 2 16,-2-2 1-16,0 0 3 15,0 0 8-15,0 0 7 16,0 0 2-16,0 0-7 16,-2 0-10-16,-2 0 7 15,-1-2-14-15,2 2-4 0,3 0 0 16,0 0-2-16,0 0-8 15,0 8 3-15,0-1 0 16,10-6 2-16,-1-1 5 16,0 0 1-16,-2 0 2 15,-3-16-2-15,-2-5 6 16,-2 0 11-16,0-2 5 16,-4 4-2-16,-14 1-4 15,-1 5-7-15,0 6-1 16,4 7-9-16,4 0 0 15,-1 12-19-15,4 20-111 16,-1 2-184-16,-1-5-323 16</inkml:trace>
  <inkml:trace contextRef="#ctx0" brushRef="#br1" timeOffset="154665.75">507 10856 681 0,'0'0'41'0,"0"0"54"0,0 0-35 0,0 0 38 0,0 0 9 0,0 0-27 0,0 0-29 15,0 0-20-15,-50 76 6 16,50-76 5-16,0-1 11 16,2-24-2-16,18-11-18 15,8-10-21-15,16-8-9 16,17-9 2-16,25-7-5 15,27-5 1-15,19 0 0 16,12 7 2-16,10 10 11 16,3 14 10-16,1 18 4 15,-2 16-7-15,-10 10 2 16,-9 22-9-16,-19 20-1 0,-22 10 8 16,-21 0-11-16,-15-2 3 15,-17 1-2-15,-14-9-1 16,-14-5-6-16,-6-7-1 15,-9-11-3-15,0-7-2 16,0-8-68-16,0-4-120 16,0 0-123-16,0-12-181 15</inkml:trace>
  <inkml:trace contextRef="#ctx0" brushRef="#br1" timeOffset="155185.14">673 11522 677 0,'0'0'275'0,"0"0"-197"0,0 0-40 0,0 0-26 0,0 0-11 0,0 0-1 15,-47 4-66-15,81-12-60 16,8-17-154-16</inkml:trace>
  <inkml:trace contextRef="#ctx0" brushRef="#br1" timeOffset="155399.51">2676 11078 859 0,'0'0'13'0,"0"0"-13"16,0 0-105-16,0 0 16 16,0 0-165-16</inkml:trace>
  <inkml:trace contextRef="#ctx0" brushRef="#br1" timeOffset="156383.74">1115 9869 919 0,'0'0'66'0,"0"0"44"15,0 0-40-15,0 0 5 0,59-109 3 0,-16 96-20 0,-1 11-15 0,-6 2-22 16,-14 0-17-16,-9 23 2 15,-11 6-4-15,-2 7 0 16,-8 3 4-16,-23-2-6 16,-5-6 0-1,1-5 0-15,8-10 0 0,9-8 2 16,9-5-1-16,7-3-1 16,2 0-2-16,0 0-13 15,15-13-9-15,16-1 19 16,8 2 4-16,-2 7-1 0,-1 5 2 15,-1 0-1-15,-1 10 1 16,-7 19 18-16,-9 3 2 16,-14 4-6-16,-4 1 1 15,-4-6 8-15,-27-2 4 16,-10-6-2-16,-3-5-7 16,2-8-7-16,-1-10-10 15,5 0-1-15,7-17 0 16,6-20-26-16,10-5-56 15,6-2-85-15,9 2-179 16,0 6-236-16</inkml:trace>
  <inkml:trace contextRef="#ctx0" brushRef="#br1" timeOffset="156715.47">1531 9497 727 0,'0'0'41'0,"0"0"83"0,0 0 15 0,9-107 35 0,-9 104-48 0,0 3-32 0,1 0-20 16,4 31-53-16,1 33 11 15,0 28 47-15,1 13-26 16,-3 1-25-16,0-1-9 16,-2-1-7-1,1-4-5-15,4-4-6 0,0-7-1 16,1-13-37-16,3-13-64 16,3-13-111-16,1-19-175 15,3-17-231-15</inkml:trace>
  <inkml:trace contextRef="#ctx0" brushRef="#br1" timeOffset="156915.74">1843 9959 1100 0,'0'0'107'15,"0"0"-3"-15,0 0-54 16,0 0 16-16,0 0-15 15,160-73-27-15,-83 59-24 16,-11 4-62-16,-12-1-130 16,-21 6-319-16</inkml:trace>
  <inkml:trace contextRef="#ctx0" brushRef="#br1" timeOffset="161998.69">636 13746 1004 0,'0'0'192'0,"0"0"-50"0,0 0-19 0,-116-50-28 0,116 48-26 0,0 2-31 0,27 8-26 16,38 36-4-16,32 18 21 15,19 13-16-15,9-1-7 16,-1-7-5-16,1-11 4 16,0-12-5-16,-3-19-2 0,-3-21-5 15,1-6-14-15,-2-40-5 16,3-24-4-16,-6-13 4 15,-10-8 12-15,-11-7 9 16,-9-3 5-16,-10-2 0 16,-8 3 3-16,-16 8 4 15,-13 18 4-15,-14 20 1 16,-13 21-5-16,-6 15-3 16,-5 13-4-16,0 1 0 15,0 4-32-15,-5 28-127 16,-14 15-18-16,-10 18-179 15,-10 3-231-15</inkml:trace>
  <inkml:trace contextRef="#ctx0" brushRef="#br1" timeOffset="162854.01">2019 14658 344 0,'0'0'607'0,"0"0"-402"0,0 0-69 16,0 0-32-16,-143-54-63 0,110 54-8 0,2 16-7 0,6 14-1 0,6 4-7 15,7 12-7-15,12-2 3 16,0 6-13-16,9 0 2 16,22-2 1-16,12-8-4 15,3-5-5-15,4-11-13 16,-1-10-14-16,-7-10-2 16,-2-4 4-16,-7-2 11 15,-10-19 8-15,-10-2 6 16,-8-4 5-16,-5 0 1 15,-2-1 3-15,-25 4 7 16,-4 5 8-16,-4 8 3 16,0 11 16-16,-3 0-10 15,5 2-19-15,2 26-6 0,10 1-3 16,10 9-2-16,7 1-15 16,4-1-58-16,2-4-23 15,23-6-87-15,4-10-71 16,2-10-67-16</inkml:trace>
  <inkml:trace contextRef="#ctx0" brushRef="#br1" timeOffset="163150.4">2202 14297 700 0,'0'0'203'16,"-24"-106"-28"-1,17 76-15-15,5 10-38 0,-1 10-32 16,1 6-12-16,-1 4-25 16,3 4-9-16,0 42-28 15,0 29 4-15,0 28 8 16,3 22 1-16,8 9-12 16,-2 4-7-16,2-2-3 15,3-3-5-15,1-18-2 16,3-11-1-16,7-28-26 15,4-13-26-15,2-24-66 16,0-13-72-16,0-16-142 16,-7-10-121-16</inkml:trace>
  <inkml:trace contextRef="#ctx0" brushRef="#br1" timeOffset="163348.39">2476 15016 816 0,'0'0'123'16,"0"0"78"-16,0 0-107 16,0 0-53-16,0 0 9 15,0 0-19-15,120-48-18 16,-48 29-13-16,-3-8-26 16,-11 10-110-16,-21-1-170 0,-16 5-236 15</inkml:trace>
  <inkml:trace contextRef="#ctx0" brushRef="#br1" timeOffset="165633.01">1295 11590 896 0,'0'0'28'0,"-17"-160"63"0,5 99 21 0,3 17 24 0,1 16-18 0,0 12-7 15,6 10-21-15,2 6-44 16,0 0-17-16,0 39-18 16,10 41-3-16,13 44 22 15,12 39 5-15,2 21-17 16,7 19-2-16,2 3-3 15,-2-8-2-15,3-1-3 16,-7-20-2-16,-3-20 0 16,-5-24 0-16,-10-26-4 15,-9-28-1-15,-11-14-1 16,-2-23 2-16,0-18-2 0,-15-22 0 16,-12-2-7-16,-10-36-5 15,-6-19 2-15,-2-15 10 16,5 3-2-16,7 11 4 15,13 18-2-15,9 17 1 16,9 15-1-16,2 6 0 16,0 12-1-16,6 28 1 15,24 10 6-15,5 4-3 16,3-11-3-16,4-15 4 16,-4-14-4-16,-2-12-2 0,4-2-12 15,-3-24-20 1,4-17-34-16,0-13-84 0,-5-12-129 15,-13-4-215-15</inkml:trace>
  <inkml:trace contextRef="#ctx0" brushRef="#br1" timeOffset="165848.51">2010 12006 1005 0,'0'0'210'0,"0"0"-38"0,0 0-46 0,0 0-11 0,0 0-70 16,0 0-35-1,-60 152 12-15,34-64-16 0,-1 0-3 16,-2 2-3-16,-2-6-48 16,0-9-92-16,4-19-84 15,4-18-166-15,8-26-159 16</inkml:trace>
  <inkml:trace contextRef="#ctx0" brushRef="#br1" timeOffset="166031.47">1765 12196 946 0,'0'0'140'16,"0"0"99"-16,0 0-147 15,0 0 16-15,0 0-32 0,0 0-3 16,60 110-57-16,-11-62-16 15,1 1-1-15,-2-2-79 16,-5-4-134-16,-7-9-210 16,-9-14-371-16</inkml:trace>
  <inkml:trace contextRef="#ctx0" brushRef="#br1" timeOffset="166332.89">2171 12168 600 0,'0'0'395'0,"0"0"-235"16,0 0-51-16,-10-119-14 16,39 105-5-16,5 12-19 0,1 2-19 15,-4 23-13-15,-8 21-21 16,-13 9-1-16,-10 10-5 16,0-5-5-16,-12-6 0 15,-9-6 4-15,4-14 2 16,1-5-3-16,5-14 5 15,5-9 3-15,6-2-10 16,0-2-7-16,0 0-1 16,2 0-3-16,29-10 0 15,19-18-2-15,9-6-23 16,15-7-38-16,3-5-47 16,6 1-98-16,0-1-212 0</inkml:trace>
  <inkml:trace contextRef="#ctx0" brushRef="#br1" timeOffset="167167.76">5631 11283 100 0,'0'0'847'0,"-36"-124"-685"0,28 80-9 0,0 13-28 0,6 16 4 15,0 10-31-15,0 5-37 16,2 0-28-16,2 37-20 15,25 34 10-15,8 35 15 16,3 16-12-16,1 8-17 16,-2 2-4-16,-1-5 0 0,-3-8-4 15,-2-19-1 1,-6-19-1-16,-8-14-1 0,-7-15-2 16,-8-13-4-16,-2-10 2 15,0-14 2-15,-2-9 3 16,-16-6-1-16,-7-1 2 15,-6-27-8-15,-7-10 8 16,3-5 0-16,3 6 1 16,10 9 0-16,9 9-1 15,6 12 2-15,5 4-1 16,2 3-1-16,0 0-3 16,0 30 0-16,18 5 3 0,11 4 1 15,2-10 0 1,-2-14-2-16,4-10-2 0,-2-5-12 15,7-6 0-15,5-28-24 16,1-6-62-16,3-11-106 16,-7-5-115-1,-9-2-89-15,-6-6-194 0</inkml:trace>
  <inkml:trace contextRef="#ctx0" brushRef="#br1" timeOffset="167398.82">6317 11278 928 0,'0'0'181'0,"0"0"5"0,0 0-41 0,0 0 9 0,0 0-56 0,0 0-59 0,-44 29-30 16,28 43 4-16,-4 17-7 15,-2-1-6-15,-2-5-10 16,3-4-62-16,3-8-93 15,0-19-78-15,7-17-102 16,1-24-155-16</inkml:trace>
  <inkml:trace contextRef="#ctx0" brushRef="#br1" timeOffset="167568.74">6123 11414 302 0,'0'0'578'0,"0"0"-353"0,0 0-5 16,0 0-73-16,0 0-43 15,0 0-53-15,-13 0-31 16,49 45 17-16,8 4-37 16,3-1-5-16,-3-7-78 15,-2 1-115-15,-7-10-186 16,-9-9-370-16</inkml:trace>
  <inkml:trace contextRef="#ctx0" brushRef="#br1" timeOffset="167865.2">6558 11430 796 0,'0'0'188'0,"0"0"-68"15,-9-102-32-15,20 83 5 0,14 10 1 16,1 9-32-16,3 9-2 16,-2 29-2-16,-12 15-21 15,-10 6-13-15,-5 2-10 16,-5-7 1-16,-17-6-2 15,5-10 5-15,0-11 0 16,9-14 9-16,6-6-15 16,2-7-6-16,2 0-6 15,36-14-3-15,20-19 3 16,13-15 0-16,5-6-11 16,3 2-27-16,0 4-14 0,-6 8-27 15,-3 12-28-15,-17 11-203 16,-24 16-309-16</inkml:trace>
  <inkml:trace contextRef="#ctx0" brushRef="#br1" timeOffset="168852.44">4760 10804 677 0,'0'0'46'0,"0"0"71"0,0 0-117 0,0 0-26 0,0 0-115 0,0 0 78 0,0 0-516 16</inkml:trace>
  <inkml:trace contextRef="#ctx0" brushRef="#br1" timeOffset="169699.82">5078 13537 1006 0,'0'0'83'0,"0"0"68"0,0 0-119 0,44-140-7 0,-3 108 22 0,-5 16-11 16,-9 12-25-16,-10 4-11 15,-8 27 6-15,-9 20-3 16,0 13 7-16,-16 2-5 15,-17-6-4-15,0-6 5 16,4-11-5-16,8-16 3 16,10-6 0-16,9-17-4 15,2 0-1-15,0 0-12 0,29 0 2 16,7-17 11 0,9 7 5-16,0 5-2 0,-2 5 1 15,-6 0 25-15,-11 0 41 16,-15 0-6-16,-11 11-25 15,-11 10 15-15,-29 5-11 16,-16 5-31-16,-2-8-6 16,7-5-4-16,8-12-2 15,17-3-2-15,10-3-28 16,11 0-58-16,5-23-114 16,0-1-222-16,28-2-319 15</inkml:trace>
  <inkml:trace contextRef="#ctx0" brushRef="#br1" timeOffset="170031.86">5535 13381 979 0,'0'0'59'16,"0"0"140"-16,0 0-87 16,-122-20-16-16,113 20-14 15,9 0-46-15,0 10-32 16,0 22-2-16,17 12-1 15,6 4-1-15,4-2-2 16,0-8 0-16,4-6-9 16,-2-11 1-16,-3-7 0 15,-8-8 4-15,-7-5 0 16,-4-1 6-16,-7 0 2 0,0-20 25 16,0-13 3-16,0-8-5 15,-5-3-6-15,-17 4-9 16,-2 2-6-16,-5 4-4 15,4 12-11-15,5 7-44 16,11 13-61-16,9 2-97 16,0 0-210-16</inkml:trace>
  <inkml:trace contextRef="#ctx0" brushRef="#br1" timeOffset="170233.77">5722 13328 964 0,'0'0'197'15,"0"0"9"-15,0 0-85 16,0 0-31-16,0 0-42 16,0 0-38-16,38 49-5 15,2-10-5-15,1 0-19 16,-2-5-84-16,1-12-56 16,-3-8-105-16,-4-14-32 15,-9 0 17-15,-4-23-135 16</inkml:trace>
  <inkml:trace contextRef="#ctx0" brushRef="#br1" timeOffset="170433.01">6045 13345 236 0,'0'0'216'16,"-4"-120"-26"-16,-7 69-3 16,2 13-62-16,2 14 60 0,2 14-27 15,1 10-30-15,4 0-30 16,0 52-53-16,-2 33-19 16,2 31 26-16,0 16-14 15,-2 0-17-15,-9 1-11 16,-5-11-4-16,-8-12-5 15,4-16 1-15,6-19-4 16,3-23-5-16,7-18-30 16,4-24-60-16,0-10-94 15,0-18-158-15,4-32-137 16</inkml:trace>
  <inkml:trace contextRef="#ctx0" brushRef="#br1" timeOffset="170885.06">5949 12651 928 0,'0'0'119'0,"-151"-40"2"16,55 32-23-16,-13 8-23 15,-13 0-6-15,-3 42 2 16,0 27-17-16,7 28-9 15,13 33-14-15,16 31 4 16,22 24-2-16,27 7-15 16,33 5-5-16,10-15-2 0,57-19-9 15,31-25-2 1,33-26-21-16,35-34-24 0,19-31-38 16,7-40-34-1,0-11-52-15,-20-52-150 0,-20-23-22 16,-16-24 41-16,-19-15 300 15,-17-15 36-15,-11-11 221 16,-14-25-3-16,-22-1-81 16,-21-3-44-16,-21 8-74 15,-4 22-25-15,-40 22 3 16,-32 33 14-16,-32 34-6 16,-37 35-15-16,-36 19-26 0,-29 17-2 15,-14 33-58-15,8 16-21 16,27 13-49-16,31 9-120 15,32-6-207-15</inkml:trace>
  <inkml:trace contextRef="#ctx0" brushRef="#br1" timeOffset="171783.03">1217 7463 1031 0,'-182'50'71'0,"10"-3"41"0,18-1 4 0,31-8 9 15,44-12-23-15,54-16-27 0,54-10-11 16,98-42-53-16,77-40-7 16,80-35-4-16,61-31-15 15,44-23-26-15,24-7 12 16,1 2-22-16,-20 11 1 15,-32 27-26-15,-63 25 12 16,-79 33-65-16,-97 36-169 16,-94 35-112-16,-62 20-22 15</inkml:trace>
  <inkml:trace contextRef="#ctx0" brushRef="#br1" timeOffset="171967.27">1598 7463 802 0,'-270'139'189'0,"56"-21"-35"15,60-30-36-15,73-38-47 16,81-41-20-16,75-29-31 16,110-70 2-16,93-43-17 15,75-44-5-15,61-35-59 16,41-14-19-16,15-8-29 16,-11 14-34-16,-42 25-29 15,-72 23-259-15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2:52:34.0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9820 5238 1293 0,'0'0'6'0,"-54"-109"95"0,45 85 72 0,7 16-84 0,2 6-25 0,0 2-27 16,0 0-12-16,0 33-19 15,17 28-5-15,4 26 6 16,-1 17-7-16,-5 2-8 15,-8 0-30-15,-4-3-42 16,-3-12-101-16,0-10-143 16,-3-26-135-16</inkml:trace>
  <inkml:trace contextRef="#ctx0" brushRef="#br0" timeOffset="212.58">9788 5273 650 0,'0'0'40'0,"0"0"87"0,88-116-45 16,-49 106-17-16,1 10 4 16,1 4 28-16,-8 30-30 15,-10 10-19-15,-23 11-20 16,-5 9-18-16,-46 2-10 16,-19-2-36-16,-3-4-93 15,4-10-25-15,13-14-24 16,21-10-142-16</inkml:trace>
  <inkml:trace contextRef="#ctx0" brushRef="#br0" timeOffset="433.42">10250 5734 1203 0,'0'0'32'0,"0"0"65"15,0 0-44-15,0 0 17 16,191 0-10-16,-95 0-29 16,9 0-31-16,4 0-4 15,-4 0-62-15,-14 0-72 0,-26 0-141 16,-30 0-145-16</inkml:trace>
  <inkml:trace contextRef="#ctx0" brushRef="#br0" timeOffset="598.27">10659 5532 331 0,'0'0'455'16,"0"0"-334"-16,0 0 136 15,0 0-118-15,0 0-68 16,0 0-37-16,-59 103 82 16,59-21-53-16,0 4-39 15,0 6-24-15,7 2-2 16,3 7-79-16,-3-11-131 15,-7-10-280-15</inkml:trace>
  <inkml:trace contextRef="#ctx0" brushRef="#br0" timeOffset="879.82">11598 5434 1231 0,'0'0'54'15,"0"0"107"-15,0 0-40 16,0 0-80-16,0 0-3 0,0 0-14 16,-2 16-14-16,19 50 14 15,-3 10-22-15,-5 7-2 16,-9-1-35-16,0-4-63 15,-3-8-103-15,-15-16-145 16,1-21-138-16</inkml:trace>
  <inkml:trace contextRef="#ctx0" brushRef="#br0" timeOffset="1045.35">11386 5453 760 0,'0'0'35'0,"0"0"79"15,33-142-27-15,14 109-10 0,15 8-22 16,8 14-26 0,-1 11-18-16,-9 11-11 0,-16 36-57 15,-19 13-139-15,-23 8-101 16,-2 8-190-16</inkml:trace>
  <inkml:trace contextRef="#ctx0" brushRef="#br0" timeOffset="1179.73">11310 6061 809 0,'0'0'79'16,"0"0"45"-16,0 0-52 0,0 0 11 15,180 21-73-15,-55-37-10 0,14-7-157 16,-4-4-105 0,-3-4-189-16</inkml:trace>
  <inkml:trace contextRef="#ctx0" brushRef="#br0" timeOffset="1396.49">12656 5785 1118 0,'0'0'35'0,"0"0"99"16,0 0-101-16,129 10-18 15,-31-10-7-15,14 0-7 16,-10 0-1-16,-15-4-120 0,-25-1-118 16,-35 5-48-16,-27 0-264 15</inkml:trace>
  <inkml:trace contextRef="#ctx0" brushRef="#br0" timeOffset="1530.51">12660 5995 637 0,'0'0'67'15,"0"0"81"-15,0 0-33 16,0 0-88-16,0 0 6 16,160 16-33-16,-23-17-30 15,10-24-205-15,2-5-341 16</inkml:trace>
  <inkml:trace contextRef="#ctx0" brushRef="#br0" timeOffset="2179.06">14434 5403 762 0,'0'0'224'15,"0"0"-22"-15,0 0 41 0,0 0-120 0,0 0-69 0,0 0-29 16,-91 31-15-16,60 46-5 16,2 12 0-16,6-8-5 15,10-9-12-15,3-10-40 16,8-22-29-16,2-17-16 15,0-20 13-15,0-3 19 16,10-36 62-16,14-24 3 16,7-22 11-16,7-8 9 15,2-3 1-15,0 7 3 16,-1 12-2-16,-8 20 13 16,-12 24 12-16,-10 15 11 15,-2 15-7-15,0 5-19 16,-1 43-19-16,5 24 33 15,5 14-18-15,-1 3-10 16,8 0-13-16,-1-4-3 0,3-11-2 16,2-8-29-16,-8-13-36 15,-5-15-77-15,-7-15-63 16,-7-10-153-16,0-13-28 16</inkml:trace>
  <inkml:trace contextRef="#ctx0" brushRef="#br0" timeOffset="2328.89">14113 5734 446 0,'0'0'248'0,"0"0"-96"15,0 0-1-15,0 0-76 16,0 0 6-16,194-21-29 0,-38 5-52 16,27-4-11-1,8-7-208-15,-12-5-99 0</inkml:trace>
  <inkml:trace contextRef="#ctx0" brushRef="#br0" timeOffset="6828.37">3933 2876 699 0,'0'0'66'0,"0"0"33"0,0 0-1 0,-138 15-2 0,122-8-15 16,11-2-16-16,5 4-25 0,21-2-27 16,39 1 34-1,38-6-3-15,40-2-26 16,36 0-10-16,22-2-5 16,18-4-2-16,-1 6 4 15,6 0-4-15,6 11 6 0,3 6 6 16,1 1-3-16,-6-3-4 15,-18-3-5-15,-20-4 8 16,-27-4 1-16,-36-3-8 16,-41-1 3-16,-39 0-5 15,-26 0-21-15,-16 0 14 16,-10 0-33-16,-29 0-14 16,-17 0-122-16,-13 0-42 15,-2 0-18-15,-8 0-9 16</inkml:trace>
  <inkml:trace contextRef="#ctx0" brushRef="#br0" timeOffset="7179.71">4062 2933 687 0,'-118'2'24'15,"14"2"12"-15,21 1 76 16,23-4-29-16,24 2-15 16,25-2 26-16,11 3-23 15,24 5-55-15,46 0 35 16,30 2-24-16,29-4-11 0,27-4-14 16,22-3 1-16,18 0-2 15,16 0 1-15,14 0-2 16,13 0 4-16,16-7-2 15,1-1-2-15,2 2 0 16,-16-2 0-16,-20 1 1 16,-35 3-1-16,-41 0 1 15,-45 1-5-15,-47 3-12 16,-40 0-94-16,-14 0-34 16,-52 0-27-16,-19 12-203 15</inkml:trace>
  <inkml:trace contextRef="#ctx0" brushRef="#br0" timeOffset="12228.37">19365 2876 650 0,'0'0'368'0,"0"0"-277"0,-114-11 104 0,114 11-151 0,6 0-40 0,42 14 22 0,23 6 28 15,22-3-14-15,21-6-22 16,11-3-10-16,-1-4-1 15,-10-4-7-15,-20 0-5 16,-30 0-46-16,-26 0-73 16,-26 0-26-16,-12 0-42 15,-43 0 69-15,-28 0-72 16,-23 9 158-16,-15-1 37 16,-7-2 7-16,5-1 35 15,9 1 30-15,17 0 17 16,18 0 5-16,24-2-2 15,26 1 2-15,17-1-29 0,13 0-49 16,41 1 16-16,19 0 7 16,25-5-5-16,13 0-24 15,10 0-3-15,1-6 3 16,-10-6 3-16,-20 1 0 16,-21 4-13-16,-25 4 0 15,-19 3-38-15,-19 0-110 16,-8 0-74-16,-10 4-30 15,-24 8-38-15</inkml:trace>
  <inkml:trace contextRef="#ctx0" brushRef="#br0" timeOffset="13663.64">17159 3012 851 0,'0'0'3'0,"0"0"86"0,0 0 61 0,0 0-77 0,0 0-42 0,0 0 10 16,51 9 38-16,41-4-25 15,16-2-26-15,12 0-22 16,-1-2 1-16,-5 2-5 15,-8-3 1-15,-10 0-3 16,-15 0-14-16,-21 0-31 0,-20 0-35 16,-22 2-70-1,-18 2-29-15,-9 2 3 0,-45 0-2 16,-22 0-131-16</inkml:trace>
  <inkml:trace contextRef="#ctx0" brushRef="#br0" timeOffset="13879.39">17281 3079 428 0,'0'0'44'16,"-113"7"79"-16,82-3-23 16,17-2 9-16,14 2-21 15,0 2-29-15,36 0-32 16,24 2 74-16,27-5-38 0,17-3-24 16,16 0-24-16,5 0 0 15,3-13 4-15,-8 1-4 16,-13-3-10-16,-16 7-5 15,-24 6-16-15,-23 2-138 16,-23 0-66-16,-21 0-51 16,-2 2-309-16</inkml:trace>
  <inkml:trace contextRef="#ctx0" brushRef="#br0" timeOffset="19512.84">9824 6997 1094 0,'0'0'51'0,"0"0"106"0,0 0-3 0,0 0-35 0,0 0-28 16,0 0-46-16,0 0-23 15,-23-11-2-15,23 85 15 16,0 10-12-16,0-3-16 16,0-1-1-16,0 0-6 15,0-6-1-15,0-5-20 16,0-7-19-16,0-16-46 0,0-12-60 16,3-14-47-16,4-18-57 15,-1-2-4-15,1-31 30 16,-5-26 0-16,-2-22 34 15,0-10 50-15,0-5 140 16,0 1 222-16,0 4-80 16,0 9-37-16,12 14-11 15,6 13 4-15,12 15-6 16,4 19-25-16,1 18-6 16,2 1-8-16,-6 20 1 0,-13 18 22 15,-5 4-13-15,-13-1-18 16,-10-1-26-16,-32 0-5 15,-9-1-8-15,-5-8-6 16,10-4-11-16,14-10-62 16,14 0-136-16,18-7-149 15</inkml:trace>
  <inkml:trace contextRef="#ctx0" brushRef="#br0" timeOffset="19762.5">10356 7417 1254 0,'0'0'32'0,"0"0"23"0,0 0-3 0,0 0-15 0,0 0 37 0,206 7-23 16,-99-7-31-16,-3 0-20 15,-8-7-11-15,-21 3-60 16,-19 2-89-16,-29 0-144 16,-25 0-247-16</inkml:trace>
  <inkml:trace contextRef="#ctx0" brushRef="#br0" timeOffset="19962.87">10691 7124 884 0,'0'0'73'0,"0"0"101"16,0 0-32-16,0 0-55 16,0 0-30-16,0 0 7 15,-13 101 19-15,23-41-52 16,2 6-14-16,-1 7-14 16,-7-2-3-16,-4 0-31 15,0-5-56-15,0-8-69 16,0-10-119-16,-2-12-120 15</inkml:trace>
  <inkml:trace contextRef="#ctx0" brushRef="#br0" timeOffset="20862.66">11783 7288 956 0,'0'0'63'0,"0"0"90"0,-36-121 59 0,33 101-101 0,3 5-6 0,0 10-11 15,0 5-45-15,0 0-26 16,0 15-17-16,0 21-2 16,0 11 0-16,0 5-4 15,0 3 0-15,0 6-31 16,0-1-39-16,-4-3-77 15,-5-7-73-15,-2-13-117 16,-2-10-107-16</inkml:trace>
  <inkml:trace contextRef="#ctx0" brushRef="#br0" timeOffset="21062.87">11478 7385 763 0,'0'0'43'16,"0"0"53"-16,-17-118 21 15,17 84-15-15,25 1-14 16,13 5-37-16,9 6-24 16,9 7-18-16,4 7-9 15,-5 8-12-15,-10 0-78 16,-14 17-103 0,-16 17-72-16,-15 9-75 0</inkml:trace>
  <inkml:trace contextRef="#ctx0" brushRef="#br0" timeOffset="21212.85">11528 7670 704 0,'0'0'50'0,"0"0"69"0,0 0 2 15,0 0 15-15,0 0-30 16,0 0-79-16,-19 43-7 16,79-46 1-16,19-17-21 15,15-2-38 1,7 0-155-16,-5 4-77 0,-14 6-212 15</inkml:trace>
  <inkml:trace contextRef="#ctx0" brushRef="#br0" timeOffset="21679.46">12026 7663 977 0,'0'0'26'15,"0"0"93"-15,0 0-32 16,0 0-55-16,0 0 0 16,96-107-4-16,-41 107 1 15,-6 0-11-15,-16 1-5 16,-15 25-2-16,-11 7-10 16,-7 5 6-16,-13 7-4 15,-24-6 6-15,-7-1 0 16,-1-8 0-16,8-9 1 0,8-10 9 15,13-6-7 1,10-4-7-16,6-1-5 16,0 0-6-16,29 0 1 0,11-10 1 15,6 0 4-15,-1 6-3 16,-5 4 2-16,-9 0 1 16,-6 21 1-16,-7 10 7 15,-7 1 10-15,-11 0 7 16,0-1 3-16,-18-5 21 15,-20-2-7-15,-8-6-13 16,-2-8-11-16,1-6-8 16,3-4-10-16,9 0 0 15,6-6-15-15,8-18-36 16,17-7-77-16,4-3-139 16,9 1-242-16</inkml:trace>
  <inkml:trace contextRef="#ctx0" brushRef="#br0" timeOffset="21896.66">12464 7674 970 0,'0'0'118'0,"0"0"99"0,0 0-102 0,0 0-44 0,0 0-27 0,0 0 18 16,71 80-14-16,-25-41-35 15,-11 0-13-15,-2-3-17 0,-8-4-61 16,-3-1-70-16,-4-9-79 16,-5-8-64-16,3-10-97 15</inkml:trace>
  <inkml:trace contextRef="#ctx0" brushRef="#br0" timeOffset="22163.07">12801 7684 641 0,'0'0'76'15,"0"0"91"-15,0 0-42 16,0 0 16-16,0 0-16 16,0 0-26-16,9-74-41 15,-9 106-30-15,-3 20 6 16,-13 15 32-16,-1 10-26 0,-3-1-6 16,-2 3-6-16,2 2 0 15,-3-10-11-15,4-7-1 16,-2-7-8-16,3-10-2 15,5-9-3-15,1-6-1 16,8-9-2-16,2-9-5 16,2-4-28-16,0-10-56 15,0 0-60-15,0 0-134 16,18-26-184-16</inkml:trace>
  <inkml:trace contextRef="#ctx0" brushRef="#br0" timeOffset="22466.4">13447 7472 989 0,'0'0'28'15,"0"0"108"-15,0 0-27 16,0 0-61-16,0 0 0 16,0 0-32-16,15-3 29 15,43 13-6-15,9-4-25 16,3-2-9-16,-8 0-5 16,-7-2-17-16,-12 0-62 15,-18 0-63-15,-17 6-81 16,-8 2-134-16</inkml:trace>
  <inkml:trace contextRef="#ctx0" brushRef="#br0" timeOffset="22645.91">13412 7680 664 0,'0'0'89'0,"0"0"38"16,0 0-6-16,0 0-57 15,0 0 32-15,0 0-13 16,129 8-43-16,-63-8-25 15,1 0-9-15,2 0-1 16,-9-6-5-16,-10-2-50 0,-13 2-166 16,-16-1-156-1</inkml:trace>
  <inkml:trace contextRef="#ctx0" brushRef="#br0" timeOffset="23369.57">14661 7472 767 0,'0'0'125'0,"0"0"84"0,7-151-68 0,-7 101-63 16,0 8-5-16,-18 7-5 0,-2 13-32 0,-7 10-1 15,-4 12-17-15,-5 0-17 0,-3 17 7 16,1 15-7 0,9 6-2-16,15 3 0 0,14 3-15 15,14 3-14-15,30 2 2 16,14-3-21-16,2-1 1 15,-4-3 22-15,-10-3 9 16,-14-9 12-16,-16-8 3 16,-12-6 0-16,-4-8-6 15,-14-2 8-15,-24-4 11 16,-10-2 3-16,-8 0-4 16,2 0-4-16,12-16 5 15,7-6-5-15,17-2-6 16,18-8-4-16,2-1-41 15,47 4-65-15,16 4-121 16,8 7-63-16,1 5-147 0</inkml:trace>
  <inkml:trace contextRef="#ctx0" brushRef="#br0" timeOffset="23579.68">15008 7317 237 0,'0'0'618'0,"0"0"-465"15,0 0 66-15,-31-102-77 16,18 91-21-16,7 6-10 15,4 5-31-15,-1 1-38 16,3 35-21-16,0 19 14 16,0 13-9-16,0 4-11 15,0 3-5-15,9-6-8 16,4 0-2-16,7-7-17 0,1-11-28 16,6-5-72-1,4-19-146-15,2-14-222 0</inkml:trace>
  <inkml:trace contextRef="#ctx0" brushRef="#br0" timeOffset="23779.43">15328 7335 1070 0,'0'0'41'0,"0"0"119"16,0 0-78-16,0 0-57 15,0 0 13-15,159-60-12 0,-92 59-26 16,-11 1-21 0,-16 0-134-16,-18 0-92 0,-17 0-57 15,-5 0-258-15</inkml:trace>
  <inkml:trace contextRef="#ctx0" brushRef="#br0" timeOffset="24162.87">15372 7295 413 0,'0'0'230'15,"0"0"-116"-15,0 0 62 16,0 0-65-16,0 0-17 0,0 0 8 16,-63 108-33-16,63-66-22 15,0 1-31 1,0-6-8-16,0-1-6 0,0-7-2 16,0-8-1-16,0-6-30 15,0-8-15 1,0-4-3-16,0-3 1 0,0 0 36 15,0-4-7 1,0-17-17-16,0 0 36 0,10-3-6 16,7 4 2-16,8-1 4 15,4 7 6-15,6 6-5 16,3 7 0-16,-2 1 11 16,-3 4 5-16,-4 23 19 15,-4 6-4-15,-7 7 11 0,-9-2 9 16,-9-4 1-1,0-1 5-15,-13-1 0 16,-24-7-7-16,-9-3-29 16,-6-4-21-16,2-8-1 0,5-4-52 15,7-6-60-15,8 0-127 16,10-10-69-16</inkml:trace>
  <inkml:trace contextRef="#ctx0" brushRef="#br0" timeOffset="24496.88">15990 6974 1006 0,'0'0'27'0,"0"0"123"0,-16-102-2 0,16 89-72 0,0 10 28 0,0 3-40 0,0 38-42 16,0 35-14-16,-10 32 56 15,-1 23-12-15,-6 7-25 16,-3 2-9-16,-1-7-5 16,0-8-9-16,4-12-1 15,3-12-3-15,2-13-8 16,10-16-27-16,2-14-79 15,0-22-65-15,16-22-214 16,10-11-203-16</inkml:trace>
  <inkml:trace contextRef="#ctx0" brushRef="#br0" timeOffset="24687.43">16074 7747 975 0,'0'0'32'15,"0"0"60"-15,0 0-34 16,0 0 29-16,189-4 17 16,-79 4-44-16,-4 0-37 15,-10 0-18-15,-16-7-2 0,-15 1-3 16,-25 4-30 0,-24-2-146-16,-16 2-292 0</inkml:trace>
  <inkml:trace contextRef="#ctx0" brushRef="#br0" timeOffset="26746.73">2957 3682 439 0,'0'0'392'0,"-129"0"-302"0,64-5 78 0,5 1-23 0,9 4-47 0,20 0-11 0,14 0 3 15,17 0-41-15,4 0-30 0,40 0-15 16,32 0 11 0,28 0-3-16,21 0-12 0,12 0 0 15,-6 0-6 1,-8-2-37-16,-16 2-10 0,-17 0-58 16,-30 0-68-16,-31 0-66 15,-29 2-7-15,-24 4 38 16,-47 0 110-16,-25 4 104 15,-20-2 32-15,-17 2 98 16,-13 0-28-16,-3 2-12 16,2-1 65-16,13 0 5 15,20-1 24-15,29 2-107 16,33-3-7-16,39-5-25 16,15 0-6-16,65-4-25 15,41 0 10-15,44 0-21 16,39-10-3-16,31-9-1 15,11 0-19-15,8 0-88 0,-12 2-92 16,-10-10-170 0</inkml:trace>
  <inkml:trace contextRef="#ctx0" brushRef="#br0" timeOffset="27086.73">5097 3677 907 0,'0'0'17'0,"-191"2"86"0,121 1 13 0,27-3-25 0,25 3-36 0,18 1 9 0,23 5-52 0,45 0 15 15,38-3-8-15,23-2-12 16,22-4-2-16,14 0-3 16,-7 0-2-16,-9 0-60 0,-26-4-62 15,-36-6-84-15,-45 2-105 16,-42 4-69-16</inkml:trace>
  <inkml:trace contextRef="#ctx0" brushRef="#br0" timeOffset="27246.59">5384 3721 359 0,'-194'17'132'0,"16"1"71"15,28 3 0-15,41-2-70 16,48-5 3-16,48-3-50 16,29 2-59-16,73-7 21 15,52 0-12-15,43-6-22 16,39-2-9-16,11-19-5 15,0-4-41-15,-20-9-239 16,-40-9-348-16</inkml:trace>
  <inkml:trace contextRef="#ctx0" brushRef="#br0" timeOffset="28762.74">9739 9174 1136 0,'0'0'69'0,"0"0"107"0,0 0-44 0,-46-108-31 0,44 108-16 16,2 3-47-16,-5 47-20 0,0 27 3 15,1 23 9-15,4 4-16 16,0 1-10-16,0-3-4 15,0-8-10-15,0-6-46 16,0-15-85-16,11-17-58 16,9-23-160-16,-2-28-225 15</inkml:trace>
  <inkml:trace contextRef="#ctx0" brushRef="#br0" timeOffset="28979.89">9677 9421 899 0,'0'0'47'0,"-13"-115"98"15,19 71-89 1,30 8 44-16,11 11 3 16,7 12-32-16,-5 13-10 15,-3 0-24-15,-19 34-18 0,-18 12-14 16,-9 10-2-16,-20 7-3 16,-27-1-18-16,-11-4-33 15,-2-6-40-15,8-6-43 16,17-12-87-16,12-11-136 15</inkml:trace>
  <inkml:trace contextRef="#ctx0" brushRef="#br0" timeOffset="29182.41">10221 9581 878 0,'0'0'308'0,"0"0"-249"15,0 0 25-15,0 0-27 16,0 0 54-16,0 0-41 16,191 20-48-16,-95-20-11 15,-4 0-11-15,1 0-21 16,-6 0-102-16,-13 0-46 16,-26-4-117-16,-27-8-194 15</inkml:trace>
  <inkml:trace contextRef="#ctx0" brushRef="#br0" timeOffset="29397.35">10501 9354 813 0,'0'0'107'16,"0"0"68"-16,0 0-12 0,0 0-74 16,0 0-21-16,0 0 52 15,-24 122-31-15,35-55-36 16,-2 5-27-16,-3 6-16 15,-1 3-10-15,-3 1-8 16,3 0-54-16,2-2-122 16,-3-14-178-16,9-18-237 15</inkml:trace>
  <inkml:trace contextRef="#ctx0" brushRef="#br0" timeOffset="29698.4">11488 9443 1105 0,'0'0'85'0,"-17"-113"60"15,17 76-44-15,0 12 26 16,0 11-44-16,0 10-27 15,0 4-39-15,0 10-13 16,0 30-3-16,0 18 3 0,2 9 2 16,3 1-6-16,1 0 0 15,7-5-3-15,1-5-39 16,-1-3-75-16,-1-9-101 16,-8-11-176-1,-4-17-190-15</inkml:trace>
  <inkml:trace contextRef="#ctx0" brushRef="#br0" timeOffset="29862.83">11216 9526 795 0,'0'0'47'0,"0"0"40"16,-42-112 11-16,42 79 11 0,40 1-78 16,18 3 32-16,14 8-26 15,12 9-25-15,-3 7-12 16,-12 5-8-16,-20 6-109 15,-28 26-146-15,-21 12-156 16</inkml:trace>
  <inkml:trace contextRef="#ctx0" brushRef="#br0" timeOffset="30013">11216 9832 877 0,'0'0'74'0,"0"0"25"16,0 0-16-16,0 0-17 15,0 0-6-15,183-20-53 16,-75 4-7-16,0 1-50 0,-10 5-101 16,-20 1-173-1</inkml:trace>
  <inkml:trace contextRef="#ctx0" brushRef="#br0" timeOffset="30297.85">11927 9555 912 0,'0'0'57'16,"0"0"143"-16,0 0-67 16,0 0-15-16,0 0-13 15,0 0-67-15,-29-44-21 16,29 80-8-16,0 12 9 16,-9 6-9-16,-6-2-5 15,-1-8 0-15,1-6-2 16,3-9-2-16,8-9 1 15,4-9-1-15,4-3-2 0,32-3-15 16,13-5-4-16,14 0-25 16,3 0-35-1,-1 0 2-15,-5-6-35 0,-8-1-84 16,-15 4-23-16,-14-1-75 16</inkml:trace>
  <inkml:trace contextRef="#ctx0" brushRef="#br0" timeOffset="30498.7">12140 9645 656 0,'0'0'178'15,"0"0"-23"-15,0 0 7 16,0 0-26-16,0 0-54 0,0 0-54 16,-23 36 7-1,23 16 54-15,5 0-54 0,10 0-24 16,9 1-8-16,-1-3-3 15,2-2-43-15,-4-2-102 16,-5-4-150-16,-1-12-118 16</inkml:trace>
  <inkml:trace contextRef="#ctx0" brushRef="#br0" timeOffset="30696.56">12413 9713 933 0,'0'0'47'0,"0"0"157"0,0 0-49 16,0 0-84-16,0 0 17 16,0 0-68-16,-9-12-8 15,49 48 5-15,3 5-17 16,-3-4-19-16,-11 2-99 16,-7-7-84-16,-6-6-94 15,-6-12-89-15</inkml:trace>
  <inkml:trace contextRef="#ctx0" brushRef="#br0" timeOffset="30896.72">12647 9676 428 0,'0'0'201'0,"0"0"-14"15,0 0 7-15,0 0 4 16,0 0-75-16,0 0-83 16,2-25-28-16,-12 81 73 15,-6 18-22-15,-3 1-30 16,0 1-20-16,-1 2-5 15,-3-6-8-15,-1-5-4 16,4-5-70-16,-1-11-97 16,6-10-211-16,6-15-433 15</inkml:trace>
  <inkml:trace contextRef="#ctx0" brushRef="#br0" timeOffset="31212.33">13356 9669 954 0,'0'0'32'16,"0"0"19"-16,0 0 37 15,0 0-51-15,0 0 62 0,125-22-57 16,-55 12-33-16,1 4-9 16,-8 4-54-16,-18 2-147 15,-20 0-60-15,-25 14-96 16</inkml:trace>
  <inkml:trace contextRef="#ctx0" brushRef="#br0" timeOffset="31347.27">13373 9828 762 0,'0'0'95'16,"0"0"-30"-16,0 0-20 0,0 0 88 16,0 0-31-1,203 0-102-15,-96-16-24 0,7-4-139 16,-5-4-127-1</inkml:trace>
  <inkml:trace contextRef="#ctx0" brushRef="#br0" timeOffset="31879.1">14717 9593 725 0,'0'0'153'16,"0"0"69"-16,18-150-86 16,-18 106-55-16,-16 5-40 15,-12 13 9-15,-4 14-24 16,-6 12-10-16,1 0-8 16,0 16-7-16,6 14 3 0,14 10-4 15,10 5-1-15,7 5-2 16,22 2-1-16,27 2-7 15,7-1-21-15,0-3 14 16,-12-6 14-16,-13-8 3 16,-20-4 1-16,-11-10 0 15,-9-5 0-15,-30-4 9 16,-13-9 16-16,-4-4 6 16,8 0-4-16,5-17-3 15,19-10-4-15,22-13-19 16,4-7-1-16,46-7-55 0,21 2-53 15,8 10-104 1,3 8-49-16,-7 8-4 0,-6 4-66 16</inkml:trace>
  <inkml:trace contextRef="#ctx0" brushRef="#br0" timeOffset="32229.65">15004 9431 413 0,'0'0'231'0,"0"0"21"16,0 0-60-16,0 0-17 15,0 0-71-15,0 0-6 16,-33-63-42-16,33 67-19 15,0 28-13-15,2 8 44 16,12 9-35-16,-3-1-24 16,-1-2-5-16,0-4-2 15,-6-8-2-15,1-8-5 16,-5-12-17-16,2-8-21 0,-2-3-13 16,0-3 9-1,2-3 22-15,-2-21-1 0,6-10-36 16,10-2 41-16,7 6 13 15,6 8 7-15,4 6 1 16,3 10 0-16,4 6 2 16,3 2 0-16,-4 29 2 15,1 6 8-15,-4 7 10 16,-14-2 12-16,-11-6-1 16,-11-6-7-16,0-4-11 15,-29-2-4-15,-11-4-11 16,0-3-7-16,1-8-106 15,2-9-105-15,6 0-240 0</inkml:trace>
  <inkml:trace contextRef="#ctx0" brushRef="#br0" timeOffset="32398.68">15087 9374 900 0,'0'0'69'0,"0"0"45"0,0 0-47 0,159-54-27 0,-82 52-40 0,-1 2-9 16,-8 0-180-16,-14 16-236 15</inkml:trace>
  <inkml:trace contextRef="#ctx0" brushRef="#br0" timeOffset="32679.47">15691 9337 44 0,'0'0'837'0,"0"0"-711"16,0 0 97-16,0 0-92 15,0 0-16-15,0 0-42 16,-5-61-49-16,3 89-18 16,-5 12 5-16,-2 10 4 15,-5 2-4-15,6 1-5 16,6-5-1-16,2 0 0 15,0-6-3-15,18-5 0 16,11-10 0-16,9-9-2 0,6-11-8 16,3-4-20-1,-1-3-32-15,1 0-26 0,-9-14-29 16,-4-8-68-16,-10-3-96 16,-13-4-79-16</inkml:trace>
  <inkml:trace contextRef="#ctx0" brushRef="#br0" timeOffset="32879.37">15837 9494 575 0,'0'0'124'15,"0"0"56"-15,0 0-33 16,0 0-60-16,0 0 36 0,-19 117-42 16,19-57-17-16,6 4-15 15,5-2-22-15,1 3-10 16,-2-1-13-16,-1 3-4 15,-1-6-41-15,-6-9-116 16,2-12-171-16,7-11-264 16</inkml:trace>
  <inkml:trace contextRef="#ctx0" brushRef="#br0" timeOffset="33147.5">16290 9086 970 0,'0'0'19'0,"-46"-115"132"0,30 79-2 15,7 16-69-15,7 14 41 16,2 6-47-16,0 34-50 16,0 35-13-16,0 25 43 15,2 13-14-15,0 8-28 16,-2 0 0-16,0-1-4 15,0-2-4-15,-16-7-4 16,-3-5-4-16,-4-8-35 16,5-9-83-16,5-15-122 15,9-25-192-15</inkml:trace>
  <inkml:trace contextRef="#ctx0" brushRef="#br0" timeOffset="33345.56">16504 9762 714 0,'0'0'532'0,"0"0"-461"15,0 0 76-15,0 0-106 16,0 0 15-16,131-55-19 16,-21 43-23-16,-2 2-14 15,-7-1-10-15,-21-4-66 16,-24 5-69-16,-29-2-66 15,-27 0-146-15</inkml:trace>
  <inkml:trace contextRef="#ctx0" brushRef="#br0" timeOffset="42214.42">7939 10768 1007 0,'-125'-11'20'0,"18"11"-20"0,24 0 67 0,33 0-23 0,22 0 11 0,27 0-6 0,5 5-40 0,56 9-5 0,50 4 14 0,52 2-8 0,67-2-1 0,68 0-7 0,75-2 3 15,74 0-1-15,73-2 13 16,69 7-12-16,61 1 4 15,61 7 1-15,45 4-8 16,28 0 15-16,9 4-11 16,-7-5 8-16,-23 0 11 15,-44-3 1-15,-74-12 11 16,-77-3-12-16,-108-12-17 16,-108-2-8-16,-118 0-19 15,-108-16-95-15,-92-6-250 16,-50 2-56-16</inkml:trace>
  <inkml:trace contextRef="#ctx0" brushRef="#br0" timeOffset="44165.79">17389 7519 186 0,'0'0'954'0,"-156"-34"-892"0,111 27 95 0,22 3-78 0,18 2-26 0,5 2-1 16,48 0-47-16,38 0 24 15,38 0-1-15,22-5-14 16,9-1-9-16,3 0-3 0,-10-2 4 16,-9 0-6-1,-17-2-24-15,-13 0-99 16,-10-6-136-16,-13-6-271 0</inkml:trace>
  <inkml:trace contextRef="#ctx0" brushRef="#br0" timeOffset="44430.41">19373 7120 1137 0,'0'0'47'0,"0"0"130"16,0 0-51-16,0 0-40 15,0 0-11-15,-24-104-21 16,24 104-25-16,0 0-14 15,0 12-8-15,7 24 0 16,6 10 6-16,-4 3-6 16,-2-1-7-16,-3 2-1 15,-1 0-11-15,-2-2-52 16,-1-6-127-16,3-10-156 16,-1-18-182-16</inkml:trace>
  <inkml:trace contextRef="#ctx0" brushRef="#br0" timeOffset="44845.58">19448 6756 372 0,'0'0'434'0,"0"0"-381"16,-154-70 98-16,102 69-47 15,3 1 3-15,3 10-18 16,3 26-23-16,1 18-23 15,4 15-12-15,7 9-11 16,4 8-7-16,9 2-3 16,9 5-5-16,9 3-4 15,0 0 0-15,36 1 0 16,13-10-1-16,11-12-8 16,8-15-21-16,8-17-23 15,3-20 2-15,-1-15-12 0,0-8 9 16,2-6 9-16,0-23 30 15,0-14 14-15,-6-11 9 16,-10-10 33-16,-17-14 8 16,-11-13-7-16,-18-9-12 15,-16-12-14-15,-2-7-9 16,-18 1-5-16,-36 14 2 16,-27 17-5-16,-27 27-7 15,-21 32-47-15,-25 23-92 16,-18 5-113-16,-17 43-309 0</inkml:trace>
  <inkml:trace contextRef="#ctx0" brushRef="#br0" timeOffset="45378.92">17767 9883 1227 0,'0'0'28'0,"0"0"72"15,0 0 13-15,0 0-78 0,0 0 0 0,0 0-29 0,44-20 7 16,74 16-5-16,32-4-8 15,10-3-71-15,8-8-117 16,-12-9-178-16,-9-3-381 0</inkml:trace>
  <inkml:trace contextRef="#ctx0" brushRef="#br0" timeOffset="45796.13">19434 9581 244 0,'0'0'698'16,"0"0"-665"-16,0 0 144 15,0 0-91-15,0 0-42 16,0 0 8-16,-54-78 0 16,54 57-21-16,0 2-24 15,0-4 3-15,0 5-9 16,18 4 0-16,3 9-1 15,2 2-2-15,2 3-2 16,-3 0 4-16,-1 21-1 0,-10 7 1 16,-5 5 0-16,-6 6 2 15,0 1-2-15,-27 0 5 16,-6-4 1-16,-5-4 5 16,2-4-5-16,6-7 5 15,7-10-2-15,8-5-6 16,10-4-1-16,5-2 0 15,0 0-2-15,7 0-6 16,26-4-2-16,14-11-2 16,9-4-36-16,-3 1-47 15,-2 2-19-15,-2 0-32 16,-1-1-13-16,-2 0-103 0,-8-3-114 16</inkml:trace>
  <inkml:trace contextRef="#ctx0" brushRef="#br0" timeOffset="46214.5">19917 9174 629 0,'0'0'24'0,"0"0"125"0,0 0-41 0,-154-127-16 0,110 99 15 0,-5 6-16 0,-2 6-30 16,-8 10-4-16,-1 6-20 15,-9 0-2-15,-4 26-6 0,-5 19-7 16,3 16-6 0,8 12-2-16,15 7-5 0,15 9 0 15,18 0-8 1,19 8 1-16,0-1-2 0,40-6 0 16,16-8-7-16,13-13-26 15,9-17-35-15,5-17-1 16,5-18-41-16,-3-17-36 15,5 0 70-15,-3-25 28 16,-5-13 32-16,0-10 16 16,-10-11 18-16,-12-12 49 15,-16-13 14-15,-15-12 4 0,-16-9-33 16,-13 1-26 0,0 4-12-16,-37 11-9 15,-28 20-5-15,-28 14-35 16,-28 21-94-16,-21 11-163 0</inkml:trace>
  <inkml:trace contextRef="#ctx0" brushRef="#br0" timeOffset="51279.35">11822 11593 906 0,'0'0'56'0,"0"0"119"0,0 0 20 0,-55-107-71 0,53 101 0 0,2 4-27 16,0 2-49-16,0 0-22 15,0 30 6-15,0 20-12 16,0 12-1-16,0 7-13 15,0-7-6-15,8-4-1 0,10-3-31 16,7-10-29 0,9-9-76-16,1-16-119 0,3-20-106 15,-1 0-86-15</inkml:trace>
  <inkml:trace contextRef="#ctx0" brushRef="#br0" timeOffset="51463.28">12076 11576 540 0,'0'0'279'15,"0"0"-116"-15,0 0 35 16,0 0-74-16,0 0-4 16,0 0-37-16,-46-73-46 15,49 109-8-15,21 14 17 16,0 9-31-16,0 4-12 16,3-3-3-16,0-3-44 15,4-7-82-15,1-7-74 0,1-13-126 16,-4-17-75-16</inkml:trace>
  <inkml:trace contextRef="#ctx0" brushRef="#br0" timeOffset="51712.34">12413 11533 724 0,'0'0'126'16,"0"0"-4"-16,0 0 28 15,0 0-41-15,0 0-7 16,0 0-31-16,-71-63-41 0,62 132 9 15,0 25 44 1,-4 16-34-16,-3 12-14 0,-2 8-6 16,-6 8-14-16,-5 3 1 15,-3-12-4-15,3-11-10 16,5-12 2-16,7-18-4 16,9-16-9-16,8-18-43 15,0-13-73-15,23-20-127 16,12-21-272-16</inkml:trace>
  <inkml:trace contextRef="#ctx0" brushRef="#br0" timeOffset="51963.97">13159 12052 1186 0,'0'0'23'0,"0"0"8"0,0 0 11 15,0 0-10-15,0 0 14 16,0 0-3-16,132-13-6 16,-40 13-37-16,-8 0-2 15,-10-2-94-15,-18-6-150 16,-24 4-73-16,-22 4-162 15</inkml:trace>
  <inkml:trace contextRef="#ctx0" brushRef="#br0" timeOffset="52128.93">13171 12289 806 0,'0'0'132'16,"0"0"11"-1,0 0-28-15,0 0-45 0,0 0-41 16,0 0-1-16,154 8-23 15,-52-31-5-15,0-4-67 16,-9-2-126-16,-16-2-189 16</inkml:trace>
  <inkml:trace contextRef="#ctx0" brushRef="#br0" timeOffset="55112.53">14367 11914 744 0,'0'0'41'0,"0"0"77"0,0 0 37 0,0 0-71 0,0 0-16 0,0 0-16 16,18-107-21-16,25 83 4 15,3 2 8-15,-4 12-5 16,-6 6-6-16,-12 4-10 16,-8 11-17-16,-11 24-3 0,-5 9 10 15,0 2-3 1,-13 0-2-16,-14-4-4 0,-4-5 1 15,-3-8-3-15,-1-4 4 16,2-5-5-16,12-9 6 16,5-4-6-16,12-5 1 15,4-2-2-15,0 0 1 16,6 0-9-16,23 0 9 16,14 0-1-16,1 0 3 15,3 0-2-15,-5 0 0 16,-6 17 0-16,-7 5 9 15,-11 3 8-15,-9 0-7 0,-9 0-2 16,0-1 15 0,-27 0-3-16,-15 1-2 0,-8-8-7 15,-3-1-2-15,0-8 6 16,4-5-5-16,4-3-2 16,9 0 2-16,8-17-9 15,8-10-1-15,1-6-16 16,11-5-44-16,8 2-50 15,0 1-119-15,0 7-122 16,16 9-160-16</inkml:trace>
  <inkml:trace contextRef="#ctx0" brushRef="#br0" timeOffset="55629.66">15098 12003 430 0,'0'0'473'0,"0"0"-372"0,45-106 41 0,-39 70-31 0,-4 1-7 0,-2 2-31 15,0 2-20-15,-4 3-16 16,-16 8-15-16,-7 9-12 15,-12 11-9-15,-2 0-1 0,-6 19 0 16,2 16-3 0,8 5 3-16,12 0 0 0,11-2 0 15,14-2-6-15,0-6-10 16,32-7-30 0,11-11 7-16,10-3-12 0,0-9 9 15,-4 0 14-15,-4-4 8 16,-10-13 11-16,-8-4 9 15,-9 0 1-15,-11 0 6 16,-5-2 20-16,-2 4 16 16,0 3-1-16,0 1 11 15,-4 8-14-15,1 2 2 16,1 4-7-16,2 1-14 16,-2 16-13-16,0 29-4 0,0 20 20 15,0 13-3-15,2 0-12 16,0 5-8-16,0 3 0 15,0 2-21 1,0-2-64-16,0-4-91 0,0-5-137 16,-17-15-112-16</inkml:trace>
  <inkml:trace contextRef="#ctx0" brushRef="#br0" timeOffset="63279.62">9290 7229 723 0,'0'0'127'0,"0"0"55"0,0 0 6 0,0 0-72 0,0 0-57 0,-114-93 10 15,43 93-22-15,-21 0-10 16,-15 14-16-16,-8 17 1 0,-17 6-12 16,-2 14-3-1,-13 11-1-15,-15 14 1 16,-13 14-5-16,-10 17 8 0,-10 15 3 16,-15 22 4-16,-4 24-3 15,-11 33 6-15,1 28-14 16,0 28-5-16,6 21 4 15,6 15-2-15,14 18 0 16,20 14-2-16,26 10 1 16,32 4 0-16,38 1 2 15,43 3 1-15,39 2 2 16,41 6 5-16,52-2-1 16,39-6-7-16,30-6-2 15,30-24-3-15,27-22 1 16,23-32-3-16,13-39 1 0,13-20-12 15,2-35-2-15,-6-25-26 16,-17-26-77-16,-31-32-85 16,-25-28-121-16,-32-27-134 15</inkml:trace>
  <inkml:trace contextRef="#ctx0" brushRef="#br0" timeOffset="63601.76">8295 14512 854 0,'0'0'87'0,"0"0"62"0,0 0-93 0,0 0 3 0,0 0-27 0,0 0-24 0,31 29 41 16,14 10 20-16,0 10-5 15,-7 1-19-15,-14 5-11 16,-19 8-21-16,-5 8-1 16,-45 15-4-16,-28 3-8 15,-18 0-16-15,-15-3-60 16,4-6-36-16,0-8-83 0,1-2-93 15,5-12-176-15</inkml:trace>
  <inkml:trace contextRef="#ctx0" brushRef="#br0" timeOffset="64712.74">10453 14641 933 0,'0'0'232'0,"0"0"-21"0,0 0-70 0,0 0-43 0,0 0-11 0,0 0-55 0,-95-48-21 0,95 105-5 15,0 23 13-15,0 19-8 16,0 3-5-16,0 4-6 16,0-2-23-16,-8-11-52 15,-12-11-112-15,2-19-85 16,5-24-107-16,4-27-279 15</inkml:trace>
  <inkml:trace contextRef="#ctx0" brushRef="#br0" timeOffset="64928.98">10339 14793 745 0,'0'0'81'16,"0"0"47"-16,52-131 13 15,-2 105-25-15,0 12-1 16,-2 14-28-16,-13 2-49 15,-10 38-22-15,-21 12-9 16,-4 15-1-16,-31 7-6 16,-29 0-18-16,-11-6-32 15,2-13-8-15,7-16 0 16,17-9-70-16,21-7-88 0,17-17-159 16</inkml:trace>
  <inkml:trace contextRef="#ctx0" brushRef="#br0" timeOffset="65179.71">10938 15093 982 0,'0'0'92'0,"0"0"53"15,0 0-38-15,0 0-65 0,0 0 28 16,0 0-31-1,56 18 35-15,28-18-29 0,17 0-26 16,8 0-9-16,-1 0-8 16,-9-6-2-16,-16 3-4 15,-25 3-59-15,-25 0-83 16,-24 0-119-16,-9 0-152 16,-16 0-199-16</inkml:trace>
  <inkml:trace contextRef="#ctx0" brushRef="#br0" timeOffset="65396.83">11361 14893 732 0,'0'0'146'15,"0"0"15"-15,0 0-3 0,0 0-35 16,0 0-32-16,0 0-47 16,-35 58-6-16,35 12 57 15,0 14-56-15,6-7-16 16,3 3-20-16,-2-1-3 15,-4-2-31-15,-3-9-55 16,0-2-63-16,0-16-82 16,-7-9-89-16,-9-16-171 15</inkml:trace>
  <inkml:trace contextRef="#ctx0" brushRef="#br0" timeOffset="67580">15625 12119 1138 0,'0'0'83'0,"0"0"46"0,0 0-18 0,0 0-36 0,0 0-8 0,0 0-21 16,-25-48-28-16,27 55-16 0,15 17 5 15,6 6 2-15,-3-3-6 16,-5-2 4-16,-3-9-5 15,-4-8-2-15,-1-7 0 16,4-1 0-16,9-9 0 16,9-23 0-16,9-21-3 15,9-9 2-15,4-10-13 16,11-10-13-16,10-5-17 0,5 9-30 16,2 11-46-16,-8 18-51 15,-20 21-105-15,-24 18-89 16</inkml:trace>
  <inkml:trace contextRef="#ctx0" brushRef="#br0" timeOffset="68863.6">12696 7060 546 0,'0'0'119'0,"0"0"42"0,0 0-67 0,0 0 3 0,0 0 20 0,0 0-32 16,-5-28-22-1,5 28-29-15,0 0-4 0,0 0-12 16,0 0-9 0,0 0-6-16,0 2-1 0,3 13 3 15,6-4-5-15,0-3 1 16,-5-4 2-16,3-2-1 15,-3-2-2-15,3 0 1 16,4 0 0-16,7-15 4 16,6-14 0-16,7-9-4 15,3-8 0-15,2-4 1 16,2-4 0-16,-5 8-2 16,-6 11 1-16,-10 16 0 15,-7 8-1-15,-8 9-1 16,-2 2-35-16,0 6-98 0,-18 26-180 15,-11 8 45-15,-7 13-289 16</inkml:trace>
  <inkml:trace contextRef="#ctx0" brushRef="#br0" timeOffset="69645.84">11985 8543 866 0,'0'0'16'0,"0"0"-15"0,0 0-1 0,0 0-8 0,0 0-99 0,0 0-145 15,-9-6-153-15</inkml:trace>
  <inkml:trace contextRef="#ctx0" brushRef="#br0" timeOffset="69828.8">11985 8543 635 0,'43'0'27'0,"-55"-5"18"16,8 4 17-16,4-4-62 16,0 3-38-16,6-4-146 15,15 2-31-15</inkml:trace>
  <inkml:trace contextRef="#ctx0" brushRef="#br0" timeOffset="69979.63">12026 8549 436 0,'0'0'67'0,"0"0"-39"15,0 0 3-15,0 0-31 16,0 0-152-16,0 0-219 15</inkml:trace>
  <inkml:trace contextRef="#ctx0" brushRef="#br0" timeOffset="70102.74">12026 8549 480 0,'55'-49'21'0,"-55"48"0"16,0-10-15-16,0-3-6 15,11-3-136-15</inkml:trace>
  <inkml:trace contextRef="#ctx0" brushRef="#br0" timeOffset="70296.5">12068 8442 433 0,'0'0'102'0,"0"0"-67"16,0 0 23-16,0 0-2 15,0 0-37-15,0 0-10 16,62-6-3-16,-8 0-6 16,-6 2-12-16,-7 4-15 15,-15 0-27-15,-12 0-24 16,-14 0-26-16,0 0-87 16</inkml:trace>
  <inkml:trace contextRef="#ctx0" brushRef="#br0" timeOffset="70530.02">12028 8526 275 0,'0'0'99'0,"0"0"7"16,0 0-31-16,0 0-23 16,0 0-31-16,0 0-13 15,71-27-5-15,-11 8-3 16,-4 5-18-16,-10 4 5 16,-17 3 13-16,-13 4-1 15,-16 3 0-15,0 0-23 16,-33 0 24-16,-12 5 5 15,-3 7 7-15,5 3 24 16,11-7 17-16,19-1-16 16,13-7-37-16,18 0-13 15,33 0-50-15,14-9-108 0</inkml:trace>
  <inkml:trace contextRef="#ctx0" brushRef="#br0" timeOffset="77398.49">1284 10240 947 0,'0'0'28'0,"0"0"108"0,0 0-17 0,-38-132-86 0,76 92-2 0,13 6 3 16,0 16 5-16,-3 14-14 16,-13 4-18-16,-10 12-6 15,-15 26 2-15,-10 14 5 16,0 9-6-16,-16-2-2 16,-15-5 4-16,-2-10-3 15,7-15 0-15,8-14-1 16,11-9 1-16,7-6-2 15,0 0 1-15,13 0-36 16,25-14 1-16,13-9 35 16,8 9 0-16,-4 7-8 0,-2 7 2 15,-8 0 6 1,-11 17 12-16,-18 7 4 0,-16 4 6 16,-14 4 13-16,-36 0 14 15,-9-2 6-15,-11-5-13 16,4-9-9-16,1-11-10 15,8-5-12-15,12 0-5 16,14-5-6-16,17-22-31 16,14-9-88-16,4-3-65 15,33 4-193-15,7 9-232 16</inkml:trace>
  <inkml:trace contextRef="#ctx0" brushRef="#br0" timeOffset="77811.62">2182 10022 894 0,'0'0'215'0,"0"0"-82"0,-40-128-48 0,15 99-9 0,-4 10-18 16,5 13-17-16,-1 6-15 15,-2 3-26-15,3 26-5 16,2 8 3-16,3 4-9 15,15 2-19-15,4-10-27 16,7-3-2-16,24-10-11 0,7-12-32 16,0-8 4-16,0 0 29 15,-5-16 26-15,-6-14 43 16,-7-1 1-16,-7 6 46 16,-6-1 53-16,-7 10 8 15,0 6-3-15,0 4-6 16,0 6-9-16,0 0-28 15,0 0-27-15,0 0-15 16,7 22-14-16,6 12 8 16,5 10 7-16,4 8-18 15,-2 6-3-15,3 7-8 16,-6 1-58-16,-7-2-102 0,-6-4-103 16,-4-2-163-16</inkml:trace>
  <inkml:trace contextRef="#ctx0" brushRef="#br0" timeOffset="78046.71">1438 11055 1247 0,'0'0'92'0,"0"0"11"0,0 0-27 0,0 0-13 0,0 0-42 0,0 0 13 16,108 84-8-16,-18-51-26 0,-1-2-8 15,-8 1-76-15,-21-3-114 16,-23-6-130-16,-18-10-144 16</inkml:trace>
  <inkml:trace contextRef="#ctx0" brushRef="#br0" timeOffset="78213.19">1768 11065 580 0,'0'0'298'16,"0"0"-116"-16,0 0-29 15,0 0-48-15,-134 0-19 16,114 46-24-16,2 11-22 16,7 8-29-16,1 8-11 0,4-1-8 15,2 1-88-15,2-4-139 16,-3-15-224-16</inkml:trace>
  <inkml:trace contextRef="#ctx0" brushRef="#br0" timeOffset="78613.42">2207 10993 1154 0,'0'0'75'16,"0"0"-4"-1,0 0-29-15,-17-129 34 0,44 104-39 16,5 10-16-16,1 15-20 16,-4 0-1-1,-7 32-9-15,-9 16 6 0,-8 5-5 16,-5-6-2-16,0-8-4 15,0-13 12-15,0-8 1 16,16-6-3-16,17-2 4 16,9-4 5-16,10-2 0 15,-7-1-1-15,-14 1 3 16,-14 1 8-16,-13 1 1 16,-4 6 0-16,-17 7 13 0,-24 2-14 15,-11 4-15-15,-2-6-31 16,2-3-45-16,8 0-84 15,1-2-152-15,6 0-214 16</inkml:trace>
  <inkml:trace contextRef="#ctx0" brushRef="#br0" timeOffset="78885.64">1061 12083 1056 0,'0'0'67'16,"-142"70"36"-16,119-55-7 0,23-15-19 15,60 0-61 1,61-39 29-16,61-26 1 0,57-30-25 16,44-17-7-16,22-8-3 15,9 3-3-15,-9 5-1 16,-24 12-2-16,-38 10-1 15,-52 11-4-15,-66 12-46 16,-69 16-113-16,-56 17-75 16,-56 20-47-16,-52 14-248 15</inkml:trace>
  <inkml:trace contextRef="#ctx0" brushRef="#br0" timeOffset="79348">2219 12308 561 0,'0'0'552'16,"0"0"-444"-16,-81-140-9 0,46 112-15 15,0 7-44 1,2 10-22-16,-1 11-2 16,5 4-16-16,7 31-1 0,7 15-2 15,12 9-6-15,3-1-15 16,7-8-36-16,24-11-18 16,7-14-33-16,5-14 9 15,-1-11 46-15,-9-8 55 16,-8-25 1-16,-10-7 70 15,-6-4 39-15,-4 0 12 16,-5 6 8-16,0 12-16 16,0 10-11-16,0 10-35 15,0 6-18-15,0 0-26 16,0 0-9-16,0 32-12 16,0 18-2-16,6 18-7 0,17 2-22 15,4-3-33 1,10-11-95-16,3-17-157 15,1-18-239-15</inkml:trace>
  <inkml:trace contextRef="#ctx0" brushRef="#br0" timeOffset="79629.72">2481 12103 1140 0,'0'0'152'15,"0"0"-40"-15,0 0-31 16,0 0-19-16,0 0-34 15,0 0-9-15,-90 147-12 0,130-79-2 16,12-9-5 0,-2-14-3-16,2-13-18 0,-7-20-18 15,-7-10 3-15,-14-2 18 16,-5-25 18-16,-6-15 12 16,-11-11 23-16,-2-1 5 15,0-2-11-15,-29 4-17 16,-10 6-4-16,-3 10-8 15,-2 16-15-15,-2 18-55 16,7 0-88-16,6 32-231 16,4 12-344-16</inkml:trace>
  <inkml:trace contextRef="#ctx0" brushRef="#br0" timeOffset="80130.17">2311 13066 993 0,'0'0'178'15,"0"0"-38"-15,0 0-67 16,-60-136-27-16,74 100-5 0,21 10-20 15,2 16-7 1,-1 10 5-16,-7 7-2 0,-13 37-16 16,-15 13 13-16,-1 3-2 15,-1-6-5 1,-24-7 10-16,7-18 11 0,8-11 4 16,5-12-17-16,5-6-9 15,13-8-6-15,30-24-23 16,10-8-21-16,4-6-76 15,-2 4-71-15,-13 4 32 16,-13 5 57-16,-13 6 74 16,-12 4 28-16,-4 8 66 15,0 7 85-15,0 1-20 16,0 5-2-16,0 2-40 0,0 0-43 16,0 2-26-16,17 20-14 15,18 7 19-15,4 5-8 16,-1-4-15-16,-2 0-2 15,-7-3-23-15,-7 2-48 16,-9 3-83-16,-13-2-153 16,0 0-271-16</inkml:trace>
  <inkml:trace contextRef="#ctx0" brushRef="#br0" timeOffset="80282.33">2708 13177 784 0,'0'0'241'0,"0"0"-44"0,42-107-163 0,20 47-18 0,14-9 6 16,7 1-19-16,-3 6-3 0,-14 12-26 15,-18 18-152-15,-28 18-192 16</inkml:trace>
  <inkml:trace contextRef="#ctx0" brushRef="#br0" timeOffset="80551.35">2097 13784 514 0,'0'0'406'16,"-187"107"-83"-16,141-82-226 16,38-17 0-16,24-8-36 0,67-28-9 15,42-28 2-15,46-26-19 16,36-18-26-16,24-17-2 15,22-3 28-15,1 1 2 16,-1 15-12-16,-18 16-14 16,-40 18-11-16,-43 14-33 15,-63 13-124-15,-60 21-184 16,-29 21-428-16</inkml:trace>
  <inkml:trace contextRef="#ctx0" brushRef="#br0" timeOffset="81516">12112 15015 836 0,'0'0'166'0,"-24"-127"58"0,19 86-47 0,3 10-19 0,0 17-33 16,-1 9-48-16,3 5-40 0,-4 0-19 15,0 37-14-15,-1 28-1 16,1 13-1-16,4 10-2 15,0-12-24-15,13-9-29 16,16-7-79-16,7-18-166 16,-1-22-260-16</inkml:trace>
  <inkml:trace contextRef="#ctx0" brushRef="#br0" timeOffset="81712.47">12319 14897 1115 0,'0'0'142'0,"0"0"42"15,0 0-31-15,0 0-56 16,0 0-27-16,0 0-37 16,-75-73-9-16,77 101-17 15,18 29 3-15,2 9 0 16,-1 11-9-16,-5-6-1 16,1-8-27-16,0-6-21 15,-1-10-54-15,3-11-145 16,-9-16-195-16,3-20-394 15</inkml:trace>
  <inkml:trace contextRef="#ctx0" brushRef="#br0" timeOffset="82079.35">12566 14838 966 0,'0'0'140'15,"0"0"16"-15,0 0-114 16,0 0 18-16,163-95-4 15,-101 79-39-15,-6 1-10 16,-15 7-6-16,-15 2 1 16,-12 4 2-16,-10 0-3 15,-4 2 9-15,0 0 56 0,0 0-1 16,0 0-24-16,0 0-17 16,0 0-2-1,0 0-12-15,0 0-4 0,0 0 1 16,0 14-6-16,0 26 0 15,0 24 19-15,0 19 6 16,0 1-11-16,0-2-4 16,2-10-6-16,0-6-3 15,3-13-2-15,-1-7-2 16,4-7-25-16,-4-10-52 16,0-5-106-16,-4-10-121 15,0-10-184-15</inkml:trace>
  <inkml:trace contextRef="#ctx0" brushRef="#br0" timeOffset="82212.85">12712 15280 901 0,'0'0'167'0,"0"0"16"16,0 0-44-16,0 0-98 16,0 0-11-16,0 0-30 15,195-104-21-15,-74 74-155 16,1-5-287-16</inkml:trace>
  <inkml:trace contextRef="#ctx0" brushRef="#br0" timeOffset="82479.32">13551 15033 982 0,'0'0'50'0,"0"0"80"16,0 0-41-16,0 0-88 16,0 0 40-16,0 0 1 15,185-24-42-15,-107 12-34 16,-13 6-215-16,-23 4-129 15</inkml:trace>
  <inkml:trace contextRef="#ctx0" brushRef="#br0" timeOffset="82597.7">13614 15262 750 0,'0'0'141'0,"0"0"41"16,0 0-47-16,0 0-97 15,0 0-22-15,0 0-16 16,189-4-41-16,-48-27-175 15,4-6-134-15</inkml:trace>
  <inkml:trace contextRef="#ctx0" brushRef="#br0" timeOffset="83329.32">14949 14766 796 0,'0'0'207'0,"40"-104"-2"16,-34 52-84-16,-6 0-49 15,0 10-13-15,-15 15-20 16,-14 14-15-16,-12 13-18 15,0 1-6-15,-1 34-3 16,5 11 3-16,18 6-7 16,17 0-17-16,2 2-19 15,35 1-2-15,21-2-8 16,4 4 15-16,-3-1 21 0,-12-4 15 16,-18-12 2-16,-25-4 0 15,-2-12 8-15,-33-8 23 16,-16-10 1-16,0-6 3 15,4 0-4-15,14-14-5 16,16-17-9 0,15-10-17-16,0-18-9 0,40-2-62 15,15-1 1-15,12 8-46 16,0 5-48-16,-9 9 50 16,-7 4 83-16,-15 1 31 15,-9 2 38-15,-8 1 76 16,-5-2 49-16,-7 1-33 15,1 8-13-15,-4 6-20 16,-1 7-10-16,0 12-21 16,-3 0-29-16,4 2-20 15,5 39-14-15,2 16 0 0,5 16 9 16,-3 4-8-16,3 3-4 16,-1-4-15-16,3-1-44 15,-1-6-75-15,1-11-121 16,1-24-176-16</inkml:trace>
  <inkml:trace contextRef="#ctx0" brushRef="#br0" timeOffset="83728.53">15679 14574 247 0,'0'0'859'0,"0"0"-655"0,0 0-49 0,0 0-57 0,0 0-35 0,0 0-15 0,-31-40-40 16,47 82-7-16,1 9 8 16,-3 6-8-16,-7-7-1 15,-5-7-22-15,-2-9-11 16,0-15-9-16,0-11-1 16,0-3 8-16,0-5 24 15,0-6 8-15,2-20 1 16,14-14-26-16,8 3 28 15,7 11 0-15,2 4 0 16,2 13 1-16,-2 9 0 0,7 0 7 16,-2 13 4-1,2 24 8-15,0 2 10 16,-13 7 8-16,-14 7-5 0,-13-9-17 16,-2 1-7-16,-38-4-3 15,-7-7-6-15,-2-8-21 16,2-12-110-16,9-14-102 15,3 0-224-15</inkml:trace>
  <inkml:trace contextRef="#ctx0" brushRef="#br0" timeOffset="83912.43">15762 14449 939 0,'0'0'121'0,"0"0"11"16,138-90-14-16,-58 58-27 15,12 2-18-15,-3 2-44 16,-14 12-29-16,-25 12-10 16,-32 4-114-16,-18 26-114 15,-35 22-116-15,-29 11-286 16</inkml:trace>
  <inkml:trace contextRef="#ctx0" brushRef="#br0" timeOffset="84951.6">12489 16565 903 0,'0'0'162'0,"-54"-160"46"0,38 106-54 0,8 24-27 0,1 15-16 0,7 11-44 16,0 4-37-16,0 41-20 15,0 43 0-15,5 20 23 16,11 20-11-16,-1-7-14 15,-2-23-6-15,1-6-2 0,-6-19-1 16,2-13-20 0,-6-17-4-16,1-20-11 0,-1-9-20 15,-4-10-12-15,0-10 28 16,0-35 28-16,-4-17-19 16,-10-14 12-16,5-16 19 15,9 2-4-15,0-5-14 16,4 3-26-16,30 19 22 15,6 16-22-15,11 25 20 16,3 18 22-16,-3 14 2 16,-7 9 13-16,-17 35 4 15,-20 15 0-15,-7 7 5 16,-49 2-13-16,-25-5 0 16,-11-5-9-16,8-8-20 15,17-10-68-15,22-6-132 0,22-16-204 16</inkml:trace>
  <inkml:trace contextRef="#ctx0" brushRef="#br0" timeOffset="85164.74">13146 16826 1263 0,'0'0'69'0,"0"0"28"0,0 0-51 0,0 0-44 0,0 0 8 0,141-4-10 16,-51-2-61-16,-9-6-103 15,-25 10-167-15,-25 2-187 16</inkml:trace>
  <inkml:trace contextRef="#ctx0" brushRef="#br0" timeOffset="85299.02">13203 17038 657 0,'0'0'160'0,"0"0"6"16,0 0 8-16,0 0-64 16,0 0-45-16,0 0-42 15,101-4-23-15,26-26-128 16,7 2-295-16</inkml:trace>
  <inkml:trace contextRef="#ctx0" brushRef="#br0" timeOffset="85965.2">14480 16743 269 0,'0'0'574'15,"48"-120"-378"-15,-26 53 21 16,-9 2-104-16,-13 11-44 15,0 8-14-15,-20 20-35 16,-16 12-5-16,-8 14-13 16,-5 5-2-16,2 27-1 15,11 13 1-15,19 11 0 0,17 3-2 16,8-1-1 0,48 5-9-16,15-5-3 0,8 5 7 15,-10-11 1-15,-22-7-3 16,-28-8 10-16,-19-3-6 15,-17-11 6-15,-37-4 17 16,-12-11-3-16,-1-8 10 16,9 0-5-16,13-18-6 15,25-14 1-15,20-16-14 16,7-6 0-16,47-9-55 16,16 1-60-16,10 4-87 15,-1 8-15-15,-8 6 1 16,-13 4 138-16,-13 7 78 0,-12 0 22 15,-14 1 135 1,-9 6 51-16,-6 12 25 0,-4 4-49 16,0 10-57-16,0 0-42 15,0 14-42-15,0 32-19 16,0 15 1-16,0 14-12 16,0 1-13-16,3 1-2 15,14 3-31-15,5-13-91 16,3-8-203-16,0-25-334 15</inkml:trace>
  <inkml:trace contextRef="#ctx0" brushRef="#br0" timeOffset="86329.35">15178 16468 1215 0,'0'0'183'0,"0"0"-16"0,0 0-86 0,0 0-61 0,0 0-10 0,0 0 1 16,-13 133 4-16,33-71-14 16,-6-12-1-16,-4-5-13 15,-7-19-28-15,-3-12-10 16,0-8 13-16,0-6-2 16,0 0 40-16,2-20-4 15,4-15-6-15,10-5 10 16,9 12 2-16,4 2 1 15,6 17-1-15,7 9 3 0,4 0 2 16,2 19-1 0,-1 15 5-16,-7 7 8 0,-13-1 15 15,-16 0-18-15,-11-4-3 16,-11 0-4-16,-34-4 1 16,-6-2-10-16,-5-4-67 15,5-8-108-15,9-18-158 16,6 0-208-16</inkml:trace>
  <inkml:trace contextRef="#ctx0" brushRef="#br0" timeOffset="86464.46">15228 16437 389 0,'0'0'602'16,"0"0"-399"-16,0 0-97 0,0 0-69 15,195-104-37 1,-97 101-64-16,-4 3-391 0</inkml:trace>
  <inkml:trace contextRef="#ctx0" brushRef="#br0" timeOffset="86662.79">15905 16816 1293 0,'0'0'69'0,"0"0"-49"0,0 0-8 16,198-14-12-1,-80 5-50-15,-2-4-272 0,-7-5-453 16</inkml:trace>
  <inkml:trace contextRef="#ctx0" brushRef="#br0" timeOffset="86979.81">16722 16280 915 0,'0'0'285'0,"0"0"-45"16,0 0-62-16,0 0-87 15,0 0-40-15,0 0-30 16,0 88-3-16,0-5-6 16,0 9-12-16,4 2-17 15,12-8-35-15,4-7-77 16,5-25-136-16,-1-26-187 15,1-25-368-15</inkml:trace>
  <inkml:trace contextRef="#ctx0" brushRef="#br0" timeOffset="87147.52">16959 16374 865 0,'0'0'149'0,"0"0"103"16,-7-107-35-16,4 102-83 15,3 5-40-15,0 14-56 16,10 31-24-16,11 17 12 15,2 17-18-15,-1 7-8 16,-1-1-15-16,-4-5-51 16,-3-9-110-16,-3-25-249 15,-5-20-491-15</inkml:trace>
  <inkml:trace contextRef="#ctx0" brushRef="#br0" timeOffset="87446.33">17252 16365 231 0,'0'0'776'16,"0"0"-629"-16,0 0-28 15,0 0-96-15,137-72 8 16,-71 69-1-16,-1 1-27 16,-14 2-2-16,-15-4-2 15,-19 0 3-15,-12-3 1 16,-5 1 18-16,0-7 55 15,0 3-32-15,0 6 9 16,0 4-1-16,0 0-19 0,0 4-22 16,0 32-7-1,0 13 32-15,0 19-4 0,-3 2-17 16,3-2-12-16,-2 8-3 16,0-6-1-16,0 3-43 15,2-15-154-15,0-10-323 16</inkml:trace>
  <inkml:trace contextRef="#ctx0" brushRef="#br0" timeOffset="87796.09">18494 16615 1073 0,'0'0'167'0,"0"0"-74"0,0 0-53 0,0 0-14 0,0 0 25 0,179-32-51 15,-98 28-4-15,-16 4-136 16,-18 0-156-16,-26 0-170 16</inkml:trace>
  <inkml:trace contextRef="#ctx0" brushRef="#br0" timeOffset="87947.74">18436 16837 764 0,'0'0'145'0,"0"0"-71"15,0 0-3-15,0 0 38 0,171 0-41 16,-68-21-68 0,1-2-22-16,-6-8-140 0,-17-4-218 15</inkml:trace>
  <inkml:trace contextRef="#ctx0" brushRef="#br0" timeOffset="88269.28">18708 16383 725 0,'0'0'370'16,"0"0"-213"-16,0 0-99 15,0 0-35-15,0 0-3 16,177 14-4-16,-95 12-16 0,-6 0 0 16,-10-2-16-16,-18-12-18 15,-17-6-10-15,-14-2 8 16,-13-4 36-16,-4 0 15 16,0 0 45-16,0 0-6 15,-16 0-29-15,1 11-2 16,-4 22-1-16,2 15-3 15,3 16 8-15,3 3-16 16,1 5-11-16,-4 0-3 16,-7 2-95-16,-4-6-158 15,-7-14-208-15</inkml:trace>
  <inkml:trace contextRef="#ctx0" brushRef="#br0" timeOffset="91956.42">21455 16254 1041 0,'0'0'71'0,"0"0"73"0,-71-130-22 0,44 93-59 0,-2 6-31 0,-2 9 8 16,2 14-16-1,-2 8-12-15,-5 0-12 0,2 17-3 16,3 19 3-16,9 9 0 16,15 4-4-16,7 1 4 15,13 3 0-15,27-5 0 16,5 2 0-16,4-6 0 16,2 6-4-16,-6-1 3 15,-11-5 1-15,-10 0 0 16,-18-7 1-16,-6-2 0 15,-17-3 1-15,-28-5-1 16,-10-9 0-16,-3-10 8 0,2-8-7 16,4 0 1-16,17-16 1 15,10-21 2 1,20-9-6-16,5-16-2 16,38-10-22-16,30-2-45 0,18 6-45 15,15 5-143-15,-1 12-174 16</inkml:trace>
  <inkml:trace contextRef="#ctx0" brushRef="#br0" timeOffset="92395.71">21938 16879 711 0,'0'0'285'0,"0"0"-34"0,0 0-68 0,0 0-76 0,0 0-77 0,-221 89-7 16,90-1 2-16,-14 17-13 15,1 1-9-15,5-4-2 16,17-4-1-16,17-17-2 15,31-9-30-15,34-18-27 16,34-10-68-16,8-22-87 16,52-22-117-16,21 0-88 15</inkml:trace>
  <inkml:trace contextRef="#ctx0" brushRef="#br0" timeOffset="92580.33">22201 16998 589 0,'0'0'212'0,"0"0"-28"16,98-106 5-16,-98 106-67 16,-56 22-74-16,-33 40-17 15,-29 24 0-15,-30 25-1 16,-21 9-17-16,-10 2-13 16,-18 6-10-16,-3-1-65 15,10-9-138-15,11-5-59 16,31-9-58-16</inkml:trace>
  <inkml:trace contextRef="#ctx0" brushRef="#br0" timeOffset="93712.6">1006 6607 1204 0,'-214'78'61'0,"17"-6"22"0,35-10 56 0,48-18-38 0,51-19-65 0,63-25 32 0,45-10-55 15,91-46-5-15,76-35-8 16,66-27-1-16,61-18-46 16,37-19-18-16,23-3 16 15,4 0 2-15,-19 5-9 16,-14 13 26-16,-36 11-7 16,-45 23 6-16,-59 22-32 15,-83 32-122-15,-82 36-173 16,-70 16 29-16,-97 52 86 15</inkml:trace>
  <inkml:trace contextRef="#ctx0" brushRef="#br0" timeOffset="93895.63">1444 6567 318 0,'-334'155'664'0,"55"-18"-476"16,70-33-96-16,75-31-7 15,83-41-21-15,65-32-57 16,113-59 0-16,85-44-5 15,85-42-2-15,85-27-25 16,59-19-84-16,42-11 1 16,23 1-20-16,-7 9-79 15,-28 2-130-15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2:56:29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11317 4445 1042 0,'0'0'48'0,"0"0"169"0,0 0-112 0,-2-106-4 0,2 103-21 0,0 3-36 15,0 37-22-15,2 22-1 16,7 19 23-16,0 8-27 16,-7 0-9-16,0-2-4 15,-2-3-4-15,0-7-1 16,0-6-21-16,0-10-47 15,4-14-67-15,4-13-67 16,0-19-107-16,-1-12-24 0,-3-23-56 16</inkml:trace>
  <inkml:trace contextRef="#ctx0" brushRef="#br0" timeOffset="200.58">11361 4567 398 0,'0'0'160'0,"0"0"-121"16,29-132 68-16,3 110-34 15,5 10 5-15,-1 12-8 16,2 0 11-16,-2 25-20 16,-15 10-28-16,-9 7-14 15,-12 3-5-15,-6-3-5 0,-33-2-9 16,-5-9 0-16,-5 0-5 16,2-9-81-16,10-6-23 15,12-6-137-15,21-10-272 16</inkml:trace>
  <inkml:trace contextRef="#ctx0" brushRef="#br0" timeOffset="437.17">11891 4931 1275 0,'0'0'14'0,"0"0"137"16,0 0-109 0,0 0-11-16,0 0-8 0,0 0 6 15,210-39-20-15,-92 36-9 16,-6 0-28-16,-18 2-98 16,-28 1-91-16,-26 0-152 15,-27-7-342-15</inkml:trace>
  <inkml:trace contextRef="#ctx0" brushRef="#br0" timeOffset="634.21">12128 4686 874 0,'0'0'50'16,"0"0"178"-16,0 0-136 0,0 0-63 15,0 0 56-15,-23 102 14 16,32-43-44-16,5 4-31 15,-3 13-21-15,-7 11-3 16,-4 9-74-16,0-4-185 16,-11-11-313-16</inkml:trace>
  <inkml:trace contextRef="#ctx0" brushRef="#br0" timeOffset="1050.1">13188 4661 894 0,'0'0'27'0,"0"0"221"15,-9-118-88 1,7 104-27-16,0 11-28 0,2 3-42 15,0 6-39-15,0 32-19 16,17 15 13-16,4 14-11 16,-5 4-5-16,-10 2-2 15,-6 2-48-15,0 0-89 16,-4-6-85-16,-21-13-147 16,-6-20-149-16</inkml:trace>
  <inkml:trace contextRef="#ctx0" brushRef="#br0" timeOffset="1234.92">12934 4803 616 0,'0'0'92'0,"0"-113"-35"15,7 59 76-15,22 8-75 16,12 4 8-16,9 5 14 16,13 14-28-16,3 13-39 15,-1 10-13-15,-14 11-34 16,-15 34-129-16,-24 9-98 15,-12 11-148-15</inkml:trace>
  <inkml:trace contextRef="#ctx0" brushRef="#br0" timeOffset="1367.33">12936 5217 809 0,'0'0'16'15,"0"0"48"-15,0 0-5 0,0 0-34 16,0 0 43-16,163-11-35 15,-70-11-33-15,11 4-32 16,-12 1-100-16,-11 4-137 16</inkml:trace>
  <inkml:trace contextRef="#ctx0" brushRef="#br0" timeOffset="1752.35">13654 4998 950 0,'0'0'31'0,"0"0"217"16,0 0-135-16,0 0-18 0,0 0-29 16,0 0-38-16,-38 19-12 15,38 31 13-15,0 6-20 16,4-3-5-16,-4-6-4 16,0-9-11-16,0-11-26 15,0-13-12-15,0-6-4 16,0-8-1-16,0 0 32 15,0-25-3-15,6-11-13 16,13-4 29-16,8 7 9 16,7 4 0-16,5 10 2 15,0 10 6-15,3 9 0 16,-5 3 8-16,4 28 6 0,-5 7-4 16,-10 6 14-16,-8 0 0 15,-14-3-10-15,-4-5-3 16,-11-4-6-16,-24-3-13 15,-17 0-31-15,-2-5-59 16,0-6-106-16,4-16-127 16,15-2-136-16</inkml:trace>
  <inkml:trace contextRef="#ctx0" brushRef="#br0" timeOffset="1902.12">13683 5041 827 0,'0'0'27'0,"0"0"87"16,0 0-60-16,134-46-36 16,-74 46-18-16,-2 0 0 0,-7 10-134 15,-14 10-202-15</inkml:trace>
  <inkml:trace contextRef="#ctx0" brushRef="#br0" timeOffset="2084.15">14131 5031 866 0,'0'0'26'0,"0"0"233"16,0 0-156-16,0 0-58 15,0 0-16-15,0 0-13 0,58 53 20 16,-16-15-32 0,1 1-4-16,-3-1-47 15,-7-2-103-15,-2-7-102 0,-2-9 101 16,-6-16-308-16</inkml:trace>
  <inkml:trace contextRef="#ctx0" brushRef="#br0" timeOffset="2286.98">14474 5005 724 0,'0'0'49'0,"0"0"156"16,0 0-35-16,0 0-77 15,0 0-35-15,0 0-20 16,-83 112 22-16,68-30-9 15,-3 8-6-15,-2 3-23 16,-1-8-16-16,-3 1 3 0,0-8-9 16,4-5-4-1,-2-4-54-15,7-13-68 16,3-18-156-16,12-16-120 0</inkml:trace>
  <inkml:trace contextRef="#ctx0" brushRef="#br0" timeOffset="2537.57">15033 4957 1032 0,'0'0'21'0,"0"0"15"0,0 0 125 16,0 0-158-16,0 0 5 15,0 0 12-15,172-65-8 16,-95 62-12-16,-9-1-19 16,-15 1-79-16,-22 3-116 15,-23 0-76-15,-8 13-130 16</inkml:trace>
  <inkml:trace contextRef="#ctx0" brushRef="#br0" timeOffset="2650.04">15024 5131 465 0,'0'0'123'15,"0"0"36"-15,0 0-75 0,0 0-42 16,0 0 9-16,0 0-12 16,154 41-39-16,-54-64-18 15,0-4-231-15,-3-9-352 16</inkml:trace>
  <inkml:trace contextRef="#ctx0" brushRef="#br0" timeOffset="3567.35">16419 4945 775 0,'0'0'60'0,"27"-104"96"0,-27 51 9 0,0-1-116 0,-25 10 8 0,-10 13-14 16,-10 12-7-16,-6 19-18 15,-3 0-5-15,6 16-12 16,10 16-1-16,12 4-2 15,23 6-4-15,3 2 5 16,36 2-8-16,22-1-3 16,15 1-3-16,-2 2 5 15,-7 2 6-15,-17-3 4 16,-17-4-4-16,-24-5 4 0,-6-8 1 16,-17-10 2-16,-28-5 14 15,-9-10 5-15,-1-5-9 16,6-5-1-16,11-30 3 15,18-17-7-15,20-10-8 16,10-4 0-16,42 4-40 16,12 5-34-16,5 13-57 15,1 11-5-15,-1 7 18 16,-5 3 18-16,-8 4 55 16,-7-2 45-16,-13 0 3 15,-12 7 55-15,-10-1 42 16,-10 7 26-16,-4 4 17 15,0 4-47-15,0 0-37 16,-8 16-41-16,-13 20 15 16,1 10-20-16,9 8-4 0,7 3-5 15,4-1-4-15,0-5 1 16,8-4-2-16,19-8-6 16,4-14-10-16,3-9-6 15,5-16-5-15,-3 0 4 16,-2-14 21-16,-10-18 3 15,-10-7 2-15,-10-9 6 16,-4-3 8-16,-4 1 3 16,-19 3-7-16,-6 10 0 15,-2 10 0-15,0 10-12 16,2 11-1-16,2 6-30 0,8 6-133 16,3 17-145-16,9 1-279 15</inkml:trace>
  <inkml:trace contextRef="#ctx0" brushRef="#br0" timeOffset="3934.25">17252 4748 817 0,'0'0'47'0,"0"0"156"0,0 0-141 0,0 0-3 0,0 0-33 0,0 0-8 16,-27 56 3-16,27-9-11 0,0 3-6 16,0 3-2-16,8-2-1 15,7-1-1-15,5-10-6 16,5-9-10-16,1-12-4 16,3-13 1-16,0-6 3 15,2 0 16-15,-4-23 3 16,-2-10 0-16,-9-7 2 15,-8-4 13-15,-8-4 14 16,0 2-4-16,-11 2-9 16,-17 5-6-16,-9 11 5 15,-3 10-6-15,0 12-9 16,0 6-3-16,2 0-32 0,5 24-75 16,6 4-135-16,12 1-173 15</inkml:trace>
  <inkml:trace contextRef="#ctx0" brushRef="#br0" timeOffset="4300.24">17611 4788 486 0,'0'0'377'0,"0"0"-330"15,0 0 181-15,0 0-146 16,0 0-37-16,0 0-24 15,0-14-19-15,0 56 5 0,0 9-3 16,7-1-1 0,4 2-2-16,5 2 0 0,0-6 0 15,5-6-1-15,4-12-2 16,2-10-1-16,2-14 3 16,4-6 0-16,3 0 4 15,1-30-1-15,-2-4 5 16,-5-12-5-16,-8-2 8 15,-13-4 14-15,-9-3-3 16,0 2 1-16,-15 6-9 16,-16 7-9-16,-11 16-1 15,-12 18-4-15,-13 6-28 16,-5 14-108-16,-1 16-195 0,4-4-354 16</inkml:trace>
  <inkml:trace contextRef="#ctx0" brushRef="#br0" timeOffset="5284.96">11524 6542 793 0,'0'0'296'0,"0"0"-207"0,-31-103 131 0,26 95-97 0,5 8-25 0,0 5-51 15,0 40-22-15,0 19 12 16,7 25-3-16,5 8-23 16,-4 6-7-16,-1-3-4 0,0-12-1 15,0-13-20-15,-3-19-19 16,-2-17-21-16,-2-16-29 15,0-17-11-15,0-6 28 16,0-35 64-16,0-24-26 16,-14-26 2-16,8-15 29 15,6-8 2-15,0-1-1 16,0 12-19-16,24 24 0 16,3 25 22-16,4 20 0 15,3 16 7-15,-3 12 7 16,-2 0 3-16,-9 19 3 15,-7 18 10-15,-13 9-7 16,0 4-10-16,-33-2-6 0,-9 1-2 16,-5-8-5-16,9-5-27 15,13-4-61-15,15-7-187 16,10-12-141-16</inkml:trace>
  <inkml:trace contextRef="#ctx0" brushRef="#br0" timeOffset="5499.92">12047 7010 1091 0,'0'0'10'0,"0"0"34"0,0 0 53 0,0 0-75 0,116-32 24 0,-28 8-14 16,5 4-22-16,-4 2-10 15,-13 0-47-15,-16 6-127 16,-23-1-45-16,-29 6-80 16</inkml:trace>
  <inkml:trace contextRef="#ctx0" brushRef="#br0" timeOffset="5685.01">12322 6775 606 0,'0'0'100'0,"0"0"122"15,0 0-29-15,0 0-86 16,0 0-42-16,0 0 22 16,-20 125-12-16,20-66-43 0,15-4-13 15,3 5-10-15,-5 4-9 16,-2 2-46-16,-1-3-140 16,-4-15-211-16,3-16-464 15</inkml:trace>
  <inkml:trace contextRef="#ctx0" brushRef="#br0" timeOffset="5918.18">13057 6619 1132 0,'0'0'73'15,"0"0"155"1,0 0-117-16,0 0-34 0,0 0-43 15,0 0-15-15,0 9-16 16,0 52 6-16,11 13-4 16,3 3-5-16,-4-1-28 15,-7-6-92-15,-3-7-62 16,0-20-182-16,0-17-114 16</inkml:trace>
  <inkml:trace contextRef="#ctx0" brushRef="#br0" timeOffset="6101.78">12866 6705 854 0,'0'0'9'0,"0"0"52"0,0 0 18 16,10-116-32-16,35 96-6 16,16 6-19-16,3 12-22 15,1 2-7-15,-15 6-106 16,-13 24-147-16,-24 9-75 15</inkml:trace>
  <inkml:trace contextRef="#ctx0" brushRef="#br0" timeOffset="6250.18">12866 7168 671 0,'0'0'102'0,"0"0"-21"16,0 0 38-16,0 0-63 15,0 0 5-15,0 0-25 16,73 41-7-16,20-68-29 15,13-5-75-15,-9-4-152 16,-7 4-119-16</inkml:trace>
  <inkml:trace contextRef="#ctx0" brushRef="#br0" timeOffset="6766.75">13634 7092 436 0,'0'0'172'0,"0"0"-145"0,0 0 142 16,0 0-100-16,0 0-23 16,-33-110 5-16,50 88 9 15,8 4-29-15,4 6-17 16,-4 5 4-16,-3 7 7 15,-2 0 3-15,-6 13-3 16,-8 12 2-16,-4 11 11 0,-2 1-8 16,0-3-13-1,-4-2-6-15,-14-5-1 0,-7-5-1 16,-1-4 1 0,-3-4-2-16,-1-4-4 0,4-2 0 15,6-3-1 1,5 0-3-16,3-1 2 0,10-2 1 15,2-2-3-15,0 0-1 16,4 2-8-16,29 2 8 16,15 4 1-16,7 1 2 15,1 10-1-15,-3 1-1 16,-8 6 2-16,-9-4 3 16,-16-5 14-16,-11-4 6 15,-9-1-5-15,-7 0 10 16,-31 0 20-16,-13 0-33 0,-5-6-15 15,1-6-2-15,8 0-6 16,4-4-41-16,8-15-73 16,10-2-156-16,14-6-192 15</inkml:trace>
  <inkml:trace contextRef="#ctx0" brushRef="#br0" timeOffset="7018.99">14113 7034 1122 0,'0'0'17'0,"0"0"174"0,0 0-28 0,0 0-111 0,0 0-8 0,0 0-30 15,18 32 17-15,17 12-9 16,1 5-20-16,-3-8-2 15,-4 0-14-15,-8-7-82 16,-3-6-66-16,-12-6-91 16,-3-12-79-16,-3-10-27 15</inkml:trace>
  <inkml:trace contextRef="#ctx0" brushRef="#br0" timeOffset="7200.02">14312 7088 553 0,'0'0'63'16,"0"0"122"-16,0 0-25 15,0 0 1-15,0 0-27 0,0 0-68 16,4-41-34 0,-15 98 30-16,-11 21 24 0,-1 9-42 15,-4 3-8-15,0 4-20 16,1-5-16-16,0-7-1 16,3-16-22-16,3-7-61 15,7-14-88-15,6-17-236 16</inkml:trace>
  <inkml:trace contextRef="#ctx0" brushRef="#br0" timeOffset="7451.05">14850 6999 891 0,'0'0'260'0,"0"0"-251"16,0 0 76-16,0 0-74 15,0 0 0-15,116-109 20 16,-53 109-19-16,-7 0-12 16,-12 0-81-16,-13 14-169 15,-22 5-36-15,-9 8-6 16</inkml:trace>
  <inkml:trace contextRef="#ctx0" brushRef="#br0" timeOffset="7567.08">14904 7109 327 0,'0'0'194'0,"0"0"-33"15,0 0 7-15,0 0-99 0,0 0-41 16,0 0 45-16,98 9-41 16,-9-21-32-16,7-6-130 15,-5 0-271-15</inkml:trace>
  <inkml:trace contextRef="#ctx0" brushRef="#br0" timeOffset="8149.24">16294 6498 595 0,'0'0'335'0,"0"0"-313"0,0 0 174 15,0 0-129-15,0 0 27 16,0 0-45-16,-111-63-20 16,64 100-12-16,5 16-10 15,7 6-5-15,10 6-1 16,11 5-2-16,14-4-2 15,0-8-16-15,23-7-7 16,24-15-13-16,8-13 1 16,9-16 5-16,2-7 3 15,-9 0 13-15,-12-16 15 0,-16-12 2 16,-19-2 8 0,-10-9 19-16,0 3 12 0,-28 7-6 15,-14 7-6 1,-10 11 17-16,-2 11-1 0,2 0-7 15,7 8-19-15,11 23-17 16,17 6-7-16,17 14-49 16,0 3-92-16,19-4-164 15,15-12-236-15</inkml:trace>
  <inkml:trace contextRef="#ctx0" brushRef="#br0" timeOffset="8566.73">16629 6575 970 0,'0'0'10'0,"0"0"227"16,0 0-148-16,0 0-23 0,0 0-28 16,0 0-37-16,-28-10 2 15,28 60-2 1,9 8-1-16,7 0 0 0,-1-4-18 15,6-7-21-15,6-16-12 16,4-12-12-16,2-13 7 16,3-6 8-16,-5-2 29 15,-4-25 19-15,-6-13 1 16,-9-6 6-16,-8-2 6 0,-4 4 28 16,0 6 11-16,0 8 6 15,-2 9-15-15,-4 10 14 16,2 8-10-16,4 0 6 15,-4 3-27-15,3 11-17 16,1 28-5-16,0 14 16 16,0 7 11-16,13-1-18 15,3-4-10-15,1-1-3 16,2-6-1-16,-2-3-61 16,-1-6-107-16,-1-7-201 15,-1-16-259-15</inkml:trace>
  <inkml:trace contextRef="#ctx0" brushRef="#br0" timeOffset="9184.19">17291 6591 906 0,'0'0'4'0,"0"0"105"0,0 0 77 0,0 0-108 16,0 0-27-16,0 0-39 15,-63 20 7-15,60 36-7 16,3 6-7-16,0 1-5 16,8-5 3-16,11-8-3 15,8-14-15-15,0-11-7 0,2-10-10 16,2-15-3 0,-2 0 14-16,-2-4 9 0,-8-24 0 15,-7-10 11-15,-8-9 0 16,-4-5 1-16,-10 1-1 15,-24 8-17-15,-9 9-19 16,-5 12 14-16,1 6 12 16,5 6 10-16,17 2 2 15,16 7-2-15,9-6 1 16,24 3-42-16,36-4 31 16,21-3-7-16,12 4-9 15,-3 0-10-15,-8-4-1 16,-11 3 30-16,-13 0 8 0,-16 4 2 15,-17 4 29 1,-16 0 24-16,-9 31-21 0,-9 20 25 16,-24 22-16-16,-1 7-29 15,5-2-1-15,13-4-11 16,14-9 0-16,2-14-2 16,14-9 0-16,19-14-1 15,5-12-3-15,4-14-8 16,8-2 11-16,-4-16 2 15,1-18 2-15,-3-16 5 16,-13-8 19-16,-15-13 45 16,-16-9-12-16,-8-2-17 15,-37 2-20-15,-13 14-13 16,-11 18-10-16,-14 23-10 0,-17 18-103 16,-14 7-230-16,-13 4-619 15</inkml:trace>
  <inkml:trace contextRef="#ctx0" brushRef="#br0" timeOffset="9749.82">8768 8057 846 0,'-143'14'2'0,"21"1"5"0,17 2 7 0,27-2-3 0,27-8 3 0,33-1 7 0,18 4 7 0,73 0-22 15,62 4 55-15,69-4-24 16,80-2-9-16,83-5-17 15,81 0-10-15,89-3 26 16,85 2 9-16,76 8 0 16,79 2-23-16,58 8 7 15,52 4-10-15,35 7 4 16,18 5 11-16,-2 6-3 16,-22 4-1-16,-47-2 2 15,-62-6 4-15,-81-12-18 16,-84-9-1-16,-98-16-7 15,-102-1-2-15,-107-20-5 16,-113-24-71-16,-103-14-201 0,-97-8-207 16</inkml:trace>
  <inkml:trace contextRef="#ctx0" brushRef="#br0" timeOffset="10488.83">12444 3816 651 0,'0'0'97'0,"60"-140"-72"0,-48 96 70 0,-8 19-38 0,-4 14 33 0,0 11 29 0,-2 0-51 0,-25 52-48 15,-16 32 12-15,-17 43 11 16,-9 38-8-16,-8 34 2 16,-20 31-1-16,-15 31-9 15,-18 28-9-15,-15 22-10 16,-11 23-2-16,-2 21 3 16,7 12 9-16,5 8 2 15,13-6-8-15,11-16-9 16,15-20-3-16,19-15-37 0,23-20-89 15,21-21-61 1,20-25-108-16,17-37-235 0</inkml:trace>
  <inkml:trace contextRef="#ctx0" brushRef="#br0" timeOffset="11101.18">13335 9485 1205 0,'0'0'34'0,"0"0"111"0,0 0 3 0,0 0-85 0,0 0-7 0,0 0-35 0,-20-77-20 16,38 119 5 0,0 13-6-16,0 5-3 0,-7 4-65 15,-6-4-88 1,-5-2-87-16,0-9-146 0,-2-16-164 15</inkml:trace>
  <inkml:trace contextRef="#ctx0" brushRef="#br0" timeOffset="11268.87">13090 9581 617 0,'0'0'255'0,"-42"-102"-216"15,42 55 76-15,0 3-22 16,9 5-14-16,33 0-20 15,14 7-19-15,16 8-31 16,3 10-6-16,-4 14-3 0,-11 0-47 16,-12 26-157-16,-24 18-150 15,-22 10-286-15</inkml:trace>
  <inkml:trace contextRef="#ctx0" brushRef="#br0" timeOffset="11416.36">13108 10001 948 0,'0'0'57'16,"0"0"72"-16,0 0-12 16,0 0-66-16,0 0-27 15,136-55-15-15,-31 22-9 16,6 3-60-16,-3 9-188 0,-15 5-140 16</inkml:trace>
  <inkml:trace contextRef="#ctx0" brushRef="#br0" timeOffset="11899.87">13750 9854 820 0,'0'0'91'15,"0"0"-28"-15,0 0 72 16,-29-111-74-16,53 81-22 16,15 10 11-16,0 8-16 15,-5 10-7-15,-12 2-7 16,-13 22-11-16,-9 19-3 15,-9 6 4-15,-24 7 2 0,-6 3 13 16,0-7 2 0,5-6 8-16,10-10-6 0,8-13-2 15,16-6-15-15,0-7-12 16,42-8 4-16,23 0-4 16,20-4-54-16,4-20-43 15,-4-4-32-15,-14-6-56 16,-13 1-46-16,-20-3 33 15,-20-1 102-15,-16 1 96 16,-2-1 49-16,-10 3 35 0,-9 4 91 16,-1 4-73-1,5 6 33-15,3 8-12 16,5 5-22-16,3 4-8 16,4 3-29-16,0 0-35 0,0 5-19 15,4 26-4-15,19 9 17 16,2 5-9-16,2-4-10 15,6 4-4-15,-2-7-7 16,0-3-81-16,0-8-63 16,7-9-116-16,-5-10-67 15,1-8 64-15</inkml:trace>
  <inkml:trace contextRef="#ctx0" brushRef="#br0" timeOffset="12120.43">14547 9687 696 0,'0'0'133'0,"0"0"50"0,0 0-19 0,0 0-52 0,0 0-18 0,0 0-25 16,-42-84-33-16,40 122-29 15,-2 20 15-15,-5 22 46 16,-9 15-32-16,-5 9 2 16,-8 2-6-16,-2 0-19 15,-3-5-6-15,-1-13-7 16,3-5-1-16,7-14-4 15,13-10-34-15,14-16-78 16,0-17-92-16,32-16-80 16,19-10-266-16</inkml:trace>
  <inkml:trace contextRef="#ctx0" brushRef="#br0" timeOffset="12366.42">14969 9659 1148 0,'0'0'105'15,"0"0"-88"-15,0 0 118 16,0 0-73-16,0 0-14 16,0 0-25-16,18-58 2 15,69 45-16-15,11 1-9 16,-5 1 0-16,-11 5-68 15,-14 2-89-15,-29 4-155 0,-26 0-106 16</inkml:trace>
  <inkml:trace contextRef="#ctx0" brushRef="#br0" timeOffset="12550.32">14962 9815 769 0,'0'0'81'0,"0"0"4"16,0 0 53-16,0 0-56 15,0 0 29-15,149-8-46 16,-57-10-50-16,-1 0-12 0,-9 3 1 16,-14 1-4-1,-22 3-42-15,-19 4-133 16,-23-2-176-16,-4 6-266 16</inkml:trace>
  <inkml:trace contextRef="#ctx0" brushRef="#br0" timeOffset="14350.86">16128 9230 939 0,'0'0'20'0,"0"0"118"0,0 0 36 0,0 0-98 0,0 0 1 0,0 0-9 16,-48-30-30-16,48 30-18 0,0 12-16 16,0 26 8-1,10 12 23-15,-2 6-8 0,3 1-12 16,1-3-9-16,-3-2-3 16,1-2-1-16,0-1-1 15,-1-4-1 1,1-1-32-16,-1-4-65 0,3-2-95 15,-6-5-169-15,1-11-106 16</inkml:trace>
  <inkml:trace contextRef="#ctx0" brushRef="#br0" timeOffset="14817">16641 9306 733 0,'0'0'27'15,"0"0"105"-15,0 0-14 16,0 0-13-16,0 0-13 16,0 0-9-16,-25-82-33 15,4 82-34-15,-1 22-4 16,-3 16 3-16,6 10-3 15,0 8 5-15,11 5-11 0,3-2-2 16,5-4-2 0,0-5-1-16,3-8-1 0,21-8-3 15,5-8-5-15,7-15-12 16,8-6 0-16,3-5-10 16,-1-2 9-16,-5-15 14 15,-10-8 5-15,-11-3 4 16,-12-2-1-16,-8 0 1 15,0 2 2-15,-15 6 2 16,-18 10 4-16,-11 10 12 16,-1 2-11-16,1 0-5 15,5 18-2-15,12 4-4 16,10 2 0-16,10 3-32 16,7 6-84-16,0-5-177 15,11-8-195-15</inkml:trace>
  <inkml:trace contextRef="#ctx0" brushRef="#br0" timeOffset="15483.15">17185 9314 891 0,'0'0'30'0,"0"0"95"0,0 0 15 0,0 0-96 0,0 0 8 16,0 0-20-16,-71-4-7 0,69 40-20 16,-1 5 4-1,3 3-4-15,0 0-4 0,0-2 4 16,12-4-4-16,6-6-1 16,6-10-2-16,5-7-3 15,2-13 3-15,2-2-3 16,2 0 3-16,-7-15 1 15,-3-9 2-15,-7-4 0 16,-7-5 2-16,-11 0-2 16,0-3-1-16,-9-4 1 15,-20 5-1-15,-7 4 0 16,-7 10 1-16,1 5-3 0,5 6 1 16,4 2-1-16,10 5-1 15,14 0 3-15,9 3-7 16,7 0-43-16,33 0 17 15,15 0 0-15,12-3-34 16,0 0-6-16,-5 1 21 16,-6-2 27-16,-9 2 24 15,-11 2 1-15,-11 0 6 16,-13 0 11-16,-7 20 18 16,-5 18 13-16,0 10-6 15,-5 7-11-15,-10 1-12 16,6 0-9-16,9-2-4 15,0-6-1-15,7-8-3 16,19-7-1-16,5-15-1 16,0-9 1-16,4-9 2 0,-4 0-1 15,0-14 3-15,-5-18-2 16,-1-11 8-16,-7-10 12 16,-9-3 21-16,-9-4-6 15,0-1-7-15,-27 5-20 16,-20 10-11-16,-15 16-4 15,-25 20-86-15,-25 10-228 16,-17 0-670-16</inkml:trace>
  <inkml:trace contextRef="#ctx0" brushRef="#br0" timeOffset="17683.79">13772 11422 932 0,'0'0'99'0,"-33"-115"147"0,26 77-87 0,3 12-33 0,2 12-10 15,2 7-46-15,0 7-38 0,0 4-15 16,2 32-5 0,9 16 4-16,0 12-5 0,-4 8-11 15,-3 6-9-15,-4 4-29 16,0-3-39-16,0-10-137 16,0-18-197-16,0-23-197 15</inkml:trace>
  <inkml:trace contextRef="#ctx0" brushRef="#br0" timeOffset="17850.24">13279 11544 898 0,'0'0'75'16,"0"0"47"-16,-68-110 43 16,68 72-109-16,47-2-37 0,20-1 12 15,18 5-21-15,8 14-9 16,-5 16-1-16,-9 6-33 15,-21 27-221-15,-23 16-197 16</inkml:trace>
  <inkml:trace contextRef="#ctx0" brushRef="#br0" timeOffset="18033.27">13581 11941 210 0,'0'0'866'16,"0"0"-771"-16,0 0 33 0,0 0-70 15,0 0-51 1,0 0 31-16,131-12-19 0,-32-12-19 16,-2 0-87-16,-13 2-120 15,-14 0-96-15,-19 0-32 16</inkml:trace>
  <inkml:trace contextRef="#ctx0" brushRef="#br0" timeOffset="18200.7">14183 11721 663 0,'0'0'210'0,"0"0"-24"15,0 0-8-15,0 0-44 16,0 0-18-16,0 0-41 16,-21-28-33-16,21 46-10 15,18 11 12-15,4 9-18 16,3 0-17-16,-7 5-9 0,-3 3-24 16,-6-4-85-16,2-4-151 15,-4-11-171-15,9-23-460 16</inkml:trace>
  <inkml:trace contextRef="#ctx0" brushRef="#br0" timeOffset="18383.16">14416 11660 1045 0,'0'0'182'0,"0"0"-13"16,0 0-53-16,0 0-55 15,0 0-24-15,0 0 14 16,81 61-25-16,-37-20-26 15,-9 2-19-15,-4-3-59 0,-4-2-107 16,0-5-93 0,-2-14-97-16,-3-13-94 0</inkml:trace>
  <inkml:trace contextRef="#ctx0" brushRef="#br0" timeOffset="18550.33">14764 11639 200 0,'0'0'668'16,"0"0"-462"-16,0 0-5 15,0 0-104-15,0 0-9 16,-116 126 5-16,96-58-47 16,-3 2-31-16,4 2-9 15,-4 2-6-15,5-4-13 16,3 1-98-16,-3-11-133 16,9-14-205-16</inkml:trace>
  <inkml:trace contextRef="#ctx0" brushRef="#br0" timeOffset="18766.68">15167 11544 1323 0,'0'0'20'0,"0"0"24"16,0 0-36-16,0 0 2 0,0 0 15 15,165-58-25 1,-82 52-3-16,-15 2-160 0,-19 2-151 16,-27 2-182-16</inkml:trace>
  <inkml:trace contextRef="#ctx0" brushRef="#br0" timeOffset="18903.06">15176 11834 763 0,'0'0'110'0,"0"0"20"16,0 0-51-16,0 0-36 16,138-80-37-16,-51 43-6 15,4-8-133-15,-8 1-123 16</inkml:trace>
  <inkml:trace contextRef="#ctx0" brushRef="#br0" timeOffset="19449.9">16357 11537 836 0,'0'0'76'0,"0"0"90"0,0-137-27 16,0 93-72-16,-7 6-1 15,-8 7-16-15,-5 12-23 16,-7 13-5-16,-7 6-12 16,-3 11-9-16,1 17-1 15,9 7 0-15,16-2-2 16,11 4 2-16,9 4-6 16,37 5-12-16,15 0 15 0,3 4-1 15,-10-5 4 1,-12-3 2-16,-20-6-1 0,-17-8 1 15,-5-3 1-15,-25-9 6 16,-19-4 14-16,-3-11-7 16,3-1 6-16,8 0-1 15,14-25 7-15,13-13-22 16,9-15-6-16,19-9-3 16,31 2-51-16,10 7-88 15,4 16-123-15,-6 13-38 16,-4 10-41-16</inkml:trace>
  <inkml:trace contextRef="#ctx0" brushRef="#br0" timeOffset="20017.09">16651 11359 646 0,'0'0'180'0,"0"0"-24"0,0 0 29 16,0 0-66-16,0 0-1 16,0 0-66-16,-20-26-34 15,13 61 3-15,5 11 4 16,2-1-18-16,0 4 0 15,17-3-7-15,14-3-3 16,10-7-1-16,3-11-8 16,4-9-12-16,-4-14-14 15,-9-2 18-15,-10 0 11 16,-14-26 9-16,-11-8 1 0,0-6 4 16,-17-3-3-16,-19 0-1 15,-3 3 2-15,0 4-2 16,3 5 0-16,11 10 1 15,10 6-2-15,15 7 1 16,0 1-1-16,31 0-21 16,18 1 19-16,9 5 2 15,2 1-9-15,-4 0-7 16,-4 14 10-16,-10 11 6 16,-9 8-1-16,-11 7 5 15,-9 4-4-15,-6 10 1 16,-2 5 3-16,-3 0 0 15,7 2 1-15,4-7 0 16,7-8-3-16,9-8-4 16,3-14 1-16,1-17 1 0,0-7-4 15,-2-4 4-15,1-29 6 16,-6-13-3-16,-3-16 18 16,-12-9 14-16,-11-5 10 15,0 0-10-15,-29 2-17 16,-18 9-9-16,-16 10-9 15,-10 14-7-15,-11 24-31 16,-5 14-68-16,0 3-64 16,-3 18-196-16,5 4-449 15</inkml:trace>
  <inkml:trace contextRef="#ctx0" brushRef="#br0" timeOffset="20634.84">18093 11105 850 0,'0'0'31'0,"-79"-102"59"0,-3 48 28 0,-25-8-74 0,-38-9 13 0,-38-7-17 15,-52-4-24-15,-62 0 5 16,-62 7-19-16,-57 13 8 15,-52 22-6-15,-45 24-1 16,-23 16 5-16,-8 28 56 16,16 42 7-16,26 30 6 15,47 33-12-15,55 25-26 16,59 20-34-16,80 13-4 16,85 12-1-16,88 5-3 0,88 1 1 15,102-6-11-15,109-21-7 16,87-14 6-16,84-21 6 15,61-25-36-15,53-22 3 16,55-23 2-16,29-27 39 16,24-26 3-16,13-22 1 15,-12-10-3-15,-23-49 9 16,-34-27-8-16,-66-37 8 16,-68-40 10-16,-84-32 2 15,-95-34 15-15,-94-37-7 16,-105-15-16-16,-90 1-13 15,-145 13-2-15,-128 38-7 0,-118 36-3 16,-101 44 2 0,-96 49-93-16,-64 39-133 0,-65 35-355 15</inkml:trace>
  <inkml:trace contextRef="#ctx0" brushRef="#br0" timeOffset="22468.08">9826 3821 840 0,'0'0'20'0,"-149"-33"164"0,65 21-35 0,-1 2-31 0,14 4 1 0,19 3-13 0,23 2-43 0,18 1-32 16,11 0-27-16,16 0 6 16,42 0-10-16,39 0 3 15,30 0-3-15,21 0-10 16,5 0-20-16,-12-8-32 16,-14 3-42-16,-27 1-2 15,-29 4-53-15,-40 0-93 16,-31 0-34-16,-35 3-177 15</inkml:trace>
  <inkml:trace contextRef="#ctx0" brushRef="#br0" timeOffset="22600.01">9926 3826 389 0,'-151'20'86'0,"2"-2"92"0,19-4 25 15,34-4-45-15,44-6-7 16,38 0-56-16,18-4-44 16,66 0-39-16,38-6 4 15,35-11-12-15,26-2-4 16,8 3-82-16,-9-1-25 15,-20 3-116-15,-37-1-182 16</inkml:trace>
  <inkml:trace contextRef="#ctx0" brushRef="#br0" timeOffset="24184.41">10989 6811 575 0,'0'0'343'0,"0"0"-249"0,0 0 79 0,0 0-106 0,-158-94 0 16,96 94-45-16,-7 0 4 0,-7 17 4 16,3 22-9-16,-12 17-19 15,-15 13 10-15,-21 13-5 16,-22 8-2-16,-25 18 4 15,-25 23 0-15,-13 19 9 16,-22 29 5-16,-6 24-8 16,0 17 4-16,7 29 7 0,22 17-10 15,18 15 7 1,22 13-1-16,25 5 2 16,29 20-13-16,28 6 3 15,36 10-2-15,36 8-3 0,15-8-6 16,63-2-1-16,36-16-2 15,39-21 1-15,36-21-1 16,32-34 1-16,23-27-1 16,31-25-2-16,14-22-7 15,9-22-31-15,-1-21-46 16,-15-27-27-16,-16-25-29 16,-22-23-96-16,-25-22-32 0,-41-21-127 15</inkml:trace>
  <inkml:trace contextRef="#ctx0" brushRef="#br0" timeOffset="24469.96">10564 13347 902 0,'0'0'49'0,"0"0"70"0,0 0-61 0,0 0-12 0,0 0-8 0,0 0 0 0,162 80 55 0,-73-26-22 0,-8 4-19 15,-25 6-18-15,-27 9-23 16,-29 3 3-16,-31 8-14 16,-50 8-19-16,-23 1-65 15,-9-7-41 1,6-8-93-16,10-14-15 0,7-16-229 15</inkml:trace>
  <inkml:trace contextRef="#ctx0" brushRef="#br0" timeOffset="25594.46">18906 5029 982 0,'0'0'55'0,"0"0"164"0,-116-28-152 0,107 24 26 0,9 2-6 0,0-1-40 0,35 2-20 15,36-4-1-15,35 0 2 16,25-7-13-16,14 2-15 16,-1 2-1-1,-5 4-53-15,-14 4-57 0,-14 0-77 16,-19 0-183-16,-19 4-206 15</inkml:trace>
  <inkml:trace contextRef="#ctx0" brushRef="#br0" timeOffset="25885.66">20753 4838 702 0,'0'0'415'0,"0"0"-321"16,-38-131 86-16,32 106-117 15,0 9 40-15,4 6-4 16,0 4-59-16,0 2-19 16,2 4-4-16,0 0-12 15,0 7-5-15,0 22 0 16,0 11 1-16,2 8 1 15,12 5-2-15,-5 2-26 16,-7 2-48-16,-2-7-94 16,0 0-81-16,0-16-150 0,0-19-61 15</inkml:trace>
  <inkml:trace contextRef="#ctx0" brushRef="#br0" timeOffset="26284.37">20793 4514 648 0,'0'0'30'0,"0"0"123"16,-87-121-46-16,49 99-39 15,-4 8 54-15,2 8-9 16,-1 6-53-16,2 8-22 16,-3 32-16-16,-1 17-11 15,1 15 8-15,2 11-6 0,11 13-4 16,6 0-5-16,15 4-2 15,8-5 0 1,4 4-2-16,35-10-5 0,22-5-27 16,16-16-9-16,15-20-7 15,7-23-16-15,3-20 28 16,0-5-14-16,-1-30 32 16,-5-24 18-16,-5-25 8 15,-14-13 37-15,-14-8 26 16,-18-7 3-16,-23 0-29 15,-22-2-18-15,-11 3-11 16,-49 12-7-16,-34 19-9 16,-29 29-28-16,-28 36-16 15,-20 10-87-15,-12 38-188 16,-2 15-558-16</inkml:trace>
  <inkml:trace contextRef="#ctx0" brushRef="#br0" timeOffset="26684.51">19331 6986 1248 0,'0'0'0'0,"-160"-2"82"0,115-2 29 0,28-2-71 0,17-2 31 0,38-5-46 16,55-10-8-16,45 2-17 15,38 0-33-15,18 9-86 16,0 8-56-16,0 1-106 16,-14 0-59-16,-20-4-217 15</inkml:trace>
  <inkml:trace contextRef="#ctx0" brushRef="#br0" timeOffset="26966.37">20737 6679 859 0,'0'0'53'16,"0"0"32"-16,0 0 106 15,-98-118-150-15,98 105 4 16,16 10 8-16,21 3-44 0,13 0-2 16,-8 28 5-1,-9 14-6-15,-22 10-6 0,-11 4 8 16,-6 0-7-16,-34-6 2 15,-10-10 0-15,0-13 3 16,5-12 3-16,14-10-3 16,18-4 8-16,10-1-11 15,3 0-3-15,11 0-30 16,33 0-19-16,17 0 23 16,10 0-61-16,-2-6-79 15,-4-7 3-15,-9-7-19 16,-10-11 22-1,-7-6-42-15,-10-10-146 0</inkml:trace>
  <inkml:trace contextRef="#ctx0" brushRef="#br0" timeOffset="27300.28">21138 6536 271 0,'0'0'105'15,"0"-105"33"-15,0 59 15 0,-20 3-12 16,-15 7-17-16,-8 6-40 16,-8 7 5-16,-5 4 11 15,-8 9-43-15,-6 10-16 16,-5 0 10-16,-4 20-22 15,2 24 12-15,4 21-7 16,5 11 0-16,15 12-11 16,15 12-12-16,16 8-2 15,22 3-3-15,0-5-5 16,46-10-1-16,26-14-13 16,20-16-21-16,10-14-13 0,9-16 19 15,0-27-5 1,-1-9-1-16,-3-25 25 0,-10-22 9 15,-9-20 6-15,-12-13 22 16,-23-17 36-16,-24-11-18 16,-29-12-11-16,-11 6-26 15,-49 8-9-15,-30 18-59 16,-28 21-57-16,-24 17-277 16</inkml:trace>
  <inkml:trace contextRef="#ctx0" brushRef="#br0" timeOffset="28716.76">12502 14418 970 0,'0'0'87'0,"0"0"40"0,0 0 50 0,0 0-89 0,0 0-16 0,0 0 0 0,0 0-33 16,-108-3-19 0,108 74 29-16,0 13-21 0,8-2-6 15,3-1-15-15,1-2-4 16,-6-3-3-16,3-5-6 16,-5-3-25-16,-2-12-61 15,-2-14-86-15,0-18-122 16,0-24-86-16,-13-3-26 15</inkml:trace>
  <inkml:trace contextRef="#ctx0" brushRef="#br0" timeOffset="28900.52">12335 14562 426 0,'0'0'90'0,"18"-143"39"16,25 103 9-16,12 20-10 16,12 16 22-16,-2 4-23 15,-9 9-31-15,-21 23-53 16,-28 8-30-16,-7 8-7 15,-46 8 7-15,-24 0-13 16,-10 0 0-16,1-6-54 16,15-4-70-16,21-11-118 15,24-11-173-15</inkml:trace>
  <inkml:trace contextRef="#ctx0" brushRef="#br0" timeOffset="29134.69">13030 14824 1134 0,'0'0'65'16,"0"0"48"-16,0 0-52 16,0 0 15-16,139 0 23 15,-44 0-43-15,16-8-43 16,3 4-6-16,-4 3-7 15,-15 1-22-15,-17 0-93 0,-24 0-100 16,-32 0-101 0,-22 0-276-16</inkml:trace>
  <inkml:trace contextRef="#ctx0" brushRef="#br0" timeOffset="29334.37">13495 14591 184 0,'0'0'630'15,"0"0"-498"-15,0 0 98 16,0 0-90-16,0 0-67 16,0 0-25-16,-31 81 31 15,45-1-31-15,-1 5-38 16,3 0-10-16,-5 8-3 16,-2 0-55-16,-7-8-62 15,-2-2-90-15,0-16-84 16,-19-14-168-16</inkml:trace>
  <inkml:trace contextRef="#ctx0" brushRef="#br0" timeOffset="30971.96">18967 11336 1146 0,'0'0'47'0,"0"0"61"0,0 0-33 0,0 0-50 0,0 0 12 0,0 0-3 0,-8 67-4 16,24-28-23-1,2-13-2-15,4-10-3 16,-2-10 1-16,7-6 3 0,6-14 6 15,7-32-2-15,5-16 0 16,3-17 1-16,4-7-5 16,8-8 5-16,5-3-1 15,3 2-5-15,4 2 0 16,-1 12-1-16,-6 12-4 16,-14 24-1-16,-20 19-28 15,-15 23-39-15,-16 3-83 16,-5 26-121-16,-41 14-107 15</inkml:trace>
  <inkml:trace contextRef="#ctx0" brushRef="#br0" timeOffset="33082.94">13757 6763 905 0,'0'0'14'0,"0"0"79"0,0 0 58 0,0 0-80 0,0 0-23 0,0 0-25 16,0 0-23-16,-9-72-5 15,37 72-194-15,-3 0-186 16</inkml:trace>
  <inkml:trace contextRef="#ctx0" brushRef="#br0" timeOffset="33234.05">13757 6763 644 0,'-14'-20'20'0,"14"12"3"15,0 2-23-15,5 0-147 16,10 5-187-16</inkml:trace>
  <inkml:trace contextRef="#ctx0" brushRef="#br0" timeOffset="33350.26">13801 6745 545 0,'0'0'9'0,"0"0"-9"15,0 0-281-15</inkml:trace>
  <inkml:trace contextRef="#ctx0" brushRef="#br0" timeOffset="36184.33">14523 14733 987 0,'0'0'23'0,"0"0"10"0,-122-21 23 0,77 13-36 0,3 2 17 16,11-2 14-16,10-2-28 0,10 2-9 15,7-6-6-15,2-3-8 16,2-4 0-16,0-2-7 16,15 5 7-16,10-1 0 15,-1 11 1-15,5 8 1 16,5 0-2-16,1 12 6 0,3 26 6 16,-5 6 20-1,-8 14 1-15,-14 9-24 0,-11-5-2 16,0 6-1-16,-22-7 2 15,-21-11-3-15,-9-4 0 16,-7-17-5-16,1-8 2 16,7-14 5-16,11-7-3 15,9 0 2-15,8-28-1 16,13-10-2-16,5-7-1 16,5-4 1-16,0 7-3 15,22 6 3-15,5 10-2 16,2 16 2-16,2 10 1 15,4 0 6-15,6 20 0 16,3 16-4-16,4 4 0 16,-7 2-6-16,1-10-2 0,-1-8-6 15,-4-12-16-15,4-10-7 16,-5-2-11-16,2-2 3 16,-7-29 25-16,-7-6 14 15,-6-11 1-15,-7-11 5 16,-4-1 23-16,-5 0 5 15,-2 6 1-15,0 10 1 16,0 12 3-16,-7 12 12 16,3 11-10-16,1 7-13 15,3 2-13-15,0 0-15 16,0 13-1-16,0 23-8 16,0 14 9-16,0 4 1 15,14-4 2-15,6-7-3 16,2-6-15-16,5-6-8 0,-2-14-22 15,-1-6-7-15,-2-11-5 16,-1 0 34-16,-4-11 18 16,-1-23 5-16,-3-3 0 15,-2-7 5-15,-2-2 10 16,-4 3 15-16,-5 8 18 16,0 6 23-16,0 8-21 15,0 10-10-15,0 7 5 16,0 4-11-16,0 0-11 15,0 0-16-15,0 22-1 16,0 18-3-16,6 13 4 16,10 7-2-16,-1 2-3 0,1 1-2 15,-1-4-6-15,-1-9-29 16,-1-11-67-16,3-8-73 16,-3-13-134-16,3-14-160 15</inkml:trace>
  <inkml:trace contextRef="#ctx0" brushRef="#br0" timeOffset="36802.65">15282 14690 92 0,'0'0'835'0,"0"0"-622"0,0 0-36 0,0 0-69 0,0 0-39 0,0 0-26 15,-54-84-40-15,54 112 1 0,0 17 0 16,0 6-2-16,8 8 2 15,2-5-3 1,5-2-1-16,-2-8 2 0,3-12-2 16,3-10-5-16,2-7-4 15,3-12-3-15,-2-3-2 16,3-2 3-16,-3-22 10 16,-9-3-2-16,-3-13 3 15,-10 1 2-15,0-6-2 16,-18 0 0-16,-16 8-3 15,-3 3-3-15,-1 10 6 16,1 7-4-16,8 8 5 0,12-1-1 16,11 6 2-16,6 2-2 15,0 0-27-15,21-8-62 16,24 4 63 0,16 1-22-16,5 3-36 15,-2-3-7-15,-5 3 64 0,-11 2 26 16,-9 0 2-16,-12 0 20 15,-10 13 16-15,-10 14 0 16,-2 13 1-16,-5 8-11 16,0 11-2-16,0-1-6 15,0-5-10-15,0 0-3 16,8-8-2-16,5-6-2 16,8-7-2-16,-1-14 2 0,4-4-1 15,1-14-1-15,-1 0 7 16,-1-8 2-16,-2-20 24 15,-4-12 8 1,-7-12 23-16,-10-8-11 0,0-6-31 16,-15-2-6-16,-22 10-16 15,-13 10-4-15,-8 21-37 16,-6 19-90-16,-1 8-134 16,1 0-231-16</inkml:trace>
  <inkml:trace contextRef="#ctx0" brushRef="#br0" timeOffset="37235.28">16700 14874 1083 0,'0'0'156'0,"0"0"-70"0,0 0 5 0,0 0-59 0,0 0-21 0,0 0 13 15,69-17 3-15,11 15-27 16,-4 2-3-16,-13 0-130 15,-15 0-59-15,-21 0-106 16,-18 13-111-16</inkml:trace>
  <inkml:trace contextRef="#ctx0" brushRef="#br0" timeOffset="37367.8">16772 15105 718 0,'0'0'183'0,"0"0"-54"15,0 0 4-15,0 0-43 16,0 0-40-16,0 0-38 15,44-8-12-15,58-18-41 16,26-2-152-16,5-4-196 16</inkml:trace>
  <inkml:trace contextRef="#ctx0" brushRef="#br0" timeOffset="37551">17603 14811 233 0,'0'0'0'0</inkml:trace>
  <inkml:trace contextRef="#ctx0" brushRef="#br0" timeOffset="38001.87">17898 14586 282 0,'0'0'598'0,"0"0"-441"15,-21-102 15-15,0 90-59 16,-1 12-40-16,-3 0-21 16,-4 17-31-16,1 24-15 15,3 12 0-15,3 10-4 16,11 7 0-16,4 7 1 16,7-5-3-16,0-6-3 15,9-12-18-15,20-14-18 16,9-13-3-16,6-14-7 0,8-12-2 15,-1-1 23-15,-2-11 27 16,-4-17 1-16,-14-6 4 16,-6-1-1-16,-17-1 14 15,-8 1 28-15,-4 3 10 16,-27 6-8-16,-10 8-17 16,-3 14 14-16,0 4-12 15,5 9-18-15,8 22-13 16,8 9-1-16,9 6-4 0,11 2-7 15,3 0-64 1,0-6-91-16,13-8-122 0,9-12-162 16</inkml:trace>
  <inkml:trace contextRef="#ctx0" brushRef="#br0" timeOffset="38434.91">18157 14754 207 0,'0'0'637'0,"0"0"-465"16,0 0 10-16,-47-110-41 16,43 102-46-16,4 6-14 15,0 2-38-15,0 0-34 0,0 0-3 16,0 18-5 0,13 16 4-16,3 10-2 0,4 3 0 15,0 0-3 1,4-3-5-16,0-7-19 0,6-11-24 15,1-12-29-15,-2-10 11 16,-2-4 8-16,-3 0 32 16,-6-22 10-16,-7-17 16 15,-2 2 5 1,-9-13 16-16,0 1 34 0,0 1-8 16,0 12 10-16,-7 8 2 15,-6 10 1-15,7 10 7 16,-1 4-21-16,7 4-12 15,-3 8-20-15,1 30-11 16,2 18 8-16,0 11 1 16,0 1-10-16,0 0-2 0,9 2-3 15,0-12-17-15,4-4-56 16,3-5-94-16,5-18-119 16,2-12-182-16</inkml:trace>
  <inkml:trace contextRef="#ctx0" brushRef="#br0" timeOffset="39038.08">18758 14672 943 0,'0'0'115'0,"0"0"60"0,0 0-30 0,0 0-67 0,0 0-7 0,0 0-27 0,-52-70-44 0,40 109 0 16,1 18 7-16,1 11-7 15,8-4 4-15,2-1-3 16,0-11 0-16,12-12-2 16,8-10-10-16,9-10-11 15,4-12-25-15,1-8-21 16,0 0 30-16,-3-14-5 16,-8-11 27-16,-9-17 9 15,-9-4 7-15,-5-2 4 16,-9-8 3-16,-22 2-7 0,-8 8 2 15,-1 6-2 1,3 8 0-16,6 12 2 0,12 10-2 16,11 4 0-1,8 2-2-15,16-5-28 0,30 2-29 16,19-3-18-16,9 2-23 16,0 4-18-16,-8 2 21 15,-11 2 80-15,-10 0 17 16,-14 16 37-1,-13 18 22-15,-16 12 9 0,-2 10-3 16,-4 12-10-16,-17 3-19 16,4-4-11-16,8-4-19 15,9-9-1-15,0-10-4 16,18-14-1-16,11-10-4 16,6-12-5-16,5-8 0 0,-1 0 9 15,-2-18 2 1,1-18 3-16,-7-10 9 0,-4-14 27 15,-12-8 38-15,-9-8-42 16,-6-5-4 0,-6 8-9-16,-29 10-15 0,-14 17-9 15,-13 17-8-15,-19 27-63 16,-14 2-128-16,-13 21-255 16</inkml:trace>
  <inkml:trace contextRef="#ctx0" brushRef="#br0" timeOffset="39832.99">15249 16485 1144 0,'0'0'84'0,"0"0"83"0,0 0-31 0,0 0-73 0,0 0-24 0,0 0-13 0,-60 40 4 15,62 40 3-15,14 7-13 16,1-11-17-16,-3-1-2 15,-3-4-2-15,-3-12-2 16,-4-15-14-16,-4-17-18 16,0-15-15-16,0-10-9 15,0-2 19-15,0-10 24 16,-2-34 11-16,-19-14-28 16,1-18 20-16,7-8 9 15,9-3 2-15,4-7-5 0,0 6-17 16,21 12-5-16,14 18 22 15,2 18 6-15,5 21-1 16,-4 12 0-16,-7 7 2 16,-11 7 7-16,-15 37-4 15,-5 15 8-15,-11 3 2 16,-28 5-12-16,-5-8 5 16,-2-11-6-16,7-2-44 15,12-12-112-15,15-1-150 16,12-16-272-16</inkml:trace>
  <inkml:trace contextRef="#ctx0" brushRef="#br0" timeOffset="40050.11">15911 16754 1171 0,'0'0'84'0,"0"0"25"0,0 0-8 0,0 0-65 0,0 0-30 16,0 0 25-16,111 8-15 15,-19-8-16-15,-8-4-78 16,-13 0-138-16,-21-1-111 16,-23 5-72-16</inkml:trace>
  <inkml:trace contextRef="#ctx0" brushRef="#br0" timeOffset="40199.91">16003 16940 699 0,'0'0'191'0,"0"0"-38"15,0 0-14-15,0 0-80 16,0 0-35-16,0 0-3 16,120 10-21-16,-31-24-3 15,-3-4-183-15,-3 0-214 16</inkml:trace>
  <inkml:trace contextRef="#ctx0" brushRef="#br0" timeOffset="42819.01">16916 16623 1020 0,'0'0'131'0,"0"0"0"0,0 0 33 0,0 0-59 0,0 0-51 0,0 0-32 15,-42-30-18-15,69 74 8 16,8 11-2-16,-4-1-7 15,0-2-1-15,1-13-2 16,-6-6-8-16,-1-7-22 16,-3-12-18-16,-2-10 2 15,-4-4 0-15,-3 0 27 16,0-18 19-16,-5-12 7 16,-4-6 3-16,-2-10 17 0,-2-2 12 15,0 4 0-15,0 11-1 16,0 11 9-16,0 12-2 15,-2 8 3-15,2 2-22 16,0 0-14-16,0 21-9 16,0 25-2-16,0 11 0 15,0 6 3-15,0-1-4 16,11 0-16-16,5 0-24 16,-1-8-81-16,3-14-99 15,-1-14-117-15,4-15-81 16</inkml:trace>
  <inkml:trace contextRef="#ctx0" brushRef="#br0" timeOffset="43716.66">17424 16758 522 0,'0'0'272'0,"0"0"-71"16,-31-112 15-16,22 93-68 16,4 15-41-16,5 4-35 15,0 0-48-15,0 36-21 16,0 14-1-16,3 13 10 15,12-5-12-15,4-4 1 16,2-7-1-16,6-10-2 16,0-11-23-16,0-16-7 15,-3-10-18-15,1 0 29 16,-3-14 15-16,-2-22 6 16,-7-4 2-16,-11-4-2 15,-2-6 4-15,-2 2-2 0,-31 2 1 16,-9 6-2-16,-10 9-1 15,-4 9 0-15,3 8 2 16,11 10-2-16,13 4 2 16,16 0 1-16,13 0-3 15,8 0-15-15,44 0 2 16,21 0 11-16,18 0-26 16,9 0-39-16,1 0-9 15,-3-10 23-15,-6-6 38 16,-15-2 15-16,-19 3 3 15,-27 8 7-15,-19 6 9 16,-12 1 26-16,0 0 31 0,-27 13-47 16,-6 15-19-1,-6 16 6-15,8 4 16 0,9-2-10 16,11 3-9 0,11-3-11-16,0-6 0 0,27-2-2 15,13-9-4-15,7-12-21 16,2-5-10-16,-3-12 19 15,-10 0 8-15,-7 0 1 16,-13-16 7-16,-12-8 6 16,-4-7 1-16,0-4 9 15,-22-1 4-15,-11-4-6 16,-8-5-1-16,1 6-8 16,0-2-1-16,2 9-4 0,11 6 0 15,10 8-1-15,10 8 1 16,7 1 0-16,7 2-6 15,31 1-15 1,12-2 8-16,13 4-9 0,-5 4-17 16,-7 0 5-16,-7 25 25 15,-7 8 4-15,-13 15 4 16,-8 1-1-16,-9 1 2 16,-3-2 0-16,0-6 5 15,5-2 9-15,7-10-1 16,8-6-3-16,10-13-2 15,5-11-2-15,9 0 3 16,-4-21 0-16,1-15 19 0,-10-12 23 16,-8-6 22-16,-20-5 5 15,-7-8-22 1,-25 0-20-16,-35 9-19 0,-18 10-11 16,-11 22-4-16,-4 24-2 15,3 2-29-15,14 23-84 16,12 15-93-16,15 4-253 15</inkml:trace>
  <inkml:trace contextRef="#ctx0" brushRef="#br0" timeOffset="44266.79">19354 16306 987 0,'0'0'167'0,"-110"-164"-102"0,13 74-15 0,-40-8-20 0,-52 0 10 0,-52 13-12 16,-61 9 17-16,-59 18-15 15,-47 18-3-15,-49 17-11 16,-40 20 1-16,-34 3 26 15,-20 47-5-15,-12 30-1 16,20 30-1-16,29 28 0 0,46 30-33 16,59 21 5-16,68 15-8 15,88 14 0-15,93 5-9 16,106-11-6 0,85-7-5-16,137-11-71 0,98-25 91 15,98-28-2-15,86-17-1 16,74-33-39-16,66-29 4 15,54-28 11-15,48-31-2 16,27-7 24-16,13-44 2 16,-5-16 6-16,-27-10 16 15,-50-12 8-15,-73-5 23 16,-100-13 7-16,-118-13-29 16,-131-18-19-16,-134-18-2 0,-111-11 0 15,-161-15-7-15,-134-11-7 16,-132 11-11-16,-115 12 1 15,-107 20 4-15,-87 23-42 16,-74 24-20-16,-55 27-99 16,-46 18-101-16,-28 18-76 15</inkml:trace>
  <inkml:trace contextRef="#ctx0" brushRef="#br0" timeOffset="45569.08">1230 5403 935 0,'-153'56'105'0,"19"-5"24"0,20-5-23 0,27-11-23 0,31-16-32 0,39-15 1 16,28-9-9-16,78-54-26 15,65-32 1-15,66-36-12 16,63-26-4-16,49-11 2 15,34-3-3-15,18 1-1 16,-6 6-3-16,-4 14 3 0,-24 15 5 16,-43 21-5-16,-60 26-9 15,-89 29-34-15,-88 29-58 16,-72 26 31-16,-112 34 46 16,-75 40-134-16,-70 33-297 15,-49 17-113-15</inkml:trace>
  <inkml:trace contextRef="#ctx0" brushRef="#br0" timeOffset="45735.15">1099 5466 447 0,'-141'78'548'15,"77"-38"-406"-15,64-40-115 16,93-34-15-16,77-56-8 16,75-38 20-16,61-26 13 15,54-21-32-15,39-5 3 16,18 1-6-16,9 8-2 15,-15 23 3-15,-32 26-3 0,-53 26-84 16,-77 17-269-16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3:01:59.3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16078 3244 362 0,'0'0'176'0,"0"0"-94"0,-133 0 83 0,97 0-96 0,9 0 18 0,9 0 13 0,10 0-22 0,8 0-36 15,0 0-14-15,10 0-28 16,35 0 23-16,24 0-4 16,23 2-12-16,17 6-3 0,8 1-1 15,6-3-3 1,5 1 0-16,-1-5-5 0,-2-2 0 15,-10 0 5-15,-14 0-16 16,-24 0-14-16,-23 0-27 16,-21 0-43-16,-22 0-12 15,-11 0-30-15,-9 0-21 16,-33 0-63-16</inkml:trace>
  <inkml:trace contextRef="#ctx0" brushRef="#br0" timeOffset="282.33">15956 3291 509 0,'0'0'32'15,"-119"0"83"-15,86 1-52 16,18 3 10-16,15-2-3 16,0 4-32-16,40-3-20 15,24-3 23-15,21 0-17 16,19 0-11-16,19 0-5 15,7 0 1-15,1 0 13 16,-2 0-2-16,-8 0-1 16,-13 0-7-16,-7-5-7 15,-21 4 1-15,-10-2 2 16,-20 3-4-16,-12-6 1 16,-16 6-4-16,-13-4-1 15,-9 0-30-15,0 4-85 0,-19-6-113 16,-22 2-130-16</inkml:trace>
  <inkml:trace contextRef="#ctx0" brushRef="#br0" timeOffset="1833.46">11081 4570 637 0,'0'0'97'0,"0"0"77"16,58-114-92-16,-58 79 35 0,0 5-10 15,-12 8-53-15,-9 6-20 16,-11 12 7-16,-8 4-13 16,-11 6-25-16,-7 24-1 15,-2 8 6-15,6 9-5 16,16-7-3-16,14 6 0 15,19-6-2-15,5 0 0 16,31 0 1-16,25 0-2 16,11 4-1-16,5 0-5 15,-1 3 3-15,-18-3 1 16,-12-3 4-16,-18-4 2 16,-15-5 1-16,-8-8-2 15,-12-6 6-15,-36-4 9 16,-22-10 1-16,-16-2-8 15,-6-2-3-15,12-19-4 0,17-14-1 16,26-15-6-16,23-2-78 16,14-11-194-16,14 3-207 15</inkml:trace>
  <inkml:trace contextRef="#ctx0" brushRef="#br0" timeOffset="2099.62">11459 4452 222 0,'0'0'792'0,"0"0"-659"0,0 0 55 0,0 0-105 15,0 0-27-15,0 0-23 16,36 33 38-16,-36 58-30 15,0 5-31-15,0-4-3 16,0 4-7-16,5-5-4 16,19-6-65-16,7-10-175 15,16-17-278-15</inkml:trace>
  <inkml:trace contextRef="#ctx0" brushRef="#br0" timeOffset="2316.33">12290 4901 1205 0,'0'0'4'16,"0"0"11"-16,0 0 5 15,0 0-16-15,0 0 22 16,161-19-14-16,-79 19-12 15,-5 0-142-15,-25 3-202 16,-25 7-65-16</inkml:trace>
  <inkml:trace contextRef="#ctx0" brushRef="#br0" timeOffset="2467.48">12253 5084 680 0,'0'0'58'15,"0"0"130"-15,0 0-130 16,0 0-12-16,0 0-15 15,158-42-21-15,-31 17-10 16,18-6-107-16,-4 2-182 16</inkml:trace>
  <inkml:trace contextRef="#ctx0" brushRef="#br0" timeOffset="2883.21">14044 4309 285 0,'0'0'534'16,"0"0"-410"-16,-13-128 136 0,9 110-125 15,0 9-8-15,2 9-19 16,2 0-65-16,0 23-32 15,0 25 10-15,0 16-4 16,2 14-15-16,4 4 5 16,-4 4-7-16,0-7-7 15,-2-3-40-15,0-19-89 16,0-13-49-16,-4-17-84 16,-8-22-65-16,1-5-64 15</inkml:trace>
  <inkml:trace contextRef="#ctx0" brushRef="#br0" timeOffset="3066.19">13928 4496 462 0,'0'0'70'16,"0"-145"40"-16,14 90-33 16,19 14 17-16,9 13 0 15,7 10-38-15,3 5 22 16,-4 13 0-16,-8 0-13 16,-15 23-7-16,-19 17-31 15,-6 8-12-15,-25 2-8 16,-29-4-3-16,-9-1-4 15,-1-5-57-15,8-6-84 16,14-10-81-16,13-14-151 16</inkml:trace>
  <inkml:trace contextRef="#ctx0" brushRef="#br0" timeOffset="3299.27">14701 4241 1030 0,'0'0'13'16,"0"0"198"-16,0 0-93 16,0 0-70-16,0 0 3 15,0 0-11-15,-11 76 12 16,9-9-16-16,2-6-26 16,0 8-9-16,0-1 0 15,6-8-1-15,-1-6-59 0,2-14-112 16,-5-12-123-1,-2-16-135-15</inkml:trace>
  <inkml:trace contextRef="#ctx0" brushRef="#br0" timeOffset="3466.19">14441 4367 819 0,'0'0'12'0,"0"0"69"16,0 0-7-16,78-119-68 15,10 94-6-15,18 6 0 16,8 13-18-16,-13 6-55 16,-13 0-161-16,-19 0-87 15</inkml:trace>
  <inkml:trace contextRef="#ctx0" brushRef="#br0" timeOffset="3616.49">15182 4157 662 0,'0'0'168'15,"0"0"23"-15,0 0-39 16,0 0-60-16,0 0-6 15,0 0-22-15,-91 50 1 16,89 0-1-16,2 4-46 16,0 2-8-16,2 5-6 15,7-4-4-15,-4 4-9 16,-5-7-105-16,0-6-131 16,-5-23-199-16</inkml:trace>
  <inkml:trace contextRef="#ctx0" brushRef="#br0" timeOffset="3933.03">15058 4173 715 0,'0'0'8'0,"0"0"73"16,160-36-23-16,-102 36 48 16,-11 8 6-16,-13 20-27 15,-15 6-44-15,-17 5-22 16,-2 1-11-16,-19-1 5 15,-19-1-3-15,-7-3-10 0,-3-7 2 16,5-2 5 0,7-5-7-16,11-6 6 0,17 0-6 15,8-2-4-15,11 0-3 16,36 6 7-16,11-3-1 16,11 4 1-16,-3 0-18 15,1-7-27-15,-2 8 7 16,-5 0-3-16,-11 0 18 15,-18 6-100-15,-22-6-126 16,-9-1-174-16</inkml:trace>
  <inkml:trace contextRef="#ctx0" brushRef="#br0" timeOffset="4215.93">13622 5151 970 0,'0'0'14'15,"-133"8"96"-15,125-4-31 16,16-1-62-16,71-3 21 16,56 0 22-16,64 0 6 15,55-19-38-15,33 1-10 16,20 6-3-16,3-6-4 15,-18 11-8-15,-25 7-1 16,-39-1-2-16,-48 1-6 16,-55 0-84-16,-60-7-145 0,-61-6-118 15,-37 1-38-15</inkml:trace>
  <inkml:trace contextRef="#ctx0" brushRef="#br0" timeOffset="4565.96">14488 5474 1098 0,'0'0'59'15,"0"0"155"-15,0 0-90 16,0 0-76-16,0 0 2 16,0 0-20-16,-38 103 20 15,38-30-38-15,7-2-11 16,8 3-1-16,1 0-14 15,1-12-74-15,1-8-109 16,6-17-133-16,3-31-90 16</inkml:trace>
  <inkml:trace contextRef="#ctx0" brushRef="#br0" timeOffset="5135.14">14802 5613 817 0,'0'0'19'0,"0"0"104"15,0 0 38-15,0 0-126 16,0 0 25-16,0 0-19 16,-85 54-5-16,85-12-14 15,0 4 1-15,13 0-10 16,12-11-8-16,4-6-5 16,2-9 1-16,-2-10-1 15,2-10 6-15,-4 0 0 0,-5 0-6 16,-6-16 5-1,-12-10 3-15,-4-14-4 0,0 5-4 16,-26-9-9-16,-16 7-5 16,1 7-15-16,-4 2-3 15,3 7 14-15,11 6-5 16,11 4-23-16,17 1 20 16,3 1-36-16,34 2-75 15,26-5 114-15,14 5 8 16,4 1 11-16,0-5 4 15,-7 5 1-15,-11-2 3 16,-15 8 11-16,-11 0 30 16,-19 12-16-16,-13 24 16 0,-2 10 5 15,0 11-28-15,-7 5-4 16,-1 1-10-16,2 2-6 16,6-9 1-16,6-16-3 15,21-5 0-15,4-17-18 16,2-8 4-16,0-10 14 15,1 0 1-15,-1-24 8 16,0-16 5-16,-4-7 24 16,-8-17 22-16,-15 1 1 15,-6-11-9-15,-2 11-38 16,-33 14-14-16,-21 18-2 16,-23 26-49-16,-21 5-184 0,-14 0-479 15</inkml:trace>
  <inkml:trace contextRef="#ctx0" brushRef="#br0" timeOffset="7816.13">16178 7782 1181 0,'0'0'61'0,"0"0"56"0,-115 0-12 0,108 0-75 16,7 4 8-16,0 3-5 16,26-7-28-16,30 0 3 15,23 4 0-15,-2-4-8 0,-1 0-43 16,-17 0-75-1,-22 0-34-15,-20 6-151 0,-17 5-31 16,0-3-153-16</inkml:trace>
  <inkml:trace contextRef="#ctx0" brushRef="#br0" timeOffset="7949.13">16150 7949 558 0,'0'0'112'16,"0"0"65"-16,-116 33-56 15,106-27 1-15,10-3 1 16,0-1-61-16,45-2-49 0,24 0 1 15,31 0-14 1,19-11-41-16,15-6-154 0,12-7-253 16</inkml:trace>
  <inkml:trace contextRef="#ctx0" brushRef="#br0" timeOffset="8532.49">17674 7786 1168 0,'0'0'27'0,"0"0"69"0,0 0-34 0,0 0-38 0,0 0-5 16,0 0-7-16,91-52-3 0,3 44-5 15,-7 8 0-15,-19 0-4 16,-16 0 0-16,-28 0-15 16,-13 0 3-16,-8 0 12 15,-3-6 11-15,0-8 5 16,-11 7-1-16,-5-4 3 15,7 9 23-15,3-2 7 16,4 4-12-16,-2 0-25 16,0 21-2-16,-2 23-5 15,-2 13 42-15,5-7-24 16,-2 6-15-16,0-1 3 16,3 4-8-16,-2-7-2 15,4 1 0-15,0-14-40 0,0-10-105 16,0-10-175-1,11-17-246-15</inkml:trace>
  <inkml:trace contextRef="#ctx0" brushRef="#br0" timeOffset="8882.44">18272 8003 1021 0,'0'0'18'0,"0"0"94"15,-12-106-31-15,18 67-51 16,23 17 21-16,11 6-24 0,7 6-20 16,0 0 0-1,-3 10-6-15,-8 0 2 0,-13 3 3 16,-15 28-2-16,-8 7 2 16,-8 15 3-16,-26-3 11 15,-1 0 7-15,1-6 9 16,3-20 1-16,9 2 2 15,6-13-6-15,7-6-9 16,9-5-14-16,0-2-9 16,5 0-1-16,39 0-3 15,13 0-4-15,18-10-76 16,4-6-59-16,2-4-81 16,-5 4-8-16,-5-2-1 0,-9-2-75 15</inkml:trace>
  <inkml:trace contextRef="#ctx0" brushRef="#br0" timeOffset="9199.16">19062 7830 617 0,'0'0'107'16,"0"0"51"-16,0 0-51 15,0 0 1-15,0 0 20 16,0 0-35-16,-47-74-47 16,38 74-25-16,-6 20-10 15,-1 24-5-15,-2 4 3 16,6 6 2-16,8-1-3 15,4-7-5-15,0-2-3 16,31-6-2-16,9-12 0 16,10-14-12-16,3-10 4 0,8-2 10 15,-1-2 0-15,-4-20 2 16,-8-11 12-16,-15-6-5 16,-10-3 6-16,-17-2 3 15,-6-4 7-15,-6 2-11 16,-32-1-4-16,-9 11-10 15,-9 9 0-15,-6 17-7 16,-7 10-77-16,-8 0-124 16,-6 2-272-16</inkml:trace>
  <inkml:trace contextRef="#ctx0" brushRef="#br0" timeOffset="12365.84">6928 7038 1183 0,'0'0'45'0,"0"0"106"0,0 0-7 0,0 0-53 15,0 0-24-15,0 0-28 16,0 0-16-16,-27 65-16 15,27 0 14-15,0 3-9 0,0 7-11 16,0-4 0-16,0 4-1 16,8-10-30-16,0-13-28 15,-2-10-82-15,1-16-82 16,-5-12-127-16,-2-14-27 16</inkml:trace>
  <inkml:trace contextRef="#ctx0" brushRef="#br0" timeOffset="12549.31">6845 7281 583 0,'0'0'86'16,"-5"-140"37"-16,22 85-10 16,24 1-40-16,11 8-16 15,13 30 25-15,8 5-12 0,-7 11-22 16,-10 7 1 0,-18 15-21-16,-32 22-11 0,-6 6-14 15,-48 4 7-15,-21-4-10 16,-5-5-67-16,3-11-59 15,13-7-62-15,10-4-114 16</inkml:trace>
  <inkml:trace contextRef="#ctx0" brushRef="#br0" timeOffset="12850.52">7507 7163 1027 0,'0'0'18'15,"0"0"90"-15,0 0 79 16,0 0-104-16,0 0 12 16,0 0-36-16,-20-72-27 15,57 99-2-15,17 18 3 16,0-4-16-16,-3 8-12 15,-4-7-4-15,-4 4-1 16,-8-2-17-16,-4-4-50 16,-7-4-92-16,-4-8-87 15,-9-10-131-15,-3-9-171 16</inkml:trace>
  <inkml:trace contextRef="#ctx0" brushRef="#br0" timeOffset="13033.1">7817 7100 779 0,'0'0'49'16,"0"0"32"-16,0 0 107 0,0 0-81 15,0 0-57-15,0 0-9 16,-92 75 7-16,70-9-29 16,2 8-15-16,-4 2-4 15,-5 5-70-15,-7-14-133 16,1-2-160-16</inkml:trace>
  <inkml:trace contextRef="#ctx0" brushRef="#br0" timeOffset="16186.34">12467 2490 687 0,'0'0'2'0,"-145"-36"121"0,76 24 7 16,8 8-24-16,17 2 24 15,20 0-28-15,17 2-35 16,7 0-38-16,38 0-24 16,33 14 25-16,34 4-17 15,33-2-3-15,18-6-10 16,10-4 0-16,5-2-7 0,-9-2-4 16,-9-2-10-16,-16 0-16 15,-24 0-8-15,-30 0-38 16,-36 0-43-1,-32 0 19-15,-15 0 46 0,-50 0 15 16,-33 0-48-16,-27 0-3 16,-19 0 42-16,-7 0 52 15,-2 3 3-15,-5-2 2 16,5 1 8-16,3-2 17 16,12 0 55-16,16 0 29 15,22 0-26-15,22 9 2 16,26-5-9-16,22-1-28 15,15 8-27-15,15-4-23 16,43 7 42-16,31-3-15 0,31-6-18 16,30-5-5-16,10 0-4 15,9 0-5-15,-2 0-2 16,-11 0-1-16,-6-1 3 16,-13-8-8-16,-18 8-20 15,-21-4-21-15,-22 5-30 16,-28 0-26-16,-23 0-30 15,-23 0 13-15,-4 0-24 16,-42 11-85-16</inkml:trace>
  <inkml:trace contextRef="#ctx0" brushRef="#br0" timeOffset="17565.27">8361 7088 857 0,'0'0'72'0,"0"0"156"0,0-127-49 16,0 106-49-16,0 9-11 16,0 7-24-16,0 5-77 15,0 21 28-15,-10 34-41 16,4 2 20-16,-1 11-13 16,5-1 0-16,2 3-12 15,0 5 4-15,-4-2-4 16,1-10-12-16,3-6-19 15,0-14-57-15,3-19-129 0,20-16-171 16,9-8-212-16</inkml:trace>
  <inkml:trace contextRef="#ctx0" brushRef="#br0" timeOffset="17933.21">8621 7271 794 0,'0'0'45'0,"0"0"82"16,0 0 11-16,0 0-68 15,0 0-22-15,0 0-25 16,2-107-11-16,38 90-11 16,5 2 0-16,-3 11 0 0,-7 4-1 15,-3 3 4-15,-10 23-2 16,-16 9-1-16,-6 8 15 15,-6 8-4-15,-25 1 9 16,-2-8 1-16,-3-7 13 16,-2-7 10-16,7-12-13 15,7 0 5-15,3-1-8 16,13-12-5-16,8 4-11 16,0-6-13-16,15-3-5 15,28 0 4-15,13 0-3 0,10 0-72 16,5-6-30-1,5-8-62-15,6-6-80 0,-3 0-75 16</inkml:trace>
  <inkml:trace contextRef="#ctx0" brushRef="#br0" timeOffset="18217.23">9327 7110 868 0,'0'0'45'0,"0"0"145"15,0 0-51-15,0 0-24 16,0 0-5-16,0 0-67 0,-47-30-34 16,67 64 7-16,12 11 34 15,5 0-32-15,8 8-9 16,6-7-5-16,5-7-4 15,-2-2-1-15,-3-9-29 16,-7-10-65 0,-10-4-53-16,-12-6-181 0,-11-8-107 15</inkml:trace>
  <inkml:trace contextRef="#ctx0" brushRef="#br0" timeOffset="18399.93">9641 7128 738 0,'0'0'29'16,"0"0"123"-16,0 0 36 0,0 0-58 16,0 0-50-16,0 0-48 15,-58 26-2-15,41 23-5 16,-1 6-22-16,-7 4-3 16,-6 6-40-16,-7 14-108 15,-12-8-169-15,0-6-155 16</inkml:trace>
  <inkml:trace contextRef="#ctx0" brushRef="#br0" timeOffset="20266.96">6261 3328 1030 0,'0'0'34'0,"-187"13"75"15,134-8-24-15,31 0-11 0,22-2-19 16,59 2-22-1,53 0-9-15,39 4-12 0,36-4-5 16,16-1-2-16,14-4-2 16,5 0 2-16,-1 0-2 15,-10 0-3-15,-20 0-10 16,-36 0-19-16,-39-1-89 16,-44 1-65-16,-51 0-38 15,-30 0-32-15,-70 0-129 16</inkml:trace>
  <inkml:trace contextRef="#ctx0" brushRef="#br0" timeOffset="20483.04">6508 3452 660 0,'-202'15'71'0,"31"3"82"16,45-7-12-16,49 0-24 0,50-5-31 16,36 2-15-16,84-4-9 15,65 0-15-15,70-4-31 16,48 0-5-16,36-6-10 15,11 0 9-15,-4 2-10 16,-19 2-5-16,-36 0-27 16,-46-6-105-16,-52 2-322 15</inkml:trace>
  <inkml:trace contextRef="#ctx0" brushRef="#br0" timeOffset="21432.99">10439 7135 733 0,'0'0'23'0,"0"0"84"0,-140 6-38 0,109-6 5 16,8-13 22-16,15-5-12 15,8-6-45-15,0-8-30 16,13 0-1-16,16-4-7 16,8 20 0-16,-1 9-1 0,-3 7 0 15,-4 0-4-15,-6 17 4 16,-3 14 6-16,-7 19 12 15,-9 9 7-15,-4 15-3 16,0-5-10-16,-24-3-3 16,-12-13 0-16,-6-4-9 15,-3-8 6-15,3-21 0 16,5-5-1-16,10-15-3 16,8 0 1-16,9-12 1 15,10-22 1-15,0-2-4 16,0 4 0-16,14 13 0 0,3 12-1 15,3 7-2-15,0 0 2 16,2 11 0-16,7 12 1 16,2 9 0-16,5-6 5 15,2 7-3-15,-4-18-3 16,1 0 2-16,-4-8 1 16,-5-7-2-16,-1 0-1 15,-4-4-4-15,-5-15-24 16,-6-8-53-16,-3 1-118 15,-7-3-73-15,0-9-162 16</inkml:trace>
  <inkml:trace contextRef="#ctx0" brushRef="#br0" timeOffset="21949.45">6977 7954 703 0,'0'0'36'0,"-152"-27"102"0,78 27-21 0,12 0-12 15,18-2-9-15,25 2-23 16,19 0-15-16,50 0-45 16,64 7 12-16,65 5-8 15,72 2-12-15,56-4 3 16,41 1-7-16,19-2 0 0,14 2-1 16,-11-2 1-16,-9 4 5 15,-22-3-6-15,-36-10-3 16,-43 0-3-16,-50 0-30 15,-54-2-43-15,-61-6-75 16,-59-8-60-16,-36 2-69 16,-62 5-214-16</inkml:trace>
  <inkml:trace contextRef="#ctx0" brushRef="#br0" timeOffset="22350.09">8122 8832 911 0,'0'0'25'0,"0"0"129"0,-45-111 44 0,38 86-73 0,5 20 1 15,2-4-46 1,0 9-50-16,0 5-23 0,0 34-6 15,0 20 11-15,7 9-9 16,0 5-3-16,-3-4-16 16,3 4-85-16,1-9-94 15,7-18-168-15,0-17-179 16</inkml:trace>
  <inkml:trace contextRef="#ctx0" brushRef="#br0" timeOffset="22949.88">8367 8835 916 0,'0'0'19'0,"0"0"136"15,0 0 1-15,0 0-52 0,0 0-7 16,0 0-32-16,-20-74-39 16,20 80-24-16,0 30-2 15,0 4 13-15,0 6-4 16,8 8-5-16,11-8-3 15,-1-2-1-15,1-6 0 16,2-12-6-16,-4-10-9 16,-5-7 5-16,-8-3-2 0,-2-6 4 15,-2 0 8 1,0-9 7-16,0-18-7 0,0-8-3 16,-13 2 2-1,-5-10 1-15,0 9-10 0,5 5 2 16,8 8-1-16,5 9-3 15,0-2-4-15,25 6-22 16,17-4 2-16,12-2 1 16,0 3-11-16,-4 9 22 15,-7 2 4-15,-10 0 16 16,-11 1 2-16,-8 5 2 16,-12 6-4-16,-2 13 1 15,0 10 3-15,-4 19 3 16,-8 1 4-16,3 1-1 15,9-5 1-15,0-4-5 16,0-1-2-16,21-9 2 0,10-12-1 16,4-11 0-16,1-8 0 15,-2-6 2-15,-1-6-2 16,-6-18 2-16,-7-14 1 16,-9 0 8-16,-9-18 6 15,-2-8 11-15,-11 2-10 16,-18-1-11-16,-11 19-8 15,-11 24-2-15,-16 10-79 16,-18 10-194-16,-13 2-292 16</inkml:trace>
  <inkml:trace contextRef="#ctx0" brushRef="#br0" timeOffset="23666.13">11390 8031 957 0,'0'0'40'0,"0"0"127"0,0 0-54 16,0 0-53-1,0 0-33-15,0 0-4 0,65-50 0 16,9 40-10-16,12 7-13 16,-5 2 2-16,-6-9-2 15,-13 6-12-15,-14 1-78 16,-19 3-150-16,-21 0-55 15,-8 0-155-15</inkml:trace>
  <inkml:trace contextRef="#ctx0" brushRef="#br0" timeOffset="23851.17">11648 7847 585 0,'0'0'88'0,"0"0"69"15,0 0-41-15,0 0 0 0,0 0 26 16,0 0-64-16,-17-36-39 15,17 69-27-15,5 16 27 16,1 21-16-16,-2-4-23 16,1 10-57-16,-2 12-209 15,-1-21-179-15</inkml:trace>
  <inkml:trace contextRef="#ctx0" brushRef="#br0" timeOffset="24766.02">12496 7335 935 0,'0'0'47'0,"0"0"187"15,0 0-101-15,-32-102-17 0,30 98 13 16,2 4-49 0,0 0-42-16,0 18-25 0,0 27-6 15,0 22 15-15,0 10-15 16,0 11-4-16,5-10-3 15,-1-2-10-15,5-7-40 16,0-13-52-16,2-15-52 16,-2-15-38-16,-2-14-72 15,-7-12 1-15,0 0 41 16,-10-24 24-16,-19-24-70 16,3-15 268-16,2-12 158 15,10-14-29-15,14 5-42 0,0-2 26 16,18 20-49-16,22 24 7 15,5 11 13-15,1 20 5 16,2 6-28 0,-9 5-6-16,-7 13 6 0,-6 11 5 15,-17 10 12-15,-9 0-26 16,-9 4-24-16,-42 10-14 16,-11-5-14-16,-9 3-113 15,6-6-192-15,13-21-132 16</inkml:trace>
  <inkml:trace contextRef="#ctx0" brushRef="#br0" timeOffset="25049.96">13387 7295 1103 0,'0'0'14'0,"0"0"121"16,0 0-36-16,0 0-16 0,0 0 28 15,0 0-61-15,-33-59-46 16,10 118 10-16,-6 15-5 16,-11 2-3-16,-5-2-6 15,-5-1-35-15,-4-4-84 16,4-2-80-16,8-27-141 0,5-15-125 15</inkml:trace>
  <inkml:trace contextRef="#ctx0" brushRef="#br0" timeOffset="25233.23">12990 7345 844 0,'0'0'40'15,"0"0"118"-15,0 0-2 16,0 0-95-16,0 0 42 15,123 66-16-15,-65-5-33 16,6-1-39-16,-3 0-10 16,-3-3-5-16,-8-7-71 15,-7-6-62-15,-7-15-142 16,-14-2-120-16</inkml:trace>
  <inkml:trace contextRef="#ctx0" brushRef="#br0" timeOffset="26249.96">2001 3219 941 0,'0'0'85'0,"-154"0"85"0,106 5-76 15,21 3 3-15,27-4-27 16,2 2-40-16,54 3-5 15,32-6-16-15,24-3 4 0,17 0-13 16,10 0-17 0,-6-10-11-16,-6 0-11 0,-13 8-8 15,-27-2-12-15,-34 4-99 16,-35 0-101-16,-18 10-52 16,-60 11-113-16</inkml:trace>
  <inkml:trace contextRef="#ctx0" brushRef="#br0" timeOffset="26400.14">2340 3341 287 0,'-133'22'168'15,"-8"-3"0"-15,3-3-39 16,24 3 60-16,41-7 13 16,40-4-61-16,33-8-68 15,57 0-36-15,52 0-10 16,45-19-12-16,37 2-15 0,23-13-2 16,7 4-19-16,-5 4-27 15,-24 1-140-15,-34 6-296 16</inkml:trace>
  <inkml:trace contextRef="#ctx0" brushRef="#br0" timeOffset="27482.69">13992 7291 948 0,'0'0'24'0,"0"0"136"0,0 0-13 0,0 0-109 16,0 0 24-16,-121-87-5 15,86 114-36-15,6 17-11 16,6 9-2-16,2-2 0 15,13 5-6-15,8 4 4 0,0-5-6 16,6-1 0-16,25-6-10 16,9-14-11-16,10-9-15 15,3-14 2-15,0-11 3 16,-6 0 5-16,-5-4 23 16,-17-15 2-16,-9-4 1 15,-14-9 3-15,-2-1 3 16,-16 4 13-16,-19 7-5 15,-7 9 6-15,-8 9 5 16,3 4-3-16,3 0-1 16,11 14-19-16,8 11-2 15,16 3-19-15,9 11-67 16,0-2-154-16,11-5-180 16</inkml:trace>
  <inkml:trace contextRef="#ctx0" brushRef="#br0" timeOffset="27733.04">14628 7367 1053 0,'0'0'15'16,"0"0"126"-16,0 0 32 15,0 0-86-15,0 0 14 16,0 0-40-16,37-70-35 15,-37 104-23-15,-4 14 6 0,-29 16-7 16,-9-1-2-16,-8-9-68 16,6-3-55-16,1-5-42 15,8-9-115-15,8-11-66 16,7-26-245-16</inkml:trace>
  <inkml:trace contextRef="#ctx0" brushRef="#br0" timeOffset="27899.69">14416 7467 729 0,'0'0'71'16,"0"0"72"-16,0 0 70 16,0 0-81-16,0 0-51 15,0 0-26-15,47 11-7 16,-16 30-2-16,9 3-32 0,2 3-14 16,-1-1-32-16,-1 2-107 15,-6-12-154-15,1-20-124 16</inkml:trace>
  <inkml:trace contextRef="#ctx0" brushRef="#br0" timeOffset="28216.76">14876 7469 907 0,'0'0'8'0,"0"0"71"16,0 0 30-16,0 0-40 15,115-97 10-15,-82 97-18 16,-1 6-32-16,-8 21-5 15,-15 15-7-15,-9 6-6 16,0-1-6-16,-29-1 2 0,-2-10-4 16,0-10 9-16,6-6 14 15,8-10-5-15,7-6 2 16,10-2-5-16,0-2-18 16,18 0 0-16,32 0 0 15,21 0-7-15,11-10-52 16,4-10-34-16,6 6-85 15,-3 8-11-15,-6 6 176 16,-19 4-264-16,-22 10-337 16</inkml:trace>
  <inkml:trace contextRef="#ctx0" brushRef="#br0" timeOffset="28515.07">13057 8043 899 0,'-152'10'25'0,"24"6"120"16,34-11-20-16,29 2-75 15,34 0 18-15,31 8-8 0,54-7-22 16,52 3 12-1,57-8-18-15,48-3-13 0,37-1-13 16,30-22-6 0,15-3 2-16,6 6 4 0,-4 0-2 15,-14 4-1-15,-32 8-3 16,-48-6-21-16,-53-7-45 16,-67 12-91-16,-58-1-159 15,-32 10-33-15</inkml:trace>
  <inkml:trace contextRef="#ctx0" brushRef="#br0" timeOffset="28883.82">13784 8667 836 0,'0'0'97'0,"-16"-129"36"0,7 79 118 16,3 36-99-16,3-4-35 0,3 18-16 15,0 0-60 1,0 0-29-16,0 26-7 16,0 12-3-16,5 29-1 0,3-8-1 15,1 13-14-15,1 1-64 16,0-11-96-16,5-10-67 16,4-16-175-16,1-15-310 15</inkml:trace>
  <inkml:trace contextRef="#ctx0" brushRef="#br0" timeOffset="29468.77">14033 8682 319 0,'0'0'668'0,"0"0"-608"16,-29-106 120-16,17 100-87 0,6 2-10 16,2-2-2-16,4 6-38 15,0 8-41 1,0 24 0-16,0 17 1 15,0 1 2-15,0 4-2 0,17-10-3 16,3 2 1-16,3-10-1 16,6-2-18-16,2-8-5 15,-1-22-5-15,2-4 14 16,-7-6 3-16,-6-13 8 16,-5-6 2-16,-14 3 1 15,0-18 0-15,-6-10 0 0,-26 13-11 16,-6 0-12-1,-6 2 5-15,4 9 4 0,1 4 2 16,15 2 12-16,11 20 1 16,13 0-1-16,0-4-25 15,25-9-26-15,24-2 23 16,9 7 6-16,7 0-8 16,1 6-6-16,-1-2 23 15,-5 4 12-15,-12 0 1 16,-11 1 20-16,-16 16 4 15,-9 9-6-15,-12 8 0 16,0 13 6-16,0 3-11 16,-4 6-7-16,1-6 0 15,3-2-4-15,0-8 1 0,27-12-2 16,2 1-1-16,4-22 0 16,-2 5-1-16,-2-12 1 15,-4-6 3-15,-3-14 0 16,-9-18 6-16,-1-11 11 15,-10-7 25-15,-2-7 18 16,-2-12-54-16,-34 9-5 16,-21 16-4-16,-28 27-27 15,-29 23-119-15,-26 1-267 16</inkml:trace>
  <inkml:trace contextRef="#ctx0" brushRef="#br0" timeOffset="33716.33">17489 3798 929 0,'0'0'17'0,"-42"-116"107"0,32 85 33 0,6 23-66 16,2 8 9-16,-2 26-34 16,1 51-59-16,-1 33 38 15,0 35 16-15,-2 21-24 16,4 20-3-16,-2 21-1 16,-5 13-16-16,-7 9 0 0,-1-3-7 15,-4-17-6-15,6-21-1 16,1-31-3-16,6-29-6 15,3-28-21-15,5-35-31 16,0-28-58-16,0-37-54 16,27-13-146-16,7-58-93 15</inkml:trace>
  <inkml:trace contextRef="#ctx0" brushRef="#br0" timeOffset="34251.23">17393 4038 990 0,'0'0'14'16,"-27"-106"27"-16,58 58 1 15,54 8-40-15,40 3-1 0,48 12 0 16,39 7 1-16,35 6 2 16,25 3-4-16,7 5 0 15,1 0 4-15,-3 4 1 16,-8 0 12-16,-19 0 8 15,-20 3 0-15,-39 8-3 16,-51 4-9-16,-43 5 6 16,-45 2-15-16,-31 6 4 15,-21 5 8-15,0 17 48 16,-25 19-14-16,-4 19-18 16,2 19 11-16,4 15-8 15,4 18 16-15,9 15-17 0,6 13-5 16,4 13-8-1,0 3-2-15,0-9-3 0,14-7-13 16,5-19 2-16,0-13-3 16,1-14 0-16,0-19-2 15,-4-18 4-15,-8-22-3 16,-8-19-1-16,0-16 0 16,-6-10 0-16,-29-10 0 15,-24-4-10-15,-17-4-12 16,-20 0 6-16,-28-8-4 15,-41-8-13-15,-40-2-12 16,-49 6-2-16,-47 4-6 16,-32 6 25-16,-37 2 19 0,-1 0 9 15,17 2 3-15,45 6-3 16,66-4-4-16,60-4-55 16,65 0-150-16,51-8-138 15</inkml:trace>
  <inkml:trace contextRef="#ctx0" brushRef="#br0" timeOffset="34699.78">17144 3517 872 0,'0'0'64'0,"0"0"131"0,0 0-64 0,0 0-39 0,0 0-45 0,0 0-42 16,-3 54 18-16,3 48-2 15,0 9-21-15,0-3-45 16,0-10-86-16,0-11-124 16,0-19-95-16</inkml:trace>
  <inkml:trace contextRef="#ctx0" brushRef="#br0" timeOffset="35049.3">17108 3666 777 0,'0'0'8'0,"0"0"66"16,-14-117-16-16,52 91-40 16,34-1 8-16,34-2-12 15,33 3-5-15,28-1 1 16,26 5 2-16,21 7 8 16,25 5 25-16,14 2 22 15,9 8-31-15,0 0-7 16,-3 0-5-16,-9 0 0 15,-21 0 3-15,-33 0-8 16,-46 0-6-16,-60 0-11 16,-43 0 1-16,-28-5-3 15,-19 5 1-15,0 9 23 0,-23 23 4 16,-8 16 1-16,0 4-3 16,6 5-2-16,10 4-19 15,3 2-5-15,1-5-15 16,-3-4-46-16,-7-8-146 15,-16-13-182-15</inkml:trace>
  <inkml:trace contextRef="#ctx0" brushRef="#br0" timeOffset="35366.04">17379 3860 749 0,'0'0'26'0,"0"0"-26"0,0 0 27 0,0 0-10 16,0 0 45-16,0 0 6 15,-6 54-4-15,78-92-10 16,16-15-40-16,19-13-12 15,18-3-2-15,13-6-19 16,2 11-11-16,-6 13-36 16,-18 18-72-16,-16 19-171 0</inkml:trace>
  <inkml:trace contextRef="#ctx0" brushRef="#br0" timeOffset="35532.43">18523 3828 644 0,'0'0'41'16,"0"0"105"-16,0 0-71 16,0 0-13-16,0 0-51 15,140-82-8-15,-28 27-3 16,10-2-16-16,9-6-84 16,3 11 6-16,-8 14 43 15,-12 18 49-15,-24 13 1 0,-28 7-90 16,-29 11-148-16</inkml:trace>
  <inkml:trace contextRef="#ctx0" brushRef="#br0" timeOffset="35766.05">19529 3653 129 0,'0'0'169'16,"0"0"-31"-16,0 0-7 15,0 0-35-15,0 0-11 16,0 0-7-16,27 36-29 16,62-84-28-16,14-8-12 15,0 5-9-15,-12 5 0 16,-24 6 1-16,-23 21-2 15,-26 11-62-15,-18 8-61 16,0 2 50-16,-29 26 62 16,2 2 12-16,7 0 3 15,13-3 25-15,7-16-12 16,27-11-5-16,29 0 3 0,19-10-1 16,19-8-11-16,5-1-2 15,-9 5 0-15,-16-1-106 16</inkml:trace>
  <inkml:trace contextRef="#ctx0" brushRef="#br0" timeOffset="36934.07">18155 4784 153 0,'0'0'830'0,"-29"-112"-735"0,17 76 134 16,4 16-104-16,3 14 4 15,5 5-33-15,0 1-50 16,0 11-29-16,0 28-17 16,0 16 17-16,11 13-10 15,-1 3-3-15,-4-3-4 16,1-10-9-16,-7-9-15 16,2-18-22-16,-2-12-15 0,0-11-15 15,0-8 15-15,0 0 27 16,0-15 31-16,0-27 0 15,-4-14-2-15,4-10 5 16,0-3 0-16,0-1 0 16,15 9 0-16,7 8-1 15,5 13 1-15,2 18-1 16,-6 8 0-16,-6 12-1 16,-8 2-5-16,-6 2-22 15,-3 26-3-15,0 12 26 16,-3 4 5-16,-10-4-6 15,2-6 0-15,11-4 0 0,0-4 5 16,0-4-4 0,19 0 4-16,4 0 2 0,-3 1 0 15,-3-3 1-15,-7-2-1 16,-10-2 3-16,0-2 6 16,-22 1 9-16,-12-2-3 15,-3-5-11-15,2-2-2 16,12-6-2-16,11 0-52 15,12 0-178-15,0-16-159 16</inkml:trace>
  <inkml:trace contextRef="#ctx0" brushRef="#br0" timeOffset="37100.66">18473 4969 910 0,'0'0'19'0,"0"0"123"0,0 0-23 0,0 0-100 16,0 0-11-16,0 0-8 16,134-51-12-16,-62 31-160 15,-8 0-104-15,-11-5-163 16</inkml:trace>
  <inkml:trace contextRef="#ctx0" brushRef="#br0" timeOffset="37449.26">18941 4661 714 0,'0'0'145'15,"0"0"23"-15,0 0 26 16,0 0-80-16,0 0-9 16,0 0-32-16,0-27-36 15,0 54-1-15,9 12-8 16,-2-1-21-16,-2 2-6 0,-5-2-2 16,0-1-10-16,0-13-47 15,0-10-27-15,0-13 11 16,0-1 20-16,0-25 42 15,0-22-13-15,0-12 12 16,0 2 13-16,8 1-1 16,13 10 2-16,0 11 10 15,2 14 2-15,-1 13 15 16,1 8-8-16,4 0 2 16,-1 23-5-16,3 14-1 0,-3 5 1 15,-5 0-9-15,-8 0-7 16,-4-2-1-16,-9-1-45 15,0-4-69-15,-11-5-121 16,-14-9-67-16,-1-12-23 16</inkml:trace>
  <inkml:trace contextRef="#ctx0" brushRef="#br0" timeOffset="37566.19">19017 4827 404 0,'0'0'125'0,"0"0"25"15,0 0-11-15,0 0-66 16,40-129-18-16,18 91-26 15,22-6-13-15,17-8-16 16,16-6-1-16,5 1-81 16,-9 7-254-16</inkml:trace>
  <inkml:trace contextRef="#ctx0" brushRef="#br0" timeOffset="38604.99">17794 5685 1006 0,'0'0'11'0,"0"0"176"0,0 0-11 0,0 0-76 15,0 0-16-15,0 0-32 0,-38-21-36 16,47 66-5-1,4 13-9-15,1 6-2 0,-6 0-55 16,3-2-98-16,-3-9-130 16,-8-16-183-16</inkml:trace>
  <inkml:trace contextRef="#ctx0" brushRef="#br0" timeOffset="38999.96">17867 5798 218 0,'0'0'639'15,"0"0"-618"-15,0 0 74 16,137-95-16-16,-100 95 12 16,-6 0-25-16,-8 18-40 0,-14 18-19 15,-9 8 4-15,-3 0-5 16,-26-4 2 0,0-8 6-16,3-10 5 0,15-8 8 15,11-8-17-15,2-4-10 16,40-2-5-16,18 0-17 15,14-14-57-15,-1-16-118 16,-2-2-19-16,-8-11-17 16,-10-4 5-16,-8-1-40 15,-11-2 268-15,-8 1 71 16,-8 1 144-16,-7 4-32 16,-4 4-17-16,-2 8 20 0,-5 9-22 15,0 8-12 1,0 7-40-16,0 8-13 0,0 2-40 15,0 40-27-15,-12 23 20 16,-10 16 13-16,-2 13-37 16,-8 3-22-16,3 1-3 15,-4-4-3-15,2-9-35 16,4-15-95-16,2-20-104 16,3-19-148-16,0-25-307 15</inkml:trace>
  <inkml:trace contextRef="#ctx0" brushRef="#br0" timeOffset="39233.04">18233 5671 872 0,'0'0'20'0,"0"0"55"0,0 0-49 0,0 0-21 0,0 0 16 15,0 0 10-15,49 38-5 16,-27-38-1-16,-4-9-8 15,-12-6 14-15,-6-3 2 16,0 4 4-16,0 2-21 16,-13 6-16-16,-3 6-24 15,8 1-129-15,3 26-134 16,5 7-290-16</inkml:trace>
  <inkml:trace contextRef="#ctx0" brushRef="#br0" timeOffset="39466.32">18609 6064 888 0,'0'0'11'15,"0"0"32"-15,0 0 1 16,0 0 17-16,0 0 57 16,0 0-28-16,20 5-12 15,-20-20-18-15,0-1-16 16,0 1-3-16,0 8-16 15,-4 1-20-15,-7 3-5 16,4 3-9-16,0 0-94 16,7 0-104-16,-2 10-163 0,2-5-415 15</inkml:trace>
  <inkml:trace contextRef="#ctx0" brushRef="#br0" timeOffset="40666.76">19155 5691 407 0,'0'0'349'0,"0"0"-251"0,0 0 61 15,-116-46-70-15,116 25-2 16,0 1-29-16,25-2-20 16,18 4-9-16,7 7-2 15,2 5-7-15,-8 6 17 16,-13 0-10-16,-15 3-14 15,-16 25-2-15,0 14-4 16,-22 6 5-16,-16 6 0 0,-2-3 2 16,4-11 0-16,10-11 9 15,8-8-3-15,11-9-11 16,7-6-9-16,11-6-1 16,43 0 0-16,27-8-1 15,18-18-63-15,6-6-79 16,-5-2-134-16,-9-2-58 15,-10 0-331-15</inkml:trace>
  <inkml:trace contextRef="#ctx0" brushRef="#br0" timeOffset="42132.47">21758 4095 978 0,'0'0'65'0,"0"0"108"0,0 0-63 0,0 0-43 15,0 0 8-15,0 0-42 16,-23-44-25-16,23 117 4 16,-4 30 50-16,0 16-26 15,-4 13-9-15,4 12-14 16,-5 14 14-16,5 10-2 16,4 10-3-16,0-12-11 15,0-12-10-15,11-16 2 16,18-18 1-16,13-17-4 15,16-13 1-15,23-15-1 0,27-18-3 16,27-17 3 0,25-13-22-16,29-14-2 0,18-13-5 15,21 0-7-15,16-3 5 16,-10-17-12-16,-15-16-58 16,-28-19-164-16,-28-24-277 15</inkml:trace>
  <inkml:trace contextRef="#ctx0" brushRef="#br0" timeOffset="42416.51">24522 4073 648 0,'0'0'129'16,"-37"-110"-31"-16,28 81 57 15,5 16-28-15,2 12-31 16,2 1-8-16,0 66-60 16,0 49-15-16,-3 49 103 15,-4 44-50-15,0 9-28 16,1 6-21-16,-3-5-14 16,-2-20-3-16,0-21-2 15,-3-26-50-15,-1-29-53 16,-1-26-59-16,-4-22-120 0,-2-30-57 15</inkml:trace>
  <inkml:trace contextRef="#ctx0" brushRef="#br0" timeOffset="42766">21823 4007 903 0,'0'0'22'0,"0"0"12"16,0 0 29-16,0 0-42 15,175-19 4-15,-1-2 0 16,45-6-6 0,44 1-5-16,30-4 7 0,21 2 36 15,10 8-15-15,-10 1-13 16,-36 12-20-16,-53 3-9 16,-71 2-108-16,-80 0-175 15,-74-4-163-15</inkml:trace>
  <inkml:trace contextRef="#ctx0" brushRef="#br0" timeOffset="43102.9">21794 3398 831 0,'0'0'82'15,"0"0"120"-15,0 0-88 0,0 0-40 16,0 0-55-1,0 0-12-15,-59 95 12 0,57-19-16 16,2 3-3-16,0 5-85 16,-2-2-138-16,-7-12-121 15,-2-16-288-15</inkml:trace>
  <inkml:trace contextRef="#ctx0" brushRef="#br0" timeOffset="43482.98">21713 3411 856 0,'0'0'43'15,"0"0"41"1,0 0-28-16,0 0-51 0,120-77 2 16,1 57-7-16,30-2 0 15,23-4 4-15,20-4-3 16,10-6 1-16,4 2 2 15,8 0 1-15,4 6 2 16,-6 6 12-16,-8 4 19 16,-28 14-4-16,-31 4-15 15,-36 0-6-15,-37 0-8 16,-30 6-3-16,-23 10-2 16,-17 15 2-16,-4 19 24 0,-2 19 25 15,-16 15 17-15,0 9-33 16,7-1-8-16,0 2-13 15,4-1-5-15,5-14-5 16,-3-8-4-16,3-17-5 16,0-12-74-16,-5-9-139 15,-6-16-141-15,-16-13-308 16</inkml:trace>
  <inkml:trace contextRef="#ctx0" brushRef="#br0" timeOffset="43816.27">21943 3634 468 0,'0'0'0'0,"0"0"83"0,0 0 33 16,0 0-35-16,0 0-69 16,0 0 16-16,67-132 27 15,-48 115-2-15,-9 5-10 16,-10 12 19-16,-10 0-6 16,-34 38-17-16,-16 30-36 15,-9 19-3-15,0 13 1 0,7-7-1 16,6-10-45-1,13-7-48-15,19-16-58 0,24-20-25 16,0-23-229-16</inkml:trace>
  <inkml:trace contextRef="#ctx0" brushRef="#br0" timeOffset="44016.24">23103 3096 862 0,'0'0'49'16,"0"0"59"-16,0 0-84 0,0 0 28 16,-162 100 1-16,79-14-14 15,-1 10-12-15,1 11-22 16,10 3-5-16,5-6-34 16,14-5-85-16,8-21-29 15,11-20-105-15,11-25-84 16</inkml:trace>
  <inkml:trace contextRef="#ctx0" brushRef="#br0" timeOffset="44216.91">23531 3174 650 0,'0'0'128'15,"0"0"18"1,0 0-19-16,0 0-74 0,0 0-13 15,0 0 10-15,-158 199-31 16,64-91-19-16,16 0-81 16,19-8-113-16,16-13-152 15</inkml:trace>
  <inkml:trace contextRef="#ctx0" brushRef="#br0" timeOffset="44399.22">24164 3213 927 0,'0'0'94'0,"0"0"-19"15,-138 133-75-15,48-38-5 16,-1 9-57-16,-3 10-102 16,3 4-189-16</inkml:trace>
  <inkml:trace contextRef="#ctx0" brushRef="#br0" timeOffset="44749.26">22464 4564 1095 0,'0'0'86'15,"0"0"111"-15,0 0-111 16,0 0-41-16,0 0-10 0,0 0-31 16,-22 15-1-16,27 36-6 15,3 5-44-15,-8 5-93 16,0-4-142 0,0-7-73-16,-20-18-170 0</inkml:trace>
  <inkml:trace contextRef="#ctx0" brushRef="#br0" timeOffset="45032.73">22361 4588 694 0,'0'0'56'0,"0"0"30"15,72-106-43-15,-36 96 10 16,-1 10 2-16,-6 0-4 16,-12 21-41-16,-9 15-3 0,-8 5-1 15,0-1-2 1,-10-8-2-16,-3-10 1 0,7-6-3 15,6-6 0-15,0-4 0 16,13 8 2-16,16 2-1 16,4 5 1-16,-5 0 3 15,-9 2 0-15,-16-4 15 16,-3-1 2-16,-32 2 28 16,-13-1-22-16,1-8-28 15,10-4-44-15,14-7-130 16,16 0-59-16,4-11-316 15</inkml:trace>
  <inkml:trace contextRef="#ctx0" brushRef="#br0" timeOffset="45316.51">22865 4700 788 0,'0'0'92'0,"0"0"79"0,0 0-136 0,0 0 0 16,0 0-6-1,165-50-23-15,-96 34-6 0,2-1-147 16,-4-4-241-16</inkml:trace>
  <inkml:trace contextRef="#ctx0" brushRef="#br0" timeOffset="45850.09">23437 4403 684 0,'0'0'2'16,"0"0"140"-16,0 0-29 0,0 0 5 15,0 0 35-15,0 0-34 16,0-75-34-16,0 75-13 15,0 7-37-15,9 21-6 16,-1 14 22-16,-2 2-27 16,0 3-14-16,-1-5-9 15,1-7-1-15,0 1-19 16,-2-11-71-16,-4-11-35 16,0-3-20-16,0-11-12 0,0 0 42 15,0-19 79 1,-16-19 36-16,5-8 3 0,2-7 7 15,9-2 35-15,0 6-10 16,11 7-15-16,20 10-10 16,7 14 0-16,0 9-6 15,-2 9-3-15,-5 0 6 16,-9 23 0-16,-6 7 4 16,-10 1 4-16,-3 0 13 15,1-5 24-15,0-6-1 16,6-1-11-16,5-4-6 15,5-1-5-15,1-4-12 0,-8 1-7 16,-13 0-10 0,-5 7-16-16,-44 4-102 0,-18 1-148 15,-13-2-92-15,-4-4-208 16</inkml:trace>
  <inkml:trace contextRef="#ctx0" brushRef="#br0" timeOffset="47100">22384 5169 952 0,'0'0'98'0,"0"0"65"0,0 0-82 15,0 0-58-15,-116 91 11 16,80-17-7-16,9 2-1 15,12-4-19-15,11-6 2 16,4-1-7-16,0-15-2 16,24-10-7-16,7-12-15 0,2-14-2 15,6-14 8-15,-4 0 14 16,-1-18 2-16,-10-12 4 16,-11-3 0-16,-13 1 1 15,0 6-1-15,-17 4 9 16,-17 8 1-16,-4 10-2 15,3 4-9-15,1 0-2 16,9 15-2-16,8 13-30 16,12 4-137-16,5-5-147 15,0-3-149-15</inkml:trace>
  <inkml:trace contextRef="#ctx0" brushRef="#br0" timeOffset="47352.18">22858 5166 900 0,'0'0'5'0,"0"0"169"15,0 0-49-15,0 0-29 16,0 0-13-16,0 0-42 16,-15 54 4-16,-6 32-2 15,2 6-17-15,-6-2-15 16,1-1-10-16,-8-3-1 15,1-8-41-15,-4-8-82 16,1-14-129-16,3-24-195 16</inkml:trace>
  <inkml:trace contextRef="#ctx0" brushRef="#br0" timeOffset="47549.4">22492 5422 824 0,'0'0'22'0,"0"0"6"16,0 0-8-16,0 0-16 16,0 0 25-16,0 0 38 15,54 22 13-15,-36-38-9 16,-9-3-17-16,-9-4-1 16,0 3-13-16,0 2-30 15,0 8-10-15,-4 10-10 0,-1 0-162 16,5 18-92-1,0 10-104-15</inkml:trace>
  <inkml:trace contextRef="#ctx0" brushRef="#br0" timeOffset="47749.8">22847 5700 883 0,'0'0'25'15,"0"0"71"-15,0 0-22 16,0 0-46-16,0 0 30 15,0 0 3-15,-4 27-6 16,4-27-3-16,0-16-9 16,0 0-8-16,-7 3-15 0,-7 4-16 15,-3 7-4-15,5 2-28 16,8 0-115-16,4 8-163 16,0 4-217-16</inkml:trace>
  <inkml:trace contextRef="#ctx0" brushRef="#br0" timeOffset="48949.18">23674 5328 787 0,'0'0'67'0,"0"0"65"0,0 0-50 15,-7-105-31-15,41 81-9 16,8 9-16-16,0 10-14 15,-4 5 2-15,-9 2-2 0,-18 30 3 16,-11 16 8 0,-4 8-4-16,-32 9 2 0,-4-7 4 15,-2-8-2-15,6-14 5 16,9-14 8-16,14-10-13 16,10-8-9-16,3-2-14 15,37-2 2-15,27 0 1 16,30-16-3-16,10-12-64 15,8-4-74-15,-6-4-99 16,-12-7-64-16,-14-1-293 16</inkml:trace>
  <inkml:trace contextRef="#ctx0" brushRef="#br0" timeOffset="49565.48">20904 5288 968 0,'0'0'52'0,"0"0"86"0,-131 0 19 16,129 0-114-16,4 0-16 16,49 0-20-16,32-9 8 15,26-13-8-15,13-4-6 16,-4 2-1-16,-13 1-45 15,-23 0-63-15,-28 5-151 0,-34-3-74 16,-20-4-232 0</inkml:trace>
  <inkml:trace contextRef="#ctx0" brushRef="#br0" timeOffset="49716.43">21189 4931 727 0,'0'0'119'0,"0"0"65"15,0 0-44-15,0 0-72 16,-56 117 14-16,56-29-23 15,8 15-32-15,13 4-23 16,-2 6-4-16,-11 1-32 16,-8-1-147-16,-2-2-182 15,-31-9-367-15</inkml:trace>
  <inkml:trace contextRef="#ctx0" brushRef="#br0" timeOffset="50566.99">24683 5042 890 0,'0'0'21'0,"0"0"115"0,0 0-14 16,0 0-78-16,0 0 9 15,0 0-20-15,55-37-20 0,1 24-10 16,2 2-3-16,0 5-38 15,-8 2-143-15,-15 4-24 16,-17 0-50-16,-18 0-143 16</inkml:trace>
  <inkml:trace contextRef="#ctx0" brushRef="#br0" timeOffset="50715.43">24750 5097 478 0,'0'0'69'0,"0"0"56"16,0 0-42-16,0 0-10 0,0 0-15 15,0 0-42 1,13 29-2-16,41-42-14 0,15-9-61 16,3-6-190-16,-6-1-352 15</inkml:trace>
  <inkml:trace contextRef="#ctx0" brushRef="#br0" timeOffset="50966.21">25033 4770 783 0,'0'0'82'0,"0"0"51"16,0 0-60-16,0 0-8 15,0 0-10-15,0 0-17 16,67-84-10-16,-43 84 0 16,-1 12 20-16,-6 18-23 15,-3 10 19-15,-5 6-11 16,-5 3 16-16,-4-3-25 0,0 2-18 15,0-8-3-15,0-3-3 16,0-4-43-16,0-1-106 16,-11 0-125-16,-9-8-103 15</inkml:trace>
  <inkml:trace contextRef="#ctx0" brushRef="#br0" timeOffset="51116.09">24910 5091 806 0,'0'0'42'16,"0"0"46"-16,0 0-74 16,121-93 4-16,-48 64-18 15,8 2 0-15,-13 2-144 16,-14 6-134-16</inkml:trace>
  <inkml:trace contextRef="#ctx0" brushRef="#br0" timeOffset="51482.76">25276 4811 200 0,'0'0'472'16,"0"0"-344"-16,0 0-25 16,0 0-85-16,0 0-6 15,0 0 11-15,66-81-11 16,-43 81-3-16,-8 4 8 16,-13 23 7-16,-2 16-2 15,-2 9 9-15,-22 1-6 16,2-9-5-16,6-11-15 15,9-10 3-15,7-9-8 0,0-9-2 16,15-5 0-16,12 0 2 16,-2-11 9-16,2-15-9 15,-7 0 0-15,-9 3 0 16,-4 10 2-16,-5 5 11 16,-2 5 25-16,2 3 12 15,5 0-41-15,11 0-7 16,6-1 1-16,1-6 9 15,0 1 2-15,-12-6 5 16,-9-7 11-16,-4-3 12 0,-4-6-40 16,-30 6-2-1,-11 15-53-15,-15 7-90 0,-15 12-217 16</inkml:trace>
  <inkml:trace contextRef="#ctx0" brushRef="#br0" timeOffset="57316.37">9001 11182 736 0,'0'0'234'0,"-115"-6"-149"0,70-13 71 0,14-7-86 16,12-6 20-16,19-6-23 16,2-2-37-16,42 1-21 15,16 10-8-15,9 8 2 16,-2 14-2-16,-16 7 0 15,-20 9-1-15,-28 32-2 16,-3 12 2-16,-36 12 4 16,-16-1 4-16,-6 0 3 15,-1-4 0-15,8-5 10 16,8-9 4-16,17-12 2 16,12-10-5-16,14-8-17 15,2-2-1-15,39-8-4 16,23-6-10-16,20 0-9 15,15-6-48-15,3-20-75 0,-4-4-105 16,-13-6-135-16</inkml:trace>
  <inkml:trace contextRef="#ctx0" brushRef="#br0" timeOffset="57932.77">9485 11019 794 0,'0'0'37'0,"0"0"89"15,0 0 15-15,0 0-29 16,0 0-10-16,0 0-41 16,-46-52-30-16,46 52-11 15,0 23 6-15,9 19 28 0,4 15 3 16,-9 16-27-16,-1 8-22 16,-3 4 2-16,0 1-3 15,0-11-5-15,0-17-2 16,0-11-18-16,0-13-9 15,4-18-11-15,3-10-27 16,1-6 6-16,9-10 29 16,2-24 30-16,6-8 3 15,2 0-2-15,-1 4 0 16,1 5 3-16,2 4 0 16,-2 7-3-16,-1 1 2 15,-3 7 1-15,-7 6-3 16,-6 2 1-16,-3 2-1 15,-5 3-1-15,-2 1 0 0,0 0 0 16,0 0-2-16,0 0-7 16,0 0-52-16,0 0-39 15,0 0 1-15,0 0-59 16,0 0 23-16,0 0 40 16,-6 0 38-16,-7 0 24 15,-6-7 33-15,1-4 5 16,3-3 48-16,4-4 40 15,2-3 12-15,3 3 3 16,6 2 4-16,-1 1-19 16,1 10-12-16,0 2-9 15,0 3-11-15,0 1-24 0,0 36-22 16,0 13 43-16,0 9-16 16,11 2-28-16,5 2-11 15,-3-1-3-15,3 9-12 16,-3 1-84-16,-1-4-124 15,-6-9-188-15,-4-16-465 16</inkml:trace>
  <inkml:trace contextRef="#ctx0" brushRef="#br0" timeOffset="58283.35">9949 11119 757 0,'0'0'83'0,"0"0"110"0,0 0-10 0,0 0-36 0,0 0-21 16,0 0-89-16,11-1-4 0,15 72 40 15,3 9-43-15,-3 4-25 16,-2-1-5-16,-11 1-2 16,-8-3-60-16,-5-1-84 15,0-13-61-15,-12-17-87 16,-5-22-48-16,1-21-256 15</inkml:trace>
  <inkml:trace contextRef="#ctx0" brushRef="#br0" timeOffset="58466.18">10041 11159 317 0,'0'0'148'16,"57"-104"-47"-16,-24 81-26 15,1 16-9-15,-1 7 46 16,-5 7-16-16,-6 26-2 15,-14 9 2-15,-8 10-45 0,-8 4-33 16,-38 2-18-16,-7-3-38 16,-4-5-102-16,3-14-81 15,12-10-208-15</inkml:trace>
  <inkml:trace contextRef="#ctx0" brushRef="#br0" timeOffset="58782.89">10798 11333 957 0,'0'0'15'0,"0"0"68"16,0 0-21-16,0 0-51 15,0 0 9-15,172-8 4 16,-82 4-15-16,0-2-8 16,-8-3-1-16,-11 0-2 15,-19 1-56-15,-21 2-145 16,-27-4-131-16</inkml:trace>
  <inkml:trace contextRef="#ctx0" brushRef="#br0" timeOffset="58949.43">11110 11051 546 0,'0'0'85'16,"0"0"144"-16,0 0-42 16,0 0-52-16,0 0-85 15,0 0-4-15,-23 120 69 16,44-40-69-16,1 1-30 15,0 3-15-15,-6 1-1 16,-5 7-75-16,-5-2-115 16,-4-8-146-16,-2-14-389 0</inkml:trace>
  <inkml:trace contextRef="#ctx0" brushRef="#br0" timeOffset="59352.73">11937 11081 737 0,'0'0'131'0,"0"0"87"16,0 0 17-16,-29-110-122 15,24 107 28-15,2 3-63 16,3 10-57-16,0 31-9 15,0 16 8-15,0 14-14 16,3 4-6-16,8 6-37 16,2-2-65-16,3-5-103 15,1-18-162-15,2-22-245 0</inkml:trace>
  <inkml:trace contextRef="#ctx0" brushRef="#br0" timeOffset="59617.53">12137 11165 865 0,'0'0'15'0,"0"0"53"16,0 0 36-16,47-112-51 15,-5 107 30-15,0 5-14 16,-8 11-32-16,-12 25-25 16,-18 12-6-16,-4 8-1 15,-15-2 3-15,-21-4-6 16,-1-7 9-16,-4-11 13 15,8-10 6-15,10-8 8 0,14-9-9 16,9-1-18-16,3-1-11 16,40-3-5-16,14 0-2 15,15 0-28-15,5-4-62 16,-1-15-74-16,0-1-116 16,-4 1-120-16</inkml:trace>
  <inkml:trace contextRef="#ctx0" brushRef="#br0" timeOffset="60149.12">12803 11041 785 0,'0'0'49'15,"0"0"102"-15,0 0 9 16,0 0-71-16,0 0 10 16,0 0-24-16,-33-52-47 15,33 52-10-15,7 10-5 16,15 30 48-16,-5 14-2 16,-1 12-8-16,-7 4-23 15,-5-3-19-15,-2-1-3 0,-2-6-6 16,0-6-4-1,0-8-41 1,0-12-37-16,0-14-32 0,2-6-25 16,-2-10-74-16,0-4 3 0,0-11 21 15,-4-29 4-15,-11-14 37 16,3-9 148-16,4-12 39 16,3-5 10-16,5-2 27 15,0 2-16-15,19 10-14 16,6 13 5-16,9 18-2 15,2 13 25-15,-5 12-15 16,3 10-17-16,-5 4 11 16,-5 1 5-16,-4 21 21 15,-9 6-13-15,-11 9-30 0,-2 2-20 16,-38 4-16-16,-20 3-25 16,-11 1-67-16,-10-4-77 15,-4-7-130-15</inkml:trace>
  <inkml:trace contextRef="#ctx0" brushRef="#br0" timeOffset="60917.52">14106 11314 1040 0,'0'0'39'0,"0"0"66"0,0 0-38 0,0 0-51 0,0 0 7 16,0 0 29-16,94-14-38 16,-18 1-14-16,-3-1-40 15,-10 10-116-15,-28 4-56 16,-23 0-74-16,-12 0-262 15</inkml:trace>
  <inkml:trace contextRef="#ctx0" brushRef="#br0" timeOffset="61051.33">14102 11450 22 0,'0'0'605'16,"0"0"-488"-16,0 0 11 16,0 0-43-16,0 0-13 15,0 0 13-15,62 16-63 16,39-36-22-16,39-4-53 15,13-4-139-15,2-1-183 16</inkml:trace>
  <inkml:trace contextRef="#ctx0" brushRef="#br0" timeOffset="61427.32">14846 11119 1203 0,'0'0'13'0,"0"0"6"16,0 0-3-16,0 0-6 0,143-43 1 16,-56 32 2-1,-7 1-13-15,-14-1 1 0,-23 4-1 16,-18-4 0-16,-14 2 1 15,-11-4-1-15,0-1 8 16,0 2 33-16,-9 1 50 16,-3 5-50-16,6 3 9 15,-1 3-3-15,1 18-33 16,-2 23 1-16,1 11 25 16,7 4-16-16,0 0-13 15,0-2-7-15,0 0-4 16,13-1-4-16,0-5-43 15,5-2-81-15,4-10-173 0,2-18-393 16</inkml:trace>
  <inkml:trace contextRef="#ctx0" brushRef="#br0" timeOffset="61732.77">15499 11131 151 0,'0'0'874'16,"0"0"-826"-16,0 0 78 16,24-106-93-16,26 93-10 15,-4 13 20-15,-5 0-5 0,-20 14-21 16,-16 25-10-16,-5 10 5 16,-20 2 15-16,-17-2 9 15,-4-7-9-15,3-11-1 16,13-9 25-16,10-6-21 15,15-8-6-15,0 1-22 16,44-8-2-16,22-1-7 16,18 0-38-16,1-7-69 15,-6-20-85-15,-9-9-100 16,-15-11-74-16</inkml:trace>
  <inkml:trace contextRef="#ctx0" brushRef="#br0" timeOffset="62000.08">16053 11011 670 0,'0'0'165'0,"0"0"-8"0,0 0-34 16,0 0-48-16,0 0-1 16,-71 110-3-16,71-49-42 15,0-2-19-15,19-3-8 16,7-7-2-16,10-9-7 16,4-10-22-16,9-14-5 15,2-16 32-15,7 0 2 16,-2-31 7-16,-12-13 8 15,-11-10 32-15,-15-6 2 16,-15-4 12-16,-3 4-10 16,-25 5-37-16,-24 12-14 0,-13 19-11 15,-14 20-27 1,-6 4-93-16,-7 32-137 0,2 7-280 16</inkml:trace>
  <inkml:trace contextRef="#ctx0" brushRef="#br0" timeOffset="63151">16668 11114 890 0,'0'0'125'0,"0"0"85"16,0 0-67-16,0 0-40 15,0 0-13-15,0 0-50 16,-39-66-27-16,67 94 6 16,15 14 3-16,6 2-9 15,5-1-11-15,-2-1-4 0,0-4-12 16,-3-5-51-16,-2-8-60 16,-6-4-85-16,-8-12-97 15,-9-9-96-15</inkml:trace>
  <inkml:trace contextRef="#ctx0" brushRef="#br0" timeOffset="63316.22">17083 11048 639 0,'0'0'68'0,"0"0"118"16,0 0-23-16,0 0-53 16,0 0-42-16,-124 11-15 0,99 41 2 15,2 9-34 1,-1 2-16-16,0 2-5 15,-7-1-41-15,-6 4-92 0,-3-3-92 16,1-8-178-16</inkml:trace>
  <inkml:trace contextRef="#ctx0" brushRef="#br0" timeOffset="64499.11">17455 11059 623 0,'0'0'228'0,"0"0"-90"0,-47-134 80 0,41 112-81 15,1 9 5-15,3 10-38 0,2 3-34 16,0 2-49-1,0 30-13-15,0 18 10 0,7 10-7 16,7 8-7 0,-3-2-4-16,7 2-20 0,-6-1-42 15,4-10-69-15,-3-6-73 16,3-17-123-16,0-20-56 16</inkml:trace>
  <inkml:trace contextRef="#ctx0" brushRef="#br0" timeOffset="65066.31">17747 11037 729 0,'0'0'92'15,"0"0"70"-15,0 0 12 0,0 0-50 16,0 0-27-16,0 0-60 16,0-38-30-16,0 78 16 15,0 10 6-15,0-2-21 16,9 0-4-16,4-7-4 15,6-3 0-15,0-13-10 16,3-8 1-16,-3-11-18 16,-4-4 22-16,1-2 5 15,-3 0 5-15,-2-18-3 16,-10-9 1-16,-1-3-3 16,0-6-13-16,-23-2-6 15,-10 1-15-15,-1 6 8 16,3 3 13-16,6 7 5 15,9 5 4-15,14 3-2 16,2 1-11-16,29-5-66 0,25 5 81 16,15 1-6-16,4 5 1 15,-3 2-22-15,-8 1 29 16,-13 3-3-16,-14 0 3 16,-8 27 4-16,-12 11 25 15,-7 10 12-15,-8 7-15 16,0 4-12-16,0-1-4 15,0-4-9-15,13-5 2 16,11-9-1-16,7-6-2 16,12-14 0-16,1-12-3 15,8-8 3-15,-4-10 1 0,2-24 3 16,-6-13 4-16,-13-9 11 16,-13-6 33-16,-18-9-9 15,-2-2-10-15,-47 7-22 16,-26 13-11-16,-26 25-57 15,-17 27-20-15,-13 1-107 16,-8 24-174-16</inkml:trace>
  <inkml:trace contextRef="#ctx0" brushRef="#br0" timeOffset="66433.16">11536 13130 961 0,'0'0'10'0,"0"0"113"0,-61-106 16 0,61 76-80 0,38 2-39 16,8 2-9-16,12 12-8 16,-2 11 14-16,-9 3-4 15,-11 11-1-15,-17 21-9 16,-15 5-3-16,-4 6 2 15,-14 0 2-15,-18-4-3 16,-3-1 4-16,4-8-2 16,8-8 0-16,10-7 3 15,13-5-6-15,0 0-6 16,17 3-18-16,29 4 14 16,10 5 6-16,4 4-5 15,-5 12-7-15,-6 4 11 16,-11 0 4-16,-16-2 1 15,-15-4 2-15,-7-4 13 16,-21-7 0-16,-25-8 81 0,-14-9-63 16,-3-5 4-16,3-3-16 15,9 0-15-15,13-21 3 16,9-3-9-16,14-14-38 16,15-4-47-16,0-8-19 15,17-6-167-15,19-5-96 16</inkml:trace>
  <inkml:trace contextRef="#ctx0" brushRef="#br0" timeOffset="66782.81">12331 13020 157 0,'0'0'621'16,"0"0"-507"-16,0 0 92 0,0 0-75 0,0 0-55 15,0 0-31-15,-99-29-31 16,76 74-1-16,-2 13 0 16,4 10-7-16,6 9 3 15,10-1-8-15,5 0 0 16,0-12-1-16,20-10-5 16,14-11-23-16,6-16-9 15,3-9 0-15,-1-10 15 16,-2-8 10-16,-4 0 9 15,-7-18 3-15,-12-10 4 0,-10-2 9 16,-7 0 3 0,0-3 24-16,-26 6-9 0,-11 4 11 15,-7 15 3-15,-3 8-13 16,5 0-18-16,6 14-14 16,9 19-9-16,15 3-48 15,12 6-76-15,0-6-152 16,21-8-152-16</inkml:trace>
  <inkml:trace contextRef="#ctx0" brushRef="#br0" timeOffset="67216.55">12600 13253 915 0,'0'0'83'16,"0"0"69"-16,0 0-25 15,0 0-57-15,0 0 0 16,0 0-46-16,-31-14-18 16,35 94 62-16,14 9-20 15,1 0-29-15,0-4-12 16,-4-8-7-16,-3-4-27 16,-6-14-5-16,-1-10-51 15,-5-11-35-15,0-12-97 16,0-18-19-16,-2-8 0 0,-9-8 90 15,-2-36-33-15,-3-20 119 16,1-14 58-16,1-13 86 16,3-7 4-16,11-2-5 15,0 2-38-15,9 18-25 16,20 25 9-16,8 27 21 16,4 24-6-16,1 4-14 15,-4 36 53-15,-5 12 8 16,-6 6-2-16,-7-4-18 15,-15 1-24-15,-5-5-15 16,-27 0-24-16,-25 0-10 16,-15-5-82-16,-1-8-158 15,3-11-455-15</inkml:trace>
  <inkml:trace contextRef="#ctx0" brushRef="#br0" timeOffset="67515.87">13634 13443 1082 0,'0'0'34'0,"0"0"58"0,0 0 3 0,0 0-68 16,0 0-26-16,0 0 18 15,89 2-8-15,-15 0-11 16,-6 0-12-16,-10-2-69 16,-17 2-144-16,-23 2-117 15,-18 5-230-15</inkml:trace>
  <inkml:trace contextRef="#ctx0" brushRef="#br0" timeOffset="67650.3">13672 13637 305 0,'0'0'327'0,"0"0"-151"15,0 0-36-15,0 0-7 0,0 0-14 16,0 0-73-16,-15 27-30 16,86-27-16-16,24-17-51 15,12-4-180-15,3-8-174 16</inkml:trace>
  <inkml:trace contextRef="#ctx0" brushRef="#br0" timeOffset="68066.06">14218 13106 675 0,'0'0'247'0,"0"0"-199"15,0 0 46-15,0 0-29 16,0 0-38-16,0 0-16 16,85-48 13-16,-16 36-7 15,-5 5-15-15,-10-4 0 16,-18 7 1-16,-12-2-3 15,-13 2 2-15,-7-2 0 16,-2-2 9-16,-2 2 2 16,0 1 46-16,0 2-6 0,0 3 1 15,0 0-23 1,0 10-20-16,0 30 1 0,0 14 36 16,0 16 12-1,0 0-36-15,5 1-14 0,1-6-6 16,4-4-4-16,-1-5-1 15,-1-8-50-15,8-6-119 16,-2-12-211-16,10-15-426 16</inkml:trace>
  <inkml:trace contextRef="#ctx0" brushRef="#br0" timeOffset="68633.11">14786 13280 974 0,'0'0'73'16,"0"0"40"-16,-11-116-48 15,46 88-55-15,13 6-9 0,4 12-1 16,-2 10 0-16,-10 0 0 16,-13 20 0-16,-17 16 7 15,-10 15 12-15,0 4 12 16,-17 0 9-16,-10-7 16 15,-2-12 10-15,7-8-2 16,7-10-13-16,8-5-22 0,7-6-12 16,0 1-15-16,22 0 2 15,27-6-7-15,13-2 3 16,14 0-49 0,0-12-71-16,-5-18-19 0,-4-8-36 15,-16-6-18-15,-13-6 3 16,-16 1 156-16,-11 4 34 15,-11 7 44-15,0 9 76 16,0 8 12-16,-4 8 35 16,-5 5-22-16,3 8-87 15,-2 0-12-15,4 24-36 16,2 23 7-16,2 9 2 16,0-1-18-16,2 0 2 15,16-11-3-15,5-8-6 16,3-10-8-16,1-10-6 15,-1-10 6-15,-1-6 14 0,-4-2 6 16,-6-22 2-16,-7-13 8 16,-8-12 16-16,0-7 6 15,-10-5-15-15,-17 6-9 16,-5 8-13-16,3 17-1 16,-4 20-80-16,-2 10-109 15,-5 8-483-15</inkml:trace>
  <inkml:trace contextRef="#ctx0" brushRef="#br0" timeOffset="68949.85">15993 13083 991 0,'0'0'28'0,"0"0"92"0,0 0-25 16,0 0-39-16,0 0 4 15,0 0 28-15,108 128-38 16,-37-73-37-16,3-2-4 15,1-6-9-15,-4-5-5 0,-13-11-67 16,-15-9-124-16,-14-14-144 16,-16-8-282-16</inkml:trace>
  <inkml:trace contextRef="#ctx0" brushRef="#br0" timeOffset="69116.87">16390 13080 833 0,'0'0'194'0,"0"0"-8"15,0 0-89-15,-115 61-20 16,88 2 5-16,0 8-39 16,4 3-30-16,6-1-13 15,3-2-21-15,4-3-80 0,0-10-140 16,8-13-200 0</inkml:trace>
  <inkml:trace contextRef="#ctx0" brushRef="#br0" timeOffset="69300.92">16639 13104 871 0,'0'0'354'16,"0"0"-195"-16,0 0-45 16,0 0-70-16,0 0-21 15,0 0-4-15,23 73-15 16,-5-10-4-16,-1 4-77 0,-1-9-170 15,-9-12-225-15</inkml:trace>
  <inkml:trace contextRef="#ctx0" brushRef="#br0" timeOffset="69899">16876 13104 838 0,'0'0'75'0,"0"0"78"15,0 0-6-15,0 0-71 16,0 0-24-16,0 0-39 16,-17 44 0-16,17 19-4 15,6-3 2-15,11-6-11 16,4-10-4-16,1-12-1 0,-2-11-15 16,-2-10 4-1,-3-7 1-15,-1-4 13 0,-3-2 2 16,-3-19 4-16,0-12 0 15,-6-7 1-15,-2-8-4 16,0-5 2-16,-18 6-2 16,-11 2-1-16,-5 9 0 15,5 13-2-15,5 4 2 16,11 11-2-16,7 2-4 16,6 6-1-16,12-4-51 15,31-1 34-15,12-2 18 0,11 0-54 16,-4-6-14-1,-3 1 43-15,-7 4 29 0,-9 2 2 16,-10 6 2 0,-9 0 5-16,-6 12 11 0,-12 23 0 15,-3 13 1-15,-3 3-3 16,0 5-9-16,4-4-7 16,8-6 2-16,7-6 1 15,10-9-5-15,10-9 3 16,3-12-1-16,5-10 3 15,-5 0 0-15,0-10 3 16,-1-20 5-16,-8-11 57 16,-9-6 7-16,-10-10-14 15,-14-2-11-15,0-4-6 0,-25 3-21 16,-19 10-6-16,-19 11-17 16,-11 21-14-16,-13 18-76 15,-13 5-62-15,-6 23-197 16</inkml:trace>
  <inkml:trace contextRef="#ctx0" brushRef="#br0" timeOffset="70566.03">12932 12587 860 0,'0'0'76'0,"0"0"38"0,0 0-4 0,0 0-17 16,-133-9-47-16,-10 112-8 15,-36 37-1-15,-24 35-21 16,-12 23-14-16,-13 5 1 16,-7 0-6-1,7-12-7-15,12-18-17 0,27-16 6 16,35-19-21-16,42-28-50 15,45-20-33-15,37-21-35 16,29-31-109-16,1-20-317 16</inkml:trace>
  <inkml:trace contextRef="#ctx0" brushRef="#br0" timeOffset="71305.03">15878 12872 645 0,'0'0'119'0,"0"0"19"0,0 0 19 0,0 0-14 0,0 0-25 0,0 0-41 15,-136 24-64-15,17 52 2 16,-18 22 4-16,-6 9-19 16,-9 3 5-16,1 4-5 15,6-13-4-15,14-14-8 16,22-8-27-16,21-11-28 15,22-13-89-15,24-13-98 16,21-23-143-16</inkml:trace>
  <inkml:trace contextRef="#ctx0" brushRef="#br0" timeOffset="72282.72">14940 12424 793 0,'0'0'31'0,"0"0"47"0,0 0 10 0,-132 0-17 15,122-6 13-15,4-4-19 16,6-7-19-16,0-6-15 16,0-5-17-16,16 2-9 0,7 2-1 15,1 8-3 1,0 8-1-16,3 8-4 0,-5 0 1 16,-1 17 3-16,-6 20 7 15,-6 13 11-15,-9 11-3 16,0-2-10-16,-13 2 4 15,-23-7-3-15,-2-8 3 16,-4-8-3-16,4-13 6 16,7-12 0-16,4-5 3 15,9-8-6-15,5 0-3 16,4-4 3-16,7-24-2 16,2-9-2-16,0-2 4 15,2 3-3-15,13 7-5 0,5 11-1 16,-2 13 1-1,0 5 0-15,5 0 0 0,2 16 3 16,3 13 1 0,3 8-2-16,5-3-3 15,0-2-14-15,1-5-25 0,1-12-36 16,-2-3-38-16,0-12-74 16,-3 0-20-16,-4-8 1 15,-3-17 88-15,-1-11 21 16,-7 1 76-16,-5-7 21 15,-3-2 28-15,-6 1 38 16,-4 10 7-16,0 8 47 16,0 11 29-16,0 9-19 15,0 5 19-15,0 0-64 0,-2 22-64 16,-2 14-7-16,4 9 9 16,0 2-10-16,2-3-4 15,19-5-9-15,4-12 0 16,2-4-1-16,2-15-2 15,-2-8 6-15,-2 0-1 16,-2-17 8-16,2-17 4 16,-7-9 17-16,-7-8 3 15,-7-4 2-15,-4 1-15 16,0 8-17-16,-24 15-4 16,-12 24-4-16,-15 7-87 15,-11 30-49-15,-14 17-162 16,-2 3-501-16</inkml:trace>
  <inkml:trace contextRef="#ctx0" brushRef="#br0" timeOffset="75218.16">12714 15033 1304 0,'0'0'115'0,"0"0"23"0,-62-104-38 16,62 97-42-16,0 7-23 16,0 11-29-16,6 37 0 15,12 23-6-15,7 13 0 16,-3 6 0-16,0-8-22 0,-4-6-27 15,-11-6-51 1,-5-17-98-16,-2-16-90 0,0-19-78 16,-2-18-93-16</inkml:trace>
  <inkml:trace contextRef="#ctx0" brushRef="#br0" timeOffset="75385.58">12694 15218 489 0,'0'0'127'15,"-9"-171"7"-15,9 99 15 16,35 13-43-16,15 17 10 15,4 20-22-15,-8 21-25 16,-4 2-27-16,-15 34-28 16,-11 11 4-16,-16 2-12 15,-7 0-1-15,-31-4 4 16,-9-6-9-16,4-3 0 16,14-12-64-16,19-2-141 0,10-12-180 15</inkml:trace>
  <inkml:trace contextRef="#ctx0" brushRef="#br0" timeOffset="75566.75">13320 15199 1204 0,'0'0'139'15,"0"0"-49"-15,0 0-40 16,0 0-39-16,0 0-11 15,136-34-26-15,-78 32-101 16,-9 2-155-16,-11 0-145 16</inkml:trace>
  <inkml:trace contextRef="#ctx0" brushRef="#br0" timeOffset="75702.39">13391 15430 779 0,'0'0'171'16,"0"0"-28"-16,0 0 1 15,0 0-78-15,0 0-65 16,0 0-1-16,138-89-57 16,-31 56-184-16,10 5-320 15</inkml:trace>
  <inkml:trace contextRef="#ctx0" brushRef="#br0" timeOffset="76265.83">14391 15133 496 0,'0'0'211'15,"0"0"-96"-15,-117 0 6 16,97-8-29-16,5-12-16 16,13-6-24-16,2-4-22 0,0 2-25 15,19 0-5-15,5 6 1 16,5 10-1-16,7 12 3 16,-3 0-2-16,3 18 5 15,-5 26 27-15,-9 1 13 16,-11 12-18-16,-11-3-1 15,-2 1-7-15,-38-1-3 16,-9-3-2-16,-9-9-13 16,3-13 2-16,6-7-3 15,8-11-1-15,6-11 0 16,11 0-2-16,5-1 1 16,13-25-4-16,6-4-2 0,0-2 3 15,11 6-4-15,10 10 5 16,5 8 3-1,0 4-1-15,4 4 1 0,-1 0 7 16,2 22 8-16,0 1-12 16,5 8-3-16,-3-5 0 15,2-3-18-15,1-6-29 16,-3-7-74-16,1-6-80 16,-1-4-47-16,-4 0 15 15,-2-21-108-15</inkml:trace>
  <inkml:trace contextRef="#ctx0" brushRef="#br0" timeOffset="77466.33">14750 15012 739 0,'0'0'190'0,"0"0"1"0,0 0-64 16,0 0-58-16,0 0-22 15,0 0-27-15,0 0 1 16,-91 107-2-16,91-58-13 16,6-4-4-16,17-4-2 15,4-11-7-15,1-10-14 0,2-12 1 16,-1-8 7-16,2 0 13 16,-4-14 2-16,-6-14 5 15,-4-2 5-15,-13-6 3 16,-4-5 2-16,-2 1-6 15,-25 0-4-15,-7 9-2 16,-1 6-2-16,0 10 1 16,-2 11-4-16,9 0 0 15,10 4 0-15,7 0-3 16,11 0-1-16,0 0-24 16,16 0-22-16,25 0 34 0,13 0-4 15,4 0-28 1,0 0 0-16,0-9 27 0,-2-1 21 15,-8 0 4-15,-9 1 6 16,-15 5 17 0,-10 4 1-16,-10 0-8 0,-4 4-4 15,0 21 4-15,0 13 8 16,-2 4-14-16,-5-2-10 16,5-2-1-16,2 3-1 15,0-5-1-15,0 0-1 16,4-8 0-16,9-2-1 15,5-12-5-15,-2-7-4 16,0-3 4-16,-1-4 2 16,-1 0 4-16,-1-7 2 0,-7-11 5 15,2-11-4-15,-8 0 0 16,0-3 0-16,0-7-2 16,-21 1 5-16,-8 2-5 15,-2 6-1-15,2 8 1 16,2 4 1-16,12 6-2 15,5 6-3-15,10-4 2 16,3 3-12-16,35-6-32 16,11 3 29-16,9 2-2 15,-2 3-14-15,-3-1 10 16,-6-1 16-16,-10 7 5 16,-3 0 2-16,-10 0 8 0,-8 18 16 15,-5 14 5-15,-9 8 3 16,-2 7-22-1,0 3-6-15,0-6-1 0,0 0-2 16,0-6-4-16,0-8-4 16,16-8-18-16,4-12-2 15,5-10 12-15,4 0 2 16,4-14 12-16,-2-20 8 16,-4-12 5-16,-9-7 34 15,-11-1 23-15,-7-2 10 16,-3 4-29-16,-28 6-22 15,-10 12-12-15,-5 16-17 16,-1 18-2-16,3 0-58 16,6 22-96-16,5 8-147 15,12-1-291-15</inkml:trace>
  <inkml:trace contextRef="#ctx0" brushRef="#br0" timeOffset="77949.96">16183 14812 998 0,'0'0'92'0,"-14"-138"-4"0,-39 68-2 16,-31 2-70-16,-32-6 2 0,-34 3 14 15,-28 7-6-15,-40 8-15 16,-41 14-4-16,-50 12-6 15,-46 12 3-15,-36 14 2 16,-36 4-2-16,-18 26 30 16,0 37 42-16,15 29 4 15,39 26-11-15,69 26-39 16,61 13-15-16,73 7-15 16,77 0 0-16,73-6-19 15,58-3-13-15,105-2 7 16,75-15 19-16,70-14 6 15,62-21-21-15,58-17-3 0,49-24-5 16,42-22 12 0,32-18-12-16,6-22 20 0,-2-9-7 15,-25-36 14-15,-44-25 2 16,-60-29-1-16,-76-31 1 16,-82-26-7-16,-95-31 7 15,-89-17 5 1,-71-21 3-16,-116-6-3 0,-94 11-5 15,-89 5-5-15,-80 37-5 16,-81 28-74-16,-66 31-166 16,-66 31-172-16</inkml:trace>
  <inkml:trace contextRef="#ctx0" brushRef="#br0" timeOffset="80067.62">1792 7506 57 0,'-150'57'894'0,"0"-1"-799"0,13-1-38 16,19-11 99-16,22-9-36 16,36-16-17-16,31-13-11 15,29-6-41-15,54-29-38 16,55-34-8-16,67-26 1 16,54-19-6-16,42-14-25 15,32-12-12-15,13-5-8 16,-7 4-7-16,-17 12 2 15,-36 22 11-15,-55 23-74 16,-63 20-237-16,-77 22-216 16</inkml:trace>
  <inkml:trace contextRef="#ctx0" brushRef="#br0" timeOffset="80303.67">1589 7750 1144 0,'-209'100'37'15,"66"-23"36"-15,65-33-18 16,72-36-5-16,50-22-24 16,89-60-13-16,77-39-13 15,56-32-5-15,45-10-27 16,30-12 10-16,4-2 21 16,0 11 2-16,-12 6 6 15,-28 11-7-15,-37 23 0 16,-57 10-110-16,-69 21-261 15</inkml:trace>
  <inkml:trace contextRef="#ctx0" brushRef="#br1" timeOffset="86820.14">1072 9813 834 0,'0'0'21'0,"-122"-28"21"0,66 17-1 0,4 6 45 16,10 5 40-16,7 0-44 15,8 0-30-15,8 0-24 16,9 10-10-16,10 8-8 15,9 4-8-15,49 2 13 0,43-2 4 16,47-5 6-16,62-9-10 16,64-4-9-16,64-4 16 15,61 0-9-15,54-7-1 16,44-8-2-16,33-1 12 16,25-3-2-16,13 1 0 15,-11 0-13-15,-29-2 10 16,-52 7-17-16,-58-2-3 15,-76 1 2-15,-88 0-18 16,-82 1-91-16,-80-6-241 16,-63 2-115-16</inkml:trace>
  <inkml:trace contextRef="#ctx0" brushRef="#br1" timeOffset="87766.93">7925 9778 569 0,'0'0'41'0,"0"0"33"0,0 0 18 0,0 0-18 15,0 0-4-15,0 0-7 0,-21-16-15 16,19 16-8-1,-6 0-10-15,-7 19-2 0,-8 24 18 16,-3 19 13-16,-3 24-31 16,7 14-6-16,2 16 7 15,9 20-6-15,11 8-8 16,4 12-3-16,38 16 34 16,16 4-35-16,13 7-7 15,14 5-2-15,11 8 6 16,13-2-7-16,12 2 3 15,12-3-1-15,12-11-4 16,9-3 2-16,15-7-2 16,1-6 5-16,1 3-5 15,-6 9 2-15,-9 6 0 0,-9 11-1 16,-9 10 3-16,-13 7 2 16,-13 17 3-16,-15 14 12 15,-14 17-13-15,-10 19 4 16,-10 12-7-16,-7 22 0 15,-6 0 15-15,2 18-6 16,4 0 20-16,4-6-12 16,2-13-6-16,9-22-7 15,0-9-4-15,1-16-3 16,-5-12-1-16,-1-21-17 16,-3-33-46-16,-5-49-128 15,-4-52-357-15</inkml:trace>
  <inkml:trace contextRef="#ctx0" brushRef="#br1" timeOffset="90835.94">23545 9376 492 0,'0'0'4'0,"29"129"-4"0,-8-60-119 16,2-8-238-16</inkml:trace>
  <inkml:trace contextRef="#ctx0" brushRef="#br1" timeOffset="107652.05">582 11015 844 0,'0'0'146'0,"-64"-112"83"0,39 71-65 16,10 11-38-16,3 14 2 15,8 12-41-15,1 4-42 16,3 2-23-16,0 40-11 0,5 28 1 15,9 25 2-15,-1 10-5 16,-3 6-9 0,2-2-26-16,1-4-29 0,5-9-113 15,2-19-109-15,4-27-274 16</inkml:trace>
  <inkml:trace contextRef="#ctx0" brushRef="#br1" timeOffset="107659.24">655 11137 1066 0,'0'0'115'0,"16"-105"-25"15,28 70-21 1,1 13 14-16,-3 15-40 0,-8 7-32 16,-10 21-9-16,-7 18-2 15,-15 11 2-15,-2 4 3 16,-10 1-3-16,-14-7-3 15,0-10 6-15,3-8 1 16,13-12-2-16,8-6-4 16,4-8-19-16,40-4-17 15,20 0-57-15,13-19-111 16,0-14-91-16,0-1-171 16</inkml:trace>
  <inkml:trace contextRef="#ctx0" brushRef="#br1" timeOffset="107668.84">1492 10587 649 0,'0'0'164'0,"0"0"36"15,12-124-10-15,-12 112-28 16,0 12-42-16,0 4-55 16,0 54-52-16,-2 36 20 15,-12 37 42-15,-1 21-39 16,-1 11-18-16,1 6-6 15,-5 1-8-15,2-11-4 16,0-16-18-16,10-22-48 16,1-28-43-16,2-32-111 15,5-33-122-15,0-28-132 0</inkml:trace>
  <inkml:trace contextRef="#ctx0" brushRef="#br1" timeOffset="107675.85">1246 10968 936 0,'0'0'54'0,"0"0"82"16,0 0-77-16,0 0-42 15,0 0 11-15,0 0-20 16,-47 47 2-16,71-43 8 16,2-4-17-16,-9 0 17 15,-3-2-8-15,-12-12 14 0,-2 0-7 16,0 1-6-16,0 8-11 15,-12 5-56-15,1 0-97 16,5 26-259-16</inkml:trace>
  <inkml:trace contextRef="#ctx0" brushRef="#br1" timeOffset="107750.34">1638 11444 1029 0,'0'0'84'0,"0"0"6"16,0 0-33-16,0 0 56 16,0 0-2-16,0 0-51 15,2-14-41-15,-2 3-19 16,-6 10-4-16,-3 1-105 0,2 0-159 16,0 1-361-16</inkml:trace>
  <inkml:trace contextRef="#ctx0" brushRef="#br1" timeOffset="108282.83">2273 10876 149 0,'0'0'667'0,"0"0"-532"0,0 0 30 16,-8-112-36-16,8 98 10 15,0 10-33-15,0 4-31 16,0 0-34-16,0 0-14 16,0 14-10-16,-10 32-15 15,-9 16 17-15,-4 16-1 16,0 4-14-16,-3 1-4 16,-3-3 0-16,3-6-27 15,3-10-79-15,15-17-84 16,8-23-134-16,0-21-112 0</inkml:trace>
  <inkml:trace contextRef="#ctx0" brushRef="#br1" timeOffset="108449.89">2035 10972 192 0,'0'0'669'0,"0"0"-429"16,0 0-22-16,0 0-92 15,0 0-43-15,0 0-39 16,-5-22-26-16,47 54 1 15,8 11-19-15,8 3-9 16,4 2-82-16,5 2-99 16,-3-10-111-16,-6-12-83 15</inkml:trace>
  <inkml:trace contextRef="#ctx0" brushRef="#br1" timeOffset="108699.93">2552 11001 699 0,'0'0'154'16,"-16"-111"-10"-16,16 65-7 15,7 9 10-15,20 14-63 16,1 15-9-16,1 8-42 16,0 24-25-16,-11 27-4 15,-7 16 2-15,-11 9 0 16,0-3-1-16,-22-9 1 16,-7-14-6-16,3-13 1 0,7-18 5 15,11-11-5-15,8-8 4 16,0 0-5-16,42-19-3 15,27-16-1-15,31-13-6 16,19-4-117-16,8-2-196 16,-5-1-115-16</inkml:trace>
  <inkml:trace contextRef="#ctx0" brushRef="#br1" timeOffset="109299.84">4628 10475 1003 0,'0'0'57'0,"0"0"149"0,0 0-93 16,0 0-43-16,0 0-39 15,-125-4-16-15,104 66-6 16,7 12-2-16,7 5-4 16,7 1-3-16,0-6 0 15,15-8-2-15,14-15-18 16,10-19-9-16,1-17 1 15,0-12 2-15,2-3 16 16,-6-23 10-16,-5-12 1 16,-11-11 1-16,-13 1 6 15,-7 3-3-15,-2 6 12 0,-27 9 27 16,-10 17-26-16,-7 10-17 16,-4 1 6-1,6 33-9-15,9 10 2 0,10 4-52 16,19 3-49-16,6-1-104 15,8-10-56-15,30-12-78 16</inkml:trace>
  <inkml:trace contextRef="#ctx0" brushRef="#br1" timeOffset="109533.71">5000 10590 666 0,'0'0'60'16,"18"-171"100"-16,-11 97-33 0,-3 11 27 15,1 18 2-15,-5 23-31 16,0 14-25-16,0 8-30 16,0 42-44-16,0 38-18 15,-14 30 39-15,-6 25-15 16,0 4-28-16,4 2-4 16,3-6 0-16,7-17-33 15,6-22-90-15,0-26-84 16,9-31-180-16,6-33-271 15</inkml:trace>
  <inkml:trace contextRef="#ctx0" brushRef="#br1" timeOffset="109766.25">4825 10524 929 0,'0'0'60'15,"0"0"-5"-15,0 0-10 16,0 0-3-16,0 0-29 15,0 0 26-15,-36 91-22 16,72-91 8-16,-7 0-4 16,-10-14 10-16,-9-5-7 15,-10-1 0-15,0 4-11 16,0 5-13-16,0 9-37 16,0 2-143-16,0 18-251 15,0 17-143-15</inkml:trace>
  <inkml:trace contextRef="#ctx0" brushRef="#br1" timeOffset="109933.01">5209 10981 765 0,'0'0'251'0,"0"0"-124"16,0 0-33-16,0 0-2 16,0 0 3-16,0 0-44 15,0 8-30-15,0-8-8 16,0 0-13-16,0 0-45 15,0-2-120-15,3-10-185 16,2-2-481-16</inkml:trace>
  <inkml:trace contextRef="#ctx0" brushRef="#br1" timeOffset="110134.8">5569 10512 1142 0,'0'0'181'0,"0"0"-4"16,0 0-68-16,0 0-45 16,0 0-41-16,0 0-15 15,84 50-5-15,-29 3-3 16,-3 1-56-16,-3-3-82 16,-2-9-116-16,-10-14-154 0,-6-14-137 15</inkml:trace>
  <inkml:trace contextRef="#ctx0" brushRef="#br1" timeOffset="110300.76">5972 10462 93 0,'0'0'775'0,"0"0"-538"15,0 0-28-15,0 0-82 16,0 0-56-16,-127-3-23 16,102 53-12-16,0 10-21 15,4 7-15-15,0 6-5 16,-5 5-78-16,1-14-192 15,5-11-356-15</inkml:trace>
  <inkml:trace contextRef="#ctx0" brushRef="#br1" timeOffset="110620.14">6243 10582 644 0,'0'0'541'16,"0"0"-435"-16,-28-131-16 16,43 79-78-16,23 4 4 15,11 12-6-15,0 14-5 16,-7 20-4-16,-11 2 5 16,-14 34-2-16,-17 20 3 15,0 14 9-15,-28 10-4 0,-14-3-8 16,-7-12 13-1,7-13 19-15,11-20 4 0,13-16 5 16,18-9-17-16,20-5-27 16,47-6 4-16,33-26 2 15,27-14-7-15,7-8-92 16,-5-2-70-16,-22 1-189 16,-25 11-361-16</inkml:trace>
  <inkml:trace contextRef="#ctx0" brushRef="#br1" timeOffset="112685.55">1085 13168 956 0,'0'0'92'0,"0"0"37"0,0 0-70 0,-131 0-11 0,96-12-16 0,10-4 15 16,4-2-31-16,13-4-11 15,8-2 5-15,0 0-8 16,0-2 0-16,16 3-2 15,5 10 0-15,6 12-2 16,0 1 2-16,7 11-1 16,-1 25 1-16,2 17 2 15,-6 11 7-15,-8 10-5 16,-15 0-2-16,-6-3 2 0,-2-6 0 16,-29-11-2-16,-9-8 6 15,0-10-5-15,-3-12-3 16,6-12 3-16,3-10-2 15,3-2 4-15,4-11 0 16,9-25-2-16,9-9-1 16,9-3 3-16,0 2-5 15,5 6 0-15,17 7 0 16,5 14 0-16,0 11 1 16,2 8 3-16,0 2-4 15,4 28 0-15,1 2-2 16,3 1 2-16,1-4-1 15,3-9-7-15,1-10-33 16,-2-10-54-16,0 0-11 0,-4-10 10 16,-9-22 48-16,-10-8 48 15,-5-12 4-15,-12-11 44 16,0 0 15-16,0-2 2 16,-12 11 6-16,-1 10 13 15,1 14-1-15,6 10 0 16,2 12-22-16,4 8-18 15,-3 0-23-15,3 2-20 16,0 24 0-16,11 14-1 16,12 12 2-16,1 2-1 15,1 0 0-15,-3-5-1 16,2-10-13-16,3-10-29 16,0-10-1-16,2-14-16 0,0-5-22 15,-9-5 39 1,0-28 21-16,-9-9 18 0,-2-7 4 15,-6-2 4-15,-3 3 19 16,0 9 21-16,0 7 15 16,-3 9 3-16,-6 12-7 15,4 8 8-15,3 3-28 16,2 0-20-16,0 13-15 16,0 30 0-16,0 14 0 15,0 13 4-15,0-3-4 16,0-3-8-16,16-2-30 0,6-10-80 15,5-10-117 1,2-14-114-16,2-20-345 16</inkml:trace>
  <inkml:trace contextRef="#ctx0" brushRef="#br1" timeOffset="112933.3">2008 12903 874 0,'0'0'155'0,"-51"-139"40"0,39 86-44 0,12 14-30 16,0 18-30-16,0 11-15 16,0 10-33-16,2 18-34 15,18 37-1-15,-1 22 18 16,-4 19-3-16,-8 8-7 0,-7 5-15 16,0 5 2-16,-7-3-3 15,-8-7 0-15,1-17-6 16,9-20-60-16,-1-18-130 15,2-29-189-15,0-20-296 16</inkml:trace>
  <inkml:trace contextRef="#ctx0" brushRef="#br1" timeOffset="113150.14">1734 12990 946 0,'0'0'34'16,"0"0"89"-16,0 0-82 15,0 0 1-15,0 0-4 16,0 0-26-16,-49 38 10 16,76-38 10-16,-5-8 7 0,-2-12-6 15,-11-2 2-15,-9 6-20 16,0 4 3-16,0 8-13 16,-18 4-5-16,-1 12-87 15,9 19-267-15,4 4-460 16</inkml:trace>
  <inkml:trace contextRef="#ctx0" brushRef="#br1" timeOffset="113399.55">2130 13359 888 0,'0'0'278'0,"0"0"-222"0,0 0-25 16,0 0 18-16,0 0 21 15,0 0-30-15,89 7-17 16,-72-24-1-16,-9-7 22 16,-6 0 1-16,-2-2-10 15,-2 8-8-15,-20 8-14 16,0 7-10-16,-5 3-3 16,0 18-8-16,7 18-77 15,7 3-145-15,7-5-308 16</inkml:trace>
  <inkml:trace contextRef="#ctx0" brushRef="#br1" timeOffset="113866.75">3686 12797 992 0,'0'0'59'15,"0"0"183"-15,0 0-69 0,-54-104-64 16,54 104 4-16,0 0-69 15,0 10-24-15,0 28-18 16,13 18 5-16,-1 15 2 16,1 2-9-16,1 6-3 0,-1-5-44 15,11-6-112-15,5-22-177 16,7-26-314-16</inkml:trace>
  <inkml:trace contextRef="#ctx0" brushRef="#br1" timeOffset="114103.3">3987 12766 1064 0,'0'0'53'15,"0"0"83"-15,9-119-29 16,20 100-58-16,-5 18 0 16,0 1-47-16,-6 37-1 0,-9 15 0 15,-9 11 5-15,0-1-3 16,-22-6-2-16,-5-13 2 15,3-11 0-15,7-15 0 16,9-10 3-16,8-7-6 16,11 0-1-16,40-2-3 15,28-22-48-15,10-10-175 16,9-8-251-16</inkml:trace>
  <inkml:trace contextRef="#ctx0" brushRef="#br1" timeOffset="114349.84">4742 12270 300 0,'0'0'664'0,"0"0"-503"0,-56-106 36 15,49 92-61-15,5 5-34 16,2 9-39-16,-2 32-42 16,0 39-15-16,-2 31 37 15,-4 24-8-15,-5 16-9 16,0 5-9-16,-5 1-11 15,-7-1-2-15,2-5-4 16,2-19-3-16,-1 1-22 16,9-30-80-16,7-31-130 15,4-32-359-15,2-31-205 16</inkml:trace>
  <inkml:trace contextRef="#ctx0" brushRef="#br1" timeOffset="114567.04">4332 12715 908 0,'0'0'63'16,"0"0"4"-16,0 0-43 0,0 0 2 15,0 0-5-15,0 0 7 16,-18 81-3-16,51-80-14 16,-8-1 2-16,-7 0 16 15,-14-8 36-15,-4-15 16 16,0 0-30-16,-4-4-31 15,-14 6-16-15,1 11-4 16,3 10-14-16,7 0-142 16,7 23-233-16</inkml:trace>
  <inkml:trace contextRef="#ctx0" brushRef="#br1" timeOffset="114799.83">4753 13028 1123 0,'0'0'28'0,"0"0"24"16,0 0-11-16,0 0 13 15,0 0 20-15,0 0-7 16,57 12-20-16,-32-40-17 16,-14 0 1-16,-8 0-1 15,-3 6-1-15,0 6-14 0,-22 14-11 16,-5 2-4-16,-4 25-66 15,-7 18-168-15,-1 3-346 16</inkml:trace>
  <inkml:trace contextRef="#ctx0" brushRef="#br1" timeOffset="117783.27">16159 3273 787 0,'0'0'58'0,"0"0"93"0,0 0-33 16,0 0 18-16,0 0-69 16,0 0-40-16,120-91-18 15,7 85-9-15,6 1 0 0,-10 5-38 16,-11 0-83 0,-25 0-101-16,-30 11-58 0,-35-5-97 15</inkml:trace>
  <inkml:trace contextRef="#ctx0" brushRef="#br1" timeOffset="117950.25">16288 3302 706 0,'0'0'15'15,"0"0"89"-15,-127 21-11 16,127-20-62-16,31 2 12 16,46-2 41-16,35-1-30 15,29 0-45-15,24-1-9 16,13-16-38-16,-3 3-101 15,-13-2-47-15,-36 0-160 16</inkml:trace>
  <inkml:trace contextRef="#ctx0" brushRef="#br1" timeOffset="119966.79">1660 13978 758 0,'0'0'164'0,"0"0"14"16,0 0-6-16,0 0-74 16,-119-84-2-16,119 84-42 15,3 6-44-15,36 34-8 16,30 18 13-16,31 10 6 15,18-1-13-15,20-7-5 16,6-12-3-16,11-14-7 16,7-22-5-16,3-12 1 0,-2-12-11 15,-1-38-4-15,-6-16-2 16,-9-19 8-16,-6-6 3 16,-16-8 7-16,-19 4 9 15,-21-3-1-15,-25 7 1 16,-22 5 1-16,-13 9 1 15,-14 17 3-15,-2 14 1 16,-4 17-5-16,-3 18-3 16,0 11-74-16,-2 21-155 15,0 28-124-15,-2 11-314 16</inkml:trace>
  <inkml:trace contextRef="#ctx0" brushRef="#br1" timeOffset="120833.15">2905 14887 957 0,'0'0'147'0,"0"0"-10"0,0 0-76 0,0 0-33 16,19-125-5-16,37 99 2 15,2 12 1-15,-10 14-6 16,-15 0-18-16,-12 21-2 16,-19 19 1-16,-2 15 3 15,-11 16 1-15,-20-9-3 16,2-4 1-16,4-16 0 15,12-11-3-15,13-14-2 16,0-11-15-16,40-4-15 16,16-2 16-16,6 0-10 15,-1 0 2-15,-15 6 18 16,-15 2 6-16,-19-3 0 16,-12 4 1-16,-12 5 31 15,-30 7 13-15,-14-2-20 0,-4 2-5 16,6-8-2-16,12-4-14 15,15-3-4-15,14-2-24 16,13-4-58-16,0 0-122 16,9-28-188-16,18-7-263 15</inkml:trace>
  <inkml:trace contextRef="#ctx0" brushRef="#br1" timeOffset="121167.11">3429 14633 886 0,'0'0'205'0,"0"0"-61"0,0 0-35 16,0 0-22 0,0 0-19-16,0 0-48 15,-17-11-15-15,12 72 8 0,3 14-6 16,2 5-2-16,0 9-2 16,15-7-3-16,10-8 1 15,4-11-2-15,4-23-10 16,9-8-20-16,1-23-1 15,-5-9 9-15,-2 0 17 16,-12-15 6-16,-9-15 5 16,-7-11 4-16,-8 5 17 15,0-4 3-15,-23 8-7 16,-12 10-4-16,-8 10-8 0,1 12-10 16,-2 9-2-16,5 18-11 15,10 13-60-15,16 0-47 16,9-6-149-16,4-7-120 15</inkml:trace>
  <inkml:trace contextRef="#ctx0" brushRef="#br1" timeOffset="121416.18">3967 14530 710 0,'0'0'203'0,"-19"-122"-18"15,17 78-31-15,0 17-46 16,0 15-27-16,2 8-4 16,0 4-28-16,0 37-23 0,0 41-14 15,0 26 59-15,0 35-29 16,0 6-18-16,0-1-24 16,0-4 1-16,0-22-1 15,0-20-39-15,0-26-40 16,0-24-107-16,0-28-139 15,2-20-150-15</inkml:trace>
  <inkml:trace contextRef="#ctx0" brushRef="#br1" timeOffset="121650.15">3653 14771 802 0,'0'0'60'15,"0"0"79"-15,0 0-39 16,0 0-50-16,0 0-8 15,0 0 7-15,-5 94-3 16,43-102 2-16,-16-8 12 16,-11-7-10-16,-11 2 0 15,0 1-1-15,-20 0-37 16,0 6-12-16,4 5-3 16,10 9-66-16,6 0-99 15,9 14-192-15,20 9-98 16</inkml:trace>
  <inkml:trace contextRef="#ctx0" brushRef="#br1" timeOffset="121848.88">4075 15012 870 0,'0'0'156'0,"0"0"26"0,0 0-117 16,0 0-26-16,0 0-9 15,0 0 20-15,64 49-11 16,-52-79-9-16,-3-2 3 15,-9 1 0-15,0 8-2 16,-13 7-10-16,-12 9-21 16,1 7-22-16,4 5-81 15,4 19-94-15,12 4-275 16</inkml:trace>
  <inkml:trace contextRef="#ctx0" brushRef="#br1" timeOffset="122734.2">4729 14418 1075 0,'0'0'165'0,"0"0"-34"16,0 0-84-16,-118 118 1 15,118-63 2-15,0-5-22 16,33-1-16-16,13-9-10 15,12-12-2-15,2-9 0 16,1-16-16-16,-8-3-1 16,-15-6 13-16,-13-16 4 15,-17-8 8-15,-8-6-2 0,-8-4 0 16,-30 0-3 0,-9 4-3-16,-7 5-9 15,1 10-5-15,4 11 3 16,11 8 0-16,11 2-3 0,17 0-2 15,7 0-16-15,3 0-24 16,13-9-36-16,27-6 80 16,10-14 3-16,3-9-38 15,-2-4 0-15,-4-8 29 16,-9-7 18-16,-11-4 1 16,-9-1 2-16,-12-3 4 15,-6 3 7-15,0 4 8 16,-20 6-5-16,-5 10 16 15,-2 6 14-15,6 16 9 16,3 6-14-16,7 9 2 16,4 5-6-16,7 5-17 0,0 42-20 15,0 26 9-15,0 29 30 16,20 15 1-16,13 14-3 16,12 13-8-16,6 4 0 15,5 10-12-15,8-4-4 16,6-7-3-16,3-10-8 15,0-26 5-15,-5-18-8 16,-9-22 3-16,-14-25-2 16,-11-21-2-16,-16-11 1 15,-12-14-6-15,-3-5 1 16,-3-38 5-16,-3-19-1 0,-26-16-2 16,-16-6-8-16,-7 3 0 15,-4 1 11-15,-2 12-4 16,4 16 3-16,5 15-3 15,3 10 4-15,12 13-6 16,9 7 3-16,12 4 2 16,11 0-8-16,2 0-26 15,17-7-70-15,39-4-1 16,25-15-52-16,23-6-251 16</inkml:trace>
  <inkml:trace contextRef="#ctx0" brushRef="#br1" timeOffset="123299.63">5718 14183 936 0,'0'0'104'0,"0"0"161"0,-81-109-59 0,75 100-121 15,-1 5-8-15,7 4-36 16,0 19-32-16,8 25-2 15,24 21 26-15,6 5-24 16,-1 0-5-16,-2 0-4 16,-6-7-8-16,-8-13-17 15,-7-16-6-15,-7-14-8 16,-5-12-9-16,-2-8 3 16,0 0 25-16,-9-40 17 15,-20-17-14-15,-6-12 17 16,-2-10 0-16,11-3 0 15,13-4 0-15,13 8 0 16,0 16 0-16,22 12 0 16,18 20 0-16,0 19 0 0,5 11 1 15,-10 0 1-15,-10 27 3 16,-12 9-3-16,-13 10-1 16,-9 4-1-16,-28 2 0 15,-11-2-11-15,-2-2-66 16,9-12-72-16,8-6-121 15,13-12-153-15</inkml:trace>
  <inkml:trace contextRef="#ctx0" brushRef="#br1" timeOffset="123533.41">6364 14187 1021 0,'0'0'176'0,"0"0"-67"0,0 0-43 0,0 0-41 15,0 0-9-15,0 0-2 16,100 6-14-16,-17-33-5 16,-8 2-57-16,-15 3-86 15,-22 5-125-15,-24 17-44 16,-14 0-119-16</inkml:trace>
  <inkml:trace contextRef="#ctx0" brushRef="#br1" timeOffset="123682.85">6456 14369 582 0,'0'0'194'0,"0"0"-39"16,0 0-21-16,0 0-6 16,0 0-48-16,0 0-50 15,58-22-11-15,2-10-19 16,2-4-15-16,0 2-114 15,-3-3-144-15,-9-2-588 16</inkml:trace>
  <inkml:trace contextRef="#ctx0" brushRef="#br1" timeOffset="124249.35">7068 13864 1040 0,'0'0'48'0,"0"0"147"0,0 0-87 0,0 0-74 16,0 0-19-16,0 0 15 15,69-84-24-15,-11 72-6 16,-5 4-39-16,-14 0-6 16,-13 2-3-16,-13 1 27 15,-10-2 21-15,-3-5 6 16,0-1 3-16,-3 0 4 0,-5 3 12 16,-2 6 4-16,7 2 4 15,3-1 8-15,0 3-17 16,0 0-14-16,0 22 4 15,0 25 14-15,13 13 34 16,-9 4-26 0,0 2-24-16,1-4-2 0,-1-3-10 15,8-9 0-15,-4-10-28 16,5-10-59-16,3-8-107 16,2-16-150-16,-2-6-98 15</inkml:trace>
  <inkml:trace contextRef="#ctx0" brushRef="#br1" timeOffset="124586.95">7611 13856 787 0,'0'0'135'16,"0"0"12"-16,0 0-22 16,0 0-41-16,-60-116-39 15,60 79-30-15,2 2-3 16,23 0-7-16,6 10-5 15,0 6-1-15,3 12 1 16,-5 7 0-16,-2 5 0 16,-5 31 10-16,-11 13 12 15,-9 11 7-15,-2 8-4 16,-9-2 4-16,-16-4-5 16,-1-7 9-16,2-14 7 0,6-10-7 15,5-15-5 1,6-9-7-16,7-5-9 0,0-2-12 15,22 0-4-15,22-8 2 16,16-17-22-16,12-10-68 16,3-6-74-16,2-6-135 15,-8-5-149-15</inkml:trace>
  <inkml:trace contextRef="#ctx0" brushRef="#br1" timeOffset="124950.81">8160 13509 224 0,'0'0'590'0,"0"0"-443"0,0 0 35 15,0 0-94-15,0 0-27 16,0 0-30-16,-96 93-16 16,96-37-2-16,0 2-7 15,13 0-1-15,9-4-4 16,7-5-1-16,3-14-9 15,1-8-12-15,0-16 2 16,1-11-1-16,-1 0 20 16,3-20 1-16,-4-19 7 15,-9-11 15-15,-7-5 6 16,-16-4 5-16,0 0-3 0,-20-1-11 16,-20 10-3-16,-5 11-9 15,-5 17-3-15,-2 16-5 16,-2 6 0-16,4 17-21 15,0 18-49-15,6 11-42 16,9 2-150-16,12-5-208 16</inkml:trace>
  <inkml:trace contextRef="#ctx0" brushRef="#br1" timeOffset="125433.38">8594 13002 796 0,'0'0'111'0,"-56"-170"66"16,39 107-41-16,7 21 10 0,4 20-11 15,4 14-30-15,-1 8-39 16,-1 17-34-16,0 38-26 16,0 32 29-16,1 27-6 15,3 18-9-15,0 14-8 16,0 5-5-16,3-1-3 16,12-9-2-16,7-13-2 15,-1-16-20-15,2-15-16 16,0-22-37-16,2-18-70 15,-5-17-106-15,-5-25-144 16,3-15-294-16</inkml:trace>
  <inkml:trace contextRef="#ctx0" brushRef="#br1" timeOffset="125599.63">8770 13669 740 0,'0'0'241'16,"0"0"-12"-16,0 0-78 15,0 0-73-15,0 0-35 16,121-114-21-16,-3 70-14 16,5 4-8-16,-15 6-15 15,-27 6-95-15,-33 12-172 16,-32 10-167-16</inkml:trace>
  <inkml:trace contextRef="#ctx0" brushRef="#br1" timeOffset="132499.65">4047 16379 917 0,'0'0'72'0,"0"0"183"0,-83-135-103 16,69 103-47-16,2 10-26 0,7 9-12 16,1 4-15-16,4 9-14 15,0 0-17-15,0 5-10 16,4 26-7-1,19 19 3-15,0 20 2 0,0 7-6 16,0 7-3-16,-1-13-5 16,-3-8-12-16,4-17-30 15,0-12-65-15,-2-11-72 16,4-14-90-16,0-9-70 16,-3-18-73-16</inkml:trace>
  <inkml:trace contextRef="#ctx0" brushRef="#br1" timeOffset="133049.32">4294 16302 608 0,'0'0'190'0,"0"0"68"16,0 0-66-16,0 0-72 0,0 0-33 15,0 0-27-15,-67-79-41 16,67 114-15-16,0 5 2 16,14 10 3-16,8-1-5 15,4-13 0-15,3-2 0 16,0-6-4-16,-2-11 0 15,-2-8 0-15,-5-9-1 16,-5 0 2-16,-1-12 1 16,-7-12 2-16,-7-6-2 15,0-7-2-15,-5 6-2 16,-19-4-5-16,-8 7-5 16,1 2 1-16,2 4 7 15,5 4 2-15,8 4-2 16,7 1 3-16,9 0-3 0,0-5-13 15,16-5 7-15,15 6 1 16,9-1 5-16,-2 12-5 16,-3 6 6-16,-1 0 2 15,-8 14-4-15,-8 15-1 16,1 4 5-16,-8 7 1 16,-3 1 1-16,4-1 0 15,3-5-1-15,5-6 1 16,2-8-2-16,9-10 0 15,3-9-8-15,-2-2-19 16,-4-2 16-16,-8-18 12 0,-11-10 0 16,-9-6 7-1,0-5 26-15,-22 1 4 0,-13-4 0 16,-8 3-17-16,3 10-9 16,7 5-1-16,10 16-5 15,4 6-5-15,7 4-9 16,1 4-64-16,1 17-55 15,10 12-164-15,0-7-99 16</inkml:trace>
  <inkml:trace contextRef="#ctx0" brushRef="#br1" timeOffset="133317.97">4976 15749 987 0,'0'0'150'0,"0"0"18"0,0 0-56 0,-49-106-3 16,47 106-23-16,2 0-43 15,0 25-20-15,0 34-13 16,4 29 33-16,12 24-2 16,-1 9-26-16,-1-5-6 15,-8 4-8-15,-1-3-1 16,-3-12 0-16,2-6-26 15,-2-18-48-15,3-24-94 0,2-28-129 16,-5-25-233 0</inkml:trace>
  <inkml:trace contextRef="#ctx0" brushRef="#br1" timeOffset="133550.07">4633 16030 957 0,'0'0'27'15,"0"0"80"-15,0 0-45 16,0 0-26-16,-58 101-31 16,80-101 17-16,0 0 35 15,-4-2 13-15,-5-17-17 16,-10-4-7-16,-3 2-7 16,0 3-18-16,0 4-17 15,-5 10-4-15,5 4-60 16,0 0-104-16,16 4-193 0,18 18 50 15</inkml:trace>
  <inkml:trace contextRef="#ctx0" brushRef="#br1" timeOffset="133716.54">5122 16330 826 0,'0'0'263'16,"0"0"-84"-16,0 0-90 15,0 0-26-15,0 0-9 16,0 0-15-16,19 38 3 15,-19-41-8-15,0-6-14 16,0 0-20-16,-9 0-1 0,5 9-57 16,4 0-82-16,0 0-210 15,6-5-449-15</inkml:trace>
  <inkml:trace contextRef="#ctx0" brushRef="#br1" timeOffset="134991.29">5862 15833 1116 0,'0'0'123'0,"0"0"9"15,0 0-70-15,0 0-28 16,0 0-25-16,0 0 0 15,-104 153-2-15,104-102-4 0,0-4 0 16,14-11-2 0,5-10 0-16,6-12 0 0,0-10-1 15,-1-4 0-15,-2 0 3 16,3-22 4-16,-3-10 5 16,-9-4-6-16,-11-2 1 15,-2 0 0-15,-11 3-3 16,-24 9-4-16,-6 12-4 15,-5 4-14-15,2 10-4 16,3 0 6-16,10 0 2 16,13 0-6-16,9 0-1 15,9 0 5-15,2 0-23 0,31-14 6 16,12-16 32 0,5-10 0-16,0-6-15 0,-7 0-3 15,-11 0 17-15,-13-2 1 16,-13-2 2-16,-6 1 1 15,0 3 3-15,-19 6 11 16,-6 6 13-16,1 10 23 16,1 10-2-16,10 11 7 15,7-1-14-15,4 4-5 16,2 21-36-16,2 37 11 16,28 32-9-16,19 23 18 15,11 9-5-15,10 8-10 16,3 0 6-16,-2-5-13 15,-1-13 2-15,-5-13-2 16,-3-11-4-16,-6-26-9 0,-10-12 5 16,-12-23-6-16,-10-18-14 15,-11-9 0-15,-11 0 5 16,-2-32 23-16,0-16 1 16,-31-20-1-16,-11-2 0 15,-11-3 0-15,-3 11 1 16,3 8 4-16,8 14-4 15,7 9 2-15,11 14 9 16,14 7-3-16,11 6-4 16,2-10-5-16,9-8-17 15,28-5-50-15,15-4-88 16,6-4-196-16,-2 0-290 0</inkml:trace>
  <inkml:trace contextRef="#ctx0" brushRef="#br1" timeOffset="135014.9">6453 15508 1054 0,'0'0'207'0,"0"0"-46"0,0 0-46 0,0 0-25 0,0 0-36 0,0 0-38 0,-45 90 16 0,86-5 5 0,-1 3-27 0,-3-7-3 0,1-2-5 0,-5-11-1 0,-8-11-1 0,-7-15-1 0,-7-11-8 0,-6-23-5 0,-3-3-5 0,-2-5-2 0,0-28 4 0,-20-24-3 0,-9-24-17 0,-2-12-9 0,2-4 16 0,6 2-2 0,13 7 5 0,10 12 8 0,0 21 16 0,17 22 2 0,10 21 0 0,-2 7-4 0,-3 0 5 0,-3 21 0 0,-7 10 11 0,-12 5 0 0,0 4-2 0,-16 0-1 0,-15 0-8 0,0-4-8 0,6-3-97 0,6-10-232 0,11-7-192 0</inkml:trace>
  <inkml:trace contextRef="#ctx0" brushRef="#br1" timeOffset="136049.44">7139 15691 1329 0,'0'0'62'0,"0"0"43"15,0 0-37-15,0 0-67 16,0 0 3-16,0 0-4 16,166-64-50-16,-95 42-104 0,-21 4-108 15,-18 11-88-15,-30 7-171 16</inkml:trace>
  <inkml:trace contextRef="#ctx0" brushRef="#br1" timeOffset="136064.39">7277 15811 488 0,'0'0'194'0,"0"0"36"15,0 0-29-15,0 0-43 16,0 0-39-16,0 0-45 16,-75 62-74-16,131-96 16 15,21-7-16-15,12-8-86 16,-4-5-208-16,-20-4-441 0</inkml:trace>
  <inkml:trace contextRef="#ctx0" brushRef="#br1" timeOffset="136074.94">7844 15222 1087 0,'0'0'172'15,"0"0"-62"-15,15-117-89 0,28 73 4 16,7 14 20 0,-4 20-13-16,-5 10 7 0,-16 22-15 15,-19 31-16-15,-6 16 12 16,-4 9-9-16,-21 3-11 16,-1-5-13-16,9-10-51 15,14-9-92-15,3-18-127 16,0-8-118-16,7-18-267 15</inkml:trace>
  <inkml:trace contextRef="#ctx0" brushRef="#br1" timeOffset="136085.2">8057 15712 408 0,'0'0'262'15,"0"0"-10"-15,0 0-91 16,0 0-31-16,0 0-28 16,0 0-11-16,78 71-17 0,-62-71-30 15,-10-6-21-15,-6-5 0 16,0 1 12-16,-12-1 2 15,-15 7 8-15,0 4-12 16,2 0-11-16,8 0-12 16,12 0-10-16,0 0-9 15,1 4-93-15,-3 10-175 16,-1 2-427-16</inkml:trace>
  <inkml:trace contextRef="#ctx0" brushRef="#br1" timeOffset="138832.79">6508 13228 1323 0,'0'0'170'0,"0"0"-26"0,0 0-77 0,0 0-29 0,0 0-21 0,-66 103 1 16,48-18-12-16,7 10-6 15,8-9-16-15,3-1-45 16,0-1-92-16,0-20-112 16,0-14-143-16,0-24-147 15</inkml:trace>
  <inkml:trace contextRef="#ctx0" brushRef="#br1" timeOffset="138983.54">6219 13619 936 0,'0'0'229'0,"0"0"-48"0,0 0-27 15,0 0-40-15,0 0-52 16,0 0-26-16,20-90-11 16,29 92-25-16,5 31 0 15,6 6-43-15,2 2-83 16,0-1-159-16,-6-12-195 16</inkml:trace>
  <inkml:trace contextRef="#ctx0" brushRef="#br1" timeOffset="139532.79">6672 13455 873 0,'0'0'59'0,"0"0"56"16,0 0-56-16,-5-122 3 15,39 105 13-15,1 17-20 16,-8 3-25-16,-8 42-2 15,-11 12-2-15,-8 11 8 16,-2-2 4-16,-21-10-13 16,1-15 7-16,7-17-3 15,9-14-16-15,6-10-13 16,12 0-28-16,28-13 1 16,14-23-30-16,4-18-42 15,-9-13-101-15,-1 0 29 16,-12 3 72-16,-11 7 71 15,-12 18 28-15,-13 11 38 0,0 10 52 16,0 9 53-16,-9 3-14 16,-2 5-57-16,2 1-9 15,4 0-25-15,5 20-24 16,0 16-12-16,0 14 4 16,14 0-5-16,8-2-1 15,7-7 0-15,3-10-13 16,8-11-3-16,4-14 2 0,-4-6-4 15,-2-10 13 1,-4-30 5-16,-8-12 5 16,-11-6 5-16,-8-4 16 15,-7 3 9-15,-11 9 11 0,-24 6-22 16,-12 12-1-16,-4 12-23 16,-1 18 0-16,1 4-22 15,2 49-63-15,2 14-141 16,3 14-196-16</inkml:trace>
  <inkml:trace contextRef="#ctx0" brushRef="#br1" timeOffset="140283.57">6952 15021 897 0,'0'0'217'0,"0"-120"-32"0,0 87-47 0,0 20-6 15,0 13-53 1,0 0-33-16,0 10-20 16,-2 38-11-16,-10 20 0 0,-5 16-11 15,-3 0-4-15,-3-3-1 16,-3-3-42-16,2-7-56 16,1-14-114-16,8-13-120 15,-3-26-116-15</inkml:trace>
  <inkml:trace contextRef="#ctx0" brushRef="#br1" timeOffset="140433.35">6620 15163 1006 0,'0'0'260'16,"0"0"-73"-16,0 0-90 16,0 0-27-16,0 0-17 15,0 0-5-15,139 5-38 16,-77 26-10-16,3 4-27 15,-7 7-66-15,-6-6-157 0,-9-7-222 16</inkml:trace>
  <inkml:trace contextRef="#ctx0" brushRef="#br1" timeOffset="140932.45">7088 15105 943 0,'0'0'94'16,"-25"-101"108"-16,25 52-97 15,16 12-34-15,15 20-44 0,-2 17-18 16,0 4-9 0,-6 36-5-16,-10 19 5 0,-13 2 4 15,0 6-3-15,-9-12-1 16,-11-15 5-16,9-9-1 16,5-19-4-16,6-6-4 15,6-6 3-15,27-10 1 16,14-22-5-16,4-15-27 15,-11-7-30-15,-7-6 26 16,-14 2 32-16,-13 9 4 16,1 10 5-16,-7 17 28 15,0 10 16-15,0 7 6 16,0 5 3-16,0 0-45 16,2 21-13-16,7 21-1 15,6 11 1-15,8 4 0 16,2-13-5-16,4-12-10 15,2-6-10-15,2-17 4 0,-2-9 10 16,1-3 11-16,-1-30 0 16,-2-16 1-16,-5-7 5 15,-11-7 16-15,-10 4 6 16,-3 2 12-16,-21 12-22 16,-16 4 0-16,-8 23-9 15,-8 14-9-15,-3 4-11 16,0 45-64-16,5 17-75 15,2 9-211-15,16 4-506 16</inkml:trace>
  <inkml:trace contextRef="#ctx0" brushRef="#br1" timeOffset="142382.81">8733 16489 863 0,'0'0'64'0,"0"0"51"0,-133 60-48 0,98-48-36 16,8-8 46-16,6-4-22 16,7-9-1-16,3-22-16 15,11-13-18-15,0 0-12 16,4 4-5-16,23 4-2 15,6 13 0-15,3 9 3 16,4 14-2-16,-2 0 1 16,-4 41 10-16,-10 21 2 0,-6 15-9 15,-16 4 1-15,-2-1 1 16,-13-2 1-16,-25-13-2 16,-5-7-3-16,-3-14 5 15,-1-14-8-15,5-10 5 16,3-12-3-16,8-8 3 15,9-8 5-15,6-21 4 16,16-10-2-16,0-5-9 16,7 8 3-16,24 10-4 15,3 8 5-15,6 8-6 16,8 10 0-16,2 0 2 16,-1 0-3-16,0 10-1 15,-6 2-16-15,-8-6-38 0,1-6-30 16,-7 0-32-16,-2-10-26 15,-8-20 53-15,-7-11 76 16,-6-9 13 0,-5-4 61-16,-1-4 43 0,0 0-21 15,0 10-2-15,-7 16-13 16,0 14 4-16,2 10-19 16,5 8-19-16,0 0-23 15,0 22-11-15,0 18-2 16,0 14 2-16,10 5-5 0,9-15-21 15,6-5-15 1,6-13-6-16,-2-12 7 16,0-10 14-16,-2-4 9 15,-2-12 15-15,-10-20 2 0,-1-7 1 16,-8-5 3-16,-6-4 6 16,0 1-1-16,-9 6 2 15,-17 10 1-15,-8 9-5 16,-5 4-5-16,4 14 5 15,2 4-7-15,4 0-2 16,14 0 2-16,5 0-4 16,10 4-11-16,0-4-10 15,29 0-10-15,18 0 22 16,9-14-10-16,-1-8-34 16,-3-5 17-16,-9-3 33 15,-10 6 7-15,-7 8 3 0,-14 6 16 16,-6 6 12-16,-2 4-2 15,-4 8-5 1,0 24-16-16,0 16 5 0,0 11-1 16,0 3-4-16,0 2-8 15,2-8 1-15,5-6-1 16,9-18 0-16,4-10-4 16,0-13-3-16,9-9 3 15,-4 0 4-15,-3-23 2 16,-2-7-2-16,-7-5 8 15,-8-7-4-15,-5-2 3 0,0 3 6 16,-16 1 5 0,-15 4-10-16,-5 9-6 0,-2 14 1 15,3 0-2-15,6 8 0 16,8 2-1-16,11 1 0 16,10 2-5-16,0-12-4 15,22-6-42-15,19-10 31 16,12-2-25-16,-5 4-29 15,-3 2 9-15,-6 5 60 16,-7 12 5-16,-8 7 17 16,-6 7 0-16,-10 35 7 15,-6 15 5-15,-2 6-2 16,0-4-8-16,4-2-11 16,9-11-5-16,8-12-3 15,8-17-1-15,4-11-4 16,0-6-3-16,1-23 8 15,-3-19 1-15,-7-12 6 0,-13-1 33 16,-11-3 34-16,0 4 20 16,-24 2-37-16,-18 12-18 15,-5 12-22-15,0 9-14 16,9 16-3-16,14 3-45 16,13 3-93-16,11 12-117 15,6-7-228-15</inkml:trace>
  <inkml:trace contextRef="#ctx0" brushRef="#br1" timeOffset="142732.79">9838 15775 816 0,'0'0'301'0,"-99"-154"-103"0,26 90-98 0,-21 11-40 0,-26 32 10 16,-21 21-18-16,-26 33-5 15,-13 56-31-15,-12 47 0 16,-5 41-14-16,-2 39-2 15,-3 29 4-15,9 3-4 16,35 4 6-16,54-20-1 16,66-32-5-16,60-34-1 15,98-41-24-15,72-41-4 16,64-44-1-16,63-35 8 16,48-18 12-16,41-63 10 0,26-36 1 15,-2-39-1 1,-21-33 4-16,-57-35 15 0,-91-30-12 15,-111-11-7-15,-139 1-49 16,-122 14-26 0,-170 36-4-16,-133 48-2 0,-120 58-22 15,-106 75-95-15,-85 39-88 16</inkml:trace>
  <inkml:trace contextRef="#ctx0" brushRef="#br1" timeOffset="-85960.59">11056 3251 985 0,'-158'-19'11'0,"9"8"37"0,15 4 42 0,20 0-35 0,21 4 61 16,26 1-39-16,29 2-10 15,27 0-16-15,11 0-51 16,42 12 18-16,52 14-13 0,60 0-5 16,68-8 7-16,72-8 4 15,56-10-11-15,38 2 0 16,27 3 2-1,-4 4 3-15,-14 5-5 0,-27 0 0 16,-51-6 0 0,-48-2-7-16,-59-6 7 0,-65 0 0 15,-58 0-54-15,-53 0 22 16,-36-11-9-16,-33-2 4 16,-57-1-92-16,-30 2-162 0,-32 8-1 15,-21-2-34 1</inkml:trace>
  <inkml:trace contextRef="#ctx0" brushRef="#br1" timeOffset="-85609.94">11137 3363 909 0,'-174'-15'13'15,"18"4"26"-15,11 6 74 16,13 5-60-16,5 0 25 15,9 0 9-15,14 2 3 16,25 9-6-16,31-4-30 16,23 1-12-16,25 3-15 15,7 3-20-15,46 2 14 0,41 0 15 16,42-1-2 0,40-4-15-16,44-3-7 0,38-7-4 15,41-1 1 1,44 0-9-16,18 0 1 0,22-6 2 15,-8 3-1-15,-21 3-2 16,-30-4-2-16,-46 2 2 16,-47-4-2-16,-44 0-1 15,-48-1-13-15,-43 0-22 16,-36-2-39-16,-33 2-28 16,-27-1-44-16,-16-1-42 15,-44 0-319-15</inkml:trace>
  <inkml:trace contextRef="#ctx0" brushRef="#br1" timeOffset="-84773.65">17077 2994 772 0,'0'0'54'0,"0"0"31"0,0 0 88 0,0-117-75 0,0 103-1 15,0 0-3-15,0 10-28 16,2 4-9-16,-2 0-23 16,0 0-15-16,0 0-16 15,0 8 0-15,0 12 6 16,0 2-1-16,0-4-1 16,0-4-4-16,4-3-2 15,5-5 1-15,7-5-2 16,8-1 0-16,9-12 7 15,12-20 1-15,7-8-8 0,-4-4-7 16,-1 2-28 0,-7 2-44-16,-4 6-74 0,-9 8-189 15,-17 8-311-15</inkml:trace>
  <inkml:trace contextRef="#ctx0" brushRef="#br1" timeOffset="-83827.79">11619 7986 843 0,'0'0'12'0,"0"0"-1"0,0 0-11 16,0 0-9-16,0 0-160 15,0 0-141-15</inkml:trace>
  <inkml:trace contextRef="#ctx0" brushRef="#br1" timeOffset="-83661.65">11619 7986 413 0,'8'52'246'16,"-12"-52"-246"-16,4-3-8 0,0-6-152 16,0 4-234-16</inkml:trace>
  <inkml:trace contextRef="#ctx0" brushRef="#br1" timeOffset="-83543.92">11685 8055 480 0,'0'0'0'16,"0"0"-20"-16,0 0-83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3:07:04.305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10237 2825 91 0,'0'0'527'0,"0"0"-475"0,0 0 103 15,0 0-80-15,-130 0-11 16,119 0 53-16,9 0-31 16,2 0-50-16,0 0-26 15,35 8 2-15,28-3 10 16,27-5 2-16,25 0-3 15,10 0-13-15,5-3-3 16,-7-3-3-16,-11 2-2 16,-18 2-23-16,-23 2-103 15,-29 0-69-15,-26 0-105 16,-16 0-107-16</inkml:trace>
  <inkml:trace contextRef="#ctx0" brushRef="#br0" timeOffset="1.35">10464 2879 473 0,'0'0'26'0,"-204"28"6"16,117-12 43-16,16-1-11 16,21-5 41-16,23-5-16 15,22 1-33-15,5-3-34 16,45 1 6-16,26-4 3 16,22 0-16-16,23 0-12 15,16-13-2-15,4-1-2 16,-3 1-5-16,-6 0-82 15,-15 3-191-15,-21 1-206 0</inkml:trace>
  <inkml:trace contextRef="#ctx0" brushRef="#br0" timeOffset="9972.01">12072 3021 909 0,'0'0'60'0,"-117"-23"15"15,65 19 93-15,9 2-132 16,14-1 54-16,18 3-4 15,11 0-35-15,0 0-41 16,32 0-9-16,21 10 5 16,23-3 1-16,11-3 2 15,2-2-9-15,-6-2 0 16,-10 2-57-16,-13 0-48 16,-16-1-37-16,-19 3-92 0,-23 1-56 15,-4 1-75-15</inkml:trace>
  <inkml:trace contextRef="#ctx0" brushRef="#br0" timeOffset="9973.1">12032 3060 113 0,'0'0'399'16,"-132"10"-279"-16,90-7 60 15,23 0-98-15,9-2-17 16,10 1-11-16,16 5 3 16,33-5-44-16,25-2-1 15,19 0-12-15,9 0-1 16,-4 0-42-16,-8 0-52 15,-24 0-83-15,-21 0-120 16</inkml:trace>
  <inkml:trace contextRef="#ctx0" brushRef="#br0" timeOffset="9987.79">17223 2889 967 0,'0'0'10'0,"-140"0"26"0,89 0 103 0,15 0-103 0,18 0 14 0,18 0 3 0,0 2-27 0,52 5-21 0,26-2 3 0,26-1-5 0,19-4-3 0,4 0-5 0,-9 0-20 0,-18 0-40 0,-22 0-72 0,-27 0-26 0,-31 0-57 0,-20 0-38 0</inkml:trace>
  <inkml:trace contextRef="#ctx0" brushRef="#br0" timeOffset="9988.79">17225 2945 526 0,'0'0'89'0,"-195"34"79"0,126-17-73 0,31-3-27 0,33-3-12 0,14 0-13 0,60-4-12 0,38 0-16 0,34-7-10 0,19 0-5 0,10 0-35 0,-12-14-18 0,-13-1-82 0,-28 0-246 0</inkml:trace>
  <inkml:trace contextRef="#ctx0" brushRef="#br0" timeOffset="9995.9">20672 2899 953 0,'0'0'7'0,"-142"0"100"0,105 0-21 0,18 2-59 0,19 0 18 0,0 2-18 0,40 2-18 0,32 2-3 0,28-3 1 0,23-5-7 0,10 0-2 0,-4 0-35 0,-13 0-71 0,-18 0-39 0,-24 0-35 0,-30-5-60 0,-35 0-200 16</inkml:trace>
  <inkml:trace contextRef="#ctx0" brushRef="#br0" timeOffset="9996.9">20601 2982 730 0,'-114'14'100'0,"35"0"28"0,36-7-79 0,38 5-34 0,19-3 1 0,64-5 35 0,51 0-10 0,45-4-33 0,36 0-8 0,14-4-70 0,1-11-42 0,-22 0-156 0</inkml:trace>
  <inkml:trace contextRef="#ctx0" brushRef="#br0" timeOffset="10012.81">1674 17598 857 0,'0'0'33'16,"0"0"58"-16,0 0-71 0,0 0-12 0,0 0-5 0,0 0-3 0,0 0-25 0,-27-11-65 0,27 11-101 0,0 6-54 0</inkml:trace>
  <inkml:trace contextRef="#ctx0" brushRef="#br0" timeOffset="12637">4715 3698 917 0,'0'0'16'16,"-194"-7"68"-16,109 5 90 0,25 2-74 15,29 0-10-15,31 0 4 16,45 0-71-16,53 0-16 15,47 0 4-15,37-1-11 16,17-10-2-16,15 1-43 16,-7-2 9-16,-22 2-19 15,-29 6-75-15,-39-5-154 16,-45 0-24-16</inkml:trace>
  <inkml:trace contextRef="#ctx0" brushRef="#br0" timeOffset="12855.85">4653 3793 857 0,'-135'7'20'0,"27"-1"44"0,30-2 55 0,33 2-65 0,39-5 41 16,22 3-8-16,63-4-69 15,58 0 6-15,48 0-5 16,39-14-9-16,34-1-5 15,9-1-4-15,-8-4-1 16,-22 2-64-16,-42-7-226 16,-45-4-313-16</inkml:trace>
  <inkml:trace contextRef="#ctx0" brushRef="#br0" timeOffset="18921.38">10445 4864 851 0,'0'0'48'0,"0"0"141"0,0 0-24 0,0 0-89 16,0 0 32-16,0 0-25 16,0 0-40-16,-35-90-24 15,35 126-15-15,0 21 7 16,0 11 20-16,0 14-16 16,0 2-8-16,0 4-6 15,0-1-1-15,-4-7-6 0,-3-8-35 16,7-16-59-16,0-10-37 15,0-15-50-15,0-11-52 16,0-20-15-16,7 0 32 16,-3-31 27-16,-2-22 18 15,-2-22 177-15,0-15 162 16,0-11-7-16,0 4-14 16,0 5-72-16,0 19 12 15,12 13 1-15,5 11-13 16,6 17 10-16,1 8-25 15,7 14 20-15,1 8-22 16,1 2-6-16,-2 0-7 16,-4 19 0-16,-10 6-10 15,-10 6-21-15,-7 6-5 16,-14 7-3-16,-31 9-13 0,-11-1-104 16,0 0-65-16,4-4-79 15,10-8-140-15</inkml:trace>
  <inkml:trace contextRef="#ctx0" brushRef="#br0" timeOffset="19236.91">11154 4939 37 0,'0'0'985'0,"0"0"-955"0,0 0 151 0,0 0-78 0,0 0-15 0,0 0-18 16,-17-76-14-16,17 95-30 16,15 22 1-16,5 9 10 15,-7 6-25-15,-1 4-4 16,-10 4-8-16,-2 5-2 15,0-3-34-15,0-2-52 16,0-10-63-16,-2-12-86 16,-2-14-101-16,-4-18-92 15</inkml:trace>
  <inkml:trace contextRef="#ctx0" brushRef="#br0" timeOffset="19407.9">10927 5091 837 0,'0'0'5'0,"0"0"33"16,0 0 68-16,0 0-79 16,0 0 5-16,27-118-32 15,44 98-31-15,14-1-64 16,8 7-123-16,1 0 36 16,-7 7-13-16</inkml:trace>
  <inkml:trace contextRef="#ctx0" brushRef="#br0" timeOffset="19620.04">11617 4818 573 0,'0'0'156'16,"0"0"-1"-16,0 0 36 16,0 0-73-16,0 0-12 15,0 0-7-15,-37-54-39 16,37 54-24-16,0 18-13 16,0 18 38-16,4 6 5 15,6 1-42-15,0-1-3 16,-1 2-8-16,-3 2-13 15,-2 8 0-15,-4 4-5 16,0 6-47-16,0-5-69 16,0-9-84-16,0-16-102 15,0-24-84-15</inkml:trace>
  <inkml:trace contextRef="#ctx0" brushRef="#br0" timeOffset="19986.28">11557 4917 771 0,'0'0'8'16,"0"0"18"-16,0 0 21 0,52-125-31 16,-7 111-5-16,1 8 23 15,1 6-4-15,-3 12-3 16,-8 22-1-16,-11 11 17 16,-15 6-6-16,-10 2-12 15,-6 1-11-15,-28 0-7 0,-7-1-7 16,-4-8-2-16,0-7-9 15,2-10-12-15,8-10-2 16,10-11-1-16,8-5 5 16,11-2 1-16,3 0 19 15,3 0 0-15,0 0-5 16,19 0 1-16,13 0 5 16,6 10 0-16,2 18 5 15,5 6 26-15,2 1-11 16,-1 2-6-16,1-5 1 15,-7-2-9-15,-6 1-6 16,-8 0-53-16,-13 3-20 16,-13-4-156-16,0-5-240 0</inkml:trace>
  <inkml:trace contextRef="#ctx0" brushRef="#br0" timeOffset="20277.16">10136 5771 1004 0,'-127'13'4'0,"29"1"29"0,34-1 69 16,28-5-47-16,36 2 3 0,22 0-21 15,65-2 32 1,62-4-11-16,54-4-34 0,55-4-9 15,39-18-6-15,15-2 2 16,10 1-7 0,-10 0-4-16,-28 3 2 0,-42 2-2 15,-56 1-43-15,-61 6-85 16,-59-5-114-16,-55 2-85 16,-22 0-254-16</inkml:trace>
  <inkml:trace contextRef="#ctx0" brushRef="#br0" timeOffset="20655.09">10985 6216 1085 0,'0'0'54'0,"0"0"167"0,0 0-96 16,0 0-21-1,0 0-39-15,0 0-35 0,-62-32-20 16,62 76-6-16,15 16 1 16,-3 12-5-16,-6 3-11 15,1 1-52-15,-1-1-92 16,12-6-64-16,7-19-158 16,8-24-233-16</inkml:trace>
  <inkml:trace contextRef="#ctx0" brushRef="#br0" timeOffset="21305.38">11409 6253 819 0,'0'0'103'0,"0"0"-32"0,0 0 132 16,0 0-100-16,0 0-30 15,0 0-8-15,-52-73-28 16,48 73-28-16,-5 23-8 15,2 10 3-15,0 7 0 16,7-2-2-16,0-2 0 16,0-4-2-16,18-5-8 15,6-7 2-15,10-7-11 16,0-7-7-16,1-6 6 16,-3 0 1-16,-10-6 14 0,-5-11 3 15,-12-4 5-15,-5-2-3 16,0-4-4-16,-32 0-13 15,-7 0-13-15,-1 5 7 16,-1 5 4-16,12 9 12 16,10-1-1-16,9 3-6 15,10 2-5-15,0 0-61 16,33-4-19-16,21 0 75 16,6 0-7-16,0 5 8 15,-6-2-15-15,-12 1 27 16,-6 4 9-16,-12 0 2 15,-3 0 13-15,-8 12 26 16,-7 18 7-16,-3 10-14 16,-3 12 7-16,0 6-21 15,0 0-13-15,0-4-5 0,0-5-1 16,7-11-1-16,12-8-1 16,4-10-13-16,1-8-20 15,3-12 20-15,-2 0 2 16,-1-11 12-16,-4-16 4 15,-2-4 6-15,-5-11 8 16,-8-5 6-16,-5-6 15 16,0-2-17-16,-18 1-7 15,-18 7 6-15,-4 14-4 16,-8 12-17-16,-6 11-6 16,-2 10-21-16,0 0-66 15,2 20-52-15,8 4-151 0,13-2-324 16</inkml:trace>
  <inkml:trace contextRef="#ctx0" brushRef="#br0" timeOffset="21769.91">13433 5642 1175 0,'0'0'17'0,"0"0"110"0,0 0 11 0,-113 0-93 0,113 0 12 0,31-6-43 16,32-6-4-16,26 5-10 16,15-1-18-16,-6 3-99 15,-15 5-76-15,-21 0-89 16,-24 10-9-16,-27 12-143 16</inkml:trace>
  <inkml:trace contextRef="#ctx0" brushRef="#br0" timeOffset="21920.62">13510 5863 681 0,'0'0'43'0,"0"0"80"0,0 0 8 16,0 0-48-1,0 0 12-15,0 0-25 0,-38 10-56 16,111-34-14-16,33-10-13 16,25-3-140-16,2 0-115 15,-2 0-236-15</inkml:trace>
  <inkml:trace contextRef="#ctx0" brushRef="#br0" timeOffset="22353.98">15002 5394 783 0,'0'0'135'0,"0"0"-106"16,0-130 174-16,0 88-150 16,0 11 7-16,0 9 15 15,-4 10-49-15,-14 10-5 16,-9 2-15-16,-8 18-6 16,-7 15-6-16,10 10 5 15,9 1 1-15,19 1-21 16,4 1-20-16,16 2-29 15,26-4-26-15,10 4 31 16,1-2 12-16,-4 2 25 16,-12 1 14-16,-12-5 14 0,-13-4 0 15,-12-10 16-15,0-8 28 16,-27-6 55-16,-20-7-10 16,-7-8-28-16,-1-1-11 15,4 0-30-15,11-16-6 16,11-6-14-16,13-8-6 15,16 0-95-15,0-3-147 16,26 2-126-16</inkml:trace>
  <inkml:trace contextRef="#ctx0" brushRef="#br0" timeOffset="22587.39">15438 5409 1040 0,'0'0'32'16,"0"0"80"-16,0-125 67 0,0 98-100 16,0 13 36-16,0 6-31 15,0 7-25-15,0 1-35 16,0 22-22-16,0 29 2 16,0 20 6-16,4 12 1 15,-4-2-6-15,0 1-5 16,0-2-17-16,0-3-33 15,0-3-68-15,0-12-128 16,-10-13-273-16</inkml:trace>
  <inkml:trace contextRef="#ctx0" brushRef="#br0" timeOffset="25477.09">7150 3662 928 0,'0'0'25'0,"-142"17"122"15,107-11-61-15,21-2-45 0,14 2-2 16,4 1-5 0,52-6-23-16,35 2 14 0,34-3-14 15,20 0-7-15,15 0-4 16,5-4-1-16,3-10-11 16,-6-1-8-16,-17 1 4 15,-25 4-70-15,-33 6-118 16,-38 0-28-16,-36 4-12 15,-15 0-224-15</inkml:trace>
  <inkml:trace contextRef="#ctx0" brushRef="#br0" timeOffset="25754.54">7540 3746 660 0,'-118'7'36'0,"4"6"10"15,16-3 83-15,21-4-60 0,12 0 19 16,20-5 65-16,18 2-53 15,17-2-30-15,7-1-30 16,3 0-16-16,0 0-18 16,25 0-3-16,21 0 35 15,25 0-5-15,24 0-9 16,14-9-1-16,4-2-6 16,-2-2-5-16,-5 1 8 15,-2-2 2-15,-6 0-14 16,-5-3-1-16,-14 5-6 15,-17 0-1-15,-12 6 0 16,-13 0-38-16,-3 2-50 16,-3 4-100-16,0-1-109 0,-2-2-85 15</inkml:trace>
  <inkml:trace contextRef="#ctx0" brushRef="#br0" timeOffset="27712.64">7061 8122 916 0,'0'0'21'0,"-22"-131"122"0,18 78 46 0,-1 14-58 15,5 8-21-15,0 16-9 0,0 9-25 16,0 6-33 0,0 0-24-16,0 39-10 0,-2 32-1 15,-1 29 12-15,1 11-2 16,-2 3-13-16,2-2-1 16,2-5-4-16,0-9-17 15,0-16-14-15,0-19-38 16,11-20-112-16,7-19-84 15,-3-24-96-15,-1-6-59 16</inkml:trace>
  <inkml:trace contextRef="#ctx0" brushRef="#br0" timeOffset="27925.22">6999 8163 706 0,'0'0'88'0,"-7"-114"37"0,9 73-47 15,29 9-18 1,12 10 12-16,8 12-2 0,7 10-15 15,-2 0-17-15,-10 21-13 16,-12 11 0-16,-21 6-8 16,-13 8-5-16,-29 5-5 15,-37 3-7-15,-17-2-16 16,1-7-53-16,10-4-22 16,22-8-101-16,13-2-110 15</inkml:trace>
  <inkml:trace contextRef="#ctx0" brushRef="#br0" timeOffset="28252.96">7694 8253 721 0,'0'0'197'0,"0"0"-173"16,0 0 183-16,0 0-78 0,0 0-13 15,0 0-2 1,-51-72-46-16,51 72-30 0,22 22-18 16,18 24 28-16,11 12-9 15,5 13-21-15,-5 5-12 16,-2-2-3-16,-9-2-3 15,-3-12-3-15,-6-12-30 16,-5-13-67 0,-4-13-79-16,-1-16-86 0,0-6-111 15,-3-10-71-15</inkml:trace>
  <inkml:trace contextRef="#ctx0" brushRef="#br0" timeOffset="28437.71">8104 8213 649 0,'0'0'35'0,"0"0"95"16,0 0 17-16,0 0 7 16,0 0-36-16,0 0-59 0,-109 38-2 15,84 23-25-15,1 7-9 16,-6 3-17-16,-3 6-6 16,-6-1-10-16,-1-5-64 15,-3-8-145-15,-1-13-163 16</inkml:trace>
  <inkml:trace contextRef="#ctx0" brushRef="#br0" timeOffset="29903.9">8908 8147 371 0,'0'0'341'0,"0"0"-210"0,0 0 18 16,0 0-24-16,0 0-31 15,0 0 5-15,-148-90-61 16,105 124-6-16,1 11-2 0,4 5-1 16,10 9-12-16,11 3-10 15,10 5-2-15,7 1-5 16,5 2 1-16,22-10-1 15,10-8-11-15,10-12-27 16,4-13-2-16,3-14-9 16,2-13 3-16,-8 0 13 15,-3-11 12-15,-5-22 21 16,-11-5 1-16,-6-4 0 16,-13-1 0-16,-7-1 2 15,-3 5 6-15,-11 7 13 16,-20 9 2-16,-9 10 1 15,-7 13-1-15,-5 0 8 0,-1 14-5 16,6 14-6 0,9 10-9-16,11 6-12 0,12 4-1 15,15 2-25-15,0 0-95 16,18-9-172-16,17-9-278 16</inkml:trace>
  <inkml:trace contextRef="#ctx0" brushRef="#br0" timeOffset="30171.61">9434 8301 1144 0,'0'0'10'0,"0"0"44"0,0 0 138 0,0 0-83 0,0 0-47 15,0 0-36-15,-63-63-16 16,96 94-5-16,17 18 17 16,8 5-12-16,0 2-5 15,-2-2-5-15,-7-4-10 16,-4-6-40-16,-6-10-55 16,-3-9-76-16,-7-11-121 15,-9-10-86-15</inkml:trace>
  <inkml:trace contextRef="#ctx0" brushRef="#br0" timeOffset="30354.9">9838 8233 788 0,'0'0'25'16,"0"0"64"-16,0 0 127 16,0 0-86-16,0 0-65 15,-130 9-18-15,99 41-3 16,2 9-22-16,3 16-18 15,-9 0-4-15,2 6-33 16,0 0-100-16,-6-12-157 16,7-10-129-16</inkml:trace>
  <inkml:trace contextRef="#ctx0" brushRef="#br0" timeOffset="31524.08">10319 8181 822 0,'0'0'42'0,"0"0"149"0,0 0 2 0,0 0-81 15,0 0-6-15,0 0-51 16,-37-63-27-16,37 81-19 16,0 20 4-16,0 10 1 15,0-2-10-15,0-2 1 16,0-5-4-16,0-8-1 15,0-12-11-15,0-7-23 0,0-9-1 16,0-3 3 0,0 0 13-16,0 0 14 0,0-20-2 15,5-10-9-15,18 2 13 16,6 2 2-16,6 6 1 16,3 7-1-16,0 9 2 15,3 4-1-15,-4 8 8 16,-3 19 3-16,-3 9 8 15,-9 1 3 1,-7 4-4-16,-10-3 8 0,-5 0-4 16,-20-1-11-16,-23-6-11 15,-7-5-13-15,-2-7-88 16,4-10-70-16,3-9-155 16,2-9-138-16</inkml:trace>
  <inkml:trace contextRef="#ctx0" brushRef="#br0" timeOffset="31705.33">10377 8045 716 0,'0'0'18'15,"0"0"104"-15,0 0 19 16,164-73-21-16,-96 66-45 16,1 3-41-16,2 4-31 15,-9 0-3-15,-13 18-153 16,-22 11-103-16,-27 14-116 15</inkml:trace>
  <inkml:trace contextRef="#ctx0" brushRef="#br0" timeOffset="32072.38">7366 9039 878 0,'-144'4'103'16,"22"9"-101"-16,30 0 108 15,36-4-9-15,25-1-25 16,31 6-7-16,33 4-54 15,83 2 10-15,82-4 32 16,87-14-33-16,81-2-19 16,64-16 0-16,43-11 1 15,10 6 10-15,-13 3-11 16,-43 1-4-16,-43 2 0 16,-66 1-2-16,-66 2-16 15,-67-1-132-15,-80 2-200 16,-61-2-175-16</inkml:trace>
  <inkml:trace contextRef="#ctx0" brushRef="#br0" timeOffset="32455.6">8762 9647 913 0,'0'0'66'0,"-34"-104"124"0,23 73 26 0,2 16-52 15,2 5-58-15,5 10-27 16,2 0-39-16,0 10-23 16,0 34-12-16,0 18 0 15,7 16-1-15,4 6-4 16,3 7-27-16,-2 3-48 15,1-4-138-15,-3-18-234 16</inkml:trace>
  <inkml:trace contextRef="#ctx0" brushRef="#br0" timeOffset="33087.56">9167 9703 771 0,'0'0'397'0,"0"0"-376"16,0 0 129-16,0 0-32 16,0 0-49-16,0 0-20 15,-81-84-37-15,75 104-12 16,2 20 0-16,1 10-1 0,3 4 2 16,0-1-1-16,20-7 0 15,2-2-9-15,5-8-5 16,4-12-12-16,3-10 3 15,-1-10-7-15,-4-4-9 16,-4 0 5-16,-8-11 2 16,-5-14 15-16,-10-3 13 15,-2-8 1-15,0-3 0 16,-16 2 3-16,-13-4 0 16,-2 7 1-16,1 5 1 15,9 4-2-15,3 7 0 16,14 2 0-16,4 0 0 0,8 2-19 15,31 3-23 1,14-4 10-16,5 5-15 16,0 4-12-16,-5 1 2 0,-13 5 36 15,-11 0 16-15,-10 0 4 16,-14 27 2-16,-5 17 4 16,0 10 46-16,0 4-1 15,-11 0 1-15,5-7-19 16,6-3-7-16,0-8-18 15,24-8-1-15,12-10-5 16,7-14 2-16,-1-8-2 16,-2 0 0-16,-7-16-1 15,-4-16 5-15,-11-8 3 16,-9-3 3-16,-9-9 24 16,0-2 11-16,-25 0 14 15,-10-3-38-15,-9 10-5 16,-8 13-17-16,-6 15-1 0,-7 19-20 15,-10 0-135-15,-3 25-248 16</inkml:trace>
  <inkml:trace contextRef="#ctx0" brushRef="#br0" timeOffset="34503.12">12766 8981 651 0,'0'0'420'0,"0"0"-347"0,0 0 105 0,0 0-61 16,0 0-55-16,0 0-9 15,0 0-23-15,58 4 10 16,13-6-13-16,4-10-18 15,-1 3-6-15,-7-4 0 16,-14 5-2-16,-15-1 1 16,-15 3-1-16,-15 5 1 15,-8 0-1-15,-4-2 0 16,-37 3 1-16,-17 0 0 0,-11 0-2 16,-2 0 4-16,5 10 0 15,8 2-3-15,6 0 1 16,15-1 0-16,16-6 4 15,14-1 1-15,7 2-7 16,0-2-1-16,38 3-1 16,16-6 2-16,15-1 0 15,9 0 3-15,0-4-3 16,-4-9 0-16,-14 0 0 16,-20 3 1-16,-20 6 0 15,-18 0-1-15,-2 4 4 16,-22 0-1-16,-28 0 0 15,-10 0-2-15,-4 2 0 16,3 10 2-16,13 0-2 0,8-2 2 16,18-2-2-16,8-2 0 15,11-4 0-15,3 0-1 16,3 0-5-16,33-2 5 16,13 0 2-16,13 0-2 15,5 0-2-15,-7-6-39 16,-6 6-98-16,-21 0-195 15,-25 0-492-15</inkml:trace>
  <inkml:trace contextRef="#ctx0" brushRef="#br0" timeOffset="45594.48">14093 8336 752 0,'0'0'33'0,"0"0"75"0,-16-114 85 0,16 75-46 16,0 5-6-16,0 10-20 15,0 8-27-15,0 10-12 16,0 6-36-16,0 0-18 16,0 26-15-16,0 24 0 15,0 14 13-15,0 11-11 0,2 3-5 16,-2 8-9 0,0 2-1-16,0 2-8 0,0-9-36 15,0-13-42 1,0-14-67-16,0-18-91 0,0-17-71 15,0-19 4-15,0-11-11 16</inkml:trace>
  <inkml:trace contextRef="#ctx0" brushRef="#br0" timeOffset="45803.23">14066 8635 262 0,'0'0'179'0,"-31"-181"-33"16,25 105-2-16,4 11-11 16,2 12-46-16,0 6 0 15,26 10-10-15,10 12-38 0,10 17-1 16,3 8 8-1,4 8-10-15,-7 24 2 0,-15 7 11 16,-20 7-19 0,-11 4-26-16,-30 4 2 0,-28 2-6 15,-6-2-21 1,4-6-54-16,7-6-47 0,12-10-79 16,12-10-126-16</inkml:trace>
  <inkml:trace contextRef="#ctx0" brushRef="#br0" timeOffset="46254.03">14628 8400 862 0,'0'0'15'0,"0"0"89"0,0 0 123 0,0 0-104 16,0 0 0-16,0 0-34 15,-67-84-41-15,84 106-23 16,18 16 15-16,9 10-12 16,5 4-13-16,0-2-12 15,0 2-1-15,-5-6-2 16,-8-3-42-16,-7-7-60 15,-9-10-102-15,-7-6-121 16,-1-16-65-16</inkml:trace>
  <inkml:trace contextRef="#ctx0" brushRef="#br0" timeOffset="46389.08">14966 8293 825 0,'0'0'43'0,"0"0"142"16,0 0-6-16,0 0-96 15,0 0-40-15,0 0-28 16,-102 93-2-16,59-17-13 16,3 6 0-16,2 2-85 15,-6 1-159-15,-7-7-103 16,-3-10-344-16</inkml:trace>
  <inkml:trace contextRef="#ctx0" brushRef="#br0" timeOffset="51537.18">15299 8399 694 0,'0'0'7'0,"0"0"4"0,0 0 63 0,0 0-6 0,124-102-13 16,-77 102 5-16,-9 0 18 16,-7 19-20-16,-13 7-9 15,-9 4-32-15,-9 4-3 16,0 0 4-16,-14 0-7 16,-15-4 4-16,-2-2-11 0,-2-4 6 15,4-8-5 1,12-6 1-16,5-4-4 0,10-3 0 15,2-3-2 1,0 0 0-16,0 0-20 0,18 0-16 16,17 0 36-16,5 0-4 15,-2 0-7-15,0 5 5 16,-2 9 2-16,-5 2 3 16,0-1 1-16,-8-2 6 15,-12-3 3-15,-9-2 4 16,-2 2 0-16,-11-1 7 15,-26 0-7-15,-9 4-7 0,-1-8-2 16,-1-1-1 0,5-1-3-16,5-3-3 0,9 0-88 15,12 0-153 1,9-8-214-16</inkml:trace>
  <inkml:trace contextRef="#ctx0" brushRef="#br0" timeOffset="51772.85">15953 8420 1180 0,'0'0'6'0,"0"0"24"0,0 0 135 0,0 0-35 0,0 0-72 16,0 0-36-16,23 31 0 15,19 17 21-15,7-3-25 16,-2 2-15-16,-2-7-3 16,-6-4-2-16,-6-4-50 15,-5-5-65-15,-6-2-84 16,-7-9-99-16,-5-12-55 16</inkml:trace>
  <inkml:trace contextRef="#ctx0" brushRef="#br0" timeOffset="51958.4">16304 8438 716 0,'0'0'23'16,"0"0"83"-1,0 0 74-15,0 0-31 0,0 0-61 16,0 0-25-16,-116 36-2 16,82 20-21-16,-1 1-26 15,-6 2-10-15,-3 8-4 16,0-4-40-16,5-1-116 15,4-7-159-15,1-11-236 16</inkml:trace>
  <inkml:trace contextRef="#ctx0" brushRef="#br0" timeOffset="52455.35">16544 8307 1123 0,'0'0'17'16,"0"0"45"-16,0 0 78 15,0 0-64-15,0 0-28 16,0 0-30-16,-18-18-12 15,16 65 9-15,2 7-9 0,0-2-3 16,-2-4-2-16,2-6-1 16,0-8-13-16,-2-9-30 15,2-15-5-15,0-3-6 16,0-7-2-16,0 0 18 16,0-7 19-16,0-14-15 15,13-5-5-15,3-4 31 16,10 6 6-16,3 0 2 15,4 5 2-15,4 8 7 16,0 9 6-16,-3 2 11 16,-5 5 5-16,0 18 9 15,-8 4-19-15,-3 0 12 16,-7-2-9-16,-9-2 4 0,-2-4-14 16,-2-2-5-1,-29 1 0-15,-7 0-9 0,-1-1-65 16,3-5-117-16,5-6-121 15,6-6-204-15</inkml:trace>
  <inkml:trace contextRef="#ctx0" brushRef="#br0" timeOffset="52652.74">16589 8229 850 0,'0'0'10'0,"0"0"90"0,0 0 24 0,81-107-38 15,-20 80-23 1,13 7-23-16,1 4-27 0,-3 12-10 16,-13 4-3-16,-18 2-58 15,-24 27-141-15,-17 10-73 16,-17 8-181-16</inkml:trace>
  <inkml:trace contextRef="#ctx0" brushRef="#br0" timeOffset="53090.27">14017 9307 707 0,'0'0'99'0,"0"0"-63"16,-142 3 72-16,117-3 1 15,14 0-8-15,11 2-18 0,18 4-37 16,46 0-30-1,38-2 31-15,48-4-15 0,51 0-15 16,38 0-1 0,46-14 25-16,20 1-3 15,13 6-4-15,0 6-5 16,-17-2-19-16,-33 3 7 0,-37-6-16 16,-52 0-1-16,-50 0-1 15,-51 0-23-15,-50 0-74 16,-28 6-15-16,-59 0-38 15,-45 4-257-15,-35 20-65 16</inkml:trace>
  <inkml:trace contextRef="#ctx0" brushRef="#br0" timeOffset="53391.49">15201 9591 1111 0,'0'0'15'16,"0"0"68"-16,-23-109 107 15,21 98-38-15,2 5-54 16,0 6-41-16,0 0-28 0,0 11-14 15,0 32-11 1,0 19 1-16,0 8-3 16,9 4-2-16,-1-2-29 0,4-4-64 15,3-5-104-15,1-15-114 16,-1-17-147-16</inkml:trace>
  <inkml:trace contextRef="#ctx0" brushRef="#br0" timeOffset="54042.99">15475 9743 954 0,'0'0'20'0,"0"0"71"15,0 0 53-15,0 0-11 16,0 0-66-16,0 0-14 16,-25-100-34-16,23 122-16 0,0 16 7 15,2 10 0-15,0-2-6 16,4-1-4-16,19-4 4 15,8-6-4-15,-3-11 0 16,6-10-11-16,0-11-8 16,-1-3 3-16,-2-5 11 15,-6-19 0-15,-10-10 5 16,-11-3 3-16,-4-3-2 16,0-4 0-16,-22 0-1 15,-10 6-5-15,-5 7-3 0,-1 6 8 16,5 9-1-1,6 4 1-15,12 4-1 0,10 4 1 16,5 0-4 0,9-1-52-16,31 4 32 0,14-4 15 15,6 4-8-15,0 1 4 16,-9-2 7-16,-6 2 6 16,-10 0 0-16,-10 0 2 15,-8 6 4-15,-5 10 1 16,-10 9 2-16,-2 11 7 15,0 5 0-15,0 5-7 16,0 1-1-16,-2-1-3 16,2-2-3-16,0-2-1 15,9-7-1-15,11-8 0 16,4-7 1-16,3-14-1 0,0-6 0 16,2 0 3-16,0-20 0 15,-3-10 0-15,-1-8 1 16,-8 0 2-1,-7-6 5-15,-10-5 9 0,0-1-4 16,-14-4-1-16,-17 8-12 16,-5 4-3-16,-3 13-2 15,-6 18-15-15,-7 11-41 16,-7 0-93-16,-11 14-164 16,-5 8-171-16</inkml:trace>
  <inkml:trace contextRef="#ctx0" brushRef="#br0" timeOffset="54673.28">17629 9216 1101 0,'0'0'11'0,"0"0"19"0,0 0 86 16,0 0-82-16,0 0-16 16,0 0 8-16,47 4 14 15,24-2-26-15,9 0-14 16,-4 0-85-16,-11 2-114 0,-23 4-19 16,-22 3-59-16,-20 2-32 15</inkml:trace>
  <inkml:trace contextRef="#ctx0" brushRef="#br0" timeOffset="54806.98">17723 9385 545 0,'0'0'121'16,"0"0"42"-16,0 0-53 0,-118 40-23 15,118-39-18-15,0-1-25 16,37 0-31-16,28 0 12 16,33-12-25-16,20-9-153 15,9-8-157-15</inkml:trace>
  <inkml:trace contextRef="#ctx0" brushRef="#br0" timeOffset="55256.88">18823 9003 1061 0,'0'0'50'0,"0"0"166"0,0-110-49 0,2 93-61 0,0 15-26 15,1 2-39-15,4 0-12 0,-1 13-21 16,5 29-6-1,1 18 3-15,-6 13-5 16,3 3-21-16,-5-1-43 0,4-1-80 16,-4-10-77-16,3-12-156 15,-1-20-131-15</inkml:trace>
  <inkml:trace contextRef="#ctx0" brushRef="#br0" timeOffset="55639.92">19086 9126 903 0,'0'0'13'16,"0"0"81"-16,0-131 89 16,0 105-69-16,-4 10-7 15,2 10-15-15,0 4-39 16,2 2-32-16,-6 2-20 0,2 34 0 16,0 13-1-1,2 11 4-15,2-1-3 0,0 0-2 16,2-7-1-16,16-8-18 15,4-4-14 1,4-12-20-16,8-6 14 0,4-14 4 16,0-8 10-16,-2 0 20 15,-5-10 2-15,-4-16 4 16,-5-5 3-16,-7-6 2 16,-6-7 17-16,-7-5 2 15,-2-1 13-15,0-1-12 16,-19 5-9-16,-8 7 6 15,-2 13 0-15,-5 14-11 16,1 8-10-16,0 4-1 0,4 2-7 16,3 27-13-16,7 8-86 15,3 8-83-15,3-1-182 16,8-6-412-16</inkml:trace>
  <inkml:trace contextRef="#ctx0" brushRef="#br0" timeOffset="56021.1">19627 9032 1171 0,'0'0'12'0,"0"0"90"0,0 0 24 0,0-107-20 0,0 106-38 16,0 1-29-16,0 0-31 15,0 13-7-15,-15 19-1 16,4 9 0-16,11 5-1 16,0-5-3-16,15 2-14 15,21-5-5-15,7-6-6 16,3-2 11-16,-1-4 17 16,-7 1 0-16,-5-8 1 15,-12-3 3-15,-8-4 7 16,-8-3 15-16,-5-2-1 15,0 1 1-15,-12 2-11 0,-28 4-6 16,-11 2-8 0,-7 2-11-16,2-2-113 0,9-8-106 15,13-8-238 1</inkml:trace>
  <inkml:trace contextRef="#ctx0" brushRef="#br0" timeOffset="56187.26">19627 8951 968 0,'0'0'72'0,"0"0"36"15,123-77 10-15,-41 50-30 16,10 9-19-16,-3 6-18 0,-18 10-19 16,-17 2-31-1,-23 16-1-15,-25 24-101 0,-6 10-122 16,-42 5-333-16</inkml:trace>
  <inkml:trace contextRef="#ctx0" brushRef="#br0" timeOffset="57736.86">10127 11600 1134 0,'0'0'5'0,"0"0"63"0,0 0-14 15,11-111 16-15,20 88 12 16,6 4-33-16,0 14-26 15,-1 5-14-15,-12 8-5 16,-11 31-4-16,-13 6 6 16,0 14-3-16,-17-4-1 15,-14-5 1-15,-3-9-3 16,2-13 6-16,9-8-3 16,4-6 4-16,11-8-4 15,5-2-2-15,3-4-1 0,0 0-6 16,5 1-3-16,20 2 1 15,10 1 6-15,11 3-1 16,4 6-5-16,-4 9 3 16,-5 6 5-16,-12 5 1 15,-16 4-1-15,-13-3 1 16,-2-2 9-16,-38-1 26 16,-12-4-5-16,-14-4-7 15,-1-7 4-15,3-10-6 16,8-6-8-16,16 0 0 15,15-19-13-15,13-11-1 16,12-6-46-16,5-8-70 16,31-4-116-16,10 2-250 15</inkml:trace>
  <inkml:trace contextRef="#ctx0" brushRef="#br0" timeOffset="58121.02">10640 11614 911 0,'0'0'86'0,"0"0"39"0,0 0 7 0,0 0-2 0,0 0-43 16,0 0-72-16,-12-24-10 16,8 77-5-16,2 15 16 0,2 2-7 15,0-2-8-15,0-2 3 16,0-9 1-16,18-6-5 15,8-15-2-15,5-9 1 16,10-16-7-16,5-11 4 16,4-1 4-16,-4-31 1 15,-5-16 1-15,-12-6 0 16,-12-9 2-16,-11-5 3 16,-6-2 11-16,-4 3 6 15,-27 10 2-15,-7 14 2 16,-2 13-1-16,-5 20-5 15,3 10-22-15,0 8-10 16,4 34-6-16,7 16-38 16,9 13-74-16,12 1-136 0,6-5-243 15</inkml:trace>
  <inkml:trace contextRef="#ctx0" brushRef="#br0" timeOffset="58386.91">11161 11667 1115 0,'0'0'0'0,"-36"-120"111"16,29 91 34-16,7 8-25 16,0 17-10-16,0 4-37 15,0 8-49-15,3 42-18 16,17 23 20-16,-3 20 0 15,1 1-13-15,-5 0-10 0,-7 0-3 16,-4-2-1-16,-2-5-35 16,0-12-69-16,0-16-71 15,0-24-140-15,0-24-101 16,0-11-217-16</inkml:trace>
  <inkml:trace contextRef="#ctx0" brushRef="#br0" timeOffset="58610.32">11195 11807 472 0,'0'0'63'0,"0"-174"1"16,8 113 38-16,19 26 39 16,9 12-26-16,6 19-22 0,3 4-12 15,-5 8 2-15,-7 24-16 16,-15 12-14-16,-18 10-16 16,0 10-21-16,-49 7-16 15,-18 1-1-15,-6-6-41 16,-6-4-92-16,6-8-86 15,1-16-85-15,6-4-380 16</inkml:trace>
  <inkml:trace contextRef="#ctx0" brushRef="#br0" timeOffset="59424.29">9791 12721 926 0,'0'0'52'0,"-187"-28"69"0,106 26-16 0,19 2-9 16,22 0-27-16,23 0 13 15,17 8-32-15,66 18-28 16,45 7 20-16,47-2-26 15,41-9-10-15,26-12-5 16,15-10 5-16,12 0-4 16,0-7 0-16,-14-8-2 15,-24 3 0-15,-44 3-5 16,-43 6-65-16,-52 3-73 16,-46 0-67-16,-29 0-120 0,-49 14-415 15</inkml:trace>
  <inkml:trace contextRef="#ctx0" brushRef="#br0" timeOffset="59986.98">10517 13349 1028 0,'0'0'57'0,"-38"-121"131"0,29 87-31 0,5 12-23 16,-1 14-15-16,5 8-43 15,0 0-49-15,0 16-14 16,0 32-12-16,0 18 6 16,5 17-4-16,-1 5-3 15,-2 2-29-15,3-4-30 16,-1-5-91-16,8-17-112 15,1-24-214-15</inkml:trace>
  <inkml:trace contextRef="#ctx0" brushRef="#br0" timeOffset="60570.46">10794 13277 1079 0,'0'0'117'16,"0"0"18"-16,0 0-48 15,0 0 7-15,0 0-10 16,0 0-60-16,-35-52-23 16,35 99 3-16,8 14 3 15,3 3-3-15,5-3-2 16,-1-11 2-16,5-5-3 16,2-11-2-16,0-10-3 15,5-6-16-15,-4-7 8 0,-4-11-5 16,2 0 17-16,-8-14 6 15,-4-16-5 1,-9-8-1-16,0-4-3 16,-25-2-2-16,-10 1 0 0,-3-1-7 15,7 6 0-15,4 7 9 16,11 8-1-16,14 2 1 16,2 0-14-16,26-2-36 15,29 6 23-15,9 0 1 16,9 7-18-16,-4 4 12 15,-6-4-1-15,-14 6 24 0,-14 4 12 16,-8 0 0 0,-10 4 4-16,-5 22 11 0,-3 7 16 15,-4 12 5-15,-3 8-5 16,-2-1-12-16,5 4-4 16,3-4-7-16,10-2-5 15,4-3 4-15,7-11-6 16,2-13-1-16,0-9-4 15,3-10 1-15,-5-4 3 16,0-6 5-16,-7-25-1 16,-3-8 1-16,-9-11 9 15,-7-8 5-15,-3-9 17 16,-5-7-5-16,-24 6-18 16,-8 10-1-16,-6 21-12 15,-6 16-1-15,-2 19-12 16,1 2-76-16,6 30-88 15,8 3-265-15</inkml:trace>
  <inkml:trace contextRef="#ctx0" brushRef="#br0" timeOffset="60854.21">12598 12856 1335 0,'0'0'13'0,"0"0"2"0,-127 2 15 0,127 4-7 15,20-2 0-15,43 0 1 16,30 3 0-16,28 0-24 15,12-3-39-15,8-4-175 16,-8 0-257-16</inkml:trace>
  <inkml:trace contextRef="#ctx0" brushRef="#br0" timeOffset="61305">14158 12140 971 0,'0'0'18'0,"0"0"184"16,-16-125-32-16,16 113-38 15,0 8-5-15,0 4-49 16,0 0-47-16,2 30-12 16,12 20 0-16,-1 17-10 15,-7 9-2-15,-6 8-7 16,0-1-28-16,0-4-59 16,0-10-97-16,0-17-149 15,0-22-177-15</inkml:trace>
  <inkml:trace contextRef="#ctx0" brushRef="#br0" timeOffset="61658.13">14322 12203 882 0,'0'0'86'0,"0"0"117"16,0 0-49-16,0 0-30 16,0 0-47-16,0 0-54 15,5-31-20-15,-3 79 2 16,-2 12-5-16,0-1-12 15,0-8-53-15,-9-8-31 16,3-15 9-16,1-12-26 0,3-10-10 16,2-6 81-16,0 0 39 15,0-25 3 1,18-5 0-16,17-4 14 0,12 2 37 16,7 7 4-16,4 2 16 15,4 11-3-15,-8 12-4 16,1 0 8-16,-10 16 0 15,-7 12-15-15,-11 0-20 16,-14 4-15-16,-11 1-11 16,-2 3-8-16,-29 4-3 15,-15 0-15-15,-10-4-89 16,1-11-92-16,6-8-77 16,0-17-71-16</inkml:trace>
  <inkml:trace contextRef="#ctx0" brushRef="#br0" timeOffset="61786.99">14412 12196 563 0,'0'0'152'0,"0"0"8"0,93-123-50 15,-40 93-19-15,12 10-37 16,-2 13-52-16,-3 7-2 16,-14 12-243-16,-11 16-303 15</inkml:trace>
  <inkml:trace contextRef="#ctx0" brushRef="#br0" timeOffset="62188.41">14942 12087 911 0,'0'0'129'0,"0"0"79"16,0 0-59-16,0 0 0 16,0 0-61-16,0 0-37 15,56-1-6-15,-25 52-25 16,-9 12-13-16,-7 5-3 15,-5 4-4-15,-6-6-8 16,-4-6-24-16,0-14-42 16,0-14-18-16,0-14-17 15,0-15 1-15,-8-3 32 16,-6-34 65-16,-1-22-10 16,1-15 21-16,5-11 1 15,7-10 2-15,2-5-2 16,0 5 2-16,29 13-3 0,9 20 2 15,8 28-2-15,1 18 19 16,-3 13 1-16,-5 10 6 16,-10 24 15-16,-12 8-11 15,-15 8-9-15,-2 4-13 16,-33 3-4-16,-23 1-4 16,-15 2-33-16,-6-6-86 15,0-6-137-15,6-10-108 16</inkml:trace>
  <inkml:trace contextRef="#ctx0" brushRef="#br0" timeOffset="62436.34">13975 12811 1081 0,'0'0'7'0,"0"0"38"0,0 0 28 0,0 0-25 0,0 0 61 16,0 0 15-16,157 30-71 16,6-30-22-16,18 0-10 15,13-18 14-15,2-3-24 16,-4 2-4-16,-14 7-7 16,-24 10 0-16,-40 2-36 0,-43 10-88 15,-49 20-180-15,-29 7-128 16</inkml:trace>
  <inkml:trace contextRef="#ctx0" brushRef="#br0" timeOffset="62685.66">14385 13347 951 0,'0'0'110'15,"45"-108"94"-15,-25 76-52 16,-3 8-24-16,-10 19-21 16,-5 5-51-16,0 11-39 0,-2 33-16 15,0 14 5-15,0 16-4 16,0 4-2-16,0-2-59 16,0-6-58-16,0-12-76 15,10-18-180-15,16-24-237 16</inkml:trace>
  <inkml:trace contextRef="#ctx0" brushRef="#br0" timeOffset="63220.37">14806 13291 822 0,'0'0'105'16,"0"0"88"-16,0-108-29 16,0 102-46-16,-2 6-26 15,-4 7-35-15,-2 31-45 16,4 15 0-16,4 6-2 15,0-2-8-15,0-5 1 0,14-12-3 16,5-8-6-16,1-12-18 16,1-9-10-16,0-10 9 15,2-1 17-15,0-8 8 16,-10-20 4-16,-7-11 0 16,-6-4 1-16,0-3-3 15,-11-6-1-15,-6 1 0 16,-3 5 1-16,6 10-2 15,9 12 1-15,5 4-1 16,0 7-3-16,23 6-45 16,19 0 2-16,9 7 12 15,5 0 0-15,-7 0 2 0,-6 0 14 16,-10 19 16 0,-16 15 2-16,-7 11 2 0,-10 8 0 15,0 10 4-15,0-7 10 16,-9 0-1-16,8-6 2 15,1-4-10-15,1-8 0 16,25-10-7-16,3-14 2 16,2-7 0-16,3-7 3 15,-1-13 0-15,0-19 0 16,-6-12 16-16,-6-10 8 16,-15-8 12-16,-6-5-2 0,-9-4-14 15,-26 5-11 1,-8 11-10-16,-3 17-4 0,-2 22-33 15,2 16-86 1,8 0-223-16,14 22-564 0</inkml:trace>
  <inkml:trace contextRef="#ctx0" brushRef="#br0" timeOffset="63485.83">16279 12785 1289 0,'0'0'0'0,"0"0"48"0,0 0-10 0,0 0 6 15,0 0 16-15,113-36-20 16,-41 36-32-16,-1 0-8 15,-6 0-59-15,-14 0-122 16,-15 0-149-16,-21 0-246 16</inkml:trace>
  <inkml:trace contextRef="#ctx0" brushRef="#br0" timeOffset="63622.25">16400 12912 820 0,'0'0'68'16,"0"0"31"-16,0 0 52 15,0 0-25-15,0 0-62 0,0 0-37 16,122-39-27-16,-26 18-77 16,2-6-227-16,-7-2-174 15</inkml:trace>
  <inkml:trace contextRef="#ctx0" brushRef="#br0" timeOffset="63819.93">17069 12501 978 0,'0'0'29'16,"0"0"176"-16,0 0-11 0,0 0-61 16,0 0-25-16,0 0-46 15,-39-53-40-15,53 89 3 16,1 13-14-16,1 7-7 16,-8 4-4-16,-1 2-24 15,-5 0-81-15,-2-7-111 16,0-18-194-16,6-15-305 15</inkml:trace>
  <inkml:trace contextRef="#ctx0" brushRef="#br0" timeOffset="64119.96">17277 12471 926 0,'0'0'145'0,"0"0"55"0,0 0-70 15,0 0-39 1,0 0-34-16,0 0-46 0,-27 19 1 15,27 39-7-15,0 8 1 16,6-9-5 0,15-3-2-16,-4-10 1 0,4-11-12 15,1-14-6-15,-2-12-1 16,5-7 15-16,1-5 4 16,3-25 8-16,0-11-3 15,-4-10 6-15,-5-11 5 16,-11 1 7-16,-9 2-6 15,0 6-1-15,-18 20-9 16,-14 12-7-16,-5 19-5 16,-10 4-60-16,0 32-120 0,5 9-288 15</inkml:trace>
  <inkml:trace contextRef="#ctx0" brushRef="#br0" timeOffset="64554.92">18191 12391 1284 0,'0'0'50'0,"0"0"-27"15,0 0-11-15,0 0 20 0,0 0 47 16,-10 166-45-1,10-101-24-15,0-4-9 0,0-15 3 16,-2-19-4-16,2-14-8 16,-2-9 1-16,2-4 7 15,0 0 5-15,0-28 4 16,12-9-8-16,17-10 0 16,6 5-1-16,5 7 0 15,7 17-4-15,-1 14 4 16,2 4 10-16,-4 10 8 15,-7 21-2-15,-5 7 24 16,-10 2 3-16,-11 0-8 16,-11-3-13-16,0-6-13 0,-26 1-4 15,-25-1-5-15,-16-4-4 16,-5 3-87-16,1-3-71 16,9-13-98-16,10-14-162 15,12-6-294-15</inkml:trace>
  <inkml:trace contextRef="#ctx0" brushRef="#br0" timeOffset="64691.02">18315 12394 675 0,'0'0'59'0,"129"-88"97"16,-48 58-20-16,-1 6-28 16,2 8-9-16,-11 14-30 0,-19 2-46 15,-25 30-23 1,-27 20-115-16,-16 13-275 0</inkml:trace>
  <inkml:trace contextRef="#ctx0" brushRef="#br0" timeOffset="65208.17">14632 15105 880 0,'0'0'129'0,"0"0"45"0,-13-116-29 0,11 102-1 16,0 10-21-16,2 4-46 15,0 20-52-15,0 28 12 16,0 15 0-16,2 4-20 16,4 10-11-16,-1-7-3 15,-3 1-3-15,-2-8-13 16,0-6-31-1,0-7-104-15,0-19-128 0,12-17-211 16</inkml:trace>
  <inkml:trace contextRef="#ctx0" brushRef="#br0" timeOffset="65587.33">14837 15172 708 0,'0'0'218'15,"0"0"-31"-15,9-107-10 16,-7 103-16-16,-2 4-49 15,0 0-55-15,2 26-44 16,-2 12-3-16,2 23 0 16,-2 2-9-16,3-2-1 15,0-7-9-15,3-16-29 16,1-11-10-16,-3-15-5 16,0-7 11-16,1-5 12 0,4-10 30 15,6-26 4 1,5-12-2-16,10-2-2 0,5 10 6 15,5 8 8-15,7 11 4 16,2 17 14 0,-2 4 8-16,1 13-7 0,-2 17 17 15,-11 9-14-15,-10 7-13 16,-17-5-8-16,-8-1-8 16,-22 4-7-16,-22-8-4 15,-12 4-47-15,0-13-88 16,10-9-77-16,4-18-110 15,3 0-75-15</inkml:trace>
  <inkml:trace contextRef="#ctx0" brushRef="#br0" timeOffset="65709.06">14860 15125 638 0,'0'0'232'0,"0"0"-105"16,0 0-24-16,0 0-31 15,177-76-29-15,-98 76-43 16,-8 26-37-16,-12 7-251 15,-11-4-539-15</inkml:trace>
  <inkml:trace contextRef="#ctx0" brushRef="#br0" timeOffset="66089.89">15401 15149 800 0,'0'0'280'15,"0"0"-114"-15,0 0 7 0,0 0-34 16,0 0-43-16,0 0-40 15,18 3-18-15,13 71-15 16,-4 8-11-16,-10 14-10 16,-5-6-2-16,-8-1-3 15,-1-13-15-15,-3-17-13 16,0-11-18-16,0-25-15 16,0-8 5-16,0-15-1 15,-17-6 29-15,-6-36 30 16,-6-23-13-16,4-15 14 15,11-15 4-15,14-7-4 16,0 4-1-16,25 16-1 0,18 24-1 16,7 28-1-16,0 11-3 15,-8 17 7-15,-7 2 13 16,-8 0 5-16,-13 21 4 16,-10 5 4-16,-4 10-7 15,-23 5-8-15,-29 8-11 16,-11-4-6-16,-2 8-119 15,3-13-223-15,15-3-276 16</inkml:trace>
  <inkml:trace contextRef="#ctx0" brushRef="#br0" timeOffset="66286.25">16101 15466 1105 0,'0'0'214'0,"0"0"-160"0,0 0-22 0,0 0-13 15,0 0-16-15,145-70-3 16,-79 70-104-16,-10 0-193 16,-22 0-297-16</inkml:trace>
  <inkml:trace contextRef="#ctx0" brushRef="#br0" timeOffset="66422.2">16101 15580 824 0,'0'0'142'0,"0"0"-20"0,0 0 31 15,0 0-85-15,0 0-31 16,124-18-37-16,-28 0-37 16,-2-3-294-16,-7-8-508 15</inkml:trace>
  <inkml:trace contextRef="#ctx0" brushRef="#br0" timeOffset="66642.2">17077 15021 1216 0,'0'0'131'0,"0"0"18"16,0 0-55-16,0 0-43 0,0 0-7 15,0 0 16-15,2 115-42 16,25-47-13-16,-6 4-5 16,-7 2-22-16,-9-6-69 15,-5-9-115-15,0-20-203 16,0-15-279-16</inkml:trace>
  <inkml:trace contextRef="#ctx0" brushRef="#br0" timeOffset="66920.96">17250 15173 576 0,'0'0'308'16,"0"0"-109"-16,0 0-40 0,0 0-86 15,0 0 14-15,0 0-22 16,-29 125-30-16,33-67-24 16,21-12-6-16,6-2-2 15,0-13 0-15,-4-14-3 16,-4-11-3-16,-6-6 3 15,-1 0 2-15,-1-20 9 16,-1-24 11-16,-5-8-1 16,-9-8 24-16,0 2-16 15,-6 5-8-15,-17 13-13 16,-6 21-8-16,-5 14-30 16,-3 5-96-16,3 27-210 0,10 1-495 15</inkml:trace>
  <inkml:trace contextRef="#ctx0" brushRef="#br0" timeOffset="67291.7">17593 15152 1327 0,'0'0'79'15,"0"0"-40"-15,0 0-5 16,0 0 6-16,0 0 1 15,18 110-27-15,-13-64-8 0,-5 2-6 16,0-20-10 0,0-10-22-16,-4-10 1 0,-3-8 4 15,-3 0 27-15,4-8 0 16,6-28 1-16,0-10 2 16,16 6-3-16,15 3 1 15,7 16 1-15,-1 11 9 16,4 10 9-16,-1 0 5 15,-3 24 9-15,-1 3-2 16,-9 8 11-16,-7-7-8 16,-13 2-8-16,-7-2-15 15,-9 2-12-15,-36 6-1 16,-15 2-11-16,-7 1-109 16,5-14-112-16,10-6-254 15</inkml:trace>
  <inkml:trace contextRef="#ctx0" brushRef="#br0" timeOffset="67439.22">17678 15055 983 0,'0'0'128'0,"0"0"-33"16,147-60-61-16,-74 60-34 15,-3 0-120-15,-11 9-491 16</inkml:trace>
  <inkml:trace contextRef="#ctx0" brushRef="#br0" timeOffset="67674.27">18645 15152 899 0,'0'0'379'16,"0"0"-228"-16,0 0-31 15,0 0-71-15,0 0-6 16,0 0 22-16,-134 102-42 16,90-32-18-16,-1 6-5 15,-1-10-18-15,-4-5-79 16,4-9-66-16,3-25-122 16,5-15-125-16,10-12 40 0</inkml:trace>
  <inkml:trace contextRef="#ctx0" brushRef="#br0" timeOffset="67822.25">18193 15302 469 0,'0'0'155'0,"0"0"90"16,0 0-27-16,0 0-40 15,0 0-67-15,0 0-30 16,116-18-25-16,-76 64-28 16,6-2-21-16,1 0-7 15,3-8-56-15,-6-7-150 16,-4-5-221-16</inkml:trace>
  <inkml:trace contextRef="#ctx0" brushRef="#br0" timeOffset="68005.64">18779 15218 699 0,'0'0'181'0,"0"0"3"16,11-110 24-16,-7 104-40 15,-2-3-35-15,1 9-51 16,-1 9-57-16,5 16-10 15,1 20 6-15,1 5-13 16,3 4-7-16,-6 3-1 16,-6-6-48-16,0-2-103 15,0-18-148-15,0-9-234 16</inkml:trace>
  <inkml:trace contextRef="#ctx0" brushRef="#br0" timeOffset="68587.66">19012 15152 592 0,'0'0'317'16,"0"0"-127"-16,0 0-15 16,0 0-42-16,0 0-51 15,0 0-52-15,3-29-21 16,10 69 4-16,6 1-10 16,-2 4-1-16,3-3-2 15,0-7 0-15,-2-1-17 16,-5-20-2-16,-4-5 0 0,-2-9-1 15,4 0 18 1,0-17 2-16,2-12 6 16,-2-6-2-16,-8-1-1 0,-3-8-2 15,0-1 0-15,-12 5-1 16,-7 11 0-16,-1-4-2 16,1 19 1-16,9 8-5 15,7-2-3-15,3 8-4 16,9-4-43-16,24-2-4 15,10 6 30-15,10-4-14 16,1 0 11-16,0 0 22 16,-8 0 11-16,-5 4 1 15,-10 0 3-15,-4 0 6 16,-8 26 12-16,-5 14 17 16,-7 5 1-16,-5 9-1 0,-2 0-22 15,0-7 0 1,4 7-10-16,5-11-3 0,5-13-1 15,3-4-1-15,5-8-1 16,10-12 0-16,3-6 5 16,8 0 2-16,3-6-3 15,2-25 0-15,-2-10 7 16,-3-11 20-16,-12-14 14 16,-14-3-15-16,-17-11 10 15,0 4-22-15,-27 8-19 16,-23 15-2-16,-24 28-7 15,-24 16-72-15,-16 9-84 0,-15 21-200 16</inkml:trace>
  <inkml:trace contextRef="#ctx0" brushRef="#br0" timeOffset="69371.5">15550 14476 866 0,'0'0'143'0,"0"0"23"0,0 0-124 0,-89 115-5 16,-20 27 50-16,-29 24-46 15,-20 28-28-15,-7 11-13 16,-9-5-8-16,7-11-46 15,18-11-22-15,28-25-49 0,39-21-78 16,35-24-134 0</inkml:trace>
  <inkml:trace contextRef="#ctx0" brushRef="#br0" timeOffset="69821.89">18171 14816 475 0,'0'0'358'16,"68"-118"-187"-16,-52 99 13 0,-11 12-61 0,-5 7-7 16,-50 49-70-16,-34 37 0 15,-32 23-3-15,-19 33-16 16,-6-7-20 0,10-4-6-16,10-5-1 0,14-15-31 15,23-17-38-15,18-18-63 16,20-28-111-16,15-21-177 15</inkml:trace>
  <inkml:trace contextRef="#ctx0" brushRef="#br0" timeOffset="70164.53">17386 14239 1152 0,'0'0'56'0,"0"0"-56"16,0 0 22-16,0 0 1 15,0 0-12-15,171-98 5 16,-99 98-5-16,-7 0-10 16,-12 0-1-16,-12 2-9 15,-20-2 3-15,-9 0 6 16,-12 2 1-16,0-2 6 15,0 0 29-15,0 2 9 0,-7 10-3 16,-4 16-4 0,0 4-8-16,9 18-8 0,2 2-10 15,0 6-12-15,0 16 0 16,4-3-47-16,-4 15-126 16,0-5-156-16,-27 2-267 15</inkml:trace>
  <inkml:trace contextRef="#ctx0" brushRef="#br0" timeOffset="70805.6">15623 16709 1062 0,'0'0'90'0,"0"0"92"0,0 0-40 0,0 0-29 16,0 0-48-16,0 0-37 15,-23 34 6-15,23 49-16 16,6 5-11-16,5 6-7 15,-5 0-10-15,0-13-32 16,-4-19-52-16,0-22-30 16,0-14-30-16,-2-22-17 15,0-4 64-15,0-22 98 16,-2-40 9-16,-12-8 5 16,3-24 10-16,9-9 23 0,2 1-13 15,0 3-10 1,29 28-10-16,7 16 11 0,8 24 30 15,1 23-8-15,-3 8-2 16,-5 7 16 0,-10 43 14-16,-13 0-16 0,-14 13-28 15,-16-1-15-15,-38-11 2 16,-10 8-9-16,-10-9-3 16,6-6-40-16,12-8-88 15,9-8-99-15,19-8-207 16</inkml:trace>
  <inkml:trace contextRef="#ctx0" brushRef="#br0" timeOffset="71005.89">16130 17062 1258 0,'0'0'55'0,"0"0"67"0,0 0-27 0,0 0-65 15,0 0-9-15,151-76-10 16,-82 76-11-16,-11 0-65 16,-12 0-109-16,-14 4-147 15,-23 6-117-15</inkml:trace>
  <inkml:trace contextRef="#ctx0" brushRef="#br0" timeOffset="71138.36">16238 17223 631 0,'0'0'220'0,"0"0"-74"15,0 0-1-15,0 0-41 0,0 0-17 16,0 0-70-16,23 14 0 16,66-33-17-16,7-4-196 15,-3-11-199-15,-12 10-219 16</inkml:trace>
  <inkml:trace contextRef="#ctx0" brushRef="#br0" timeOffset="71711.2">16925 16843 898 0,'0'0'72'16,"0"0"166"-16,-51-100-49 16,45 88-63-16,6 7-25 0,0 2-26 15,0 3-49-15,0 0-17 16,4 0-1-16,8 8 0 15,5 7 1-15,-5 7-9 16,-2 0 3-16,-6-10 2 16,-4 6-4-16,0-18-1 15,0 0 0-15,0 10-1 16,0-10 1-16,0 0 2 16,0 0 5-16,0 0-2 0,3 0-2 15,5 0-3 1,10 0-4-16,11-14 0 0,13 0 2 15,12 5-1-15,4 6-12 16,5-3 0-16,-1 6 1 16,-7-4-3-1,-10-4 7-15,-16 4 8 0,-14-2-5 16,-7-2 7-16,-8 3 1 16,0-8-1-16,0 3 2 15,-3 2-2-15,-6-1 0 16,0 5 3-16,3 3 0 15,1-7 1-15,3 4 4 16,-1 4-5-16,-6 0-2 16,-1 13 0-16,-5 25 11 0,3 17 10 15,1 9-7-15,1-2-5 16,6 8-3-16,0-6-1 16,2-2-5-16,-3 1 2 15,1-5-3-15,-6-6-14 16,2-6-46-16,-1-10-100 15,5-10-169-15,4-12-234 16</inkml:trace>
  <inkml:trace contextRef="#ctx0" brushRef="#br0" timeOffset="72303.92">17634 16884 957 0,'0'0'56'0,"0"0"131"0,0 0-30 0,0 0-53 16,0 0-3-16,0 0-52 16,2-64-44-16,-2 104 7 15,0 24-2-15,0-8-5 16,4 2-4-16,19-4-1 16,4-13 0-16,1-9-10 15,3-14-17-15,3-10-2 16,-6-8 8-16,-3-4 21 15,-9-18 0-15,-9-6 0 16,-7-7-1-16,0-11 0 16,-30-6 0-16,-3-6-8 15,-7 4-4-15,3 5 2 0,10 10 2 16,6 15 8-16,19 2-3 16,2 10-1-16,29 9-47 15,25-9 8-15,13 12 22 16,6 0 2-16,-2 0 0 15,-7 0 20-15,-10 18 3 16,-16 5-3-16,-18 13 7 16,-13 4 16-16,-7 8 9 15,0 6 5-15,0 0-13 16,0 4-12-16,0-9-8 16,16-5 1-16,17-16-4 15,9-10-1-15,3-10 1 16,-1-8 1-16,1 0 3 0,-8-22-1 15,-3-18 2-15,-9-10 23 16,-16-9 23 0,-9-6-23-16,-11-2 7 0,-34 9-26 15,-15 12-10-15,-14 7-8 16,-8 25-7-16,0 14-49 16,-2 0-40-16,11 27-123 15,11-1-265-15</inkml:trace>
  <inkml:trace contextRef="#ctx0" brushRef="#br0" timeOffset="72754">18856 16683 1056 0,'0'0'35'0,"37"-129"99"0,-37 52-38 16,-6-9-28-16,-47 1-21 15,-31 10 13-15,-37 12-7 16,-43 9-45-16,-46 10-4 16,-37 0-4-16,-43 14 1 15,-33 11-1-15,-22 15-2 16,-25 4 2-16,-9 40 6 16,4 31 16-16,17 39 3 15,39 30 10-15,50 25-4 16,58 17-16-16,61 3-6 15,72 1-9-15,78-3 0 0,85-13-21 16,122-13-4-16,103-15 20 16,91-4 3-16,82-15 2 15,50-21 0-15,24-26 0 16,-3-36-16-16,-34-40-25 16,-50-28 15-16,-69-64 1 15,-81-46 25-15,-77-43 8 16,-91-20 8-16,-101-25 24 15,-82-24-22-15,-129-5 0 16,-104-14-16-16,-97 14-4 0,-93 37-2 16,-94 35-28-16,-92 45-81 15,-81 27-286-15</inkml:trace>
  <inkml:trace contextRef="#ctx0" brushRef="#br0" timeOffset="74957.95">1143 5406 618 0,'-116'64'342'0,"3"7"-275"0,10-9 18 0,17-12 15 15,24-14-13-15,25-18-8 16,37-18-10-16,43-9-42 15,64-48-12-15,65-34-5 16,50-29-10-16,54-22-9 16,43-12-13-16,25-1 8 15,12-1 10-15,-9 3-7 0,-3 9 8 16,-26 11-20-16,-33 13-8 16,-44 20-45-16,-65 25-66 15,-71 23 11-15,-74 32 16 16,-56 20-89-16,-86 27-71 15</inkml:trace>
  <inkml:trace contextRef="#ctx0" brushRef="#br0" timeOffset="75172.33">1455 5417 912 0,'-254'153'54'0,"47"-20"-3"15,53-29 18-15,56-42 32 16,56-30-54-16,44-32 12 15,93-17-33-15,73-56 37 16,70-40-41-16,68-41-13 0,49-24-4 16,38-19-1-16,26-5-3 15,11 7-2-15,1 2 1 16,-18 13-44-16,-20 10-122 16,-50 4-85-16,-53 16-192 15</inkml:trace>
  <inkml:trace contextRef="#ctx0" brushRef="#br1" timeOffset="95179.17">776 10626 1058 0,'0'0'63'0,"-198"54"22"0,102-16 11 16,11-3-12-16,18 1-25 16,31-11-19-16,27-5 3 15,18-3-40-15,68-12 3 16,59-5 1-16,64-16-4 15,67-35-1-15,76-20-2 16,65-18 3-16,62-9 4 16,43-14-6-16,35-10 4 0,17-3 10 15,-2 4 4-15,-12 10-19 16,-40 13 3-16,-56 9-3 16,-66 12-26-16,-82 16-77 15,-79 7-124-15,-86 10-174 16</inkml:trace>
  <inkml:trace contextRef="#ctx0" brushRef="#br1" timeOffset="95921.01">6872 9421 962 0,'0'0'28'0,"0"0"81"0,0 0-19 0,0 0-39 0,0 0-34 16,0 0-13-16,-32 80 36 15,64-22-25-15,5 12-4 16,15 14-4-16,15 15 31 15,13 15 32-15,14 20-44 16,4 17 0 0,7 13 16-16,1 17-14 0,6 9-5 15,5 17 1-15,11 15-1 16,8 15-3-16,11 18 1 16,9 9-6-16,11 11-8 15,15 3 5-15,24 4-8 16,8 18 5-16,10 3-8 15,11 8 2-15,-2 7-6 0,6-1 6 16,-7 12-3 0,-4-1 2-16,-4-2-2 0,-15-13-2 15,-6-28-20-15,-13-13-39 16,-10-11-25-16,1-21-103 16,-10-13-177-16,-9-35-212 15</inkml:trace>
  <inkml:trace contextRef="#ctx0" brushRef="#br1" timeOffset="101987.6">711 11653 167 0,'0'0'970'0,"0"0"-875"0,0 0 30 0,-64-110-17 15,64 101 8-15,0 8-49 16,0 1-46-16,0 0-21 16,2 14 0-16,22 23-1 15,1 12 1-15,-5 2-2 16,-7-4-5-16,-4-11-11 16,-5-14-7-16,-1-10 4 15,-1-10-8-15,-2-2 23 0,0 0 6 16,0 0 5-1,3-16-1-15,3-13-4 0,5-4-3 16,7-2 1-16,4 12 1 16,3 4 0-16,4 11-4 15,6 8 5-15,4 0 5 16,3 16 6-16,-5 6 7 16,-8 4-3-16,-10-2-4 15,-15 5-10-15,-4 5-1 16,-14 9 3-16,-24 6-3 15,-1-6-90-15,-1-7-79 16,3-17-107-16,4-17-110 16,0-2-163-16</inkml:trace>
  <inkml:trace contextRef="#ctx0" brushRef="#br1" timeOffset="102120.04">640 11554 902 0,'0'0'99'0,"0"0"11"16,0 0-25-16,38-114-4 15,26 75-46-15,15 6-28 16,8 8-7-16,-1 14-114 16,-8 8-227-16,-7 3-298 15</inkml:trace>
  <inkml:trace contextRef="#ctx0" brushRef="#br1" timeOffset="102353.17">1422 11048 896 0,'0'0'79'16,"0"0"71"-16,-5-131 18 16,5 114 4-16,0 16-57 15,0 1-52-15,0 45-39 16,0 43-12-16,5 35 40 16,7 22-19-16,-6 8-24 15,-6 6-3-15,0-2-6 16,0-10-2-16,0-11-17 15,4-26-33-15,3-22-83 16,-1-30-109-16,0-32-222 16</inkml:trace>
  <inkml:trace contextRef="#ctx0" brushRef="#br1" timeOffset="102587.27">1179 11512 1029 0,'0'0'68'15,"0"0"-36"-15,0 0-5 16,0 0 36-16,0 0-29 16,0 0-4-16,-11 6 12 15,34-6-20-15,-6-2 14 16,-5-13-1-16,-10 3 4 16,-2-3-9-16,0 5-10 15,0 4-20-15,-2 6-16 16,2 0-103-16,0 6-126 15,0 19-182-15,15 6 77 0</inkml:trace>
  <inkml:trace contextRef="#ctx0" brushRef="#br1" timeOffset="102788.42">1494 11762 916 0,'0'0'94'0,"0"0"29"15,0 0-16-15,0 0-7 16,0 0-25-16,0 0-31 15,64 25-10-15,-47-31-7 16,0-18 6-16,-11 0 2 16,-6-2-4-16,0 3-4 15,-9 3-3-15,-17 10-22 16,-6 9-2-16,5 1-45 0,15 19-75 16,6 12-159-16,6-1-272 15</inkml:trace>
  <inkml:trace contextRef="#ctx0" brushRef="#br1" timeOffset="103012.01">2024 11273 1269 0,'0'0'31'0,"0"0"109"0,0 0-5 15,0 0-26-15,0 0-52 16,0 0-41-16,-45-38-14 15,30 96-2-15,-8 17 0 16,-8 7-10-16,2-2-38 16,-2-4-74-16,4-8-71 15,7-17-153-15,-2-25-125 16</inkml:trace>
  <inkml:trace contextRef="#ctx0" brushRef="#br1" timeOffset="103171.36">1750 11416 915 0,'0'0'210'0,"0"0"-102"16,0 0-2-16,0 0-8 0,0 0-42 15,0 0-13-15,166 60-43 16,-98-28-2-16,-1-3-77 16,-3-4-124-16,-10-4-127 15,-8-17-176-15</inkml:trace>
  <inkml:trace contextRef="#ctx0" brushRef="#br1" timeOffset="103471.55">2354 11219 833 0,'0'0'37'15,"-14"-105"91"-15,3 72 61 16,1 13-32-16,4 10-27 16,4 10-33-16,0 0-72 15,2 27-22-15,0 23-3 16,0 17 5-16,20 3-4 0,18-3-1 15,4-12-24-15,3-8-16 16,-1-17-8 0,-3-14-8-16,-10-12-4 0,-7-4 27 15,-8-2 31-15,-8-22 2 16,-5-8 12-16,-3-2 15 16,0 1 27-16,-17 10-2 15,-6 6-7-15,-6 13-8 16,-3 4-35-16,-3 14-2 15,-6 25-44-15,6 9-84 16,4 4-177-16,9-10-354 16</inkml:trace>
  <inkml:trace contextRef="#ctx0" brushRef="#br1" timeOffset="104109.91">4787 10449 755 0,'0'0'499'0,"0"0"-384"0,0 0 36 0,0 0-58 16,0 0-27-16,0 0-47 15,-47 0-19-15,47 57 6 16,8 8-2-16,10-7-4 16,3-9-15-16,-4-15-9 15,-3-14-29-15,-5-12 7 16,-5-8 5-16,-2 0 26 15,0-16 15-15,5-22 3 16,5-11 0-16,3 4-3 16,4 6 1-16,5 14 10 15,-1 6 4-15,6 11-1 16,2 8 2-16,3 0 1 16,0 12 7-16,0 17-2 15,-11 0-8-15,-5 7-14 0,-11 1 0 16,-7 5-9-1,-11 6-40-15,-22-2-111 0,-12-8-247 16,-2-22-185-16</inkml:trace>
  <inkml:trace contextRef="#ctx0" brushRef="#br1" timeOffset="104240.55">4802 10485 959 0,'0'0'31'16,"0"0"49"-16,0 0 16 15,60-130-3-15,5 92-48 16,6 8-45-16,3 10-5 16,-8 10-183-16,-10 4-291 0</inkml:trace>
  <inkml:trace contextRef="#ctx0" brushRef="#br1" timeOffset="104470.09">5375 9950 1103 0,'0'0'24'16,"0"0"114"-16,0 0 14 16,0 0 5-16,0 0-77 15,0 0-47-15,-49 32-27 16,67 68 29-16,1 26-6 16,-5 11-21-16,-5-3-4 0,-7-4-2 15,-2-5-2-15,0-9-15 16,0-13-41-16,2-25-81 15,-2-22-98-15,0-29-195 16,0-27-454 0</inkml:trace>
  <inkml:trace contextRef="#ctx0" brushRef="#br1" timeOffset="104687.03">5183 10369 383 0,'0'0'546'0,"0"0"-500"0,0 0 30 15,0 0-14-15,0 0-11 16,0 0-10-16,0 16-18 16,31-16 14-16,-4 0-4 15,-11 0 7-15,-11-17 8 0,-5-4-3 16,0 3-7-16,-3 4-20 16,-15 6-18-16,0 8-16 15,7 0-107-15,2 30-171 16,9 4-126-16</inkml:trace>
  <inkml:trace contextRef="#ctx0" brushRef="#br1" timeOffset="104922.06">5608 10586 1206 0,'0'0'32'0,"0"0"10"0,0 0 59 16,0 0-16-1,0 0-65-15,0 0-18 0,5 15 11 16,11-15 20-16,-3-4-15 16,-9 0-10-16,-4-2 10 15,0 1 18-15,-14 1-36 16,-10 4-40-16,3 0-85 16,7 12-174-16,7 5-271 15</inkml:trace>
  <inkml:trace contextRef="#ctx0" brushRef="#br1" timeOffset="105136.88">6208 10128 1349 0,'0'0'61'15,"0"0"98"-15,0 0-45 0,0 0-53 16,0 0-41-16,0 0-20 15,-45 66 1-15,24 15-5 16,-8 1 0-16,0-4-49 16,-3-4-67-16,3-8-93 15,0-17-148-15,5-24-170 16</inkml:trace>
  <inkml:trace contextRef="#ctx0" brushRef="#br1" timeOffset="105304.99">5980 10267 309 0,'0'0'636'0,"0"0"-434"16,0 0-21-16,0 0-46 16,0 0-53-16,0 0-53 15,43 30 17-15,6 18-16 16,4 4-30-16,3-2-23 16,0 0-99-16,-5-8-128 15,-10-12-264-15</inkml:trace>
  <inkml:trace contextRef="#ctx0" brushRef="#br1" timeOffset="105626.23">6572 10117 1045 0,'0'0'72'0,"0"0"22"15,0 0 33-15,0 0-35 16,-27-133-36-16,60 106-47 15,5 8-1-15,-3 11-6 16,-10 8 0-16,-12 8-2 16,-9 30-4-16,-4 12 4 15,0 11 6-15,-2-8-5 16,2-9 2-16,0-7-3 16,29-9 0-16,18-6 0 15,5-5 0-15,-8-2 1 0,-17-7-2 16,-16 0 7-16,-11 2-2 15,-29 6 12-15,-38 8 10 16,-16 4-25-16,-8-4-1 16,9 0-48-16,13-7-116 15,9-10-328-15</inkml:trace>
  <inkml:trace contextRef="#ctx0" brushRef="#br1" timeOffset="108070.3">1375 13497 872 0,'0'0'126'0,"0"0"-25"16,0 0 17-16,0 0-39 16,0 0-14-16,0 0-24 15,-72-122-22-15,113 94-7 0,3 9-8 16,2 12 13 0,-11 7-5-16,-6 0-2 0,-10 26-7 15,-7 12 2 1,-7 10 7-16,-5 6 1 0,-3-2-10 15,-19-5-3-15,-3-10 3 16,4-10-3-16,4-9 1 16,9-10-2-16,4-7-1 15,4-1-5-15,0 0-6 16,0 0-18-16,17-8-9 16,12-3 37-16,2 0 3 15,2 10 0-15,-2 1 1 16,-4 7 5-16,0 22 22 15,-9 5 0-15,-9 6 2 0,-9 0-2 16,-7-2 7-16,-26-4 0 16,-14-6 1-16,-9-8-16 15,0-9-4-15,3-11-8 16,4 0-3-16,9-5-5 16,9-19-1-16,13-6-30 15,11-10-63-15,7-4-59 16,9 0-113-16,24 6-176 15</inkml:trace>
  <inkml:trace contextRef="#ctx0" brushRef="#br1" timeOffset="108421.15">1779 13459 966 0,'0'0'166'0,"0"0"-67"0,0 0-5 0,0 0-20 15,0 0-20-15,0 0-45 16,-42 72 1-16,42-28-2 16,17-4-8-16,11 0 3 15,2-5-3-15,1-7 0 16,5-7-9-16,-3-13-7 16,0-8-4-16,-1 0-12 15,-3-17 8-15,-3-17 24 16,-7-7 5-16,-15-5-3 15,-4-4 11-15,-4-1 12 16,-25 4-3-16,-7 7 7 0,-5 12-1 16,-1 13 1-16,-1 15-28 15,4 0-1-15,5 30-6 16,7 9-38-16,14 9-43 16,11 3-121-16,2-6-117 15,0-9-167-15</inkml:trace>
  <inkml:trace contextRef="#ctx0" brushRef="#br1" timeOffset="108702.42">2362 13239 389 0,'0'0'465'0,"0"-143"-325"15,0 80-8-15,0 2-29 16,0 12 14-16,0 20-17 15,0 13-19-15,0 14-25 16,0 2-8-16,0 33-9 16,0 40-24-16,0 39 37 15,0 34-10-15,0 13-13 16,0 1-19-16,-8-5-2 16,0-19-5-16,2-9-3 15,2-21-14-15,4-24-33 16,0-28-25-16,0-28-104 15,0-26-188-15,0-18-193 0</inkml:trace>
  <inkml:trace contextRef="#ctx0" brushRef="#br1" timeOffset="108937.24">2099 13230 241 0,'0'0'715'0,"0"0"-593"0,0 0-45 16,0 0-39-16,0 0 0 15,0 0-8-15,-6 10 3 16,32-2-22-16,-1-8-1 16,-12 0 10-16,-1 0-2 15,-10-14 6-15,-2-2 12 16,0-4-2-16,-2 6-7 0,-10 8-27 16,3 6-20-1,3 11-73-15,4 25-230 0,2 14-248 16</inkml:trace>
  <inkml:trace contextRef="#ctx0" brushRef="#br1" timeOffset="109188.42">2578 13691 745 0,'0'0'430'15,"0"0"-352"-15,0 0-29 16,0 0 11-16,0 0 10 0,0 0-20 15,40 18-17 1,-15-19-17-16,-10-17-4 0,-7 0-7 16,-8-2 21-16,0 4 10 15,-8 3-4-15,-11 5 20 16,-6 7-39-16,0 1-13 16,1 5-3-16,4 26-53 15,11 9-86-15,4 0-154 16,5-2-251-16</inkml:trace>
  <inkml:trace contextRef="#ctx0" brushRef="#br1" timeOffset="110857.2">3218 13243 1180 0,'0'0'92'0,"0"0"19"0,-132 0 10 16,117 0-57-16,11 0 30 0,4-9-47 15,35-4-42-15,30-8 0 16,20-5-5-16,11 0-37 15,10 2-88-15,-3 0-123 16,-7-2-118-16,-17-2-187 16</inkml:trace>
  <inkml:trace contextRef="#ctx0" brushRef="#br1" timeOffset="111054.17">3809 12837 818 0,'0'0'279'0,"0"0"-110"0,0 0-14 16,-117-64-24-1,107 57-16-15,5 6-37 0,2 1-36 16,3 0-18 0,0 0-9-16,0 18-9 0,18 22-4 15,7 20 2-15,-2 13-4 16,-6 5-19-16,0 0-45 16,8 0-86-16,-5-14-171 15,5-24-283-15</inkml:trace>
  <inkml:trace contextRef="#ctx0" brushRef="#br1" timeOffset="111405.62">3962 12914 1234 0,'0'0'44'0,"0"0"101"0,0 0-8 16,-62-105-41-16,62 102-20 15,0 3-55-15,0 15-21 16,0 36-2-16,11 14 1 15,-1 6-20-15,2-9-28 16,-1-14-38 0,1-16-6-16,-4-16-20 0,1-14-7 15,5-2 15-15,-3-22 89 16,4-16 16-16,3-6 21 16,2 0 36-16,4 2 10 15,5 10 4-15,2 8-11 16,8 8 9-16,3 10-1 15,2 6-12-15,1 0-15 0,-9 14-4 16,-9 13-20-16,-14 12-11 16,-13 5-6-16,0 4 0 15,-20-2-26-15,-5-6-77 16,1-12-70-16,1-18-114 16,-1-10-145-1</inkml:trace>
  <inkml:trace contextRef="#ctx0" brushRef="#br1" timeOffset="111538">4069 12799 855 0,'0'0'196'16,"0"0"-21"-16,0 0-46 15,0 0-30-15,0 0-65 0,0 0-34 16,124-110-34 0,-52 102-151-16,-7 4-200 0</inkml:trace>
  <inkml:trace contextRef="#ctx0" brushRef="#br1" timeOffset="111772.71">4715 12324 1085 0,'0'0'118'0,"0"0"34"0,-49-121-13 16,44 105-9-16,3 11-32 15,2 5-50-15,0 42-44 0,23 40 1 16,3 34 43-1,1 23-23-15,-9 1-7 0,-7 0-7 16,-9-3-7 0,-2-1-4-16,0-7-1 0,0-17-36 15,0-28-35-15,0-30-56 16,0-33-181-16,0-21-226 16</inkml:trace>
  <inkml:trace contextRef="#ctx0" brushRef="#br1" timeOffset="112004.33">4410 12745 991 0,'0'0'90'0,"0"0"-44"15,0 0-29-15,0 0 50 16,0 0 13-16,0 0-41 0,80 40-2 16,-57-40 4-16,-13 0-8 15,-7-7 19-15,-3-13 16 16,0-5-29-16,-19 1-27 15,0 10-8-15,3 8-4 16,5 6-36 0,7 16-134-16,4 18-245 0,0 5-211 15</inkml:trace>
  <inkml:trace contextRef="#ctx0" brushRef="#br1" timeOffset="112208.2">4795 13036 1229 0,'0'0'67'0,"0"0"-16"16,0 0 51-16,0 0-15 16,0 0-37-16,0 0-17 15,125-22-9-15,-114-6-10 16,-11-2 8-16,0 0-11 16,-9 6 13-16,-20 12-6 15,-2 8-9-15,0 4-9 16,6 5-30-16,12 23-87 15,11-1-152-15,2-11-350 16</inkml:trace>
  <inkml:trace contextRef="#ctx0" brushRef="#br1" timeOffset="112470.56">5651 12705 1317 0,'0'0'42'15,"0"0"20"-15,0 0 35 16,0 0 10-16,0 0-57 16,0 0-29-16,76-68-16 15,-23 52-5-15,-6 4-8 16,-7 2-63-16,-14 6-37 15,-12 4-87-15,-14 2-160 16,0 26-113-16</inkml:trace>
  <inkml:trace contextRef="#ctx0" brushRef="#br1" timeOffset="112606.29">5613 12932 613 0,'0'0'181'0,"0"0"-96"15,0 0 28-15,0 0 76 16,114-60-115-16,-36 9-56 15,4-1-18-15,-2 2 0 16,-11 6-104-16,-19 12-215 16</inkml:trace>
  <inkml:trace contextRef="#ctx0" brushRef="#br1" timeOffset="114073.08">5021 2560 1145 0,'0'0'58'0,"0"0"65"0,0 0-91 0,0 0-19 15,0 0 54-15,0 0-14 16,24 103-38-16,-6-77-12 0,-1-13-2 15,-3-7 5 1,-5-6-6-16,4-1 3 16,0-29 10-16,3-19-10 0,2-10 1 15,2-8 0 1,-2-8-4-16,9 2 2 0,4-7-2 16,4 9-4-16,1 17-32 15,-5 24-30-15,-6 28-38 16,-12 11-92-16,-13 34-141 15,0 15-316-15</inkml:trace>
  <inkml:trace contextRef="#ctx0" brushRef="#br1" timeOffset="114839.89">6395 12014 1128 0,'0'0'94'0,"0"0"78"0,0 0-47 0,0 0 0 16,0 0-43-16,0 0-32 15,-33-43-25-15,35 81-18 16,20 21 6-16,5 20-2 16,-7 10-11-16,-2 3-6 15,-3-8-41-15,6-10-35 16,6-19-127-16,2-30-197 15,-4-22-201-15</inkml:trace>
  <inkml:trace contextRef="#ctx0" brushRef="#br1" timeOffset="115121.37">6678 12082 104 0,'0'0'897'0,"0"0"-747"0,0 0 5 15,0 0-8-15,0 0-36 16,0 0-76-16,-54-54-28 15,54 104-5-15,10 12 0 16,14 1-1-16,7-4 0 16,4-15-1-16,2-11-16 15,-4-18-3-15,-4-11 1 16,-5-4 10-16,-6-11 8 16,-7-26 5-16,-7-13 3 15,-4-10 12-15,0-4 0 16,-15 3 2-16,-16 11 0 15,-5 10-12-15,-1 19-3 16,-4 16-7-16,6 5-49 0,3 32-128 16,13 8-234-16,9-6-514 15</inkml:trace>
  <inkml:trace contextRef="#ctx0" brushRef="#br1" timeOffset="115428.4">7070 11887 1431 0,'0'0'21'0,"0"0"70"15,0 0 3-15,0 0-28 16,0 0-53-16,0 0-6 16,-45 35-6-16,52 19 0 0,20-2 2 15,11-16-3-15,11-9-4 16,7-6-7-16,0-5-8 15,-6-4 16-15,-11 0 2 16,-18-5 2-16,-11 0 3 16,-8-1 5-16,-2 0 10 15,-9 6 1-15,-20 6-14 16,-16 2-6-16,1-2-7 16,8-4-54-16,8-10-79 15,7-4-144-15,-1-14-251 16</inkml:trace>
  <inkml:trace contextRef="#ctx0" brushRef="#br1" timeOffset="115607.54">7083 11803 916 0,'0'0'128'16,"0"0"-7"-16,69-131 23 16,-11 75-17-16,14 0-39 15,-5 8-38-15,-11 8-27 16,-16 14-18-16,-25 16-5 15,-13 10-2-15,-2 23-70 16,-42 34-303-16,-25 21-186 16</inkml:trace>
  <inkml:trace contextRef="#ctx0" brushRef="#br1" timeOffset="116305.85">3414 14779 1256 0,'0'0'139'0,"0"0"24"0,0 0-60 0,0 0-32 0,0 0-15 16,0 0-33-16,-27-57-10 15,58 109 2-15,5 25-10 16,-9 17-5-16,-1-2-17 16,0-6-50-16,11-18-67 15,3-23-207-15,-5-27-300 16</inkml:trace>
  <inkml:trace contextRef="#ctx0" brushRef="#br1" timeOffset="116639.9">3719 14733 1160 0,'0'0'194'16,"0"0"-59"-16,0 0-45 0,0 0-36 15,0 0-37-15,0 0-13 16,5 79-2-16,19-26-2 15,-4-7-17-15,-9-12-29 16,-2-17 4-16,-2-11 8 16,-3-3 0-16,-1-3 30 15,1-16 4-15,3-17 14 16,8-2-9-16,7-1 13 16,5 9 11-16,2 14-1 15,5 9-5-15,1 4 4 16,3 0 1-16,-4 22 7 0,-10 4-17 15,-12 6-9-15,-12 8-6 16,0 5-3-16,-12 8-5 16,-10-7-73-16,-2-8-93 15,5-18-85-15,-2-16-141 16,-6-4-204-16</inkml:trace>
  <inkml:trace contextRef="#ctx0" brushRef="#br1" timeOffset="116777.08">3748 14783 648 0,'0'0'171'0,"0"0"50"16,0 0-55-16,-11-104-83 16,58 75-30-16,13 1-37 15,9 12-16-15,3 6-56 16,-3 3-252-16,-9 2-297 16</inkml:trace>
  <inkml:trace contextRef="#ctx0" brushRef="#br1" timeOffset="116994.23">4378 14327 1013 0,'0'0'182'16,"0"0"1"-16,-6-111-51 15,6 96-4-15,0 9-33 16,0 6-52-16,12 38-22 16,9 28 0-16,4 26 20 15,-2 14-16-15,-11 7-21 16,-1 10 2-16,-8 3-2 15,-3 0-4-15,0-18-22 0,0-24-40 16,0-25-34-16,7-25-120 16,-1-28-177-16,-4-6-171 15</inkml:trace>
  <inkml:trace contextRef="#ctx0" brushRef="#br1" timeOffset="117203.93">4198 14674 925 0,'0'0'67'15,"0"0"122"-15,0 0-80 16,0 0-46-16,0 0 7 16,0 0-18-16,7-28 17 15,24 15-25-15,-9-6-20 16,-12 1-3-16,-10 1-3 0,0 4-9 16,0 3-2-16,-10 6-7 15,-1 4-29-15,5 4-97 16,6 23-141-16,0 4-109 15,6-1-264-15</inkml:trace>
  <inkml:trace contextRef="#ctx0" brushRef="#br1" timeOffset="117419.98">4534 14829 1103 0,'0'0'166'0,"0"0"-65"15,0 0-39-15,0 0 13 16,0 0-10-16,0 0-33 15,54 1-13-15,-40-1-4 16,-5-1-1-16,-5-17 11 16,-4-4-4-16,0-1-4 0,-9 5-1 15,-15 4-13-15,-3 14-3 16,0 0-30-16,4 27-85 16,12 10-115-16,9-1-217 15</inkml:trace>
  <inkml:trace contextRef="#ctx0" brushRef="#br1" timeOffset="118170.13">4836 14564 1144 0,'0'0'40'0,"0"0"137"0,0 0-43 15,0 0-76-15,0 0-21 16,0 0-37-16,-49-25-1 15,49 62 1-15,15 5 0 16,5 0 1-16,4-11-1 16,5-6-17-16,2-7 1 15,6-12-27-15,-4-6 4 16,-2 0-4-16,-4-13 32 16,-10-14 11-16,-10-1 5 15,-7-4 1-15,0 2 18 16,-20 0-3-16,-15 3-9 15,-8 8-6 1,-1 5-3-16,1 10 1 0,6 4-4 16,11 0 0-16,14 0-1 0,7 0 1 15,5 0-9-15,9 0-34 16,25 0 5-16,18-26-7 16,5-11-9-16,-7-8-60 15,-7-8 53-15,-14-3 58 16,-11-2 3-16,-16 4 8 15,-2 2 23-15,-11 4 26 16,-18 4 10-16,-6 3-18 16,-1 10-11-16,7 6 1 15,0 12 14-15,15 4 10 16,5 7-25-16,7 2-15 0,2 18-16 16,0 36-7-1,29 29 40-15,11 25 9 0,7 16-29 16,0 14-7-16,-4 15 1 15,-4 5-2-15,1-7-5 16,1-13-3 0,8-22 0-16,6-27-2 0,6-21 1 15,1-22-3-15,-9-22 1 16,-15-14-3-16,-9-10 1 16,-16-9-12-16,-13-22 9 15,0-19 3-15,-21-8-10 16,-27-8 4-16,-1-1 4 15,-4 3 2-15,4 6 1 16,4 10 0-16,5 12 0 0,9 11 1 16,9 11 1-16,6 11-2 15,10 3-1-15,6 0 0 16,0 0-11-16,0 0-82 16,29 0-105-16,11-6-43 15,5-12-196-15</inkml:trace>
  <inkml:trace contextRef="#ctx0" brushRef="#br1" timeOffset="118594.4">5452 14293 968 0,'0'0'50'16,"0"0"191"-16,0 0-79 0,-81-112-22 0,78 102-35 15,3 10-37 1,3 6-39-16,30 38-25 0,13 20 23 15,8 16-1-15,-2 4-17 16,-8-3-2-16,-9-9-5 16,-10-6-1-16,-12-13-1 15,-4-16-7-15,-7-15 3 16,1-12-10-16,-3-10-1 16,0 0 9-16,-5-24 0 15,-21-26-6-15,-12-16-3 0,-3-14 3 16,6-14 11-1,3-5-18-15,17 5-16 0,15 16 2 16,0 22 15-16,24 22 9 16,9 20-9-16,6 14 10 15,-1 0 8-15,-3 4 0 16,-8 19 5-16,-4 8 0 16,-17-1 1-16,-6 10-1 15,-9 2-2-15,-31 6-3 16,0 1-9-16,-4-3-62 15,1-5-137-15,7-7-175 16,7-17-411-16</inkml:trace>
  <inkml:trace contextRef="#ctx0" brushRef="#br1" timeOffset="118838.07">6181 14349 1328 0,'0'0'2'0,"0"0"58"0,0 0-21 16,0 0-13-16,0 0 36 15,0 0-21-15,156-74-41 16,-87 57-14-16,-9 4-82 0,-18 7-94 15,-24 6-138-15,-18 0-142 16</inkml:trace>
  <inkml:trace contextRef="#ctx0" brushRef="#br1" timeOffset="118970.32">6273 14508 655 0,'0'0'131'16,"0"0"16"-16,0 0-14 15,0 0 9-15,0 0-30 16,0 0-45-16,73-9-51 15,30-37-16-15,8-11-194 16,-11-2-282-16</inkml:trace>
  <inkml:trace contextRef="#ctx0" brushRef="#br1" timeOffset="119308.18">6940 13790 998 0,'0'0'90'0,"0"0"170"15,0 0-70-15,0 0-71 16,0 0-39-16,0 0-36 0,-62-43-28 16,87 87 4-16,7 17-6 15,2 5-14-15,-4 0-2 16,-4 1-42-16,-3-7-29 16,-5-7-94-16,2-18-89 15,-4-18-153-15,-8-17-121 16</inkml:trace>
  <inkml:trace contextRef="#ctx0" brushRef="#br1" timeOffset="119641.62">7117 13880 674 0,'0'0'182'15,"0"0"-75"-15,0-124 50 16,0 107-41-16,0 8-10 0,0 9-31 16,0 0-44-16,-2 14-25 15,2 20-6 1,0 16 8-16,0 2-7 0,0-2 1 15,5-3 1-15,16-9-3 16,0-9 3-16,3-7-3 16,2-10-2-16,1-7-2 15,2-5 1-15,-2-3 3 16,0-22 3-16,-4-9 1 16,-6-10 1-16,-5-3 8 15,-10-5 11-15,-2 2-1 16,-5 6 5-16,-17 7-17 0,-9 16 6 15,-3 9-3 1,-2 12-11-16,0 0-3 0,1 20-3 16,8 14-28-16,6 6-40 15,4 4-51-15,11 2-124 16,4-5-158 0</inkml:trace>
  <inkml:trace contextRef="#ctx0" brushRef="#br1" timeOffset="120005.07">7520 13810 969 0,'0'0'116'0,"0"0"4"0,45-137-34 15,-34 110-9-15,-3 10-6 0,-5 11-43 16,-3 6-15-16,0 0 0 15,0 6-6-15,-18 20-6 16,0 10 1-16,9 5 2 16,9-3-4-16,0 0 0 15,25-5 0-15,15 3 0 16,9-9 0-16,-2-3 0 16,-2-2 0-16,-12-6 1 15,-8-4 6-15,-14-6 16 16,-9-4 9-16,-2 2-5 15,-5 4-2-15,-24 6-15 0,-10 1-10 16,-4 1-57-16,9-12-57 16,8-4-81-16,2-4-109 15,3-35-95-15</inkml:trace>
  <inkml:trace contextRef="#ctx0" brushRef="#br1" timeOffset="120354.29">7520 13810 242 0,'12'-80'555'16,"-17"68"-315"-16,5-1-66 15,0-2-93-15,26-7-11 16,19-5-15-16,4 4-22 16,2 2-28-16,-5 6-5 15,-11 4-68-15,-5 4-66 16,-7-5-127-16,-9-7-8 0,-8-9 126 16,-6-13 97-16,0-15 46 15,0-13 2-15,0-5 54 16,0 5 24-16,0 7 90 15,0 12-45-15,0 10 45 16,-4 14-33-16,-3 10-7 16,3 8-9-16,2 8-37 15,2 28-36-15,0 41-17 16,9 43 43-16,17 22-27 16,8 10-9-16,3 2-12 15,1-11-7-15,-5-8-13 16,-4-9-2-16,-6-14-4 0,-3-10-17 15,0-20-51 1,2-16-38-16,5-22-142 16,0-27-231-16</inkml:trace>
  <inkml:trace contextRef="#ctx0" brushRef="#br1" timeOffset="120537.96">8249 13806 627 0,'0'0'598'0,"0"0"-441"16,0 0-41-16,0 0-14 16,0 0-30-16,0 0-46 15,176-129-17-15,-98 93-9 16,-14 6-9-16,-23 10-58 16,-35 12-114-16,-11 8-249 0</inkml:trace>
  <inkml:trace contextRef="#ctx0" brushRef="#br1" timeOffset="122787.31">4459 16218 1122 0,'0'0'153'0,"0"0"8"0,0 0-28 0,0 0-42 16,0 0-19-16,0 0-32 15,0 0-11-15,-40 0-12 16,76 55 11-16,1 15-16 16,-8 5-8-16,-4 6-4 0,-8-5-15 15,-1-9-33 1,-3-10-35-16,8-13-118 0,-4-15-182 16,-5-21-241-1</inkml:trace>
  <inkml:trace contextRef="#ctx0" brushRef="#br1" timeOffset="123405.38">4682 16405 1097 0,'0'0'175'16,"0"0"-57"-16,0 0-26 16,0 0-16-16,0 0-22 0,0 0-36 15,-34-14-18 1,39 41 2-16,13 10 2 0,1 3-2 15,4-8-1-15,-1-5-1 16,1-6 0-16,1-11-2 16,0-8-4-16,-1-2-8 15,-3 0 5-15,-5-16 3 16,-4-6 6-16,-8-6 1 16,-3-4 2-16,-3-2-2 15,-26-3-1-15,-4 6-6 16,-3 5-4-16,1 3 7 15,6 9 2-15,8 7 1 16,11 1 0-16,7 1 0 16,3-3-12-16,7-6-40 15,28-8 16-15,13-4 9 0,5 4-20 16,0-2-8 0,-6 7 28-16,-9 4 26 0,-15 7 1 15,-11 6 2-15,-7 19-1 16,-5 20 14-16,0 16 7 15,0 8-2-15,0-2-4 16,0-1 3-16,7-5-5 16,15-13-9-16,12-11-3 15,4-12-2-15,4-19-6 16,1 0-3-16,-6-15-2 16,-1-20 8-16,-11-14 3 15,-15-9 6-15,-10-4 2 0,-2-5 34 16,-29 13 9-16,-11 8-5 15,-3 8-14-15,-3 16-14 16,5 12-4-16,5 10-10 16,5 0-4-16,8 18-21 15,10 22-68-15,9 10-70 16,6 11-194-16,0-4-319 16</inkml:trace>
  <inkml:trace contextRef="#ctx0" brushRef="#br1" timeOffset="123673.17">5506 15848 1044 0,'0'0'140'0,"-31"-117"-11"0,31 85-12 16,0 12 0-16,-2 18-22 15,2 2-37-15,0 27-37 16,0 35-17-16,13 28 28 16,7 22-2-16,1 4-21 15,-4-4-8-15,-1 3-2 16,1-11-4-16,4-13-31 16,-1-14-79-16,-6-27-162 15,-6-32-235-15</inkml:trace>
  <inkml:trace contextRef="#ctx0" brushRef="#br1" timeOffset="123889.29">5305 16150 874 0,'0'0'53'16,"0"0"52"-16,0 0-34 16,0 0-29-16,0 0 23 15,0 0-10-15,12 14-15 16,13-14-15-16,-8 0 2 15,-11-14 13-15,-6-5 4 16,0 2-6-16,-8 1-25 16,-7 5-13-16,3 8-1 15,5 3-76-15,7 3-78 0,0 22-328 16</inkml:trace>
  <inkml:trace contextRef="#ctx0" brushRef="#br1" timeOffset="124098.31">5764 16365 1165 0,'0'0'132'15,"0"0"-86"-15,0 0-18 16,0 0 55-16,0 0-2 16,0 0-40-16,23-27-21 15,-23 13-6-15,0 2 13 16,-2 2-11-16,-18 6-16 0,2 4-25 15,0 0-87-15,0 8-117 16,13 10-410-16</inkml:trace>
  <inkml:trace contextRef="#ctx0" brushRef="#br1" timeOffset="124939.94">6043 15766 498 0,'0'0'466'0,"0"0"-404"16,0 0-15-16,0 0-38 15,0 0 18-15,0 0 77 16,-29 115-51-16,29-60-32 15,0-5-11-15,0-2-4 16,16-12-2-16,1-10 2 16,6-12-4-16,-1-10 0 15,1-4 0-15,-3-2 5 16,2-23 0-16,-9-6 2 16,-8-3-1-16,-5-7 11 0,-2 6 4 15,-27 2-10-15,-12 3-11 16,-5 12 3-1,-2 8-5-15,4 10-2 0,9 0 1 16,10 0-5-16,13 0-19 16,12 0-4-16,0 0-30 15,21 0-73-15,18-3 65 16,15-20-15-16,0-4-44 16,-2-9-5-16,-11 1 79 15,-7-5 52-15,-7 0 4 16,-12-6 39-16,-8 7 32 15,-7 2-7-15,0 2-9 16,-12 3-19-16,-12 3 11 16,2 0-12-16,0 8 4 15,3 2 8-15,6 11-16 0,7 0 15 16,2 8-24-16,4 0-7 16,0 0-17-16,0 31-1 15,0 26-1-15,10 23 49 16,22 15 2-16,5 6-3 15,6 16-3-15,4 0-9 16,2-7-3-16,2-2-9 16,-2-10-10-16,2-12-10 15,-6-16 2-15,0-11-6 16,-3-19 0-16,-7-14 0 16,-6-13 3-16,-11-8-3 15,-11-5-20-15,-7-13 17 0,0-26 3 16,-11-19 0-1,-18-14-2-15,-12-5-3 0,-5 1 0 16,-1 14-5-16,5 10 10 16,4 16 0-16,9 12 1 15,4 6 1-15,9 10 1 16,8 4-3-16,8 0 0 16,0 2-11-16,0-6-78 15,27-2-37-15,8-11-50 16,3-2-160-16,-5-13-358 15</inkml:trace>
  <inkml:trace contextRef="#ctx0" brushRef="#br1" timeOffset="125328.67">6572 15543 938 0,'0'0'200'0,"0"0"-42"0,0 0-27 0,0 0-21 15,0 0-40-15,0 0-44 16,-21 28-13-16,59 24 35 15,4 8-13-15,1 0-21 16,-6-1-14-16,-5-6 4 16,-8-3-4-16,-9-9-1 15,-5-14-19-15,-6-10-4 16,-2-11-17-16,-2-6-1 16,0-10 17-16,-8-27 10 0,-19-16-44 15,-4-14 46-15,2-8 13 16,4-2-1-16,5-2-4 15,11 15-10-15,9 16 2 16,0 20 8-16,11 11 1 16,14 16 0-16,4 1 2 15,0 6-1-15,-5 21 3 16,-9 2 4-16,-12 9 1 16,-3 1-4-16,-16 0 4 15,-15 2-4-15,0-5-1 16,2-4-67-16,2-3-171 15,10-6-271-15</inkml:trace>
  <inkml:trace contextRef="#ctx0" brushRef="#br1" timeOffset="125587.89">7193 15552 1055 0,'0'0'310'0,"0"0"-243"16,0 0-45-16,0 0-13 16,0 0 23-16,0 0 27 15,164-90-59-15,-88 68-8 0,-8 5-117 16,-23 4-105-16,-17 9-167 15,-26 4-287-15</inkml:trace>
  <inkml:trace contextRef="#ctx0" brushRef="#br1" timeOffset="125705.63">7320 15743 828 0,'0'0'152'16,"0"0"-23"-16,0 0-28 15,0 0-6-15,0 0-62 16,0 0-33-16,173-110-48 15,-79 38-279-15,-5-3-452 16</inkml:trace>
  <inkml:trace contextRef="#ctx0" brushRef="#br1" timeOffset="125953.26">7979 15115 1118 0,'0'0'94'15,"0"0"30"-15,-25-120-54 16,56 76-36-16,12 9 32 16,-1 16-32-16,-4 19-22 15,-7 0 5-15,-15 38-6 16,-16 16-1-16,0 15-3 16,-18 6-7-16,-13 4-22 0,4-4-91 15,10-2-54 1,12-23-111-16,5-14-74 0,0-14-268 15</inkml:trace>
  <inkml:trace contextRef="#ctx0" brushRef="#br1" timeOffset="126208.47">8104 15557 542 0,'0'0'272'15,"0"0"-109"-15,0 0-27 16,0 0-51-16,0 0-4 16,0 0-32-16,72 84-17 15,-61-84-1-15,-1 0-9 16,0-4 7-16,-8-10-1 15,-2 2 0-15,0 3 15 16,0 4-10-16,-7 1-6 16,-6-2-8-16,-2 3 2 15,1 2-9-15,5 1 4 0,7 0 5 16,2 0-13-16,0 0-7 16,0 0-1-16,0 0 0 15,0 0-33-15,0 0-81 16,0 0-136-16,-4 14-273 15</inkml:trace>
  <inkml:trace contextRef="#ctx0" brushRef="#br1" timeOffset="127138.45">6034 13680 1002 0,'0'0'51'16,"0"0"112"-16,-13-107-46 0,13 92 36 15,0 6-26-15,0 9-48 0,0 0-55 16,0 12-17-1,-9 32-6-15,-11 23 0 0,-5 14 4 16,1 2-5-16,1-3-44 16,8-12-88-16,1-13-69 15,5-17-126-15,-1-24-102 16</inkml:trace>
  <inkml:trace contextRef="#ctx0" brushRef="#br1" timeOffset="127306.07">5798 13712 942 0,'0'0'88'16,"0"0"137"-16,0 0-89 16,0 0-11-16,0 0-36 0,0 0-48 15,14-35-30-15,41 61 6 16,12 7-17 0,2 7-44-16,0 0-104 0,-7-4-92 15,-8-10-190-15</inkml:trace>
  <inkml:trace contextRef="#ctx0" brushRef="#br1" timeOffset="127605.58">6246 13611 957 0,'0'0'129'16,"0"0"-39"-16,0 0-6 16,0 0-11-16,33-102-26 0,1 84-26 15,-1 2-15 1,-3-1-6-16,-6 2 3 0,-9 3-3 15,-6 0 1-15,-7 2 3 16,-2 0 4-16,0 4 1 16,0 6 48-16,0 0 5 15,0 0-29-15,0 0-20 16,0 29-5-16,0 15-1 16,0 11 20-16,11 1-17 15,3-6-1-15,1 0-5 16,-1 3-3-16,-3 1-1 15,-5 1-39-15,-1 0-108 16,-3-1-123-16,-2-8-234 16</inkml:trace>
  <inkml:trace contextRef="#ctx0" brushRef="#br1" timeOffset="128037.14">6954 14909 1004 0,'0'0'177'0,"0"0"12"0,-19-107-48 0,19 98-47 15,0 6-4-15,0 3-45 16,0 21-30-16,-3 27-14 16,-6 22-1-16,-7 12 0 0,-3 3-37 15,-2-12-89-15,-3-2-107 16,0-20-184 0,-1-16-262-16</inkml:trace>
  <inkml:trace contextRef="#ctx0" brushRef="#br1" timeOffset="128187.23">6672 14955 1025 0,'0'0'233'15,"0"0"-109"-15,0 0-59 16,0 0 0-16,0 0-10 16,0 0-21-16,137 110-34 0,-77-70-36 15,3-8-115-15,-14-6-184 16,-9-7-197-16</inkml:trace>
  <inkml:trace contextRef="#ctx0" brushRef="#br1" timeOffset="128486.3">7112 14887 754 0,'0'0'267'0,"0"0"-82"16,0 0-47-16,-35-116-46 15,50 97 1-15,28 0-54 16,11 2-20-16,-2 5-15 15,-4 6-4-15,-11-1-9 16,-12 6-8-16,-12-5 0 16,-6 6 10-16,-7 0 7 0,0 0 6 15,0 0 6-15,0 0 12 16,0 0 10-16,0 0-10 16,0 28-9-16,0 12-9 15,0 19 18-15,5 1-16 16,6-2-4-16,2 2-1 15,0-6-3-15,-6 0-15 16,-3 3-89-16,-4-6-126 16,0-7-268-16</inkml:trace>
  <inkml:trace contextRef="#ctx0" brushRef="#br1" timeOffset="128990.12">8843 15097 1014 0,'0'0'61'0,"-15"-108"41"0,26 46-22 0,27 0-6 15,9 8 24-15,5 17-24 16,0 17-18-16,-7 20-9 16,-7 3-8-16,-13 47-11 0,-10 17-11 15,-11 17 4 1,-4 1-10-16,0-9-9 0,0-9 5 15,0-7-6-15,0-4-1 16,2-12-32-16,21-6-105 16,6-18-147-16,2-18-235 15</inkml:trace>
  <inkml:trace contextRef="#ctx0" brushRef="#br1" timeOffset="129571.36">9385 14872 1006 0,'0'0'136'0,"0"0"18"0,0 0-30 16,0 0-17-1,0 0-9-15,0 0-53 0,-31-93-28 16,31 108-13-16,0 32-2 16,0 13 0-16,7 5 5 15,1-2-7-15,6-9 2 16,3-12-2-16,4-8-7 15,3-17-8-15,1-7-19 16,-3-10 1-16,0 0 14 16,-9-14 6-16,-10-12 11 15,-3-7 2-15,-7-5 1 16,-22-4-1-16,-4-2-2 16,-1-6-5-16,5 6 0 15,12 4 2-15,11 6-8 16,6 3-10-16,15 12-32 15,22 0 2-15,6 11-15 0,3 8 32 16,-6 0 15-16,-3 27 14 16,-8 13 3-16,-8 14 4 15,-2 8 4-15,-6 4 13 16,-2-1 4-16,4-4-2 16,7-8-8-16,6-12-6 15,7-8-2-15,1-17-3 16,-2-15 1-16,3-1-1 15,-6-20 6-15,-4-19 0 16,-7-19 13-16,-11-11 36 16,-9-11 32-16,-7-6-16 0,-35-1-24 15,-13 11-23 1,-12 19-3-16,-5 28-11 0,-1 25-10 16,2 4-2-1,5 44-31-15,14 20-121 0,9 8-110 16,14-1-342-16</inkml:trace>
  <inkml:trace contextRef="#ctx0" brushRef="#br1" timeOffset="129987.2">10165 14315 1054 0,'0'-116'11'0,"-17"18"62"0,-35 18 2 0,-29 23-15 16,-29 26 1-16,-31 31 5 15,-24 13 1-15,-18 56-49 16,-22 35 16-16,-9 38-4 16,-2 34-1-16,14 37 17 15,36 14 2-15,44 7-19 16,59-4-17-16,63-24-5 15,48-18-4-15,89-31-3 16,59-36-2-16,61-28-11 16,32-39 13-16,28-35 0 15,15-19-2-15,-5-48-14 0,-10-40-4 16,-29-32 7-16,-51-37 8 16,-63-25-2-16,-78-28 7 15,-80-23 6-15,-54-13-5 16,-100 9 4-16,-60 20-5 15,-59 55-7-15,-46 55-62 16,-36 63-60-16,-43 44-178 16,-26 33-284-16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3:11:18.02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4116 3116 580 0,'0'0'184'0,"0"0"-120"0,0 0 37 0,-145 3-1 0,107 1 17 0,9 0-9 0,4-1-21 0,10-1-27 0,8 2-23 0,7 0-14 0,14 0-22 16,40 6 16-16,31-1-2 15,36-3 1-15,24-5-1 16,15-1-4-16,6 0-4 16,1 0 6-16,-7 0 2 15,-9-6 0-15,-14-2-8 16,-26 4-2-16,-26-2-5 16,-23 2-17-16,-29 2-14 15,-14-2-17-15,-17 4-19 16,-2 0-33-16,-12 0-38 15,-21 0-100-15,-7 2-42 16,-5 14 24-16</inkml:trace>
  <inkml:trace contextRef="#ctx0" brushRef="#br0" timeOffset="916.68">6514 3158 793 0,'0'0'13'0,"-117"0"27"0,72-2 23 0,16-4 8 0,14 6 18 15,13-2 23 1,2 2-41-16,38 0-69 0,33 0 36 16,38 0-27-1,34 0 5-15,24 0-9 0,22 2-2 16,12-2 3-16,1 0-4 16,-4 0 7-16,-16-2-2 15,-20-6 2-15,-24 4 6 16,-28 0-11-16,-35 4-5 15,-30-2-1-15,-28-1-5 16,-17 3-23-16,0 0-42 16,-19 0-29-16,-17 0-102 15,-5 5-60-15,-3 9-5 16</inkml:trace>
  <inkml:trace contextRef="#ctx0" brushRef="#br0" timeOffset="1766.17">10519 3274 370 0,'0'0'446'0,"-147"-10"-442"0,91 3 22 0,17 2-2 0,12 1 36 15,18 4 40-15,9 0 8 16,41 0-73-16,49 0 6 16,48 0-11-16,49 4 10 15,25 3-17-15,16-7-4 16,3 0-13-16,-13 0 16 16,-4 0-2-16,-9 0 9 0,-15 0-14 15,-26-2-9 1,-25-3-6-16,-35-3-3 0,-32 4-45 15,-34 0-30-15,-34 2-32 16,-10 2-68-16,-52 0-57 16,-23 0-36-16</inkml:trace>
  <inkml:trace contextRef="#ctx0" brushRef="#br0" timeOffset="11294.21">11718 2410 562 0,'0'0'103'0,"0"0"-95"0,-151-40 97 0,124 33-53 0,13 4 25 0,14 1-5 0,0 2-34 16,33 0-29-16,31 2-4 15,22 9-2-15,17 4-2 16,14-1-1-16,17-4-3 16,2-1 2-16,9-7 1 15,-2 1 3-15,-18-3-2 16,-25 0 1-16,-36 0-2 0,-39 0-35 15,-25 0-28-15,-45 0-38 16,-41 0-59-16,-24 0 70 16,-12 0-2-16,-12 0 90 15,-4 0 2-15,-7 0 5 16,3 0 43-16,15 12 28 16,17-2 18-16,35 4 13 15,30-5-42-15,38 0-37 16,16-1-23-16,61-4 21 15,34 2-16-15,34-6-1 16,29 0-9-16,16 0-3 0,17-8-3 16,-3-6-17-16,-20 9-23 15,-30-6-140-15,-43 3-235 16</inkml:trace>
  <inkml:trace contextRef="#ctx0" brushRef="#br0" timeOffset="16716.13">6545 5278 67 0,'0'0'787'0,"0"0"-658"0,0 0 84 0,0 0-107 16,0-102 4-16,0 102-8 15,0 0-35-15,0 0-28 16,0 5-25-16,0 34-7 16,0 17 9-16,8 16 11 15,0 3-12-15,-1-4-11 16,-1-6-4-16,-6-4-10 16,0 0-24-16,0 3-73 0,2-4-87 15,2-10-134-15,1-16-86 16</inkml:trace>
  <inkml:trace contextRef="#ctx0" brushRef="#br0" timeOffset="17084.57">6763 5482 909 0,'0'0'30'0,"0"0"162"15,0 0-78-15,0 0-40 16,0 0 41-16,0 0-47 15,-25-92-29-15,25 92-39 16,0 0-1-16,0 16-8 16,0 14 5-16,7 10 3 15,7 4-5-15,-1-4-12 0,3 0 0 16,3-4-6-16,6-5-12 16,4-7-4-16,0-11 2 15,2-4 13-15,-2-9-5 16,-2 0 27-16,-5-24 3 15,-4-8 2-15,-7-2 5 16,-7-8 11-16,-4-7 6 16,0 1 8-16,-20 4-14 15,-6 4 2-15,-1 7 4 16,0 14-1-16,0 9-23 16,0 10-24-16,-1 21-47 15,1 24-126-15,5 11-243 0</inkml:trace>
  <inkml:trace contextRef="#ctx0" brushRef="#br0" timeOffset="17284.45">7331 5763 1244 0,'0'0'41'0,"0"0"125"0,0 0-79 0,0 0-66 16,0 0-12-16,0 0-2 16,-80 150-7-16,64-79-80 0,3-3-135 15,1-11-253 1</inkml:trace>
  <inkml:trace contextRef="#ctx0" brushRef="#br0" timeOffset="17674.97">7549 5390 1073 0,'0'0'46'0,"0"0"16"0,0 0 64 15,0 0-89-15,0 0-33 16,0 0-4-1,-59 8-9-15,59 32 8 0,0 6 1 16,15-4-34-16,0-4-2 16,5-5-15-16,-1-10 10 15,0-8-16-15,1-8-9 16,-2-7 41-16,2 0 25 16,-4-3 10-16,-3-22 11 15,-4-7 27-15,-2-6 8 16,-5-2-15-16,-2-3 1 15,0 4 4-15,-14 7-13 16,-3 3-22-16,-1 10-5 16,3 6-6-16,-1 13-10 15,0 0-84-15,-4 30-113 0,-2 9-164 16</inkml:trace>
  <inkml:trace contextRef="#ctx0" brushRef="#br0" timeOffset="18083.21">7937 5360 709 0,'0'0'220'0,"0"0"-172"15,0 0 157-15,0 0-137 0,0 0-33 16,0 0-16-16,-58-43-16 15,58 70 3-15,0 5-6 16,0 14 0-16,2-1 2 16,5 2-1-16,-1-5-1 15,4-6-1-15,2-5-14 16,5-12-2-16,2-2 3 16,2-12 6-16,1-5-1 15,0 0 9-15,2-22 2 16,-1-7 3-16,2-7 7 15,-10-7 9-15,-6-1 7 16,-9-4 1-16,0 2 13 16,-3 6-14-16,-16 4-2 0,-4 9 9 15,3 13-18-15,-2 7-17 16,0 7-3 0,-3 6-50-16,-4 27-86 0,4 12-134 15,6 2-191-15</inkml:trace>
  <inkml:trace contextRef="#ctx0" brushRef="#br0" timeOffset="18501.54">8253 5432 339 0,'0'0'508'0,"0"0"-423"16,0 0 132-16,0 0-111 15,0 0-29-15,0 0-25 16,-6-78-26-16,6 78-26 16,0 0-1-16,0 19-8 15,0 19 6-15,0 7 1 16,6-1 1-16,3-2-16 16,0-7 3-16,7-8-12 15,2-3 7-15,1-5-2 16,4-6 4-16,-3-9-9 15,3-4 10-15,-4 0 16 16,4-11 3-16,-6-14-1 16,-3-5 6-16,-8-8 8 15,-6 0 12-15,0-4 4 0,0-4 5 16,-17 8-16-16,-3 2-4 16,-5 10 12-16,0 12-3 15,-2 5-21-15,-4 9-5 16,-2 0-40-16,-1 23-59 15,5 15-96-15,10 0-161 16,7 0-368-16</inkml:trace>
  <inkml:trace contextRef="#ctx0" brushRef="#br0" timeOffset="18803.43">8717 5359 922 0,'0'0'6'0,"0"0"60"0,0 0 156 0,0 0-121 15,0 0-16-15,0 0-4 16,-32-61-41-16,32 69-28 15,23 22-6-15,10 10 15 16,7 4-4-16,3-3-16 16,1 2-1-16,1-5 0 15,-1-2-69-15,-4-1-57 16,-9-6-148-16,-8-8-142 16</inkml:trace>
  <inkml:trace contextRef="#ctx0" brushRef="#br0" timeOffset="18987.78">8976 5298 829 0,'0'0'62'0,"0"0"114"16,0 0-48-16,0 0-73 16,-114 68 1-16,87-20-22 0,2 5-31 15,-4 12-3 1,-4 7-118-16,-7-1-164 0,0-5-333 15</inkml:trace>
  <inkml:trace contextRef="#ctx0" brushRef="#br0" timeOffset="19469.38">9641 5442 1095 0,'0'0'5'0,"0"-108"28"16,-17 59 70-16,-10 6-52 16,-6 8-9-16,-1 17-12 15,0 13 8 1,3 5-36-16,0 7-2 0,0 22-1 15,5 7-3-15,5 0 3 16,13 4-8-16,8 1-4 16,4 3-4-16,29-1 2 15,11-3 9-15,6-6 3 16,4-2 3-16,-8-1 0 16,-6-1 0-16,-11 2 1 15,-13 4 4-15,-16 3-1 0,0-4 2 16,-25-3-2-1,-17-5 3-15,-5-13-2 0,-4-3 0 16,2-11 6-16,3 0-2 16,13-8 2-16,7-20-6 15,15-8-3-15,11-6-2 16,2-11-4-16,37 2-19 16,11-2-42-16,12 7-93 15,9 13-188-15,-1 10-326 16</inkml:trace>
  <inkml:trace contextRef="#ctx0" brushRef="#br0" timeOffset="19704.2">10007 5352 1074 0,'0'0'13'0,"0"0"124"0,0 0 12 15,0 0-114-15,0 0-1 16,0 0 39-16,76 104-28 16,-25-51-33-16,0-3-8 15,-7-3-4-15,-10 0-30 16,-7-8-47-16,-9-4-67 16,-7-11-93-16,-5-10-49 0,-6-10-84 15</inkml:trace>
  <inkml:trace contextRef="#ctx0" brushRef="#br0" timeOffset="19884.23">10330 5396 686 0,'0'0'56'16,"0"0"131"-16,0 0-43 16,0 0-78-16,0 0-33 15,-132 58 14-15,99-9-26 16,2-4-13-16,-1 5-8 15,8 0-34-15,-2 2-102 16,1-7-117-16,5-9-209 16</inkml:trace>
  <inkml:trace contextRef="#ctx0" brushRef="#br0" timeOffset="20166">10651 5266 338 0,'0'0'554'0,"0"0"-483"16,0 0 174-16,0 0-105 16,0 0-71-16,0 0-20 15,0-49-19-15,0 88-21 0,0 16 14 16,4 7-2-1,0 1-17-15,3-2-2 0,0-4-2 16,-5-1-43-16,-2-2-71 16,0-1-101-16,-2-13-107 15,-14-8-130-15</inkml:trace>
  <inkml:trace contextRef="#ctx0" brushRef="#br0" timeOffset="21100.02">15000 3228 928 0,'0'0'12'0,"-156"-26"32"0,116 22 19 0,24 2-31 15,16 2 78-15,47 0-31 16,60 0-35-16,58 0-22 15,51 0-2-15,40-6-20 16,27 0 6-16,14-1-1 16,6 4-1-16,-7 0-4 0,-24 3 0 15,-32 0 0 1,-48 0-10-16,-63 0-15 0,-56 0-43 16,-59 0-24-16,-31-2-7 15,-75-3 5-15,-46 5-74 16,-43 0-111-16,-35 0-27 15</inkml:trace>
  <inkml:trace contextRef="#ctx0" brushRef="#br0" timeOffset="21287.28">15993 3202 136 0,'-264'24'162'0,"25"2"15"15,25 0-8-15,41-2 12 16,45-2-61-16,53-5-7 16,51-1-31-16,43 1-53 0,84-6 21 15,64-4 13-15,62-7-26 16,41 0-27-16,35-11 1 15,20-10-2-15,1-2 1 16,-12 2-10-16,-31-1-4 16,-51 4-71-16,-57-4-200 15,-67-2-231-15</inkml:trace>
  <inkml:trace contextRef="#ctx0" brushRef="#br0" timeOffset="22049.18">6665 6123 842 0,'0'0'74'0,"-114"-26"-70"0,77 21 71 0,16 3 5 16,21 2-10-16,4 0-16 16,59 3-33-16,51 15 29 15,55 1-18-15,71-13-20 16,61-6 0-16,59 0 17 16,45 0-15-16,17 0 7 0,6 0-14 15,-19 0 1-15,-42 0-5 16,-53 0-1-16,-66-2 3 15,-73-9-5-15,-65-2-3 16,-66 0-38-16,-44 2-19 16,-40 3-8-1,-60 5-137-15,-39 3-3 0,-27 7-80 16,-24 17-169-16</inkml:trace>
  <inkml:trace contextRef="#ctx0" brushRef="#br0" timeOffset="22416.14">8160 6672 483 0,'0'0'613'0,"0"0"-477"0,-13-117 66 16,11 101-89-16,2 6-4 15,0 10-39-15,0 0-35 16,0 0-21-16,0 6-14 15,0 34-3-15,0 24 1 0,-4 19-16 16,2 5-41-16,2-2-48 16,0-8-107-16,10-16-120 15,11-24-89-15</inkml:trace>
  <inkml:trace contextRef="#ctx0" brushRef="#br0" timeOffset="22983.08">8442 6725 961 0,'0'0'13'0,"0"0"167"16,0 0 10-16,0 0-101 0,0 0-7 15,0 0-13 1,-35-76-48-16,35 82-21 0,0 30-3 16,0 11 3-16,0 8 0 15,0-2-9-15,13-9-24 16,9-8-3-16,3-12 1 15,2-11 6-15,0-9 8 16,-5-4 4-16,-2 0 5 16,-12-11 7-16,-2-13 5 15,-6-12 1-15,0-6 1 16,-16-2-2-16,-11 3-2 16,2 7-3-16,4 10-1 15,7 6 3-15,9 4 3 0,5 2-16 16,9 0-5-16,22 6-12 15,12 2 11-15,1 4 11 16,-3 0 8-16,-10 22 2 16,-5 10 1-16,-8 8 0 15,-5 6 0-15,-3 5 0 16,-6-3 3-16,-2 0 1 16,3-6 2-16,3-6-4 15,6-6-1-15,3-10 1 16,4-8-2-16,-3-7 1 15,-1-5 2-15,2-3 4 16,0-21 2-16,-3-15 18 16,-5-6 3-16,-7-11 1 15,-4-4-13-15,0-2 1 0,-21 8-13 16,-11 13-4-16,-6 17-2 16,-9 16-25-16,-8 8-56 15,-12 6-114-15,-6 16-285 16</inkml:trace>
  <inkml:trace contextRef="#ctx0" brushRef="#br0" timeOffset="23483.48">11718 6144 718 0,'0'0'332'0,"0"0"-255"0,0 0 126 0,0 0-134 0,0 0-17 0,0 0-6 16,29-18-27-16,65 18 0 16,10-3-15-16,1-4-4 0,-7 1-15 15,-16 2-44 1,-19 2-67-16,-28 0-129 0,-23-4-104 15</inkml:trace>
  <inkml:trace contextRef="#ctx0" brushRef="#br0" timeOffset="23669.01">12005 5897 758 0,'0'0'140'15,"0"0"82"-15,0 0-116 16,0 0-61-16,0 0-10 15,-10 109 72-15,12-37-65 16,11 4-38-16,3 4-4 0,-5 8-64 16,-11 8-70-16,0-1-138 15,-5-3-131-15</inkml:trace>
  <inkml:trace contextRef="#ctx0" brushRef="#br0" timeOffset="25538.44">5985 2260 862 0,'-115'2'51'0,"9"3"100"0,17 4-29 0,29-8-44 15,24-1-10-15,34 0-1 16,25 5-21-16,61 2-13 16,54-7-15-16,47 0-5 15,36 0-10-15,17 0-3 16,10-1-5-16,-5-5-3 16,-9-6-1-16,-25 4-13 15,-37-2-19-15,-50-3-36 16,-57 6-30-16,-55 1-55 15,-29 4 51-15,-75 2-11 0,-49 0-23 16,-39 0 59-16,-29 3 62 16,-15 9 24-16,-6 5 9 15,5-3 23-15,22 10 52 16,36-2 68-16,49 4-8 16,46-4-2-16,52-6-63 15,24-2-43-15,73-8 5 16,48-2 30-16,49-4-30 15,37 0-29-15,18-18-12 16,12-5 0-16,-2-2-11 16,-27 3-21-16,-36 0-46 0,-49 2-123 15,-54-5-220 1</inkml:trace>
  <inkml:trace contextRef="#ctx0" brushRef="#br0" timeOffset="26969.06">13454 5480 946 0,'0'0'31'0,"0"0"187"15,0 0-35-15,0 0-70 0,0 0-12 16,0 0-17-16,0 0-41 16,-19-74-19-16,19 74-12 15,0 5-9-15,0 28-2 16,0 17-1-16,0 10-10 16,0 4-32-16,0 3-62 15,16-10-93-15,11-7-127 16,7-17-83-16</inkml:trace>
  <inkml:trace contextRef="#ctx0" brushRef="#br0" timeOffset="27269.37">13723 5511 848 0,'0'0'18'16,"0"0"132"-16,0 0 31 0,0 0-91 15,0 0 5-15,0 0-32 16,-33-73-58-16,28 101-2 15,3 17-3-15,2 14 0 16,0 2 0-16,2-13-4 16,18-5-25-16,3-8 4 15,2-17 2-15,1-8 6 16,0-10 11-16,-3 0 6 16,-3-20 4-16,-7-10 3 15,-3-10 17-15,-8-7 17 16,-2 2-19-16,0 2 5 0,-10 9-10 15,-14 12 2-15,-8 15-19 16,-3 7-40 0,-7 14-91-16,0 28-203 0,8 5-264 15</inkml:trace>
  <inkml:trace contextRef="#ctx0" brushRef="#br0" timeOffset="27454.12">14031 5891 1314 0,'0'0'20'15,"0"0"126"-15,0 0-75 0,0 0-70 16,-54 116-1-16,34-56-1 16,0 5-113-16,4-3-148 15,3-14-290-15</inkml:trace>
  <inkml:trace contextRef="#ctx0" brushRef="#br0" timeOffset="27816.93">14285 5472 1148 0,'0'0'35'0,"0"0"120"0,0 0-73 16,0 0-82-16,0 0 0 16,0 0-1-16,-27 60 1 15,27-8 0-15,14 0-19 16,17-7-12-16,4-9-7 16,1-12-4-16,2-12 16 15,-9-8 17-15,0-4 9 16,-7-6 3-16,-7-23 2 15,-3-7 28-15,-12-5 14 16,0-4 10-16,-5 4-6 16,-19 4-11-16,-5 7-14 15,-2 10-4-15,-2 9-22 16,-6 11-24-16,3 11-96 0,3 23-121 16,4 7-278-16</inkml:trace>
  <inkml:trace contextRef="#ctx0" brushRef="#br0" timeOffset="28171.45">14732 5484 975 0,'0'0'75'0,"0"0"12"15,0 0 92-15,0 0-106 16,0 0-13-16,0 0-34 15,-77-31-26 1,72 64 3-16,1 13-3 0,2 8 3 16,2-5-3-16,0-7-4 15,2-6-10-15,13-8 2 16,5-10-6-16,0-8 3 16,5-10 14-16,1 0 1 15,6-6 4-15,-3-26 5 16,-5-4 10-16,-6-2 16 15,-9-2 6-15,-7 1-6 16,-2 3-2-16,-4 4-20 16,-21 6-6-16,-2 12-7 15,-2 10-26-15,-4 4-61 0,4 16-99 16,4 13-237-16</inkml:trace>
  <inkml:trace contextRef="#ctx0" brushRef="#br0" timeOffset="28551.72">15111 5446 986 0,'0'0'61'0,"0"0"138"0,0 0-124 16,0 0-65-16,0 0-10 15,0 0 0-15,-26 72 6 16,26-22-5-16,15-4 1 16,5-3-1-16,3-11-2 15,3-8-3-15,6-10-7 16,1-7 11-16,3-7 2 16,-7 0 4-16,0-23 10 15,-10-7 25-15,-5-6 17 16,-10-5-1-16,-4 1-4 15,0 2-28-15,-20 2-7 16,-11 5-6-16,-1 4-9 16,-1 11-3-16,0 11-30 0,6 5-72 15,0 23-152 1,10 10-295-16</inkml:trace>
  <inkml:trace contextRef="#ctx0" brushRef="#br0" timeOffset="28773.01">15617 5364 883 0,'0'0'329'16,"0"0"-236"-16,0 0 95 0,0 0-149 15,0 0-30-15,0 0 42 16,83 64-19-16,-30-8-24 15,-1 2-8-15,-6-3-28 16,-6-4-77-16,-9-4-93 16,-6-13-160-16,-8-15-151 15</inkml:trace>
  <inkml:trace contextRef="#ctx0" brushRef="#br0" timeOffset="28951.49">15982 5352 324 0,'0'0'549'16,"0"0"-424"-16,0 0 108 0,0 0-151 16,-122 4-19-1,93 30-7-15,-2 12-27 0,2 8-21 16,-5 10-8-16,3 6-76 16,0 1-145-16,0-7-267 15</inkml:trace>
  <inkml:trace contextRef="#ctx0" brushRef="#br0" timeOffset="29200.98">16259 5322 1197 0,'0'0'35'0,"0"0"195"0,0 0-132 16,0 0-53-16,0 0-8 16,0 0-17-16,-19 44-7 15,40 18-6-15,-3 4-7 16,-3 1-21-16,0 0-76 16,-3-9-109-16,2-13-144 15,3-15-163-15</inkml:trace>
  <inkml:trace contextRef="#ctx0" brushRef="#br0" timeOffset="29535.36">16481 5428 861 0,'0'0'40'0,"0"0"175"0,0 0-95 16,0 0-66-16,0 0-27 15,0 0-19-15,-42 48-3 16,42 8 0-16,21-6-1 15,5-1-4-15,0-12-16 16,-1-8 2-16,-2-9-1 16,-4-12 8-16,-1-8 6 15,-5 0 1-15,6-14 7 16,-3-22 19-16,-6-8 18 16,-5-9 23-16,-5 3-35 0,0 0 2 15,-13 6-9 1,-10 13-7-16,-6 6-18 15,-4 23-26-15,-3 2-110 0,3 16-184 16,10 12-425-16</inkml:trace>
  <inkml:trace contextRef="#ctx0" brushRef="#br0" timeOffset="29733.4">17017 5322 1293 0,'0'0'24'0,"0"0"127"15,0 0-90-15,0 0-55 0,0 0 16 16,0 0 30-16,156 150-38 16,-104-96-14-16,-4-6-4 15,-6-5-42-15,-6-10-72 16,-8-10-100-16,-8-11-162 15,-6-12-165-15</inkml:trace>
  <inkml:trace contextRef="#ctx0" brushRef="#br0" timeOffset="29889.15">17362 5298 837 0,'0'0'72'15,"0"0"107"-15,0 0-75 0,-102 112-13 16,67-50-28-1,2 7-36-15,-5 7-27 0,-10 5-11 16,-14 6-113-16,-10-7-181 16,-6-14-215-16</inkml:trace>
  <inkml:trace contextRef="#ctx0" brushRef="#br0" timeOffset="30633.42">18877 3230 792 0,'-134'0'26'0,"0"0"80"0,19 0 49 0,23 0-24 15,32-6-30-15,31 2-33 16,27 0 1-16,19 4-16 16,73-2-16-16,59 1-30 15,65-8 5-15,48 1-9 16,39 2 1-16,16 2-3 16,4 0 5-16,-11 2-6 15,-32-1 0-15,-41-4-1 0,-62 0-5 16,-63-2-44-1,-63 1-75-15,-49 2-26 0,-41 2-28 16,-52 4-171-16,-30 0-40 16</inkml:trace>
  <inkml:trace contextRef="#ctx0" brushRef="#br0" timeOffset="31299.38">17856 5409 991 0,'0'0'37'0,"0"0"218"0,0 0-84 16,0 0-71-16,0 0-9 15,0 0-38-15,-27-45-28 16,27 67-20-16,11 15-3 16,5 18 2-16,-5 8-4 15,-9 9-47-15,-2 1-95 16,0 2-148-16,-21-11-233 16</inkml:trace>
  <inkml:trace contextRef="#ctx0" brushRef="#br0" timeOffset="31733.33">14385 6350 692 0,'0'0'230'0,"-187"-40"-181"16,124 27 142-16,21 2-112 16,18 5-16-16,13 2 29 15,11 4-19-15,17 0-38 16,59 0-23-16,53 15 16 15,52-2 5-15,48-3-11 16,34-6-21-16,27-4 6 16,24 0-4-16,22 0 2 15,5-2 1-15,-7-5-5 16,-22-2-1-16,-51 3-3 16,-54 3-11-16,-73 0-15 0,-67 3-39 15,-63 0-61 1,-37 3-21-16,-74 17-89 0,-52 11-242 15</inkml:trace>
  <inkml:trace contextRef="#ctx0" brushRef="#br0" timeOffset="32017.56">15357 6702 719 0,'0'0'573'16,"0"0"-454"-16,0 0 80 16,0 0-119-16,0 0-47 15,0 0-2-15,-50-35-19 16,50 81-11-16,0 19 0 15,5 11-1-15,8-4-40 16,3-4-55-16,4-8-104 16,2-17-177-16,-4-18-194 15</inkml:trace>
  <inkml:trace contextRef="#ctx0" brushRef="#br0" timeOffset="32587.93">15686 6757 996 0,'0'0'31'0,"0"0"129"0,0 0-14 15,0 0-104-15,0 0 12 16,0 0-30-16,-73 50-3 16,73 2-7-16,0-1-8 15,18-5-6-15,5-8 0 16,9-10-12-16,-1-8-22 15,5-9 26-15,-2-10-9 16,-7-1 10-16,-8 0 6 16,-9-12 1-16,-10-12 3 15,0-8-3-15,-14-6 2 16,-20-1-2-16,-7-1-2 16,2 3 2-16,8 2-4 0,11 11 1 15,14 4 0-15,6 5-4 16,4 0-2-16,29 3-25 15,14 4 9-15,4 7 5 16,1 1 6-16,-4 0 1 16,-8 0 1-16,-9 20 10 15,-8 10-2-15,-9 11 2 16,-8 8 2-16,-6 1 1 16,0-2 1-16,2-8-2 15,9-2 0-15,3-3 0 16,8-10-4-16,7-6-13 0,5-17-21 15,4-2 17-15,-5-13 21 16,0-20 6-16,-6-16 5 16,-10-7 27-16,-7-10 18 15,-10-5 1-15,-8 9-11 16,-30 8-13-16,-10 16-21 16,-11 17-12-16,0 20-14 15,-3 1-56-15,2 22-106 16,8 5-270-16</inkml:trace>
  <inkml:trace contextRef="#ctx0" brushRef="#br0" timeOffset="32916.28">18415 6203 1142 0,'0'0'35'0,"0"0"115"0,0 0-128 16,0 0-8-16,0 0 50 15,152 39-21-15,-58-33-27 16,1-1-15-16,-6-5-1 16,-15 0-39-16,-18 0-83 15,-27 0-117-15,-27-15-190 16</inkml:trace>
  <inkml:trace contextRef="#ctx0" brushRef="#br0" timeOffset="33066.64">18619 6047 956 0,'0'0'68'0,"0"0"127"16,0 0-78-16,0 0-17 0,-10 135 10 15,28-64-59 1,4 4-28-16,0 10-23 0,-6 3-25 16,-11 2-143-1,-5-8-265-15</inkml:trace>
  <inkml:trace contextRef="#ctx0" brushRef="#br0" timeOffset="33570.74">19658 5518 1162 0,'0'0'53'0,"-55"-104"113"0,41 74 14 0,10 16-105 0,2 5 2 0,2 9-32 15,0 0-20-15,0 6-24 16,0 36 2-16,4 10-3 16,7 21 0-16,-1 6-10 15,-6-1-39-15,0-6-49 16,5-6-76-16,9-14-121 16,13-17-167-16</inkml:trace>
  <inkml:trace contextRef="#ctx0" brushRef="#br0" timeOffset="33869.12">19917 5600 893 0,'0'0'26'0,"0"0"127"15,0 0 21-15,0 0-100 16,0 0 8-16,0 0-33 16,-100-59-29-16,98 100-16 15,2 16-3-15,0 2-1 16,9 2-14-16,11-7-19 15,6-6 0-15,0-16-7 16,2-9 16-16,-1-16 3 16,0-7 13-16,-3-4 8 0,0-24 2 15,1-12 19-15,-11-13 13 16,-6-4 9-16,-8 1 6 16,0 3-20-16,-2 13-9 15,-25 9-6-15,-6 17-14 16,-5 11-24-16,0 3-73 15,4 22-116-15,7 12-287 16</inkml:trace>
  <inkml:trace contextRef="#ctx0" brushRef="#br0" timeOffset="34044.54">20372 6023 1018 0,'0'0'293'15,"0"0"-221"-15,0 0 71 16,0 0-84-16,-62 125-51 16,37-75-8-16,3 5-30 15,-1 3-151-15,6-5-270 16</inkml:trace>
  <inkml:trace contextRef="#ctx0" brushRef="#br0" timeOffset="34387.66">20619 5522 1105 0,'0'0'6'0,"0"0"44"15,0 0 64-15,0 0-100 16,0 0-14-16,0 0 15 15,-72 82-9-15,82-27-6 16,16-7 0-16,5-4-26 16,3-11 6-16,2-16-1 15,-2-9 3-15,1-8 18 16,-6 0 0-16,-4-24 3 16,-8-10 24-16,-5-8 32 15,-8-8 17-15,-4 1-19 0,-4 3-8 16,-19 6-28-1,-6 14-8-15,-2 4-13 0,-4 18-16 16,3 4-81-16,3 14-98 16,2 18-256-16</inkml:trace>
  <inkml:trace contextRef="#ctx0" brushRef="#br0" timeOffset="34751.05">21023 5409 994 0,'0'0'62'0,"0"0"116"0,0 0-109 16,0 0-33-16,0 0-26 16,0 0-3-16,-50 75 1 15,50-23-3-15,5-6-5 16,17-4-4-16,1-3 4 15,1-13-6-15,0-6 5 16,-1-8-1-16,-3-12 2 16,-1 0 3-16,2-4 7 15,-3-22 37-15,-5-6 11 16,-4-4 0-16,-7-1-1 16,-2-1-22-16,0 0-10 15,-17 4-16-15,-10 11-9 16,-7 8-2-16,1 15-47 0,0 0-86 15,4 18-139-15,2 8-265 16</inkml:trace>
  <inkml:trace contextRef="#ctx0" brushRef="#br0" timeOffset="35117.18">21399 5403 933 0,'0'0'28'0,"0"0"193"0,0 0-116 16,0 0-27-1,0 0-32-15,0 0-34 0,-65-9-12 16,65 61 7 0,0 6-2-16,3-3-4 0,15-5 0 15,6-9-1-15,5-9-2 16,2-7 1-16,2-10 2 15,0-3-2-15,-1-12 2 16,-1 0 4-16,-7-9 8 16,-1-19 24-16,-8-2 19 15,-7-10-9-15,-8-1-14 16,0-3-5-16,-17-4-19 16,-14 8 1-16,-4 6-10 15,-2 10-1-15,5 14-18 0,3 10-58 16,2 0-76-1,9 25-218-15,7 6-408 0</inkml:trace>
  <inkml:trace contextRef="#ctx0" brushRef="#br0" timeOffset="35333.86">21974 5384 248 0,'0'0'1014'0,"0"0"-953"16,0 0 54-16,0 0-97 0,0 0 35 15,0 0 18 1,131 144-49-16,-75-99-19 0,-5-5-3 16,-4-6-55-16,-14-8-92 15,-6-7-123-15,-14-14-169 16</inkml:trace>
  <inkml:trace contextRef="#ctx0" brushRef="#br0" timeOffset="35538.26">22250 5356 928 0,'0'0'82'0,"0"0"105"16,0 0-89-16,0 0-18 0,-134 132-17 15,101-67-44 1,-7 6-19-16,-8 8-45 0,-12 3-128 15,-13-12-227 1</inkml:trace>
  <inkml:trace contextRef="#ctx0" brushRef="#br0" timeOffset="36368.11">10722 3451 570 0,'0'0'389'0,"-183"0"-328"0,137 0 107 0,30 0-95 16,16 0 16-16,24 0-15 15,63 0-27-15,58-6-24 16,53-8 3-16,43-4-7 16,19-3-19-16,8 7 2 15,-5-1-1-15,-15 3 3 16,-32 2-4-16,-47 1-41 16,-58 5-59-16,-64 0-42 0,-47 4-34 15,-80 0 69 1,-54 0-131-16,-49 4-1 15,-31 9 25-15,-24 3 214 0,-13 1 55 16,-13 11 56 0,-5 7 47-16,15 3 39 0,29 4-15 15,50-8 9-15,66-8-61 16,59-8-33-16,50-6-40 16,71-8-46-16,78-4 54 15,82-8-11-15,68-30-33 16,49-4-21-16,17-4-10 15,-12 8-27-15,-29 8-81 16,-56-5-290-16</inkml:trace>
  <inkml:trace contextRef="#ctx0" brushRef="#br0" timeOffset="37151.03">22564 5302 1161 0,'0'0'64'0,"0"0"175"0,0 0-108 0,0 0-40 15,0 0-34-15,0 0-21 16,-45-74-13-16,55 113-20 15,7 22 7-15,1 9-10 16,-9 6-7-16,-5 9-58 16,1-5-134-16,0-12-338 15</inkml:trace>
  <inkml:trace contextRef="#ctx0" brushRef="#br0" timeOffset="37450.08">22714 5434 1191 0,'0'0'12'0,"0"0"140"15,66-134-63-15,-12 110-19 16,-3 12-1-16,-12 12-35 16,-6 2-22-16,-20 36-12 15,-13 14 2-15,0 8-2 0,-34-4 0 16,-11-4-1-16,-3-12 1 15,1-12 2-15,11-6 0 16,14-9 0-16,13-8 6 16,9 2-7-16,2-4-1 15,41-3-2-15,19 0-4 16,16 0-23-16,9 0-68 16,2-7-65-16,-9-8-137 15,-7 4-253-15</inkml:trace>
  <inkml:trace contextRef="#ctx0" brushRef="#br0" timeOffset="37785.36">23483 5414 773 0,'0'0'36'16,"0"0"195"-16,0 0-23 16,0 0-74-16,0 0-5 0,0 0-52 15,-14-72-28-15,57 76-14 16,14 22-6-16,8 12-8 15,-5 6-16-15,0-4-5 16,-9 2-12-16,-9-8-28 16,-3-4-65-16,-10-3-102 15,-14-13-154-15,-9-7-139 16</inkml:trace>
  <inkml:trace contextRef="#ctx0" brushRef="#br0" timeOffset="37970.76">23821 5344 248 0,'0'0'442'16,"0"0"-232"-16,0 0-10 0,0 0-34 16,0 0-50-1,0 0-51-15,-60 16-13 0,35 41 1 16,1 8-35-16,-1-5-18 16,-4 7-11-16,2-3-86 15,-4 4-128-15,-5-12-178 16</inkml:trace>
  <inkml:trace contextRef="#ctx0" brushRef="#br0" timeOffset="38736.79">24402 5176 954 0,'0'0'115'0,"0"0"133"0,0 0-100 0,0 0-33 0,0 0-53 16,0 0-39-1,-45 23-7-15,62 48 13 0,4 9-20 16,2-7-6-16,-3-2-3 16,-9-1-23-16,-11-2-55 15,0 0-78-15,-27-5-88 16,-15-9-79-16,-7-10-74 15</inkml:trace>
  <inkml:trace contextRef="#ctx0" brushRef="#br0" timeOffset="39150.01">20521 6242 503 0,'0'0'97'16,"-211"0"-41"-16,112 0 126 15,3 0-80-15,5 0 32 16,5 0-14-16,7 5-30 15,19 4-19-15,16 1-22 16,28 0-18-16,16 6-7 16,52-2-16-16,63-2 31 0,65-6 15 15,73-6-44 1,61-2-4-16,58-16-3 16,39 2-1-16,24 0 23 15,11 3-8-15,-12 1 0 0,-22 1-3 16,-38 1 0-16,-50 1-13 15,-65 3-1-15,-65-2-17 16,-77 3-22-16,-72-1-60 16,-51 4-48-16,-90 2-68 15,-61 0-245-15</inkml:trace>
  <inkml:trace contextRef="#ctx0" brushRef="#br0" timeOffset="39450.08">21451 6856 958 0,'0'0'224'0,"-43"-114"-119"0,30 81 93 15,6 13-60-15,2 10-43 16,3 9-23-16,2 1-31 16,0 6-20-16,0 33-20 15,0 27 2-15,3 17-3 0,3 8-23 16,-4 5-37-16,1-14-30 16,-3-10-122-16,4-22-163 15,-2-21-96-15</inkml:trace>
  <inkml:trace contextRef="#ctx0" brushRef="#br0" timeOffset="40019.26">21624 6909 1079 0,'0'0'3'16,"0"0"111"-16,18-120 34 16,-16 110-23-16,-2 6-21 0,0 4-26 15,2 0-40-15,-2 0-27 16,0 17-9-1,0 23 2-15,0 8-4 0,2 4 1 16,7-6-1-16,7-13-4 16,7-6-10-16,3-9-1 15,5-14-8-15,0-4 2 16,0 0 5-16,-4-11 2 16,-9-16 1-16,-11-7 9 15,-7-1-4-15,-7-7-3 16,-26 4-7-16,-12 7-10 15,-2 5 18-15,0 3 5 16,5 9 5-16,13 2 0 16,11 8 1-16,16-2-1 15,2 1 0-15,38-4-11 16,17 0 7-16,17-2 1 0,1 5-5 16,-6 6 1-16,-11 0 5 15,-11 0 2-15,-12 0 5 16,-15 25 1-16,-14 15-2 15,-4 16 9-15,0 9 0 16,-11 2-6-16,0-7 2 16,4-6-8-16,7-6 0 15,0-12-1-15,18-12 0 16,11-9-2-16,2-15 0 16,3 0 2-16,-1-21 0 0,-1-18 3 15,-6-11 4-15,-10-9 13 16,-11-3 15-16,-5-4-7 15,-8 8-9-15,-32 8-19 16,-22 17-14-16,-23 24-133 16,-21 9-361-16</inkml:trace>
  <inkml:trace contextRef="#ctx0" brushRef="#br0" timeOffset="41467.19">8423 6896 1106 0,'0'0'54'0,"0"0"109"16,0 0-57-16,0 0-46 0,0 0 21 16,0 0-51-1,0 0-18-15,100-118-6 0,9 51-3 16,7 1-3-16,-2-1 0 16,-14 2-1-16,-18 11-13 15,-26 9-68-15,-44 12-172 16,-12 5-263-16</inkml:trace>
  <inkml:trace contextRef="#ctx0" brushRef="#br0" timeOffset="42037.71">7902 5624 641 0,'0'0'139'0,"0"0"11"0,0 0-23 16,0 0-14-16,0 0-9 15,0 0-30-15,-41 7-39 16,96-41-28-16,22-16-4 16,9-9 2-16,9-7-4 15,-5-8 3-15,-3-2-3 16,-13 11 1-16,-24 17-2 0,-16 20-25 15,-20 25-118-15,-14 3-92 16,-18 41-103-16,-26 19-154 16</inkml:trace>
  <inkml:trace contextRef="#ctx0" brushRef="#br0" timeOffset="42817.19">15710 6816 694 0,'0'0'267'0,"0"0"-154"0,0 0 51 0,0 0-76 15,0 0 3-15,0 0-43 16,41-34-12-16,45-9 4 15,16-7-18-15,15-4-16 0,-1-6 4 16,-5-2 1-16,-15 3-8 16,-23 14-3-16,-21 8 0 15,-19 18-5-15,-22 4-46 16,-11 11-42-16,-9 4-63 16,-37 0-202-16,-24 8-233 15</inkml:trace>
  <inkml:trace contextRef="#ctx0" brushRef="#br0" timeOffset="43402.32">14829 5654 458 0,'0'0'145'0,"0"0"-60"0,0 0 52 0,0 0-72 0,0 0 2 15,-74 103 29-15,74-103 11 16,6 0-70-16,25-21 9 0,19-12 36 16,14-16-27-1,12-7-17-15,8-8-3 0,3-6 6 16,-4 0-7-16,-10 8-16 15,-17 15-18-15,-20 18-5 16,-16 16-53-16,-18 13-47 16,-2 29-150-16,-18 25-134 15,-22 6-120-15</inkml:trace>
  <inkml:trace contextRef="#ctx0" brushRef="#br0" timeOffset="44266.19">21013 5606 514 0,'0'0'71'0,"0"0"77"0,0 0-20 0,0 0-44 15,0 0 30-15,0 0-7 16,-38 7-18-16,52-16-61 16,26-14 1-16,16-14-2 15,15-3-3-15,5-3-4 16,10-2 18-16,4-7 9 16,-1-5 2-16,-9 14-7 15,-19 7-13-15,-22 14-18 16,-20 11-8-16,-15 9-3 15,-4 2-7-15,0 0-51 16,-6 23-120-16,-21 21-80 16,-12 16-99-16,-5 6-253 0</inkml:trace>
  <inkml:trace contextRef="#ctx0" brushRef="#br0" timeOffset="44786.2">21604 6882 544 0,'0'0'187'0,"0"0"-21"0,0 0 7 0,0 0-67 15,0 0-20-15,0 0-27 16,49-4 1-16,23-22 3 16,14-7-32-16,7-7-12 15,6 3 2-15,5-6 13 16,3 3-5-16,-7 0-7 15,-10 2-1-15,-19 8-10 16,-21 4-11-16,-22 4-18 16,-17 8-40-16,-11 6-71 0,-22 8-185 15,-34 0-305 1</inkml:trace>
  <inkml:trace contextRef="#ctx0" brushRef="#br0" timeOffset="46737.47">10397 9186 1062 0,'0'0'25'0,"0"-104"127"0,0 60-6 0,-27 9-66 0,-9 11-34 15,-4 11 26-15,-2 13-50 16,6 0-5-16,1 8-8 16,8 15-4-16,11 5-5 15,12 4 2-15,4 3-2 16,22 3-6-16,24 0 6 15,15 1-6-15,3 3 5 16,-4-7 0-16,-10 1 1 16,-20-5 0-16,-18-4-1 15,-12-1-2-15,-9-8 3 16,-31-3 9-16,-7-9-6 0,1-6 7 16,5 0 2-1,13-18 3-15,14-17-6 0,14-11-9 16,6-11-4-16,42-4-32 15,12 4-59-15,9 12-80 16,0 11-39-16,-5 7 56 16,-8 6 83-16,-4-3 61 15,-15 1 14-15,-6 2 10 16,-10 0 75-16,-13 7 91 16,-3 6-33-16,-5 3-29 15,0 5-17-15,0 0-35 16,0 0-29-16,-5 17-17 0,-3 21-6 15,-4 9 2-15,6 4-6 16,6 2-5-16,0-7 3 16,14-2-3-16,15-10-1 15,4-6-3-15,2-6-2 16,1-12-3-16,-9-6-8 16,-10-4 5-16,-5 0 0 15,-8-6 11-15,-4-20 1 16,0-12 0-16,0-6 0 15,0-2-1-15,0 2 0 16,0 11 0-16,9 12 0 16,11 6-2-16,5 11-5 15,1 4 3-15,5 8 2 0,0 27-1 16,3 7 2-16,-5 4-1 16,3 0 2-16,-1-4-3 15,-3-4 3-15,4-10 0 16,-1-7 0-16,-3-12 1 15,-5-9 0-15,-5 0 0 16,-6-15 5-16,-2-21 1 16,-5-5 7-16,-5-9 6 15,0-6 0-15,-16-4-4 16,-15 3-10-16,-5 9-4 16,-3 12-2-16,2 16-3 15,1 16-5-15,-1 4-54 0,8 33-115 16,4 5-160-1,12 2-368-15</inkml:trace>
  <inkml:trace contextRef="#ctx0" brushRef="#br0" timeOffset="46951.89">12018 9320 1316 0,'0'0'14'0,"0"0"3"0,0 0 85 0,0 0-86 0,0 0 23 15,125-16 16-15,-40 0-46 16,0 2-9-16,-4 0-32 0,-13 4-108 16,-5 3-87-16,-23-6-44 15</inkml:trace>
  <inkml:trace contextRef="#ctx0" brushRef="#br0" timeOffset="47135.11">12293 8988 941 0,'0'0'27'0,"0"0"133"16,0 0 32-16,0 0-114 16,0 0 24-16,-20 142 4 15,44-66-64-15,4 0-23 16,4 6-14-16,-5 3-5 15,0 1-4-15,-5 4-94 0,3-3-155 16,-3-16-184-16,8-25-305 16</inkml:trace>
  <inkml:trace contextRef="#ctx0" brushRef="#br0" timeOffset="47351.69">12966 9047 833 0,'0'0'371'16,"0"0"-302"-16,0 0 146 16,0 0-92-16,0 0-61 15,0 0-35-15,-47 0-15 16,62 66 0-16,4 9-10 0,-2-1-2 16,-1 1-35-16,-3-6-84 15,-5-8-138-15,-2-20-210 16,-2-23-236-16</inkml:trace>
  <inkml:trace contextRef="#ctx0" brushRef="#br0" timeOffset="48219.75">13106 9051 840 0,'0'0'39'16,"0"0"80"-16,0 0 114 15,0 0-135-15,0 0-53 16,0 0-15-16,2 62 11 15,-2 3-30-15,18-3-9 16,4-3-2-16,5-12-13 16,4-11-22-16,3-12 5 0,1-13 10 15,-1-11 4-15,-5 0 14 16,-3-17 2-16,-7-15 0 16,-11-10 4-16,-6-4-1 15,-2-4 19-15,-2 0-10 16,-22 2 0-16,-8 6-6 15,-1 9-3-15,-2 14-3 16,1 9-6-16,4 10-6 16,11 0 5-16,10 0-10 15,9 0-13-15,2 0-24 16,36 0 37-16,14 1-18 0,10-1-23 16,2 0-17-1,-1 0 21-15,-5-10 23 0,-12 1 26 16,-7 0 5-16,-16 3 2 15,-9 6 31-15,-7 0 23 16,-5 15-22-16,-2 21 24 16,0 8-9-16,0 6-14 15,0-2-15-15,0-2-13 16,0-4-3-16,6-2-2 16,17-10-1-16,8-6-1 15,5-9 0-15,2-10-3 16,2-5 1-16,-9 0-2 0,-8-16 4 15,-12-14 3-15,-11-7 1 16,0-4 1-16,-23-5 9 16,-10 0 0-16,-7 5 6 15,-5 4-6-15,1 9 10 16,6 6-7-16,6 8-3 16,13 6-7-16,12 2-4 15,7 4-3-15,9-2-12 16,33-1-3-16,16 1-6 15,4 2-11-15,0 0-16 16,-8 2 9-16,-7 0 25 16,-11 8 14-16,-10 18 0 0,-8 15 1 15,-6 4 16 1,-6 12 16-16,-4 3-15 16,5-3-7-16,2-4-6 15,7 0-3-15,2-15 0 16,6-8 0-16,0-10 2 0,3-17-1 15,-2-3 13-15,-4 0-3 16,-2-22 18-16,-3-15 4 16,-5-12 7-16,-7-5 16 15,-4-4-20-15,0-2-2 16,-19 4-13-16,-6 6-19 16,-9 9-2-16,-2 13-2 15,0 17-25-15,7 11-101 16,3 0-95-16,10 0-294 15</inkml:trace>
  <inkml:trace contextRef="#ctx0" brushRef="#br0" timeOffset="48439.01">14681 9288 1185 0,'0'0'4'0,"0"0"14"0,0 0 43 0,177-6-55 16,-93-6 1-16,1-4-7 0,-5 2-13 15,-15-2-167 1,-23-4-69-16,-24-4-330 0</inkml:trace>
  <inkml:trace contextRef="#ctx0" brushRef="#br0" timeOffset="48585">14984 8921 681 0,'0'0'169'16,"0"0"-48"-16,0 0 85 16,0 0-95-16,-49 135-12 15,49-65-36-15,11 4-26 16,5 2-25-16,-3 4-9 16,-11 2-3-16,-2 6-84 15,0 4-208-15,-11-15-339 16</inkml:trace>
  <inkml:trace contextRef="#ctx0" brushRef="#br0" timeOffset="48999.67">15797 9038 894 0,'0'0'54'0,"0"0"152"15,0 0-6-15,0 0-70 16,0 0-29-16,0 0-37 16,-29-46-39-16,29 107 1 15,-2 16-8-15,2 5-16 16,0-1-2-16,0-2-34 15,0-2-118-15,13-9-120 0,5-20-190 16</inkml:trace>
  <inkml:trace contextRef="#ctx0" brushRef="#br0" timeOffset="49833.46">15960 9190 936 0,'0'0'17'16,"0"0"63"-16,41-104 51 15,3 84-88-15,3 14 28 16,-5 6-10-16,-11 11-39 16,-18 34-19-16,-13 8 1 15,0 6-1-15,-24-5-2 16,-11-6 0-16,-8-8 1 0,10-10 3 16,6-12 8-16,9-5 9 15,16-7-18-15,2 0-4 16,18-3 0-16,33-3 2 15,14 0-2-15,12 0-9 16,4-20-29-16,-8-6 16 16,-9-4 10-16,-14-3 12 15,-19-4 0-15,-13-1 2 16,-9 2 4-16,-9 4 10 16,0 1 23-16,0 10 5 15,0 3 15-15,0 7-6 16,0 8-9-16,-2 3-10 15,0 0-23-15,-5 14-11 0,0 22 0 16,0 11 2-16,7 10-1 16,0-7 0-16,0 0-1 15,14-4-1-15,5-12-12 16,10-6-12-16,2-13-5 16,3-12-2-16,1-3-1 15,-3 0 10-15,-10-19 9 16,-8-9 10-16,-12-11 4 15,-2-5 2-15,-6 0-2 16,-21-4 3-16,-4 4-3 16,-6 6 1-16,4 3 1 15,6 14 0-15,10 4 2 16,8 11-4-16,9 0 0 16,0 2-4-16,34-1-11 0,12 3-9 15,12 0-10-15,0 2-3 16,-6 0 19-16,-8 2 12 15,-9 15 2-15,-10 2 4 16,-10 6-3-16,-8 2 3 16,-4 5 3-16,-3 7 2 15,0-1 3-15,0 1-1 16,0 2-6-16,2-5-1 16,11-2-1-16,5-8 0 15,4-8 1-15,2-11-4 0,-1-5-6 16,-3-2 10-1,0-2 0-15,-7-21 2 0,-2-14 2 16,-4-9 18 0,-7-4 10-16,0-8 5 0,-20 2 3 15,-13 1-25 1,-8 10 3-16,-1 13-18 0,0 14-4 16,4 13-60-16,4 5-128 15,15 3-285-15</inkml:trace>
  <inkml:trace contextRef="#ctx0" brushRef="#br0" timeOffset="50087.41">17832 9406 1485 0,'0'0'7'0,"0"0"-4"0,0 0 42 0,0 0-38 15,143-90 0-15,-68 78 5 16,1 8-12-16,-13 3-21 16,-19 1-130-16,-17 0-113 15,-23 5-176-15</inkml:trace>
  <inkml:trace contextRef="#ctx0" brushRef="#br0" timeOffset="50251.45">17871 9525 636 0,'0'0'118'15,"0"0"43"-15,0 0-30 16,0 0-44-16,0 0-31 16,0 0 8-16,179 1-52 15,-92-10-12-15,-6-7-58 16,-10-3-141-16,-13-2-149 15</inkml:trace>
  <inkml:trace contextRef="#ctx0" brushRef="#br0" timeOffset="50837.78">19456 9106 1039 0,'0'0'42'0,"0"0"115"0,-49-109-88 15,49 81-6-15,9 0-3 16,27 11-22-16,10 6-30 15,-1 10 4-15,-7 1-12 16,-11 12 6-16,-16 17-6 16,-11 11-1-16,0 9 1 15,-21 5 3-15,-7-6-3 0,3-4 0 16,9-8-1-16,14-9 1 16,2 0 0-16,21 1-9 15,20 0-6-15,13 6 5 16,2 1 8-16,-12-3 2 15,-13-9 3-15,-14-9-2 16,-17-5 0-16,-10-3 15 16,-39-5 36-16,-17 1-27 15,-8-2-17-15,7 0-2 16,12 0-4-16,19-14-2 16,13-4-13-16,17-3-69 15,6-6-87-15,11-1-209 16,23 4-193-16</inkml:trace>
  <inkml:trace contextRef="#ctx0" brushRef="#br0" timeOffset="51434.11">20069 9056 994 0,'0'0'56'0,"0"0"104"15,0 0-34-15,0 0-36 16,0 0-7-16,0 0-14 15,-25-97-39-15,9 127-29 16,-1 14 6-16,1 15-2 16,12 0-3-16,4 0-1 0,0-3-1 15,4-10-6 1,18-9-4-16,5-10-8 16,-2-10 5-16,0-10 1 0,-2-7-1 15,-2 0 9 1,-10-7 4-16,0-19 0 0,-8-7 0 15,-3-11-1-15,0-6-1 16,-3-2-13-16,-8 0-11 16,4 6 12-16,5 3 3 15,2 8-7-15,2 6 1 16,31 9-13-16,10 8 0 16,8 10 7-16,-2 2-1 15,-7 0 14-15,-6 25 1 16,-9 8 4-16,-9 11 4 15,-9 6 1-15,-4-1 3 0,-2 0 5 16,3-4 6-16,0-1-2 16,5-2-2-1,7-8-8-15,4-4 0 0,7-11-2 16,-3-10 1-16,1-9-1 16,-6 0 0-16,-6-14 2 15,-3-18 6-15,-6-10 5 16,-2-10 32-16,-4-4 7 15,0-4-22-15,-18 1-8 16,-11 9-10-16,-9 12-12 16,-1 12 0-16,-5 18-35 15,-2 8-69-15,7 0-63 16,7 22-136-16,12 0-191 0</inkml:trace>
  <inkml:trace contextRef="#ctx0" brushRef="#br0" timeOffset="51768.48">20853 9001 964 0,'0'0'69'0,"0"0"66"0,0 0 16 0,0 0-89 16,0 0-42-16,0 0-13 0,-20 38-3 15,20 27 4-15,0 0-5 16,18-4 0-16,9-4-2 16,2-12-1-16,0-10-1 15,0-15-7-15,0-13 3 16,0-7 5-16,0-1 7 16,-2-29-2-16,-4-15 17 15,-2-11 36-15,-15-7 8 16,-6-8-19-16,-2 0-10 15,-36 9-25-15,-18 18-12 16,-18 24-4-16,-10 20-107 16,-14 18-175-16,3 25-620 15</inkml:trace>
  <inkml:trace contextRef="#ctx0" brushRef="#br0" timeOffset="53267.41">1320 6484 739 0,'-170'52'232'0,"21"-4"-84"0,35-15-41 0,41-11-8 0,35-12-4 15,38-10-40-15,43-20 15 16,75-36-55-16,60-23-11 15,63-17-2-15,50-11-2 16,28-17-11 0,11-8-8-16,-1-2 0 0,-16 4 0 15,-26 4-20-15,-31 19-7 16,-53 13-16-16,-63 26-79 16,-74 32-105-16,-66 25 35 15,-65 20 87-15,-72 45 69 16,-50 26-57-16,-36 21-90 15,-20 11 202-15,-18 14 38 16,-11 12-27-16,-19 9 51 0,4-1 91 16,17-6 24-16,33-13 16 15,71-33-49-15,63-30 43 16,70-38-120-16,53-26-65 16,89-27 2-16,60-44 5 15,70-32 10-15,50-25-13 16,39-20-6-16,26-14-6 15,-4-8-25-15,-7-1-42 16,-33-1-130-16,-50 13-146 16</inkml:trace>
  <inkml:trace contextRef="#ctx0" brushRef="#br1" timeOffset="56437.25">6157 11132 838 0,'-175'5'64'0,"2"3"28"0,-4 4 21 0,14 6-16 16,15 0-8-16,30 1-27 15,44-6-24-15,42 1-13 16,32 3-25-16,77-4 5 15,97-1-5-15,100-12 3 16,107 0-3-16,107-10 0 16,91-16-12-16,85-5 7 0,87-7-5 15,71 3 10 1,83 5 16-16,80 16 20 0,58 6 42 16,57 8 2-16,32 4-23 15,19 18-1-15,0 10-27 16,-25 2 1-16,-42 3-2 15,-71-8-15-15,-83-7 0 16,-97-8-10-16,-111-14 3 16,-110 0-1-16,-117-5-10 15,-111-20-12-15,-106-6-28 16,-96 2-14-16,-91 0-101 16,-85-4-211-16,-56 5-378 15</inkml:trace>
  <inkml:trace contextRef="#ctx0" brushRef="#br1" timeOffset="58016.24">5579 10597 748 0,'0'0'88'0,"0"0"38"0,0 0 48 0,0 0-46 15,0 0 28-15,0 0-52 0,0 0-52 16,-46-68-21 0,44 78-22-16,-6 33-7 0,6 15 11 15,2 5-6 1,0-2-4-16,12-11 0 0,17-8-3 15,4-11-1-15,7-15-2 16,5-15-9-16,-1-1 11 16,6-28-3-16,-12-16 4 15,-9-12 4-15,-10-13 6 16,-12-2-5-16,-7-8 4 16,0 5 11-16,-26 6-3 15,-12 12-5-15,-5 18-5 0,1 14-7 16,-7 18 0-1,7 6-11-15,8 20-68 0,16 24-91 16,16 6-160 0,2 4-219-16</inkml:trace>
  <inkml:trace contextRef="#ctx0" brushRef="#br1" timeOffset="58817.25">6115 10736 1114 0,'0'0'64'16,"0"0"16"-16,0 0 21 15,0 0-20-15,0 0-27 0,0 0-21 16,27-16-14-16,-25 16-10 16,0 0 6-16,-2 8 11 15,2-6-16-15,-2-2-3 16,2 0 0-16,5 0 3 15,9-14 11-15,5-22 6 16,8-15-17-16,2-9-3 16,-1-2-3-16,-1-2 1 15,0-3 2-15,-5 0-3 16,-6 7 0-16,-9 10-3 16,-7 18-1-16,-2 9 0 15,0 17 0-15,-27 6-7 16,-10 5 6-16,-6 30 1 15,1 9 1-15,15 3-1 0,16-1 0 16,11-6 0-16,13 0 0 16,32-4 0-16,8 1-1 15,3-2 2-15,-11 4-1 16,-19-6 0-16,-14 1-1 16,-12-3 0-16,0-2 1 15,-23-4-5-15,3-7-10 16,11-10-8-16,7-8-7 15,2 0 11-15,14-21-42 16,19-19 10-16,9-7 26 16,4-6 6-16,-3 1 0 15,-7-6 17-15,-5-9 2 0,-8-8 3 16,-4-17 0-16,-3-13 4 16,-7-11 3-1,-9-6 0-15,0 1-2 0,-25 13 5 16,-28 16-8-16,-25 26 14 15,-26 25 18-15,-21 29-28 16,-22 12 7-16,-14 50-16 16,-13 37 28-16,-9 41 2 15,9 43 5-15,10 23-10 16,28 20 4-16,47 11-13 16,53-10-10-16,36-19-5 15,78-30-1-15,47-35 0 0,44-44-15 16,29-40-1-1,23-39 4-15,2-17-11 0,-4-60-15 16,-3-32 29-16,-14-30 9 16,-28-34 4-16,-47-25 9 15,-63-22-2-15,-64-18-11 16,-51 14-30-16,-89 16-105 16,-58 41-294-16</inkml:trace>
  <inkml:trace contextRef="#ctx0" brushRef="#br1" timeOffset="60289.21">7948 12274 936 0,'0'0'83'0,"25"-145"70"0,-21 91-81 16,-4 12-14-16,-11 18 2 0,-27 16-40 16,-7 8-11-16,-13 20-4 15,6 24-2-15,4 6 0 16,17 4 0-16,15-1-3 15,16-3 1-15,0-2 0 16,43-4-1-16,13-5 0 16,13-3 4-16,0-7-4 15,-11-4 0-15,-19-7 3 16,-20-8 0-16,-19 0 7 16,-9 0 10-16,-36 2 57 15,-16 0-49-15,-3-6-15 16,8-5 5-16,12-1 2 15,17 0-8-15,16-10-12 0,11-19-2 16,17-14-23 0,42-7-57-16,15-1-44 0,14 3-123 15,1 9-149-15,-6 5 56 16</inkml:trace>
  <inkml:trace contextRef="#ctx0" brushRef="#br1" timeOffset="60533.16">8449 12029 365 0,'0'0'249'15,"41"-108"-60"-15,-22 48-73 16,-3 0-8-16,-3 2 8 16,-5 9-15-16,-8 17-35 15,0 16 4-15,0 14 9 0,0 12-8 16,-19 53-56-16,-8 39 6 16,-6 45 58-16,0 31-20 15,6 17-5-15,-2 10-23 16,2 3-13-1,0-13-13-15,3-12-5 0,6-19 0 16,7-27-37-16,7-29-44 16,4-36-96-16,0-30-100 15,0-36-210-15</inkml:trace>
  <inkml:trace contextRef="#ctx0" brushRef="#br1" timeOffset="60783.35">8095 12232 901 0,'0'0'18'0,"0"0"11"15,0 0-2-15,0 0 4 16,0 0 20-16,0 0-21 16,9 58-10-16,26-58 15 15,-4 0 16-15,-10-18 20 16,-13-8 8-16,-8-2-19 15,0 0-21-15,-8 6-22 16,-13 7-17-16,-2 15-12 16,2 6-107-16,3 35-149 15,11 6-156-15</inkml:trace>
  <inkml:trace contextRef="#ctx0" brushRef="#br1" timeOffset="61051.03">8509 12645 996 0,'0'0'28'15,"0"0"9"-15,0 0 45 16,0 0-21-16,44 113-23 16,-14-105-1-16,-1-8-18 15,-12 0 18-15,0-5 31 0,-13-17 24 16,-4-2-26-1,0-2-11-15,-18 3-1 0,-5 4-31 16,4 9-19 0,-2 10-4-16,2 0-9 0,1 14-42 15,5 14-102-15,13 2-140 16,0-12-353-16</inkml:trace>
  <inkml:trace contextRef="#ctx0" brushRef="#br1" timeOffset="61300.53">9412 12553 1131 0,'0'0'131'15,"0"0"-57"-15,0 0-11 16,0 0-26-16,0 0 59 15,169-60-30-15,-51 39-45 16,-4 2-14-16,-12-1 0 16,-25 3-7-16,-28 11-29 15,-23 4-112-15,-26 2-159 16,0 0-19-16,-38 10-151 16</inkml:trace>
  <inkml:trace contextRef="#ctx0" brushRef="#br1" timeOffset="61486.43">9695 12266 678 0,'0'0'160'0,"0"0"82"16,0 0-47-16,0 0-55 15,0 0-82-15,0 0-27 16,15 125 62-16,8-30-62 16,-1 8-31-16,1 1 0 15,-2-1-77-15,-5 1-111 16,-7-8-144-16,-9-12-98 15</inkml:trace>
  <inkml:trace contextRef="#ctx0" brushRef="#br1" timeOffset="62285.01">10495 12333 556 0,'0'0'398'0,"0"0"-164"0,0 0-32 15,0 0-97-15,0 0 1 16,0 0-65-16,-23-44-28 15,32 105 6-15,1 17-13 16,-4 5-5-16,5-1-1 16,0-3-63-16,2-4-77 0,4-16-130 15,0-26-162-15</inkml:trace>
  <inkml:trace contextRef="#ctx0" brushRef="#br1" timeOffset="62601.1">10724 12389 758 0,'0'0'130'16,"0"0"58"-16,0 0-6 16,0 0-68-16,0 0-83 15,0 0-27-15,-29 32-2 16,38 30 4-16,13-4-5 16,11-4-1-16,4-12-7 15,3-10-15-15,-3-16-7 0,-3-12-7 16,-7-4 21-1,-3-12 15-15,-6-20 8 0,-7-14 9 16,-4-6 4 0,-7-2 12-16,0 0 8 0,-24 5-11 15,-6 13-14-15,-12 16-16 16,-2 20 0-16,-3 0-5 16,-3 26-58-16,17 12-38 15,6 4-97-15,16-7-104 16,11-9-198-16</inkml:trace>
  <inkml:trace contextRef="#ctx0" brushRef="#br1" timeOffset="62888.12">11625 11926 811 0,'0'0'63'16,"11"-114"79"-16,-11 74-30 15,0 11 32-15,0 11-14 16,0 11-34-16,-5 7-25 16,-7 16-32-16,-5 43-14 15,-7 33 29-15,-3 38-11 16,-2 24 3-16,-3 18-11 16,-3 14-14-16,-5-4-8 15,7-8-12-15,6-3-1 16,11-21-7-16,9-21-53 15,5-29 40-15,0-34-90 16,2-30-65-16,0-25-155 0,-2-16-91 16,-9-49 43-16</inkml:trace>
  <inkml:trace contextRef="#ctx0" brushRef="#br1" timeOffset="63158.37">11127 12403 588 0,'0'0'133'15,"0"0"-59"-15,0 0 6 16,0 0-39-16,0 0-36 16,0 0 7-16,29 94 6 0,4-94 8 15,-6-20 39 1,-6-13 8-16,-15-3-1 0,-6 0-7 16,0 4-16-16,-13 8-8 15,-9 14-41-15,-3 10-2 16,6 14-50-16,5 34-99 15,11 8-93-15,3 3-300 16</inkml:trace>
  <inkml:trace contextRef="#ctx0" brushRef="#br1" timeOffset="63350.42">11513 12832 979 0,'0'0'82'0,"0"0"-25"15,0 0 62-15,0 0-41 0,0 0-9 16,133 0-15-16,-101-24-15 16,-10-9-9-16,-11 3 16 15,-11-1-2 1,0 0-21-16,-24 9-2 0,-12 12-18 16,-8 10-3-16,-4 7-5 15,6 30-41-15,9 11-96 16,10 6-179-16,15-5-333 15</inkml:trace>
  <inkml:trace contextRef="#ctx0" brushRef="#br1" timeOffset="63759.25">12205 12647 971 0,'0'0'147'0,"0"0"16"0,0 0-37 16,0 0-70-16,0 0-46 16,0 0 43-16,177-26-31 15,-82 2-20-15,1-1-2 16,-11 6-13-16,-20 0-36 15,-30 12-89-15,-27 1-116 16,-8 0-54-16,-23-2-91 16</inkml:trace>
  <inkml:trace contextRef="#ctx0" brushRef="#br1" timeOffset="63916.56">12446 12356 706 0,'0'0'220'0,"0"0"-47"16,0 0-77-16,0 0 32 15,2 156-38-15,14-84-62 16,2 9-16-16,-6 3-12 16,-6 6-3-16,-6 3-99 15,0-3-177-15,-11-8-103 16</inkml:trace>
  <inkml:trace contextRef="#ctx0" brushRef="#br1" timeOffset="65371.19">13246 12450 485 0,'0'0'421'0,"0"0"-263"0,0 0 74 0,-67-104-71 0,67 99-32 15,0 5-42 1,0 0-51-16,0 29-24 0,0 23-4 16,0 15-4-16,0 5-4 15,0-2 0-15,11 0-46 16,12-5-84-16,6-10-145 15,2-18-255-15</inkml:trace>
  <inkml:trace contextRef="#ctx0" brushRef="#br1" timeOffset="65637.7">13427 12551 933 0,'0'0'21'16,"0"0"68"-1,29-137 16-15,15 106-11 0,1 10-14 16,-7 21-26 0,-11 0-40-16,-19 36-11 0,-8 12 3 15,-11 10 10-15,-28-1 8 16,-8-3 4-16,4-11 12 16,10-16-4-16,15-11-11 15,16-8-15-15,2-6-10 16,39-2-10-16,31 0 1 15,24 0-56-15,12-20-112 16,2-12-177-16,-10-8-159 0</inkml:trace>
  <inkml:trace contextRef="#ctx0" brushRef="#br1" timeOffset="65866.22">14225 12037 703 0,'0'0'90'0,"0"-122"67"16,6 76 4-16,-2 11-13 15,-4 16-7-15,0 13-31 16,0 6-40-16,0 38-50 16,-10 41 1-16,-9 41 39 15,-4 21-14-15,2 18-16 16,-4 6-6-16,-1-4-13 16,-1-4-9-16,-1-6-2 15,3-7-17-15,5-24-36 16,8-21-78-16,8-31-99 15,4-38-152-15,0-30-189 0</inkml:trace>
  <inkml:trace contextRef="#ctx0" brushRef="#br1" timeOffset="66100.53">13850 12504 675 0,'0'0'123'15,"0"0"18"-15,0 0-28 16,0 0-47-16,0 0-9 15,0 0 3-15,-33 29-39 16,69-25-4-16,-7-4 13 16,-7-3 20-16,-9-20 21 0,-11-5 2 15,-2-5-43 1,-2 4 12-16,-18 4-36 0,2 10-6 16,2 11-14-16,6 4-94 15,3 14-65-15,7 23-115 16,0 6-66-16</inkml:trace>
  <inkml:trace contextRef="#ctx0" brushRef="#br1" timeOffset="66337.48">14142 12745 852 0,'0'0'68'16,"0"0"97"-16,0 0-44 15,0 0-83-15,0 0 18 0,0 0-5 16,120 98 4-1,-97-98-3-15,-8-24-4 0,-8-2-6 16,-7-2-4 0,0 2-8-16,-24 6-17 0,-8 9-12 15,-1 11-2-15,-5 0-18 16,4 31-48-16,10 11-93 16,8 0-178-16,16-7-343 15</inkml:trace>
  <inkml:trace contextRef="#ctx0" brushRef="#br1" timeOffset="67020.24">15218 12631 1125 0,'0'0'109'0,"0"0"18"0,0 0 14 16,0 0-87-16,0 0-25 15,0 0 0-15,191-90-17 16,-104 71-12-16,-8 8 0 0,-21 3-49 15,-25 8-107-15,-31 0-111 16,-8 22-83-16,-50 14-47 16</inkml:trace>
  <inkml:trace contextRef="#ctx0" brushRef="#br1" timeOffset="67149.97">15193 12803 580 0,'0'0'177'15,"0"0"-45"-15,0 0-24 16,0 0-17-16,0 0 50 15,181-34-87-15,-80 6-45 16,5-4-9-16,-3 2-25 16,-21 6-102-16,-24 4-196 15</inkml:trace>
  <inkml:trace contextRef="#ctx0" brushRef="#br1" timeOffset="68966.28">16244 12511 996 0,'0'0'36'0,"0"0"95"0,0 0 7 15,0 0-83-15,-46-124-6 0,100 89-28 16,13 5-5-16,2 10 2 16,-11 12-14-16,-18 8 4 15,-14 0-8-15,-18 24 0 16,-8 12 2-16,0 8 0 15,-23 4 6-15,-12 0-5 16,-4-5-2-16,4-5 3 16,6-8-3-16,11-8 3 15,7-6-4-15,11-4-2 16,0-1-6-16,20-2-2 16,20 3 8-16,5 0-1 15,-1 4 3-15,-3 6-2 16,-6 0 2-16,-11-2 0 15,-8-3 2-15,-11-7 8 16,-5-2 11-16,-11-1 40 0,-23 1-8 16,-9 0-19-16,-3-4-12 15,1-2-12-15,7-2-9 16,9 0-1-16,10 0 0 16,9 0-40-16,10-14-54 15,7-12-101-15,22-6-210 16,7-2-123-16</inkml:trace>
  <inkml:trace contextRef="#ctx0" brushRef="#br1" timeOffset="69369.56">16780 12531 739 0,'0'0'66'0,"0"0"75"0,0 0 30 0,0 0-49 0,9-109-3 16,-9 105-27-16,0 4-30 15,0 0-42-15,0 15-16 16,0 16 3-16,0 13 3 16,0 5-4-16,0-1-3 15,2-4 0-15,18-8-3 16,5-5 0-16,4-8-1 16,4-6 0-16,3-12-10 15,-1-5 2-15,1 0-4 16,-5-5 11-16,-6-20 2 15,-5-5 3-15,-9-6 0 0,-11-4 2 16,0-7-1-16,-7 0 2 16,-19-1 2-16,-10 5-5 15,-2 11-2-15,0 14-2 16,0 15 1-16,-3 3 0 16,7 11-2-16,1 24-9 15,10 9-29-15,12 1-35 16,11 4-66-16,5-6-91 15,28-10-93-15,11-14-231 16</inkml:trace>
  <inkml:trace contextRef="#ctx0" brushRef="#br1" timeOffset="69683.6">17536 12176 651 0,'0'0'46'15,"17"-148"71"1,-8 82-15-16,0 13 29 0,-6 16-13 16,-3 14-10-16,0 13-20 15,0 10-16-15,-12 0-30 16,-12 26-22-16,-7 40-5 16,-6 34 44-16,4 35-6 15,4 21-2-15,0 11-3 16,5 3-17-16,2-8-10 0,4-5-12 15,7-11-6-15,4-13-3 16,4-21-1-16,3-20-18 16,0-26-24-16,0-22-42 15,0-18-78-15,0-21-101 16,0-5-107-16,-3-49-5 16</inkml:trace>
  <inkml:trace contextRef="#ctx0" brushRef="#br1" timeOffset="69933.19">17154 12358 788 0,'0'0'57'15,"0"0"26"-15,0 0-15 0,0 0 4 16,0 0-7-16,-89 114-50 16,122-92-7-16,10-8-7 15,1-14 14-15,-6 0-1 16,-7-19 28-16,-12-13 17 15,-13-7 18-15,-6 2-16 16,0 0-34-16,-17 7-11 16,-6 12-16-16,-2 18-6 15,5 0-44-15,5 32-116 16,6 10-131-16,9 2-501 16</inkml:trace>
  <inkml:trace contextRef="#ctx0" brushRef="#br1" timeOffset="70234.02">17598 12721 982 0,'0'0'45'0,"0"0"3"16,0 0 4-16,0 0 2 15,0 0 21-15,0 0-44 16,13 125-8-16,-4-106-7 15,0-6 4-15,0-9-2 16,0-4 2-16,1 0 11 16,4-9 11-16,-3-14-6 15,1-9-4-15,-8 1 8 0,-4 3-18 16,0 6-3-16,0 6-12 16,-18 10-7-16,-7 6-12 15,-8 6-41-15,-3 29-126 16,-1 2-128-16,4 2-371 15</inkml:trace>
  <inkml:trace contextRef="#ctx0" brushRef="#br1" timeOffset="72490.25">18496 12512 761 0,'0'0'182'0,"0"0"-69"0,0 0 73 16,0 0-95-16,0 0-47 15,0 0-1-15,-83-68-13 16,54 113-9-16,7 7 3 0,7 2-11 15,10-4-6-15,5-6-6 16,0-8 2-16,18-8-3 16,11-10 0-16,4-10 0 15,6-8 0-15,0 0 10 16,-3-14-10-16,-5-12 7 16,-11-4-6-16,-14-2 3 15,-6-2 1-15,-13-2-4 16,-27 0-1-16,-11 4-4 15,-6 4 2-15,3 10 2 16,6 6 3-16,13 3-2 16,15 5-1-16,13 4 0 15,7-4-2-15,21-3-38 16,25-4 20-16,21-2-11 16,11-8-24-16,5-2-17 0,2-10 22 15,-8-5 11-15,-17-2 24 16,-18-4 15-16,-19 1 4 15,-21-2-1-15,-2-4 0 16,-7 1 1-16,-17-2-3 16,-3 4 3-16,-2 7 2 15,3 3 7-15,1 13 15 16,7 7 1-16,5 8 9 16,1 8 12-16,6 6-22 15,-1 42-16-15,5 32 25 16,2 37 24-16,0 25-15 15,23 24 2-15,4 21-1 0,-7 2-17 16,8 11-6 0,-3-10-11-16,2-19-7 0,4-19-4 15,2-23 0 1,3-28-2-16,-1-16 0 0,3-23 0 16,-7-22 0-16,-4-18-6 15,-5-18-8-15,-3-4-12 16,-6-10 12-16,-7-28 0 15,-6-16-3-15,0-14-7 16,-25-8 13-16,-14 0 4 16,-6 3-2-16,-4 7 9 15,-3 8 0-15,4 7 2 0,3 10 0 16,12 10 7 0,9 9 3-16,12 11-6 0,12-3-6 15,4-3-1-15,39 1-20 16,22-1-46-16,22-2-94 15,11-4-170-15,4-8-390 16</inkml:trace>
  <inkml:trace contextRef="#ctx0" brushRef="#br1" timeOffset="74200.53">19452 12266 930 0,'0'0'24'0,"0"0"158"0,-59-107-4 15,53 92-47-15,1 8-10 16,5 6-19-16,0 1-59 0,0 0-23 15,0 14 4 1,3 22 8-16,4 12-6 0,-1 8-14 16,-4 4-12-16,-2 2 0 15,0 1-11-15,0-4-33 16,0-2-45-16,0-9-108 16,16-16-137-16,4-18-178 15</inkml:trace>
  <inkml:trace contextRef="#ctx0" brushRef="#br1" timeOffset="74568.2">19701 12316 925 0,'0'0'59'0,"0"0"125"0,0 0-46 16,0 0-63-16,0 0 20 15,0 0-29-15,-66-90-38 16,66 90-27-16,0 15 2 15,-3 20 0-15,3 11 5 16,-2 4-5-16,2-6 1 16,0-2-3-16,0-6-1 15,18-8 0-15,13-6 0 16,4-7-5-16,14-13-6 16,0-2-1-16,0-2 1 15,-4-24 4-15,-11-6 7 16,-10-7 3-16,-10-7 1 15,-12 0 1-15,-2-2 11 0,-7-2 2 16,-26 6 4 0,-8 10 1-16,-3 9-13 0,-3 20-10 15,2 5-1-15,-2 16-17 16,12 26-48-16,8 16-85 16,10 3-195-16,12-4-275 15</inkml:trace>
  <inkml:trace contextRef="#ctx0" brushRef="#br1" timeOffset="74766.35">20175 12679 1365 0,'0'0'87'0,"0"0"61"15,0 0-89-15,0 0 18 16,0 0-64-16,0 0-9 15,-21 86-4-15,21-15-6 16,0 2-76-16,0-4-127 16,0-13-190-16,0-18-322 15</inkml:trace>
  <inkml:trace contextRef="#ctx0" brushRef="#br1" timeOffset="75134.87">20410 12232 1101 0,'0'0'88'0,"0"0"33"15,0 0-29-15,0 0-45 16,0 0-23-16,0 0-15 16,-52-32-8-16,52 82 6 15,0 2 1-15,9 0-7 16,7-2-2-16,4-8-3 15,2-11-13-15,3-10-4 16,1-8-8-16,1-13 15 16,0 0 14-16,0-10 3 15,-3-20 2-15,-2-10-3 0,-1-7 5 16,-8-3 14-16,-7-6 18 16,-6 2-12-16,0 6 5 15,-24 9-11-15,-14 17-20 16,-8 21-1-16,-10 1-4 15,-5 42-93-15,3 14-47 16,8 2-234-16,13-10-564 16</inkml:trace>
  <inkml:trace contextRef="#ctx0" brushRef="#br1" timeOffset="75534.63">20958 12156 1095 0,'0'0'82'0,"0"0"30"15,0 0-30-15,0 0-50 16,0 0 1-16,0 0-17 16,-49-34-14-16,42 71 6 15,1 10-1-15,0-1-7 16,6 2 6-16,0-1-3 15,0-4-3-15,6-5-1 16,17-8 1-16,6-7 1 16,5-10 0-16,4-9 2 15,0-4 0-15,2-1 3 0,-5-24-3 16,-1-8 3-16,-12-8 14 16,-8-1 26-16,-9-4-9 15,-5-2 1 1,0 4-21-16,-19 4-4 0,-14 12-13 15,-7 14-5-15,-7 14-2 16,-4 0-52-16,0 33-69 16,-1 10-141-16,8-2-288 15</inkml:trace>
  <inkml:trace contextRef="#ctx0" brushRef="#br1" timeOffset="75884.47">21492 12069 694 0,'0'0'391'0,"0"0"-295"16,0 0-2-16,0 0-58 16,0 0-29-16,0 0 10 15,-66 33 19-15,64 27-21 16,2 2-2-16,0-3-10 15,4-3-3-15,21-8-1 16,8-8 1-16,9-10 5 16,10-12-2-16,6-12 1 0,-2-6 3 15,3 0-4 1,-6-28 8-16,-1-13 17 16,-8-7 24-16,-8-6 1 0,-12-4 1 15,-17 0-6-15,-7 1-21 16,-15 6-10-16,-39 12-17 15,-21 20-3-15,-28 19-51 16,-15 19-67-16,-12 34-109 16,-7 0-357-16</inkml:trace>
  <inkml:trace contextRef="#ctx0" brushRef="#br1" timeOffset="76518.31">17027 11328 982 0,'0'0'80'0,"0"0"79"0,-140-72-37 0,121 113-59 16,19 68 15-16,30 43 2 15,55 47 4-15,35 25-51 16,27 3-21-16,11 1-9 15,-2-11-3-15,-7-1-41 16,-12-2-50-16,-15-13-115 16,-19-6-34-16,-16-30-438 0</inkml:trace>
  <inkml:trace contextRef="#ctx0" brushRef="#br1" timeOffset="77139.41">21232 12398 468 0,'0'0'478'0,"-147"0"-350"0,95 0 38 0,26 0-53 0,15 0-39 0,11 0-4 16,53-4-47-16,39-13-1 16,43-8-8-16,42 3-10 15,18-2 1-15,15 2-5 16,-8 6-38-16,-30 12-86 0,-39 4-130 15,-41 0-342 1</inkml:trace>
  <inkml:trace contextRef="#ctx0" brushRef="#br1" timeOffset="77700.46">15620 15186 1127 0,'0'0'8'0,"0"0"82"0,0 0 18 0,0 0-81 15,0 0 6-15,0 0-4 0,202-50-27 16,-95 43-2-16,-12 7-163 16,-12 0-179-16,-21 0-127 15</inkml:trace>
  <inkml:trace contextRef="#ctx0" brushRef="#br1" timeOffset="77835.44">15913 15310 719 0,'0'0'226'16,"-122"38"-25"-16,93-26-72 15,27-8-52-15,6-2-47 16,56-2-30-16,40 0 0 16,39-23-109-16,19-10-195 15,7-5-246-15</inkml:trace>
  <inkml:trace contextRef="#ctx0" brushRef="#br1" timeOffset="78203.47">16693 15025 892 0,'0'0'114'0,"0"0"89"16,0 0-126-16,-25-103-46 15,73 78 0-15,0 9-15 16,-5 16 2-16,-16 0-7 15,-19 24-8-15,-8 16 4 16,-6 8 13-16,-29 2 1 16,-2-4-5-16,6-10-3 0,9-9-3 15,18-7-4 1,4-2-6-16,15-4-2 16,27 0 2-16,14 0-6 0,0 6-2 15,-2 0 5-15,-15 6 3 16,-12-8 2-16,-18 0 0 15,-9 0 4-15,-11-4 35 16,-29 3 23-16,-16-10-16 16,-6 3-7-16,2-8-23 15,4-2-9-15,16 0-1 16,9 0-8-16,13 0-19 16,9 0-64-16,9 0-93 15,0-6-159-15,2-11-332 16</inkml:trace>
  <inkml:trace contextRef="#ctx0" brushRef="#br1" timeOffset="78566.97">17069 15058 869 0,'0'0'94'0,"0"0"87"15,0 0-11-15,0 0-70 16,0 0-20-16,0 0-56 15,-50-49-22-15,50 98 8 16,8 12 2-16,3 2-7 16,1-5-4-16,3 0 1 15,5-10-2-15,4-8 0 0,6-12-7 16,1-12-5-16,3-16 12 16,-1 0 1-16,-4-7 6 15,-2-30-3-15,-8-6 5 16,-7-9-3-1,-12-5 21-15,0-4 12 0,-18 3-2 16,-18 8-18-16,-1 10-10 16,-8 12-7-16,3 20-2 15,-1 8-20-15,3 32-63 16,9 20-76-16,10 7-226 16,13-1-591-16</inkml:trace>
  <inkml:trace contextRef="#ctx0" brushRef="#br1" timeOffset="78935.42">17451 15073 829 0,'0'0'100'15,"0"0"76"-15,0 0-9 16,0 0-75-16,0 0-40 15,0 0-41-15,-38-21-4 16,38 71 29-16,0 11-9 16,7 2-17-16,6 1-5 15,3-6-5-15,1-10 4 16,8-14-2-16,4-10-2 0,0-16 7 16,2-8-2-1,0 0 2-15,-4-33-1 0,-4-9-1 16,-8-11 15-16,-9-5 14 15,-6-5 11-15,0 4-12 16,-15 7-9-16,-14 8-16 16,-2 17-8-16,-9 21-6 15,-3 6-15-15,3 27-72 16,7 17-106-16,13 1-225 16</inkml:trace>
  <inkml:trace contextRef="#ctx0" brushRef="#br1" timeOffset="79267.61">17788 15031 1026 0,'0'0'83'0,"0"0"73"0,0 0-69 16,0 0-78-16,0 0 26 15,-30 110 18-15,52-52-22 16,7-5-14-16,2-7-10 15,4-10-3-15,-2-14-2 16,-2-12 3-16,5-10 9 0,-3 0 15 16,2-25 11-1,1-18 1-15,-7-15-2 16,-9-5-5-16,-15-3-13 16,-5 4-2-16,-38 6-13 0,-34 22-6 15,-24 29-6-15,-17 13-57 16,-9 55-101-16,1 14-217 15,12 3-464-15</inkml:trace>
  <inkml:trace contextRef="#ctx0" brushRef="#br1" timeOffset="79582.98">16225 16181 888 0,'-214'27'52'0,"11"-1"103"16,18 2 15-16,29-6-63 16,43-8-5-16,55-1-9 15,58-12-22-15,74-1-48 16,98-1 8-16,90-30-17 15,84-9-8-15,72-4-3 16,52-2-3-16,32-2-4 16,1 2-4-16,-26 12-6 0,-60 8-10 15,-101 7-12 1,-109 14-68-16,-117 5-96 16,-101 0 23-16,-136 9-1 0,-105 22-76 15,-87 9-73-15</inkml:trace>
  <inkml:trace contextRef="#ctx0" brushRef="#br1" timeOffset="79734.25">16983 16276 338 0,'-457'62'243'16,"45"-3"28"-16,73-7-84 16,96-16-22-16,118-17-49 15,125-19-22-15,116 0-47 16,148-42 28-16,114-11-45 16,96-18-21-16,66 4-7 15,33 0-2-15,-7 9 4 16,-57 14-4-16,-87 4-5 15,-111 4-79-15,-123-4-387 0</inkml:trace>
  <inkml:trace contextRef="#ctx0" brushRef="#br1" timeOffset="80800.53">1266 6607 968 0,'-185'65'22'0,"-4"2"63"0,8-3 47 0,19-4-19 16,21-12-12-1,45-15 8-15,48-17-42 0,48-16-32 16,44-26-23-16,87-42 3 16,72-35-8-16,74-32-4 15,59-21-3-15,45-18-13 16,38-13-9-16,11-1 1 15,-2 6-9-15,-16 11 13 16,-42 23 6-16,-56 28 3 16,-78 27-48-16,-93 39-54 15,-90 34-95-15,-68 20-29 16,-110 46 29-16,-80 39-309 16</inkml:trace>
  <inkml:trace contextRef="#ctx0" brushRef="#br1" timeOffset="81001.12">664 7084 1294 0,'-247'120'24'16,"67"-32"1"-1,70-35-11-15,83-43 10 0,61-29-8 16,107-68 2-16,99-63-2 16,90-53-16-16,100-38-4 15,82-25-28-15,57-4 20 16,30 10 5-16,-9 10-9 15,-25 17-42-15,-49 24-144 16,-62 23-166-16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13:19:24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11216 5741 715 0,'0'0'167'0,"0"0"-151"0,0 0-16 0,0 0-47 16,0 0-177-16</inkml:trace>
  <inkml:trace contextRef="#ctx0" brushRef="#br0" timeOffset="720.93">11997 5554 977 0,'0'0'56'0,"0"0"116"16,0-137-112-16,-23 110-12 15,-10 9 0-15,-5 18-1 16,-11 0-38-16,-5 38-9 16,1 12 0-16,4 6-1 15,13 5 0-15,18-3-2 16,18 2-16-16,0-2-20 15,31-8-10-15,21-2-4 16,6 0-15-16,4-6 1 16,-4-4 29-16,-13-3 20 15,-16-15 15-15,-19-7 3 16,-10 1 17-16,-15-2 50 16,-34 3 27-16,-20-3-45 0,-8-8-3 15,0-4-9-15,13 0-11 16,20-8-18-16,17-16-8 15,25-10-72-15,2-9-186 16,23 0-232-16</inkml:trace>
  <inkml:trace contextRef="#ctx0" brushRef="#br0" timeOffset="849.53">12309 5700 25 0,'0'0'1150'16,"0"0"-1118"-16,-43-114 124 16,34 94-51-16,5 13 0 15,2 4-16-15,2 3-44 16,0 5-33-16,0 32-6 16,2 15 4-16,8 16 3 15,-2 6-8-15,-6 7-3 16,-1 1-2-16,-1-2-15 15,0-4-29-15,0-7-35 16,0-5-109-16,0-10-97 16,0-18-149-16</inkml:trace>
  <inkml:trace contextRef="#ctx0" brushRef="#br0" timeOffset="1465.69">13005 6230 527 0,'0'0'451'0,"0"0"-413"0,0 0 120 0,0 0-130 15,0 0-19-15,0 0 17 16,83-34-16-16,8 16-10 15,-1 4-1-15,-10 6-65 0,-25 8-161 16,-24 0 3 0,-23 5 17-16,-8 18-274 0</inkml:trace>
  <inkml:trace contextRef="#ctx0" brushRef="#br0" timeOffset="1600.49">13053 6347 558 0,'0'0'80'0,"0"0"84"16,0 0-76-16,0 0-36 15,0 0-33-15,0 0 3 16,77 17-22-16,35-27-11 16,15-14-133-16,-1-6-118 15</inkml:trace>
  <inkml:trace contextRef="#ctx0" brushRef="#br0" timeOffset="2031.91">14800 5628 1090 0,'0'0'29'15,"-48"-104"49"-15,31 78 103 16,8 14-96-16,4 10 38 16,5 2-70-16,0 27-27 15,0 30-17-15,0 28 10 16,0 13-13-16,0 12-6 0,5 8-29 16,-1 0-80-16,1-11-168 15,-3-25-209-15</inkml:trace>
  <inkml:trace contextRef="#ctx0" brushRef="#br0" timeOffset="2249.71">14665 5659 1027 0,'0'0'37'16,"23"-118"37"-16,28 77-36 15,12 19 0-15,1 14 36 16,3 8-22-16,-5 10-20 15,-20 28-28-15,-26 14-4 0,-16 9-8 16,-37 6-27 0,-33 0-30-16,-5-11-34 0,6-8-39 15,10-14 3-15,22-8-111 16,17-8-153-16</inkml:trace>
  <inkml:trace contextRef="#ctx0" brushRef="#br0" timeOffset="2482.71">15336 5645 280 0,'0'0'826'15,"5"-103"-717"-15,-5 77 75 0,0 10-70 16,0 10-18-16,0 4-29 16,0 2-34-16,0 22-25 15,0 25-4-15,2 24 2 16,7 8-6-16,2 2 0 15,0 2-33-15,-5-5-61 16,4-6-77-16,-6-15-73 16,1-20-141-16,1-20-165 15</inkml:trace>
  <inkml:trace contextRef="#ctx0" brushRef="#br0" timeOffset="2621.17">15280 5753 894 0,'0'0'7'0,"0"0"60"0,-58-129 82 16,58 91-99-16,6 5-1 16,38 0-34-16,25 5-15 15,13 14-85-15,3 8-112 16,-9 6-148-16</inkml:trace>
  <inkml:trace contextRef="#ctx0" brushRef="#br0" timeOffset="2820.88">15758 5486 500 0,'0'0'508'0,"0"0"-389"16,0 0 95-16,0 0-133 15,0 0-13-15,0 0 1 16,-56 18-4-16,56 25-22 0,0 8-28 16,2 11-10-1,14 5-5-15,-1 4-2 16,-4 3-49-16,-4-11-60 0,-2-10-115 15,-5-18-121-15,0-29-84 16</inkml:trace>
  <inkml:trace contextRef="#ctx0" brushRef="#br0" timeOffset="3115.65">15746 5559 803 0,'0'0'9'15,"0"0"40"-15,0 0 15 16,107-109-14-16,-69 109 42 15,-3 0-9-15,-10 26-21 16,-14 20-41-16,-11 16-13 16,-17 7 6-16,-28-5-14 0,-6-8-7 15,-1-12 6 1,8-14 0-16,11-10 2 0,13-9-1 16,13-8 0-16,7 5-1 15,11 6-4-15,33 5 5 16,18 4 5-16,10 2 5 15,2-6-8-15,-6-2-2 16,-2-3-2-16,-13-6 2 16,-10 2-19-16,-20 2-88 15,-23 5-85-15,-6 6-130 0,-47 1-288 16</inkml:trace>
  <inkml:trace contextRef="#ctx0" brushRef="#br0" timeOffset="3382.59">14459 6605 1010 0,'-125'4'7'0,"38"2"108"16,46-6 17-16,41 0-78 15,29 0-29-15,77 0 13 16,58-8 8-16,61-18-19 0,47-8-21 15,25-2 28-15,10 2-10 16,0 5-1-16,-17 3-13 16,-31 11-3-16,-43 5-7 15,-70 7-18-15,-63 3-128 16,-79 0-147-16,-39 24-130 16</inkml:trace>
  <inkml:trace contextRef="#ctx0" brushRef="#br0" timeOffset="3651.99">15205 7038 337 0,'0'0'888'0,"0"0"-843"16,0 0 152-16,-11-108-104 15,10 108-43-15,1 0 15 16,-2 26-48-16,0 24-10 16,2 12 0-16,0 14-5 15,0-3-2-15,4 2-27 16,17-4-52-16,1-15-78 16,-1-12-59-16,0-22-135 15,-3-18-153-15</inkml:trace>
  <inkml:trace contextRef="#ctx0" brushRef="#br0" timeOffset="4215.49">15483 7066 1045 0,'0'0'62'0,"0"0"141"16,0 0-84-16,0 0-47 16,0 0-11-16,0 0-25 15,-13-13-31-15,13 44-4 16,0 13 1-16,3-1-2 15,23-7 4-15,5-5-4 16,0-8-14-16,0-7-5 16,0-10-1-16,-2-6 0 15,-4 0 2-15,-7-4-5 16,-7-18 15-16,-11-6 8 16,0-2-1-16,-4-6-4 0,-23 0-13 15,0 1 11-15,-1 3-3 16,8 8 9-16,6 4-1 15,7 3 0-15,7 0-1 16,11-4-9-16,32-2-18 16,19 2 24-16,9 4 1 15,2 3 5-15,-3 4 3 16,-7 10-3-16,-13 0 11 16,-13 8 10-16,-11 21-7 15,-15 12 4-15,-11 11 0 16,0 2 8-16,0 4-8 0,0-5-7 15,0-6-1 1,0-2-6-16,18-9 3 0,11-6-5 16,4-14 0-16,10-12 1 15,-1-4 0-15,3-14 4 16,-3-22 3-16,-4-14 3 16,-9-14 14-16,-19-7 5 15,-6-3-6-15,-4-3-9 16,-19 14-11-16,-27 10-6 15,-17 23-1-15,-26 30-16 16,-14 6-79-16,-5 27-162 16,-2 5-437-16</inkml:trace>
  <inkml:trace contextRef="#ctx0" brushRef="#br0" timeOffset="11398.68">7186 8514 1070 0,'0'0'59'0,"0"0"112"0,-47-132-14 0,47 112-58 0,0 12-8 16,0 8-28-16,0 0-31 15,0 34-15-15,15 27-8 16,8 16 9-16,-3 14-8 16,-2-8-10-16,-4 4 0 15,3 0-10-15,5-4-28 0,3-8-51 16,-2-11-86 0,-4-16-97-16,-3-24-115 0,-10-24-40 15</inkml:trace>
  <inkml:trace contextRef="#ctx0" brushRef="#br0" timeOffset="11583.09">7164 8787 629 0,'0'0'59'16,"-49"-130"96"-16,46 72-78 15,3 3 24-15,27 15-27 16,23 14-14-16,12 16-1 16,5 10-2-16,-7 6-14 15,-12 21-8-15,-21 10-22 16,-18 12-11-16,-9 8-4 0,-51 12-6 15,-21 0-64 1,-9-4-125-16,4-15-87 0,16-16-23 16</inkml:trace>
  <inkml:trace contextRef="#ctx0" brushRef="#br0" timeOffset="11915.86">8197 8685 641 0,'0'0'29'0,"0"0"51"16,0 0 29-16,0 0 19 15,-2-121 38-15,2 101-24 16,0 13-32-16,-2 4 1 16,-9 3-39-16,-14 20-52 15,-12 25 0-15,-13 16-8 16,0 10-5-16,0-1-7 16,8 4 0-16,2-2-63 15,6-3-91-15,5-11-122 16,10-22-100-16,1-24-261 15</inkml:trace>
  <inkml:trace contextRef="#ctx0" brushRef="#br0" timeOffset="12132.64">7783 8617 891 0,'0'0'80'0,"0"0"83"15,0 0-8-15,0 0-63 16,0 0-27-16,0 0-34 15,63 55 43-15,-3 8-43 16,4 1-31-16,1 0-6 16,-5-1-14-16,-4 0-43 15,-12-5-58-15,-13-8-122 16,-15-11-125-16,-9-13-265 0</inkml:trace>
  <inkml:trace contextRef="#ctx0" brushRef="#br0" timeOffset="14965.56">8575 8576 1038 0,'0'0'33'0,"0"0"124"0,-25-126 2 15,13 104-38-15,8 14-10 16,2 6-34-16,2 2-38 15,0 0-21-15,0 12-15 16,0 30-3-16,0 18 6 16,-3 7-3-16,1-6 2 0,2-10-4 15,-2-11-1 1,2-10-6-16,0-14-5 0,0-8-7 16,0-6-1-16,0-2-3 15,2 0 9-15,7-6 13 16,5-20 0-16,5-6-6 15,6-3 4-15,4 9 0 16,0 7 0-16,4 6-5 16,-1 12 3-16,3 1 4 15,1 4 3-15,-2 19 1 16,-5 5 3-16,-10 0 1 16,-7 3-2-16,-12-1-1 15,0 2-1-15,-34 2-4 16,-10 2-3-16,-8 0-69 15,4-5-77-15,7-12-46 0,7-11-107 16,3-8-62-16,2-13-180 16</inkml:trace>
  <inkml:trace contextRef="#ctx0" brushRef="#br0" timeOffset="15101.16">8483 8549 426 0,'0'0'421'0,"0"0"-350"16,44-115 20-16,0 81 7 15,12 6 9-15,9 7-55 16,5 16-36-16,-4 5-16 0,-1 17-153 16,-14 27-165-1,-13 15-375-15</inkml:trace>
  <inkml:trace contextRef="#ctx0" brushRef="#br0" timeOffset="15634.16">9755 8582 883 0,'0'0'33'0,"0"0"133"0,0 0-12 0,0 0 7 16,0 0-35-16,0 0-58 15,15-100-38-15,-36 119-23 16,-24 29 7-16,-16 17-10 16,-3 9-4-16,1 7-13 15,5-1-77-15,4-5-77 16,11-10-98-16,5-16-65 16,12-24-49-16</inkml:trace>
  <inkml:trace contextRef="#ctx0" brushRef="#br0" timeOffset="15818.64">9367 8637 678 0,'0'0'127'0,"0"0"24"15,0 0 93-15,0 0-77 16,0 0-48-16,0 0-59 16,23-49-29-16,3 92-5 15,10 19-6-15,11 3-20 16,6 8-19-16,3-1-74 15,-5-4-109-15,-6-7-172 16,-16-18-309-16</inkml:trace>
  <inkml:trace contextRef="#ctx0" brushRef="#br0" timeOffset="16265.95">10127 8687 879 0,'0'0'78'0,"0"0"-52"16,-62-137 123-16,62 93-91 15,6 1-3-15,25 18 3 16,9 9-40-16,1 10 1 0,-5 6-4 16,-10 20 0-16,-8 24 5 15,-13 13-2-15,-5 0 0 16,-14 6-3 0,-24-7-4-16,-5-11 6 0,4-6 11 15,3-12-4-15,9-10 4 16,12-9-10-16,6-4-4 15,9-4-13-15,0 0-1 16,33 0 0-16,21 0 0 16,14 0 3-16,12 0-3 15,4-4-35-15,-5-4-15 16,2 4-34-16,-8-1-58 16,-6 4-130-16,-11-1-75 0</inkml:trace>
  <inkml:trace contextRef="#ctx0" brushRef="#br0" timeOffset="16682.83">7059 9382 953 0,'-136'0'0'0,"29"0"20"0,25 0 36 0,28 0 0 0,30 0 34 16,24 0 8-16,55 0-55 15,66 0 22-15,70 3-14 16,68-3-13-16,55 0-8 16,44-3 2-16,12-12-14 15,14-2-2-15,-16 4-9 0,-23 4 9 16,-25 3-16-16,-46 2-15 16,-46 2-24-16,-55-2-22 15,-54-1-72-15,-54 4-80 16,-48-5-94-16,-23-1-320 15</inkml:trace>
  <inkml:trace contextRef="#ctx0" brushRef="#br0" timeOffset="17116.93">8423 9812 1191 0,'0'0'35'0,"0"0"123"0,-56-105-8 0,52 91-42 0,2 3-17 15,2 10-38-15,0 1-29 16,0 8-24-16,0 36 3 15,0 19-3-15,0 23 0 16,13 6-29-16,3 0-38 16,5-4-80-16,6-13-97 15,-2-28-123-15,2-18-175 16</inkml:trace>
  <inkml:trace contextRef="#ctx0" brushRef="#br0" timeOffset="17683.45">8735 9880 908 0,'0'0'35'16,"0"0"131"-16,0 0-5 0,0 0-54 15,0 0-2-15,0 0-28 16,-38-93-34-16,31 95-37 16,0 27-4-16,3 7 4 15,2 11-1-15,2 1-4 16,0-4 1-16,8-5-2 15,13-7-1-15,1-6-7 16,2-8-4-16,5-8 5 16,-2-10-6-16,0 0 10 15,-7-8 3-15,-5-14 4 0,-8-9-3 16,-7-4 0-16,-2-3-1 16,-28-2-12-16,-3 2-7 15,-2 6 7-15,8 4 9 16,8 7 0-16,11 3 3 15,8 4-5-15,0-1-15 16,31-1-12-16,14-1 18 16,9 5 2-16,1 4 0 15,-3 7-6-15,-7 1 4 16,-8 0 5-16,-8 11 8 16,-9 14-1-16,-11 12 1 15,-9 9 1-15,0 5 4 16,0 9-1-16,0 6-1 0,0-8-2 15,0-4 0-15,12-10-1 16,12-13 0-16,7-12-11 16,0-11 3-16,3-8-5 15,-5-5 14-15,-5-30 0 16,-4-13 5-16,-11-11 10 16,-7-8 16-16,-2-2 6 15,-2 4-8-15,-25 8-25 16,-8 13-4-16,-19 22-33 15,-22 22-104-15,-16 0-394 16</inkml:trace>
  <inkml:trace contextRef="#ctx0" brushRef="#br0" timeOffset="19565.8">8137 3026 950 0,'0'0'37'0,"-216"-9"170"0,118 9-36 15,19 0-58-15,23 0-29 16,27 6-16-16,20 7-23 16,9 1-30-16,44-2-11 15,37 2 1-15,32-7-1 16,27-2-4-16,15-5-7 16,7 2-10-16,-13-2-25 15,-18 0-24-15,-31 0-67 16,-32 0-64-16,-37 0-93 15,-31 0-64-15,-27 0-61 16</inkml:trace>
  <inkml:trace contextRef="#ctx0" brushRef="#br0" timeOffset="19798.41">8390 3102 387 0,'-143'6'151'15,"-3"2"-19"-15,5 2 48 16,11 0-28-16,30 4 1 16,33-1-39-16,38-5-30 15,29 9-44-15,18-7-31 16,57-1 24-16,37-3 5 15,28-6-24-15,26 0-11 16,5 0-3-16,-4-13-12 16,-16 1 2-16,-21-6-10 15,-34 4-17-15,-34 2-71 16,-27 0-50-16,-26 3 26 16,-9 5 55-16,-40-1-41 15,-20 5 30-15,-15 0 7 0,-4 9 17 16,-4 12-22-16,0-1-85 15</inkml:trace>
  <inkml:trace contextRef="#ctx0" brushRef="#br0" timeOffset="20918.05">12388 3144 838 0,'-156'0'6'0,"7"-2"47"0,11-2 64 0,20 0-33 15,27 2 15-15,33 0-7 0,31 2-12 16,27 0-30-16,60 0-30 15,56 0-8-15,58 0 0 16,49 0-7-16,49 4-5 16,29-4 0-16,21 6-2 15,8 0-6-15,-9 2 8 16,-14 1-14-16,-28-3-5 16,-43-4 7-16,-49-2-17 15,-60 0-19-15,-58 0-46 16,-49 0 10-16,-31-11 38 15,-73 1-58-15,-52 2-3 16,-52 6-102-16,-32 2 90 16,-30 0 32-16,-17 0 4 15,-9 2 48-15,-8 14 35 0,0 0 17 16,9 2 79-16,26-1 34 16,29-5 3-16,43 1-2 15,48-3-35-15,46-6 12 16,43 0-34-16,40 1-8 15,32 1-27-15,69-5-2 16,63-1 41-16,61 0-42 16,43 0-26-16,27-5-4 15,13-3-4-15,-5 1-2 16,-18 1 0-16,-26 2 0 16,-32-2-13-16,-44 2-75 15,-42 0-82-15,-48-7-76 0,-49-6-319 16</inkml:trace>
  <inkml:trace contextRef="#ctx0" brushRef="#br0" timeOffset="24198.46">8679 3859 932 0,'-133'-19'9'0,"7"8"47"0,22 5 134 15,33 3-102-15,25-3-4 16,38 4-19-16,22 2-6 15,72 0-39-15,57 9 8 16,52 10-9-16,55-3-10 16,26-2-5-16,19-4-4 15,6-4-12-15,-18-2 9 16,-18-4 1-16,-25 0-5 16,-28 0-7-16,-47 0-2 15,-45-2-27-15,-50-6-43 16,-53-6-13-16,-24 4 5 0,-75 4-111 15,-50-2-60-15,-42 4 18 16,-30 2-49-16</inkml:trace>
  <inkml:trace contextRef="#ctx0" brushRef="#br0" timeOffset="24415.56">8434 3898 744 0,'-116'8'87'0,"47"3"36"16,42-4-29-16,27-3-69 15,56 0 0-15,53-2 92 16,52 2-40-16,43-2-46 16,41-2-17-16,23 0-9 15,10 0 1-15,-1-12-6 0,-14 5-10 16,-25 3-15-16,-33 1-4 16,-31-2-34-16,-45-4-117 15,-37 3-67-15,-44-4-159 16</inkml:trace>
  <inkml:trace contextRef="#ctx0" brushRef="#br0" timeOffset="27115.7">21009 3948 891 0,'-129'-10'6'0,"-5"-2"119"0,7 2 27 16,11-3-88-16,23-2 26 15,35 3 2-15,35 0-14 16,23 7-18-16,67-4-45 16,51-1 2-16,50-1-13 15,36-1 1-15,26 5-5 0,15 4-6 16,3 0 2-16,-1-1-3 15,-8 4-5-15,-20-2-12 16,-27 2-14-16,-38 0-36 16,-52 0-58-16,-54 0-48 15,-48 0-20-15,-48 0-62 16,-60 0-83-16</inkml:trace>
  <inkml:trace contextRef="#ctx0" brushRef="#br0" timeOffset="27317.11">21004 3871 621 0,'-202'15'46'0,"35"2"126"16,60-6-37-16,55-5-65 16,52 0-27-16,61-6-16 15,76 0 33-15,73-2-23 16,62-12-24-16,40 0-4 16,22 2-6-16,-4 4-2 15,-22 2 1-15,-36 2 2 16,-54 4-4-16,-54 0-31 15,-59 0-176-15,-62-6-213 16</inkml:trace>
  <inkml:trace contextRef="#ctx0" brushRef="#br0" timeOffset="31166.68">5321 4620 859 0,'0'0'5'0,"0"0"11"0,-118 0 24 0,118 2-19 15,42 4-15-15,45 0 18 16,36 0 17-16,30-4-41 15,30-2 2-15,16 0 1 0,10 0 9 16,10 0-7 0,-13-6 3-16,-19-2-8 0,-21 3 4 15,-31-2-4-15,-30 2 0 16,-33 0-69 0,-39 1-57-16,-33 4 13 0,-33-2 7 15,-50 2-71-15,-17 0-42 16</inkml:trace>
  <inkml:trace contextRef="#ctx0" brushRef="#br0" timeOffset="31365.79">6157 4661 249 0,'-190'15'164'0,"3"7"-43"15,17 0-4-15,26-4-4 16,37 1-23-16,49-10-12 16,36 1-31-16,22 2-23 0,53-2 20 15,48 2 34-15,43-4-31 16,32-8-33-16,30 0-9 15,10 0-5-15,4-4 4 16,-4-7-3-16,-16-4-1 16,-21 3-12-16,-21 2-33 15,-35 4-105-15,-39 3-137 16,-42-3-205-16</inkml:trace>
  <inkml:trace contextRef="#ctx0" brushRef="#br0" timeOffset="43983.58">11513 9481 927 0,'0'0'88'0,"0"0"48"0,0 0 50 0,0 0-86 16,0 0-27-16,0 0-29 16,0 0-27-16,16-31 13 15,74 21-4-15,5-4-17 16,1 2-4-16,-8 1-3 15,-10 2-2-15,-11 3-18 16,-15 5-40-16,-17 1-86 16,-17 0-80-16,-15 6-172 15,-3 5-12-15</inkml:trace>
  <inkml:trace contextRef="#ctx0" brushRef="#br0" timeOffset="44199.94">11771 9238 731 0,'0'0'99'16,"0"0"52"-16,0 0 40 16,0 0-59-16,0 0-5 15,0 0-47-15,-40-78-33 16,40 104-27-16,13 24 2 16,3 20 6-16,-1 12-18 15,-1 5-10-15,-3 5-16 16,-3-2-58-16,-2-2-59 15,-4-4-72-15,-2-12-114 16,0-16-116-16</inkml:trace>
  <inkml:trace contextRef="#ctx0" brushRef="#br0" timeOffset="44833.08">12903 8687 1059 0,'0'0'38'0,"0"0"130"0,-75-105-10 16,65 93-45-16,6 8-19 15,4 4-37-15,0 6-31 16,0 36-19-16,0 19 7 16,10 19 14-16,2 3-21 15,-3 3-7-15,-2-3-1 0,2 2-23 16,2-9-34-16,5-12-65 15,-1-14-122-15,1-16-110 16,-5-20-90-16</inkml:trace>
  <inkml:trace contextRef="#ctx0" brushRef="#br0" timeOffset="45032.79">12826 8775 826 0,'0'0'37'16,"6"-104"49"-16,28 68 12 0,-1 14-14 15,7 10 7-15,0 12-11 16,-1 0-33-16,-2 17-9 16,-10 11-11-16,-17 7-18 15,-10 5-8-15,-17 8-1 16,-28-2-15-16,-6-4-53 16,-2-4-23-16,3-7-94 15,10-2-46-15,14-8-180 16</inkml:trace>
  <inkml:trace contextRef="#ctx0" brushRef="#br0" timeOffset="49851.28">13451 8838 708 0,'0'0'123'0,"0"0"27"0,0 0 60 15,0 0-74-15,0 0-29 16,0 0-32-16,0 0-32 16,-29-19-19-16,69 47 23 15,14 12-17-15,2-2-18 16,1 3-9-16,-3-1-2 15,-3-4-1-15,-3 1-26 0,-9-3-50 16,-7 4-104 0,-10-3-163-16,-15-5-161 0</inkml:trace>
  <inkml:trace contextRef="#ctx0" brushRef="#br0" timeOffset="50066.57">13794 8855 144 0,'0'0'808'16,"0"0"-740"-16,0 0 165 15,0 0-133-15,0 0-19 16,-120-97-4-16,97 118-40 16,-6 25-34-16,-2 20 0 0,3 12-3 15,1 3-46-15,5-1-44 16,6-4-47-16,-1-8-158 15,-4-14-87-15</inkml:trace>
  <inkml:trace contextRef="#ctx0" brushRef="#br0" timeOffset="50751.14">14465 8962 874 0,'0'0'57'0,"2"-107"112"0,-2 59-65 0,-17 8-52 16,-11 4-4-16,-7 9-5 15,2 11-12-15,-5 13-27 16,-2 3 4-16,-1 14-6 15,8 13-2-15,11 8 3 0,17 1-3 16,5 8-3-16,18 6-2 16,28 0 4-16,13 2-7 15,5-3-10-15,-6-9 6 16,-11-4 8-16,-17-5 3 16,-24-6 1-16,-6 0 0 15,-27-6 1-15,-21-1 7 16,-8-10 8-16,1-6-3 15,10-2 9-15,10 0 2 16,16-20 1-16,15-14-10 16,4-8-15-16,25-4-14 15,34 2-60-15,15 8-50 16,1 7-130-16,-3 8-85 16,-17 4-187-16</inkml:trace>
  <inkml:trace contextRef="#ctx0" brushRef="#br0" timeOffset="51017.12">14781 8841 765 0,'0'0'71'0,"0"0"77"16,0 0 85-16,0 0-111 16,0 0 10-16,0 0-51 15,-39-56-40-15,56 72-21 0,16 15 15 16,8 12-12-1,-1 1-10-15,-3 0-13 16,-1-1 0-16,0-2-24 0,-4-5-29 16,-3-6-71-16,-8-3-87 15,-3-7-129-15,-2-11-111 16</inkml:trace>
  <inkml:trace contextRef="#ctx0" brushRef="#br0" timeOffset="51216.37">15147 8813 624 0,'0'0'224'0,"0"0"-142"15,0 0 142-15,0 0-89 16,0 0-52-16,0 0-21 0,-94-32-25 16,61 80-16-1,-5 12-17-15,0 8-4 0,-2 4-14 16,0-4-58-16,3-2-44 15,0-9-123-15,2-11-127 16,1-16-303-16</inkml:trace>
  <inkml:trace contextRef="#ctx0" brushRef="#br0" timeOffset="51848.72">15390 8775 872 0,'0'0'31'0,"0"0"209"0,0 0-81 15,0 0-42-15,-38-108 11 16,38 108-53-16,0 0-47 15,0 0-20-15,0 27-7 16,0 11 1-16,0 11 0 16,0-4-2-16,0-2-2 15,0-9-23-15,0-6-6 16,0-10-12-16,0-8-7 16,0-3-3-16,0-7 10 15,0 0 26-15,0-3 15 16,0-17 0-16,13-5 1 15,14-4 1-15,6 5 0 16,3 6 1-16,2 8 1 16,2 8 6-16,-2 2 9 15,2 3 20-15,1 22 11 0,-8 7-3 16,-7-1-16-16,-14 0-6 16,-12-5 2-16,0 1-10 15,-23 1-6-15,-21 2-3 16,-8-1-6-16,3-2-23 15,5-7-50-15,6-8-60 16,7-11-45-16,2-1-99 16,6-11-21-16,3-28-68 15</inkml:trace>
  <inkml:trace contextRef="#ctx0" brushRef="#br0" timeOffset="52016.05">15343 8678 552 0,'0'0'203'16,"0"0"-111"-16,0 0 36 15,99-128-12-15,-49 100-4 16,12 5-24-16,9 6-28 16,1 11-41-16,-9 6-19 15,-15 12-32-15,-17 28-56 16,-17 14-108-16,-14 7-80 16,-10 3-358-16</inkml:trace>
  <inkml:trace contextRef="#ctx0" brushRef="#br0" timeOffset="52499.05">12789 9607 415 0,'0'0'440'0,"-193"8"-429"16,110 2 64-16,21 0-10 16,20-2-7-16,23 0 34 15,19 4-12-15,56 4-37 16,60 0 13-16,63-6-20 16,62-10-9-16,52 0-15 15,37-10 16-15,26-6-6 16,3 0 10-16,-9 2-1 0,-27 4-1 15,-42 0-19-15,-47 5-4 16,-58 0-4-16,-56 5-3 16,-56-1-28-16,-50 1-82 15,-28 0-13-15,-63 14-38 16,-42 7-227-16,-28-3-376 16</inkml:trace>
  <inkml:trace contextRef="#ctx0" brushRef="#br0" timeOffset="76166.69">13863 9999 848 0,'0'0'99'0,"0"0"109"16,-4-117-77-16,4 94 14 15,0 7-37-15,0 9-19 16,0 4-33-16,0 3-23 15,0 0-15-15,0 7-5 16,0 25-8-16,-6 15 3 16,1 18 1-16,1 2-2 15,2 4-6-15,-1-3-1 0,3-4 0 16,0-9-20 0,0-5-27-16,0-6-34 15,11-10-77-15,10-6-87 0,0-10-94 16,4-14-109-16</inkml:trace>
  <inkml:trace contextRef="#ctx0" brushRef="#br0" timeOffset="76832.88">14122 10126 779 0,'0'0'86'15,"0"0"89"-15,0 0-50 16,0 0-18-16,0 0-7 0,0 0-11 15,-43-98-58-15,37 100-31 16,-5 34 4-16,-3 18-4 16,6 8 6-16,-1-4-5 15,9-4 7-15,0-10-8 16,0-7-1-16,2-9 0 16,18-7-1-16,0-10 0 15,9-7-1-15,0-4 3 16,-2 0 1-16,-2-2 0 15,-6-14 2-15,-5-6-3 16,-10-2-2-16,-4-2 0 16,0-4-2-16,-16 2-4 0,-11 2-2 15,1 4-2 1,6 1 5-16,-3 3 7 0,13-4-2 16,3 7-8-16,7-6-8 15,0 1-9-15,7-2-8 16,22 2-7-16,8 0 26 15,5 6 10-15,1 8-2 16,-3 0 8-16,-2 6-1 16,-7 0 4-16,-6 8 0 15,-5 28 0-15,-11 16 12 16,-9 8-1-16,0 4 0 16,0-1-8-16,0-5 0 15,0-8-5-15,10-8 4 16,15-7-3-16,4-10-2 15,4-10 0-15,3-10 1 0,3-5 3 16,-2-1 1 0,1-28-1-16,-6-7 8 0,0-12 2 15,-9-8 15-15,-12-8-11 16,-9-10-7-16,-2-1 0 16,-9 6-5-16,-24 14-6 15,-11 25-8-15,-10 20 3 16,-13 10-33-16,-5 6-33 15,-1 22-18-15,4 8-49 16,3 4-69-16,6 0-97 16,8-4-207-16</inkml:trace>
  <inkml:trace contextRef="#ctx0" brushRef="#br0" timeOffset="77649.23">16983 9591 721 0,'0'0'351'0,"0"0"-289"0,0 0 71 16,0 0-61-16,0 0-8 15,0 0-15-15,-18-56-20 16,76 46 9-16,17 0 1 0,8-2-22 16,-2 3-8-1,-10 3-7-15,-9 5-2 0,-16 1-22 16,-9 0-50-16,-13 1-108 16,-13 14-140-16,-11-3-66 15</inkml:trace>
  <inkml:trace contextRef="#ctx0" brushRef="#br0" timeOffset="77883.69">17250 9324 717 0,'0'0'117'16,"0"0"58"-16,0 0 4 16,0 0-69-16,0 0-6 15,0 0-27-15,-15-44-44 16,15 65-14-16,0 28 0 0,0 15 48 15,0 12-42 1,0 1-17-16,0-1-8 0,0 0-3 16,0-3-41-16,11-14-51 15,11-6-66-15,4-13-144 16,-1-16-121-16</inkml:trace>
  <inkml:trace contextRef="#ctx0" brushRef="#br0" timeOffset="78502.09">17890 8861 527 0,'0'0'558'0,"0"0"-432"15,0 0 63-15,0 0-97 0,0 0-2 16,0 0-10-16,-67-100-48 16,67 100-20-16,2 27-8 15,13 17 3-15,1 17-1 16,-5 9-6-16,-7 10-8 16,-4-1-30-16,0-7-50 15,0-6-25-15,-6-16-45 16,-5-14-14-16,-1-12-14 15,2-20-21-15,-1-4 61 16,4-20 41-16,0-28 10 16,3-12 95-16,4-10 48 15,0-2 31-15,0 0 15 0,2 8-25 16,18 5 56-16,7 13-47 16,11 9-12-16,9 12 5 15,4 9-12 1,-4 10 11-16,-10 6-2 0,-10 0-31 15,-16 16-2-15,-11 8-28 16,0 6-7-16,-38 3 0 16,-13 4 3-16,-5 1-3 15,3-3-54-15,12 1-82 16,12-7-90-16,14-4-115 16</inkml:trace>
  <inkml:trace contextRef="#ctx0" brushRef="#br0" timeOffset="78799.55">18342 8945 910 0,'0'0'52'0,"0"0"50"0,0 0 77 16,0 0-110-16,-22-114 35 15,22 107-12-15,0 4-44 16,18 3-18-16,8 8-12 16,5 22 3-16,6 12 5 0,0 6-11 15,-1 2-10 1,-1-2-3-16,-2-3-2 16,1-4-19-16,-3-5-63 15,-2-4-69-15,-2-5-136 0,-5-11-120 16,-4-10-92-16</inkml:trace>
  <inkml:trace contextRef="#ctx0" brushRef="#br0" timeOffset="78982.87">18777 8813 641 0,'0'0'190'16,"0"0"-84"-16,0 0 96 15,0 0-81-15,0 0-47 0,0 0-34 16,-112-20-23-1,79 64-10-15,4 12-5 0,-3 10-2 16,2 4-52-16,-4 7-55 16,-6 1-128-16,-5-11-108 15</inkml:trace>
  <inkml:trace contextRef="#ctx0" brushRef="#br0" timeOffset="81499.74">19178 8915 727 0,'0'0'33'0,"0"0"109"0,0 0 32 15,0 0-16-15,0 0-14 0,0 0-20 16,-16-98-31-16,16 98-27 16,0 0-33-16,0 0-9 15,-3 15-21-15,-4 28 7 16,-1 11-8-16,-1 10 6 15,-2-1-8-15,4-1-6 16,3-2-16-16,4-10-34 16,0-6-70-16,0-10-23 15,4-12-64-15,14-13-30 16,4-9-62-16,5-7 31 16</inkml:trace>
  <inkml:trace contextRef="#ctx0" brushRef="#br0" timeOffset="81850.77">19344 9032 491 0,'0'0'94'0,"0"0"88"16,0 0-56-16,5-103 25 16,-5 98-1-16,0 2-49 15,0 3-24-15,0 0-41 16,0 0-29-16,0 8-7 16,0 22 1-16,0 10 6 15,0 7-7-15,0-3 0 16,7-1 0-16,4-4-1 15,2-11-17-15,3-6-5 16,-1-6-7-16,3-10-1 16,3-6 13-16,-1 0 10 15,6-4 8-15,-3-20 6 16,-3-6-5-16,-9-7 3 16,-5-6 1-16,-6-7 10 0,0-5 3 15,-6 7 7-15,-17 7 2 16,-2 8 5-16,4 13-6 15,0 10-10-15,3 6-16 16,1 4 0-16,1 8-31 16,3 26-79-16,4 11-97 15,9 2-166-15</inkml:trace>
  <inkml:trace contextRef="#ctx0" brushRef="#br0" timeOffset="82150.03">19797 8931 938 0,'0'0'104'0,"0"0"2"0,0 0 72 0,0 0-93 15,0 0-20-15,0 0-24 16,-4-56-13-16,37 86-1 15,9 10 14-15,1 7-28 16,-3-4-7-16,-5 0-2 16,-1-3-4-16,-5-4-6 15,-5-4-46-15,1-5-31 0,-3-4-82 16,-4-9-107-16,0-10-62 16,-1-4-96-1</inkml:trace>
  <inkml:trace contextRef="#ctx0" brushRef="#br0" timeOffset="82319.66">20178 8829 808 0,'0'0'35'15,"0"0"89"-15,0 0 7 16,0 0-81-16,-115 39-3 16,74 8 3-16,5 9-10 15,1 5-35-15,4 0-5 16,-3 6-4-16,1-3-94 0,-5-4-70 15,-3-10-80-15,2-10-130 16</inkml:trace>
  <inkml:trace contextRef="#ctx0" brushRef="#br0" timeOffset="85033.53">7777 3996 460 0,'0'0'86'0,"0"0"60"0,0 0 4 0,0 0-50 16,-46-108 20-16,-4 74-8 15,-22 0-21-15,-30 2-33 16,-29 8-3-16,-37 8-11 16,-39 11-18-16,-29 5-6 15,-36 0-5-15,-22 27-10 16,-12 9 20-16,11 12 0 15,27 11-2-15,43 4-13 16,49 15 0-16,47 21 3 16,44 9-5-16,47 13-7 15,38-4 6-15,52-7-6 0,75-12-1 16,60-21-1 0,69-16-9-16,53-25-9 0,42-26 7 15,23-10-9-15,4-17 14 16,-6-16 5-16,-24-14-5 15,-43-9-17-15,-60-15 12 16,-71-17 12-16,-74-15 2 16,-71-16 0-16,-44-13 11 15,-88-1-13-15,-66 17 0 16,-65 30-36-16,-60 34 8 16,-50 42 6-16,-47 16-123 15,-46 52-215-15,-33 26-210 0</inkml:trace>
  <inkml:trace contextRef="#ctx0" brushRef="#br0" timeOffset="87250.96">20764 2371 503 0,'0'0'56'0,"0"0"74"0,0 0-34 0,0 0-21 16,-124-7 19-16,116 6 5 16,8 1-16-16,0 0-30 15,3 0-29-15,34 0-6 0,26-3 10 16,21 1 7-16,10-6-13 16,0 2-3-1,-1 2 1-15,-8 2-1 0,-4 0 4 16,-6-1-8-16,-8 2-8 15,-7 1-3-15,-15 0-2 16,-10-5-1-16,-15 5-1 16,-11-1-6-16,-6 1-39 15,-3 3-74-15,-38 14-107 16,-22 3-20-16,-17-6-294 16</inkml:trace>
  <inkml:trace contextRef="#ctx0" brushRef="#br0" timeOffset="88102.7">12315 3251 539 0,'0'0'37'0,"0"0"75"15,-138 27-2-15,129-23-47 0,9-4-15 0,29 0-11 16,45 0-10-16,39 0 7 16,41 0-8-16,26-8-15 15,26-6-7-15,10-2-1 16,6 6 29-16,1-3 5 16,-7 6 6-16,-19 0-16 15,-26 0-3-15,-31 1-5 0,-35 2-10 16,-39 0-9-1,-30 0-4-15,-22 2-41 0,-14 2-31 16,-25 0-75-16,-30 10-37 16,-17 9-95-16</inkml:trace>
  <inkml:trace contextRef="#ctx0" brushRef="#br0" timeOffset="89315.91">20363 8905 778 0,'0'0'139'0,"0"0"-77"16,0 0 116-16,0 0-109 0,0 0-20 15,9-118 8 1,33 94-28-16,12 4-11 16,-1 6 1-16,-6 10 2 0,-9 4 2 15,-9 6-15-15,-11 21 0 16,-14 12 10-16,-4 7 1 15,-12 6-7-15,-21-2-9 16,-9-3 1-16,2-11-1 16,9-11 0-16,4-7 0 15,13-10 0-15,8-4-2 16,6-4 1-16,0 0-2 16,0 0-2-16,20 0-14 0,18-14 12 15,11 1 4 1,4 3 0-16,-8 10 0 0,-7 0 0 15,-5 10 0-15,-6 13 10 16,-9 4 9-16,-11-1 4 16,-7-2-3-16,-3 2-4 15,-32-1 2-15,-12 0-6 16,-13-7-6-16,-3-6-6 16,1-8-9-16,4-4-14 15,4 0-42-15,6 0-78 16,0-15-64-16,4-4-117 15,-1-3-380-15</inkml:trace>
  <inkml:trace contextRef="#ctx0" brushRef="#br0" timeOffset="89850.36">17754 9689 1100 0,'0'0'3'0,"0"0"33"16,0 0 85-16,0 0-75 16,0 0-18-16,0 0 8 0,198 0 60 15,25 0-30-15,49-10-36 16,22-14-9-16,8-6 3 16,2 0-3-1,-10 0 2-15,-18 6-2 0,-24 4-16 16,-38 6-5-16,-50 6-1 15,-50 3-2-15,-51 4-42 16,-50 1-26-16,-18 4-25 16,-68 31-21-16,-41 15-153 15,-35 15-155-15</inkml:trace>
  <inkml:trace contextRef="#ctx0" brushRef="#br0" timeOffset="90133.06">19033 9946 1146 0,'0'0'57'0,"0"0"123"15,0 0-1-15,0 0-89 16,0 0-24-16,0 0-24 15,0 0-18-15,-34-66-22 0,34 118 6 16,0 20-8 0,2 8-23-16,7 0 2 0,7-12-85 15,5-9-68-15,4-13-107 16,0-18-196-16</inkml:trace>
  <inkml:trace contextRef="#ctx0" brushRef="#br0" timeOffset="90816.87">19298 10034 908 0,'0'0'143'0,"0"0"-26"15,0 0 37-15,0 0-59 16,0 0-26-16,0 0-1 16,-72-83-31-16,72 114-34 15,0 19 3-15,0 6 2 0,5 0-5 16,15-12-3-1,5-7 0-15,1-5-2 0,-1-10-1 16,2-10-10-16,-3-9-5 16,-6-3 2-16,2 0 1 15,-7-10 13-15,-4-13 4 16,-3-7-1-16,-6-7 0 16,0-4 2-16,-4-6-3 15,-15 5-1-15,-4 8 0 16,1 10 0-16,2 8-2 15,4 4 2-15,3 4 1 16,3 1-7-16,10 1-8 16,0 6 1-16,0-6-41 0,19 4 8 15,14-3 26-15,5-1 17 16,3 2-16-16,-6 2 4 16,-4 0 15-16,-4 2 1 15,-10 0-1-15,-5 0 1 16,-8 0-2-16,0 0 0 15,-4 0 1-15,0 19-1 16,0 6 4-16,0 13 9 16,0 7-10-16,0 4 2 15,0 5-2-15,0-3 1 16,11-5 0-16,3-4-2 16,4-9 0-16,6-4 3 0,3-9-3 15,7-10 0 1,-3-8 1-16,0-2 0 0,0 0 2 15,-4-17 5-15,-2-14 1 16,2-5 2-16,-10-8 6 16,-9-4 5-16,-8-5-3 15,0-7 7-15,-10 6 7 16,-22 8 9-16,-3 12-14 16,0 13-3-16,-11 4-5 15,2 7-20-15,-3 4-16 16,1 6-16-16,8 0-23 15,13 3-50-15,9 18-74 16,14-4-214-16</inkml:trace>
  <inkml:trace contextRef="#ctx0" brushRef="#br0" timeOffset="91165.88">21201 9505 1144 0,'0'0'1'0,"0"0"78"0,0 0 30 16,0 0-88-16,0 0 37 15,0 0-23-15,88-33-25 16,-22 26-4-16,1-4-6 16,-3 3-70-16,-4 5-65 15,-16-2-146-15,-19 5-121 16</inkml:trace>
  <inkml:trace contextRef="#ctx0" brushRef="#br0" timeOffset="91350.25">21285 9599 625 0,'0'0'65'0,"0"0"83"16,0 0-5-16,0 0-24 15,0 0-30-15,0 0-15 16,31 0-56-16,19-8-12 15,3-4-6-15,0 2-4 16,-3 2-26-16,-9 2-95 16,-9 0-62-16,-16 0-109 15</inkml:trace>
  <inkml:trace contextRef="#ctx0" brushRef="#br0" timeOffset="92132.76">22596 8811 1005 0,'0'0'24'0,"0"0"128"0,0 0-26 16,-125-50-68-16,84 50-5 16,6 14 12-16,-1 24-39 15,7 12-12-15,12 12 0 16,5 10-11-16,12-1-3 15,0-1 2-15,16-8-2 16,13-11-11-16,4-9-14 0,5-13 3 16,2-11-27-1,1-9 35-15,-6-8 10 16,-4-1-3-16,-8-1 7 0,-8-18 5 16,-6-4 2-16,-7 3 10 15,-2-3 3 1,0 3 1-16,-7 2 12 0,-12 2-10 15,-4 6-15-15,-6 9 3 16,-7 1-5-16,4 0-2 16,-2 11-4-16,7 13-1 15,3 6-8-15,3 5-52 16,6 3-75-16,3-3-139 16,6-8-137-16</inkml:trace>
  <inkml:trace contextRef="#ctx0" brushRef="#br0" timeOffset="92603.57">22716 9056 1029 0,'0'0'46'16,"0"0"146"-16,0 0-84 15,0 0-23-15,0 0 16 16,0 0-52-16,0-93-31 15,0 93-18-15,0 22-1 16,2 17 1-16,9 8 0 16,3 4 3-16,3-7-3 15,3-4-25-15,0-8-9 0,2-8-16 16,-1-6-1 0,-2-8-13-16,-5-4 0 0,-1-6 10 15,1 0 26-15,-3-18 26 16,-5-10 2-16,-2-4 2 15,-4-4 6-15,0 3 23 16,0-3 3-16,0 13 15 16,0 7 20-16,0 8 1 15,0 5 3-15,-2 3-36 16,0 0-16-16,-2 11-10 16,4 21-3-16,0 13 18 15,0 10-2-15,0-5-19 0,0 0-2 16,12-2-3-1,-1-2-14-15,-3-3-32 0,-1-4-86 16,-2-4-122 0,1-14-176-16,-1-12-344 0</inkml:trace>
  <inkml:trace contextRef="#ctx0" brushRef="#br0" timeOffset="93232.91">23152 9122 943 0,'0'0'24'0,"0"0"166"0,0 0-38 0,0 0-67 0,0 0-10 0,0 0-23 15,-29-30-32-15,29 62-16 16,0 12 6-16,0 8-1 16,0-4-5-1,0-4-4-15,0-5 0 0,5-8-2 16,11-7-6-16,1-9-6 15,1-10-7-15,2-5 1 16,0 0 0-16,1-1 17 16,-2-24 3-16,-5-5 0 15,-10-8 0-15,-4-1-2 16,-2 2-19-16,-25 1-21 16,-4 8 1-16,0 2 22 15,2 6 17-15,6 4-2 16,10 4 3-16,11 4-10 0,2-1-8 15,16-2-42 1,31-1 32-16,11 0 12 0,4 3-5 16,-2 5 3-16,-11 2 15 15,-4 2 4-15,-16 0 2 16,-6 0 16-16,-4 11 22 16,-13 15-2-16,-2 8 13 15,-4 7-12-15,0 6-9 16,0-1-17-16,0-1-7 15,0-3-2-15,0-7-4 16,8-5 0-16,13-6 2 16,0-7-2-16,1-9-5 15,5-8-8-15,-3 0 13 0,3 0 4 16,2-22 0-16,-2-7 4 16,0-7 15-16,-5-6 4 15,-7-8-2-15,-10-4-9 16,-5-7 9-16,0 5-3 15,-15 9-9-15,-15 8-9 16,-9 17-4-16,-15 11-5 16,-13 11-59-16,-11 0-85 15,-11 22-135-15,-3 6-195 16</inkml:trace>
  <inkml:trace contextRef="#ctx0" brushRef="#br0" timeOffset="94266.69">10316 11604 1060 0,'0'0'121'0,"-15"-130"111"0,13 90-101 15,2 15-19-15,0 16-21 16,-3 9-37-16,3 0-30 15,0 0-19-15,0 34-1 16,-2 26-4-16,2 22 0 16,-2 10-4-16,2 1-37 0,0-13-20 15,11-18-49 1,13-18-82-16,7-20-103 16,6-23-114-16,0-2-115 0</inkml:trace>
  <inkml:trace contextRef="#ctx0" brushRef="#br0" timeOffset="94565.78">10566 11554 754 0,'0'0'106'0,"0"0"78"16,0 0-28-16,0 0-37 15,0 0-44-15,0 0-27 16,-63-40-35-16,55 92-1 16,8 13 5-16,0 2-9 0,0-4-5 15,11-5-2-15,7-12-1 16,3-14 0-16,6-14-4 15,8-11-7-15,0-7 3 16,1-6 8-16,-3-27 2 16,-4-11 1-16,-12-14 5 15,-5-11 6-15,-12 3 24 16,0-2-24-16,-23 16 8 16,-12 15-6-16,-3 12-12 15,-3 23-4-15,0 2-13 16,3 39-84-16,9 22-75 15,8 3-192-15,17-3-356 16</inkml:trace>
  <inkml:trace contextRef="#ctx0" brushRef="#br0" timeOffset="94983.86">10992 11587 1337 0,'0'0'56'15,"0"0"106"-15,0 0-79 16,0 0-44-16,0 0-10 16,0 0-23-16,-23 144 48 15,52-54-46-15,-2-6 1 16,0-8-7-16,-7-10 1 16,-7-13-6-16,-6-13-6 15,-3-16-7-15,-4-12-9 0,0-12 8 16,0 0 12-16,-9-30 4 15,-13-29-9-15,0-22-9 16,6-17 13-16,10-7-9 16,6 2-14-16,0 21 4 15,4 22 16-15,14 24 7 16,-3 17-2-16,3 13 4 16,-2 6 0-16,2 0 5 15,-5 27 5-15,-9 11-1 16,-4 10-3-16,-13 9-4 15,-25-2-2-15,1-2-9 16,2-3-60-16,14-6-131 0,11-14-144 16,10-10-277-16</inkml:trace>
  <inkml:trace contextRef="#ctx0" brushRef="#br0" timeOffset="95167.65">11442 11911 1325 0,'0'0'57'0,"0"0"17"0,0 0-13 0,0 0 6 16,189-58-24-16,-97 39-32 16,-5 6-11-16,-8 3-35 0,-16 8-83 15,-14 2-116 1,-24 0-160-16,-23 0-163 0</inkml:trace>
  <inkml:trace contextRef="#ctx0" brushRef="#br0" timeOffset="95334.27">11760 11684 982 0,'0'0'171'0,"0"0"-34"15,0 0-22-15,-42 117-5 16,42-61-44-16,2 2-37 15,22 8-22-15,5 9-7 16,0 10-53-16,-9 2-192 0,-9-7-373 16</inkml:trace>
  <inkml:trace contextRef="#ctx0" brushRef="#br0" timeOffset="95899.64">12400 11566 963 0,'0'0'149'0,"0"0"59"15,0 0-79-15,0 0-28 16,0 0-53-16,0 0-35 16,-25-6-13-16,25 62 4 15,11 6 0-15,12-3-3 16,1-7-1-16,1-16-21 15,-1-10-10-15,0-11-11 16,-1-12 5-16,-3-3 9 16,2 0 8-16,-6-24 20 15,-1-9 3-15,-3-4 2 16,-8-4 2-16,1 5 23 0,-5 6 9 16,0 8 2-1,0 10-1-15,0 4 3 0,0 8 4 16,0 0-25-16,0 0-6 15,4 8-5-15,8 30-4 16,3 12 11-16,3 9-8 16,-1 1-6-16,-3 0-4 15,-3 4-15-15,0 4-25 16,5-1-60-16,1-11-114 16,6-21-116-16,3-20-120 15</inkml:trace>
  <inkml:trace contextRef="#ctx0" brushRef="#br0" timeOffset="96199.92">12930 11775 865 0,'0'0'56'0,"0"0"154"15,0 0-54-15,0 0-69 16,0 0-13-16,0 0-33 16,-46-67-35-16,46 107-4 15,11 13 4-15,8 7 2 16,3-6-8-16,3-7 1 15,2-8-1-15,2-11-2 16,0-10-5-16,2-9 4 16,-2-9-3-16,3 0 5 15,-3-23 1-15,-8-13 12 0,-6-12 6 16,-9-8 11-16,-6-6 2 16,-3-4-9-16,-24 8-10 15,-6 15-5 1,-2 16 0-16,-3 21-7 0,-3 6-3 15,1 36-54-15,5 18-72 16,8 9-133-16,11-4-231 16</inkml:trace>
  <inkml:trace contextRef="#ctx0" brushRef="#br0" timeOffset="96666.6">13309 11762 1184 0,'0'0'19'0,"0"0"147"16,-11-116-36-16,11 104-53 15,0 12-1-15,0 6-58 16,0 41-7-16,15 19 8 16,7 12 2-16,1 2-9 15,-4-6-8-15,0-1-2 16,-9-8 3-16,-4-10-4 15,-4-13-2-15,-2-12-6 16,0-12-6-16,0-10 8 0,0-8 0 16,0 0 5-16,-8-26 0 15,-11-28-5-15,-1-14 1 16,4-11-3-16,3-1 2 16,8 2-13-16,5 12-6 15,0 13 7-15,18 21 12 16,6 17 2-16,1 12-1 15,2 3 4-15,-3 4 4 16,1 21 7-16,-6 0 4 16,-4 8 1-16,-13-3-9 15,-2 2-4-15,-7 2-2 16,-20 2-1-16,-4-1-34 16,0 3-74-16,3-5-104 15,7-7-166-15,5-10-389 16</inkml:trace>
  <inkml:trace contextRef="#ctx0" brushRef="#br0" timeOffset="96849.03">13761 12093 1169 0,'0'0'115'0,"0"0"-19"0,0 0-15 16,147-52-29-16,-89 40-18 15,3 2-34-15,-11 3-2 16,-7 4-78-16,-12 2-60 16,-13-1-132-16,-16-3-150 0</inkml:trace>
  <inkml:trace contextRef="#ctx0" brushRef="#br0" timeOffset="97016.02">13986 11871 686 0,'0'0'194'0,"0"0"-3"15,0 0-50-15,0 0-69 16,0 0 63-16,-11 143-63 16,18-86-47-16,10 1-14 15,1 3-11-15,0 5-9 16,-5-2-123-16,-5-7-229 16,-2-12-460-16</inkml:trace>
  <inkml:trace contextRef="#ctx0" brushRef="#br0" timeOffset="97549.95">14555 11876 853 0,'0'0'33'0,"0"0"97"0,3-129-49 15,31 90-20-15,4 12 17 16,-3 13-13-16,-3 14-2 15,-10 4-20-15,-13 33-26 16,-9 17-6-16,0 5 3 16,-27-5-13-16,-6-7 3 15,3-10 0-15,7-15-1 16,7-10 3-16,11-8-6 16,5-2 0-16,5-2-17 0,28 0-10 15,10 0 26 1,-1 0 0-16,-2 9 1 0,-11 6 1 15,-7 1 7-15,-11-3 10 16,-11-1 2-16,0-3 12 16,-15 1 25-16,-25 3-10 15,-11-6-26-15,-1-1-7 16,6-6-8-16,5 0-5 16,14 0-1-16,10-1-43 15,13-14-93-15,4-7-105 16,8-6-270-16</inkml:trace>
  <inkml:trace contextRef="#ctx0" brushRef="#br0" timeOffset="97848.94">14944 11731 966 0,'0'0'169'16,"0"0"-18"-16,0 0-52 15,0 0-55-15,0 0-21 16,0 0 3-16,-16 133 10 15,16-72-25-15,3-5 0 16,24-6-11-16,2-12 2 16,6-10 0-16,1-16-2 15,-1-9 5-15,-4-3-3 16,-2-19 5-16,-4-12 2 16,-10-12 16-16,-7-10 10 15,-8-4-1-15,0-3-7 16,-25 4-13-16,-10 7-10 0,-8 17-3 15,1 18-1-15,2 14-13 16,6 9-46-16,12 27-81 16,18-1-167-16,4-4-245 15</inkml:trace>
  <inkml:trace contextRef="#ctx0" brushRef="#br0" timeOffset="98232.54">15338 11703 1234 0,'0'0'58'0,"0"0"128"0,0 0-80 16,0 0-45-1,0 0 24-15,27 131-43 16,2-66-32-16,0 1-10 0,-6 2 0 16,-6-1-2-16,-5-5-26 15,-8-15-24-15,-2-15-28 16,-2-13-28-16,0-15-10 15,0-4 36-15,-4-34 34 16,-14-24-45-16,3-21 65 16,1-11 24-16,5-8 4 15,9-4 0-15,0 7 1 16,2 20 11-16,21 25 5 16,1 23 16-16,2 18-1 15,1 9 6-15,2 7 11 16,-4 23 6-16,-8 10 2 0,-7 10-29 15,-10 1-28-15,-2 5-8 16,-34-6-22-16,-13-3-47 16,-11 0-98-16,-7-8-96 15,-4-10-192-15</inkml:trace>
  <inkml:trace contextRef="#ctx0" brushRef="#br0" timeOffset="99149.43">16288 12103 865 0,'0'0'41'0,"0"0"108"0,0 0 7 16,0 0-81-16,0 0-7 15,0 0-21-15,-34-1-22 0,78-4 21 16,15-5-9-16,0 2-21 16,0 0-15-16,-10 1-1 15,-7 2-18-15,-11 4-39 16,-6 1-66-16,-12 0-139 16,-11 4-112-16,-2 13-105 15</inkml:trace>
  <inkml:trace contextRef="#ctx0" brushRef="#br0" timeOffset="99316.71">16298 12268 653 0,'0'0'153'0,"0"0"-16"16,0 0 3-16,0 0-20 16,0 0-43-16,0 0-37 15,66-4-2-15,-1-8-25 16,-1 0-13-16,-2 4-21 15,1 2-81-15,-11 0-152 0,-4 0-105 16</inkml:trace>
  <inkml:trace contextRef="#ctx0" brushRef="#br0" timeOffset="99916.79">17509 11775 953 0,'0'0'122'0,"0"0"85"0,0 0-129 16,-125-31-26-16,96 49 16 15,5 25-45-15,5 11-7 16,11 8-6-16,8 2-2 16,0 0-8-16,2-4 4 15,23-5-8-15,4-16-8 16,2-8-15-16,2-15 6 15,-2-10 0-15,-2-6 19 0,-2-4 2 16,-10-22 0 0,-3-4 9-16,-7-4 5 0,-7 1 5 15,0 6-3 1,-4 4-3-16,-21 13-10 16,-6 10-3-16,-3 0-4 0,-1 20-50 15,4 19-72-15,2-3-159 16,10-4-179-16</inkml:trace>
  <inkml:trace contextRef="#ctx0" brushRef="#br0" timeOffset="100332.57">17655 11822 1130 0,'0'0'96'16,"0"0"95"-16,0 0-110 15,0 0-66-15,0 0 1 16,0 0-13-16,8 56 3 16,19-9 0-16,2-3-5 15,1-7-1-15,4-10-17 16,-6-4-12-16,-1-14 8 16,-4-6-8-16,-1-3 13 15,-5-4 16-15,2-19 0 16,-9-4 4-16,0-11 7 0,-3 1-4 15,-3-1 7 1,0 3 11-16,-4 8 9 16,0 10 12-16,0 7 12 15,0 9-2-15,0 1-20 0,0 0-20 16,0 28-11-16,0 14-3 16,0 14 7-16,0 8-7 15,0 0-2-15,9 3-5 16,10-5-40-16,7-10-62 15,4-12-81-15,4-14-106 16,0-18-116-16,-3-8-230 16</inkml:trace>
  <inkml:trace contextRef="#ctx0" brushRef="#br0" timeOffset="100899.71">18311 11883 828 0,'0'0'91'16,"0"0"144"-16,0 0-67 0,0 0-69 15,0 0-14-15,0 0-38 16,-80-32-31-16,77 80 1 16,3 4-5-16,0-4-8 15,5-6-2-15,13-4-2 16,1-9 1-16,6-8-3 16,-2-9-7-16,-1-9-8 15,-2-3-6-15,-4 0 7 16,-3-16 12-16,-4-10 1 15,-9-3 1-15,0-5 0 0,0-2 0 16,-20-2-3 0,-7 2-3-16,2 2 1 0,6 10 5 15,3 6 2-15,11 8-4 16,5 1-1-16,3 3-32 16,30-3-19-16,9 2 34 15,5 4-11-15,-1 3-9 16,0 0 28-16,-9 0 12 15,-6 7 2-15,-6 20 0 16,-12 6 10-16,-8 12 6 16,-5 3 4-16,0 4-4 15,0 0 2-15,0-2-14 16,0-5-2-16,5-10-1 16,18-8 1-16,8-11 0 15,8-12-1-15,1-4 2 0,-2-3 0 16,-3-22 2-16,-4-13 2 15,-4-9 15-15,-13-7 15 16,-7-4 4-16,-7-2-9 16,-7 3-10-16,-20 4-8 15,-9 14-6-15,-4 16-7 16,-6 19-1-16,-8 4-12 16,2 22-71-16,6 18-79 15,6-2-239-15</inkml:trace>
  <inkml:trace contextRef="#ctx0" brushRef="#br0" timeOffset="101149.94">19423 11711 1432 0,'0'0'104'0,"0"0"13"0,0 0-74 0,0 0-23 0,0 0-1 16,-58 105-1-16,27-34-13 15,-3 0-5-15,-3 4-25 16,-6 4-45-16,1-9-129 16,-1-16-190-16,12-24-277 0</inkml:trace>
  <inkml:trace contextRef="#ctx0" brushRef="#br0" timeOffset="101333.06">19135 11889 225 0,'0'0'892'0,"0"0"-711"16,0 0-35-16,0 0-60 16,0 0-21-16,0 0 26 15,65 83-54-15,-12-32-31 16,-4 1-6-16,-2-1-39 15,-4-5-83-15,-8-10-114 0,-2-16-164 16,-6-14-272 0</inkml:trace>
  <inkml:trace contextRef="#ctx0" brushRef="#br0" timeOffset="101516.9">19664 11783 900 0,'0'0'101'0,"0"0"132"16,0 0-62-16,0 0-28 15,0 0-68-15,0 0-31 16,-12-43-29-16,15 90 18 16,16 5-21-16,-3 0-12 15,-3-4-6-15,-2 0-56 16,-1-2-103-16,-2-8-153 16,1-16-216-16</inkml:trace>
  <inkml:trace contextRef="#ctx0" brushRef="#br0" timeOffset="102100.48">19903 11784 903 0,'0'0'78'0,"0"0"163"0,0 0-93 16,0 0-66-16,0 0-2 16,0 0-48-16,-42-45-18 15,42 78-11-15,0 10 12 16,0 6-6-16,11-10-6 15,5-1 1-15,5-7-4 16,2-8-2-16,2-4 0 0,2-12-3 16,-2-7-4-1,-5 0 8-15,6 0-1 0,-10-20-3 16,-1-6 5-16,-5-4-1 16,-10-6 1-16,0-1-7 15,-4-1 5-15,-19 2-16 16,-2 5 4-16,1 7 4 15,4 3-1-15,4 6-4 16,12 1-2-16,4-5-3 16,6 1-15-16,32-1-15 15,11 0 20-15,5 9 5 16,-8 8 12-16,-6 2-5 16,-9 0 18-16,-8 27 2 15,-5 11 12-15,-11 5 2 16,-3 10 4-16,-4-4-9 0,0-1-2 15,2-7 3-15,8-5-3 16,4-11-3-16,14-4 1 16,3-7-2-16,6-7 2 15,3-7 1-15,3 0 5 16,-5-7 1-16,-3-19 23 16,-6-4 0-16,-8-6 14 15,-10-8-11-15,-11-9-6 16,0-2-17-16,-34-8-9 15,-15 8-8-15,-8 12-3 0,-13 19-32 16,-8 24-44 0,-9 6-81-16,-13 32-186 0,-14 13-505 15</inkml:trace>
  <inkml:trace contextRef="#ctx0" brushRef="#br0" timeOffset="102998.72">15158 13760 1025 0,'0'0'122'0,"0"0"37"0,-9-134-26 0,-9 108-76 16,-4 8-35-16,0 9 7 15,-1 9-18-15,-1 0-11 16,0 13 1-16,8 12 2 16,9 8-3-16,7 7-2 15,21 3 1-15,25 8 1 16,12-3 0-16,-4 0 1 16,-10-4 0-16,-19-5 0 0,-25-6 0 15,0-1-1 1,-40-7 4-16,-10-7-4 0,2-12 3 15,9-6 0-15,12 0-2 16,14-16 2-16,13-23-3 16,0-15-1-16,34-10-19 15,13 0 0-15,4 2-2 16,0 8 8-16,-7 9 11 16,-7 12 3-16,-13 12 2 15,-11 11 12-15,-8 9-1 16,-5 1 2-16,0 18-9 15,0 25-3-15,0 18-2 0,0 11 1 16,0-4 0 0,17-8-1-16,14-10-1 0,8-9-2 15,5-18-7-15,5-12-4 16,2-11 8 0,-6-7 5-16,-3-25 1 0,-11-7 10 15,-10-10 15-15,-17-5 9 16,-4-6 5-16,-13-2-2 15,-28 7-20-15,-7 10-12 16,-10 15-4-16,0 19-2 16,4 11-26-16,12 21-51 15,15 24-80-15,18 4-200 16,9-1-311-16</inkml:trace>
  <inkml:trace contextRef="#ctx0" brushRef="#br0" timeOffset="103433.56">15897 13780 1200 0,'0'0'178'0,"0"0"-25"0,0 0-121 0,0 0 9 16,-8 182 40-16,32-93-55 15,8 3-11-15,-1 4-8 16,-2-6-7-16,-7-10 0 0,-4-9-29 15,-7-23 28 1,-2-14-6-16,-7-16-16 0,-2-9-14 16,0-7-1-16,0-2 12 15,-18-7 17-15,-13-25-15 16,-7-24 8-16,-3-18 11 16,4-15-2-16,3-9-9 15,13-4-15-15,11 3-3 16,10 13 9-16,2 22 19 15,30 20 1-15,6 20 5 16,2 14 1-16,1 10 3 16,3 0 13-16,-4 14 20 15,-7 18 18-15,-8 7-7 16,-17 6-31-16,-8 2-12 16,-16 3-3-16,-21 0-2 0,-7 0-36 15,2-2-99-15,8-10-198 16,14-16-328-16</inkml:trace>
  <inkml:trace contextRef="#ctx0" brushRef="#br0" timeOffset="103649.8">16811 14114 855 0,'0'0'430'0,"-116"-23"-350"16,114 21-4-16,4-3-68 0,50-5 3 15,21-3-8-15,16-4-3 16,-2 0-23-16,-14 5-106 16,-19 5-153-16,-27 7-70 15,-27 3-44-15</inkml:trace>
  <inkml:trace contextRef="#ctx0" brushRef="#br0" timeOffset="103784.86">17048 14121 260 0,'0'0'226'0,"-116"80"-40"16,66-52 11-16,17-10-52 16,16-7 4-16,15-8-49 15,2-3-31-15,37 0-41 16,28-3 1-16,24-22-29 16,27-3-84-16,9-8-186 15,8-6-323-15</inkml:trace>
  <inkml:trace contextRef="#ctx0" brushRef="#br0" timeOffset="104266.06">18101 13600 287 0,'0'0'685'0,"-116"-21"-509"15,60 21-20-15,2 35-104 16,8 15 5-16,14 12 20 15,11 3-52-15,19 0-16 16,2-3 3-16,16-3-12 16,21-12 2-16,5-10-2 15,6-18-7-15,0-8 4 16,-3-11-8-16,-5 0 1 16,-9-13 10-16,-11-10 2 0,-9-5 8 15,-11 3-2 1,0-5 15-16,-15 6-11 0,-20 9 0 15,-13 10-7 1,-1 5-5-16,5 8-1 0,11 18 0 16,8 2-33-16,12 6-65 15,11-3-79-15,2-8-139 16,6-8-152-16</inkml:trace>
  <inkml:trace contextRef="#ctx0" brushRef="#br0" timeOffset="104599.98">18143 13806 59 0,'0'0'856'0,"0"0"-619"16,0 0-19-16,0 0-92 15,0 0-36-15,0 0-58 16,-31-57-28-16,47 102 1 16,11 7-2-16,4 2-1 15,3-8-2-15,-1-8-15 16,-2-10-20-16,-2-16-19 15,-4-12 10-15,-3 0 8 16,-4-8 17-16,-5-19 15 16,-9-12 4-16,-4-5 2 15,0-6 5-15,0-4 11 16,-9 8 12-16,-8 10-1 16,4 15 14-16,6 13 2 15,2 8-6-15,5 8-14 0,-2 34-19 16,2 19 14-16,0 11-2 15,7-2-15-15,15-6-3 16,7-1-8-16,7-12-47 16,4-7-82-16,4-15-118 15,-1-21-205-15</inkml:trace>
  <inkml:trace contextRef="#ctx0" brushRef="#br0" timeOffset="105166.99">18700 13753 834 0,'0'0'158'0,"0"0"87"0,0 0-103 16,0 0-41-16,0 0-40 15,0 0-49-15,-39 37 5 16,39 17 1 0,8 0-9-16,10-4-9 0,1-8 0 15,0-10-6-15,1-11-19 16,0-12-14-16,-4-6 1 15,-3-3-5-15,-1 0 18 16,-4-12 25-16,-3-19 0 16,-5-7-7-16,0-3-4 15,-15-2-8-15,-10 3 5 16,-2 8 11-16,0 5 3 16,8 10 0-16,7 9 3 15,8 0-3-15,4 2 0 0,16-2-30 16,21 0 10-16,12-2 13 15,2 2-14-15,1 6-4 16,-10 2 20 0,-7 0 5-16,-8 10-2 0,-9 13-1 15,-11 17 3-15,-7 5 5 16,0 5 10-16,0 0-8 16,0-6-3-16,2-6-1 15,15-10-1-15,4-11-2 16,8-9 1-16,4-8 0 15,0 0 6-15,1-22 3 16,-5-10 8-16,-9-5-6 16,-11-7 26-16,-9-4-1 0,0-4 3 15,-31 4 5-15,-13 8-37 16,-8 12-5-16,-4 15-3 16,3 13-2-16,4 0-45 15,11 31-82-15,14 1-177 16,13-4-478-16</inkml:trace>
  <inkml:trace contextRef="#ctx0" brushRef="#br0" timeOffset="105399.83">19830 13527 749 0,'0'0'629'0,"0"0"-473"0,0 0-68 0,0 0-70 0,0 0-4 16,0 0 25-16,-114 145-32 15,83-76-5-15,-2 4-2 16,-3-7-41-16,-3-6-69 16,-7-11-122-16,2-17-120 15,5-23-86-15</inkml:trace>
  <inkml:trace contextRef="#ctx0" brushRef="#br0" timeOffset="105566.96">19354 13746 524 0,'0'0'255'0,"0"0"-7"15,0 0-38-15,0 0-126 16,0 0-6 0,0 0 41-16,144 24-76 0,-79 8-34 15,-3 0-9-15,-2-2-65 16,-6-5-128-16,-9-10-174 15,-12-11-138-15</inkml:trace>
  <inkml:trace contextRef="#ctx0" brushRef="#br0" timeOffset="105736.12">19920 13629 710 0,'0'0'161'16,"0"0"59"-16,0 0-5 0,0 0-45 15,0-102-52-15,0 102-55 16,0 10-41-16,12 22-3 15,4 14 2 1,2 8-18-16,-2 7-3 0,-1-2-71 16,-5-9-103-16,-2-12-116 15,-1-19-166-15</inkml:trace>
  <inkml:trace contextRef="#ctx0" brushRef="#br0" timeOffset="106299.6">20129 13565 688 0,'0'0'162'0,"0"0"20"0,0 0 26 16,0 0-74 0,0 0-22-16,0 0-89 0,2-40-19 15,3 84 18-15,5 2-5 16,7 1-9-16,2-10-4 16,-1-6-4-16,3-12 3 15,-6-2-3-15,1-13 1 16,-1-4 1-16,-1 0-2 15,1 0 5-15,1-8 0 16,-1-10-1-16,-1-8 1 16,-5-2-3-16,-5-4 0 15,-4 0 0-15,0 3-2 16,0 1-2-16,-7 8 2 16,-6 6-3-16,4 2-3 15,2 8-5-15,7 0 1 0,0 4-3 16,0-1-17-16,9 1-37 15,16 0 31-15,6 0 4 16,0 0-17-16,-2 0 24 16,-4 7 19-16,-4 9 6 15,0 2 1-15,1 4 7 16,1 3-2-16,-2-1 2 16,4 0-2-16,2-1 10 15,2-2 6-15,2-6-4 16,-1-2-1-16,0-9 2 15,-1-4 8-15,1 0 6 16,-7-4 6-16,-2-16 5 0,-3-9-13 16,-5 0-6-16,-7-6 9 15,-6-5-3-15,0-4-9 16,-2-4-12 0,-25 2-10-16,-15 8-2 0,-11 6-39 15,-19 14-73-15,-17 9-117 16,-17 8-206-16</inkml:trace>
  <inkml:trace contextRef="#ctx0" brushRef="#br0" timeOffset="106801.86">15401 13451 791 0,'0'0'322'0,"0"0"-177"0,0 0-67 0,-67 124-39 15,-2-26 43-15,-18 12-37 16,-6 1-31-16,-1 3-6 16,3-1-8-16,10-9-4 15,19-6-16-15,18-6-60 0,17-11-76 16,22-17-150-1,5-24-245-15</inkml:trace>
  <inkml:trace contextRef="#ctx0" brushRef="#br0" timeOffset="107135.69">18700 13251 989 0,'0'0'45'0,"0"0"76"16,0 0-55-16,0 0-8 15,0 0 34-15,-131 121-84 16,29-2 11-16,-14 9-6 16,-7 2-12-16,-1-2-2 15,-5-7-4-15,10-10-36 16,17-9-24-16,12-8-89 16,12-16-115-16,8-24-243 15</inkml:trace>
  <inkml:trace contextRef="#ctx0" brushRef="#br0" timeOffset="107783.94">17992 12991 905 0,'0'0'10'16,"0"0"12"-16,0 0-9 0,-154-38-5 15,112 44 15-15,4 17 42 16,14 5-17-16,15 6-35 16,9 0-13-16,11 4 8 15,27-1-6-15,15-1 1 16,5-3 0-16,-2-2 0 15,-9-6-1-15,-16-9 0 16,-17-5 1-16,-14-5 2 16,0-1 2-16,-25 0 23 15,-8-4-22-15,-3-1-5 16,7 0 5-16,7-7-3 16,11-24-1-16,9-6-1 15,2-6-2-15,13 3-2 0,24 3-9 16,6 6-1-16,-3 11-1 15,-7 10 5-15,-8 8 4 16,-8 2 0-16,-1 0 1 16,-7 20 1-16,5 14 1 15,-1 2 15-15,0 3-6 16,3-7-6-16,-1-6 2 16,5-5-2-16,3-9-2 15,-4-7 6-15,4-5 9 16,2-5 4-16,-3-25 0 15,0-10 9-15,-4-3 5 16,-9-6 5-16,-9 1 0 0,0 4-10 16,-4 5-14-16,-19 14 3 15,-15 11 1-15,-13 14-19 16,-7 1-37-16,-4 37-46 16,-6 12-84-16,2 11-162 15,1-1-379-15</inkml:trace>
  <inkml:trace contextRef="#ctx0" brushRef="#br0" timeOffset="108482.89">16109 15462 989 0,'0'0'184'0,"0"0"-41"0,-44-132-3 0,40 110-76 15,2 7-2-15,2 12-13 16,0 3-29-16,0 0-6 16,0 1-8-16,0 32-5 15,2 11 14-15,11 12 7 16,3 4-3-16,-3-4-11 16,3-3 1-16,-5-5 1 15,2-8-7-15,-4-5 0 16,-2-6-2-16,1-3-1 15,-3-4-11-15,-1-4-32 16,6 0-48-16,0-10-57 16,3-2-50-16,1-6-48 15,-7 0-10-15,-7-22 53 0</inkml:trace>
  <inkml:trace contextRef="#ctx0" brushRef="#br0" timeOffset="108699.02">15953 15458 60 0,'0'0'533'16,"0"0"-418"-16,0 0-59 16,61-112 7-16,-16 90 6 15,5 6 16-15,6 10 28 16,-2 6 5-16,-10 0-28 16,-11 2-9-16,-14 24-52 15,-19 8-26-15,0 10 8 16,-34 6-11-16,-13 4-8 0,3 0-72 15,4 1-108-15,6-11-195 16</inkml:trace>
  <inkml:trace contextRef="#ctx0" brushRef="#br0" timeOffset="108950.12">16776 15816 1072 0,'0'0'99'0,"0"0"8"16,0 0-36-16,0 0-49 15,0 0-22-15,147-54-4 16,-80 46-119-16,-11-5-104 15,-17 9-72-15,-16 4-303 16</inkml:trace>
  <inkml:trace contextRef="#ctx0" brushRef="#br0" timeOffset="109065.49">16918 15896 573 0,'0'0'194'16,"0"0"-44"-16,0 0-25 15,0 0-14-15,0 0-34 0,0 0-39 16,67 0-38-16,9-21-30 15,2 1-192-15,-9-6-242 16</inkml:trace>
  <inkml:trace contextRef="#ctx0" brushRef="#br0" timeOffset="110834.37">17921 15615 519 0,'0'0'105'0,"0"0"77"16,13-127-34-16,-13 93-2 16,-13 9-7-16,-12 10-25 15,-8 15-44-15,-3 0-43 0,5 0-10 16,4 22-11 0,12 4-4-16,13 2 4 15,2 5-4-15,17 5-1 16,25-2-1-16,10 0 1 0,-1 4-1 15,-13-8 6-15,-15-2-4 16,-17-9 1-16,-6 0-2 16,-20-5 11-16,-14-3 2 15,-5-4-5-15,3-9-7 16,9 0 2-16,9-9-3 16,14-20 1-16,4-11-2 15,11-12-33-15,27-6 14 16,6 5 0-16,6 3-15 15,-6 10 18-15,-7 10 13 16,0 6 3-16,-16 8 0 16,-7 6 8-16,-5 6 15 0,-9 4-5 15,2 0-5-15,2 27-8 16,4 14 20-16,3 14 3 16,2-4-26-16,5 2 1 15,4-7-3-15,2-7-3 16,5-6-2-16,0-12-11 15,0-10 0-15,0-11 5 16,0 0 5-16,-4 0 6 16,-5-21 0-16,-7-4 2 15,-8-5 0-15,-5-3 5 16,0-8-4-16,-13 2 4 16,-12 3-3-16,-8 7-4 15,-3 6 6-15,3 9 1 0,6 5-6 16,7 5 0-16,11-3 0 15,7 5-1-15,2 0-1 16,3-10-20-16,29 2-3 16,12-7 18-16,8 0-2 15,4 7-22-15,-2-2 16 16,-4 7 13-16,0-4-1 16,-11 9 2-16,-5 0 1 15,-7 0-1-15,-11 20 0 16,-8 13 5-16,-3 6 11 15,-5 6 3-15,0 0-9 16,0-4-3-16,2-1-3 16,6-5-2-16,6-8-1 15,6-6 0-15,2-6 0 0,4-5 0 16,-2-8 1-16,-3-2 2 16,0 0 4-16,-3-12 14 15,-5-10 13-15,-5-10-9 16,-8-2-7-16,0-4-5 15,0-6 5-15,-23 4-5 16,-7-4-12-16,2 7-1 16,3 11-1-16,7 3-2 15,7 11-7-15,7 1-2 16,4 3 6-16,0-2-20 16,15-3-3-16,23 0 13 15,6 5-2-15,6-2-10 16,-4 8 5-16,-3 2 7 0,-5 2 13 15,-3 25 2-15,-8 10 0 16,-2 7 0-16,-4 4 5 16,1-10 2-16,4-4-2 15,3-6 1-15,4-6 4 16,5-9-2-16,1-9 5 16,0-4 2-16,-6 0 6 15,-9-22 6-15,-8 0-1 16,-9-11-1-16,-7-1 1 15,0-2-12-15,-17-4-7 16,-15 0-7-16,-6-1-2 16,2 10-21-16,8 9-30 0,12 4-2 15,10 4-16-15,6 0-26 16,0-7-23-16,21-5 47 16,6-9 59-16,-1-8 14 15,-5-5 1-15,-10-5 27 16,-11-16 49-16,-9-5 19 15,-42-2-10-15,-30-1-3 16,-34 15-67-16,-34 12 5 16,-34 16-7-16,-27 14 5 15,-31 15-6-15,-35 5-8 16,-33 19-1-16,-41 23-4 16,-31 18 0-16,-32 26 1 15,-21 17 8-15,-11 14 19 0,8 20-25 16,18 6 11-16,41 13-5 15,48 6-4-15,58-5-5 16,74-11-7-16,64-16 7 16,71-9-1-16,63-15-1 15,67-15-5-15,94-17 6 16,77-14 0-16,77-20 1 16,68-25-1-16,55-12 1 15,50-3-10-15,38-18 5 16,35-14 5-16,35-4-6 15,7-8-4-15,6-5 10 16,-15-1-6-16,-37-16 6 0,-44-17 0 16,-63-14 0-1,-78-22 0-15,-74-17 2 0,-82-10 0 16,-88-14 2 0,-99-11-2-16,-87 1-1 0,-133 4-1 15,-104 21-3-15,-102 20-10 16,-99 25-3-16,-84 28-32 15,-93 24-44-15,-73 15-68 16,-87 26-94-16,-79 7-95 16,-75 4-293-16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77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707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77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9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5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40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09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23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41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09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97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F87AE-E419-414B-B17C-95C70A1CAB85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9B01B-C477-4BFC-A8E8-8BC0E4172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7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AEBA-9483-4B24-A763-1A3BB5C44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Simple Interest 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E7AFC-B640-4391-8C66-9589B7766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01951"/>
            <a:ext cx="3595456" cy="454818"/>
          </a:xfr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Calisto MT" panose="02040603050505030304" pitchFamily="18" charset="0"/>
              </a:rPr>
              <a:t>Quantitative Aptitude</a:t>
            </a:r>
            <a:endParaRPr lang="en-IN" sz="2800" dirty="0">
              <a:latin typeface="Calisto MT" panose="0204060305050503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4D8F5F-9E1A-08E3-F8ED-2780EA814971}"/>
                  </a:ext>
                </a:extLst>
              </p14:cNvPr>
              <p14:cNvContentPartPr/>
              <p14:nvPr/>
            </p14:nvContentPartPr>
            <p14:xfrm>
              <a:off x="210240" y="1103040"/>
              <a:ext cx="7882560" cy="508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4D8F5F-9E1A-08E3-F8ED-2780EA8149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880" y="1093680"/>
                <a:ext cx="7901280" cy="510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90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630-DC62-A2A4-CBA1-C6A530CF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6FBF3-B079-A771-C461-C21C97B9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D0434B-4918-DC21-6021-16217C58BAD4}"/>
                  </a:ext>
                </a:extLst>
              </p14:cNvPr>
              <p14:cNvContentPartPr/>
              <p14:nvPr/>
            </p14:nvContentPartPr>
            <p14:xfrm>
              <a:off x="103320" y="729000"/>
              <a:ext cx="7775640" cy="5191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D0434B-4918-DC21-6021-16217C58BA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960" y="719640"/>
                <a:ext cx="7794360" cy="521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82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7A7FB-D6AF-ABAE-C871-D981A1BF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DA3C9-C0E4-DF4D-9BFD-5FADF97E6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7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5CC7-659E-4080-87B1-4C6635D3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1. What will be the Simple interest on a sum of Rs. 1500 at the rate of 15% per annum for 2 years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FF0E8-CC92-4C01-AC89-229D91295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490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450</a:t>
            </a:r>
          </a:p>
          <a:p>
            <a:pPr marL="514350" indent="-514350">
              <a:buAutoNum type="alphaUcParenR"/>
            </a:pPr>
            <a:r>
              <a:rPr lang="en-US" sz="2000" dirty="0"/>
              <a:t>Rs. 300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600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950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9291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5CC7-659E-4080-87B1-4C6635D3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2. What will be the Simple interest on a sum of Rs. 10,000 at the rate of 20% per annum for 5 years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FF0E8-CC92-4C01-AC89-229D91295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490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15,000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30,000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10,000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14,500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2649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5CC7-659E-4080-87B1-4C6635D3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3. The simple interest at 30% for 3 years will be Rs.270. Find the Sum?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FF0E8-CC92-4C01-AC89-229D91295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490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550</a:t>
            </a:r>
          </a:p>
          <a:p>
            <a:pPr marL="514350" indent="-514350">
              <a:buAutoNum type="alphaUcParenR"/>
            </a:pPr>
            <a:r>
              <a:rPr lang="en-US" sz="2000" dirty="0"/>
              <a:t>Rs. 680</a:t>
            </a:r>
          </a:p>
          <a:p>
            <a:pPr marL="514350" indent="-514350">
              <a:buAutoNum type="alphaUcParenR"/>
            </a:pPr>
            <a:r>
              <a:rPr lang="en-US" sz="2000" dirty="0"/>
              <a:t>Rs. 200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300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2174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5CC7-659E-4080-87B1-4C6635D3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4. At what sum simple interest is Rs. 90 at the rate of 6% in 3 years?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FF0E8-CC92-4C01-AC89-229D91295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490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270</a:t>
            </a:r>
          </a:p>
          <a:p>
            <a:pPr marL="514350" indent="-514350">
              <a:buAutoNum type="alphaUcParenR"/>
            </a:pPr>
            <a:r>
              <a:rPr lang="en-US" sz="2000" dirty="0"/>
              <a:t>Rs. 500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540</a:t>
            </a:r>
          </a:p>
          <a:p>
            <a:pPr marL="514350" indent="-514350">
              <a:buAutoNum type="alphaUcParenR"/>
            </a:pPr>
            <a:r>
              <a:rPr lang="en-US" sz="2000" dirty="0"/>
              <a:t>Rs. 720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463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5. What will be the simple interest earned on amount of Rs. 3000 in 8 months at the end of 15% per annum?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68173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500</a:t>
            </a:r>
          </a:p>
          <a:p>
            <a:pPr marL="514350" indent="-514350">
              <a:buAutoNum type="alphaUcParenR"/>
            </a:pPr>
            <a:r>
              <a:rPr lang="en-US" sz="2000" dirty="0"/>
              <a:t>300</a:t>
            </a:r>
          </a:p>
          <a:p>
            <a:pPr marL="514350" indent="-514350">
              <a:buAutoNum type="alphaUcParenR"/>
            </a:pPr>
            <a:r>
              <a:rPr lang="en-US" sz="2000" dirty="0"/>
              <a:t>200</a:t>
            </a:r>
          </a:p>
          <a:p>
            <a:pPr marL="514350" indent="-514350">
              <a:buAutoNum type="alphaUcParenR"/>
            </a:pPr>
            <a:r>
              <a:rPr lang="en-US" sz="2000" dirty="0"/>
              <a:t>600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8720F6-52A4-687C-D2B5-4FA8E0E3165E}"/>
                  </a:ext>
                </a:extLst>
              </p14:cNvPr>
              <p14:cNvContentPartPr/>
              <p14:nvPr/>
            </p14:nvContentPartPr>
            <p14:xfrm>
              <a:off x="236520" y="606960"/>
              <a:ext cx="8847000" cy="5512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8720F6-52A4-687C-D2B5-4FA8E0E316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160" y="597600"/>
                <a:ext cx="8865720" cy="55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199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6. What will be the amount earned on Principal amount of Rs. 4800 in 4 years the rate of 5% per annum?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41" y="1426130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4500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5760</a:t>
            </a:r>
          </a:p>
          <a:p>
            <a:pPr marL="514350" indent="-514350">
              <a:buAutoNum type="alphaUcParenR"/>
            </a:pPr>
            <a:r>
              <a:rPr lang="en-US" sz="2000" dirty="0"/>
              <a:t>Rs. 8200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2800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F8C384-8D2E-3B38-819D-A60A847B3B1E}"/>
                  </a:ext>
                </a:extLst>
              </p14:cNvPr>
              <p14:cNvContentPartPr/>
              <p14:nvPr/>
            </p14:nvContentPartPr>
            <p14:xfrm>
              <a:off x="271440" y="670680"/>
              <a:ext cx="8863560" cy="6179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F8C384-8D2E-3B38-819D-A60A847B3B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080" y="661320"/>
                <a:ext cx="8882280" cy="619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6181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7. Find the rate of interest if the amount after 2 years of simple interest on a capital of Rs.1200 is Rs.1440.</a:t>
            </a:r>
            <a:br>
              <a:rPr lang="en-US" sz="2000" dirty="0">
                <a:latin typeface="+mn-lt"/>
              </a:rPr>
            </a:b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108" y="1488274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10%</a:t>
            </a:r>
          </a:p>
          <a:p>
            <a:pPr marL="514350" indent="-514350">
              <a:buAutoNum type="alphaUcParenR"/>
            </a:pPr>
            <a:r>
              <a:rPr lang="en-US" sz="2000" dirty="0"/>
              <a:t>20%</a:t>
            </a:r>
          </a:p>
          <a:p>
            <a:pPr marL="514350" indent="-514350">
              <a:buAutoNum type="alphaUcParenR"/>
            </a:pPr>
            <a:r>
              <a:rPr lang="en-US" sz="2000" dirty="0"/>
              <a:t>15%</a:t>
            </a:r>
          </a:p>
          <a:p>
            <a:pPr marL="514350" indent="-514350">
              <a:buAutoNum type="alphaUcParenR"/>
            </a:pPr>
            <a:r>
              <a:rPr lang="en-US" sz="2000" dirty="0"/>
              <a:t>5%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6C87B3-D635-0D82-04C9-B7C63DD3A532}"/>
                  </a:ext>
                </a:extLst>
              </p14:cNvPr>
              <p14:cNvContentPartPr/>
              <p14:nvPr/>
            </p14:nvContentPartPr>
            <p14:xfrm>
              <a:off x="49320" y="927720"/>
              <a:ext cx="8763840" cy="556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6C87B3-D635-0D82-04C9-B7C63DD3A5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60" y="918360"/>
                <a:ext cx="8782560" cy="558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5292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8. A sum of Rs. 2720 gives a Simple Interest of Rs. 119 in 2(1/2) years, the rate of interest per annum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63" y="1577051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2/5%</a:t>
            </a:r>
          </a:p>
          <a:p>
            <a:pPr marL="514350" indent="-514350">
              <a:buAutoNum type="alphaUcParenR"/>
            </a:pPr>
            <a:r>
              <a:rPr lang="en-US" sz="2000" dirty="0"/>
              <a:t>3/2%</a:t>
            </a:r>
          </a:p>
          <a:p>
            <a:pPr marL="514350" indent="-514350">
              <a:buAutoNum type="alphaUcParenR"/>
            </a:pPr>
            <a:r>
              <a:rPr lang="en-US" sz="2000" dirty="0"/>
              <a:t>7/4%</a:t>
            </a:r>
          </a:p>
          <a:p>
            <a:pPr marL="514350" indent="-514350">
              <a:buAutoNum type="alphaUcParenR"/>
            </a:pPr>
            <a:r>
              <a:rPr lang="en-US" sz="2000" dirty="0"/>
              <a:t>4/5%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0EE9CA-78B0-3B4E-4F7E-5CC4D1F2D74A}"/>
                  </a:ext>
                </a:extLst>
              </p14:cNvPr>
              <p14:cNvContentPartPr/>
              <p14:nvPr/>
            </p14:nvContentPartPr>
            <p14:xfrm>
              <a:off x="296280" y="859680"/>
              <a:ext cx="7401960" cy="449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0EE9CA-78B0-3B4E-4F7E-5CC4D1F2D7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920" y="850320"/>
                <a:ext cx="7420680" cy="451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006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9. In how many years will it take an amount of Rs. 3000 to yield Rs.450 as interest at 5% per annum Simple Interest 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577050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5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4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3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2 years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FD158D-DC31-C15E-68E2-68C76951D813}"/>
                  </a:ext>
                </a:extLst>
              </p14:cNvPr>
              <p14:cNvContentPartPr/>
              <p14:nvPr/>
            </p14:nvContentPartPr>
            <p14:xfrm>
              <a:off x="153720" y="521640"/>
              <a:ext cx="8674560" cy="6096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FD158D-DC31-C15E-68E2-68C76951D8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360" y="512280"/>
                <a:ext cx="8693280" cy="611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69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10.  At what rate percent per annum simple interest will a sum of money double in 16 years?</a:t>
            </a:r>
            <a:br>
              <a:rPr lang="en-US" sz="2000" dirty="0">
                <a:latin typeface="+mn-lt"/>
              </a:rPr>
            </a:b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618" y="1426130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6(1/4)%</a:t>
            </a:r>
          </a:p>
          <a:p>
            <a:pPr marL="514350" indent="-514350">
              <a:buAutoNum type="alphaUcParenR"/>
            </a:pPr>
            <a:r>
              <a:rPr lang="en-US" sz="2000" dirty="0"/>
              <a:t>25%</a:t>
            </a:r>
          </a:p>
          <a:p>
            <a:pPr marL="514350" indent="-514350">
              <a:buAutoNum type="alphaUcParenR"/>
            </a:pPr>
            <a:r>
              <a:rPr lang="en-US" sz="2000" dirty="0"/>
              <a:t>2(1/5)%</a:t>
            </a:r>
          </a:p>
          <a:p>
            <a:pPr marL="514350" indent="-514350">
              <a:buAutoNum type="alphaUcParenR"/>
            </a:pPr>
            <a:r>
              <a:rPr lang="en-US" sz="2000" dirty="0"/>
              <a:t>3(1/4)%</a:t>
            </a:r>
            <a:endParaRPr lang="en-IN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C43F19-1471-510A-C3F3-E13C3E07DF7E}"/>
                  </a:ext>
                </a:extLst>
              </p14:cNvPr>
              <p14:cNvContentPartPr/>
              <p14:nvPr/>
            </p14:nvContentPartPr>
            <p14:xfrm>
              <a:off x="12240" y="841680"/>
              <a:ext cx="9060840" cy="585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C43F19-1471-510A-C3F3-E13C3E07DF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0" y="832320"/>
                <a:ext cx="9079560" cy="587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992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11. In what time will 72 become 81 at 6(1/4)% per annum is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41" y="1452763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5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3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1 year</a:t>
            </a:r>
          </a:p>
          <a:p>
            <a:pPr marL="514350" indent="-514350">
              <a:buAutoNum type="alphaUcParenR"/>
            </a:pPr>
            <a:r>
              <a:rPr lang="en-US" sz="2000" dirty="0"/>
              <a:t>2 years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AA47F9-D777-51B8-5453-3525100F8714}"/>
                  </a:ext>
                </a:extLst>
              </p14:cNvPr>
              <p14:cNvContentPartPr/>
              <p14:nvPr/>
            </p14:nvContentPartPr>
            <p14:xfrm>
              <a:off x="317160" y="802440"/>
              <a:ext cx="6406920" cy="5634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AA47F9-D777-51B8-5453-3525100F87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7800" y="793080"/>
                <a:ext cx="6425640" cy="565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112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12. If a sum of money becomes triples in 20 years find the rate of interest per annum is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63" y="1506029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20%</a:t>
            </a:r>
          </a:p>
          <a:p>
            <a:pPr marL="514350" indent="-514350">
              <a:buAutoNum type="alphaUcParenR"/>
            </a:pPr>
            <a:r>
              <a:rPr lang="en-US" sz="2000" dirty="0"/>
              <a:t>25%</a:t>
            </a:r>
          </a:p>
          <a:p>
            <a:pPr marL="514350" indent="-514350">
              <a:buAutoNum type="alphaUcParenR"/>
            </a:pPr>
            <a:r>
              <a:rPr lang="en-US" sz="2000" dirty="0"/>
              <a:t>15%</a:t>
            </a:r>
          </a:p>
          <a:p>
            <a:pPr marL="514350" indent="-514350">
              <a:buAutoNum type="alphaUcParenR"/>
            </a:pPr>
            <a:r>
              <a:rPr lang="en-US" sz="2000" dirty="0"/>
              <a:t>10%</a:t>
            </a: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00CC77-E4FA-AA4B-2B0E-29D55535B01C}"/>
                  </a:ext>
                </a:extLst>
              </p14:cNvPr>
              <p14:cNvContentPartPr/>
              <p14:nvPr/>
            </p14:nvContentPartPr>
            <p14:xfrm>
              <a:off x="-133920" y="1102320"/>
              <a:ext cx="9207000" cy="5729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00CC77-E4FA-AA4B-2B0E-29D55535B0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3280" y="1092960"/>
                <a:ext cx="9225720" cy="574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2400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13. A sum of money at SI 4 times itself in 15 years, 7 times itself in how many years?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68173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20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25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30 years</a:t>
            </a:r>
          </a:p>
          <a:p>
            <a:pPr marL="514350" indent="-514350">
              <a:buAutoNum type="alphaUcParenR"/>
            </a:pPr>
            <a:r>
              <a:rPr lang="en-US" sz="2000" dirty="0"/>
              <a:t>45 years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44693E-4AA4-BE60-5739-4708B2D7BB43}"/>
                  </a:ext>
                </a:extLst>
              </p14:cNvPr>
              <p14:cNvContentPartPr/>
              <p14:nvPr/>
            </p14:nvContentPartPr>
            <p14:xfrm>
              <a:off x="137520" y="1036440"/>
              <a:ext cx="8520120" cy="563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44693E-4AA4-BE60-5739-4708B2D7BB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160" y="1027080"/>
                <a:ext cx="8538840" cy="565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3423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14. </a:t>
            </a:r>
            <a:r>
              <a:rPr lang="en-US" sz="2000" i="0" dirty="0">
                <a:solidFill>
                  <a:srgbClr val="222222"/>
                </a:solidFill>
                <a:effectLst/>
                <a:latin typeface="+mn-lt"/>
              </a:rPr>
              <a:t>A sum of money at simple interest amounts to Rs.815 in 3 years and to Rs.854 in 4 years. The sum is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585928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650</a:t>
            </a:r>
          </a:p>
          <a:p>
            <a:pPr marL="514350" indent="-514350">
              <a:buAutoNum type="alphaUcParenR"/>
            </a:pPr>
            <a:r>
              <a:rPr lang="en-US" sz="2000" dirty="0"/>
              <a:t>Rs. 698</a:t>
            </a:r>
          </a:p>
          <a:p>
            <a:pPr marL="514350" indent="-514350">
              <a:buAutoNum type="alphaUcParenR"/>
            </a:pPr>
            <a:r>
              <a:rPr lang="en-US" sz="2000" dirty="0"/>
              <a:t>Rs. 690</a:t>
            </a:r>
          </a:p>
          <a:p>
            <a:pPr marL="514350" indent="-514350">
              <a:buAutoNum type="alphaUcParenR"/>
            </a:pPr>
            <a:r>
              <a:rPr lang="en-US" sz="2000" dirty="0"/>
              <a:t>Rs. 700</a:t>
            </a: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007686-B80A-2833-DD0C-65737BBF8F67}"/>
                  </a:ext>
                </a:extLst>
              </p14:cNvPr>
              <p14:cNvContentPartPr/>
              <p14:nvPr/>
            </p14:nvContentPartPr>
            <p14:xfrm>
              <a:off x="92160" y="1031400"/>
              <a:ext cx="7935840" cy="5450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007686-B80A-2833-DD0C-65737BBF8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00" y="1022040"/>
                <a:ext cx="7954560" cy="546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8937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15. </a:t>
            </a:r>
            <a:r>
              <a:rPr lang="en-US" sz="2000" i="0" dirty="0">
                <a:solidFill>
                  <a:srgbClr val="222222"/>
                </a:solidFill>
                <a:effectLst/>
                <a:latin typeface="+mn-lt"/>
              </a:rPr>
              <a:t>A sum of money at simple interest amounts to Rs.8000 in 5 years and to Rs.6400 in 3 years. The sum is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585928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4000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5000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6000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7500</a:t>
            </a: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A26C37-6025-6B7E-136C-688F6EDFF8D1}"/>
                  </a:ext>
                </a:extLst>
              </p14:cNvPr>
              <p14:cNvContentPartPr/>
              <p14:nvPr/>
            </p14:nvContentPartPr>
            <p14:xfrm>
              <a:off x="240840" y="1294560"/>
              <a:ext cx="7881840" cy="5232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A26C37-6025-6B7E-136C-688F6EDFF8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480" y="1285200"/>
                <a:ext cx="7900560" cy="525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556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16. Raju lent some of the money at 12% SI and equal amount of money of 6% SI each for 2 years. If his total interest was Rs. 720. What amount was lent in each case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585928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4000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5000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2000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7500</a:t>
            </a: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814840-4405-C91C-F9FE-39924BB95319}"/>
                  </a:ext>
                </a:extLst>
              </p14:cNvPr>
              <p14:cNvContentPartPr/>
              <p14:nvPr/>
            </p14:nvContentPartPr>
            <p14:xfrm>
              <a:off x="165240" y="876240"/>
              <a:ext cx="9037800" cy="5949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814840-4405-C91C-F9FE-39924BB953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880" y="866880"/>
                <a:ext cx="9056520" cy="59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6341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17. Simple interest certain sum at 5% per annum for 3 years and 6 years differ by 105. The sum is?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585928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 700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500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600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750</a:t>
            </a: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F15EC6-78ED-ADAD-201B-576A271B1027}"/>
                  </a:ext>
                </a:extLst>
              </p14:cNvPr>
              <p14:cNvContentPartPr/>
              <p14:nvPr/>
            </p14:nvContentPartPr>
            <p14:xfrm>
              <a:off x="102600" y="762120"/>
              <a:ext cx="7679880" cy="578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F15EC6-78ED-ADAD-201B-576A271B10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40" y="752760"/>
                <a:ext cx="7698600" cy="580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8554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87" y="453903"/>
            <a:ext cx="7886700" cy="1325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18. Find the simple interest on a sum of Rs. 10000, if the rate of interest being 8% p.a., 10% p.a., and 12% p.a. for the first year, second year and third year respectively.</a:t>
            </a:r>
            <a:br>
              <a:rPr lang="en-US" sz="2000" dirty="0">
                <a:latin typeface="+mn-lt"/>
              </a:rPr>
            </a:b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585928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Rs.300</a:t>
            </a:r>
          </a:p>
          <a:p>
            <a:pPr marL="514350" indent="-514350">
              <a:buAutoNum type="alphaUcParenR"/>
            </a:pPr>
            <a:r>
              <a:rPr lang="en-US" sz="2000" dirty="0"/>
              <a:t>Rs.3000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Rs.13000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4500</a:t>
            </a:r>
            <a:br>
              <a:rPr lang="en-US" sz="2000" dirty="0"/>
            </a:b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65A60F-1275-0A36-C058-C72C7890E6F8}"/>
                  </a:ext>
                </a:extLst>
              </p14:cNvPr>
              <p14:cNvContentPartPr/>
              <p14:nvPr/>
            </p14:nvContentPartPr>
            <p14:xfrm>
              <a:off x="36000" y="800640"/>
              <a:ext cx="8795160" cy="5141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65A60F-1275-0A36-C058-C72C7890E6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40" y="791280"/>
                <a:ext cx="8813880" cy="515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0857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87" y="453903"/>
            <a:ext cx="7886700" cy="1325563"/>
          </a:xfrm>
        </p:spPr>
        <p:txBody>
          <a:bodyPr>
            <a:noAutofit/>
          </a:bodyPr>
          <a:lstStyle/>
          <a:p>
            <a:pPr marL="0" indent="0"/>
            <a:r>
              <a:rPr lang="en-US" sz="2000" dirty="0">
                <a:latin typeface="+mn-lt"/>
              </a:rPr>
              <a:t>19. Ahmed borrowed some money at the rate of 5% p.a. for first two years, at the rate of 8% p.a. for next five years, and at the rate of 10% p.a. for the period beyond seven years. If he pays a total interest of Rs.6400 at the end of ten years, how much money did he borrow?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4-8357-4E16-A2C6-36DE13C8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31" y="1779466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sz="2000" dirty="0"/>
              <a:t>Rs.8000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Rs.10000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 12000</a:t>
            </a:r>
          </a:p>
          <a:p>
            <a:pPr marL="514350" indent="-514350">
              <a:buAutoNum type="alphaUcParenR"/>
            </a:pPr>
            <a:r>
              <a:rPr lang="en-US" sz="2000" dirty="0"/>
              <a:t>Rs.15000</a:t>
            </a:r>
            <a:br>
              <a:rPr lang="en-US" sz="2000" dirty="0"/>
            </a:br>
            <a:endParaRPr lang="en-IN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4B8344-1C91-5312-1B99-009ADFCE4F08}"/>
                  </a:ext>
                </a:extLst>
              </p14:cNvPr>
              <p14:cNvContentPartPr/>
              <p14:nvPr/>
            </p14:nvContentPartPr>
            <p14:xfrm>
              <a:off x="1683720" y="837360"/>
              <a:ext cx="6888960" cy="5106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4B8344-1C91-5312-1B99-009ADFCE4F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4360" y="828000"/>
                <a:ext cx="6907680" cy="512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903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953-95EC-4F83-A9E7-A1F7FD55F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2000" dirty="0"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1A54A1-447A-40A2-8DD2-174726312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824" y="1197291"/>
            <a:ext cx="6477000" cy="4010025"/>
          </a:xfrm>
        </p:spPr>
      </p:pic>
    </p:spTree>
    <p:extLst>
      <p:ext uri="{BB962C8B-B14F-4D97-AF65-F5344CB8AC3E}">
        <p14:creationId xmlns:p14="http://schemas.microsoft.com/office/powerpoint/2010/main" val="192805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5189</TotalTime>
  <Words>764</Words>
  <Application>Microsoft Office PowerPoint</Application>
  <PresentationFormat>On-screen Show (4:3)</PresentationFormat>
  <Paragraphs>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Calisto MT</vt:lpstr>
      <vt:lpstr>Georgia</vt:lpstr>
      <vt:lpstr>Office Theme</vt:lpstr>
      <vt:lpstr>Simple Interest </vt:lpstr>
      <vt:lpstr>PowerPoint Presentation</vt:lpstr>
      <vt:lpstr>PowerPoint Presentation</vt:lpstr>
      <vt:lpstr>1. What will be the Simple interest on a sum of Rs. 1500 at the rate of 15% per annum for 2 years</vt:lpstr>
      <vt:lpstr>2. What will be the Simple interest on a sum of Rs. 10,000 at the rate of 20% per annum for 5 years</vt:lpstr>
      <vt:lpstr>3. The simple interest at 30% for 3 years will be Rs.270. Find the Sum?</vt:lpstr>
      <vt:lpstr>4. At what sum simple interest is Rs. 90 at the rate of 6% in 3 years?</vt:lpstr>
      <vt:lpstr>5. What will be the simple interest earned on amount of Rs. 3000 in 8 months at the end of 15% per annum?</vt:lpstr>
      <vt:lpstr>6. What will be the amount earned on Principal amount of Rs. 4800 in 4 years the rate of 5% per annum?</vt:lpstr>
      <vt:lpstr>7. Find the rate of interest if the amount after 2 years of simple interest on a capital of Rs.1200 is Rs.1440. </vt:lpstr>
      <vt:lpstr>8. A sum of Rs. 2720 gives a Simple Interest of Rs. 119 in 2(1/2) years, the rate of interest per annum</vt:lpstr>
      <vt:lpstr>9. In how many years will it take an amount of Rs. 3000 to yield Rs.450 as interest at 5% per annum Simple Interest </vt:lpstr>
      <vt:lpstr>10.  At what rate percent per annum simple interest will a sum of money double in 16 years? </vt:lpstr>
      <vt:lpstr>11. In what time will 72 become 81 at 6(1/4)% per annum is</vt:lpstr>
      <vt:lpstr>12. If a sum of money becomes triples in 20 years find the rate of interest per annum is</vt:lpstr>
      <vt:lpstr>13. A sum of money at SI 4 times itself in 15 years, 7 times itself in how many years?</vt:lpstr>
      <vt:lpstr>14. A sum of money at simple interest amounts to Rs.815 in 3 years and to Rs.854 in 4 years. The sum is</vt:lpstr>
      <vt:lpstr>15. A sum of money at simple interest amounts to Rs.8000 in 5 years and to Rs.6400 in 3 years. The sum is</vt:lpstr>
      <vt:lpstr>16. Raju lent some of the money at 12% SI and equal amount of money of 6% SI each for 2 years. If his total interest was Rs. 720. What amount was lent in each case</vt:lpstr>
      <vt:lpstr>17. Simple interest certain sum at 5% per annum for 3 years and 6 years differ by 105. The sum is?</vt:lpstr>
      <vt:lpstr>18. Find the simple interest on a sum of Rs. 10000, if the rate of interest being 8% p.a., 10% p.a., and 12% p.a. for the first year, second year and third year respectively. </vt:lpstr>
      <vt:lpstr>19. Ahmed borrowed some money at the rate of 5% p.a. for first two years, at the rate of 8% p.a. for next five years, and at the rate of 10% p.a. for the period beyond seven years. If he pays a total interest of Rs.6400 at the end of ten years, how much money did he borrow?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Pavithra Kura</dc:creator>
  <cp:lastModifiedBy>Pavithra Kura</cp:lastModifiedBy>
  <cp:revision>58</cp:revision>
  <dcterms:created xsi:type="dcterms:W3CDTF">2021-12-20T16:48:56Z</dcterms:created>
  <dcterms:modified xsi:type="dcterms:W3CDTF">2025-09-20T13:37:52Z</dcterms:modified>
</cp:coreProperties>
</file>