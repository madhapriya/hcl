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3" r:id="rId1"/>
  </p:sldMasterIdLst>
  <p:sldIdLst>
    <p:sldId id="256" r:id="rId2"/>
    <p:sldId id="289" r:id="rId3"/>
    <p:sldId id="290" r:id="rId4"/>
    <p:sldId id="298" r:id="rId5"/>
    <p:sldId id="299" r:id="rId6"/>
    <p:sldId id="300" r:id="rId7"/>
    <p:sldId id="310" r:id="rId8"/>
    <p:sldId id="306" r:id="rId9"/>
    <p:sldId id="303" r:id="rId10"/>
    <p:sldId id="304" r:id="rId11"/>
    <p:sldId id="295" r:id="rId12"/>
    <p:sldId id="292" r:id="rId13"/>
    <p:sldId id="293" r:id="rId14"/>
    <p:sldId id="297" r:id="rId15"/>
    <p:sldId id="291" r:id="rId16"/>
    <p:sldId id="296" r:id="rId17"/>
    <p:sldId id="294" r:id="rId18"/>
    <p:sldId id="305" r:id="rId19"/>
    <p:sldId id="301" r:id="rId20"/>
    <p:sldId id="302" r:id="rId21"/>
    <p:sldId id="307" r:id="rId22"/>
    <p:sldId id="308" r:id="rId23"/>
    <p:sldId id="309" r:id="rId24"/>
    <p:sldId id="257" r:id="rId25"/>
    <p:sldId id="288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RAN KUMAR GANTA" userId="04d4457b2c6f4d58" providerId="LiveId" clId="{415B0607-3D18-4380-816B-9D66A004EED0}"/>
    <pc:docChg chg="custSel addSld modSld">
      <pc:chgData name="KIRAN KUMAR GANTA" userId="04d4457b2c6f4d58" providerId="LiveId" clId="{415B0607-3D18-4380-816B-9D66A004EED0}" dt="2022-12-03T13:27:18.705" v="6110" actId="20577"/>
      <pc:docMkLst>
        <pc:docMk/>
      </pc:docMkLst>
      <pc:sldChg chg="modSp mod">
        <pc:chgData name="KIRAN KUMAR GANTA" userId="04d4457b2c6f4d58" providerId="LiveId" clId="{415B0607-3D18-4380-816B-9D66A004EED0}" dt="2022-11-22T09:44:02.084" v="109" actId="113"/>
        <pc:sldMkLst>
          <pc:docMk/>
          <pc:sldMk cId="2745039445" sldId="259"/>
        </pc:sldMkLst>
        <pc:spChg chg="mod">
          <ac:chgData name="KIRAN KUMAR GANTA" userId="04d4457b2c6f4d58" providerId="LiveId" clId="{415B0607-3D18-4380-816B-9D66A004EED0}" dt="2022-11-22T09:44:02.084" v="109" actId="113"/>
          <ac:spMkLst>
            <pc:docMk/>
            <pc:sldMk cId="2745039445" sldId="259"/>
            <ac:spMk id="3" creationId="{3F7F7275-821A-7B23-BE3E-B9410147340D}"/>
          </ac:spMkLst>
        </pc:spChg>
      </pc:sldChg>
      <pc:sldChg chg="delSp modSp new mod">
        <pc:chgData name="KIRAN KUMAR GANTA" userId="04d4457b2c6f4d58" providerId="LiveId" clId="{415B0607-3D18-4380-816B-9D66A004EED0}" dt="2022-11-22T09:45:58.981" v="253" actId="113"/>
        <pc:sldMkLst>
          <pc:docMk/>
          <pc:sldMk cId="3259336835" sldId="260"/>
        </pc:sldMkLst>
        <pc:spChg chg="del mod">
          <ac:chgData name="KIRAN KUMAR GANTA" userId="04d4457b2c6f4d58" providerId="LiveId" clId="{415B0607-3D18-4380-816B-9D66A004EED0}" dt="2022-11-22T09:44:16.597" v="112" actId="478"/>
          <ac:spMkLst>
            <pc:docMk/>
            <pc:sldMk cId="3259336835" sldId="260"/>
            <ac:spMk id="2" creationId="{C99E18C2-BC0C-7ED6-C1EA-F75EE7BAD2FC}"/>
          </ac:spMkLst>
        </pc:spChg>
        <pc:spChg chg="mod">
          <ac:chgData name="KIRAN KUMAR GANTA" userId="04d4457b2c6f4d58" providerId="LiveId" clId="{415B0607-3D18-4380-816B-9D66A004EED0}" dt="2022-11-22T09:45:58.981" v="253" actId="113"/>
          <ac:spMkLst>
            <pc:docMk/>
            <pc:sldMk cId="3259336835" sldId="260"/>
            <ac:spMk id="3" creationId="{BD0CAEFC-D594-A38A-CE5E-25A0316665E1}"/>
          </ac:spMkLst>
        </pc:spChg>
      </pc:sldChg>
      <pc:sldChg chg="delSp modSp new mod">
        <pc:chgData name="KIRAN KUMAR GANTA" userId="04d4457b2c6f4d58" providerId="LiveId" clId="{415B0607-3D18-4380-816B-9D66A004EED0}" dt="2022-11-22T09:47:48.159" v="368" actId="113"/>
        <pc:sldMkLst>
          <pc:docMk/>
          <pc:sldMk cId="3231654361" sldId="261"/>
        </pc:sldMkLst>
        <pc:spChg chg="del mod">
          <ac:chgData name="KIRAN KUMAR GANTA" userId="04d4457b2c6f4d58" providerId="LiveId" clId="{415B0607-3D18-4380-816B-9D66A004EED0}" dt="2022-11-22T09:46:11.354" v="256" actId="478"/>
          <ac:spMkLst>
            <pc:docMk/>
            <pc:sldMk cId="3231654361" sldId="261"/>
            <ac:spMk id="2" creationId="{B92F98AE-B313-6351-8B77-07F241C7A521}"/>
          </ac:spMkLst>
        </pc:spChg>
        <pc:spChg chg="mod">
          <ac:chgData name="KIRAN KUMAR GANTA" userId="04d4457b2c6f4d58" providerId="LiveId" clId="{415B0607-3D18-4380-816B-9D66A004EED0}" dt="2022-11-22T09:47:48.159" v="368" actId="113"/>
          <ac:spMkLst>
            <pc:docMk/>
            <pc:sldMk cId="3231654361" sldId="261"/>
            <ac:spMk id="3" creationId="{0A237550-1DE1-9F96-6294-BBF931B4F42B}"/>
          </ac:spMkLst>
        </pc:spChg>
      </pc:sldChg>
      <pc:sldChg chg="delSp modSp new mod">
        <pc:chgData name="KIRAN KUMAR GANTA" userId="04d4457b2c6f4d58" providerId="LiveId" clId="{415B0607-3D18-4380-816B-9D66A004EED0}" dt="2022-11-22T09:49:35.756" v="490" actId="113"/>
        <pc:sldMkLst>
          <pc:docMk/>
          <pc:sldMk cId="2471644895" sldId="262"/>
        </pc:sldMkLst>
        <pc:spChg chg="del mod">
          <ac:chgData name="KIRAN KUMAR GANTA" userId="04d4457b2c6f4d58" providerId="LiveId" clId="{415B0607-3D18-4380-816B-9D66A004EED0}" dt="2022-11-22T09:48:00.071" v="371" actId="478"/>
          <ac:spMkLst>
            <pc:docMk/>
            <pc:sldMk cId="2471644895" sldId="262"/>
            <ac:spMk id="2" creationId="{000AA207-4125-EFA2-9E98-39906A0019E9}"/>
          </ac:spMkLst>
        </pc:spChg>
        <pc:spChg chg="mod">
          <ac:chgData name="KIRAN KUMAR GANTA" userId="04d4457b2c6f4d58" providerId="LiveId" clId="{415B0607-3D18-4380-816B-9D66A004EED0}" dt="2022-11-22T09:49:35.756" v="490" actId="113"/>
          <ac:spMkLst>
            <pc:docMk/>
            <pc:sldMk cId="2471644895" sldId="262"/>
            <ac:spMk id="3" creationId="{ED5E6109-DE52-D3E6-2B6D-0F9DD5E9BD64}"/>
          </ac:spMkLst>
        </pc:spChg>
      </pc:sldChg>
      <pc:sldChg chg="delSp modSp new mod">
        <pc:chgData name="KIRAN KUMAR GANTA" userId="04d4457b2c6f4d58" providerId="LiveId" clId="{415B0607-3D18-4380-816B-9D66A004EED0}" dt="2022-11-22T09:51:13.335" v="609" actId="113"/>
        <pc:sldMkLst>
          <pc:docMk/>
          <pc:sldMk cId="3406206606" sldId="263"/>
        </pc:sldMkLst>
        <pc:spChg chg="del mod">
          <ac:chgData name="KIRAN KUMAR GANTA" userId="04d4457b2c6f4d58" providerId="LiveId" clId="{415B0607-3D18-4380-816B-9D66A004EED0}" dt="2022-11-22T09:49:42.789" v="493" actId="478"/>
          <ac:spMkLst>
            <pc:docMk/>
            <pc:sldMk cId="3406206606" sldId="263"/>
            <ac:spMk id="2" creationId="{47AD252D-8EA7-E794-9CA2-A244515ADA72}"/>
          </ac:spMkLst>
        </pc:spChg>
        <pc:spChg chg="mod">
          <ac:chgData name="KIRAN KUMAR GANTA" userId="04d4457b2c6f4d58" providerId="LiveId" clId="{415B0607-3D18-4380-816B-9D66A004EED0}" dt="2022-11-22T09:51:13.335" v="609" actId="113"/>
          <ac:spMkLst>
            <pc:docMk/>
            <pc:sldMk cId="3406206606" sldId="263"/>
            <ac:spMk id="3" creationId="{83435682-F3C7-456E-8725-FBF18D75BED0}"/>
          </ac:spMkLst>
        </pc:spChg>
      </pc:sldChg>
      <pc:sldChg chg="delSp modSp new mod">
        <pc:chgData name="KIRAN KUMAR GANTA" userId="04d4457b2c6f4d58" providerId="LiveId" clId="{415B0607-3D18-4380-816B-9D66A004EED0}" dt="2022-11-22T09:52:56.447" v="734" actId="113"/>
        <pc:sldMkLst>
          <pc:docMk/>
          <pc:sldMk cId="2366335118" sldId="264"/>
        </pc:sldMkLst>
        <pc:spChg chg="del mod">
          <ac:chgData name="KIRAN KUMAR GANTA" userId="04d4457b2c6f4d58" providerId="LiveId" clId="{415B0607-3D18-4380-816B-9D66A004EED0}" dt="2022-11-22T09:51:26.456" v="612" actId="478"/>
          <ac:spMkLst>
            <pc:docMk/>
            <pc:sldMk cId="2366335118" sldId="264"/>
            <ac:spMk id="2" creationId="{700A2CCF-64AC-D193-C5D6-C51F72224C5B}"/>
          </ac:spMkLst>
        </pc:spChg>
        <pc:spChg chg="mod">
          <ac:chgData name="KIRAN KUMAR GANTA" userId="04d4457b2c6f4d58" providerId="LiveId" clId="{415B0607-3D18-4380-816B-9D66A004EED0}" dt="2022-11-22T09:52:56.447" v="734" actId="113"/>
          <ac:spMkLst>
            <pc:docMk/>
            <pc:sldMk cId="2366335118" sldId="264"/>
            <ac:spMk id="3" creationId="{12232249-F00A-336E-BF6A-27A16CE2F241}"/>
          </ac:spMkLst>
        </pc:spChg>
      </pc:sldChg>
      <pc:sldChg chg="delSp modSp new mod">
        <pc:chgData name="KIRAN KUMAR GANTA" userId="04d4457b2c6f4d58" providerId="LiveId" clId="{415B0607-3D18-4380-816B-9D66A004EED0}" dt="2022-11-22T09:54:43.339" v="856" actId="113"/>
        <pc:sldMkLst>
          <pc:docMk/>
          <pc:sldMk cId="3726046492" sldId="265"/>
        </pc:sldMkLst>
        <pc:spChg chg="del mod">
          <ac:chgData name="KIRAN KUMAR GANTA" userId="04d4457b2c6f4d58" providerId="LiveId" clId="{415B0607-3D18-4380-816B-9D66A004EED0}" dt="2022-11-22T09:53:05.392" v="737" actId="478"/>
          <ac:spMkLst>
            <pc:docMk/>
            <pc:sldMk cId="3726046492" sldId="265"/>
            <ac:spMk id="2" creationId="{A1B099E4-C240-C94B-53B7-D1EE52C04EBE}"/>
          </ac:spMkLst>
        </pc:spChg>
        <pc:spChg chg="mod">
          <ac:chgData name="KIRAN KUMAR GANTA" userId="04d4457b2c6f4d58" providerId="LiveId" clId="{415B0607-3D18-4380-816B-9D66A004EED0}" dt="2022-11-22T09:54:43.339" v="856" actId="113"/>
          <ac:spMkLst>
            <pc:docMk/>
            <pc:sldMk cId="3726046492" sldId="265"/>
            <ac:spMk id="3" creationId="{9F32EDFA-9473-79EE-0F35-48D6FE17308F}"/>
          </ac:spMkLst>
        </pc:spChg>
      </pc:sldChg>
      <pc:sldChg chg="delSp modSp new mod">
        <pc:chgData name="KIRAN KUMAR GANTA" userId="04d4457b2c6f4d58" providerId="LiveId" clId="{415B0607-3D18-4380-816B-9D66A004EED0}" dt="2022-11-22T09:56:56.173" v="987" actId="113"/>
        <pc:sldMkLst>
          <pc:docMk/>
          <pc:sldMk cId="1208186571" sldId="266"/>
        </pc:sldMkLst>
        <pc:spChg chg="del mod">
          <ac:chgData name="KIRAN KUMAR GANTA" userId="04d4457b2c6f4d58" providerId="LiveId" clId="{415B0607-3D18-4380-816B-9D66A004EED0}" dt="2022-11-22T09:55:10.225" v="859" actId="478"/>
          <ac:spMkLst>
            <pc:docMk/>
            <pc:sldMk cId="1208186571" sldId="266"/>
            <ac:spMk id="2" creationId="{51117EEC-5E2D-DC41-081A-DE5B29DCAD03}"/>
          </ac:spMkLst>
        </pc:spChg>
        <pc:spChg chg="mod">
          <ac:chgData name="KIRAN KUMAR GANTA" userId="04d4457b2c6f4d58" providerId="LiveId" clId="{415B0607-3D18-4380-816B-9D66A004EED0}" dt="2022-11-22T09:56:56.173" v="987" actId="113"/>
          <ac:spMkLst>
            <pc:docMk/>
            <pc:sldMk cId="1208186571" sldId="266"/>
            <ac:spMk id="3" creationId="{F1C208E4-8FE0-3F9B-F449-7A80C294134C}"/>
          </ac:spMkLst>
        </pc:spChg>
      </pc:sldChg>
      <pc:sldChg chg="delSp modSp new mod">
        <pc:chgData name="KIRAN KUMAR GANTA" userId="04d4457b2c6f4d58" providerId="LiveId" clId="{415B0607-3D18-4380-816B-9D66A004EED0}" dt="2022-11-22T09:59:46.615" v="1143" actId="113"/>
        <pc:sldMkLst>
          <pc:docMk/>
          <pc:sldMk cId="1105230622" sldId="267"/>
        </pc:sldMkLst>
        <pc:spChg chg="del mod">
          <ac:chgData name="KIRAN KUMAR GANTA" userId="04d4457b2c6f4d58" providerId="LiveId" clId="{415B0607-3D18-4380-816B-9D66A004EED0}" dt="2022-11-22T09:57:06.958" v="990" actId="478"/>
          <ac:spMkLst>
            <pc:docMk/>
            <pc:sldMk cId="1105230622" sldId="267"/>
            <ac:spMk id="2" creationId="{A9803699-48FA-E108-82F9-8F99BEB1DDE4}"/>
          </ac:spMkLst>
        </pc:spChg>
        <pc:spChg chg="mod">
          <ac:chgData name="KIRAN KUMAR GANTA" userId="04d4457b2c6f4d58" providerId="LiveId" clId="{415B0607-3D18-4380-816B-9D66A004EED0}" dt="2022-11-22T09:59:46.615" v="1143" actId="113"/>
          <ac:spMkLst>
            <pc:docMk/>
            <pc:sldMk cId="1105230622" sldId="267"/>
            <ac:spMk id="3" creationId="{4FE0DC40-B0EA-D63B-E4B6-70164DE9D2E3}"/>
          </ac:spMkLst>
        </pc:spChg>
      </pc:sldChg>
      <pc:sldChg chg="delSp modSp new mod">
        <pc:chgData name="KIRAN KUMAR GANTA" userId="04d4457b2c6f4d58" providerId="LiveId" clId="{415B0607-3D18-4380-816B-9D66A004EED0}" dt="2022-11-22T10:02:17.532" v="1283" actId="113"/>
        <pc:sldMkLst>
          <pc:docMk/>
          <pc:sldMk cId="921741312" sldId="268"/>
        </pc:sldMkLst>
        <pc:spChg chg="del mod">
          <ac:chgData name="KIRAN KUMAR GANTA" userId="04d4457b2c6f4d58" providerId="LiveId" clId="{415B0607-3D18-4380-816B-9D66A004EED0}" dt="2022-11-22T09:59:55.647" v="1146" actId="478"/>
          <ac:spMkLst>
            <pc:docMk/>
            <pc:sldMk cId="921741312" sldId="268"/>
            <ac:spMk id="2" creationId="{04D77D2A-BBD0-DE84-C6A0-43773C1F5757}"/>
          </ac:spMkLst>
        </pc:spChg>
        <pc:spChg chg="mod">
          <ac:chgData name="KIRAN KUMAR GANTA" userId="04d4457b2c6f4d58" providerId="LiveId" clId="{415B0607-3D18-4380-816B-9D66A004EED0}" dt="2022-11-22T10:02:17.532" v="1283" actId="113"/>
          <ac:spMkLst>
            <pc:docMk/>
            <pc:sldMk cId="921741312" sldId="268"/>
            <ac:spMk id="3" creationId="{837DD3FD-F0EB-8CF6-8476-A685D9C43EF1}"/>
          </ac:spMkLst>
        </pc:spChg>
      </pc:sldChg>
      <pc:sldChg chg="delSp modSp new mod">
        <pc:chgData name="KIRAN KUMAR GANTA" userId="04d4457b2c6f4d58" providerId="LiveId" clId="{415B0607-3D18-4380-816B-9D66A004EED0}" dt="2022-11-22T10:04:53.768" v="1456" actId="113"/>
        <pc:sldMkLst>
          <pc:docMk/>
          <pc:sldMk cId="3188229740" sldId="269"/>
        </pc:sldMkLst>
        <pc:spChg chg="del mod">
          <ac:chgData name="KIRAN KUMAR GANTA" userId="04d4457b2c6f4d58" providerId="LiveId" clId="{415B0607-3D18-4380-816B-9D66A004EED0}" dt="2022-11-22T10:02:25.180" v="1286" actId="478"/>
          <ac:spMkLst>
            <pc:docMk/>
            <pc:sldMk cId="3188229740" sldId="269"/>
            <ac:spMk id="2" creationId="{65A2866E-01DA-5730-F139-DAEA0DF26248}"/>
          </ac:spMkLst>
        </pc:spChg>
        <pc:spChg chg="mod">
          <ac:chgData name="KIRAN KUMAR GANTA" userId="04d4457b2c6f4d58" providerId="LiveId" clId="{415B0607-3D18-4380-816B-9D66A004EED0}" dt="2022-11-22T10:04:53.768" v="1456" actId="113"/>
          <ac:spMkLst>
            <pc:docMk/>
            <pc:sldMk cId="3188229740" sldId="269"/>
            <ac:spMk id="3" creationId="{4D6EDC61-D907-181C-909A-F0EF15A8407C}"/>
          </ac:spMkLst>
        </pc:spChg>
      </pc:sldChg>
      <pc:sldChg chg="delSp modSp new mod">
        <pc:chgData name="KIRAN KUMAR GANTA" userId="04d4457b2c6f4d58" providerId="LiveId" clId="{415B0607-3D18-4380-816B-9D66A004EED0}" dt="2022-11-22T10:07:37.006" v="1631" actId="123"/>
        <pc:sldMkLst>
          <pc:docMk/>
          <pc:sldMk cId="1343770880" sldId="270"/>
        </pc:sldMkLst>
        <pc:spChg chg="del mod">
          <ac:chgData name="KIRAN KUMAR GANTA" userId="04d4457b2c6f4d58" providerId="LiveId" clId="{415B0607-3D18-4380-816B-9D66A004EED0}" dt="2022-11-22T10:05:03.868" v="1459" actId="478"/>
          <ac:spMkLst>
            <pc:docMk/>
            <pc:sldMk cId="1343770880" sldId="270"/>
            <ac:spMk id="2" creationId="{70195E2B-9811-C77D-1275-65B827A46264}"/>
          </ac:spMkLst>
        </pc:spChg>
        <pc:spChg chg="mod">
          <ac:chgData name="KIRAN KUMAR GANTA" userId="04d4457b2c6f4d58" providerId="LiveId" clId="{415B0607-3D18-4380-816B-9D66A004EED0}" dt="2022-11-22T10:07:37.006" v="1631" actId="123"/>
          <ac:spMkLst>
            <pc:docMk/>
            <pc:sldMk cId="1343770880" sldId="270"/>
            <ac:spMk id="3" creationId="{1FEB0B71-DE53-634B-274E-6F27A9B49692}"/>
          </ac:spMkLst>
        </pc:spChg>
      </pc:sldChg>
      <pc:sldChg chg="delSp modSp new mod">
        <pc:chgData name="KIRAN KUMAR GANTA" userId="04d4457b2c6f4d58" providerId="LiveId" clId="{415B0607-3D18-4380-816B-9D66A004EED0}" dt="2022-11-22T10:10:35.974" v="1858" actId="123"/>
        <pc:sldMkLst>
          <pc:docMk/>
          <pc:sldMk cId="2758500736" sldId="271"/>
        </pc:sldMkLst>
        <pc:spChg chg="del mod">
          <ac:chgData name="KIRAN KUMAR GANTA" userId="04d4457b2c6f4d58" providerId="LiveId" clId="{415B0607-3D18-4380-816B-9D66A004EED0}" dt="2022-11-22T10:07:47.174" v="1634" actId="478"/>
          <ac:spMkLst>
            <pc:docMk/>
            <pc:sldMk cId="2758500736" sldId="271"/>
            <ac:spMk id="2" creationId="{EFDCD9D6-3741-07CB-6466-D105E37F06DA}"/>
          </ac:spMkLst>
        </pc:spChg>
        <pc:spChg chg="mod">
          <ac:chgData name="KIRAN KUMAR GANTA" userId="04d4457b2c6f4d58" providerId="LiveId" clId="{415B0607-3D18-4380-816B-9D66A004EED0}" dt="2022-11-22T10:10:35.974" v="1858" actId="123"/>
          <ac:spMkLst>
            <pc:docMk/>
            <pc:sldMk cId="2758500736" sldId="271"/>
            <ac:spMk id="3" creationId="{84B8E209-D197-54D2-FA90-614220DCAA3C}"/>
          </ac:spMkLst>
        </pc:spChg>
      </pc:sldChg>
      <pc:sldChg chg="delSp modSp new mod">
        <pc:chgData name="KIRAN KUMAR GANTA" userId="04d4457b2c6f4d58" providerId="LiveId" clId="{415B0607-3D18-4380-816B-9D66A004EED0}" dt="2022-11-22T10:13:59.747" v="2077" actId="123"/>
        <pc:sldMkLst>
          <pc:docMk/>
          <pc:sldMk cId="3653190127" sldId="272"/>
        </pc:sldMkLst>
        <pc:spChg chg="del mod">
          <ac:chgData name="KIRAN KUMAR GANTA" userId="04d4457b2c6f4d58" providerId="LiveId" clId="{415B0607-3D18-4380-816B-9D66A004EED0}" dt="2022-11-22T10:10:43.954" v="1861" actId="478"/>
          <ac:spMkLst>
            <pc:docMk/>
            <pc:sldMk cId="3653190127" sldId="272"/>
            <ac:spMk id="2" creationId="{78291E25-DB65-D67D-55E1-1C04E811F0A3}"/>
          </ac:spMkLst>
        </pc:spChg>
        <pc:spChg chg="mod">
          <ac:chgData name="KIRAN KUMAR GANTA" userId="04d4457b2c6f4d58" providerId="LiveId" clId="{415B0607-3D18-4380-816B-9D66A004EED0}" dt="2022-11-22T10:13:59.747" v="2077" actId="123"/>
          <ac:spMkLst>
            <pc:docMk/>
            <pc:sldMk cId="3653190127" sldId="272"/>
            <ac:spMk id="3" creationId="{506F231C-6208-F025-E6AF-A625BE35EB83}"/>
          </ac:spMkLst>
        </pc:spChg>
      </pc:sldChg>
      <pc:sldChg chg="addSp delSp modSp new mod">
        <pc:chgData name="KIRAN KUMAR GANTA" userId="04d4457b2c6f4d58" providerId="LiveId" clId="{415B0607-3D18-4380-816B-9D66A004EED0}" dt="2022-11-23T00:22:07.413" v="2634" actId="123"/>
        <pc:sldMkLst>
          <pc:docMk/>
          <pc:sldMk cId="3695859695" sldId="273"/>
        </pc:sldMkLst>
        <pc:spChg chg="del mod">
          <ac:chgData name="KIRAN KUMAR GANTA" userId="04d4457b2c6f4d58" providerId="LiveId" clId="{415B0607-3D18-4380-816B-9D66A004EED0}" dt="2022-11-22T10:14:55.718" v="2080" actId="478"/>
          <ac:spMkLst>
            <pc:docMk/>
            <pc:sldMk cId="3695859695" sldId="273"/>
            <ac:spMk id="2" creationId="{94BB2080-21D0-F1DE-A9D1-FCD4990E2124}"/>
          </ac:spMkLst>
        </pc:spChg>
        <pc:spChg chg="mod">
          <ac:chgData name="KIRAN KUMAR GANTA" userId="04d4457b2c6f4d58" providerId="LiveId" clId="{415B0607-3D18-4380-816B-9D66A004EED0}" dt="2022-11-23T00:22:07.413" v="2634" actId="123"/>
          <ac:spMkLst>
            <pc:docMk/>
            <pc:sldMk cId="3695859695" sldId="273"/>
            <ac:spMk id="3" creationId="{08FB23B5-8DA9-7542-5D8E-8BA2B36C5599}"/>
          </ac:spMkLst>
        </pc:spChg>
        <pc:spChg chg="add mod">
          <ac:chgData name="KIRAN KUMAR GANTA" userId="04d4457b2c6f4d58" providerId="LiveId" clId="{415B0607-3D18-4380-816B-9D66A004EED0}" dt="2022-11-22T10:47:23.601" v="2338" actId="20577"/>
          <ac:spMkLst>
            <pc:docMk/>
            <pc:sldMk cId="3695859695" sldId="273"/>
            <ac:spMk id="4" creationId="{0386C79C-5562-CBCF-7E50-5E77E83F5C66}"/>
          </ac:spMkLst>
        </pc:spChg>
      </pc:sldChg>
      <pc:sldChg chg="delSp modSp new mod">
        <pc:chgData name="KIRAN KUMAR GANTA" userId="04d4457b2c6f4d58" providerId="LiveId" clId="{415B0607-3D18-4380-816B-9D66A004EED0}" dt="2022-11-23T00:25:42.108" v="2859" actId="123"/>
        <pc:sldMkLst>
          <pc:docMk/>
          <pc:sldMk cId="2026968352" sldId="274"/>
        </pc:sldMkLst>
        <pc:spChg chg="del mod">
          <ac:chgData name="KIRAN KUMAR GANTA" userId="04d4457b2c6f4d58" providerId="LiveId" clId="{415B0607-3D18-4380-816B-9D66A004EED0}" dt="2022-11-23T00:22:23.940" v="2637" actId="478"/>
          <ac:spMkLst>
            <pc:docMk/>
            <pc:sldMk cId="2026968352" sldId="274"/>
            <ac:spMk id="2" creationId="{150100BA-6C40-A5E0-D970-7D222207E89F}"/>
          </ac:spMkLst>
        </pc:spChg>
        <pc:spChg chg="mod">
          <ac:chgData name="KIRAN KUMAR GANTA" userId="04d4457b2c6f4d58" providerId="LiveId" clId="{415B0607-3D18-4380-816B-9D66A004EED0}" dt="2022-11-23T00:25:42.108" v="2859" actId="123"/>
          <ac:spMkLst>
            <pc:docMk/>
            <pc:sldMk cId="2026968352" sldId="274"/>
            <ac:spMk id="3" creationId="{668703F4-1813-892A-D70C-11718D503101}"/>
          </ac:spMkLst>
        </pc:spChg>
      </pc:sldChg>
      <pc:sldChg chg="delSp modSp new mod">
        <pc:chgData name="KIRAN KUMAR GANTA" userId="04d4457b2c6f4d58" providerId="LiveId" clId="{415B0607-3D18-4380-816B-9D66A004EED0}" dt="2022-11-23T00:28:56.357" v="3087" actId="123"/>
        <pc:sldMkLst>
          <pc:docMk/>
          <pc:sldMk cId="2957383491" sldId="275"/>
        </pc:sldMkLst>
        <pc:spChg chg="del mod">
          <ac:chgData name="KIRAN KUMAR GANTA" userId="04d4457b2c6f4d58" providerId="LiveId" clId="{415B0607-3D18-4380-816B-9D66A004EED0}" dt="2022-11-23T00:25:52.933" v="2862" actId="478"/>
          <ac:spMkLst>
            <pc:docMk/>
            <pc:sldMk cId="2957383491" sldId="275"/>
            <ac:spMk id="2" creationId="{6B4DC175-5F8F-02D1-67EF-989E7DD6CB0E}"/>
          </ac:spMkLst>
        </pc:spChg>
        <pc:spChg chg="mod">
          <ac:chgData name="KIRAN KUMAR GANTA" userId="04d4457b2c6f4d58" providerId="LiveId" clId="{415B0607-3D18-4380-816B-9D66A004EED0}" dt="2022-11-23T00:28:56.357" v="3087" actId="123"/>
          <ac:spMkLst>
            <pc:docMk/>
            <pc:sldMk cId="2957383491" sldId="275"/>
            <ac:spMk id="3" creationId="{9C531A27-11BB-3D0C-6631-5379D78E199B}"/>
          </ac:spMkLst>
        </pc:spChg>
      </pc:sldChg>
      <pc:sldChg chg="delSp modSp new mod">
        <pc:chgData name="KIRAN KUMAR GANTA" userId="04d4457b2c6f4d58" providerId="LiveId" clId="{415B0607-3D18-4380-816B-9D66A004EED0}" dt="2022-11-23T00:34:22.033" v="3367" actId="14100"/>
        <pc:sldMkLst>
          <pc:docMk/>
          <pc:sldMk cId="2146524995" sldId="276"/>
        </pc:sldMkLst>
        <pc:spChg chg="del">
          <ac:chgData name="KIRAN KUMAR GANTA" userId="04d4457b2c6f4d58" providerId="LiveId" clId="{415B0607-3D18-4380-816B-9D66A004EED0}" dt="2022-11-23T00:29:08.611" v="3089" actId="478"/>
          <ac:spMkLst>
            <pc:docMk/>
            <pc:sldMk cId="2146524995" sldId="276"/>
            <ac:spMk id="2" creationId="{16BE8993-1ECF-8345-24B7-572F81021BD5}"/>
          </ac:spMkLst>
        </pc:spChg>
        <pc:spChg chg="mod">
          <ac:chgData name="KIRAN KUMAR GANTA" userId="04d4457b2c6f4d58" providerId="LiveId" clId="{415B0607-3D18-4380-816B-9D66A004EED0}" dt="2022-11-23T00:34:22.033" v="3367" actId="14100"/>
          <ac:spMkLst>
            <pc:docMk/>
            <pc:sldMk cId="2146524995" sldId="276"/>
            <ac:spMk id="3" creationId="{03CF843A-ACC6-4F63-ED60-590DDF5B439D}"/>
          </ac:spMkLst>
        </pc:spChg>
      </pc:sldChg>
      <pc:sldChg chg="delSp modSp new mod">
        <pc:chgData name="KIRAN KUMAR GANTA" userId="04d4457b2c6f4d58" providerId="LiveId" clId="{415B0607-3D18-4380-816B-9D66A004EED0}" dt="2022-11-23T00:41:50.348" v="3594" actId="123"/>
        <pc:sldMkLst>
          <pc:docMk/>
          <pc:sldMk cId="1414182164" sldId="277"/>
        </pc:sldMkLst>
        <pc:spChg chg="del mod">
          <ac:chgData name="KIRAN KUMAR GANTA" userId="04d4457b2c6f4d58" providerId="LiveId" clId="{415B0607-3D18-4380-816B-9D66A004EED0}" dt="2022-11-23T00:34:40.034" v="3370" actId="478"/>
          <ac:spMkLst>
            <pc:docMk/>
            <pc:sldMk cId="1414182164" sldId="277"/>
            <ac:spMk id="2" creationId="{6251E59C-7F51-2616-1C3F-48746BCD2CA9}"/>
          </ac:spMkLst>
        </pc:spChg>
        <pc:spChg chg="mod">
          <ac:chgData name="KIRAN KUMAR GANTA" userId="04d4457b2c6f4d58" providerId="LiveId" clId="{415B0607-3D18-4380-816B-9D66A004EED0}" dt="2022-11-23T00:41:50.348" v="3594" actId="123"/>
          <ac:spMkLst>
            <pc:docMk/>
            <pc:sldMk cId="1414182164" sldId="277"/>
            <ac:spMk id="3" creationId="{BBA4833D-A393-F722-CAA9-C34A2200418A}"/>
          </ac:spMkLst>
        </pc:spChg>
      </pc:sldChg>
      <pc:sldChg chg="delSp modSp new mod">
        <pc:chgData name="KIRAN KUMAR GANTA" userId="04d4457b2c6f4d58" providerId="LiveId" clId="{415B0607-3D18-4380-816B-9D66A004EED0}" dt="2022-11-23T00:45:58.846" v="3789" actId="123"/>
        <pc:sldMkLst>
          <pc:docMk/>
          <pc:sldMk cId="3434561862" sldId="278"/>
        </pc:sldMkLst>
        <pc:spChg chg="del mod">
          <ac:chgData name="KIRAN KUMAR GANTA" userId="04d4457b2c6f4d58" providerId="LiveId" clId="{415B0607-3D18-4380-816B-9D66A004EED0}" dt="2022-11-23T00:42:01.803" v="3597" actId="478"/>
          <ac:spMkLst>
            <pc:docMk/>
            <pc:sldMk cId="3434561862" sldId="278"/>
            <ac:spMk id="2" creationId="{51FD3476-EC2A-18A1-8DFC-50FFB694F4A4}"/>
          </ac:spMkLst>
        </pc:spChg>
        <pc:spChg chg="mod">
          <ac:chgData name="KIRAN KUMAR GANTA" userId="04d4457b2c6f4d58" providerId="LiveId" clId="{415B0607-3D18-4380-816B-9D66A004EED0}" dt="2022-11-23T00:45:58.846" v="3789" actId="123"/>
          <ac:spMkLst>
            <pc:docMk/>
            <pc:sldMk cId="3434561862" sldId="278"/>
            <ac:spMk id="3" creationId="{F1CC810F-4B1C-0B6C-E977-549B0ADCCC3B}"/>
          </ac:spMkLst>
        </pc:spChg>
      </pc:sldChg>
      <pc:sldChg chg="delSp modSp new mod">
        <pc:chgData name="KIRAN KUMAR GANTA" userId="04d4457b2c6f4d58" providerId="LiveId" clId="{415B0607-3D18-4380-816B-9D66A004EED0}" dt="2022-11-23T00:48:57.612" v="3974" actId="123"/>
        <pc:sldMkLst>
          <pc:docMk/>
          <pc:sldMk cId="3425082150" sldId="279"/>
        </pc:sldMkLst>
        <pc:spChg chg="del mod">
          <ac:chgData name="KIRAN KUMAR GANTA" userId="04d4457b2c6f4d58" providerId="LiveId" clId="{415B0607-3D18-4380-816B-9D66A004EED0}" dt="2022-11-23T00:46:06.762" v="3792" actId="478"/>
          <ac:spMkLst>
            <pc:docMk/>
            <pc:sldMk cId="3425082150" sldId="279"/>
            <ac:spMk id="2" creationId="{04D80463-BE7B-ED63-7CF7-8B00AAF58365}"/>
          </ac:spMkLst>
        </pc:spChg>
        <pc:spChg chg="mod">
          <ac:chgData name="KIRAN KUMAR GANTA" userId="04d4457b2c6f4d58" providerId="LiveId" clId="{415B0607-3D18-4380-816B-9D66A004EED0}" dt="2022-11-23T00:48:57.612" v="3974" actId="123"/>
          <ac:spMkLst>
            <pc:docMk/>
            <pc:sldMk cId="3425082150" sldId="279"/>
            <ac:spMk id="3" creationId="{98EAFA4C-BD9E-0554-C08A-C8929C9E1305}"/>
          </ac:spMkLst>
        </pc:spChg>
      </pc:sldChg>
      <pc:sldChg chg="delSp modSp new mod">
        <pc:chgData name="KIRAN KUMAR GANTA" userId="04d4457b2c6f4d58" providerId="LiveId" clId="{415B0607-3D18-4380-816B-9D66A004EED0}" dt="2022-11-23T00:51:35.466" v="4163" actId="123"/>
        <pc:sldMkLst>
          <pc:docMk/>
          <pc:sldMk cId="2076612004" sldId="280"/>
        </pc:sldMkLst>
        <pc:spChg chg="del mod">
          <ac:chgData name="KIRAN KUMAR GANTA" userId="04d4457b2c6f4d58" providerId="LiveId" clId="{415B0607-3D18-4380-816B-9D66A004EED0}" dt="2022-11-23T00:49:08.086" v="3977" actId="478"/>
          <ac:spMkLst>
            <pc:docMk/>
            <pc:sldMk cId="2076612004" sldId="280"/>
            <ac:spMk id="2" creationId="{32E994F3-2019-6BB5-6074-5471C45CE759}"/>
          </ac:spMkLst>
        </pc:spChg>
        <pc:spChg chg="mod">
          <ac:chgData name="KIRAN KUMAR GANTA" userId="04d4457b2c6f4d58" providerId="LiveId" clId="{415B0607-3D18-4380-816B-9D66A004EED0}" dt="2022-11-23T00:51:35.466" v="4163" actId="123"/>
          <ac:spMkLst>
            <pc:docMk/>
            <pc:sldMk cId="2076612004" sldId="280"/>
            <ac:spMk id="3" creationId="{C9242765-0CE3-2B9A-CE0B-990E2FFC66CC}"/>
          </ac:spMkLst>
        </pc:spChg>
      </pc:sldChg>
      <pc:sldChg chg="delSp modSp new mod">
        <pc:chgData name="KIRAN KUMAR GANTA" userId="04d4457b2c6f4d58" providerId="LiveId" clId="{415B0607-3D18-4380-816B-9D66A004EED0}" dt="2022-11-23T00:55:14.908" v="4405" actId="123"/>
        <pc:sldMkLst>
          <pc:docMk/>
          <pc:sldMk cId="2711076953" sldId="281"/>
        </pc:sldMkLst>
        <pc:spChg chg="del mod">
          <ac:chgData name="KIRAN KUMAR GANTA" userId="04d4457b2c6f4d58" providerId="LiveId" clId="{415B0607-3D18-4380-816B-9D66A004EED0}" dt="2022-11-23T00:51:44.714" v="4166" actId="478"/>
          <ac:spMkLst>
            <pc:docMk/>
            <pc:sldMk cId="2711076953" sldId="281"/>
            <ac:spMk id="2" creationId="{FF2080A3-272E-BDE3-98DB-B27B0EF8FD2A}"/>
          </ac:spMkLst>
        </pc:spChg>
        <pc:spChg chg="mod">
          <ac:chgData name="KIRAN KUMAR GANTA" userId="04d4457b2c6f4d58" providerId="LiveId" clId="{415B0607-3D18-4380-816B-9D66A004EED0}" dt="2022-11-23T00:55:14.908" v="4405" actId="123"/>
          <ac:spMkLst>
            <pc:docMk/>
            <pc:sldMk cId="2711076953" sldId="281"/>
            <ac:spMk id="3" creationId="{D50209E1-216A-4AEC-B69A-024ED48ABF25}"/>
          </ac:spMkLst>
        </pc:spChg>
      </pc:sldChg>
      <pc:sldChg chg="delSp modSp new mod">
        <pc:chgData name="KIRAN KUMAR GANTA" userId="04d4457b2c6f4d58" providerId="LiveId" clId="{415B0607-3D18-4380-816B-9D66A004EED0}" dt="2022-11-23T00:58:55.957" v="4644" actId="123"/>
        <pc:sldMkLst>
          <pc:docMk/>
          <pc:sldMk cId="2851204071" sldId="282"/>
        </pc:sldMkLst>
        <pc:spChg chg="del mod">
          <ac:chgData name="KIRAN KUMAR GANTA" userId="04d4457b2c6f4d58" providerId="LiveId" clId="{415B0607-3D18-4380-816B-9D66A004EED0}" dt="2022-11-23T00:55:24.765" v="4408" actId="478"/>
          <ac:spMkLst>
            <pc:docMk/>
            <pc:sldMk cId="2851204071" sldId="282"/>
            <ac:spMk id="2" creationId="{AE04B9A2-5ECE-C2B2-E826-56D8B800CA23}"/>
          </ac:spMkLst>
        </pc:spChg>
        <pc:spChg chg="mod">
          <ac:chgData name="KIRAN KUMAR GANTA" userId="04d4457b2c6f4d58" providerId="LiveId" clId="{415B0607-3D18-4380-816B-9D66A004EED0}" dt="2022-11-23T00:58:55.957" v="4644" actId="123"/>
          <ac:spMkLst>
            <pc:docMk/>
            <pc:sldMk cId="2851204071" sldId="282"/>
            <ac:spMk id="3" creationId="{F12BD6D4-CBAA-AEA2-A98E-E5FE37EC7961}"/>
          </ac:spMkLst>
        </pc:spChg>
      </pc:sldChg>
      <pc:sldChg chg="delSp modSp new mod">
        <pc:chgData name="KIRAN KUMAR GANTA" userId="04d4457b2c6f4d58" providerId="LiveId" clId="{415B0607-3D18-4380-816B-9D66A004EED0}" dt="2022-11-23T01:04:41.489" v="4902" actId="123"/>
        <pc:sldMkLst>
          <pc:docMk/>
          <pc:sldMk cId="554223680" sldId="283"/>
        </pc:sldMkLst>
        <pc:spChg chg="del mod">
          <ac:chgData name="KIRAN KUMAR GANTA" userId="04d4457b2c6f4d58" providerId="LiveId" clId="{415B0607-3D18-4380-816B-9D66A004EED0}" dt="2022-11-23T00:59:08.369" v="4647" actId="478"/>
          <ac:spMkLst>
            <pc:docMk/>
            <pc:sldMk cId="554223680" sldId="283"/>
            <ac:spMk id="2" creationId="{196DAEF5-56C2-DB92-93AA-6780322E9EF4}"/>
          </ac:spMkLst>
        </pc:spChg>
        <pc:spChg chg="mod">
          <ac:chgData name="KIRAN KUMAR GANTA" userId="04d4457b2c6f4d58" providerId="LiveId" clId="{415B0607-3D18-4380-816B-9D66A004EED0}" dt="2022-11-23T01:04:41.489" v="4902" actId="123"/>
          <ac:spMkLst>
            <pc:docMk/>
            <pc:sldMk cId="554223680" sldId="283"/>
            <ac:spMk id="3" creationId="{07EFD1C8-9DB6-76A3-652E-782D67431108}"/>
          </ac:spMkLst>
        </pc:spChg>
      </pc:sldChg>
      <pc:sldChg chg="delSp modSp new mod">
        <pc:chgData name="KIRAN KUMAR GANTA" userId="04d4457b2c6f4d58" providerId="LiveId" clId="{415B0607-3D18-4380-816B-9D66A004EED0}" dt="2022-11-23T01:08:07.642" v="5138" actId="123"/>
        <pc:sldMkLst>
          <pc:docMk/>
          <pc:sldMk cId="3048807994" sldId="284"/>
        </pc:sldMkLst>
        <pc:spChg chg="del mod">
          <ac:chgData name="KIRAN KUMAR GANTA" userId="04d4457b2c6f4d58" providerId="LiveId" clId="{415B0607-3D18-4380-816B-9D66A004EED0}" dt="2022-11-23T01:04:50.569" v="4905" actId="478"/>
          <ac:spMkLst>
            <pc:docMk/>
            <pc:sldMk cId="3048807994" sldId="284"/>
            <ac:spMk id="2" creationId="{3EB8A20C-1B53-A039-533F-016C23B9E282}"/>
          </ac:spMkLst>
        </pc:spChg>
        <pc:spChg chg="mod">
          <ac:chgData name="KIRAN KUMAR GANTA" userId="04d4457b2c6f4d58" providerId="LiveId" clId="{415B0607-3D18-4380-816B-9D66A004EED0}" dt="2022-11-23T01:08:07.642" v="5138" actId="123"/>
          <ac:spMkLst>
            <pc:docMk/>
            <pc:sldMk cId="3048807994" sldId="284"/>
            <ac:spMk id="3" creationId="{F1A50A26-F082-840C-73DB-10EA2A889E6D}"/>
          </ac:spMkLst>
        </pc:spChg>
      </pc:sldChg>
      <pc:sldChg chg="delSp modSp new mod">
        <pc:chgData name="KIRAN KUMAR GANTA" userId="04d4457b2c6f4d58" providerId="LiveId" clId="{415B0607-3D18-4380-816B-9D66A004EED0}" dt="2022-11-23T01:13:14.652" v="5413" actId="123"/>
        <pc:sldMkLst>
          <pc:docMk/>
          <pc:sldMk cId="3989849634" sldId="285"/>
        </pc:sldMkLst>
        <pc:spChg chg="del mod">
          <ac:chgData name="KIRAN KUMAR GANTA" userId="04d4457b2c6f4d58" providerId="LiveId" clId="{415B0607-3D18-4380-816B-9D66A004EED0}" dt="2022-11-23T01:08:17.001" v="5141" actId="478"/>
          <ac:spMkLst>
            <pc:docMk/>
            <pc:sldMk cId="3989849634" sldId="285"/>
            <ac:spMk id="2" creationId="{14128927-5B53-CE8A-5136-7B4C64070892}"/>
          </ac:spMkLst>
        </pc:spChg>
        <pc:spChg chg="mod">
          <ac:chgData name="KIRAN KUMAR GANTA" userId="04d4457b2c6f4d58" providerId="LiveId" clId="{415B0607-3D18-4380-816B-9D66A004EED0}" dt="2022-11-23T01:13:14.652" v="5413" actId="123"/>
          <ac:spMkLst>
            <pc:docMk/>
            <pc:sldMk cId="3989849634" sldId="285"/>
            <ac:spMk id="3" creationId="{E585D727-34B0-2473-5288-8831680C0560}"/>
          </ac:spMkLst>
        </pc:spChg>
      </pc:sldChg>
      <pc:sldChg chg="delSp modSp new mod">
        <pc:chgData name="KIRAN KUMAR GANTA" userId="04d4457b2c6f4d58" providerId="LiveId" clId="{415B0607-3D18-4380-816B-9D66A004EED0}" dt="2022-11-23T01:20:11.285" v="5761" actId="123"/>
        <pc:sldMkLst>
          <pc:docMk/>
          <pc:sldMk cId="2385653247" sldId="286"/>
        </pc:sldMkLst>
        <pc:spChg chg="del mod">
          <ac:chgData name="KIRAN KUMAR GANTA" userId="04d4457b2c6f4d58" providerId="LiveId" clId="{415B0607-3D18-4380-816B-9D66A004EED0}" dt="2022-11-23T01:13:23.214" v="5416" actId="478"/>
          <ac:spMkLst>
            <pc:docMk/>
            <pc:sldMk cId="2385653247" sldId="286"/>
            <ac:spMk id="2" creationId="{F5D3699B-8D4A-41D8-1DB2-8CA44D85E84E}"/>
          </ac:spMkLst>
        </pc:spChg>
        <pc:spChg chg="mod">
          <ac:chgData name="KIRAN KUMAR GANTA" userId="04d4457b2c6f4d58" providerId="LiveId" clId="{415B0607-3D18-4380-816B-9D66A004EED0}" dt="2022-11-23T01:20:11.285" v="5761" actId="123"/>
          <ac:spMkLst>
            <pc:docMk/>
            <pc:sldMk cId="2385653247" sldId="286"/>
            <ac:spMk id="3" creationId="{365A3785-C94D-22E4-D230-91E8CF97454C}"/>
          </ac:spMkLst>
        </pc:spChg>
      </pc:sldChg>
      <pc:sldChg chg="delSp modSp new mod">
        <pc:chgData name="KIRAN KUMAR GANTA" userId="04d4457b2c6f4d58" providerId="LiveId" clId="{415B0607-3D18-4380-816B-9D66A004EED0}" dt="2022-11-23T01:26:34.543" v="6035" actId="20577"/>
        <pc:sldMkLst>
          <pc:docMk/>
          <pc:sldMk cId="1075459983" sldId="287"/>
        </pc:sldMkLst>
        <pc:spChg chg="del mod">
          <ac:chgData name="KIRAN KUMAR GANTA" userId="04d4457b2c6f4d58" providerId="LiveId" clId="{415B0607-3D18-4380-816B-9D66A004EED0}" dt="2022-11-23T01:20:52.199" v="5764" actId="478"/>
          <ac:spMkLst>
            <pc:docMk/>
            <pc:sldMk cId="1075459983" sldId="287"/>
            <ac:spMk id="2" creationId="{618C51CF-C869-B4C1-72A7-13CFA0C2E98F}"/>
          </ac:spMkLst>
        </pc:spChg>
        <pc:spChg chg="mod">
          <ac:chgData name="KIRAN KUMAR GANTA" userId="04d4457b2c6f4d58" providerId="LiveId" clId="{415B0607-3D18-4380-816B-9D66A004EED0}" dt="2022-11-23T01:26:34.543" v="6035" actId="20577"/>
          <ac:spMkLst>
            <pc:docMk/>
            <pc:sldMk cId="1075459983" sldId="287"/>
            <ac:spMk id="3" creationId="{67861C45-1915-7E28-1458-CDD63317952B}"/>
          </ac:spMkLst>
        </pc:spChg>
      </pc:sldChg>
      <pc:sldChg chg="delSp modSp new mod">
        <pc:chgData name="KIRAN KUMAR GANTA" userId="04d4457b2c6f4d58" providerId="LiveId" clId="{415B0607-3D18-4380-816B-9D66A004EED0}" dt="2022-12-03T13:27:18.705" v="6110" actId="20577"/>
        <pc:sldMkLst>
          <pc:docMk/>
          <pc:sldMk cId="2121323624" sldId="288"/>
        </pc:sldMkLst>
        <pc:spChg chg="del mod">
          <ac:chgData name="KIRAN KUMAR GANTA" userId="04d4457b2c6f4d58" providerId="LiveId" clId="{415B0607-3D18-4380-816B-9D66A004EED0}" dt="2022-11-23T01:26:04.018" v="6032" actId="478"/>
          <ac:spMkLst>
            <pc:docMk/>
            <pc:sldMk cId="2121323624" sldId="288"/>
            <ac:spMk id="2" creationId="{D085BAA4-022D-23C4-1CB1-74F0D72F0B4B}"/>
          </ac:spMkLst>
        </pc:spChg>
        <pc:spChg chg="mod">
          <ac:chgData name="KIRAN KUMAR GANTA" userId="04d4457b2c6f4d58" providerId="LiveId" clId="{415B0607-3D18-4380-816B-9D66A004EED0}" dt="2022-12-03T13:27:18.705" v="6110" actId="20577"/>
          <ac:spMkLst>
            <pc:docMk/>
            <pc:sldMk cId="2121323624" sldId="288"/>
            <ac:spMk id="3" creationId="{D2CB2731-D2D5-7C95-FAB3-D88A823FF975}"/>
          </ac:spMkLst>
        </pc:spChg>
      </pc:sldChg>
    </pc:docChg>
  </pc:docChgLst>
  <pc:docChgLst>
    <pc:chgData name="KIRAN KUMAR GANTA" userId="04d4457b2c6f4d58" providerId="LiveId" clId="{7732D2CA-B0F2-4067-A0C8-DF1E5A25DBD1}"/>
    <pc:docChg chg="modSld">
      <pc:chgData name="KIRAN KUMAR GANTA" userId="04d4457b2c6f4d58" providerId="LiveId" clId="{7732D2CA-B0F2-4067-A0C8-DF1E5A25DBD1}" dt="2023-02-24T17:12:34.270" v="113" actId="14100"/>
      <pc:docMkLst>
        <pc:docMk/>
      </pc:docMkLst>
      <pc:sldChg chg="modSp mod">
        <pc:chgData name="KIRAN KUMAR GANTA" userId="04d4457b2c6f4d58" providerId="LiveId" clId="{7732D2CA-B0F2-4067-A0C8-DF1E5A25DBD1}" dt="2023-02-24T17:03:12.634" v="5" actId="20577"/>
        <pc:sldMkLst>
          <pc:docMk/>
          <pc:sldMk cId="254231029" sldId="257"/>
        </pc:sldMkLst>
        <pc:spChg chg="mod">
          <ac:chgData name="KIRAN KUMAR GANTA" userId="04d4457b2c6f4d58" providerId="LiveId" clId="{7732D2CA-B0F2-4067-A0C8-DF1E5A25DBD1}" dt="2023-02-24T17:03:12.634" v="5" actId="20577"/>
          <ac:spMkLst>
            <pc:docMk/>
            <pc:sldMk cId="254231029" sldId="257"/>
            <ac:spMk id="3" creationId="{8D25DC3E-2454-8DA3-9DD3-8254F51563EE}"/>
          </ac:spMkLst>
        </pc:spChg>
      </pc:sldChg>
      <pc:sldChg chg="modSp mod">
        <pc:chgData name="KIRAN KUMAR GANTA" userId="04d4457b2c6f4d58" providerId="LiveId" clId="{7732D2CA-B0F2-4067-A0C8-DF1E5A25DBD1}" dt="2023-02-24T17:03:31.551" v="8" actId="14100"/>
        <pc:sldMkLst>
          <pc:docMk/>
          <pc:sldMk cId="692752379" sldId="258"/>
        </pc:sldMkLst>
        <pc:spChg chg="mod">
          <ac:chgData name="KIRAN KUMAR GANTA" userId="04d4457b2c6f4d58" providerId="LiveId" clId="{7732D2CA-B0F2-4067-A0C8-DF1E5A25DBD1}" dt="2023-02-24T17:03:31.551" v="8" actId="14100"/>
          <ac:spMkLst>
            <pc:docMk/>
            <pc:sldMk cId="692752379" sldId="258"/>
            <ac:spMk id="3" creationId="{69CE144C-5F01-EF62-C9C7-477277A47638}"/>
          </ac:spMkLst>
        </pc:spChg>
      </pc:sldChg>
      <pc:sldChg chg="modSp mod">
        <pc:chgData name="KIRAN KUMAR GANTA" userId="04d4457b2c6f4d58" providerId="LiveId" clId="{7732D2CA-B0F2-4067-A0C8-DF1E5A25DBD1}" dt="2023-02-24T17:03:46.565" v="11" actId="14100"/>
        <pc:sldMkLst>
          <pc:docMk/>
          <pc:sldMk cId="2745039445" sldId="259"/>
        </pc:sldMkLst>
        <pc:spChg chg="mod">
          <ac:chgData name="KIRAN KUMAR GANTA" userId="04d4457b2c6f4d58" providerId="LiveId" clId="{7732D2CA-B0F2-4067-A0C8-DF1E5A25DBD1}" dt="2023-02-24T17:03:46.565" v="11" actId="14100"/>
          <ac:spMkLst>
            <pc:docMk/>
            <pc:sldMk cId="2745039445" sldId="259"/>
            <ac:spMk id="3" creationId="{3F7F7275-821A-7B23-BE3E-B9410147340D}"/>
          </ac:spMkLst>
        </pc:spChg>
      </pc:sldChg>
      <pc:sldChg chg="modSp mod">
        <pc:chgData name="KIRAN KUMAR GANTA" userId="04d4457b2c6f4d58" providerId="LiveId" clId="{7732D2CA-B0F2-4067-A0C8-DF1E5A25DBD1}" dt="2023-02-24T17:04:02.466" v="14" actId="14100"/>
        <pc:sldMkLst>
          <pc:docMk/>
          <pc:sldMk cId="3259336835" sldId="260"/>
        </pc:sldMkLst>
        <pc:spChg chg="mod">
          <ac:chgData name="KIRAN KUMAR GANTA" userId="04d4457b2c6f4d58" providerId="LiveId" clId="{7732D2CA-B0F2-4067-A0C8-DF1E5A25DBD1}" dt="2023-02-24T17:04:02.466" v="14" actId="14100"/>
          <ac:spMkLst>
            <pc:docMk/>
            <pc:sldMk cId="3259336835" sldId="260"/>
            <ac:spMk id="3" creationId="{BD0CAEFC-D594-A38A-CE5E-25A0316665E1}"/>
          </ac:spMkLst>
        </pc:spChg>
      </pc:sldChg>
      <pc:sldChg chg="modSp mod">
        <pc:chgData name="KIRAN KUMAR GANTA" userId="04d4457b2c6f4d58" providerId="LiveId" clId="{7732D2CA-B0F2-4067-A0C8-DF1E5A25DBD1}" dt="2023-02-24T17:04:16.622" v="17" actId="14100"/>
        <pc:sldMkLst>
          <pc:docMk/>
          <pc:sldMk cId="3231654361" sldId="261"/>
        </pc:sldMkLst>
        <pc:spChg chg="mod">
          <ac:chgData name="KIRAN KUMAR GANTA" userId="04d4457b2c6f4d58" providerId="LiveId" clId="{7732D2CA-B0F2-4067-A0C8-DF1E5A25DBD1}" dt="2023-02-24T17:04:16.622" v="17" actId="14100"/>
          <ac:spMkLst>
            <pc:docMk/>
            <pc:sldMk cId="3231654361" sldId="261"/>
            <ac:spMk id="3" creationId="{0A237550-1DE1-9F96-6294-BBF931B4F42B}"/>
          </ac:spMkLst>
        </pc:spChg>
      </pc:sldChg>
      <pc:sldChg chg="modSp mod">
        <pc:chgData name="KIRAN KUMAR GANTA" userId="04d4457b2c6f4d58" providerId="LiveId" clId="{7732D2CA-B0F2-4067-A0C8-DF1E5A25DBD1}" dt="2023-02-24T17:04:30.103" v="20" actId="14100"/>
        <pc:sldMkLst>
          <pc:docMk/>
          <pc:sldMk cId="2471644895" sldId="262"/>
        </pc:sldMkLst>
        <pc:spChg chg="mod">
          <ac:chgData name="KIRAN KUMAR GANTA" userId="04d4457b2c6f4d58" providerId="LiveId" clId="{7732D2CA-B0F2-4067-A0C8-DF1E5A25DBD1}" dt="2023-02-24T17:04:30.103" v="20" actId="14100"/>
          <ac:spMkLst>
            <pc:docMk/>
            <pc:sldMk cId="2471644895" sldId="262"/>
            <ac:spMk id="3" creationId="{ED5E6109-DE52-D3E6-2B6D-0F9DD5E9BD64}"/>
          </ac:spMkLst>
        </pc:spChg>
      </pc:sldChg>
      <pc:sldChg chg="modSp mod">
        <pc:chgData name="KIRAN KUMAR GANTA" userId="04d4457b2c6f4d58" providerId="LiveId" clId="{7732D2CA-B0F2-4067-A0C8-DF1E5A25DBD1}" dt="2023-02-24T17:04:43.647" v="23" actId="14100"/>
        <pc:sldMkLst>
          <pc:docMk/>
          <pc:sldMk cId="3406206606" sldId="263"/>
        </pc:sldMkLst>
        <pc:spChg chg="mod">
          <ac:chgData name="KIRAN KUMAR GANTA" userId="04d4457b2c6f4d58" providerId="LiveId" clId="{7732D2CA-B0F2-4067-A0C8-DF1E5A25DBD1}" dt="2023-02-24T17:04:43.647" v="23" actId="14100"/>
          <ac:spMkLst>
            <pc:docMk/>
            <pc:sldMk cId="3406206606" sldId="263"/>
            <ac:spMk id="3" creationId="{83435682-F3C7-456E-8725-FBF18D75BED0}"/>
          </ac:spMkLst>
        </pc:spChg>
      </pc:sldChg>
      <pc:sldChg chg="modSp mod">
        <pc:chgData name="KIRAN KUMAR GANTA" userId="04d4457b2c6f4d58" providerId="LiveId" clId="{7732D2CA-B0F2-4067-A0C8-DF1E5A25DBD1}" dt="2023-02-24T17:04:59.908" v="26" actId="14100"/>
        <pc:sldMkLst>
          <pc:docMk/>
          <pc:sldMk cId="2366335118" sldId="264"/>
        </pc:sldMkLst>
        <pc:spChg chg="mod">
          <ac:chgData name="KIRAN KUMAR GANTA" userId="04d4457b2c6f4d58" providerId="LiveId" clId="{7732D2CA-B0F2-4067-A0C8-DF1E5A25DBD1}" dt="2023-02-24T17:04:59.908" v="26" actId="14100"/>
          <ac:spMkLst>
            <pc:docMk/>
            <pc:sldMk cId="2366335118" sldId="264"/>
            <ac:spMk id="3" creationId="{12232249-F00A-336E-BF6A-27A16CE2F241}"/>
          </ac:spMkLst>
        </pc:spChg>
      </pc:sldChg>
      <pc:sldChg chg="modSp mod">
        <pc:chgData name="KIRAN KUMAR GANTA" userId="04d4457b2c6f4d58" providerId="LiveId" clId="{7732D2CA-B0F2-4067-A0C8-DF1E5A25DBD1}" dt="2023-02-24T17:05:19.355" v="30" actId="14100"/>
        <pc:sldMkLst>
          <pc:docMk/>
          <pc:sldMk cId="3726046492" sldId="265"/>
        </pc:sldMkLst>
        <pc:spChg chg="mod">
          <ac:chgData name="KIRAN KUMAR GANTA" userId="04d4457b2c6f4d58" providerId="LiveId" clId="{7732D2CA-B0F2-4067-A0C8-DF1E5A25DBD1}" dt="2023-02-24T17:05:19.355" v="30" actId="14100"/>
          <ac:spMkLst>
            <pc:docMk/>
            <pc:sldMk cId="3726046492" sldId="265"/>
            <ac:spMk id="3" creationId="{9F32EDFA-9473-79EE-0F35-48D6FE17308F}"/>
          </ac:spMkLst>
        </pc:spChg>
      </pc:sldChg>
      <pc:sldChg chg="modSp mod">
        <pc:chgData name="KIRAN KUMAR GANTA" userId="04d4457b2c6f4d58" providerId="LiveId" clId="{7732D2CA-B0F2-4067-A0C8-DF1E5A25DBD1}" dt="2023-02-24T17:05:39.297" v="34" actId="14100"/>
        <pc:sldMkLst>
          <pc:docMk/>
          <pc:sldMk cId="1208186571" sldId="266"/>
        </pc:sldMkLst>
        <pc:spChg chg="mod">
          <ac:chgData name="KIRAN KUMAR GANTA" userId="04d4457b2c6f4d58" providerId="LiveId" clId="{7732D2CA-B0F2-4067-A0C8-DF1E5A25DBD1}" dt="2023-02-24T17:05:39.297" v="34" actId="14100"/>
          <ac:spMkLst>
            <pc:docMk/>
            <pc:sldMk cId="1208186571" sldId="266"/>
            <ac:spMk id="3" creationId="{F1C208E4-8FE0-3F9B-F449-7A80C294134C}"/>
          </ac:spMkLst>
        </pc:spChg>
      </pc:sldChg>
      <pc:sldChg chg="modSp mod">
        <pc:chgData name="KIRAN KUMAR GANTA" userId="04d4457b2c6f4d58" providerId="LiveId" clId="{7732D2CA-B0F2-4067-A0C8-DF1E5A25DBD1}" dt="2023-02-24T17:05:59.654" v="37" actId="14100"/>
        <pc:sldMkLst>
          <pc:docMk/>
          <pc:sldMk cId="1105230622" sldId="267"/>
        </pc:sldMkLst>
        <pc:spChg chg="mod">
          <ac:chgData name="KIRAN KUMAR GANTA" userId="04d4457b2c6f4d58" providerId="LiveId" clId="{7732D2CA-B0F2-4067-A0C8-DF1E5A25DBD1}" dt="2023-02-24T17:05:59.654" v="37" actId="14100"/>
          <ac:spMkLst>
            <pc:docMk/>
            <pc:sldMk cId="1105230622" sldId="267"/>
            <ac:spMk id="3" creationId="{4FE0DC40-B0EA-D63B-E4B6-70164DE9D2E3}"/>
          </ac:spMkLst>
        </pc:spChg>
      </pc:sldChg>
      <pc:sldChg chg="modSp mod">
        <pc:chgData name="KIRAN KUMAR GANTA" userId="04d4457b2c6f4d58" providerId="LiveId" clId="{7732D2CA-B0F2-4067-A0C8-DF1E5A25DBD1}" dt="2023-02-24T17:06:15.554" v="40" actId="14100"/>
        <pc:sldMkLst>
          <pc:docMk/>
          <pc:sldMk cId="921741312" sldId="268"/>
        </pc:sldMkLst>
        <pc:spChg chg="mod">
          <ac:chgData name="KIRAN KUMAR GANTA" userId="04d4457b2c6f4d58" providerId="LiveId" clId="{7732D2CA-B0F2-4067-A0C8-DF1E5A25DBD1}" dt="2023-02-24T17:06:15.554" v="40" actId="14100"/>
          <ac:spMkLst>
            <pc:docMk/>
            <pc:sldMk cId="921741312" sldId="268"/>
            <ac:spMk id="3" creationId="{837DD3FD-F0EB-8CF6-8476-A685D9C43EF1}"/>
          </ac:spMkLst>
        </pc:spChg>
      </pc:sldChg>
      <pc:sldChg chg="modSp mod">
        <pc:chgData name="KIRAN KUMAR GANTA" userId="04d4457b2c6f4d58" providerId="LiveId" clId="{7732D2CA-B0F2-4067-A0C8-DF1E5A25DBD1}" dt="2023-02-24T17:06:38.871" v="43" actId="14100"/>
        <pc:sldMkLst>
          <pc:docMk/>
          <pc:sldMk cId="3188229740" sldId="269"/>
        </pc:sldMkLst>
        <pc:spChg chg="mod">
          <ac:chgData name="KIRAN KUMAR GANTA" userId="04d4457b2c6f4d58" providerId="LiveId" clId="{7732D2CA-B0F2-4067-A0C8-DF1E5A25DBD1}" dt="2023-02-24T17:06:38.871" v="43" actId="14100"/>
          <ac:spMkLst>
            <pc:docMk/>
            <pc:sldMk cId="3188229740" sldId="269"/>
            <ac:spMk id="3" creationId="{4D6EDC61-D907-181C-909A-F0EF15A8407C}"/>
          </ac:spMkLst>
        </pc:spChg>
      </pc:sldChg>
      <pc:sldChg chg="modSp mod">
        <pc:chgData name="KIRAN KUMAR GANTA" userId="04d4457b2c6f4d58" providerId="LiveId" clId="{7732D2CA-B0F2-4067-A0C8-DF1E5A25DBD1}" dt="2023-02-24T17:06:54.493" v="46" actId="14100"/>
        <pc:sldMkLst>
          <pc:docMk/>
          <pc:sldMk cId="1343770880" sldId="270"/>
        </pc:sldMkLst>
        <pc:spChg chg="mod">
          <ac:chgData name="KIRAN KUMAR GANTA" userId="04d4457b2c6f4d58" providerId="LiveId" clId="{7732D2CA-B0F2-4067-A0C8-DF1E5A25DBD1}" dt="2023-02-24T17:06:54.493" v="46" actId="14100"/>
          <ac:spMkLst>
            <pc:docMk/>
            <pc:sldMk cId="1343770880" sldId="270"/>
            <ac:spMk id="3" creationId="{1FEB0B71-DE53-634B-274E-6F27A9B49692}"/>
          </ac:spMkLst>
        </pc:spChg>
      </pc:sldChg>
      <pc:sldChg chg="modSp mod">
        <pc:chgData name="KIRAN KUMAR GANTA" userId="04d4457b2c6f4d58" providerId="LiveId" clId="{7732D2CA-B0F2-4067-A0C8-DF1E5A25DBD1}" dt="2023-02-24T17:07:10.669" v="49" actId="14100"/>
        <pc:sldMkLst>
          <pc:docMk/>
          <pc:sldMk cId="2758500736" sldId="271"/>
        </pc:sldMkLst>
        <pc:spChg chg="mod">
          <ac:chgData name="KIRAN KUMAR GANTA" userId="04d4457b2c6f4d58" providerId="LiveId" clId="{7732D2CA-B0F2-4067-A0C8-DF1E5A25DBD1}" dt="2023-02-24T17:07:10.669" v="49" actId="14100"/>
          <ac:spMkLst>
            <pc:docMk/>
            <pc:sldMk cId="2758500736" sldId="271"/>
            <ac:spMk id="3" creationId="{84B8E209-D197-54D2-FA90-614220DCAA3C}"/>
          </ac:spMkLst>
        </pc:spChg>
      </pc:sldChg>
      <pc:sldChg chg="modSp mod">
        <pc:chgData name="KIRAN KUMAR GANTA" userId="04d4457b2c6f4d58" providerId="LiveId" clId="{7732D2CA-B0F2-4067-A0C8-DF1E5A25DBD1}" dt="2023-02-24T17:07:27.253" v="52" actId="14100"/>
        <pc:sldMkLst>
          <pc:docMk/>
          <pc:sldMk cId="3653190127" sldId="272"/>
        </pc:sldMkLst>
        <pc:spChg chg="mod">
          <ac:chgData name="KIRAN KUMAR GANTA" userId="04d4457b2c6f4d58" providerId="LiveId" clId="{7732D2CA-B0F2-4067-A0C8-DF1E5A25DBD1}" dt="2023-02-24T17:07:27.253" v="52" actId="14100"/>
          <ac:spMkLst>
            <pc:docMk/>
            <pc:sldMk cId="3653190127" sldId="272"/>
            <ac:spMk id="3" creationId="{506F231C-6208-F025-E6AF-A625BE35EB83}"/>
          </ac:spMkLst>
        </pc:spChg>
      </pc:sldChg>
      <pc:sldChg chg="modSp mod">
        <pc:chgData name="KIRAN KUMAR GANTA" userId="04d4457b2c6f4d58" providerId="LiveId" clId="{7732D2CA-B0F2-4067-A0C8-DF1E5A25DBD1}" dt="2023-02-24T17:07:49.071" v="56" actId="14100"/>
        <pc:sldMkLst>
          <pc:docMk/>
          <pc:sldMk cId="3695859695" sldId="273"/>
        </pc:sldMkLst>
        <pc:spChg chg="mod">
          <ac:chgData name="KIRAN KUMAR GANTA" userId="04d4457b2c6f4d58" providerId="LiveId" clId="{7732D2CA-B0F2-4067-A0C8-DF1E5A25DBD1}" dt="2023-02-24T17:07:49.071" v="56" actId="14100"/>
          <ac:spMkLst>
            <pc:docMk/>
            <pc:sldMk cId="3695859695" sldId="273"/>
            <ac:spMk id="3" creationId="{08FB23B5-8DA9-7542-5D8E-8BA2B36C5599}"/>
          </ac:spMkLst>
        </pc:spChg>
      </pc:sldChg>
      <pc:sldChg chg="modSp mod">
        <pc:chgData name="KIRAN KUMAR GANTA" userId="04d4457b2c6f4d58" providerId="LiveId" clId="{7732D2CA-B0F2-4067-A0C8-DF1E5A25DBD1}" dt="2023-02-24T17:08:11.762" v="60" actId="14100"/>
        <pc:sldMkLst>
          <pc:docMk/>
          <pc:sldMk cId="2026968352" sldId="274"/>
        </pc:sldMkLst>
        <pc:spChg chg="mod">
          <ac:chgData name="KIRAN KUMAR GANTA" userId="04d4457b2c6f4d58" providerId="LiveId" clId="{7732D2CA-B0F2-4067-A0C8-DF1E5A25DBD1}" dt="2023-02-24T17:08:11.762" v="60" actId="14100"/>
          <ac:spMkLst>
            <pc:docMk/>
            <pc:sldMk cId="2026968352" sldId="274"/>
            <ac:spMk id="3" creationId="{668703F4-1813-892A-D70C-11718D503101}"/>
          </ac:spMkLst>
        </pc:spChg>
      </pc:sldChg>
      <pc:sldChg chg="modSp mod">
        <pc:chgData name="KIRAN KUMAR GANTA" userId="04d4457b2c6f4d58" providerId="LiveId" clId="{7732D2CA-B0F2-4067-A0C8-DF1E5A25DBD1}" dt="2023-02-24T17:08:29.604" v="64" actId="14100"/>
        <pc:sldMkLst>
          <pc:docMk/>
          <pc:sldMk cId="2957383491" sldId="275"/>
        </pc:sldMkLst>
        <pc:spChg chg="mod">
          <ac:chgData name="KIRAN KUMAR GANTA" userId="04d4457b2c6f4d58" providerId="LiveId" clId="{7732D2CA-B0F2-4067-A0C8-DF1E5A25DBD1}" dt="2023-02-24T17:08:29.604" v="64" actId="14100"/>
          <ac:spMkLst>
            <pc:docMk/>
            <pc:sldMk cId="2957383491" sldId="275"/>
            <ac:spMk id="3" creationId="{9C531A27-11BB-3D0C-6631-5379D78E199B}"/>
          </ac:spMkLst>
        </pc:spChg>
      </pc:sldChg>
      <pc:sldChg chg="modSp mod">
        <pc:chgData name="KIRAN KUMAR GANTA" userId="04d4457b2c6f4d58" providerId="LiveId" clId="{7732D2CA-B0F2-4067-A0C8-DF1E5A25DBD1}" dt="2023-02-24T17:08:47.273" v="68" actId="14100"/>
        <pc:sldMkLst>
          <pc:docMk/>
          <pc:sldMk cId="2146524995" sldId="276"/>
        </pc:sldMkLst>
        <pc:spChg chg="mod">
          <ac:chgData name="KIRAN KUMAR GANTA" userId="04d4457b2c6f4d58" providerId="LiveId" clId="{7732D2CA-B0F2-4067-A0C8-DF1E5A25DBD1}" dt="2023-02-24T17:08:47.273" v="68" actId="14100"/>
          <ac:spMkLst>
            <pc:docMk/>
            <pc:sldMk cId="2146524995" sldId="276"/>
            <ac:spMk id="3" creationId="{03CF843A-ACC6-4F63-ED60-590DDF5B439D}"/>
          </ac:spMkLst>
        </pc:spChg>
      </pc:sldChg>
      <pc:sldChg chg="modSp mod">
        <pc:chgData name="KIRAN KUMAR GANTA" userId="04d4457b2c6f4d58" providerId="LiveId" clId="{7732D2CA-B0F2-4067-A0C8-DF1E5A25DBD1}" dt="2023-02-24T17:09:06.537" v="72" actId="14100"/>
        <pc:sldMkLst>
          <pc:docMk/>
          <pc:sldMk cId="1414182164" sldId="277"/>
        </pc:sldMkLst>
        <pc:spChg chg="mod">
          <ac:chgData name="KIRAN KUMAR GANTA" userId="04d4457b2c6f4d58" providerId="LiveId" clId="{7732D2CA-B0F2-4067-A0C8-DF1E5A25DBD1}" dt="2023-02-24T17:09:06.537" v="72" actId="14100"/>
          <ac:spMkLst>
            <pc:docMk/>
            <pc:sldMk cId="1414182164" sldId="277"/>
            <ac:spMk id="3" creationId="{BBA4833D-A393-F722-CAA9-C34A2200418A}"/>
          </ac:spMkLst>
        </pc:spChg>
      </pc:sldChg>
      <pc:sldChg chg="modSp mod">
        <pc:chgData name="KIRAN KUMAR GANTA" userId="04d4457b2c6f4d58" providerId="LiveId" clId="{7732D2CA-B0F2-4067-A0C8-DF1E5A25DBD1}" dt="2023-02-24T17:09:32.334" v="76" actId="14100"/>
        <pc:sldMkLst>
          <pc:docMk/>
          <pc:sldMk cId="3434561862" sldId="278"/>
        </pc:sldMkLst>
        <pc:spChg chg="mod">
          <ac:chgData name="KIRAN KUMAR GANTA" userId="04d4457b2c6f4d58" providerId="LiveId" clId="{7732D2CA-B0F2-4067-A0C8-DF1E5A25DBD1}" dt="2023-02-24T17:09:32.334" v="76" actId="14100"/>
          <ac:spMkLst>
            <pc:docMk/>
            <pc:sldMk cId="3434561862" sldId="278"/>
            <ac:spMk id="3" creationId="{F1CC810F-4B1C-0B6C-E977-549B0ADCCC3B}"/>
          </ac:spMkLst>
        </pc:spChg>
      </pc:sldChg>
      <pc:sldChg chg="modSp mod">
        <pc:chgData name="KIRAN KUMAR GANTA" userId="04d4457b2c6f4d58" providerId="LiveId" clId="{7732D2CA-B0F2-4067-A0C8-DF1E5A25DBD1}" dt="2023-02-24T17:09:48.758" v="80" actId="14100"/>
        <pc:sldMkLst>
          <pc:docMk/>
          <pc:sldMk cId="3425082150" sldId="279"/>
        </pc:sldMkLst>
        <pc:spChg chg="mod">
          <ac:chgData name="KIRAN KUMAR GANTA" userId="04d4457b2c6f4d58" providerId="LiveId" clId="{7732D2CA-B0F2-4067-A0C8-DF1E5A25DBD1}" dt="2023-02-24T17:09:48.758" v="80" actId="14100"/>
          <ac:spMkLst>
            <pc:docMk/>
            <pc:sldMk cId="3425082150" sldId="279"/>
            <ac:spMk id="3" creationId="{98EAFA4C-BD9E-0554-C08A-C8929C9E1305}"/>
          </ac:spMkLst>
        </pc:spChg>
      </pc:sldChg>
      <pc:sldChg chg="modSp mod">
        <pc:chgData name="KIRAN KUMAR GANTA" userId="04d4457b2c6f4d58" providerId="LiveId" clId="{7732D2CA-B0F2-4067-A0C8-DF1E5A25DBD1}" dt="2023-02-24T17:10:06.144" v="84" actId="14100"/>
        <pc:sldMkLst>
          <pc:docMk/>
          <pc:sldMk cId="2076612004" sldId="280"/>
        </pc:sldMkLst>
        <pc:spChg chg="mod">
          <ac:chgData name="KIRAN KUMAR GANTA" userId="04d4457b2c6f4d58" providerId="LiveId" clId="{7732D2CA-B0F2-4067-A0C8-DF1E5A25DBD1}" dt="2023-02-24T17:10:06.144" v="84" actId="14100"/>
          <ac:spMkLst>
            <pc:docMk/>
            <pc:sldMk cId="2076612004" sldId="280"/>
            <ac:spMk id="3" creationId="{C9242765-0CE3-2B9A-CE0B-990E2FFC66CC}"/>
          </ac:spMkLst>
        </pc:spChg>
      </pc:sldChg>
      <pc:sldChg chg="modSp mod">
        <pc:chgData name="KIRAN KUMAR GANTA" userId="04d4457b2c6f4d58" providerId="LiveId" clId="{7732D2CA-B0F2-4067-A0C8-DF1E5A25DBD1}" dt="2023-02-24T17:10:30.935" v="89" actId="14100"/>
        <pc:sldMkLst>
          <pc:docMk/>
          <pc:sldMk cId="2711076953" sldId="281"/>
        </pc:sldMkLst>
        <pc:spChg chg="mod">
          <ac:chgData name="KIRAN KUMAR GANTA" userId="04d4457b2c6f4d58" providerId="LiveId" clId="{7732D2CA-B0F2-4067-A0C8-DF1E5A25DBD1}" dt="2023-02-24T17:10:30.935" v="89" actId="14100"/>
          <ac:spMkLst>
            <pc:docMk/>
            <pc:sldMk cId="2711076953" sldId="281"/>
            <ac:spMk id="3" creationId="{D50209E1-216A-4AEC-B69A-024ED48ABF25}"/>
          </ac:spMkLst>
        </pc:spChg>
      </pc:sldChg>
      <pc:sldChg chg="modSp mod">
        <pc:chgData name="KIRAN KUMAR GANTA" userId="04d4457b2c6f4d58" providerId="LiveId" clId="{7732D2CA-B0F2-4067-A0C8-DF1E5A25DBD1}" dt="2023-02-24T17:10:48.382" v="93" actId="14100"/>
        <pc:sldMkLst>
          <pc:docMk/>
          <pc:sldMk cId="2851204071" sldId="282"/>
        </pc:sldMkLst>
        <pc:spChg chg="mod">
          <ac:chgData name="KIRAN KUMAR GANTA" userId="04d4457b2c6f4d58" providerId="LiveId" clId="{7732D2CA-B0F2-4067-A0C8-DF1E5A25DBD1}" dt="2023-02-24T17:10:48.382" v="93" actId="14100"/>
          <ac:spMkLst>
            <pc:docMk/>
            <pc:sldMk cId="2851204071" sldId="282"/>
            <ac:spMk id="3" creationId="{F12BD6D4-CBAA-AEA2-A98E-E5FE37EC7961}"/>
          </ac:spMkLst>
        </pc:spChg>
      </pc:sldChg>
      <pc:sldChg chg="modSp mod">
        <pc:chgData name="KIRAN KUMAR GANTA" userId="04d4457b2c6f4d58" providerId="LiveId" clId="{7732D2CA-B0F2-4067-A0C8-DF1E5A25DBD1}" dt="2023-02-24T17:11:15.358" v="97" actId="14100"/>
        <pc:sldMkLst>
          <pc:docMk/>
          <pc:sldMk cId="554223680" sldId="283"/>
        </pc:sldMkLst>
        <pc:spChg chg="mod">
          <ac:chgData name="KIRAN KUMAR GANTA" userId="04d4457b2c6f4d58" providerId="LiveId" clId="{7732D2CA-B0F2-4067-A0C8-DF1E5A25DBD1}" dt="2023-02-24T17:11:15.358" v="97" actId="14100"/>
          <ac:spMkLst>
            <pc:docMk/>
            <pc:sldMk cId="554223680" sldId="283"/>
            <ac:spMk id="3" creationId="{07EFD1C8-9DB6-76A3-652E-782D67431108}"/>
          </ac:spMkLst>
        </pc:spChg>
      </pc:sldChg>
      <pc:sldChg chg="modSp mod">
        <pc:chgData name="KIRAN KUMAR GANTA" userId="04d4457b2c6f4d58" providerId="LiveId" clId="{7732D2CA-B0F2-4067-A0C8-DF1E5A25DBD1}" dt="2023-02-24T17:11:35.047" v="101" actId="14100"/>
        <pc:sldMkLst>
          <pc:docMk/>
          <pc:sldMk cId="3048807994" sldId="284"/>
        </pc:sldMkLst>
        <pc:spChg chg="mod">
          <ac:chgData name="KIRAN KUMAR GANTA" userId="04d4457b2c6f4d58" providerId="LiveId" clId="{7732D2CA-B0F2-4067-A0C8-DF1E5A25DBD1}" dt="2023-02-24T17:11:35.047" v="101" actId="14100"/>
          <ac:spMkLst>
            <pc:docMk/>
            <pc:sldMk cId="3048807994" sldId="284"/>
            <ac:spMk id="3" creationId="{F1A50A26-F082-840C-73DB-10EA2A889E6D}"/>
          </ac:spMkLst>
        </pc:spChg>
      </pc:sldChg>
      <pc:sldChg chg="modSp mod">
        <pc:chgData name="KIRAN KUMAR GANTA" userId="04d4457b2c6f4d58" providerId="LiveId" clId="{7732D2CA-B0F2-4067-A0C8-DF1E5A25DBD1}" dt="2023-02-24T17:11:55.034" v="105" actId="14100"/>
        <pc:sldMkLst>
          <pc:docMk/>
          <pc:sldMk cId="3989849634" sldId="285"/>
        </pc:sldMkLst>
        <pc:spChg chg="mod">
          <ac:chgData name="KIRAN KUMAR GANTA" userId="04d4457b2c6f4d58" providerId="LiveId" clId="{7732D2CA-B0F2-4067-A0C8-DF1E5A25DBD1}" dt="2023-02-24T17:11:55.034" v="105" actId="14100"/>
          <ac:spMkLst>
            <pc:docMk/>
            <pc:sldMk cId="3989849634" sldId="285"/>
            <ac:spMk id="3" creationId="{E585D727-34B0-2473-5288-8831680C0560}"/>
          </ac:spMkLst>
        </pc:spChg>
      </pc:sldChg>
      <pc:sldChg chg="modSp mod">
        <pc:chgData name="KIRAN KUMAR GANTA" userId="04d4457b2c6f4d58" providerId="LiveId" clId="{7732D2CA-B0F2-4067-A0C8-DF1E5A25DBD1}" dt="2023-02-24T17:12:13.890" v="109" actId="14100"/>
        <pc:sldMkLst>
          <pc:docMk/>
          <pc:sldMk cId="2385653247" sldId="286"/>
        </pc:sldMkLst>
        <pc:spChg chg="mod">
          <ac:chgData name="KIRAN KUMAR GANTA" userId="04d4457b2c6f4d58" providerId="LiveId" clId="{7732D2CA-B0F2-4067-A0C8-DF1E5A25DBD1}" dt="2023-02-24T17:12:13.890" v="109" actId="14100"/>
          <ac:spMkLst>
            <pc:docMk/>
            <pc:sldMk cId="2385653247" sldId="286"/>
            <ac:spMk id="3" creationId="{365A3785-C94D-22E4-D230-91E8CF97454C}"/>
          </ac:spMkLst>
        </pc:spChg>
      </pc:sldChg>
      <pc:sldChg chg="modSp mod">
        <pc:chgData name="KIRAN KUMAR GANTA" userId="04d4457b2c6f4d58" providerId="LiveId" clId="{7732D2CA-B0F2-4067-A0C8-DF1E5A25DBD1}" dt="2023-02-24T17:12:34.270" v="113" actId="14100"/>
        <pc:sldMkLst>
          <pc:docMk/>
          <pc:sldMk cId="1075459983" sldId="287"/>
        </pc:sldMkLst>
        <pc:spChg chg="mod">
          <ac:chgData name="KIRAN KUMAR GANTA" userId="04d4457b2c6f4d58" providerId="LiveId" clId="{7732D2CA-B0F2-4067-A0C8-DF1E5A25DBD1}" dt="2023-02-24T17:12:34.270" v="113" actId="14100"/>
          <ac:spMkLst>
            <pc:docMk/>
            <pc:sldMk cId="1075459983" sldId="287"/>
            <ac:spMk id="3" creationId="{67861C45-1915-7E28-1458-CDD63317952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859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174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196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509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79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3441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0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9007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357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56254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47809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036138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11980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66764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09879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6035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9148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1068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  <p:sldLayoutId id="2147483698" r:id="rId15"/>
    <p:sldLayoutId id="2147483699" r:id="rId16"/>
    <p:sldLayoutId id="2147483700" r:id="rId17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376A0A9-866E-35A2-B545-C7DB27F4E7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11255828" y="5018314"/>
            <a:ext cx="45719" cy="108857"/>
          </a:xfrm>
        </p:spPr>
        <p:txBody>
          <a:bodyPr>
            <a:normAutofit fontScale="25000" lnSpcReduction="20000"/>
          </a:bodyPr>
          <a:lstStyle/>
          <a:p>
            <a:r>
              <a:rPr lang="en-IN" b="1" dirty="0">
                <a:solidFill>
                  <a:schemeClr val="bg2">
                    <a:lumMod val="25000"/>
                  </a:schemeClr>
                </a:solidFill>
              </a:rPr>
              <a:t> </a:t>
            </a:r>
          </a:p>
        </p:txBody>
      </p:sp>
      <p:pic>
        <p:nvPicPr>
          <p:cNvPr id="4" name="Picture 3" descr="A yellow and blue sign with words">
            <a:extLst>
              <a:ext uri="{FF2B5EF4-FFF2-40B4-BE49-F238E27FC236}">
                <a16:creationId xmlns:a16="http://schemas.microsoft.com/office/drawing/2014/main" id="{1AC1FED5-8C91-B88B-5048-E1C2B47A1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D527DE88-029D-7DEF-48A9-4A2AB0B5DA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2869" y="1563093"/>
            <a:ext cx="9001462" cy="930049"/>
          </a:xfrm>
        </p:spPr>
        <p:txBody>
          <a:bodyPr>
            <a:normAutofit/>
          </a:bodyPr>
          <a:lstStyle/>
          <a:p>
            <a:r>
              <a:rPr lang="en-US" sz="3400" dirty="0"/>
              <a:t>Blood relations</a:t>
            </a:r>
            <a:endParaRPr lang="en-IN" sz="3400" dirty="0"/>
          </a:p>
        </p:txBody>
      </p:sp>
    </p:spTree>
    <p:extLst>
      <p:ext uri="{BB962C8B-B14F-4D97-AF65-F5344CB8AC3E}">
        <p14:creationId xmlns:p14="http://schemas.microsoft.com/office/powerpoint/2010/main" val="3096221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F14A9-3AB7-CB0B-087E-5ED95FCD7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37323A1-DD12-01EF-0A4F-1519CC258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11255828" y="5018314"/>
            <a:ext cx="45719" cy="108857"/>
          </a:xfrm>
        </p:spPr>
        <p:txBody>
          <a:bodyPr>
            <a:normAutofit fontScale="25000" lnSpcReduction="20000"/>
          </a:bodyPr>
          <a:lstStyle/>
          <a:p>
            <a:r>
              <a:rPr lang="en-IN" b="1" dirty="0">
                <a:solidFill>
                  <a:schemeClr val="bg2">
                    <a:lumMod val="25000"/>
                  </a:schemeClr>
                </a:solidFill>
              </a:rPr>
              <a:t> </a:t>
            </a:r>
          </a:p>
        </p:txBody>
      </p:sp>
      <p:pic>
        <p:nvPicPr>
          <p:cNvPr id="4" name="Picture 3" descr="A yellow and blue sign with words">
            <a:extLst>
              <a:ext uri="{FF2B5EF4-FFF2-40B4-BE49-F238E27FC236}">
                <a16:creationId xmlns:a16="http://schemas.microsoft.com/office/drawing/2014/main" id="{BA736457-19DB-1CA9-2605-91735B52A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97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CABE5-257C-51BF-F355-0583BDCDE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180A702-B46A-9B24-CC4C-B1575DF18B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11255828" y="5018314"/>
            <a:ext cx="45719" cy="108857"/>
          </a:xfrm>
        </p:spPr>
        <p:txBody>
          <a:bodyPr>
            <a:normAutofit fontScale="25000" lnSpcReduction="20000"/>
          </a:bodyPr>
          <a:lstStyle/>
          <a:p>
            <a:r>
              <a:rPr lang="en-IN" b="1" dirty="0">
                <a:solidFill>
                  <a:schemeClr val="bg2">
                    <a:lumMod val="25000"/>
                  </a:schemeClr>
                </a:solidFill>
              </a:rPr>
              <a:t> </a:t>
            </a:r>
          </a:p>
        </p:txBody>
      </p:sp>
      <p:pic>
        <p:nvPicPr>
          <p:cNvPr id="4" name="Picture 3" descr="A yellow and blue sign with words">
            <a:extLst>
              <a:ext uri="{FF2B5EF4-FFF2-40B4-BE49-F238E27FC236}">
                <a16:creationId xmlns:a16="http://schemas.microsoft.com/office/drawing/2014/main" id="{6CB7DEEB-1A49-5F4C-D08D-8707D7BAE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593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29F94-F8F4-34DC-1E05-71AB58943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238BF-4ADB-D96D-DD49-E6D99804D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2"/>
            <a:ext cx="9714866" cy="568821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1. </a:t>
            </a: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J and K are brothers. W is mother of J. S is brother of T. If T is son of K, then how is J related to S?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A. Father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B. Brother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C. Grandfather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D. Uncle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2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9294272A-58D0-CC09-6FC1-F9B759438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390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F8A59-0BDC-39AE-C1C7-32418B2B7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39161-7463-CDDD-37DD-01C5FBAEC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2"/>
            <a:ext cx="9714866" cy="568821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2. </a:t>
            </a: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S and D are sisters. W is mother of S. M is brother of T. If T is son of D, then how is T related to W?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A. Father	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B. Brother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C. Grandson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D.  Uncle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2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2CC8F539-CBCC-ABB6-34D8-D30B48B51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121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B0109-DF0E-896D-F023-7C5494A91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D418D-E9FC-511E-8254-2ECB06C6F7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2"/>
            <a:ext cx="9714866" cy="568821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3. </a:t>
            </a: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Kalyan is brother of Salman. Dhriti is sister of </a:t>
            </a:r>
            <a:r>
              <a:rPr lang="en-US" sz="2200" b="1" dirty="0" err="1">
                <a:effectLst/>
                <a:latin typeface="Bookman Old Style" pitchFamily="18" charset="0"/>
                <a:cs typeface="Times New Roman" panose="02020603050405020304" pitchFamily="18" charset="0"/>
              </a:rPr>
              <a:t>Athatav</a:t>
            </a: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 and daughter of Suchitra. Saloni is wife of Kalyan and is sister of Suchitra. How is Saloni related to Atharv?	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A. Daughter	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B. Mother	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C. Grandmother	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D. Aunt</a:t>
            </a:r>
            <a:endParaRPr lang="en-IN" sz="22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E5E65A7A-1F77-6067-80A5-1AD790429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011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70C96-DF7A-FF01-378E-B165281EE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DF34F-BA20-F487-6231-6AE11C42D2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2"/>
            <a:ext cx="9714866" cy="568821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4.  A is mother of B. B is sister of C. D is son of C. E is brother of D. F is mother of E. G is daughter of B. H has only two children B and C. How is F related to H?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A)Daughter     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B)Daughter-in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 C)Father     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 D)Grand daughter</a:t>
            </a: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4F662A93-D46E-3267-6F43-21C24622A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730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3B3F7-2F02-CBAC-B7CA-34BEC3E8A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6664A-B49C-8ACA-ED37-EA67111DD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2"/>
            <a:ext cx="9714866" cy="580796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5. </a:t>
            </a: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P's wife is Q. R is the father of S. R is the brother of Q. T is the Sister of S. Then how P related to T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A. Father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B. Uncle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C. Father-in-law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D. Brother</a:t>
            </a:r>
            <a:endParaRPr lang="en-IN" sz="22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C72C6E10-EF52-6F7E-CE25-5C4B670B0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915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FA58C-4A15-744E-FB5C-F6026640B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3F98D-67F8-C154-5C39-4550FA61C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2"/>
            <a:ext cx="9714866" cy="568821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6. </a:t>
            </a: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There are six persons playing cricket namely U, V, W, X, Y and Z. U and Y are brothers. Z is the sister of Y. W is the only son of U’s uncle. V and X are the daughters of the brother of W’s father.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How is W related to Z?	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A. Cousin	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B. Daughter	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C. Uncle	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D. Sister</a:t>
            </a: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57FB80FE-F3B6-CBF6-911D-6216FD584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365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EE850-832F-C398-E5C7-F8C0A4C99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765C0-1834-631F-8DF7-991CA6415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2"/>
            <a:ext cx="9714866" cy="5688218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7. </a:t>
            </a: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(</a:t>
            </a:r>
            <a:r>
              <a:rPr lang="en-US" sz="2200" b="1" dirty="0" err="1">
                <a:effectLst/>
                <a:latin typeface="Bookman Old Style" pitchFamily="18" charset="0"/>
                <a:cs typeface="Times New Roman" panose="02020603050405020304" pitchFamily="18" charset="0"/>
              </a:rPr>
              <a:t>i</a:t>
            </a: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) In a family of six persons A, B, C, D, E and F, there are two married couples.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(ii) D is grandmother of A and mother of B.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(iii) C is wife of B and mother of F.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(iv) F is the granddaughter of E.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Who among the following is one of the couples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A. CD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B. DE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C. EB	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D. None of these</a:t>
            </a: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F27C0D93-9BE0-8917-9BF7-8DF38F67A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9307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8827E-C912-8A61-EF31-7BFCF2417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4F085-C85D-7067-9BBC-40E2A2B29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2"/>
            <a:ext cx="9714866" cy="568821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8. </a:t>
            </a: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 # B means ‘A is the brother of B’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     A @ B means ‘A is the father of B’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     A &amp; B means ‘A is the son of B’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     A % B means ‘A is the wife of B’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If S % M # B @ Y &amp; U, then how is S related to Y?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A. Mother’s brother’s wife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B. Father’s brother’s wife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C. Mother’s sister’s husband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D. Sister’s husband’s father</a:t>
            </a:r>
            <a:endParaRPr lang="en-IN" sz="22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0201500B-48DE-F1CB-A895-4E5D72425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744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ECC61-3305-2CF8-519E-8E863346F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CA6A3-21D6-1256-5FC3-033B024E77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2"/>
            <a:ext cx="9714866" cy="6439332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9. </a:t>
            </a: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'P + Q' means P is the father of Q.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'P - Q' means P is the wife of Q.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'P × Q' means P is the brother of Q.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'P ÷ Q' means P is the mother of Q.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Expression: How is G related to K in the expression: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 G ÷ H × I - J + K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(A) Mother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(B) Mother's mother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(C) Father's sister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(D) Father's mother</a:t>
            </a:r>
            <a:endParaRPr lang="en-IN" sz="22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E4EAE2D1-D967-70F3-06A9-CD58B8238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6396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961F1-2ABE-C1AB-4263-7C20D397B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D0CBE-8557-F713-18BF-5C1EA3B77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2"/>
            <a:ext cx="9714866" cy="6439332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10. </a:t>
            </a: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 × B means 'A' is the daughter of 'B'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 – B means 'A' is the mother of 'B'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 ÷ B means 'A' is the wife of 'B'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 + B means 'A' is the father of 'B'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 * B means 'A' is the brother of 'B'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How is 'F' related to 'D' in the expression: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F × E * B + C * D?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A. Cousin sister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B. Cousin brother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C. Aunt      D. Uncle</a:t>
            </a:r>
            <a:endParaRPr lang="en-IN" sz="22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CEC5CBE0-69B2-1EDA-128B-5323BE8BC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2360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29C46-DC71-5B93-697C-A80FDD11F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04B8F-307B-C153-0BF4-F07BE1168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2"/>
            <a:ext cx="9714866" cy="6439332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11. </a:t>
            </a: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In a certain code, if 'P + Q' means 'P is the wife of Q',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'P % Q' means 'P is the son of Q',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'P ^ Q' means 'P is the father of Q',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'P # Q' means 'P is the sister of Q'.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How is K related to U in the expression 'K + M % J + U ^ T ^ E # V'?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 A. Daughter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 B. Maternal granddaughter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 C. Sister-in-law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 D. Daughter-in-law</a:t>
            </a:r>
            <a:endParaRPr lang="en-IN" sz="22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2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AF6E85BD-98C4-D150-6F71-2F5F5620D1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1596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F9CFE-34FF-2AD6-7EE1-416CA934A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DDA11-7358-A926-BA17-48659A5AB7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1"/>
            <a:ext cx="9714866" cy="6929189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12. </a:t>
            </a: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Problem Statement: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 + B indicates A is the brother of B;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 – B indicates A is the sister of B;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 x B indicates A is the father of B.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Question: Which of the following means that C is the son of M?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A. M - N × C + F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B. M × N - C + F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C. N + M - F × C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D. F - C + N × M</a:t>
            </a:r>
            <a:endParaRPr lang="en-IN" sz="22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C4F8AD13-D970-16D0-453E-7DA4436BB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4563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19409-93A5-152A-060F-F173FDA3A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A7BEE-81BB-A729-7C04-910D0A629D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1"/>
            <a:ext cx="9714866" cy="5742647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13. </a:t>
            </a: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In a certain code,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  A&amp;B means A is the mother of B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  A@B means A is the brother of B,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  A*B means A is the father of B, then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Which of the following expression means 'C' is the paternal grandfather of 'H'?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A. H&amp;C * J@M * Q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B. Q&amp;C * J@M * H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C. Q&amp;C * J@M@H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D. Q * C@J@M * H</a:t>
            </a:r>
            <a:endParaRPr lang="en-IN" sz="22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B671A761-2611-A3D3-28D4-7ACF95D5A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8574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00CA4-AA3E-1483-7FE9-165D5B785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E32E4-8910-5766-D47A-0352B3DD15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2"/>
            <a:ext cx="9714866" cy="5807961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14. </a:t>
            </a:r>
            <a:r>
              <a:rPr lang="en-US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In a coded form,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P + Q means ‘Q is the son of P’.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P @ Q means ‘Q is the daughter of P’.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P $ Q means ‘Q is the brother of P’.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P % Q means ‘P is the father of Q’ and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P # Q means ‘P is the mother of Q’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Which of the following is TRUE?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A.C @ D $ F % G means G is the grandson of C.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B. G % H # K $ L means L is the son-in-law of G.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C.A + B $ C % D means A is the maternal grandfather of D.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D. K + L $ M @ N means N is the granddaughter of K.</a:t>
            </a:r>
            <a:endParaRPr lang="en-IN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23FE2C5C-3952-D83C-84A6-071A80DE2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9201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E7CC6-99AC-E6E4-4308-20F9B21EC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FFC70-BFF2-BA8B-0D1D-C241D9E5F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2"/>
            <a:ext cx="9714866" cy="580796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15. </a:t>
            </a: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A@B Means A is Sister of B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      A#B Means A is Brother of B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     A+B Means A is wife of B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    A%B Means A is father of B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If C#B+P%T@S, then how B related to S?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A. Mother-in-law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B. Mother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C. Aunt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D. Daughter</a:t>
            </a:r>
            <a:endParaRPr lang="en-IN" sz="22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0179B297-87A2-61AF-00B0-CC62B2FF6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9584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1D1E3-4CEF-8242-C025-E75D39D53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D64F3-47B5-0545-8BFF-3BCE50CE8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2"/>
            <a:ext cx="9714866" cy="568821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16. </a:t>
            </a: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Khushi introduced a boy as the brother of the only daughter of her mother. How is Khushi related to that boy?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A. Sister	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B. Niece	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C. Daughter	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D. Mother</a:t>
            </a:r>
            <a:endParaRPr lang="en-IN" sz="22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F534455A-19C1-79E8-2B8F-558A0E9B8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3204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CE3FB-8452-8C75-0819-F4CFB1E35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F16CB-25E9-BE27-846F-46AEEC4DE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2"/>
            <a:ext cx="9714866" cy="568821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17. </a:t>
            </a: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Ravi was at a family gathering when he pointed to a woman sitting across the room and said, “She is the daughter of my grandfather’s only son.” Everyone turned to look at the woman. How is the woman related to Ravi?	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A. Mother	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B. Aunt	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C. Sister	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D. Cousin</a:t>
            </a:r>
            <a:endParaRPr lang="en-IN" sz="22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A990C3A9-850D-8B07-03AC-890F9CA49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1418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074A6-F54A-B952-3DDB-6DB5469FE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A1C85-A02E-E881-6022-E78406FA0A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2"/>
            <a:ext cx="9714866" cy="580796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18. </a:t>
            </a: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Showing a photograph P said, "she is my mother's mother's son's daughter."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How is the person in the photograph related to P?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A. Sister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B. Cousin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C. Niece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D. Mother</a:t>
            </a:r>
            <a:endParaRPr lang="en-IN" sz="22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993F3B20-FC85-6339-9BE2-49493D8F7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0157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2ABC6-E3A8-BF4F-93B0-EBB4EB21A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C83F7-DB58-1166-938F-08114237E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2"/>
            <a:ext cx="9714866" cy="580796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19. </a:t>
            </a: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How is my father's mother's only daughter-in-law's sister related to me?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A. Aunt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B. Cousin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C. Sister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D. Mother</a:t>
            </a:r>
            <a:endParaRPr lang="en-IN" sz="22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52BE50BB-181F-2C93-2EC4-95DA9B21C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3208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84AC2-6226-E908-737E-0EB09B2A0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B3153-6A45-13AD-90F1-328EDC1CC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2"/>
            <a:ext cx="9714866" cy="580796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20. </a:t>
            </a: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There are seven members in a family. J is the mother of K and mother-in-law of E. C is the daughter-in-law of N. E is the son of C who is married with F. G is the spouse of E. There are only two married couple in the family. How is G related with J?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A. Daughter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B. Son-in-law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C. Daughter-in-law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D. Wife</a:t>
            </a:r>
            <a:endParaRPr lang="en-IN" sz="22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36062271-E3A3-4C7F-CB52-0C6C00B45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6018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5DC3E-2454-8DA3-9DD3-8254F5156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06" y="255382"/>
            <a:ext cx="9714866" cy="568821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21. </a:t>
            </a: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In a family of ten persons with three couples, each having two children, R and T are brothers and each has two children. P is the father of T and Q is mother of R. B is brother of A, who is the cousin sister of C and D.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How is B related to P?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A. Grandson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B. Brother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C. Cousin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D. Sister</a:t>
            </a:r>
            <a:endParaRPr lang="en-IN" sz="22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83D65938-E035-8E01-3D69-D2F21629A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310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1CB20316-8E6F-4A0C-309F-DC56D61F6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85D3678-82EE-54B8-6920-CFFC6D22B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5081" y="2498836"/>
            <a:ext cx="3658205" cy="61447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3400" b="1" dirty="0">
                <a:effectLst/>
              </a:rPr>
              <a:t>THE END</a:t>
            </a:r>
            <a:endParaRPr lang="en-IN" sz="3400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213236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1840</TotalTime>
  <Words>1544</Words>
  <Application>Microsoft Office PowerPoint</Application>
  <PresentationFormat>Widescreen</PresentationFormat>
  <Paragraphs>153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Bookman Old Style</vt:lpstr>
      <vt:lpstr>Rockwell</vt:lpstr>
      <vt:lpstr>Damask</vt:lpstr>
      <vt:lpstr>Blood relations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 AVERAGES </dc:title>
  <dc:creator>KIRAN KUMAR GANTA</dc:creator>
  <cp:lastModifiedBy>harikrishnareddy pagadam</cp:lastModifiedBy>
  <cp:revision>118</cp:revision>
  <dcterms:created xsi:type="dcterms:W3CDTF">2022-11-22T09:07:37Z</dcterms:created>
  <dcterms:modified xsi:type="dcterms:W3CDTF">2026-06-04T00:45:51Z</dcterms:modified>
</cp:coreProperties>
</file>