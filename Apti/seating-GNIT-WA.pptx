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ink/ink2.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3.xml" ContentType="application/inkml+xml"/>
  <Override PartName="/ppt/notesSlides/notesSlide19.xml" ContentType="application/vnd.openxmlformats-officedocument.presentationml.notesSlide+xml"/>
  <Override PartName="/ppt/ink/ink4.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67" r:id="rId2"/>
    <p:sldId id="339" r:id="rId3"/>
    <p:sldId id="340" r:id="rId4"/>
    <p:sldId id="315" r:id="rId5"/>
    <p:sldId id="316" r:id="rId6"/>
    <p:sldId id="317" r:id="rId7"/>
    <p:sldId id="307" r:id="rId8"/>
    <p:sldId id="308" r:id="rId9"/>
    <p:sldId id="309" r:id="rId10"/>
    <p:sldId id="312" r:id="rId11"/>
    <p:sldId id="313" r:id="rId12"/>
    <p:sldId id="314" r:id="rId13"/>
    <p:sldId id="327" r:id="rId14"/>
    <p:sldId id="328" r:id="rId15"/>
    <p:sldId id="329" r:id="rId16"/>
    <p:sldId id="330" r:id="rId17"/>
    <p:sldId id="331" r:id="rId18"/>
    <p:sldId id="332" r:id="rId19"/>
    <p:sldId id="333" r:id="rId20"/>
    <p:sldId id="334" r:id="rId21"/>
    <p:sldId id="336" r:id="rId22"/>
    <p:sldId id="337" r:id="rId23"/>
    <p:sldId id="306"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958" autoAdjust="0"/>
  </p:normalViewPr>
  <p:slideViewPr>
    <p:cSldViewPr snapToGrid="0">
      <p:cViewPr varScale="1">
        <p:scale>
          <a:sx n="66" d="100"/>
          <a:sy n="66" d="100"/>
        </p:scale>
        <p:origin x="1958" y="48"/>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01:13.593"/>
    </inkml:context>
    <inkml:brush xml:id="br0">
      <inkml:brushProperty name="width" value="0.05292" units="cm"/>
      <inkml:brushProperty name="height" value="0.05292" units="cm"/>
      <inkml:brushProperty name="color" value="#7030A0"/>
    </inkml:brush>
  </inkml:definitions>
  <inkml:trace contextRef="#ctx0" brushRef="#br0">9498 4644 0,'53'0'47,"26"0"-31,-1 0-16,1 0 16,26 0-16,-26 0 0,26 0 15,-27 0 1,-25 0-16,-1 0 0,-25 0 15</inkml:trace>
  <inkml:trace contextRef="#ctx0" brushRef="#br0" timeOffset="199.97">9420 4749 0,'52'0'32,"53"0"-32,0 0 15,26 0-15,27 0 16,-27 0-16,0-26 16,0 0-16,-26 26 15,-26-27-15</inkml:trace>
  <inkml:trace contextRef="#ctx0" brushRef="#br0" timeOffset="1549.59">5090 12280 0,'79'0'63,"26"0"-48,26 0-15,0 0 16,53 0-16,-27-26 16,-26 26-16,-26 0 0,-52 0 15,-1 0-15,1 0 94,-1 0-78</inkml:trace>
  <inkml:trace contextRef="#ctx0" brushRef="#br0" timeOffset="2449.57">8213 12385 0,'-53'0'0,"27"0"0,0 0 16,-1 0-16,106 0 63,52 0-48,27 0-15,25 0 16,27-26-16,-26 26 15,-27-27-15,-25 27 16,-54 0-16,-25 0 16,-53 27 31,0-1-47,26 0 15</inkml:trace>
  <inkml:trace contextRef="#ctx0" brushRef="#br0" timeOffset="2917.42">11099 12280 0,'-26'0'0,"-27"-26"15,27 26-15,78 0 47,53 0-47,0 0 16,53 0-16,-1 0 16,1 0-16,-1 0 15,-26 0-15,-26 0 16,-26 0-16,-53 0 15</inkml:trace>
  <inkml:trace contextRef="#ctx0" brushRef="#br0" timeOffset="3332.63">14169 12280 0,'-52'0'16,"-1"0"-16,27 0 0,26 26 31,26-26-31,27 0 16,25 26-16,1 1 15,26-27-15,26 0 16,0 26-16,27-26 15,-27 0-15,0 0 16,-26 0-16,-52-26 16,-80-1 31,1 27-47,0 0 15,0 0-15</inkml:trace>
  <inkml:trace contextRef="#ctx0" brushRef="#br0" timeOffset="4149.42">17292 12411 0,'-27'0'0,"1"-26"16,52 26 15,79 0-15,26 0-16,27 0 16,-1 0-16,1 0 15,-53 0-15,-27 0 0,-25 0 16,-1 0-16,1 0 62,-1 0-62</inkml:trace>
  <inkml:trace contextRef="#ctx0" brushRef="#br0" timeOffset="4499.71">20178 12306 0,'0'-26'0,"26"26"31,53 0-15,26 0-16,26 26 15,26-26-15,-25 0 16,-27 0-16,0 0 16,-27 0-16,-25 0 0,-1 0 15,-26 0 32,27 0-47</inkml:trace>
  <inkml:trace contextRef="#ctx0" brushRef="#br0" timeOffset="4999.47">22592 12306 0,'-26'0'16,"104"0"31,27 0-47,53 0 15,25 0-15,1 26 16,-26-26-16,-27 0 16,-52 0-16,-1 0 15,-25 0-15,-27 0 16,-79 0 15</inkml:trace>
  <inkml:trace contextRef="#ctx0" brushRef="#br0" timeOffset="6302.32">5379 16032 0,'-27'0'0,"80"0"31,52 0-31,52-26 16,27 26-16,-27-26 15,-25 26-15,-54-26 16,-51 26-16,-1 0 16,-26-27 31,52 1-47</inkml:trace>
  <inkml:trace contextRef="#ctx0" brushRef="#br0" timeOffset="6632.79">9000 16032 0,'-26'0'0,"26"26"31,52 1-31,53-1 16,0 0-16,52-26 16,27 0-16,-26 0 15,-27 0-15,-26-26 16,-27 26-16,-25 0 15,-53-26-15,26 26 16,0 0-16,1 0 16,25-27-16</inkml:trace>
  <inkml:trace contextRef="#ctx0" brushRef="#br0" timeOffset="6932.68">11676 16242 0,'-52'0'0,"78"0"47,53 0-47,52 0 15,0 0-15,27 0 16,-53 0-16,-27 0 16,-25 0-16,-27 0 0,0 0 15,0 0-15,27-26 16,-1 0-16,1-1 16</inkml:trace>
  <inkml:trace contextRef="#ctx0" brushRef="#br0" timeOffset="7232.62">14563 16216 0,'-53'0'15,"106"0"32,25 0-31,1 0-16,52 0 16,-26 0-16,26 0 15,1-26-15,-27 26 16,26-27-16,-26 1 15,-27 26-15</inkml:trace>
  <inkml:trace contextRef="#ctx0" brushRef="#br0" timeOffset="7532.43">17265 16163 0,'27'0'31,"77"0"-31,1 0 0,27 0 16,-1 27-16,0-27 15,-26 0-15,26 0 16,-26 0-16,-26 0 16,0 0-16,-1 0 15,1-27-15</inkml:trace>
  <inkml:trace contextRef="#ctx0" brushRef="#br0" timeOffset="7865.98">20440 16085 0,'27'0'31,"51"0"-15,53 0-16,53 0 15,-26 0-15,-27 0 0,0 0 16,-26 0-16,0 0 15,0 0-15,-26 0 16</inkml:trace>
  <inkml:trace contextRef="#ctx0" brushRef="#br0" timeOffset="8166.96">22539 16137 0,'27'0'31,"51"0"-16,54 26-15,25-26 16,0 0-16,1 0 16,-1 0-16,-52 0 15,0 0-15,-26-26 16,-27 26-16,-52-26 0</inkml:trace>
  <inkml:trace contextRef="#ctx0" brushRef="#br0" timeOffset="12215.59">5326 10837 0,'0'52'78,"0"1"-78,0 25 16,0 1-16,0 0 15,0 26-15,0-26 16,0-1-16,0 27 15,0-52-15,0 25 16,0-25-16,0-1 16,0-25-16,0-1 0,0 0 15,0 0-15,0-52 32,0-53-17,0 27-15,-26-27 16</inkml:trace>
  <inkml:trace contextRef="#ctx0" brushRef="#br0" timeOffset="12498.89">5300 11152 0,'0'-27'0,"0"-25"16,26-1 0,-26 1-16,26-1 0,1 27 15,25-26-15,27 26 16,0 26-16,26-27 15,-53 27-15,27 0 16,-27 27-16,-52-1 16,27 26-16,-27 27 15,0-27-15,-53 1 16,-26 26-16,1-27 16,-27 1-16,26-1 15,0 1-15,27-27 16,-1 26-16,1-25 15,52-1-15,-26 0 16</inkml:trace>
  <inkml:trace contextRef="#ctx0" brushRef="#br0" timeOffset="12798.87">5221 11545 0,'0'-26'0,"27"0"31,-1 26 16,0 0-47,26 0 15,1 26-15,26-26 16,-1 26-16,1 27 0,26-27 16,-26 26-16,0-25 15,-1-1-15,-25 0 16,-1 0-16,-26 1 15,-26-1-15,27-26 16,-27 26-16,26-26 31,0 0-15</inkml:trace>
  <inkml:trace contextRef="#ctx0" brushRef="#br0" timeOffset="13932.26">22828 15245 0,'-26'-52'0,"26"-1"16,0 27-16,0 0 15,0-1-15,0 1 32,0 52-1,0 27-15,0-1-16,0 27 15,52-26-15,-52 25 16,27 1-16,-1-27 0,-26 1 15,0-1 1,0-25-16,0-1 0,0 0 16,0 0-16,0 1 15,-26-27 17</inkml:trace>
  <inkml:trace contextRef="#ctx0" brushRef="#br0" timeOffset="14248.89">22749 15088 0,'0'-27'0,"0"1"0,0 0 16,27 0-16,25 26 15,1-27-15,25 27 16,-25 0-16,25 0 16,-25 0-16,26 0 15,-27 53-15,-26-27 16,1 27-16,-27-27 16,0 0-16,0 27 15,-53-27-15,1 0 16,-27 27-16,-26-27 15,26 26-15,27 1 0,-1-1 16,1-26-16</inkml:trace>
  <inkml:trace contextRef="#ctx0" brushRef="#br0" timeOffset="14565.58">22802 15507 0,'0'-26'0,"0"0"16,26 26 46,27 52-62,25 1 16,1-27-16,0 27 15,26-1-15,-27-26 16,1 27-16,-26-53 16,-27 26-16,0 0 15,-26 1 1,0-1 0,-26 0-16,-27-26 15</inkml:trace>
  <inkml:trace contextRef="#ctx0" brushRef="#br0" timeOffset="18565.79">20335 8711 0,'0'-26'15,"-26"26"1,0-26 0,-27 26-16,27 0 15,-26 0-15,-27 0 16,26 0-16,1 0 16,-27-26-16,27 26 15,-1 0-15,27 0 16,-26 0-16,25 0 15,1 0-15,26 26 16,26-26 15,53 26-31,26 0 0,79-26 16,-1 0 0,27 0-16,0 0 0,26 0 15,-26 0-15,0-26 16,-26 26-16,-27 0 15,-52-26-15,-26 26 16,-27 0-16,-25 0 16,-54 0 31,-51 0-47,-27-26 15</inkml:trace>
  <inkml:trace contextRef="#ctx0" brushRef="#br0" timeOffset="20365.16">4880 9367 0,'-52'0'0,"-1"0"16,27-26-16,-27 26 15,27 0-15,79 0 78,-1 0-78,27 0 16,26 0-16,0 26 16,26-26-16,26 0 15,27 27-15,0-27 16,0 0-16,-1 0 16,-25 0-16,-27 0 15,0 0-15,0 26 16,-26-26-16,26 0 15,-26 0-15,-26 0 16,26 0-16,-53 0 16,27 0-16,-26 0 15,-1 0-15,-26 0 0,27-26 16,-27 26-16,27 0 16,-27 0-16,26 0 15,1 0-15,-27 0 16,0 0-16,1 0 15,-1 0-15,0 0 16,0 0-16,0 0 16,27 0-16,-27 0 15,0 0-15,27 0 16,-27 0-16,0 0 16,1 0-16,-1 0 15,0 0-15,0 0 16,1 0-16,-1 0 15,0 0 1,0 0 31,1-27-47,-1 27 16,26 0-1,-25-26-15,-1 26 16,0 0-16,0 0 15,-26-26 95,-52-27-95,-27 27-15</inkml:trace>
  <inkml:trace contextRef="#ctx0" brushRef="#br0" timeOffset="24832.57">5431 12857 0,'-52'0'0,"25"0"16,1 0-16,0 0 15,26-26 16,0 0-31,0 0 16,0-1 0,52 1-16,1 26 0,-1 0 15,1 0 1,-1 0-16,1 0 0,-27 26 16,-26 1-1,0-1-15,0 26 16,-26-26-16,-27 27 15,-25-27-15,25 27 16,-26-27-16,27 0 16,0 0-16,25 27 15,1-53-15,0 26 16,0-26-16,52 0 47,26 0-32,27 0-15,0-26 0,26 0 16,-27 26-16,-25 0 16,-1-27-16,1 27 15,-27 0-15,0 0 16,1 0 0,-1 0-1,0 0-15,0 0 16</inkml:trace>
  <inkml:trace contextRef="#ctx0" brushRef="#br0" timeOffset="25097.92">6035 12726 0,'0'-26'0,"0"0"15,0 52 48,0 26-63,0 27 16,0 0-16,0-27 15,0 27-15,0 26 16,0-26-16,0-1 15,0 1-15</inkml:trace>
  <inkml:trace contextRef="#ctx0" brushRef="#br0" timeOffset="26648.87">23195 17029 0,'-26'0'0,"0"0"0,0 0 15,-1-26-15,-25 26 16,26-26-16,0 26 16,-1-26-16,27-1 15,0 1-15,0 0 16,0 0-1,53-1-15,-1 27 16,1 0-16,-27 0 16,26 0-16,-25 0 15,-27 27-15,26-1 0,-26 0 16,0 27-16,0-27 16,0 26-16,-26 1 15,-27-27-15,1 27 16,-1-27-16,-25 0 15,25 26-15,1-25 16,-1-1-16,1-26 16,25 26-16,1-26 15,79 0 32,25 0-31,27 0-16,0 0 15,-26-26-15,26 26 16,-53 0-16,27 0 0,-53 0 16,1 0-16,-1 0 15</inkml:trace>
  <inkml:trace contextRef="#ctx0" brushRef="#br0" timeOffset="26914.75">23720 16872 0,'0'-26'16,"0"52"31,0 26-32,26 1-15,-26 26 16,0-27-16,0 1 16,0 25-16,0-25 15,0-1-15,-26 1 16,0-1-16</inkml:trace>
  <inkml:trace contextRef="#ctx0" brushRef="#br0" timeOffset="31131.19">18131 4618 0,'-52'0'0,"-1"0"16,1-26-16,26 26 15,-1 0-15,54 0 47,25 0-47,27 0 16,-1 0-16,54 0 16,-27 0-16,0 0 15,0 0-15,-27 0 16,1 0-16,-53 0 15,0 0-15,-52 0 16,-53 0 0,1 0-16</inkml:trace>
  <inkml:trace contextRef="#ctx0" brushRef="#br0" timeOffset="31331.39">18026 4644 0,'-26'0'16,"0"26"-16,0-26 0,52 0 47,26 0-47,53 0 15,-26 0-15,26 0 16,0 0-16,0 0 16,-26 0-16,-27 0 15,0-26-15</inkml:trace>
  <inkml:trace contextRef="#ctx0" brushRef="#br0" timeOffset="32398.05">4670 5300 0,'-26'0'16,"0"0"0,26-26 46,78 0-62,27-1 0,27 1 16,-27 26-16,0 0 15,-27 0-15,1 0 16,-27 0-16,-25 0 16,-1 26-16</inkml:trace>
  <inkml:trace contextRef="#ctx0" brushRef="#br0" timeOffset="32615.13">4696 5353 0,'-26'0'16,"0"0"-16,52 0 31,27 0-15,25 0-16,27 0 15,0 0-15,0-27 16,0 27-16,0 0 15,-26 0-15</inkml:trace>
  <inkml:trace contextRef="#ctx0" brushRef="#br0" timeOffset="36347.9">17501 12621 0,'-26'26'62,"0"27"-46,0-1-16,-27 1 15,53-1-15,-26 1 16,26-27-16,0 0 16,0 0-16,0 1 15,52-27 1,1 26-16,26-26 16,26 0-16,-53 0 15,27 0-15,-53 0 0,0-26 16,1-1-16,-1 1 15,-26 0-15,0 0 16,0-1-16,-26 1 16,-1 0-16,1 26 15,0-26-15,0 26 16,26 52 78,0 1-94,0-1 15,0 27-15,0-27 0,0 27 16,0-26-16,0 25 16,0-25-16,0-1 15,0-25-15,0-1 16,26 0-16</inkml:trace>
  <inkml:trace contextRef="#ctx0" brushRef="#br0" timeOffset="36830.92">18446 12569 0,'0'-27'0,"0"1"31,-52 26 0,25 26-31,-25 1 16,-1-1-16,27 26 16,-26 1-16,25 26 15,1-27-15,26 27 0,0-27 16,0 27-16,0-27 16,26 1-16,1-27 15,25 0-15,1-26 16,-1 0-16,1 0 15,-1 0-15,27-52 16,-27-1-16,-25 1 16,-27 26-16,0-27 15,0 27-15,-27 26 16,1 0-16,-53 0 16,27 0-16,-27 26 15,27 27-15,-1-27 0</inkml:trace>
  <inkml:trace contextRef="#ctx0" brushRef="#br0" timeOffset="40764.28">11440 16688 0,'-26'0'16,"26"79"62,-26-27-78,26 27 16,0 0-16,0-27 15,0-25-15,0 25 16,26-52-16,0 26 16,27-26-16,-1 0 15,-26-26-15,27 0 16,-1-27-16,-26 1 16,-26 26-16,27-27 15,-27 1-15,0 25 0,0 1 16,0 0-16,-27 0 15,27-1 1,-26 54 15,26-1-15,-26 26-16,0 27 16,0 0-16,26 0 15,0-27-15,0 27 16,0-27-16,0 1 15,0-27-15,26 0 16,26 0-16,1-26 16,-27 0-16</inkml:trace>
  <inkml:trace contextRef="#ctx0" brushRef="#br0" timeOffset="41164.44">12096 16662 0,'0'-26'16,"-26"26"15,0 26 0,-27 26-15,27 1-16,0 26 0,-1-1 15,1-25-15,26 26 16,0-27-16,0 1 16,0-1-16,26-26 15,27 0-15,-1 1 16,1-27-16,-1 0 16,1 0-16,-1 0 15,-25-53-15,-1 27 16,-26-26-16,0 25 15,0-25-15,-26 52 16,-27-26-16,1 26 16,-27 0-16,26 52 15,1-26-15,-1 27 16,27-1-16</inkml:trace>
  <inkml:trace contextRef="#ctx0" brushRef="#br0" timeOffset="47579.86">17633 5353 0,'-53'0'0,"1"0"16,25 0 0,1 0-16,0 0 0,52 0 62,79 26-62,26-26 16,53 0-16,26 0 15,-26 0-15,-1 0 16,27 0-16,-26 0 16,0-26-16,-27 26 15,-26-27-15,-26 27 16,-79 0-16,1 0 16,-54 0-16,-78 0 15,-26 0-15</inkml:trace>
  <inkml:trace contextRef="#ctx0" brushRef="#br0" timeOffset="47879.88">17501 5405 0,'-52'0'0,"26"0"15,52 0 16,79 0-31,26 0 16,53 0-16,-1-26 0,27 26 16,0-26-16,-26 26 15,26-27-15,0 1 16,-26 26-16,-27-26 16,-26 26-16,-26-26 15,-52 26-15,-27 0 16,-52 0 15,-53 26-15,-26-26-16</inkml:trace>
  <inkml:trace contextRef="#ctx0" brushRef="#br0" timeOffset="50297.38">17921 15140 0,'0'-26'15,"-26"0"1,0 26 46,26 52-15,0 1-31,0-1-16,0 1 15,0-1-15,0 0 16,0 1-16,0-1 16,0 27-16,0-26 15,0-1-15,0-26 16,0 27-16,0-27 16,0 0-16,0 1 15,0-54 63,0 1-62,0-26-16</inkml:trace>
  <inkml:trace contextRef="#ctx0" brushRef="#br0" timeOffset="50880.82">17370 15219 0,'-26'0'0,"0"0"31,78 0 16,53 0-47,0-26 16,26-1-16,27 27 15,-1-26-15,1 0 16,-27 0-16,0-1 16,-52 27-16,-27 0 15,-25 0-15,-1 0 16,-52 0 156,26 27-172</inkml:trace>
  <inkml:trace contextRef="#ctx0" brushRef="#br0" timeOffset="53246.32">23300 11047 0,'0'-27'16,"0"1"-16,-26 26 63,26 26-48,0 27 1,26 26-16,-26-1 15,27 1-15,-27 0 16,26 0-16,-26-1 16,0 1-16,0-27 15,0 1-15,0-1 16,0-25-16,0 25 16,0-26-16,0 1 15,0-106 16,0 0-15,0 0-16</inkml:trace>
  <inkml:trace contextRef="#ctx0" brushRef="#br0" timeOffset="53546.67">22933 11099 0,'-26'0'16,"0"0"-16,-1 0 15,80 0 17,26 0-17,52-26-15,26 0 16,1-1-16,-1-25 15,-26 26-15,0-1 16,-52 27-16,-53-26 16,1 26-16,-27 26 31,-79 1-31,-26-1 16</inkml:trace>
  <inkml:trace contextRef="#ctx0" brushRef="#br0" timeOffset="60812.64">11939 5930 0,'-27'0'0,"-25"0"15,26 0-15,52 0 63,53 0-63,26 0 15,26 0-15,-26-26 16,26 26-16,-26-27 16,-26 27-16,-27 0 15,-26 0-15,-52 0 32,-53 0-17</inkml:trace>
  <inkml:trace contextRef="#ctx0" brushRef="#br0" timeOffset="61029.29">11886 5982 0,'53'0'63,"-1"0"-63,53 0 15,0 0-15,26 0 16,0 0-16,1-26 16,-1 26-16,0-26 15,0 0-15</inkml:trace>
  <inkml:trace contextRef="#ctx0" brushRef="#br0" timeOffset="61695.72">15612 5799 0,'-26'0'16,"78"0"46,1 0-62,26 0 16,-1 0-16,1 0 15,0 0-15,-27 0 16,-25 0-16</inkml:trace>
  <inkml:trace contextRef="#ctx0" brushRef="#br0" timeOffset="61863.37">15586 5904 0,'0'26'16,"26"-26"-1,0 0-15,53 0 16,0 0-16,0 0 15,26 0-15,-27-26 16</inkml:trace>
  <inkml:trace contextRef="#ctx0" brushRef="#br0" timeOffset="62845.45">18236 12752 0,'53'0'0</inkml:trace>
  <inkml:trace contextRef="#ctx0" brushRef="#br0" timeOffset="66178.69">11125 12752 0,'-26'-26'0,"26"0"16,0 0-1,-26 26-15,-1 52 94,1 1-94,0-1 16,26 0-16,0 1 0,0-27 15,0 27-15,26-27 16,0-26-16,27 0 15,-27 26-15,0-26 16,27 0-16,-1-26 16,1 0-16,-1-27 15,1 27-15,-27-27 16,0 27-16,-26-26 16,0 26-16,0-1 15,0 1-15,0 0 16,0 0-1,0 52 32,0 0-31,0 27-16,0 25 16,0-25-16,0-1 15,0 1-15,0-1 16,0-26-16,0 1 15,0-1-15,0 0 16,-26-26 31,26-26-31,0 0-16</inkml:trace>
  <inkml:trace contextRef="#ctx0" brushRef="#br0" timeOffset="66745.47">11676 12805 0,'-26'-26'46,"0"26"-46,26-27 16,0 1-16,0-26 16,0 25-16,0 1 0,26 26 15,0-26-15,27 0 16,-1 26-16,1 0 16,-1 0-16,-26 26 15,1 0-15,-1 27 16,0-1-16,-26 1 15,0-1-15,-26 0 16,0 1-16,-27-1 16,27-25-16,0-1 15,-1-26-15,1 26 0,0-26 32,105 0 30,26 0-62,26-26 16,-26 0-16,26-1 15,-52 1-15,-27 26 16,1 0-16,-53-26 16,-27 52 46,-51 0-46</inkml:trace>
  <inkml:trace contextRef="#ctx0" brushRef="#br0" timeOffset="73361.89">5352 16478 0,'-26'-52'15,"0"26"-15,26-1 16,-26 27 15,0 0 1,26 53-32,-27 26 15,1 26-15,26-27 16,0-25-16,0-1 15,0 1-15,26-27 16,1 0-16,-1 0 16,26-26-16,-26 0 15,27 0-15,-1-26 16,1 0-16,-1 0 16,1-27-16,-27 1 15,27-1-15,-27 1 16,-26 26-16,26-27 15,-26 27-15,0 0 16,-26 78 62,26 1-62,-26 25-16,-1-25 15,1-1-15,26 27 16,0-27-16,0-25 16,0 25-16,0-26 15,0 1-15,0-1 16,0 0-16,0 0 16,0-52 30,0-53-30</inkml:trace>
  <inkml:trace contextRef="#ctx0" brushRef="#br0" timeOffset="73844.75">6035 16688 0,'-27'0'32,"1"0"-32,0 0 15,-26 0-15,52-26 16,-27 26-16,1-26 16,26 0-16,0-1 15,0 1-15,53 0 16,-1 0-16,0 26 15,-25-27-15,25 27 16,-26 27 0,1-1-16,-1 26 15,-26 27-15,0-27 16,0 1-16,-26 26 0,-27-27 16,1 1-1,-1-1-15,1-26 0,26 1 16,-1-27-16,1 0 15,79 0 48,-1 0-63,53 0 16,0-27-16,0 1 15,0 0-15,0 26 16,-26 0-16,-1 0 15</inkml:trace>
  <inkml:trace contextRef="#ctx0" brushRef="#br0" timeOffset="82611.85">6376 6770 0,'-26'0'0,"-1"0"16,54 0 31,25 0-47,53-27 16,-26 27-16,26-26 15,0 26-15,-53-26 16,1 26-16,-1 0 0,-26 0 15,1 0 1</inkml:trace>
  <inkml:trace contextRef="#ctx0" brushRef="#br0" timeOffset="82811.25">6271 6875 0,'0'26'31,"52"-26"-15,27-26-1,26-1-15,26 1 0,0 0 16,1 0 0,-1-1-16,0 1 0</inkml:trace>
  <inkml:trace contextRef="#ctx0" brushRef="#br0" timeOffset="83510.95">10443 6770 0,'26'0'47,"0"0"-31,53-27-16,0 27 15,0-26-15,-1 26 16,1 0-16,-26-26 16,-27 26-16</inkml:trace>
  <inkml:trace contextRef="#ctx0" brushRef="#br0" timeOffset="83711.31">10548 6875 0,'52'0'63,"27"0"-63,26 0 16,0-27-16,26 1 15,-26 0-15,0 0 16</inkml:trace>
  <inkml:trace contextRef="#ctx0" brushRef="#br0" timeOffset="88395.8">20571 11178 0,'0'-26'31,"-26"26"0,0 0 0,-26 0-31,25 0 16,-25 26-16,-1 0 16,27 27-16,0-27 15,0 0-15,26 27 16,0-27-16,0 26 15,0 1-15,0-27 0,0 0 16,26 0-16,0 1 16,0-1-16,1 0 15,25-26-15,-26 26 16,27-26-16,-27 27 16,26-27-16,1 0 15,26 0-15,-27-27 16,1 1-16,-1 26 15,1-26-15,-1-27 16,-26 27-16,1 0 16,-1-26-16,0-1 0,-26 1 15,0 25 1,26-25-16,-26-1 0,0 27 16,0-26-16,-26 25 15,0 1-15,0 0 16,-1 0-16,-25-1 15,26 1-15,-1 26 16,-25 0-16,26 0 16,-27 0-16,27 0 15,-27 0-15,1 0 16,26 0-16,-1 0 16,-25 26-16,26-26 15,0 27-15,26-1 16,-27 0-16,27 0 0,0 1 15,0-1-15,0 0 16,0 0-16,27 1 16,-1-1-16,0 0 15,0 0-15,0 1 16,1-1-16,-1 26 16,26-25-16,-25-1 15,-1 0-15,0 26 16,27-25-16,-27-1 15,0 26-15,-26-25 16,26-1-16,-26 26 16,27 1-16,-27-27 15,0 0-15,0 27 16,0-27-16,0 0 16,0 1-16,0-1 15,0 0 16</inkml:trace>
  <inkml:trace contextRef="#ctx0" brushRef="#br0" timeOffset="91727.41">15297 15035 0,'-26'0'16,"0"0"-1,0 0-15,-1 0 16,-25 0-16,26 0 16,-27 0-16,1 0 0,-1 26 15,-26 1 1,27 25-16,0 1 0,25-1 16,-25 1-16,52-1 15,-26 0-15,26 1 16,0-1-16,0 1 15,26-1-15,26-25 16,1-1-16,25-26 16,1 0-16,0 0 15,26 0-15,-26 0 16,-1-53-16,1 27 16,0-26-16,-27-1 15,-26 1-15,1-1 16,-1-25-16,-26 25 0,0-26 15,0 1 1,-26 25-16,-1 1 0,-25-1 16,0 27-16,-1 0 15,-26-1-15,27 27 16,-27 0-16,0 0 16,1 0-16,25 0 15,1 27-15,25-1 16,-25 0-16,26 0 15,26 27-15,0-27 16,0 27-16,0-1 16,0-26-16,0 27 15,52-1-15,-26-25 16,27 25-16,-27-26 16,27 0-16,-1 27 0,1-27 15,-1 0-15,1 1 16,-27 25-16,0-26 15,-26 1-15,26-1 16,-26 26-16,0 1 16,0-1-16,0 1 15,0-27-15,0 27 16,0-27-16,0 0 16,0 0-16,0-52 1296,0-26-1296</inkml:trace>
  <inkml:trace contextRef="#ctx0" brushRef="#br0" timeOffset="93261.38">1941 11257 0,'-52'0'0,"26"0"15,-1 0-15,-25 0 16,-1 52-16,-25 27 16,-27 0-16,26 25 15,27-25-15,-1 26 16,1 0-16,25-26 16,27-27-16,0 1 15,0-1-15,53-25 16,-1-1-16,27 0 15,26-26-15,0 0 16,0 0-16,26-52 16,-26 25-16,-26-25 15</inkml:trace>
  <inkml:trace contextRef="#ctx0" brushRef="#br0" timeOffset="93477.88">2230 11834 0,'-26'0'0,"78"-26"63,27-1-48,26 1 1,26 0-16,-26-27 0,-26 1 15</inkml:trace>
  <inkml:trace contextRef="#ctx0" brushRef="#br0" timeOffset="93743.94">3175 11073 0,'0'26'47,"0"0"-32,0 53-15,26-26 0,-26 25 16,26-25-16,0-1 16,-26 1-16,0-1 15,0-26-15,0 27 16,0-27-16</inkml:trace>
  <inkml:trace contextRef="#ctx0" brushRef="#br0" timeOffset="94213.97">3201 10496 0,'-79'-53'16,"0"1"-16,-26 25 16,27 1-16,-27 0 15,0 0-15,-26 26 16,-27 26-16,-26 0 16,-52 53-16,-26 26 15,26 52-15,0 1 16,52 25-16,26 1 15,80 0-15,-1 26 16,53-27-16,26 27 16,0 0-16,52-26 0,27-27 15,52-25-15,0-27 16,53-27-16,52-52 16,27-26-16,25 0 15,53-104-15,27-28 16,-27-25-16,0-53 15,-52 0-15,-79-26 16,-53 0-16,-78-27 16,-79 1-16,0 0 15,-79 25-15,-105 27 16,-52 53-16,-26 52 16,-27 26-16,-26 53 0,27 26 15,-1 79 1,0 26-16,27 52 0</inkml:trace>
  <inkml:trace contextRef="#ctx0" brushRef="#br0" timeOffset="95310.33">3148 15429 0,'-26'0'15,"26"-27"-15,-26 27 0,0 0 16,26 27 31,0 25-32,26 27-15,0 0 16,-26-1-16,26 1 16,-26 0-16,27-27 15,-1 1-15,-26-27 16,52-26-16,-25 0 16,-1-26-16</inkml:trace>
  <inkml:trace contextRef="#ctx0" brushRef="#br0" timeOffset="95560.4">3358 15376 0,'0'-26'0,"0"0"32,0 52-1,0 26-16,0 27-15,0-26 16,27 25-16,-1 1 16,26 0-16,-26 0 15,1-1-15,-27-25 16,26-27-16,-26 0 0</inkml:trace>
  <inkml:trace contextRef="#ctx0" brushRef="#br0" timeOffset="96629.06">2991 15035 0,'-53'-52'16,"1"25"-16,-27 1 15,-26-26-15,27 52 16,-27-27-16,0 27 16,-27 53-16,-25 52 15,-27 26-15,27 27 16,-1 25-16,53 1 16,53 26-16,26 0 0,26-27 15,78-25 1,27-53-16,79 0 0,0-27 15,52-51-15,0-27 16,79-27-16,0-77 16,52-54-16,1-52 15,-54-26-15,-51 0 16,-79-27-16,-106 1 16,-78 52-16,-105 26 15,-157 27-15,-105 105 16,-80 52-16,1 52 15,0 79-15,105 0 16,26 27-16,79-1 16,79-26-16</inkml:trace>
  <inkml:trace contextRef="#ctx0" brushRef="#br0" timeOffset="96993.61">2807 15980 0,'26'-53'62,"27"-25"-46,52-1-16,26-26 15,-52 26-15,0 0 16</inkml:trace>
  <inkml:trace contextRef="#ctx0" brushRef="#br0" timeOffset="104743.58">3489 7452 0,'-26'0'16,"26"-26"31,26 26-47,27-27 15,-1 27-15,1 0 0,-1 0 16,1 0-1,-1 0-15,-25 0 0,-1 0 16</inkml:trace>
  <inkml:trace contextRef="#ctx0" brushRef="#br0" timeOffset="104909.45">3463 7504 0,'26'0'47,"53"-26"-47,26 0 15,26 0-15,-26-1 0,0 1 16</inkml:trace>
  <inkml:trace contextRef="#ctx0" brushRef="#br0" timeOffset="106526.46">2624 15507 0,'0'-26'0,"0"0"15,-27 26 17,-51 52-32,-1 27 0,0 52 15,0-26 1,53-26-16,0 0 0,26-1 15,0-51-15,52-1 16,106-26-16,78-79 16,53-26-16,-1-78 15,1-27-15</inkml:trace>
  <inkml:trace contextRef="#ctx0" brushRef="#br0" timeOffset="110476.03">11781 11073 0,'0'-26'0,"0"-1"16,0 1 0,0 0-1,-26 26 1,0 0-16,-1 0 16,1 0-1,-26 0-15,26 0 16,-27 0-16,27 26 0,-27 0 15,1 27-15,-1-1 16,1 1-16,26-27 16,-1 27-16,27-27 15,0 0-15,0 0 16,0 1-16,0-1 16,53 0-16,-27 0 15,27-26-15,-1 27 16,1-1-16,-1-26 15,27 26-15,-53-26 16,26 0-16,-25 26 16,-1 0-16,0 1 15,-26-1-15,0 26 0,0 1 16,0-1-16,0 1 16,-52-27-16,-1 27 15,1-27-15,-1 0 16,-25 0-16,25-26 15,1 0-15,-1 27 16,27-27-16,-27 0 16,27-27-16,0 27 15,0-52-15,-1 26 16,27-1-16,-26 1 16,26 0-16,0 0 15,0-1 1,-26 27 499,26-26-140</inkml:trace>
  <inkml:trace contextRef="#ctx0" brushRef="#br0" timeOffset="112709.16">6192 14668 0,'26'-26'15,"-26"-1"-15,0 1 16,0 0-16,0 0 16,-52-1-1,-1 1-15,-25 0 0,25 26 16,-25 0-16,-27 0 16,26 0-16,-26 52 15,26 1-15,27-1 16,-1 1-16,53-1 15,0 27-15,0-27 16,26 1-16,53-1 16,0-25-16,52-1 15,-26 26-15,0-25 16,0-1-16,-26 0 16,-27 0-16,1 1 15,-27-1-15,0-26 0,-26 26 31,-26 0-31,-27 27 16,-52-27-16,0 0 16,1 0-16,25 1 15,-26-27-15,0 0 16,52 0-16,-25 0 16,51-27-16,27-25 15,0-53-15,0 26 16</inkml:trace>
  <inkml:trace contextRef="#ctx0" brushRef="#br0" timeOffset="118259.16">8213 7452 0,'-27'0'15,"27"-26"32,0-1-31,27 27-1,-1 0-15,0 0 16,0-26-16,27 26 0,-1 0 16,1-26-16,-1 26 15,-26 0-15,1 0 16,-1 0-16,0 0 15,-26 26 1,0 0 0</inkml:trace>
  <inkml:trace contextRef="#ctx0" brushRef="#br0" timeOffset="118458.82">8213 7504 0,'26'0'63,"0"0"-63,0 0 16,27 0-16,26 0 15,-1-26-15</inkml:trace>
  <inkml:trace contextRef="#ctx0" brushRef="#br0" timeOffset="121542.05">16845 7321 0,'-26'0'16,"52"0"15,27 0-31,26 0 15,-1-27-15,-25 27 16,-1-26-16,-25 26 16,-1 0-1</inkml:trace>
  <inkml:trace contextRef="#ctx0" brushRef="#br0" timeOffset="121725.41">16662 7452 0,'-26'0'0,"26"26"15,52-26 17,0-26-32,27 0 15,26 26-15,-26-27 16,26 27-16,-26-26 15,-1 26-15</inkml:trace>
  <inkml:trace contextRef="#ctx0" brushRef="#br0" timeOffset="124541.89">20152 12647 0,'-27'0'15,"27"-26"16,0 0-15,0 0 0,0-1-16,27 27 15,-1-26-15,0 26 16,27 0-16,-1-26 16,-26 26-16,1 0 15,-1 0-15,0 0 16,-26 26-16,26-26 15,-26 26-15,27 1 16,-27-1 0,0 0-16,0 0 15,-53 1-15,1-1 16,-27 0-16,26 0 0,1-26 16,-1 27-16,27-27 15,0 0-15,52 0 78,27 0-62,-1 0-16,27 0 16,-27 0-16,1 0 15,-1 0-15,-25 0 16,-1 0-16,0 0 0,-26 26 15,0 0-15,0 0 16,0 27-16,0-27 16,0 0-1,0 0-15,-52-26 16,-1 27-16,27-27 16,-27 0-16,-25 0 15,25 0-15,1 0 16,-1 0-16,27 0 15,-27 0-15,27 0 16,26-27-16,-26 27 16,26-26-16,0 0 15,0 0-15,26 26 16,0-27-16</inkml:trace>
  <inkml:trace contextRef="#ctx0" brushRef="#br0" timeOffset="125308.31">20965 12647 0,'-26'27'0,"0"-27"16,-1 0-1,1 0-15,0 0 16,0 0-16,-1 0 16,1-27-1,26 1 1,0 0-1,26 0 1,1 26-16,25-27 16,-26 27-16,1 0 15,25 0-15,-26 0 16,1 0-16,-1 0 16,0 0-16,0 0 0,1 27 15,-27-1-15,0 26 16,0-25-16,0-1 15,0 0-15,0 27 16,-27-27-16,-25 0 16,26 0-16,-27 0 15,1 1-15,-1-27 16,27 26 0,0-26-16,26-26 62,52 26-46,-26-27-16,27 27 15,-27-26-15,27 26 16,-27 0-16,26 0 16,-25 0-16,-1 0 15,0 26 1,0 1-16,-26 25 15,26-26-15,-26 1 16,0-1 0,-26 0-16,-26-26 15,-27 26-15,-26 1 16,0-27-16,26 0 16,-26 0-16</inkml:trace>
  <inkml:trace contextRef="#ctx0" brushRef="#br0" timeOffset="128191.46">14825 16610 0,'-26'0'0,"0"-27"16,-1 27-16,27-26 31,0 0-31,0 0 16,0-1-16,0 1 15,27 0-15,-1 0 16,52-1-16,-25 27 15,-27 0-15,27 0 0,-27 0 16,0 0-16,0 0 16,1 27-16,-27-1 15,0 0-15,0 27 16,0-27-16,0 26 16,-53 1-16,27-1 15,-27-26-15,1 27 16,-1-27-16,27-26 15,0 26-15,0-26 16,52-26 62,0 26-78,27-26 16,-1 26-16,-26 0 15,27 0-15,-1-26 16,1 26-16,-27 0 16,0 26-16,1 0 15,-27 0-15,0 27 16,0-1-16,-27-25 16,1-1-16,-26 0 15,25 0-15,-51 1 16,25-27-16,-26 26 0,1-26 15,25 0 1,1 0-16,-1 0 0,1-26 16,52-1-16,-26 1 15,26-26-15,0 25 16,52-25-16</inkml:trace>
  <inkml:trace contextRef="#ctx0" brushRef="#br0" timeOffset="128891.28">15586 16583 0,'-26'0'16,"-1"-26"0,27 0-1,0 0-15,27-1 16,-1 1-1,0 0-15,27 26 0,25-26 16,-51 26-16,25 0 16,-26 0-16,1 0 15,-1 0-15,0 52 32,-26-26-32,0 27 15,0-27-15,0 27 16,-26-27-16,0 0 15,-27 0-15,1 0 16,25 1-16,-25-27 16,-1 26-16,27-26 15,0 0-15,0 26 16,26-52 31,26 26-47,26-26 15,1 26-15,-27-27 16,27 27-16,-1 0 16,-26 0-16,27 0 15,-27 0-15,-26 53 16,26-27-16,-26 0 16,0 27-16,0-27 15,0 27-15,-26-27 16,-26 26-16,-27-25 0,0-1 15,27 0-15,-27-26 16,26 0-16,-25-26 16</inkml:trace>
  <inkml:trace contextRef="#ctx0" brushRef="#br0" timeOffset="149073.73">22881 12700 0,'0'-26'0,"0"-1"16,0 54 78,0 25-94,0 1 15,0 25-15,0-25 16,0-1-16,0-26 15,26 1-15,0-1 16,27 0-16,-1-26 16,0 0-16,1 0 15,26 0-15,-27-26 0,-26 0 16,1-27 0,-27 27-16,0 0 0,0-1 15,0 1-15,0-26 16,-27 26-16,27-1 15,0 1 1,-26 26-16,26 26 78,0 27-62,0 25-1,0 1-15,0-26 0,26 25 16,-26-25-16,0 26 16,0-27-16,0 1 15,0-27-15,0 0 16,0 0-16,0 1 16,27-27-1,-1 0-15</inkml:trace>
  <inkml:trace contextRef="#ctx0" brushRef="#br0" timeOffset="149590.29">23773 12857 0,'0'-26'0,"0"0"0,0 0 16,0-1-1,-27 27 17,1 0-32,-26 0 15,26 0-15,-27 0 16,53 27-16,-26 25 16,26-26-16,0 27 15,0-1-15,52 27 16,27-27-16,-27 1 0,27-1 15,0 1 1,-27-27-16,-25 0 0,-1 1 16,-26-1-1,-53-26 1,1 0-16,-27 0 16,27 0-16,-1-26 15,27-1-15,26 1 16,0 0-16,0-27 15,26 1-15,27 26 16,-1-27-16,1 1 16,-1-1-16,-26 1 15,-26 25-15,0-25 16,0 26-16,-26 0 16,-26-1-16,-27 27 0,0 0 15,1 0-15,25 0 16</inkml:trace>
  <inkml:trace contextRef="#ctx0" brushRef="#br0" timeOffset="150656.88">17318 16531 0,'0'26'47,"0"27"-31,0-1-16,0 0 15,26 1-15,0 26 16,27-53-16,-1 26 16,1-25-16,-27-27 15,0 0-15,27 0 16,-27-27-16,-26-25 16,26-1-16,-26-25 15,0 25-15,0 27 16,0-26-16,0 25 15,0 1-15,0 52 63,0 27-63,0 25 16,26 1-16,-26 26 15,27-52-15,-27 25 16,0-25-16,0-1 15,0 1-15,26-27 16,-26 0-16,26-26 16,0 0-1</inkml:trace>
  <inkml:trace contextRef="#ctx0" brushRef="#br0" timeOffset="151090.26">18315 16610 0,'0'-27'15,"0"1"1,-26 26 0,-1 0-16,1 0 15,0 0-15,-27 0 16,27 26-16,-26 1 0,25 25 15,1-26 1,26 27-16,0-1 0,0 1 16,53-1-16,-1-26 15,27 27-15,-27-27 16,27 27-16,-26-27 16,-27 0-16,0 0 15,-26 1 1,-52-1-16,-1-26 15,-26 0-15,1 0 16,25 0-16,1-26 16,25-1-16,27-25 15,0-1-15,27-25 16,51 25-16,1-26 16,26 27-16,-26-1 0,-27-25 15,-25 52 1,-27-27-16</inkml:trace>
  <inkml:trace contextRef="#ctx0" brushRef="#br0" timeOffset="181055.08">14221 12674 0,'-26'0'0,"0"0"15,0 0-15,0-27 16,-1 27-16,27-26 16,0 0-1,0 0 1,53 26 15,-1 0-31,27 0 0,-53 52 16,27-26-16,-27 1 15,-26 25-15,0-26 16,-26 27-16,-27-27 16,-26 26-16,1-25 15,25 25-15,1-52 16,-1 26-16,27-26 16,52 0 30,1 0-30,51 0-16,-25 0 16,52 0-16,-27 0 0,1-26 15,0 0-15,-27 26 16,-25 0-16,-27-26 16,26 26-16,-52 0 125</inkml:trace>
  <inkml:trace contextRef="#ctx0" brushRef="#br0" timeOffset="183538.73">15219 12805 0,'0'-53'0,"0"27"16,0 0-16,0-27 0,0 27 16,-27 0-16,1 26 15,-26-26-15,25 26 16,-25 0-16,-1 0 16,-25 0-16,25 0 15,-25 26-15,25 26 16,27-25-16,0-1 15,26 0-15,0 0 16,0 1-16,52-1 16,1-26-16,25 26 15,-25-26-15,-1 0 16,27 0-16,-27 0 0,-25-26 16,25 0-16,-26-1 15,1 1 1,-1 0-16,-26 0 31,0-1 188,0 54-110,0-1-93,0 26-16,0 1 0,0-1 15,0 1-15,0-1 16,0-26-16,0 27 16,0-27-16,0 27 15,0-27-15,0 0 16,0 0-16,0 1 16,0-1-1,0 0-15,0 0 31,26-26 1516,0-26-1531</inkml:trace>
  <inkml:trace contextRef="#ctx0" brushRef="#br0" timeOffset="185655.26">17423 11309 0,'0'-26'15,"0"0"-15,0-1 16,0 1-16,0 0 16,0 0-1,0-1 1,-27 27 15,27 27 63,0 25-94,0-26 16,0 1-16,0 25 15,0 1-15,0-27 16,0 26-16,0 1 15,0-27-15,0 26 16,0 1-16,0-27 16,0 27-16,0-1 15,0-26-15,0 1 16,0-1-16,0 0 0,0 0 16,0 1 15,0-54 234,0 1-249,0 0-16,0 0 16,0-1-16,0 1 15,0 0-15,0 0 16,0-1 0,0 1-16,0 0 0,0 0 15,0-27-15,0 27 16,0-26-16,0 25 15,0-25-15,0 26 16,0-1-16,0 1 16,0 0-16,0 0 15,0-27-15,0 27 16,0 0-16,0-1 16,0 1-16,0 0 15,0-27-15,0 27 16,0 0 109,27 26 219,25 0-344,-26 0 15,1 0-15,25 0 16,-26 0-16,27 0 15,-1 26-15,1-26 16,-1 26-16,-25 1 16,25-1-16,-26 0 15,1 0-15,-1 1 16,-26-1-16,0 0 16,0 0-16,-26 1 15,-27-1 1,1 0-16,-27 0 15,0 1-15,0-1 16,1 0-16,25 0 16,-26 1-16,53-1 15,-26 0-15</inkml:trace>
  <inkml:trace contextRef="#ctx0" brushRef="#br0" timeOffset="189337.9">9000 16741 0,'-26'0'16,"-1"0"-16,1 0 0,0 0 16,0-27-1,-1 27-15,27-26 16,0 0-16,0-26 15,0 25-15,0 1 16,53 26-16,-1-26 16,27 26-16,-26 0 15,25 0-15,-25 52 16,-27 1-16,-26-1 16,0 1-16,0-1 15,-26 27-15,-1-27 16,-25-25-16,0 25 0,-27-26 15,26 1-15,1-1 16,-1 0-16,27-26 16,0 0-16,26 26 15,0-52 32,79 26-31,-1-26-16,27 0 15,0-1-15,0 1 16,-26 26-16,-27 0 16,-25 0-16,-1 0 62,-26-26-62,26 0 16,-26-1-16</inkml:trace>
  <inkml:trace contextRef="#ctx0" brushRef="#br0" timeOffset="189871.15">10286 16741 0,'0'-53'0,"0"27"16,0 0-16,0-27 16,-53 27-16,27 0 15,-27 0-15,1-1 16,-27 27-16,0 0 16,1 0-16,25 53 15,1-27-15,-1 27 16,27-1-16,26-26 15,0 27-15,26-27 16,27 0-16,25-26 16,27 0-16,-26 0 15,0 0-15,0-26 16,-27 0-16,-26-1 0,1 1 16,-1 0-16,-26 0 15,26 0-15,-26-1 16,0 1-16,0 79 62,0 25-46,-26 1-16,26 26 16,0-26-16,0 26 15,0-27-15,0 1 16,0 0-16,26-27 0,0 1 15,27-27-15,-1-26 16</inkml:trace>
  <inkml:trace contextRef="#ctx0" brushRef="#br0" timeOffset="190321.03">12201 15009 0,'-26'-26'16,"26"-1"-16,-26 1 15,-1 26 17,27 26-17,-52 53-15,26 26 16,-1 0-16,1 26 15,26-26-15,-26 0 0,26 0 16,0 0-16,0-26 16,0 0-16,0-27 15,0-26-15,0 0 16,0 1-16,26-54 31,0-25-31</inkml:trace>
  <inkml:trace contextRef="#ctx0" brushRef="#br0" timeOffset="190589.77">12096 15271 0,'-52'-26'0,"25"-26"0,1 25 16,26-25-16,0-1 15,0 27-15,53-26 16,-27 25-16,53 1 16,-27 26-16,27 0 15,-1 26-15,1 27 16,-53-1-16,1 53 16,-27-26-16,-53 26 15,-52-26-15,-26 26 16,26-27-16,-26-25 0</inkml:trace>
  <inkml:trace contextRef="#ctx0" brushRef="#br0" timeOffset="204021.22">17633 8711 0,'-27'0'0,"54"0"47,25 0-47,-26-26 15,27 26-15,-27 0 16,27 0 0,-27 0-16,0 0 15,27 0-15</inkml:trace>
  <inkml:trace contextRef="#ctx0" brushRef="#br0" timeOffset="204470.13">18892 8711 0,'-26'0'0,"78"0"63,1 0-63,52 0 15,-26-26-15,-1 26 0,-51 0 16</inkml:trace>
  <inkml:trace contextRef="#ctx0" brushRef="#br0" timeOffset="204670.22">18735 8790 0,'26'0'32,"26"0"-17,27 0-15,0 0 16,0 0-16,-1 0 0</inkml:trace>
  <inkml:trace contextRef="#ctx0" brushRef="#br0" timeOffset="206806.2">9498 18158 0,'-26'0'0,"26"26"31,0 26-31,0 27 16,53 0-16,25 0 15,27 25-15,0 1 16,0 0-16,53 0 16,25 0-16,27 0 15,26-26-15,53-27 16,26-52-16,52 0 15,53-52-15,26-27 16,-26-52-16,26 26 16,-79-26-16,-52 26 15,-79 26-15,-52 1 0,-26-1 16,-53 0 0,-27 27-16,-25-1 0,-27 27 15,0 0-15,-26-1 766,0 1-641,26 26-63,53-52-46,26-27-16</inkml:trace>
  <inkml:trace contextRef="#ctx0" brushRef="#br0" timeOffset="207869.87">15114 13093 0,'-27'-26'0,"1"26"15,0 0-15,78 26 47,27 27-31,26-1-16,53 27 16,25-26-16,53 25 15,53-25-15,78-1 16,27 1-16,52-53 15,26 0-15,-52 0 0,0-27 16,-26-25 0,-80 0-16,-25-27 0,-53 26 15,-52 27-15,-53-26 16,-26 25-16,-26 1 16,-27 26-16,1-26 15,-1 0-15,-26 26 16,-26-27-16,0 54 250,0-1-235,0 0-15,0 0 0,-52 1 16</inkml:trace>
  <inkml:trace contextRef="#ctx0" brushRef="#br0" timeOffset="213586.1">9079 9367 0,'0'-26'15,"-27"26"-15,1 0 16,0-26 0,0 26-16,-1 0 15,1 0-15,0 0 16,52-26 78,0 26-94,1 0 15,-1 0-15,0 0 16,0 0 0,1 0-16,-1 26 15,52 0-15,1 0 16,26-26-16</inkml:trace>
  <inkml:trace contextRef="#ctx0" brushRef="#br0" timeOffset="214519.46">17843 9446 0,'26'0'16,"53"0"0,25 0-16,1 0 15,0 0-15,-26 0 16,-26 0-16,-1 0 15,-26 0-15,1 0 16</inkml:trace>
  <inkml:trace contextRef="#ctx0" brushRef="#br0" timeOffset="214669.51">17843 9577 0,'-27'0'0,"54"0"31,51 0-31,53 0 16,1 0-16,-1 0 15,26-26-15,-52 26 16,0-26-16</inkml:trace>
  <inkml:trace contextRef="#ctx0" brushRef="#br0" timeOffset="-211194.12">20571 14484 0,'-26'-26'15,"26"52"63,0 0-62,26 27-16,-26-27 16,27 0-16,-1 27 0,0-27 15,27 0-15,-27 0 16,0-26-16,0 27 15,1-27-15,-1 0 16,0 0 15,-26-27-15,0 1 0,26-26-16</inkml:trace>
  <inkml:trace contextRef="#ctx0" brushRef="#br0" timeOffset="-210710.47">21096 14405 0,'0'-26'16,"0"0"-16,0 0 15,0-1-15,0 1 16,0 52 46,0 1-46,-26 25-16,0 1 16,0-27-16,-1 26 15,1 1-15,26-27 0,-26 0 16,0 1 0,-1-1-16,1 0 0,26 0 15,-26 0-15,0 1 16,26-1-1,-27 0-15,27 0 16,-26-26-16,0 27 16,26-1-16,0 0 15,0-52 110,0 0-125,0-1 16</inkml:trace>
  <inkml:trace contextRef="#ctx0" brushRef="#br0" timeOffset="-210194.19">21149 14143 0,'-26'26'62,"-27"27"-62,1 25 16,-1-25-16,-26 26 16,27-1-16,-1 1 15,-25 26-15,25-26 16,-26-27-16,27 27 15,0-27-15,25-25 16,1-1-16,0 0 16,0-26 15,26-26-15</inkml:trace>
  <inkml:trace contextRef="#ctx0" brushRef="#br0" timeOffset="-209811.12">20204 14248 0,'-26'-26'0,"52"26"31,53 0-15,0 26-16,-27 26 15,27 1-15,-1-1 0,27 1 16,-26-1-16,0 1 16,26-1-16,-26 1 15,-1-27-15,-25 0 16,-1 0-16,1 1 16,-27-1-16,0 0 15,0-26-15,1 26 16,-27-52 62</inkml:trace>
  <inkml:trace contextRef="#ctx0" brushRef="#br0" timeOffset="-207560.49">8842 14694 0,'0'-26'0,"0"78"125,27-26-125,-1 27 0,26-1 16,-25 1 0,-1-1-16,26 27 0,1-26 15,-27-1-15,26 1 16,-25-1-16,-1-26 16,0 1-16,0-1 15,1 0-15,-27 0 16,26-26-1,-26-26 48,0 0-47</inkml:trace>
  <inkml:trace contextRef="#ctx0" brushRef="#br0" timeOffset="-207177.64">9656 14458 0,'26'-26'16,"-26"-1"-16,0 1 15,0 79 48,0-1-47,-52 53-16,52 0 15,-27 0-15,1-26 16,0 26-16,0-27 15,-1 1-15,1-26 16,0-1-16,0 1 16,26-1-16,-27-26 0,1 0 15,26 1 1,0-1-16,-26-26 0</inkml:trace>
  <inkml:trace contextRef="#ctx0" brushRef="#br0" timeOffset="-186146.1">8108 12962 0,'-53'0'0,"1"-26"16,25 0-16,1 26 15,26-27 1,0 1 15,53 26-31,25-26 16,-25 26-16,-1 0 16,1 0-16,-27 26 15,0 0-15,1 1 16,-27-1-16,-27 0 0,-25 27 15,-1-27-15,-25 26 16,25-25-16,1-1 16,25 0-1,27 0 1,53-26 0,-1 27-16,1-27 15,26 26-15,-27 0 16,1 0-16,-1 1 15,-26-27-15,-26 26 16,0 0 0,-52 0-16,-53 1 15,-26-1 1,26-26-16,26 0 0,26 0 16,1 0-16,26 0 15,26-26 1,26-27-16</inkml:trace>
  <inkml:trace contextRef="#ctx0" brushRef="#br0" timeOffset="-185642.25">8580 12988 0,'26'-26'32,"27"26"-32,-1-26 15,27 26-15,-27-26 16,1-1-16,-27 27 16,0-26-16,1 26 15,-27-26 16,-27 26-15,1 52 62,26 1-62,-26-1-16,26 27 15,0 0-15,-26-27 16,26 27-16,0 0 16,0 0-16,0-1 15,0-25-15,0-27 16,0 0-16,0 0 16,0 1-16,-27-54 31,27-25-16,-26-1-15</inkml:trace>
  <inkml:trace contextRef="#ctx0" brushRef="#br0" timeOffset="-185495.74">8606 13330 0,'-26'0'0,"26"-27"31,52 27-31,27-26 15,79 0-15,-1 0 16,53-27-16,0-26 16</inkml:trace>
  <inkml:trace contextRef="#ctx0" brushRef="#br0" timeOffset="-175098.74">17895 10417 0,'-26'-26'16,"0"26"-1,-27-27-15,-26 27 0,27 0 16,-53 0-16,0 0 15,-26 53-15,0 26 16,26-27-16,0 53 16,0 0-16,0 0 15,52 26-15,1 27 16,26-1-16,26 1 16,0-27-16,26 0 15,26 0-15,53-26 16,0 0-16,0-52 15,53-1-15,25-26 16,53-26-16,1-26 0,25-53 16,-52 1-16,-26-54 15,-27 1-15,-52-26 16,-26-27-16,-53 0 16,-26 1-16,-26 25 15,-79 1-15,-26 26 16,-1 52-16,-25 0 15,26 27-15,-27 25 16,1 27-16,-1 0 16,27 0-16,0 0 15,52 27-15,27-1 16,26 26-16,-1-52 16,1 27-16,26-1 15,-26-26 595,26 26-314,-26-26-264</inkml:trace>
  <inkml:trace contextRef="#ctx0" brushRef="#br0" timeOffset="-170296.83">12358 5982 0,'27'0'15,"-27"-26"1,0 0-1,0 0 1,-27 26-16,1 0 16,-26 0-16,-1 0 15,1 0-15,-1 0 16,-25 0-16,25 26 16,1 0-16,-1-26 15,27 0-15,-27 0 16,27 0-16,0 0 15,0 0 17,-1 0-17,-25 0 1,26 0-16,0 0 16,-1 0-16,1 0 15,0 0 1,26 26 93,0 1-93,0-1-16,-26 0 15,-1 0-15,27 1 16,-26-1-16,0 0 16,0 0 31,-1 1-32,27-1-15,-26 26 0,0-25 16,26-1-16,0 0 15,-26 0-15,26 1 16,0-1-16,0 0 16,0 0-1,0 0-15,0 1 16,26-1-16,-26 0 16,0 0-16,0 1 15,0-1-15,0 0 16,0 0-1,26-26-15,-26 27 16,0-1 15,26-26-31,1 0 16,25 0-16,1 0 16,25 0-16,1 0 15,-27 0-15,27 0 16,0 0-16,0 0 15,26 0-15,-27 0 16,1 0-16,0 0 16,-27 0-16,27 26 15,-27-26-15,1 0 16,26 0-16,-1 0 16,1 0-16,0 26 15,-27-26-15,27 0 0,-27 0 16,1 0-16,26 27 15,-27-27-15,1 0 16,-1 0-16,27 0 16,0 0-16,-27 0 15,27 0-15,-27 0 16,27 0-16,-27 0 16,1 0-16,-1 0 15,1 26-15,26-26 16,-27 0-16,27 0 15,-1 0-15,-25 0 16,-1 0-16,1 0 16,-1 0-16,1 0 0,-1 0 15,1 0 1,-1 0-16,1-26 0,-1 26 16,1 0-16,-1 0 15,27 0-15,-53 0 16,27 0-16,25-27 15,-25 27-15,-1 0 16,1 0-16,-1-26 16,27 26-16,-26-26 15,-1 26-15,0-26 16,1 26-16,-1 0 16,1-27-16,-1 27 15,-25 0-15,25 0 0,-26 0 16,1-26-16,-1 26 15,26 0-15,1 0 16,-27-26-16,0 26 16,1 0-16,-1-26 15,0 26-15,0-27 16,0 27-16,-26-26 16,0 0-1,27 26-15,-27-26 16,0-1-16,0-25 15,0 26-15,0 0 16,-27-27-16,1 27 16,0-27-16,0 27 0,0 0 15,-1-27-15,27 27 16,-26 26-16,26-26 16,-26 0-16,0-1 31,-1 27-16,1-26-15,0 26 16,0-26 0,-1 0-1,1 26 1,26-27-16,-26 27 16,26-26-1,-26 26 1,-1 0-16,27-26 0,-26 26 15,0 0-15,0-26 16,-1 26-16,1 0 16,26-27-16,-26 27 15,0 0-15,-1 0 16,1-26 0,-26 26-16,26 0 15,-1 0-15,1 0 16,-26 0-16,25 0 15,1 0-15,0 0 0,-27 0 16,27 0 0,0 0-16,-27 0 0,27 0 15,0 0-15,0 0 16,-1 0-16,1 0 16,0 0-1,-27 0-15,27 0 16,-26 0-16,-1 0 15,1 0-15,-1 0 16,1 0-16,26 0 16,-27 0-16,27 26 15,0-26-15,-1 0 16,1 0-16,-26 0 16,25 0-16,1 0 15,-26 0-15,-27 0 0,27 0 16,-27 0-16,0 0 15,27 0-15,-27 0 16,-26 0-16,26-26 16,-26 26-16,27 0 15,-54 0-15,1 0 16,0 26-16,-53 27 16,27-1-16,-1 1 15,27-27-15</inkml:trace>
  <inkml:trace contextRef="#ctx0" brushRef="#br0" timeOffset="-145497.79">23327 11886 0,'0'-26'0,"26"0"31</inkml:trace>
  <inkml:trace contextRef="#ctx0" brushRef="#br0" timeOffset="-145312.42">23274 12018 0,'0'-27'32</inkml:trace>
  <inkml:trace contextRef="#ctx0" brushRef="#br0" timeOffset="-145147.84">23248 12018 0,'0'-27'15</inkml:trace>
  <inkml:trace contextRef="#ctx0" brushRef="#br0" timeOffset="-116683.08">9420 7321 0,'-27'0'0,"1"52"94,26-26-94,-26 1 16,26 25-16,-26-26 15,26 27-15,0-1 16,-27-25-16,27 25 15,-26 0-15,26-25 16,0-1-16,0 26 16,0-25-16,0-1 15,0 26-15,0-25 16,0-1-16,0 0 0,26-26 94,1 0-94,-1 0 15,53 0-15,-27 0 16,1 0-16,-1 0 16,1 0-16,25 0 15,1 0-15,0 0 16,-1 0-16,1 0 15,0 0-15,0 0 0,-27 0 16,1 0-16,-1 0 16,0 0-16,1 0 15,-1 0-15,1 0 16,-1 26-16,27-26 16,-26 0-16,-1 0 15,27 0-15,-27 0 16,1 0-16,-1 0 15,-26 27-15,27-27 16,-1 0-16,27 0 16,-26 0-16,25 0 15,-25 0-15,-1 0 0,1 0 16,-1 0-16,-25 0 16,-1 26-16,0-26 15,0 0-15,0 0 16,27 0-16,-27 0 15,27 0-15,-1 0 16,1 26-16,-1-26 16,1 0-16,-1 0 15,1 0-15,-27 0 16,26 0-16,-25 0 16,25 0-16,-26 0 15,27 0-15,-1 0 16,-26 0-16,27 0 15,-27 26-15,27-26 16,-27 0-16,26 0 0,1 0 16,-27 0-16,27 0 15,-1 0-15,1 0 16,-1 0-16,0 0 16,-25 0-16,51 0 15,-51 0-15,25 0 16,-26 0-16,1 0 15,-1 0-15,0 0 16,0 27-16,1-27 16,-1 0-16,26 0 0,1 0 15,-1 0 1,1 0-16,-27 0 0,0 0 16,27 0-16,-27 0 15,0 0 1,0 0-16,1 0 15,-1 0-15,0 0 16,0 0-16,1 0 16,-1 0-16,0 0 15,0 0-15,1 0 16,25 0-16,-26 0 16,1 0-16,-1 0 15,0 0-15,0 0 16,0 0-1,1 0 1,-1 0-16,0 0 16,0-27-1,1 27-15,-1 0 16,0-26-16,0 26 16,1-26-16,-1 26 15,-26-26 1,26 26-16,-26-27 15,26 27-15,1-26 16,-1 0 0,-26 0-1,26-1-15,-26 1 0,26 0 16,-26 0-16,0-1 16,0 1-16,27 0 15,-27 0-15,0-1 16,0 1-1,26 0-15,-26 0 16,0 0 0,0-1-1,26 27-15,-26-26 16,26 0 0,-26 0-1,0-1 1,0 1-1,0 0 17,0 0-1,-26 26-31,0 0 16,26-27-1,-26 27 1,-1 0-1,1-26 1,0 26 0,0 0-1,-1 0-15,1 0 16,0 0-16,0 0 16,-1 0-1,-25 0-15,26 0 16,-27 0-16,27 0 15,0 0-15,-27 0 16,27 0-16,0 0 16,-27 0-16,1 0 15,-1 0-15,27 0 16,-26 0-16,-1 0 16,27 0-16,-27 0 15,1 0-15,-1 0 16,1 0-16,-27 0 15,27 0-15,-27 0 0,27 0 16,-1 0-16,1 0 16,-1 0-16,1 0 15,-1 0-15,1 0 16,-1 0-16,1 0 16,-27 0-16,27 0 15,-27 26-15,0-26 16,0 0-16,53 0 15,-26 0-15,-1 0 16,1 0-16,25 0 16,-25 0-16,26 0 15,-27 0-15,1 0 0,-1 0 16,1 0-16,-1 0 16,27 0-16,-26 0 15,-1 0-15,27 0 16,0 0-16,-27 0 15,27 0-15,0 0 16,-27 0-16,27 0 16,-26-26-16,-1 26 15,27 0-15,0 0 16,-1 0-16,1 0 16,0 0-16,0 0 15,-1 0-15,-25 0 16,26 0-16,-1 0 0,-25 0 15,26 0-15,-27 0 16,27 0-16,0 0 16,-1 0-16,1 0 15,0 0-15,0-26 16,0 26-16,-1 0 16,-25 0-16,26 0 15,-27 0-15,27 0 16,0 0-16,-1 0 15,1 0 1,0 0-16,0 0 16,-1 0-16,1 0 0,0 0 15,0 0 1,-1 0-16,1-26 16,0 26-16,0 0 15,-1 0-15,1-27 16,0 27-16,0 0 15,0 0-15,-1 0 16,1-26 0,0 26-16,0 0 15,-1 0-15,1 0 16,0 0-16,-27 0 16,27 0-16,-26-26 15,25 26-15,1 0 16,0 0-16,0 0 15,-1 0-15,1 0 0,0 0 16,0 0-16,0 0 16,-1 0-1,1 0-15,0 0 16,0 0-16,-1 0 16,1 0-16,0 0 15,0 0-15,-1 0 16,1 0-1,0 0 1,0 0 47,-1 0-48,1 0 1,0 0-16,0 0 15,78 0 298,27 0-313,0 0 0,-27 0 16</inkml:trace>
  <inkml:trace contextRef="#ctx0" brushRef="#br0" timeOffset="-112200.77">14326 10784 0,'0'-26'0,"-26"26"16,26-26 31,0 52 78,-52 27-110,25-1-15,1 0 16,0-25-16,26-1 16,-26 26-16,26-25 15,0 25-15,0-26 0,0 1 16,0 25-16,0-26 16,0 27-16,0-1 15,26-25-15,0 25 16,0 1-16,27-1 15,-27-26-15,0 0 16,27 1-16,-27-1 16,0 0-16,1-26 15,25 0-15,-26 0 16,27 0-16,-27 0 16,53-26-16,26-53 15,-27 27-15,1-53 16,-26 26-16,-1-26 0,-52 26 15,26-26-15,-26 27 16,0-27-16,-26 26 16,0 27-16,0-1 15,-1 1-15,1 25 16,26 54 93,-26-1-93,-53 26-16</inkml:trace>
  <inkml:trace contextRef="#ctx0" brushRef="#br0" timeOffset="-109286.45">8370 11230 0,'-52'-52'16,"52"26"-16,-27-1 16,27 1-16,0 0 15,0 52 48,0 27-63,27 25 0,25 27 15,1 0-15,-27-26 16,26 26-16,1-53 16,-27 27-16,0-26 15,0-27-15,1 0 16,-1-26 15,26-79-15,27-26-1,-26-52-15,25 0 16,-25-1-16,-27 1 16,0 52-16,-26 0 0,27 52 15,-27 1 1,0 26-16,26 26 0</inkml:trace>
  <inkml:trace contextRef="#ctx0" brushRef="#br0" timeOffset="-105317.59">22749 18000 0,'-52'-26'0,"-1"26"16,27 0-16,105 0 46,26-26-46,52 26 16,1-27-16,-53 27 16,-27 0-16,-25 0 15,-79 0 1,-79 27 0,-27-1-16,1 0 15,0 0-15,26-26 16,0 27-16,0-1 15,27-26-15,25 26 16,27-26-16,52 0 16,79 0-1,79 0-15,26-26 0,52 0 16,-26-53-16,-26 26 16</inkml:trace>
  <inkml:trace contextRef="#ctx0" brushRef="#br0" timeOffset="-101701.27">20125 15114 0,'0'-26'16,"-26"-1"-1,0 27-15,26 27 78,0 25-78,0 1 0,0 25 16,0 1-16,0 0 16,52-1-16,1-25 15,26 26-15,-1-53 16,1 26-16,0-25 16,26-27-16,-27 0 15,1 0-15,26-53 16,-26 1-16,-27-27 15,1 0-15,-27 0 16,0 1-16,-26-1 16,0 0-16,0 27 15,-26 26-15,26-1 16,-26 1-16,0 26 16,52 0 624,-26 26-640,26-26 16,-26 27-16,0-1 78,0 0-78,0 0 0,0 1 16,0-1-16,0 0 15,0 0-15,0 1 16,0-1-16,0 26 15,-26-26-15,26 1 16,0-1-16,-26 0 16,26 0-16,0 27 15,-27-53-15,1 26 16,0 0-16,0 1 16,-1-1-16,-25 26 15,-1-25-15,1-27 16,-1 26-16,1 0 15,-1-26-15,27 26 0,-26 1 16,-1-27 0,27 0-16,-26 0 0,-1 0 15,1 0-15,-1 0 16,1-27-16,-1-25 16,27 26-16,0-53 15,26 26-15,0 1 16,0-1-16,0 27 15,0-26-15,0 25 16,0 1 0,0 0-1,0 0 1,0 0 0,0-1-16,0 1 15,26 26 1313,0-26-1312,27-27-16</inkml:trace>
  <inkml:trace contextRef="#ctx0" brushRef="#br0" timeOffset="-96117.92">20204 16767 0,'-26'-26'0,"0"26"0,26-27 16,0 1 0,26 0 15,26 26-16,27 0-15,-53 0 16,27 0-16,-27 0 16,-26 26-1,0 27 1,-52-1-16,-1 1 16,1-27-16,25 0 15,27 0-15,0 1 16,0-1-1,79 0-15,0 0 16,0-26-16,-1 27 16,1-1-16,-27 0 15,-25-26-15,-27 26 16,-27 1 0,-51 25-1,-27-26-15,0 27 0,0-53 16,26 26-16,27-26 15,-27 26-15,53-26 16,-1-26-16</inkml:trace>
  <inkml:trace contextRef="#ctx0" brushRef="#br0" timeOffset="-95818.18">20781 16767 0,'0'-26'16,"0"-1"-16,53 1 15,-1 0-15,27 0 16,0 26-16,-27 0 0,-25 0 16,-1 0-16,0 26 15,0 26-15,0 1 16,-26 26-16,0-1 15,0 1-15,0-26 16,0-1-16,0 1 16,0-1-16,0 0 15,0-25-15,0-1 16</inkml:trace>
  <inkml:trace contextRef="#ctx0" brushRef="#br0" timeOffset="-95534.95">20886 17108 0,'0'-26'16,"27"26"-1,78-26 1,0-1-16,26 1 16,-26-26-16,0 25 15,-27 1-15,1-26 16,-26 52-16,-27-27 15,0 27-15,-52 0 47,0 0-31,-1 0-16,-25 0 16,26 0-16,-1 27 15,1-27-15,0 0 16</inkml:trace>
  <inkml:trace contextRef="#ctx0" brushRef="#br0" timeOffset="-94551.52">22225 14773 0,'26'-53'0,"26"1"16,-52 26-16,-105 78 47,-78 79-47,-106 79 16,-78 53-16,-1 51 15,-25 28-15,-1-28 0,1 1 16,51-52-16,54-27 15,52-53-15,52-51 16,79-1-16,53-52 16,-1-1-16,27-51 15,26-1-15,26-52 32,79-53-32,26-79 15</inkml:trace>
  <inkml:trace contextRef="#ctx0" brushRef="#br0" timeOffset="-94185.11">19076 14379 0,'-79'-79'0,"27"27"15,78 78 1,131 105 0,27 79-16,78 53 15,1 52-15,25 26 16,-25-26-16,25-1 16,-25-25-16,-1-27 0,1 1 15,-27-27 1,-26-52-16,-27-1 0,-51-51 15,-27-27-15,-27-27 16,-51-25-16,-1-1 16,0-26-1,-26-78 17,0-1-32,-52-51 15</inkml:trace>
  <inkml:trace contextRef="#ctx0" brushRef="#br0" timeOffset="-88552.06">19732 14825 0,'0'-26'32,"-26"26"-17,-1 52 16,-25 27-15,26 0-16,-1 26 16,27 0-16,0-26 15,53 25-15,26-25 16,-1 0-16,1-27 16,0 1-16,26-27 15,0-26-15,0 0 16,26-26-16,-26-27 15,0-25-15,0-1 16,-53 0-16,1-26 16,-1 27-16,-52-1 0,26 0 15,-26 0 1,0 53-16,0 0 0,0 78 78,0 27-78,0 26 16,0 0-16,-26 0 15,0-26-15,0-1 16,-1 1-16,-25-26 16,-1-1-16,1 1 15,-27-27-15,1-26 16,-27 0-16,0 0 0,-27 0 15,1-53-15,0 1 16,26-1-16,0-25 16,26-1-16,27 26 15,26 1-15,-1 0 16,27 25-16,0 1 16,0 0-16,53 78 62,-1 27-46,27 0-16,26-1 15,-26-25-15,0-1 0,-1 1 16,-25-27-16,-1-26 16,27 26-16,-27-26 15,27 0-15,0 0 16,26-26-16,-27 0 15,1 0-15,0-27 16,0 1-16,-1-27 16,-25-26-16,26 0 15,-53 0-15,0 0 16,0 26-16,-26 53 16,0 0-16,0 0 0,0 52 46,0 26-46,0 1 16,0 52-16,-26 0 16,-26-26-16,-27-1 15,0-25-15,-52 25 16,0-25-16,0-1 16,-27-25-16,-26 25 15,-25-52-15</inkml:trace>
  <inkml:trace contextRef="#ctx0" brushRef="#br0" timeOffset="-87318.12">8895 14668 0,'0'-26'16,"26"26"31,0 52-31,53 0-16,0 53 15,26-26-15,0 26 16,-27-26-16,1 0 15,-26-1-15,-27-51 16,0-1-16,0-26 31,1-79-15,-1-52 0,0 0-16,-26-1 15,0 1-15,0 53 16,-26-1-16,0 26 0,-1 1 15,1 26-15,26-1 16,-26 27 125,0 27-126,-1 25 1,-25 1-16,-1-1 16</inkml:trace>
  <inkml:trace contextRef="#ctx0" brushRef="#br0" timeOffset="-85968.5">19627 15586 0,'-26'-52'0,"26"25"16,0 106 0,0 26-16,52 53 15,1-1-15,25 0 16,1-25-16,0-54 15,-27-25-15,-26-27 16,1-26-16,25 0 16,53-79-16,79-26 15,26-78-15,52-53 16,1-1-16,-1-51 16,53 25-16,0-52 15,26 53-15,-53 26 16,-51 52-16,-54 79 0,-52 27 15,-52 51-15,-53 27 16,1 0-16,-27 53 16,-53 26-16,-104 25 15</inkml:trace>
  <inkml:trace contextRef="#ctx0" brushRef="#br0" timeOffset="-85552.12">19627 15534 0,'-26'-27'15,"-1"27"-15,1 79 16,26 52-1,0-26-15,0 27 16,79-28-16,26 1 16,0-52-16,0-1 15,0-25-15,0-27 16,26 0-16,26-79 16,53-52-16,26-27 15,27-25-15,25-27 0,-25-26 16,25-1-16,1 27 15,-79 27-15,-26 25 16,-79 80-16,-53 25 16,-26 27-16,1 26 15,-27 52 1,-53 53 0,-52 0-16,-26 0 15</inkml:trace>
  <inkml:trace contextRef="#ctx0" brushRef="#br0" timeOffset="-85200.7">19574 15796 0,'-52'26'0,"-1"27"16,53 26-16,0-27 15,0 27-15,0-27 16,0 27-16,53-27 16,-27 1-16,0-27 15,27 0-15,-27-26 16,27 0-16,52-26 16,26-53-16,79-26 15,26-26-15,26-52 16,1-1-16,25-52 0,27 0 15,-26 26-15,-27-27 16,-26 54-16,-78 52 16,-53 26-16,-53 78 15,-52 1-15,-52 52 32</inkml:trace>
  <inkml:trace contextRef="#ctx0" brushRef="#br0" timeOffset="-85035.17">21569 15586 0,'0'-52'0,"0"-1"16</inkml:trace>
  <inkml:trace contextRef="#ctx0" brushRef="#br0" timeOffset="-84818.27">20230 16688 0,'-26'-26'16</inkml:trace>
  <inkml:trace contextRef="#ctx0" brushRef="#br0" timeOffset="-83152.45">3306 10338 0,'26'-26'16,"27"0"-16,-1 0 15,-26-1-15,0-25 16,-26 26-16,0-27 15,0 1-15,-52-1 16,-27 27-16,-52 0 0,-26 26 16,-106 78-1,-52 54-15,-78 51 0,-27 106 16,-26 26-16,78 52 16,106-26-16,131-26 15,105-26-15,78-53 16,132-26-16,104-27 15,54-25-15,51-53 16,27-79-16,26-52 16,0-132-16,-26-25 15,-53-106-15,-78-26 16,-79-78-16,-105-27 16,-105-26-16,-79 52 15,-157 53-15,-105 105 16,-105 131-16,-53 105 0</inkml:trace>
  <inkml:trace contextRef="#ctx0" brushRef="#br0" timeOffset="-67070.62">3726 15429 0,'-184'0'15,"53"0"-15,52 26 16,53 0-16,78 0 15,158 53-15,158-26 0,156-1 16,185-26-16,235-26 16,185-78-16,235 25 15,158-26-15,79 27 16,52 26-16,-105 26 16,-157 52-16,-184 1 15,-210-1-15,-210-52 16,-131 0-16,-105 0 15,-131-26-15,-53-27 16,-78 27-16,-53 0 16,-79 0-16,-78 26 15,-53-27-15,-104 27 16,-106 0-16,-78 0 16</inkml:trace>
  <inkml:trace contextRef="#ctx0" brushRef="#br0" timeOffset="-66470.67">12385 14353 0,'26'-26'0,"-26"52"32,-105 53-32,-52 52 15,-80 79-15,1 0 16,-26 52-16,-1 0 16,1 27-16,-27 26 15,27-53-15,0 1 16,-1-53-16,53-53 15,53 1-15,52-54 0,52-25 16,27-26-16,26-27 16</inkml:trace>
  <inkml:trace contextRef="#ctx0" brushRef="#br0" timeOffset="-66219.73">9420 14851 0,'-53'-52'0,"27"-1"15,26 106 1,131 52 0,27 79-16,78 52 0,26 26 15,0 27-15,1-27 16,-1 1-16,1-1 15,-1 0-15,27 1 16,-27-1-16,1 1 16,-27-27-16,0-26 15,-52-79-15</inkml:trace>
  <inkml:trace contextRef="#ctx0" brushRef="#br0" timeOffset="-64603.91">8816 12306 0,'0'-26'0,"-52"26"16,-1 0-16,-26 0 15,-26 0-15,1 0 16,-28 26-16,-25 0 16,26 53-16,-1 0 15,1 26-15,0 0 0,52 26 16,1 26-16,51 1 16,27-1-16,0-25 15,79-1-15,79-26 16,25-27-16,27-51 15,53-27-15,51 0 16,-25-79-16,52-52 16,-52 0-16,-1-53 15,-78 0-15,-105 0 16,-78 1-16,-27 25 16,-158 1-16,-78 26 15,-53 26-15,1 52 16,-27 1-16,26 52 0,27 26 15,26 53 1,52 26-16,53 0 0,26 26 16,52-26-16</inkml:trace>
  <inkml:trace contextRef="#ctx0" brushRef="#br0" timeOffset="-63437.21">6061 12306 0,'0'-26'0,"-26"0"31,-53 26-31,27 0 0,-53 0 16,0 0-16,0 0 15,-27 26-15,1 26 16,-26 27-16,-1 0 15,1 52-15,26 0 16,0 0-16,26 27 16,78-1-16,1-25 15,26-1-15,53-26 16,78 0-16,26-53 16,1-26-16,52-26 15,26 0-15,26-78 16,27-27-16,-1-79 15,-51 0-15,-28 1 0,-104-1 16,-78 27-16,-27-1 16,-158 27-16,-78 26 15,-79 52-15,-26 53 16,-53 27-16,27 51 16</inkml:trace>
  <inkml:trace contextRef="#ctx0" brushRef="#br0" timeOffset="-41071.85">14117 13644 0,'0'-26'0,"-27"26"422,1 0-359,-79 0-63,-26 26 15,-53 1-15,1-1 16,25 26-16,27-25 15,-27-1-15,27 26 16,0-25-16,0 25 0,-27-26 16,1 27-1,-27-27-15,-52 26 0,-26 1 16,-27-1-16,27-25 16,-1-1-16,27 0 15,79-26-15,52 0 16,0 0-16,26 0 15,0 0-15,27 0 16,-1-26-16,27 26 16,-26 0-16,25 0 15,1-26-15,0 26 16,0 0-16,0 0 16,26 26 218,-27-26-218</inkml:trace>
  <inkml:trace contextRef="#ctx0" brushRef="#br0" timeOffset="-40721">9656 14484 0,'0'26'16,"-26"1"-16,-1-27 47,1-53-32,0-26-15,26 1 16,-26-1-16,-1 0 16,27 0-16,-26 1 15,0-1-15,26 27 16,-26-1-16,78 53 62,27 0-62,78 53 16,27-27-16,0 26 0,-1-25 16,1-1-1,0 0-15,-27-26 0</inkml:trace>
  <inkml:trace contextRef="#ctx0" brushRef="#br0" timeOffset="-40038.36">10548 14222 0,'-26'0'47,"-1"0"-31,-25 0-1,-27 0-15,1 0 0,-1 0 16,-26 0-16,26-27 16,-26 1-16,53 26 15,-27-52-15,53 25 16,0 1-16,-1 0 16,27 0-16,0 0 15,0-1-15</inkml:trace>
</inkml:ink>
</file>

<file path=ppt/ink/ink2.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9:07:22.820"/>
    </inkml:context>
    <inkml:brush xml:id="br0">
      <inkml:brushProperty name="width" value="0.05292" units="cm"/>
      <inkml:brushProperty name="height" value="0.05292" units="cm"/>
      <inkml:brushProperty name="color" value="#7030A0"/>
    </inkml:brush>
  </inkml:definitions>
  <inkml:trace contextRef="#ctx0" brushRef="#br0">1312 4697 0,'-105'52'0,"0"27"15,26-27-15,0-25 16,53-27-16,105-27 31,78-78-15,106-26-16,78-26 15,26-27-15,0 27 16,1-27-16,-53 53 16,-53-27-16,-26 53 0,-78 27 15,-80 25 1,-25 27-16,-53 0 0,-26 26 16,-53 0-16,-79 26 15,-25 26-15,-27 53 16,0 27-16,-26-1 15</inkml:trace>
  <inkml:trace contextRef="#ctx0" brushRef="#br0" timeOffset="182.49">1128 4933 0,'-158'79'16,"80"-1"-16,25-51 16,53-1-16,53-79 15,104-52 1,79-26-16,105-26 0,27-27 15,25 0-15,1 1 16,0-27-16,-53 26 16,-26 27-16,-106 25 15,-104 27-15</inkml:trace>
  <inkml:trace contextRef="#ctx0" brushRef="#br0" timeOffset="10166.42">15901 6980 0,'-26'26'0,"-1"-26"16,1 0-16,26-26 16,53-27-1,78-52-15,52-52 16,80 25-16,-1-25 15,27 26-15,-27 0 0,1 26 16,-27 26-16,-26 0 16,-53 27-16,-26 26 15,-52-27-15,-26 27 16,-27 0-16,0 26 16,0-27-16,-52 27 62,-26 53-62,-53-27 16,0 0-16</inkml:trace>
  <inkml:trace contextRef="#ctx0" brushRef="#br0" timeOffset="22414.7">18341 7216 0,'53'-79'16,"-27"27"-16,-26 25 16,0 1-16,0 0 15,-26 26-15,-132 105 16,-104 52-16,-79 132 15,-79 52-15,0 79 0,26 26 16,1 52 0,25-25-16,-25-27 0</inkml:trace>
  <inkml:trace contextRef="#ctx0" brushRef="#br0" timeOffset="27597.6">8055 9184 0,'0'-105'0,"0"78"16,0 1-16,-79 131 31,-52 53-31,-79 78 16,-26 52-16,-52 27 16,-1 53-16,-26 25 15,-26 27-15,-26-26 16</inkml:trace>
  <inkml:trace contextRef="#ctx0" brushRef="#br0" timeOffset="35547.19">2335 13251 0,'0'-53'15,"0"27"-15,0 0 16,-26 0-16,26-1 16,-27 1-16,1 26 15,26-26-15,-26 52 31,26 0-31,0 53 16,0 0-16,0-27 16,0 27-16,26 0 15,27-27-15,25 1 16,-25-27-16,-1 0 16,-25-26-16,25-26 15,-26 0-15,27-53 16,-27 0-16,0 1 15,-26-1-15,0 26 16,0 1-16,0-1 16,-26 27-16,26 0 15,-26 26-15,26 26 32,0 27-32,0 25 0,0 27 15,0-26-15,-26 26 16,26-26-16,0-1 15,0 1-15,0-26 16,0-27-16,26 0 16,26-26-16,1 0 15,-27-52-15</inkml:trace>
  <inkml:trace contextRef="#ctx0" brushRef="#br0" timeOffset="35866.76">2991 13172 0,'26'-79'0,"0"1"16,-26 25-1,0 27-15,0-27 0,0 27 16,0 79 31,0-1-47,-26 53 16,0-26-16,26 26 15,0 0-15,0 0 16,52-27-16,-25-25 15,25-1-15,1-25 16,-1-1-16,-26-26 16,27 0-16,-1-53 15,-25-25-15,-1-27 16,-26 52-16,0-25 0,-26 51 16,-53 1-16,0 26 15,0 26-15,-26 79 16,0-26-16,53 26 15</inkml:trace>
  <inkml:trace contextRef="#ctx0" brushRef="#br0" timeOffset="36830.94">7530 13408 0,'-78'-26'16,"-1"0"-16,26 26 15,27-26-15,0-1 16,0 1-16,26 0 0,0-27 16,52 27-16,27 26 15,0-26-15,-1 26 16,1 0-16,-26 26 15,-27 27-15,-26-1 16,0 1-16,-26 25 16,-53 1-16,0-27 15,0 1-15,27-1 16,26-25-16,-1-1 16,27 0-1,27 0-15,51 1 16,1-1-16,-26 0 0,-1 0 15,-26 1-15,1-27 16,-27 26 0,-79 0-1,0 0-15,0 1 16,27-27-16,26 0 16</inkml:trace>
  <inkml:trace contextRef="#ctx0" brushRef="#br0" timeOffset="37130.41">7871 13251 0,'-26'-53'0,"26"27"0,0-26 15,53 25-15,-1-25 16,1 52-16,-1 0 15,1 0-15,-1 0 16,-26 52-16,-26 27 16,27 0-16,-27 26 15,0 0-15,0 0 16,0-27-16,0 1 16,0-26-16,0-1 15,26-26-15,-26 1 0,26-1 16,-26 0-16</inkml:trace>
  <inkml:trace contextRef="#ctx0" brushRef="#br0" timeOffset="37247.6">7950 13671 0,'-26'-27'16,"0"27"-16,26-26 15,78-26-15,80-1 16,52-25-16,78-1 15,27 0-15</inkml:trace>
  <inkml:trace contextRef="#ctx0" brushRef="#br0" timeOffset="39363.58">12122 13854 0,'-26'-26'16,"-26"-26"-16,52 25 16,0 1-16,0-26 15,26 25-15,0-25 16,53 26-16,-53 26 15,27-27-15,-1 27 16,-26 0-16,0 27 16,-26-1-16,0 26 15,0 1-15,0-1 0,-26-25 16,0 25-16,0-26 16,26 1-16,0-1 15,0 0-15,26 0 16,53 1-16,-1-1 15,-25 26-15,-1-26 16,-25 1-16,-1-27 16,-52 26-1,-27 0 1,-26 0-16,-26 1 16,53-27-16,0 0 15,-1 0-15,1 0 0,25 0 16,1 0-1</inkml:trace>
  <inkml:trace contextRef="#ctx0" brushRef="#br0" timeOffset="39746.9">12988 13671 0,'-26'-27'0,"0"1"16,0 26-16,-1 0 16,27-26-16,0 0 15,0-1 1,53 1-16,-1 0 0,1 0 16,-1 26-16,-26 0 15,1 26-15,-27 26 16,0 1-16,-27 52 15,-25-53-15,-1 1 16,27-1-16,26-25 16,26-1-1,53 0-15,0-26 16,26 0-16,-53 0 16,-52 26-1,-52 1-15,-79 25 16,-53 0-16,27 1 0,-1-1 15</inkml:trace>
  <inkml:trace contextRef="#ctx0" brushRef="#br0" timeOffset="41546.78">17029 13933 0,'-52'-26'0,"25"0"16,-25-1-16,26 1 15,26 0-15,0 0 16,0-27-16,26 27 16,53-27-16,-1 27 15,1 0-15,0 0 16,-27 26-16,1 0 15,-1 26-15,-26 26 16,-26 27-16,0 0 16,-52 0-16,0-1 15,-53 1-15,0-27 0,26 1 16,26-1-16,1-25 16,26-27-16,26 26 15,26-26 1,79 0-1,0 0-15,52 0 16,-26-26-16,1-1 16,-1 1-16,0-53 15</inkml:trace>
  <inkml:trace contextRef="#ctx0" brushRef="#br0" timeOffset="41763.44">18131 13435 0,'-26'-27'0,"26"1"16,0 52 15,0 27-31,0 52 16,0 0-16,0 26 15,26 0-15,0 0 16,1 0-16,-27 1 15,26-1-15,-26-26 16</inkml:trace>
  <inkml:trace contextRef="#ctx0" brushRef="#br0" timeOffset="43463.29">1364 13120 0,'-157'26'0,"52"0"16,26 0-16,53-26 15,-1 0-15,54-26 16,78-26 0,52-27-16,105-52 15,27-27-15,26 27 16,26-26-16,0-1 15,-26 27-15,-52 26 16,-54 26-16,-77 27 16,-54 52-16,-51-26 15,-27 52 1,-27 26-16,-78 1 16,-52 52-16,-53 0 0</inkml:trace>
  <inkml:trace contextRef="#ctx0" brushRef="#br0" timeOffset="43646.7">1600 13225 0,'-210'105'0,"105"-27"16,27-25-16,51-53 15,27 26-15,0-52 16,132-27 0,77-52-16,106-26 15,53-53-15,25 1 16,27-1-16,-26-26 15,-53 26-15,-53 1 16,-78 25-16,-105-25 16</inkml:trace>
  <inkml:trace contextRef="#ctx0" brushRef="#br0" timeOffset="87243.53">20676 12437 0,'27'0'109,"-1"0"-109,0-26 16,0 0-16,1-27 15,-1 27-15,-26 0 16,26 0-16,-52 26 63,0 0-63,-27 26 15,1 0-15,-27 0 16,53 27-16,-1-27 15,1 27-15,26-1 16,0-26-16,0 27 16,0-27-16,53 0 0,25 1 15,-25-27-15,-1 0 16,1 0-16,26 0 16,-27-27-16,27-25 15,0-1-15,-27 1 16,-26-27-16,0 27 15</inkml:trace>
  <inkml:trace contextRef="#ctx0" brushRef="#br0" timeOffset="87428.11">21096 12070 0,'-26'0'16,"52"26"31,1 53-47,25 0 0,-26 26 15,0 26-15,-26 0 16,0-26-16,-78 26 16,-27 0-16,0-26 15,-26 0-15</inkml:trace>
  <inkml:trace contextRef="#ctx0" brushRef="#br0" timeOffset="100126.98">22513 12411 0,'0'-52'0,"0"25"16,0-25-16,0 26 16,0-1-16,0 1 0,-26 26 15,26 26 32,-26 53-47,26 26 16,0 26-16,0-26 15,0 0-15,0-52 16,52-1-16,-26-26 16,27-26-16,-1 0 15,53 0-15,27-52 0,-27-27 16,52-26 0,-78-26-16,-1-26 0,-51 25 15,-27-25-15,-27 52 16,-51 26-16,-27 53 15,0 26-15</inkml:trace>
  <inkml:trace contextRef="#ctx0" brushRef="#br0" timeOffset="102909.72">22408 13933 0,'-52'0'0,"-1"0"16,27 0-16,-26 0 15,25 0-15,1 0 16,26-26 0,0 0-1,0-1-15,53 1 16,-1 0-16,1 26 16,25 0-16,-51 0 15,-1 0-15,0 0 16,-26 52-16,0-25 15,0 25-15,-52 27 16,-27-1-16,0-25 0,0-1 16,27 1-16,26-27 15,-1 0-15,27 1 16,79-27 15,26-27-31,0-25 16,26-1-16,0 1 15,-26-1-15,0 1 16,0 0-16,-52-1 16,-1 1-16,1-1 15,-27 1-15,-26-1 16,0 27-16,0 0 0,-26 26 16,-27 0-1,1 0-15,-1 26 0,-25 26 16,25-25-16,27 25 15,0-26-15,26 27 16,26-27 0,53-26-16,-1 0 15,27-52-15,-26 25 16,0 1-16,-27 0 16,-26 26-16,1 26 15,-27 53 1,26 0-16,-26 25 15,0 1-15,0 0 16,0 0-16,0-26 16,0 0-16,0-27 0</inkml:trace>
  <inkml:trace contextRef="#ctx0" brushRef="#br0" timeOffset="103109.3">21647 15245 0,'-105'0'16,"53"26"-16,26-26 15,52 0-15,131-26 16,158-53-16,131-52 16,132-53-16,51-52 0,106-52 15,52-27-15</inkml:trace>
</inkml:ink>
</file>

<file path=ppt/ink/ink3.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8:46:39.90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definitions>
  <inkml:trace contextRef="#ctx0" brushRef="#br0">15560 11519 0,'0'-26'16,"0"0"-16,0-1 0,0 1 16,0 0-1,0 0 1,0 78 31,-53 1-32,27-1-15,-26 27 16,-1 26-16,1 26 16,-1 0-16,1 0 15,-27 27-15,26-27 16,-25 26-16,-1-25 0,-26 25 15,26 0 1,-26 27-16,0 0 0,0-1 16,0 27-16,0-26 15,-26 26 1,26-26-16,-26 26 0,26-27 16,-26 1-1,26 0-15,-26-1 0,26 1 16,26-27-16,27 1 15,-1-27-15,1 0 16,25-52-16,-25 26 16,26-26-16,0-27 15,-1 1-15,1-1 16,0 1-16,0-1 16,-1-26-16,1 1 0,0-1 15,26 0 1,26-26 203,53 0-219,0 0 0,25 0 15,1 0 1,27 0-16,-1 0 0,52-26 15,1 26-15,52 0 16,27 0-16,25-26 16,53 26-16,27 0 15,25 0-15,1 0 16,-53 0-16,0 0 0,-26 0 16,-52 0-1,-1 0-15,27 0 0,-1-27 16,-52 27-1,27 0-15,-53 0 0,0 0 16,-53 0 0,-52 0-16,-26 0 0,-1 0 15,-51 0-15,-1 0 16,0 0-16,-26-26 16,0 0-1</inkml:trace>
  <inkml:trace contextRef="#ctx0" brushRef="#br0" timeOffset="1832.18">15612 11309 0,'0'-26'32,"0"52"77,53 0-109,-1 27 16,1-1-16,-1 1 15,1-1-15,-1 27 16,1 0-16,25-1 16,-25 1-16,-1-26 15,-26 25-15,27-25 16,26 26-16,-53-27 15,53 27-15,-27-27 16,1 27-16,-1-27 0,1 27 16,-1 0-1,0-27-15,1 27 0,-1-26 16,1 25-16,-27-25 16,27-1-1,-27 1-15,26 25 0,1-25 16,-27-1-16,27 27 15,-1-26-15,1 25 16,-1 1-16,-26 0 0,27-1 16,-1 1-1,1-26-15,-1 25 0,-26-25 16,27 26 0,-1-27-16,1 0 0,-1 1 15,1 26 1,-1-27-16,-25 1 15,25-1-15,-26 1 16,0-27-16,1 26 0,25 1 16,-26-27-16,1 27 15,25-1-15,-26 0 16,27 1-16,-27-1 0,27 1 16,-1-1-1,-26-25-15,1 25 0,25-26 16,-26 27-1,1-27-15,-1 0 0,26 27 16,-26-27-16,27 0 16,-1 27-1,-25-27-15,25 0 0,1 0 16,-27 27 0,0-27-16,27 0 15,-27 1-15,0-1 0,0 0 16,1 0-16,-1 1 15,0-1-15,0 0 16,1 0-16,-1 1 16,0-1-16,0 0 15,0 0-15,1 1 16,-1-1-16,0 0 16,0 0-16,1 1 15,-1-1-15,0 0 16,0 0-1,-26 0-15,27-26 16,-27 27-16,26-1 16,0-26-16,-26 26 15,26 0-15,1 1 0,-1-1 32,0 0-32,-26 0 31,26-26-31,-26 27 0,0-1 31,27-26-31,-27 26 16,0 0-1,26-26 1,-26 27 0,26-27-1,-26 26 16,0 0 79,-26 0-95,-53 1-15,-26-1 16,-26 0-16,0 0 16,0 1-16,-1-27 15</inkml:trace>
  <inkml:trace contextRef="#ctx0" brushRef="#br0" timeOffset="3369.82">15796 10942 0,'-53'-53'0,"53"1"0,-26 26 16,26-1-1,0 1-15,0 52 63,0 27-63,0 52 16,26 26-16,-26 0 0,0 27 15,0-1 1,0 0-16,0 1 15,0-1-15,-26-25 0,26-28 16,-26 1 0,0-26-16,26 0 15,0-27-15,-27-25 0,27 25 16,-26-52 0</inkml:trace>
  <inkml:trace contextRef="#ctx0" brushRef="#br0" timeOffset="3679.84">15429 12254 0,'0'52'62,"26"1"-62,-26-1 16,0 1-16,26-1 0,-26-26 16,26 27-16,-26-27 15,26-26-15,1 0 16,-1 0 0,26 0-1,1-26-15,26 0 16,-1-27-16,-25 27 15,26-27-15,-27 27 0,1 0 16,-27 0 0</inkml:trace>
  <inkml:trace contextRef="#ctx0" brushRef="#br0" timeOffset="4420.32">11650 17397 0,'-79'26'15,"27"-26"-15,78 0 47,79-53-47,26-25 16,27-1-16,52-52 15,-1 26-15,28-53 16,25 27-16,27-26 0,-27 52 16,0-26-16,1 52 15,-79 0 1,-27 0-16,-26 27 0,-78 26 16,-1 0-16,-26-1 15,-52 27 16,-53 27-15</inkml:trace>
  <inkml:trace contextRef="#ctx0" brushRef="#br0" timeOffset="4684.58">13907 16058 0,'52'0'31,"1"0"-31,-1 0 16,1-26-16,-27 26 0,0 0 15,0 0 1,-26 26 15,0 27-15,0-1-1,0 1-15,-26-1 0,26 1 16,0-1-16,0-25 16</inkml:trace>
  <inkml:trace contextRef="#ctx0" brushRef="#br0" timeOffset="5470.24">17685 15901 0,'-26'-26'15,"0"26"-15,26-26 16,52 52 15,53 26-15,53 1-16,25 25 15,1 1-15,26 26 16,26-26-16,0 26 16,27-26-16,25-1 15,-78-25-15,-26-1 16,-27 1-16,-52-27 15,-26 0-15,0-26 0,-27 26 16,-26-26-16,27 0 16,-1 0-16,-26-52 15,-26-1 1</inkml:trace>
  <inkml:trace contextRef="#ctx0" brushRef="#br0" timeOffset="5930.01">17265 15901 0,'0'26'16,"0"1"-1,0-1-15,0 0 0,0-78 78,0-1-78,0-26 16,0 1-16,0 25 16,0 1-16,0 25 15,27 27 17,25 0-17,27 0-15,-1 0 16,27 0-16,-26 0 15,0 0-15,0 0 16,-1 0-16</inkml:trace>
  <inkml:trace contextRef="#ctx0" brushRef="#br0" timeOffset="6471.93">18971 12595 0,'-53'0'0,"1"0"15,-27 26 1,27 27-16,-53 25 16,26 27-16,-52 0 15,26 26-15,-53 27 16,1-27-16,-27 26 0,27 1 16,26-27-16,-27 0 15,80-52-15,-1 26 16,26-53-16,1 1 15,-1-1 1,27-25-16,26-1 0,-26-79 31</inkml:trace>
  <inkml:trace contextRef="#ctx0" brushRef="#br0" timeOffset="6721.65">16977 13907 0,'0'-26'16,"0"52"15,0 0-31,0 53 16,0-1-16,0-25 0,0 26 15,-27-27-15,27 1 16,0-27-16,0 0 15,27-26 1,51 0-16,80-26 16,-1 0-16,53-27 15,-52 27-15,-27 0 16</inkml:trace>
  <inkml:trace contextRef="#ctx0" brushRef="#br0" timeOffset="7321.91">13041 13330 0,'-53'-27'0,"27"27"16,26-26-16,79 52 47,-1 27-32,54 26-15,25-1 16,27 1-16,-1 0 16,54-1-16,-28 1 15,-25 0-15,-26-27 16,-27-25-16,-26 25 15,0-26-15,-27-26 16,1 26-16,-26-26 16,-1 0-16</inkml:trace>
  <inkml:trace contextRef="#ctx0" brushRef="#br0" timeOffset="7605.6">15166 13881 0,'0'-27'31,"0"54"-15,53-1 0,-27 0-16,26 27 15,-25-27-15,-1 26 16,0-52-16,-26 26 15,0 1-15,-52-1 32,-27 0-32,0 0 0,0 1 15,27-1-15,-27 26 16,0 1-16,27-1 16</inkml:trace>
  <inkml:trace contextRef="#ctx0" brushRef="#br0" timeOffset="8244.95">15638 17659 0,'0'-52'47,"0"-1"-32,27-26-15,-1-26 16,-26 0-16,26-26 15,-26 0-15,26-26 16,-26-1-16,0 1 16,27 26-16,-27 26 15,0 26-15,0 0 16,0 53-16,0 0 16,0-1-16,-27 54 125</inkml:trace>
  <inkml:trace contextRef="#ctx0" brushRef="#br0" timeOffset="8521.57">15402 16242 0,'27'0'47,"-1"0"-47,26-26 16,1 0-16,-1-1 15,-26-25-15,27 26 16,-27-1-16,0 27 16,27 0 31,-1 0-47,53 27 15,27-1-15,-28 0 0,28-26 16,-27 26-16</inkml:trace>
  <inkml:trace contextRef="#ctx0" brushRef="#br0" timeOffset="19221.3">15638 9708 0,'0'-26'0,"0"0"16,0 78 31,27-25-32,-1 25-15,0 1 16,-26-1-16,0 1 15,0-1-15,0 1 16,0-1-16,0-26 16,0 27-16,0-27 15,0 0-15</inkml:trace>
  <inkml:trace contextRef="#ctx0" brushRef="#br0" timeOffset="19437.71">16058 9918 0,'0'-26'16,"-26"26"15,0 53-15,-27-1-16,1 1 15,26-1-15,-1 1 0,1-1 16,0-26-1,26 27-15,0-27 0,52-26 16</inkml:trace>
  <inkml:trace contextRef="#ctx0" brushRef="#br0" timeOffset="19654.13">15953 9918 0,'0'-26'15,"27"26"17,-1 0-32,26 26 0,-25 1 15,25 25 1,0 1-16,1-1 0,26 1 16,-27-1-16,1-26 15,-1 1-15,1-1 16,-27-26-16</inkml:trace>
  <inkml:trace contextRef="#ctx0" brushRef="#br0" timeOffset="19887.53">16531 9630 0,'-27'-53'0,"1"1"16,0 52-16,26-26 0,-26 26 15,26 26 17,0 26-17,26 27-15,0 0 16,-26-1-16,26 1 16,-26 0-16,0 0 15,0-1-15,0-25 16</inkml:trace>
  <inkml:trace contextRef="#ctx0" brushRef="#br0" timeOffset="20887.66">14982 17948 0,'-26'-27'0,"26"54"47,-26 51-47,0 1 16,26 0-16,-27 0 16,1-27-16,0 1 15,26-1-15,-26-26 16,26 1-16,0-80 47,0-26-47,0 1 15,0-1-15,26 0 0,0 0 16,0 27-16,1-1 16,-27 27-1,26 26 16,-26 26-31,26 1 16,27 51-16,-27-25 16,26 26-16,-25-1 15,-1-25-15,0 26 16,0-27-16,1-26 16,-1 27-16,0-27 15,0-26-15</inkml:trace>
  <inkml:trace contextRef="#ctx0" brushRef="#br0" timeOffset="21654.02">14720 18341 0,'-52'0'16,"25"-26"-16,1 26 16,105 0 15,0 0-16,52 0-15,26 0 16,-26 0-16,1 0 16,-54 0-16,1 0 15,-53-26-15,-26 0 16,0-1-16,0 1 16,0 0-16,-26 0 15,26-1-15,-26 27 16,26-26-16,0 52 47,0 27-32,-26 26-15,26-27 16,0 1-16,0-1 16,0-26-16,0 1 0,0-80 46,0 1-30,0-1-16,0 1 16,26-1-16,-26 27 15,26-27-15,0 27 16,0 26 0,1 0-16,-1 0 15,26 0-15,1 26 16,-27 27-16,27-1 15,-27-25-15,-26 25 16,26-26-16,-26 1 16,0-1-16,-26-52 47,26-1-32,-26-25-15,26 26 16,0-27-16,0 27 15,0-27-15,26 27 16,0 26-16,-26-26 16,26 26-16,1 0 15,-1 0-15,26 26 16,-25 27-16,-1-27 16,26 26-16,-52 1 15,27-27-15,-27 0 0,0 27 16,0-27-1,0 0-15</inkml:trace>
  <inkml:trace contextRef="#ctx0" brushRef="#br0" timeOffset="22371.22">16426 18184 0,'0'-26'16,"0"-1"-16,0 1 15,-27 0-15,1 26 16,0 0-16,-27 0 16,1 0-16,-1 0 0,53 52 15,-26 1 1,26-1-16,0 1 0,0-1 16,0-25-16,0-1 15,26 0-15,1-26 16,-1 0-16,0 0 15,0 0-15,1-52 16,-1 25-16,0-25 16,-26-1-16,26 1 15,-26 26-15,0-1 16,0 1-16,0 52 47,27 1-47,-27 25 0,0 1 15,26-1 1,-26 1-16,0-27 0,0 0 16,0-52 15,0-27-15,0 1-16,0 26 15,26-27-15,0 1 16,-26 25-16,27 27 15,-1-26-15,0 26 16,0 0-16,1 0 16,25 26-16,-26 1 15,0-1-15,27 26 0,-53-25 16,26-1 0,0 0-16,-26 0 0,0 1 15,0-54 16,0-25-15,0-1-16,0 1 16,0-1-16,0 1 15,0 26-15,0-1 16,53 27-16,-27 0 16,27 27-16</inkml:trace>
  <inkml:trace contextRef="#ctx0" brushRef="#br0" timeOffset="23070.8">17265 18184 0,'0'-26'0,"0"-1"16,0 1-16,-26 0 16,0 26-1,0 0 1,-1 0-16,1 0 15,0 26-15,0 27 16,26-27-16,0 26 16,0 1-16,0-27 15,0 0-15,26-26 16,0 0-16,0-26 16,1 0-16,-1-27 15,0 1-15,-26 26 16,26-27-16,-26 27 15,0 0-15,0 52 63,0 0-63,0 53 16,0-27-16,0-25 15,27-1-15,-27 0 16,26 0-16,-26-52 15,26 0 1,-26-53-16,0 27 16,26-1-16,-26 1 15,0 25-15,0 1 16,0 0 0,26 26-1,1 52-15,-1-25 16,0 25-16,0 1 15,1-1-15,-1-26 16,0 1-16,0-27 16,1 26-16,-1-26 15,0-26-15,27-1 16,-27-25-16,0-27 16,-26 27-16,0-1 0,0 27 15,0 0-15,0-1 16,0 80 15,0 26-15,0-27-16</inkml:trace>
  <inkml:trace contextRef="#ctx0" brushRef="#br0" timeOffset="23687.83">18184 18236 0,'26'-52'0,"0"26"15,-26-27-15,26 27 0,-26-27 16,0 27 0,-26 26-1,0 0 1,0 53 0,-1-1-16,-25 1 15,52-27-15,0 0 16,0 0-16,0 1 15,0-54 17,26 1-32,0-26 15,1-1-15,-1 27 16,-26 0-16,26 52 47,-26 0-47,26 27 15,1-27-15,-27 26 16,26-25-16,0-27 16,0 0-16,1 0 15,-1 0-15,26-53 16,-25-26-16,-1 27 16,-26-27-16,0 0 15,0 27-15,0 0 16,0-1-16,0 27 0,-26 0 15,-1-1 1,27 54 31,0 25-47,0 27 16,0-1-16,0-25 15,0 26-15,0-27 16,0 1-16,0-1 15,27-26-15,-1 27 16,0-27 0,0-26-16</inkml:trace>
  <inkml:trace contextRef="#ctx0" brushRef="#br0" timeOffset="24020.97">18341 18026 0,'-26'-26'15,"78"26"1,53 0 0,-26 0-16,0 0 15,-1-26-15,-51 26 16,25-26-16,-26 26 16,-26 26 62,0 0-78,0 0 15,0 27-15,0-27 16,0 0 0,0 1-16,53-27 15,-27-27 1,27 1-16</inkml:trace>
  <inkml:trace contextRef="#ctx0" brushRef="#br0" timeOffset="24270.74">18787 17580 0,'-26'0'0,"0"0"16,52 0 30,0 0-46,0 0 16,-52-26 31,0 26-47,26-26 16,-26 26-16,26 26 15,0 0 1,0 1-16</inkml:trace>
  <inkml:trace contextRef="#ctx0" brushRef="#br0" timeOffset="27320.24">18971 5064 0,'-53'0'15,"1"0"-15,26 0 0,104 0 47,1 26-31,52-26-16,27 0 16,-27 0-16,26 0 15,-25 0-15,-1 0 16,-26 0-16,-27 0 15,-25 0-15,-27 0 16,0 0-16</inkml:trace>
  <inkml:trace contextRef="#ctx0" brushRef="#br0" timeOffset="27537.15">18971 5195 0,'79'0'31,"-1"0"-15,54 0-16,-28 0 16,28 0-16,-1-26 15,26 26-15,-25-26 16,-1 0-16,-26 26 0,-27-27 15</inkml:trace>
  <inkml:trace contextRef="#ctx0" brushRef="#br0" timeOffset="41152.58">10181 17554 0,'-27'-52'0,"1"25"16,26 1-16,-26 0 15,0 0-15,-1-1 32,27 54 14,0 25-30,53 1-16,-27 25 16,27 1-16,-27-26 15,0-1-15,0 1 0,-26-1 16,27-26-16,-27 0 16,0 1-16,26-27 15,-26 26-15</inkml:trace>
  <inkml:trace contextRef="#ctx0" brushRef="#br0" timeOffset="41452.94">10102 17423 0,'-26'-26'0,"26"-1"16,0 1-1,0 0 1,0 0-16,0-1 16,26-25-16,26 26 15,1 0-15,-1-1 16,1 27-16,-27 0 15,0 0-15,0 0 16,1 0 0,-1 0-16,0 0 0</inkml:trace>
  <inkml:trace contextRef="#ctx0" brushRef="#br0" timeOffset="41719.42">10286 17528 0,'52'0'47,"-26"0"-47,27-26 15,-27 26-15,26-27 16,1 1-16,-27 26 15,0 0-15,1-26 16,-1 26-16</inkml:trace>
  <inkml:trace contextRef="#ctx0" brushRef="#br0" timeOffset="41953.21">10286 17843 0,'0'26'0,"26"-26"31,0 0-31,26 0 16,1 0-16,26 0 16,-27 0-16,27-26 15,0 0-15,-1-1 16,-25 1-16,-27 26 15,0 0-15</inkml:trace>
  <inkml:trace contextRef="#ctx0" brushRef="#br0" timeOffset="47752.28">18367 5799 0,'-52'0'16,"26"0"-16,78 0 31,27 0-16,26 0-15,0 0 16,26-26-16,0 26 16,0 0-16,-26 0 15,0-27-15,-26 27 16,-53 0-16,0 0 16</inkml:trace>
  <inkml:trace contextRef="#ctx0" brushRef="#br0" timeOffset="47936.26">18446 5799 0,'-52'26'0,"25"-26"16,80 0 0,26 0-1,26 0-15,-1 0 16,28 0-16,-1 0 15,0 0-15,27-26 16,-27 0-16,-26-1 16</inkml:trace>
  <inkml:trace contextRef="#ctx0" brushRef="#br0" timeOffset="49419.01">17003 14405 0,'26'-26'16,"27"-26"-16,25-1 16,1-26-16,26 1 15,52-1-15,1-52 16,26 0-16,-1-1 16,27-25-16,-26 26 15,-27 26-15,1 26 16,-53 0-16,0 27 15,-53-1-15,27 27 16,-27 0-16,-25 0 0,-1 26 16,0 0-1,-26-27-15,0 54 47,-52-1-31,-27 26-16,0 1 15,-26-1-15</inkml:trace>
  <inkml:trace contextRef="#ctx0" brushRef="#br0" timeOffset="50369.02">17213 13828 0,'0'-26'0,"-26"26"47,-1 26-31,27 27-16,-26 25 15,-26 1-15,25 0 16,-25-27-1,26 1-15,-1 25 0,1-51 16,26 25-16,0-26 16,0 1-16,0-1 15,0 0 1,26-26-16,27 0 16,-27 0-16,27 0 15,25 0-15,1 0 16,0-26-16,-27 0 15,27 26-15,-27 0 16,1 0-16,-1 0 16,-25 0-16,25 0 0,-26 0 15,1 0-15,-1 0 16,0 0-16,-52 0 266,0 0-266</inkml:trace>
  <inkml:trace contextRef="#ctx0" brushRef="#br0" timeOffset="52668.88">14982 8580 0,'0'-52'15,"0"25"-15,0 1 16,0 52 31,0 1-47,0 51 15,0 1-15,0 0 16,0 0-16,27-1 16,-27 1-16,0-27 15,0 1-15,26-1 16,0-25-16,0-27 15,1 0-15,-1 0 16</inkml:trace>
  <inkml:trace contextRef="#ctx0" brushRef="#br0" timeOffset="53068.67">15455 8528 0,'-26'0'31,"-1"52"-31,-25 1 16,-27 25-16,53-25 15,-27 26-15,1-27 16,-1-26-16,27 27 16,0-27-16,26 0 0,0-52 46,26 0-30,-26 0-16,26 26 16,1 0-16,-1 0 15,0 0-15,27 0 16,25 0-16,-25 26 16,-1 0-16,1 0 15,-1 0-15,-26 1 16,1-1-16,-1 0 15,0-26-15,0 26 16,1-26-16,-1 0 16</inkml:trace>
  <inkml:trace contextRef="#ctx0" brushRef="#br0" timeOffset="53436.42">15691 8790 0,'-26'-26'0,"26"0"16,-27 26-1,1 0 1,26 26 15,0 26-15,0-25-16,0 25 16,0-26-16,26 27 15,1-1-15,25-26 0,-26 1 16,1-27-16,25 0 15,-26 0-15,27 0 16,-27-27-16,0-25 16,1 0-16,-27 25 15,0-25-15,0-1 16,0 1-16,-53-1 16,1 1-16,-1 26 15,1 26-15,25-27 16,1 27-16,-26 0 15,52 27-15,-27-1 16,27 0-16,0 27 16,0-27-16</inkml:trace>
  <inkml:trace contextRef="#ctx0" brushRef="#br0" timeOffset="54318.53">16347 8633 0,'0'-27'0,"0"1"16,-26 26 0,-1 0-16,1 0 0,0 0 15,-27 26-15,27 27 16,0-27-16,26 27 15,-26-1-15,26 1 16,0-1-16,0-26 16,52 1-16,-26-27 15,53 0-15,-26 0 16,25 0-16,-25-53 16,-1 1-16,1-27 15,-27 0-15,0 0 16,-26-26-16,0 27 15,0 25-15,0 1 16,0-1-16,-26 27 0,0 26 16,0 0-1,-1 0-15,27 53 32,0 25-32,0 1 15,0 0-15,0-1 16,0 1-16,0 0 15,0 0-15,0-53 16,0 0-16,27 0 16,-1-26-1,-26-26 1,26-26-16,0-1 0,1 1 16,-27-1-1,26 1-15,0 25 16,0 1-16,0 0 0,1 26 15,-1 0-15,0 0 16,0 52 0,1-25-16,-27 25 15,26 1-15,0-27 16,0 0-16,1 0 16,-1-26-16,0 0 15,0-26 1,1-26-16,-27-1 15,0 1-15,0-1 16,0 27-16,0 0 16,0 78 31,0-26-32,26 27-15,-26-1 16,26-25-16,-26-1 15,26-26-15,1 0 16,-1 0-16,0 0 16</inkml:trace>
  <inkml:trace contextRef="#ctx0" brushRef="#br0" timeOffset="54568.33">17134 8134 0,'-52'0'0,"25"26"0,1 27 16,26-27-16,0 0 16,0 1-16,53-1 15,-27-26-15,26 26 16,-25-26-16,25 0 16,-26-26-16,-26-27 15,0 27-15,0 0 16,0 0-16,0-1 15,-52 27-15,-1 0 16,27 0-16,-26 27 0,25-1 16,1 0-1</inkml:trace>
  <inkml:trace contextRef="#ctx0" brushRef="#br0" timeOffset="68868.47">10548 12674 0,'-26'-27'0,"-1"1"15,27 52 32,0 27-47,0 52 16,0-27-16,0 1 15,27 0-15,25-27 16,-26 27-16,27-53 16,-27 27-16,0-27 15,-26 0-15,27-26 16,-27-26 0</inkml:trace>
  <inkml:trace contextRef="#ctx0" brushRef="#br0" timeOffset="69118">10522 12883 0,'-53'-52'16,"27"26"-16,0-27 15,-27 53-15,27-52 16,0 52-16,26-26 16,0-1-16,26 1 15,26 0 1,27 0-16,26 26 0,-26 0 15,0 0-15,-27 26 16,-26 0-16,-26 27 16,0-1-16,-26 27 15,-26-27-15,-1 1 16,1-1-16,25-26 16,1 1-16</inkml:trace>
  <inkml:trace contextRef="#ctx0" brushRef="#br0" timeOffset="69570.75">11099 12831 0,'0'-26'15,"-26"26"17,-27 52-17,27-26-15,-26 27 16,52-1-16,0 1 16,0-27-16,0 27 15,0-27-15,0 0 0,26 0 16,26-26-1,1 0-15,-1 0 0,1-26 16,-1 0-16,-26-27 16,1 1-16,-27-1 15,0 1-15,0-1 16,-53 1-16,1 26 16,-1 0-16,27 26 15,-27 0-15,27 0 16,-26 0-16,26 0 15,-1 26-15,27 26 16,0-26-16,0 1 16,0-1-16,0 0 15</inkml:trace>
  <inkml:trace contextRef="#ctx0" brushRef="#br0" timeOffset="70434.41">11545 12779 0,'0'-53'15,"0"1"-15,0 25 16,-26 1 0,0 26-1,-27 0-15,27 26 16,0 27-16,-1-27 0,27 27 15,0 25-15,0-52 16,0 27-16,27-1 16,25-25-16,1-1 15,-1-26-15,27 0 16,-27 0-16,1-26 16,25-27-16,-51-26 15,-1 1-15,-26-27 16,0 26-16,0-26 15,0 26-15,-26 1 16,-27-1-16,27 26 16,0 27-16,26 0 15,-27 26-15,1 0 32,26 52-32,0 27 0,0 0 15,0 0-15,0 26 16,26-27-16,1 1 15,-1-26-15,0-1 16,27-26-16,-27-26 16,0 26-16,0-26 15,1-26-15,-1 0 16,-26-26-16,26-1 16,-26 1-16,26 25 15,-26 1-15,27 0 0,-1 26 47,0 52-47,0-25 16,27 25-16,-27-26 15,0 1-15,1-27 16,-1 0-16,0 0 16,0-27-1,-26 1-15,0-26 16,0-1-16,0 1 15,0-1-15,0 27 16,0 0-16,0-1 16,-26 27-1,26 27 1,0-1-16,0 0 16,0 27-1,26-27-15,0 0 0,1 0 16,-1-26-16,0 0 15,0 0-15,1 0 16,-1-26-16</inkml:trace>
  <inkml:trace contextRef="#ctx0" brushRef="#br0" timeOffset="70701.58">12070 12096 0,'-53'27'0,"27"-1"15,26 0-15,0 26 16,26-25-16,1-1 16,51-26-16,-25 0 15,-1 0-15,-25 0 16,-1-26-16,-26-1 16,0-25-16,0 26 15,0 0-15,-53-1 16,27 27-16,-26 0 15,25 0-15,27 27 16,0-1-16,0 26 16,0 1-16</inkml:trace>
  <inkml:trace contextRef="#ctx0" brushRef="#br0" timeOffset="74317.3">10994 12332 0,'-26'-26'0,"26"0"15,-26 26 1,26 26 0,0 27-1,26-1 1,0-26-16,0 27 0,0-27 16,-26 0-16,0 1 15,27-27 1,-27-27-1,0-25-15,0-1 16,0-25-16,-27-1 16,27 26-16,0 1 15,0 0-15,0 25 16,27 27 0,-1 0-1,26 53-15,27-1 16,-26 1-16,25-1 0,-25 1 15,-1-1-15,1 1 16,-27-27-16,0 0 16</inkml:trace>
  <inkml:trace contextRef="#ctx0" brushRef="#br0" timeOffset="75184.45">11886 12647 0,'0'-26'0,"0"0"15,0 0-15,-26 26 16,0 0-16,-27 0 16,-26 0-16,27 0 15,-27 26-15,1 26 16,25 1-16,27-1 0,0 1 16,26-27-16,0 26 15,0 1-15,52-27 16,1-26-16,-1 26 15,1-26-15,25 0 16,1-26-16,-27-26 16,1-27-16,-27 27 15,0-53-15,-26 26 16,0-26-16,-26 0 16,0 0-16,-53-26 15,27 0-15,-27 26 0,27 26 16,-1 26-16,27 1 15,0 52-15,-1 0 16,27 52 0,0 53-1,27 0-15,25 27 16,1-28-16,-1 28 16,27-27-16,-27 0 15,1 0-15,-1 0 16,1-27-16,25 1 15,-25-27-15,-1-25 16,1-27-16</inkml:trace>
  <inkml:trace contextRef="#ctx0" brushRef="#br0" timeOffset="77117.03">12726 12306 0,'0'-26'16,"-26"26"-16,-1 0 31,1 0-31,0 52 16,0-25-16,-1 25 0,27 1 15,0-1 1,0-26-16,0 27 0,27-27 16,25 0-16,-26-26 15,1 0-15,25 0 16,1 0-16,-1-52 15,-26-1-15,1 1 16,-1-27-16,-26 0 16,0-26-16,-26 27 15,-1-1-15,-25 0 16,-1 27-16,1 26 16,26-1-16,-1 27 31,27 27-31,0 25 15,0 27-15,27 0 16,-1-1-16,0-25 16,-26 25-16,26-25 15,1-27-15,-27 0 16,26 1-16,-26-1 16,26-52-1,-26-1 1,26 1-16,-26-26 15,0-1-15,27 27 16,-27 0-16,26 26 16,-26-27-16,26 27 15,0 27 1,0-1 0,1 26-16,-1-25 0,0-1 15,27 0-15,-53 0 16,26-26-16,0 0 15,0 0 1,1-26-16,-1-26 16,-26-1-16,0 1 15,0 25-15,0-25 16,0 26-16,0 0 16,-26 26-1,-1 0 1,27 26-16,-26 0 15,26 0-15,0 27 16,0-27-16,0 0 16,0 0-16,26 1 15,1-27-15,-1 0 16,26 0-16,-25 0 16,-1 0-16,0-27 15,-26 1-15,26 0 16,-26-27-16,0 27 15,0-26-15,0 26 16,0-1-16,0 1 16,0 0-16,27 52 47,-1 0-47,0 27 15,0-27-15,-26 26 16,0-25-16,0-1 15,0-52 32,-26-1-47,26-25 16,-26 26-16,26-27 16,0 1-16,0 26 15,26 26 1,0 0-1,-26-27 17,26 27-17,-26-26 1,27 26 15,-1 26-15,0 1-16,0-1 15,1 0-15,-27 0 16,0 1-16,0-54 47,0-25-47,0 26 16,0-1-1,0 1-15,0 0 31,26 26-15,0 0 0,0 26-1,1 0-15,-1-26 16,0 0-16,0 27 16,1-27-1,-1-27 1,-26-25-16,0 26 15,0-1-15,26 1 16,-26 0 0,0 78 15,26 1-31,1 26 16,-1 26-16,-26-27 15,26 1-15,-26 0 16,0-53-16,0 26 15,-26-25-15,0-27 16,-27 0-16,27 0 16,0 0-16,-27-53 15,53 1-15,-26-27 0,26 0 16,0 27-16,0-1 16</inkml:trace>
  <inkml:trace contextRef="#ctx0" brushRef="#br0" timeOffset="77350.21">11991 13539 0,'-52'0'0,"52"27"0,26-27 15,105-53-15,79-25 16,52-54-16,27 1 16,0 0-16,-1-27 15,1 1-15,-27 0 16</inkml:trace>
  <inkml:trace contextRef="#ctx0" brushRef="#br0" timeOffset="91799.51">13093 7032 0,'-105'0'0,"27"0"15,-1 0-15,0 26 16,27-26-16,-1 0 16,53 27-1,53-27 1,52 0-16,78 0 15,27 0-15,79 0 16,-1-27-16,1 1 16,0 0-16,-27 26 15,-26-26-15,-26 26 0,-79 0 16,-52 0-16,-26 0 16,-27 0-1,-52-27 16,-1 27-31</inkml:trace>
  <inkml:trace contextRef="#ctx0" brushRef="#br0" timeOffset="92199.76">15796 7032 0,'-53'0'16,"-25"0"-16,51 0 15,27 26 1,79-26-16,52 27 16,53-27-16,0 0 15,-1 0-15,-25 0 16,-1 0-16,-26 0 15,-26-27-15,0 27 16,0 0-16,-52 0 16,-1 0-16</inkml:trace>
  <inkml:trace contextRef="#ctx0" brushRef="#br0" timeOffset="94650.44">19837 11624 0,'0'26'78,"-26"0"-78,26 1 15,0-1-15,0 26 16,0 1-16,0-1 16,0 1-16,0-27 15,0 27-15,0-27 16,26 0-16,26 0 16,1-26-16,-1 0 15,27 0-15,0 0 16,-27 0-16,27-52 15,-27 26-15,1-27 0,-53 1 16,26-27-16,-26 0 16,0 27-16,-26-27 15,-53 53-15,27-27 16,-27 27-16,0 26 16,27 0-16,-1 0 15,1 52-15,-1 1 16,27-1-16,-26 1 15</inkml:trace>
  <inkml:trace contextRef="#ctx0" brushRef="#br0" timeOffset="98482.17">20125 12883 0,'0'-26'0,"0"52"63,0 27-63,0-1 15,0 27-15,27-26 16,-27-1-16,0 27 16,0-27-16,0 1 15,0-27-15,0 0 0</inkml:trace>
  <inkml:trace contextRef="#ctx0" brushRef="#br0" timeOffset="98932.68">20125 12883 0,'0'-52'0,"0"26"16,0 0-16,0-1 15,53 1-15,-1 0 16,1 26-16,26 0 16,-27 0-16,-26 26 15,1 0-15,-1 1 0,-26 25 16,0 0-1,0-25-15,-26 25 0,-27 1 16,1-27-16,25-26 16,1 26-16,0-26 15,0 0-15,78 0 47,27 0-31,-27 0-16,27-26 15,0 26-15,-1 0 16,-25 0-16,-27 0 16,27 26-16,-53 0 15,0 27-15,0-1 16,-27 1-16,-25-1 0,-27-25 16,27 25-16,-27-52 15,27 26-15,-1-26 16,27 0-16,-27-26 15,53-26-15,-26 25 16,26-25-16</inkml:trace>
  <inkml:trace contextRef="#ctx0" brushRef="#br0" timeOffset="100249.28">21096 12962 0,'0'-52'0,"0"-1"15,0 27-15,0 0 16,0 0-16,-26 26 16,0 0-1,0 0-15,-1 26 16,1 0-16,0 26 15,0-25-15,26 25 16,0-26-16,0 1 16,0-1-16,0 0 15,26-26-15,0 0 0,0 0 16,1 0 0,-1 0-16,0-26 0,0 0 15,-26-1-15,0 1 16,0 0-16,0 0 15,0-1 1,0 54 31,0-1-31,27 0-16,-1 0 15,0 1-15,0-1 16,27-26-16,-27 0 15,0 0-15,0 0 0,1 0 16,-27-26-16,26-1 16,-26 1-16,0-26 15,0-1-15,0 27 16,0 0-16,0 0 16,-26 26-1,26 52 16,0-26-15,0 27-16,0-27 16,0 0-16,0 0 15,0 1 1,0-54 15,0 1-31,0-26 0,0-1 16,0 27-16,0 0 15,26 0-15,0-1 16,0 27 0,1 0-16,-1 0 15,26 27-15,1-1 16,26 0-16,-27 0 16,27-26-16,-27 0 15,27 0-15,-27 0 16,-25 0-16,25 0 15,-52-52-15,26 26 0,-26-1 16,0-25-16,0 26 16,0-1-16,-52 1 15,26 26 1,-27 0-16,1 0 16,-1 26-16,1 27 15,26-27-15,-1 27 16,27-27-16,0 0 15,27 0-15,-1-26 16,26 0-16,27 0 16,-27 0-16,1 0 15,-27-26-15,27-26 16,-27 25-16,-26 1 16,0 0-16,0 0 0,0 52 62,0 26-62,0 27 16,26 26-16,0-26 15,-26 26-15,27 0 16,-27-27-16,0 1 16,26-26-16,-26-27 15,0 0-15,-26-52 31,-1-27-31,-25-25 16,-1-1-16,53-26 16,0 26-16,0 0 15,27 1-15,25 51 16,1 1-16,-1 0 16,1 26-16,-1 0 15</inkml:trace>
  <inkml:trace contextRef="#ctx0" brushRef="#br0" timeOffset="101115.78">22671 12700 0,'26'-26'0,"-26"-27"16,0 27-16,0 0 15,0-1 1,-26 27-16,-1 0 16,-25 0-16,26 53 15,-27-27-15,27 27 16,0-27-16,26 26 15,0-25-15,0-1 16,26-26 0,0 0-16,0-26 15,27-1-15,-27-25 16,27 26-16,-27-1 16,-26 1-16,26 52 46,0-26-30,1 27-16,-1-1 0,0-26 16,0 0-16,1 0 15,-1 0 1,26-26-16,-25-27 0,-27-26 16,0 1-16,0-27 15,0 0-15,0 0 16,0 0-16,-27 26 15,1 0-15,26 27 16,-26 26-16,0 26 16,26 26 15,0 26-31,0 27 16,0 26-16,0 0 15,26 0-15,-26-26 16,26 26-16,0 0 15,1-27-15,-1-25 16,26-27-16,-26 0 16,27-26-16,-1 0 15,1-26-15,-27-26 16,0-27-16,1 26 16,-27 1-16,0-1 15,0 1-15,0 26 0,0 52 47,-27 0-31,27 53-16,0-27 15,0 1-15,0-1 16,27-25-16,-1 25 16,0-52-16,0 0 15,1 0 1,-1-26-16,0-27 15,0 1-15,-26-27 16,0 27-16,0-1 16,-26 1-16,0 25 15,-27 27-15,27 0 16,0 0-16,0 0 16,-1 0-16,1 53 0</inkml:trace>
  <inkml:trace contextRef="#ctx0" brushRef="#br0" timeOffset="101798.68">23615 12647 0,'27'0'47,"-1"0"-16,26 0-15,-26-26-16,1 0 15,-1 0-15,26-27 16,-52 27-16,27 0 16,-1-27-16,-26 27 15,0-27-15,0 27 16,0-26-16,0 25 15,0 1-15,-26 26 32,-1 0-32,1 0 15,0 0-15,26 26 32,0 1-32,0-1 15,0 0-15,26 27 16,0-27-16,1 0 15,-1 27-15,0-27 16,0 0-16,1 0 16,-1-26-16,26 0 15,-25 27-15,-1-27 16,26 0-16,-25 0 16,-1-27-16,26-25 15,-25-1-15,-1 1 16,-26-1-16,26 27 15,-26 0-15,0 0 0,-26 26 32,0 26-32,-1 0 15,27 27-15,0-1 16,0 1-16,0-27 16,79 0-16,-27-26 15,27 0-15,52 0 16,-52-26-16,26-53 15,-26 27-15,-53-27 16</inkml:trace>
  <inkml:trace contextRef="#ctx0" brushRef="#br0" timeOffset="105532.62">14536 7977 0,'27'-27'0,"-27"1"0,26 0 16,26 0-16,27-1 15,0 1-15,52 0 16,-26 0-16,26-1 16,-26 27-16,0-26 15,-26 26-15,-1 0 16,-51 0-16</inkml:trace>
  <inkml:trace contextRef="#ctx0" brushRef="#br0" timeOffset="105698.71">15035 7845 0,'-79'27'0,"27"-27"16,-1 26-16,79-26 31,53 26-31,26-26 15,26 0-15,27 0 16,25-26-16,1 0 16,-26-1-16</inkml:trace>
  <inkml:trace contextRef="#ctx0" brushRef="#br0" timeOffset="106748.76">21621 17239 0,'-26'0'16,"0"-26"-16,-1 26 15,1 0 1,0 0-16,-27 26 0,1 0 16,-1 27-16,1-1 15,26 1-15,-1-1 16,1 1-16,26-1 15,0 1-15,0-27 16,0 27-16,53-27 16,-1 26-16,27-52 15,-27 27-15,53-27 16,0 0-16,27-27 16,-28-25-16,-25-1 15</inkml:trace>
  <inkml:trace contextRef="#ctx0" brushRef="#br0" timeOffset="108632.45">21910 16924 0,'-27'-26'0,"1"0"16,26 52 46,0 27-62,0 25 16,0 27-16,0-26 16,0 0-16,0 26 15,26-27-15,1 1 0,-27-26 16,26-27-16,0 0 16,0-26 15,-26-26-31,27-27 15,-1 1-15,0-1 16,0 1-16,1 26 16,-1-1-16,-26 1 15,26 26 17,0 26-17,27 27-15,-1-27 0,-25 27 16,25-27-1,1 0-15,-27 0 0,0 1 16,0-27-16,0 0 16,1 0-16,-1 0 15,26-27-15,-25-25 16,-1-1-16,-26 1 16,0 26-16,0-27 15,0 27-15,-26 26 16,-1 0-16,1 0 15,0 0-15,-27 0 16,27 0-16,26 52 16,-26-25-16,26 25 15,0-26-15,0 27 16,52-1-16,1-25 0,-1-1 16,27 0-16,0-26 15,0 0-15,-1-26 16,1-27-16,0 1 15,-27-1-15,-26-25 16,27 25-16,-53 1 16,0-1-16,0 27 15,0 0-15,0 52 47,0 0-31,0 27-16,0-1 0,0 1 15,26-27-15,-26 26 16,0-78 31,0-26-47,0-1 16,0 1-16,0-1 15,26 1-15,1 26 16,-1-1-1,0 27-15,0 0 16,1 27-16,25-1 16,1 26-16,-27-26 15,0 27-15,27-27 16,-27-26-16,26 26 16,-26-26-16,1 0 0,-1 0 15,0 0-15,-26-26 16,26-26-16,-26-1 15,0 1-15,0 26 16,0-1-16,0 1 16,0 0-16,0 52 47,0 0-47,0 27 15,0-27-15,27 26 0,-27-25 16,0 25-1,26-52-15,-26 26 0,0-78 47,0-1-47,0 1 16,0 0-16,0-1 16,0 27-16,0 0 15,26 26 1,0 0-1,27 0-15,-27 0 16,27 52-16,-27-26 16,26 1-16,-25-1 15,25 0-15,1 0 16,-27-26-16,26 0 0,1 0 16,-27 0-16,0-52 15,0 26-15,1-27 16,-27 27-16,26 0 15,-26-1-15,0 1 16,-53 26 0,1 26-1,-1 1-15,27-1 16,-26 0-16,26 0 16,26 1-1,26-27 1,0 0-16,26 0 15,-25 0-15,-1 0 16,0 0-16,0 0 16,27 0-16,-27 0 15,0 0-15,1 0 16,25 0-16,-26 0 16,1 0-16,25 0 15,-26 0-15,1 0 16,-1-53-16,0 1 15,0-1-15,1 1 16,-27-1-16,26 27 16,-26-27-16,0 27 15,0 0-15,0 0 16,0 52 46,0 0-62,0 27 16,0-1-16,0-26 16,0 1-16,0 25 15,26-26-15,0 1 16,0-27 0,1 0-16,25-27 15,-26 1-15</inkml:trace>
  <inkml:trace contextRef="#ctx0" brushRef="#br0" timeOffset="108898.58">24717 16373 0,'0'27'0,"0"-1"15,0 0-15,0 0 16,27 1-16,-1-27 15,26 0-15,-25 0 16,25 0-16,-26-27 16,-26 1-16,27 0 15,-27 0-15,0-1 16,-27 1-16,-25 26 0,26 0 16,-27 0-16,27 26 15,0 27-15,-1-1 16,27 1-16</inkml:trace>
  <inkml:trace contextRef="#ctx0" brushRef="#br0" timeOffset="114032.04">16085 9971 0,'26'0'890,"26"0"-874,27 0-16,0-26 15</inkml:trace>
  <inkml:trace contextRef="#ctx0" brushRef="#br0" timeOffset="115281.67">20650 11781 0</inkml:trace>
  <inkml:trace contextRef="#ctx0" brushRef="#br0" timeOffset="122497.86">21595 15744 0,'-26'-27'0,"52"27"78,26 27-62,27-1-16,-26 0 15,25 27-15,-25-27 16,-1 0-16,1 0 16,-27 1-16,0-1 15,0-26-15,1 26 16,-1-26-16,26 0 16</inkml:trace>
  <inkml:trace contextRef="#ctx0" brushRef="#br0" timeOffset="123962.65">22513 15639 0,'-26'0'62,"-26"0"-30,-1 26-32,1 0 15,-1-26-15,27 26 0,26 1 16,0-1-16,-26 0 16,26 27-16,0-27 15,0 0 48,0 0-32,-27-26-31,27 27 16,0-1-1,0 0-15,0 26 0,0-25 16,0 25-1,0 1-15,27-27 0,-1 26 16,0-25-16,0 25 16,-26-26-16,27 1 15,-27-1-15,26 0 16,-26 0-16,26-26 16,-26 27-16,0-1 15,26-26 1</inkml:trace>
  <inkml:trace contextRef="#ctx0" brushRef="#br0" timeOffset="125564.26">10810 10784 0,'-26'-26'0,"0"0"0,0 26 15,26 26 63,26 27-78,26-1 16,-25 0-16,25 27 16,-26-26-16,1-1 15,-27 1-15,26-1 16,-26-26-16,0 27 0,0-27 15,26 0-15,0-26 16,0 0 0</inkml:trace>
  <inkml:trace contextRef="#ctx0" brushRef="#br0" timeOffset="125914.29">11230 10706 0,'0'-27'0,"-26"1"15,26 0-15,-26 26 0,26-26 32,0 52 14,0 26-30,52 27-16,-26-26 16,27 25-16,-1 1 15,1 0-15,-27-1 16,0-25-16,1-1 16,-27-25-16,0-1 15,0 0-15,-27-26 31</inkml:trace>
  <inkml:trace contextRef="#ctx0" brushRef="#br0" timeOffset="126097.57">10732 11283 0,'26'0'31,"53"-26"-31,52-27 16,26 1-16,1-1 0,25-26 15,1 1 1</inkml:trace>
  <inkml:trace contextRef="#ctx0" brushRef="#br0" timeOffset="133664.1">16583 17187 0,'-26'-26'0,"0"-1"15,-1 27 32,1 53-31,26-1-1,-26 1-15,26-1 16,0 1-16,0-1 0,0 1 16,0-27-16,0 26 15,0-25-15,0-1 16,26-26-16,0 0 15</inkml:trace>
  <inkml:trace contextRef="#ctx0" brushRef="#br0" timeOffset="133896.87">16557 17239 0,'-26'-26'15,"-1"26"-15,1 0 16,52 0 15,1 26-31,25 27 16,27-27-16,-27 26 15,27 1-15,-27-27 16,27 27-16,0-27 16,26-26-16,-53 26 15,1-26-15,-27 0 16</inkml:trace>
  <inkml:trace contextRef="#ctx0" brushRef="#br0" timeOffset="134148.01">17108 17003 0,'-26'-26'0,"26"-27"0,-27 27 15,27 0-15,0 0 16,0 78 31,0 1-32,27 25-15,-1-25 16,0 26-16,0-1 16,1 1-16,-27 26 15,26-26-15,-26-27 16,0 27-16,0-27 15</inkml:trace>
  <inkml:trace contextRef="#ctx0" brushRef="#br0" timeOffset="138663.01">8186 16505 0,'-26'-53'15,"0"27"-15,0 0 16,-1-1-16,27 1 15,0 52 32,0 27-31,27 26-16,25-1 16,-26 1-16,1 26 15,25-53-15,-26 27 0,1-26 16,-1-27-1,0 0-15,0-26 0</inkml:trace>
  <inkml:trace contextRef="#ctx0" brushRef="#br0" timeOffset="138913.04">8554 16295 0,'-27'-53'16,"1"27"-16,0 0 15,26 52 32,26 26-47,0 1 16,27 26-16,-27-27 16,27 27-16,-27 0 15,0-27-15,0 27 16,1-53-16,-27 26 15</inkml:trace>
  <inkml:trace contextRef="#ctx0" brushRef="#br0" timeOffset="139096.97">8108 16741 0,'0'-27'15,"0"1"-15,105 0 16,0 0-16,0-27 16,-1 27-16,1 0 15,-26 0-15</inkml:trace>
  <inkml:trace contextRef="#ctx0" brushRef="#br0" timeOffset="139296.34">8816 16321 0,'-26'-26'0,"78"52"31,1 0-15,-1 0-16,1 1 15,-1 25-15,1-26 16,-27 1-16,26-1 15,-25 0-15</inkml:trace>
  <inkml:trace contextRef="#ctx0" brushRef="#br0" timeOffset="139546.85">9210 16163 0,'-27'-26'16,"27"52"15,0 27-31,0-1 16,0 53-16,0-26 15,0 0-15,0 0 16,0-1-16,0 1 16,0 0-16,0-27 15,0 1-15,0-27 16,27 0-16,-1-26 15,26 0-15</inkml:trace>
  <inkml:trace contextRef="#ctx0" brushRef="#br0" timeOffset="140029.6">9839 16452 0,'0'-52'0,"0"-1"16,-26 27-16,0 0 15,26-1-15,-26 27 16,0 0-16,-1 0 16,1 0-16,0 0 15,0 27-15,-27-1 16,27 26-16,0-25 16,26 25-16,0-26 0,0 1 15,26-1 1,26-26-16,1 0 0,26 0 15,-27-26-15,0-27 16,-25 1-16,-1-27 16,-26 0-16,0-26 15,0-26-15,0 26 16,-53 0-16,1 0 16,0 26-16,-1 27 15,27 26-15,0-1 16,-1 27-16,27 27 47,0 51-47,27 27 15,-1 27-15,26-27 0,-25 26 16,25-26-16,-26 0 16,27 0-16,-27 0 15,0-27-15,0 1 16,1 0-16</inkml:trace>
  <inkml:trace contextRef="#ctx0" brushRef="#br0" timeOffset="140280.39">8029 17607 0,'-79'26'16,"27"0"-16,183-52 31,131-53-31,106-52 16,78-27-16,52-25 16,27-1-16,-26-26 15,25 0-15,-51 27 16,-80 25-16,-156 53 15</inkml:trace>
  <inkml:trace contextRef="#ctx0" brushRef="#br1" timeOffset="149862.62">18000 16924 0,'0'-52'0,"-26"-1"16,-79 27-16,-79-26 16,-52 52-16,-53 0 15,-52 0-15,-52 26 16,-80 79-16,1 0 15,-53 52-15,27 53 16,78 0-16,105 26 16,131 27-16,132-27 15,104-26-15,184 0 16,158-27-16,183-51 0,106-54 16,104-25-16,26-53 15,-52-79-15,-105-26 16,-105-52-16,-157-53 15,-106-53-15,-78-25 16,-105-27-16,-79 26 16,-52 53-16,-157 26 15,-159 53-15,-156 78 16,-184 79-16,-132 26 16,-104 53-16</inkml:trace>
  <inkml:trace contextRef="#ctx0" brushRef="#br1" timeOffset="150812.96">7478 8895 0,'-53'26'15,"-25"27"-15,25-1 16,27-26-16,-27 27 15,27-27-15,0-26 16</inkml:trace>
  <inkml:trace contextRef="#ctx0" brushRef="#br1" timeOffset="151096.5">7950 7662 0,'0'-53'16,"-26"53"-16,-27 0 15,-51 27-15,-54 104 16,-26 79-16,-26 26 16,-52 105-16,0 0 0,-1 26 15,1 1 1,52-53-16,0-27 0,26-25 15,53-27-15,26-53 16,53-51-16,26-54 16,26-25-16,78-53 15,27-53-15,53-78 16</inkml:trace>
  <inkml:trace contextRef="#ctx0" brushRef="#br1" timeOffset="151279.44">8396 7950 0,'105'-183'0,"-26"104"16,-79 53-16,-79 26 15,-104 105-15,-80 105 0,-104 78 16,-53 80-16,-26 78 16,0 26-16,0 0 15,0 1-15,52-1 16,53-52-16,105-27 15</inkml:trace>
  <inkml:trace contextRef="#ctx0" brushRef="#br1" timeOffset="-181673.62">11755 17265 0,'-53'0'16,"1"27"-16,-27-27 15,1 52-15,-1-26 0,26 1 16,1-1-16,26 0 16,52-26-1,105-52 1,105-53-16,105-26 15,27-53-15,25 0 16,-25 1-16,-1 25 16,-26 1-16,-26 52 15,-105 0-15,-26 26 16,-106 27-16,-25 25 16,-79 27 30,-53 27-30,0-1-16,-26 0 0,26 0 16,-26-26-16</inkml:trace>
  <inkml:trace contextRef="#ctx0" brushRef="#br1" timeOffset="-181223.66">13513 15612 0,'-26'-26'0,"131"79"47,0-27-32,52 0-15,-26-26 16,27 26-16,-53-26 16,0 0-16,-27 0 15,1 0-15,-53 27 16,1-27-16,-1 0 16,-26 52 77,-79 53-77,0 26-16,1 0 16,-1 27-16,0-27 15,27-26-15,-1 26 16,1-52-16</inkml:trace>
  <inkml:trace contextRef="#ctx0" brushRef="#br1" timeOffset="-177740.66">10338 18210 0,'-79'0'15,"1"-26"-15,25 26 16,27 0-16,0 0 16,-1 0-16,27 26 109,79 27-109,26 25 16,26 27-16,27-26 15,25 0-15,27-1 16,26-25-16,53-27 16,26 0-16,26-26 15,-26 0-15,-26-26 16,-79-26-16,-27 25 0,-78-25 15,-52 26-15,-1 26 16,-26-27-16</inkml:trace>
  <inkml:trace contextRef="#ctx0" brushRef="#br1" timeOffset="-177240.16">13014 18289 0,'-26'0'0,"0"0"16,0-26-1,26 52 32,52 26-31,27 1-1,26-1-15,-26 1 0,26-27 16,-27 0-16,-25 0 16,-1-26-16,-26 0 15,1 0-15,-27 27 78,-27 25-78,-25 27 16,0 26-16,-27 0 16,26 26-16,1-26 15</inkml:trace>
  <inkml:trace contextRef="#ctx0" brushRef="#br1" timeOffset="-174657.44">17816 16977 0,'0'-26'16,"-52"-1"-16,-1 1 16,-25 0-16,-27 0 15,-53 26-15,-52 0 16,-26 26-16,-52 26 16,-106 53-16,-52 27 15,-26-1-15,-27 52 16,79 1-16,105 0 15,105-1-15,132 1 16,78-26-16,157 25 16,105-52-16,158-26 0,79-52 15,131-53-15,52 0 16,26-79-16,-25-52 16,-54-26-16,-78-27 15,-105-26-15,-131-26 16,-131-27-16,-105 27 15,-79 26-15,-158 0 16,-130 79-16,-158 26 16,-132 79-16,-130 26 15,-79 79-15</inkml:trace>
</inkml:ink>
</file>

<file path=ppt/ink/ink4.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4-03-14T08:49:56.536"/>
    </inkml:context>
    <inkml:brush xml:id="br0">
      <inkml:brushProperty name="width" value="0.05292" units="cm"/>
      <inkml:brushProperty name="height" value="0.05292" units="cm"/>
      <inkml:brushProperty name="color" value="#7030A0"/>
    </inkml:brush>
  </inkml:definitions>
  <inkml:trace contextRef="#ctx0" brushRef="#br0">1285 6770 0,'-131'26'0,"-26"26"16,52 1-16,0-27 15,79 0-15,-1-26 16,158-78-1,79-1 1,79-52-16,52-27 16,27-25-16,-1 25 15,-26 27-15,-26 0 0,-26 26 16,-53 26-16,-79 27 16,-52-1-16</inkml:trace>
  <inkml:trace contextRef="#ctx0" brushRef="#br0" timeOffset="167.69">761 7137 0,'-132'52'0,"80"1"16,131-79-1,104-53-15,132-78 0,131-27 16,79-52-16,52-27 15,1-25-15,-54-1 16</inkml:trace>
  <inkml:trace contextRef="#ctx0" brushRef="#br0" timeOffset="35881.08">236 8318 0,'-184'52'16,"27"1"-16,52-1 15,26-26-15,53-26 16,52 0 0,105 0-16,105-26 15,53-26-15,105-79 0,52-1 16,26-25-1,0-1-15,-26 27 0,-52 26 16,-53 0-16,-52 27 16,-53 25-16,-79 1 15,-52 25-15,-79 27 16,-104 27 0,-53-1-16,-53 26 15</inkml:trace>
  <inkml:trace contextRef="#ctx0" brushRef="#br0" timeOffset="36164.75">262 8580 0,'-52'26'0,"25"-26"15,132-26 1,131-53 0,105-52-16,132-52 15,78-1-15,26 0 16,0 1-16,-78 25 16,-53 1-16,-131 52 15,-79 52-15,-105 27 16,-157 26-16,-158 26 15</inkml:trace>
  <inkml:trace contextRef="#ctx0" brushRef="#br0" timeOffset="60429.02">1521 12332 0,'-104'53'0,"-28"-1"16,54 1-16,-1-27 15,0 27-15,53-27 16,0-26-16,131-53 47,78-52-47,106-26 0,52-26 15,0-27 1,-26 27-16,-26 25 0,-53 27 16,0 27-16,-79 25 15,-78 27-15,-26 0 16,-132 78-1,-78 53-15,-80 0 16</inkml:trace>
  <inkml:trace contextRef="#ctx0" brushRef="#br0" timeOffset="60579.51">1128 12726 0,'-131'53'0,"78"-1"15,27-26-15,52-26 16,105-52-16,79-27 0,131-78 15,79-1-15,53-78 16,25 26-16,-26-52 16,27-1-16,-53-25 15</inkml:trace>
  <inkml:trace contextRef="#ctx0" brushRef="#br0" timeOffset="92410.77">892 17475 0,'-131'0'16,"-1"53"-16,27-53 15,53 26-15,26-26 16,131-26 15,78-27-31,53-52 16,79-26-16,0 0 15,0 26-15,26-26 16,-52 52-16,-27 0 16,-26 27-16,-78 26 15,-53 26-15,-53 0 0,-130 52 16,-80 27-1,-52 0-15</inkml:trace>
  <inkml:trace contextRef="#ctx0" brushRef="#br0" timeOffset="92594.16">682 17633 0,'-236'79'16,"78"-1"-16,53-25 15,79-27-15,183-26 16,80-26-1,130-79-15,105-53 16,53-25-16,26-53 0,-26 26 16,-27 0-16,-25-26 15,-53 26-15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F73D12-544E-49E7-A0F5-ED4240675D35}" type="datetimeFigureOut">
              <a:rPr lang="en-IN" smtClean="0"/>
              <a:t>14-03-2024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1645E5-837F-47FD-BCD4-A4EEC1C1B40B}" type="slidenum">
              <a:rPr lang="en-IN" smtClean="0"/>
              <a:t>‹#›</a:t>
            </a:fld>
            <a:endParaRPr lang="en-IN"/>
          </a:p>
        </p:txBody>
      </p:sp>
    </p:spTree>
    <p:extLst>
      <p:ext uri="{BB962C8B-B14F-4D97-AF65-F5344CB8AC3E}">
        <p14:creationId xmlns:p14="http://schemas.microsoft.com/office/powerpoint/2010/main" val="3894948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      X    S     Z     R    A</a:t>
            </a:r>
          </a:p>
        </p:txBody>
      </p:sp>
      <p:sp>
        <p:nvSpPr>
          <p:cNvPr id="4" name="Slide Number Placeholder 3"/>
          <p:cNvSpPr>
            <a:spLocks noGrp="1"/>
          </p:cNvSpPr>
          <p:nvPr>
            <p:ph type="sldNum" sz="quarter" idx="5"/>
          </p:nvPr>
        </p:nvSpPr>
        <p:spPr/>
        <p:txBody>
          <a:bodyPr/>
          <a:lstStyle/>
          <a:p>
            <a:fld id="{D61645E5-837F-47FD-BCD4-A4EEC1C1B40B}" type="slidenum">
              <a:rPr lang="en-IN" smtClean="0"/>
              <a:t>3</a:t>
            </a:fld>
            <a:endParaRPr lang="en-IN"/>
          </a:p>
        </p:txBody>
      </p:sp>
    </p:spTree>
    <p:extLst>
      <p:ext uri="{BB962C8B-B14F-4D97-AF65-F5344CB8AC3E}">
        <p14:creationId xmlns:p14="http://schemas.microsoft.com/office/powerpoint/2010/main" val="3028882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 B C F D G A H</a:t>
            </a:r>
          </a:p>
        </p:txBody>
      </p:sp>
      <p:sp>
        <p:nvSpPr>
          <p:cNvPr id="4" name="Slide Number Placeholder 3"/>
          <p:cNvSpPr>
            <a:spLocks noGrp="1"/>
          </p:cNvSpPr>
          <p:nvPr>
            <p:ph type="sldNum" sz="quarter" idx="5"/>
          </p:nvPr>
        </p:nvSpPr>
        <p:spPr/>
        <p:txBody>
          <a:bodyPr/>
          <a:lstStyle/>
          <a:p>
            <a:fld id="{D61645E5-837F-47FD-BCD4-A4EEC1C1B40B}" type="slidenum">
              <a:rPr lang="en-IN" smtClean="0"/>
              <a:t>4</a:t>
            </a:fld>
            <a:endParaRPr lang="en-IN"/>
          </a:p>
        </p:txBody>
      </p:sp>
    </p:spTree>
    <p:extLst>
      <p:ext uri="{BB962C8B-B14F-4D97-AF65-F5344CB8AC3E}">
        <p14:creationId xmlns:p14="http://schemas.microsoft.com/office/powerpoint/2010/main" val="1409373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a:p>
            <a:r>
              <a:rPr lang="en-IN" dirty="0"/>
              <a:t>C</a:t>
            </a:r>
          </a:p>
          <a:p>
            <a:r>
              <a:rPr lang="en-IN" dirty="0"/>
              <a:t>A</a:t>
            </a:r>
          </a:p>
          <a:p>
            <a:r>
              <a:rPr lang="en-IN" dirty="0"/>
              <a:t>D</a:t>
            </a:r>
          </a:p>
          <a:p>
            <a:r>
              <a:rPr lang="en-IN" dirty="0"/>
              <a:t>B</a:t>
            </a:r>
          </a:p>
        </p:txBody>
      </p:sp>
      <p:sp>
        <p:nvSpPr>
          <p:cNvPr id="4" name="Slide Number Placeholder 3"/>
          <p:cNvSpPr>
            <a:spLocks noGrp="1"/>
          </p:cNvSpPr>
          <p:nvPr>
            <p:ph type="sldNum" sz="quarter" idx="5"/>
          </p:nvPr>
        </p:nvSpPr>
        <p:spPr/>
        <p:txBody>
          <a:bodyPr/>
          <a:lstStyle/>
          <a:p>
            <a:fld id="{D61645E5-837F-47FD-BCD4-A4EEC1C1B40B}" type="slidenum">
              <a:rPr lang="en-IN" smtClean="0"/>
              <a:t>5</a:t>
            </a:fld>
            <a:endParaRPr lang="en-IN"/>
          </a:p>
        </p:txBody>
      </p:sp>
    </p:spTree>
    <p:extLst>
      <p:ext uri="{BB962C8B-B14F-4D97-AF65-F5344CB8AC3E}">
        <p14:creationId xmlns:p14="http://schemas.microsoft.com/office/powerpoint/2010/main" val="562952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 E B D A G F H</a:t>
            </a:r>
          </a:p>
        </p:txBody>
      </p:sp>
      <p:sp>
        <p:nvSpPr>
          <p:cNvPr id="4" name="Slide Number Placeholder 3"/>
          <p:cNvSpPr>
            <a:spLocks noGrp="1"/>
          </p:cNvSpPr>
          <p:nvPr>
            <p:ph type="sldNum" sz="quarter" idx="5"/>
          </p:nvPr>
        </p:nvSpPr>
        <p:spPr/>
        <p:txBody>
          <a:bodyPr/>
          <a:lstStyle/>
          <a:p>
            <a:fld id="{D61645E5-837F-47FD-BCD4-A4EEC1C1B40B}" type="slidenum">
              <a:rPr lang="en-IN" smtClean="0"/>
              <a:t>7</a:t>
            </a:fld>
            <a:endParaRPr lang="en-IN"/>
          </a:p>
        </p:txBody>
      </p:sp>
    </p:spTree>
    <p:extLst>
      <p:ext uri="{BB962C8B-B14F-4D97-AF65-F5344CB8AC3E}">
        <p14:creationId xmlns:p14="http://schemas.microsoft.com/office/powerpoint/2010/main" val="2515987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 H K M J I</a:t>
            </a:r>
          </a:p>
        </p:txBody>
      </p:sp>
      <p:sp>
        <p:nvSpPr>
          <p:cNvPr id="4" name="Slide Number Placeholder 3"/>
          <p:cNvSpPr>
            <a:spLocks noGrp="1"/>
          </p:cNvSpPr>
          <p:nvPr>
            <p:ph type="sldNum" sz="quarter" idx="5"/>
          </p:nvPr>
        </p:nvSpPr>
        <p:spPr/>
        <p:txBody>
          <a:bodyPr/>
          <a:lstStyle/>
          <a:p>
            <a:fld id="{D61645E5-837F-47FD-BCD4-A4EEC1C1B40B}" type="slidenum">
              <a:rPr lang="en-IN" smtClean="0"/>
              <a:t>8</a:t>
            </a:fld>
            <a:endParaRPr lang="en-IN"/>
          </a:p>
        </p:txBody>
      </p:sp>
    </p:spTree>
    <p:extLst>
      <p:ext uri="{BB962C8B-B14F-4D97-AF65-F5344CB8AC3E}">
        <p14:creationId xmlns:p14="http://schemas.microsoft.com/office/powerpoint/2010/main" val="3607284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 G E D H F</a:t>
            </a:r>
          </a:p>
        </p:txBody>
      </p:sp>
      <p:sp>
        <p:nvSpPr>
          <p:cNvPr id="4" name="Slide Number Placeholder 3"/>
          <p:cNvSpPr>
            <a:spLocks noGrp="1"/>
          </p:cNvSpPr>
          <p:nvPr>
            <p:ph type="sldNum" sz="quarter" idx="5"/>
          </p:nvPr>
        </p:nvSpPr>
        <p:spPr/>
        <p:txBody>
          <a:bodyPr/>
          <a:lstStyle/>
          <a:p>
            <a:fld id="{D61645E5-837F-47FD-BCD4-A4EEC1C1B40B}" type="slidenum">
              <a:rPr lang="en-IN" smtClean="0"/>
              <a:t>9</a:t>
            </a:fld>
            <a:endParaRPr lang="en-IN"/>
          </a:p>
        </p:txBody>
      </p:sp>
    </p:spTree>
    <p:extLst>
      <p:ext uri="{BB962C8B-B14F-4D97-AF65-F5344CB8AC3E}">
        <p14:creationId xmlns:p14="http://schemas.microsoft.com/office/powerpoint/2010/main" val="1699771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     V     S   U     P    Q   T</a:t>
            </a:r>
          </a:p>
          <a:p>
            <a:r>
              <a:rPr lang="en-IN" dirty="0"/>
              <a:t>21    37  42   29  46   33  48</a:t>
            </a:r>
          </a:p>
        </p:txBody>
      </p:sp>
      <p:sp>
        <p:nvSpPr>
          <p:cNvPr id="4" name="Slide Number Placeholder 3"/>
          <p:cNvSpPr>
            <a:spLocks noGrp="1"/>
          </p:cNvSpPr>
          <p:nvPr>
            <p:ph type="sldNum" sz="quarter" idx="5"/>
          </p:nvPr>
        </p:nvSpPr>
        <p:spPr/>
        <p:txBody>
          <a:bodyPr/>
          <a:lstStyle/>
          <a:p>
            <a:fld id="{D61645E5-837F-47FD-BCD4-A4EEC1C1B40B}" type="slidenum">
              <a:rPr lang="en-IN" smtClean="0"/>
              <a:t>10</a:t>
            </a:fld>
            <a:endParaRPr lang="en-IN"/>
          </a:p>
        </p:txBody>
      </p:sp>
    </p:spTree>
    <p:extLst>
      <p:ext uri="{BB962C8B-B14F-4D97-AF65-F5344CB8AC3E}">
        <p14:creationId xmlns:p14="http://schemas.microsoft.com/office/powerpoint/2010/main" val="1518918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a:p>
            <a:r>
              <a:rPr lang="en-IN" dirty="0"/>
              <a:t>D</a:t>
            </a:r>
          </a:p>
          <a:p>
            <a:r>
              <a:rPr lang="en-IN" dirty="0"/>
              <a:t>A</a:t>
            </a:r>
          </a:p>
          <a:p>
            <a:r>
              <a:rPr lang="en-IN" dirty="0"/>
              <a:t>A</a:t>
            </a:r>
          </a:p>
          <a:p>
            <a:r>
              <a:rPr lang="en-IN" dirty="0"/>
              <a:t>A</a:t>
            </a:r>
          </a:p>
        </p:txBody>
      </p:sp>
      <p:sp>
        <p:nvSpPr>
          <p:cNvPr id="4" name="Slide Number Placeholder 3"/>
          <p:cNvSpPr>
            <a:spLocks noGrp="1"/>
          </p:cNvSpPr>
          <p:nvPr>
            <p:ph type="sldNum" sz="quarter" idx="5"/>
          </p:nvPr>
        </p:nvSpPr>
        <p:spPr/>
        <p:txBody>
          <a:bodyPr/>
          <a:lstStyle/>
          <a:p>
            <a:fld id="{D61645E5-837F-47FD-BCD4-A4EEC1C1B40B}" type="slidenum">
              <a:rPr lang="en-IN" smtClean="0"/>
              <a:t>11</a:t>
            </a:fld>
            <a:endParaRPr lang="en-IN"/>
          </a:p>
        </p:txBody>
      </p:sp>
    </p:spTree>
    <p:extLst>
      <p:ext uri="{BB962C8B-B14F-4D97-AF65-F5344CB8AC3E}">
        <p14:creationId xmlns:p14="http://schemas.microsoft.com/office/powerpoint/2010/main" val="2840019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 I K E M G</a:t>
            </a:r>
          </a:p>
          <a:p>
            <a:r>
              <a:rPr lang="en-IN" dirty="0"/>
              <a:t>B</a:t>
            </a:r>
          </a:p>
        </p:txBody>
      </p:sp>
      <p:sp>
        <p:nvSpPr>
          <p:cNvPr id="4" name="Slide Number Placeholder 3"/>
          <p:cNvSpPr>
            <a:spLocks noGrp="1"/>
          </p:cNvSpPr>
          <p:nvPr>
            <p:ph type="sldNum" sz="quarter" idx="5"/>
          </p:nvPr>
        </p:nvSpPr>
        <p:spPr/>
        <p:txBody>
          <a:bodyPr/>
          <a:lstStyle/>
          <a:p>
            <a:fld id="{D61645E5-837F-47FD-BCD4-A4EEC1C1B40B}" type="slidenum">
              <a:rPr lang="en-IN" smtClean="0"/>
              <a:t>12</a:t>
            </a:fld>
            <a:endParaRPr lang="en-IN"/>
          </a:p>
        </p:txBody>
      </p:sp>
    </p:spTree>
    <p:extLst>
      <p:ext uri="{BB962C8B-B14F-4D97-AF65-F5344CB8AC3E}">
        <p14:creationId xmlns:p14="http://schemas.microsoft.com/office/powerpoint/2010/main" val="4004897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M-MALE</a:t>
            </a:r>
          </a:p>
          <a:p>
            <a:r>
              <a:rPr lang="en-IN" dirty="0"/>
              <a:t>O- FM</a:t>
            </a:r>
          </a:p>
          <a:p>
            <a:r>
              <a:rPr lang="en-IN" dirty="0"/>
              <a:t>S MALE</a:t>
            </a:r>
          </a:p>
          <a:p>
            <a:r>
              <a:rPr lang="en-IN" dirty="0"/>
              <a:t>P- PM</a:t>
            </a:r>
          </a:p>
          <a:p>
            <a:r>
              <a:rPr lang="en-IN" dirty="0"/>
              <a:t>N- MALE</a:t>
            </a:r>
          </a:p>
          <a:p>
            <a:r>
              <a:rPr lang="en-IN" dirty="0"/>
              <a:t>Q- FEMALE</a:t>
            </a:r>
          </a:p>
          <a:p>
            <a:r>
              <a:rPr lang="en-IN" dirty="0"/>
              <a:t>L-MALE</a:t>
            </a:r>
          </a:p>
          <a:p>
            <a:r>
              <a:rPr lang="en-IN" dirty="0"/>
              <a:t>R- FEMALE</a:t>
            </a:r>
          </a:p>
        </p:txBody>
      </p:sp>
      <p:sp>
        <p:nvSpPr>
          <p:cNvPr id="4" name="Slide Number Placeholder 3"/>
          <p:cNvSpPr>
            <a:spLocks noGrp="1"/>
          </p:cNvSpPr>
          <p:nvPr>
            <p:ph type="sldNum" sz="quarter" idx="5"/>
          </p:nvPr>
        </p:nvSpPr>
        <p:spPr/>
        <p:txBody>
          <a:bodyPr/>
          <a:lstStyle/>
          <a:p>
            <a:fld id="{D61645E5-837F-47FD-BCD4-A4EEC1C1B40B}" type="slidenum">
              <a:rPr lang="en-IN" smtClean="0"/>
              <a:t>13</a:t>
            </a:fld>
            <a:endParaRPr lang="en-IN"/>
          </a:p>
        </p:txBody>
      </p:sp>
    </p:spTree>
    <p:extLst>
      <p:ext uri="{BB962C8B-B14F-4D97-AF65-F5344CB8AC3E}">
        <p14:creationId xmlns:p14="http://schemas.microsoft.com/office/powerpoint/2010/main" val="1599925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a:p>
            <a:r>
              <a:rPr lang="en-IN" dirty="0"/>
              <a:t>A</a:t>
            </a:r>
          </a:p>
          <a:p>
            <a:r>
              <a:rPr lang="en-IN" dirty="0"/>
              <a:t>A</a:t>
            </a:r>
          </a:p>
          <a:p>
            <a:r>
              <a:rPr lang="en-IN"/>
              <a:t>A</a:t>
            </a:r>
          </a:p>
          <a:p>
            <a:endParaRPr lang="en-IN"/>
          </a:p>
        </p:txBody>
      </p:sp>
      <p:sp>
        <p:nvSpPr>
          <p:cNvPr id="4" name="Slide Number Placeholder 3"/>
          <p:cNvSpPr>
            <a:spLocks noGrp="1"/>
          </p:cNvSpPr>
          <p:nvPr>
            <p:ph type="sldNum" sz="quarter" idx="5"/>
          </p:nvPr>
        </p:nvSpPr>
        <p:spPr/>
        <p:txBody>
          <a:bodyPr/>
          <a:lstStyle/>
          <a:p>
            <a:fld id="{D61645E5-837F-47FD-BCD4-A4EEC1C1B40B}" type="slidenum">
              <a:rPr lang="en-IN" smtClean="0"/>
              <a:t>14</a:t>
            </a:fld>
            <a:endParaRPr lang="en-IN"/>
          </a:p>
        </p:txBody>
      </p:sp>
    </p:spTree>
    <p:extLst>
      <p:ext uri="{BB962C8B-B14F-4D97-AF65-F5344CB8AC3E}">
        <p14:creationId xmlns:p14="http://schemas.microsoft.com/office/powerpoint/2010/main" val="3350761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Chirag 	Ejaz 	Dharam	Bharat	Ajit</a:t>
            </a:r>
          </a:p>
          <a:p>
            <a:endParaRPr lang="en-IN" dirty="0"/>
          </a:p>
          <a:p>
            <a:r>
              <a:rPr lang="en-IN" dirty="0" err="1"/>
              <a:t>Meenal</a:t>
            </a:r>
            <a:r>
              <a:rPr lang="en-IN" dirty="0"/>
              <a:t> 	Octavia	Preeti	Arpita	</a:t>
            </a:r>
            <a:r>
              <a:rPr lang="en-IN" dirty="0" err="1"/>
              <a:t>Neelu</a:t>
            </a:r>
            <a:endParaRPr lang="en-IN" dirty="0"/>
          </a:p>
          <a:p>
            <a:endParaRPr lang="en-IN" dirty="0"/>
          </a:p>
          <a:p>
            <a:r>
              <a:rPr lang="en-IN" dirty="0"/>
              <a:t>B. Ajit, Chirag</a:t>
            </a:r>
          </a:p>
        </p:txBody>
      </p:sp>
      <p:sp>
        <p:nvSpPr>
          <p:cNvPr id="4" name="Slide Number Placeholder 3"/>
          <p:cNvSpPr>
            <a:spLocks noGrp="1"/>
          </p:cNvSpPr>
          <p:nvPr>
            <p:ph type="sldNum" sz="quarter" idx="5"/>
          </p:nvPr>
        </p:nvSpPr>
        <p:spPr/>
        <p:txBody>
          <a:bodyPr/>
          <a:lstStyle/>
          <a:p>
            <a:fld id="{D61645E5-837F-47FD-BCD4-A4EEC1C1B40B}" type="slidenum">
              <a:rPr lang="en-IN" smtClean="0"/>
              <a:t>15</a:t>
            </a:fld>
            <a:endParaRPr lang="en-IN"/>
          </a:p>
        </p:txBody>
      </p:sp>
    </p:spTree>
    <p:extLst>
      <p:ext uri="{BB962C8B-B14F-4D97-AF65-F5344CB8AC3E}">
        <p14:creationId xmlns:p14="http://schemas.microsoft.com/office/powerpoint/2010/main" val="2129322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Chirag 	Ejaz 	Dharam	Bharat	Ajit</a:t>
            </a:r>
          </a:p>
          <a:p>
            <a:endParaRPr lang="en-IN" dirty="0"/>
          </a:p>
          <a:p>
            <a:r>
              <a:rPr lang="en-IN" dirty="0" err="1"/>
              <a:t>Meenal</a:t>
            </a:r>
            <a:r>
              <a:rPr lang="en-IN" dirty="0"/>
              <a:t> 	Octavia	Preeti	Arpita	</a:t>
            </a:r>
            <a:r>
              <a:rPr lang="en-IN" dirty="0" err="1"/>
              <a:t>Neelu</a:t>
            </a:r>
            <a:endParaRPr lang="en-IN" dirty="0"/>
          </a:p>
          <a:p>
            <a:endParaRPr lang="en-IN" dirty="0"/>
          </a:p>
          <a:p>
            <a:r>
              <a:rPr lang="en-IN" dirty="0"/>
              <a:t>2. D. Preeti</a:t>
            </a:r>
          </a:p>
          <a:p>
            <a:r>
              <a:rPr lang="en-IN" dirty="0"/>
              <a:t>3. A. Preeti</a:t>
            </a:r>
          </a:p>
          <a:p>
            <a:r>
              <a:rPr lang="en-IN" dirty="0"/>
              <a:t>4. Ejaz</a:t>
            </a:r>
          </a:p>
          <a:p>
            <a:r>
              <a:rPr lang="en-IN" dirty="0"/>
              <a:t>5. </a:t>
            </a:r>
            <a:r>
              <a:rPr lang="en-IN" dirty="0" err="1"/>
              <a:t>Neelu</a:t>
            </a:r>
            <a:endParaRPr lang="en-IN" dirty="0"/>
          </a:p>
        </p:txBody>
      </p:sp>
      <p:sp>
        <p:nvSpPr>
          <p:cNvPr id="4" name="Slide Number Placeholder 3"/>
          <p:cNvSpPr>
            <a:spLocks noGrp="1"/>
          </p:cNvSpPr>
          <p:nvPr>
            <p:ph type="sldNum" sz="quarter" idx="5"/>
          </p:nvPr>
        </p:nvSpPr>
        <p:spPr/>
        <p:txBody>
          <a:bodyPr/>
          <a:lstStyle/>
          <a:p>
            <a:fld id="{D61645E5-837F-47FD-BCD4-A4EEC1C1B40B}" type="slidenum">
              <a:rPr lang="en-IN" smtClean="0"/>
              <a:t>16</a:t>
            </a:fld>
            <a:endParaRPr lang="en-IN"/>
          </a:p>
        </p:txBody>
      </p:sp>
    </p:spTree>
    <p:extLst>
      <p:ext uri="{BB962C8B-B14F-4D97-AF65-F5344CB8AC3E}">
        <p14:creationId xmlns:p14="http://schemas.microsoft.com/office/powerpoint/2010/main" val="1987832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Landmark, </a:t>
            </a:r>
            <a:r>
              <a:rPr lang="en-IN" dirty="0" err="1"/>
              <a:t>zara</a:t>
            </a:r>
            <a:r>
              <a:rPr lang="en-IN" dirty="0"/>
              <a:t>, adidas, </a:t>
            </a:r>
            <a:r>
              <a:rPr lang="en-IN" dirty="0" err="1"/>
              <a:t>biba</a:t>
            </a:r>
            <a:r>
              <a:rPr lang="en-IN" dirty="0"/>
              <a:t>, </a:t>
            </a:r>
            <a:r>
              <a:rPr lang="en-IN" dirty="0" err="1"/>
              <a:t>rebok</a:t>
            </a:r>
            <a:r>
              <a:rPr lang="en-IN" dirty="0"/>
              <a:t>, titan, puma</a:t>
            </a:r>
          </a:p>
          <a:p>
            <a:r>
              <a:rPr lang="en-IN" dirty="0"/>
              <a:t>Option c</a:t>
            </a:r>
          </a:p>
        </p:txBody>
      </p:sp>
      <p:sp>
        <p:nvSpPr>
          <p:cNvPr id="4" name="Slide Number Placeholder 3"/>
          <p:cNvSpPr>
            <a:spLocks noGrp="1"/>
          </p:cNvSpPr>
          <p:nvPr>
            <p:ph type="sldNum" sz="quarter" idx="5"/>
          </p:nvPr>
        </p:nvSpPr>
        <p:spPr/>
        <p:txBody>
          <a:bodyPr/>
          <a:lstStyle/>
          <a:p>
            <a:fld id="{D61645E5-837F-47FD-BCD4-A4EEC1C1B40B}" type="slidenum">
              <a:rPr lang="en-IN" smtClean="0"/>
              <a:t>17</a:t>
            </a:fld>
            <a:endParaRPr lang="en-IN"/>
          </a:p>
        </p:txBody>
      </p:sp>
    </p:spTree>
    <p:extLst>
      <p:ext uri="{BB962C8B-B14F-4D97-AF65-F5344CB8AC3E}">
        <p14:creationId xmlns:p14="http://schemas.microsoft.com/office/powerpoint/2010/main" val="2424180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 Puma</a:t>
            </a:r>
          </a:p>
          <a:p>
            <a:r>
              <a:rPr lang="en-IN" dirty="0"/>
              <a:t>3. Adidas</a:t>
            </a:r>
          </a:p>
          <a:p>
            <a:r>
              <a:rPr lang="en-IN" dirty="0"/>
              <a:t>4. Reebok</a:t>
            </a:r>
          </a:p>
          <a:p>
            <a:r>
              <a:rPr lang="en-IN" dirty="0"/>
              <a:t>5. Puma</a:t>
            </a:r>
          </a:p>
          <a:p>
            <a:r>
              <a:rPr lang="en-IN" dirty="0"/>
              <a:t>6. Titan</a:t>
            </a:r>
          </a:p>
        </p:txBody>
      </p:sp>
      <p:sp>
        <p:nvSpPr>
          <p:cNvPr id="4" name="Slide Number Placeholder 3"/>
          <p:cNvSpPr>
            <a:spLocks noGrp="1"/>
          </p:cNvSpPr>
          <p:nvPr>
            <p:ph type="sldNum" sz="quarter" idx="5"/>
          </p:nvPr>
        </p:nvSpPr>
        <p:spPr/>
        <p:txBody>
          <a:bodyPr/>
          <a:lstStyle/>
          <a:p>
            <a:fld id="{D61645E5-837F-47FD-BCD4-A4EEC1C1B40B}" type="slidenum">
              <a:rPr lang="en-IN" smtClean="0"/>
              <a:t>18</a:t>
            </a:fld>
            <a:endParaRPr lang="en-IN"/>
          </a:p>
        </p:txBody>
      </p:sp>
    </p:spTree>
    <p:extLst>
      <p:ext uri="{BB962C8B-B14F-4D97-AF65-F5344CB8AC3E}">
        <p14:creationId xmlns:p14="http://schemas.microsoft.com/office/powerpoint/2010/main" val="2170682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   R    S  V Q W P U</a:t>
            </a:r>
          </a:p>
          <a:p>
            <a:endParaRPr lang="en-IN" dirty="0"/>
          </a:p>
          <a:p>
            <a:r>
              <a:rPr lang="en-IN" dirty="0"/>
              <a:t>Ans: B</a:t>
            </a:r>
          </a:p>
          <a:p>
            <a:endParaRPr lang="en-IN" dirty="0"/>
          </a:p>
        </p:txBody>
      </p:sp>
      <p:sp>
        <p:nvSpPr>
          <p:cNvPr id="4" name="Slide Number Placeholder 3"/>
          <p:cNvSpPr>
            <a:spLocks noGrp="1"/>
          </p:cNvSpPr>
          <p:nvPr>
            <p:ph type="sldNum" sz="quarter" idx="5"/>
          </p:nvPr>
        </p:nvSpPr>
        <p:spPr/>
        <p:txBody>
          <a:bodyPr/>
          <a:lstStyle/>
          <a:p>
            <a:fld id="{D61645E5-837F-47FD-BCD4-A4EEC1C1B40B}" type="slidenum">
              <a:rPr lang="en-IN" smtClean="0"/>
              <a:t>19</a:t>
            </a:fld>
            <a:endParaRPr lang="en-IN"/>
          </a:p>
        </p:txBody>
      </p:sp>
    </p:spTree>
    <p:extLst>
      <p:ext uri="{BB962C8B-B14F-4D97-AF65-F5344CB8AC3E}">
        <p14:creationId xmlns:p14="http://schemas.microsoft.com/office/powerpoint/2010/main" val="2384533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   R    S  V Q W P U</a:t>
            </a:r>
          </a:p>
          <a:p>
            <a:endParaRPr lang="en-IN" dirty="0"/>
          </a:p>
          <a:p>
            <a:r>
              <a:rPr lang="en-IN" dirty="0"/>
              <a:t>2. P is second to the left of Q</a:t>
            </a:r>
          </a:p>
          <a:p>
            <a:endParaRPr lang="en-IN" dirty="0"/>
          </a:p>
          <a:p>
            <a:r>
              <a:rPr lang="en-IN" dirty="0"/>
              <a:t>3. Third to the left</a:t>
            </a:r>
          </a:p>
          <a:p>
            <a:endParaRPr lang="en-IN" dirty="0"/>
          </a:p>
          <a:p>
            <a:r>
              <a:rPr lang="en-IN" dirty="0"/>
              <a:t>4. All are facing inside except V</a:t>
            </a:r>
          </a:p>
          <a:p>
            <a:endParaRPr lang="en-IN" dirty="0"/>
          </a:p>
          <a:p>
            <a:r>
              <a:rPr lang="en-IN" dirty="0"/>
              <a:t>5. Q</a:t>
            </a:r>
          </a:p>
          <a:p>
            <a:endParaRPr lang="en-IN" dirty="0"/>
          </a:p>
        </p:txBody>
      </p:sp>
      <p:sp>
        <p:nvSpPr>
          <p:cNvPr id="4" name="Slide Number Placeholder 3"/>
          <p:cNvSpPr>
            <a:spLocks noGrp="1"/>
          </p:cNvSpPr>
          <p:nvPr>
            <p:ph type="sldNum" sz="quarter" idx="5"/>
          </p:nvPr>
        </p:nvSpPr>
        <p:spPr/>
        <p:txBody>
          <a:bodyPr/>
          <a:lstStyle/>
          <a:p>
            <a:fld id="{D61645E5-837F-47FD-BCD4-A4EEC1C1B40B}" type="slidenum">
              <a:rPr lang="en-IN" smtClean="0"/>
              <a:t>20</a:t>
            </a:fld>
            <a:endParaRPr lang="en-IN"/>
          </a:p>
        </p:txBody>
      </p:sp>
    </p:spTree>
    <p:extLst>
      <p:ext uri="{BB962C8B-B14F-4D97-AF65-F5344CB8AC3E}">
        <p14:creationId xmlns:p14="http://schemas.microsoft.com/office/powerpoint/2010/main" val="26712742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 </a:t>
            </a:r>
            <a:r>
              <a:rPr lang="en-IN" dirty="0" err="1"/>
              <a:t>kochi</a:t>
            </a:r>
            <a:endParaRPr lang="en-IN" dirty="0"/>
          </a:p>
          <a:p>
            <a:r>
              <a:rPr lang="en-IN" dirty="0"/>
              <a:t>O </a:t>
            </a:r>
            <a:r>
              <a:rPr lang="en-IN" dirty="0" err="1"/>
              <a:t>bangslore</a:t>
            </a:r>
            <a:r>
              <a:rPr lang="en-IN" dirty="0"/>
              <a:t> </a:t>
            </a:r>
          </a:p>
          <a:p>
            <a:r>
              <a:rPr lang="en-IN" dirty="0"/>
              <a:t>Y Chennai</a:t>
            </a:r>
          </a:p>
          <a:p>
            <a:r>
              <a:rPr lang="en-IN" dirty="0"/>
              <a:t>N Amaravati</a:t>
            </a:r>
          </a:p>
          <a:p>
            <a:r>
              <a:rPr lang="en-IN" dirty="0"/>
              <a:t>E Hyderabad</a:t>
            </a:r>
          </a:p>
          <a:p>
            <a:r>
              <a:rPr lang="en-IN" dirty="0"/>
              <a:t>H Pondicherry</a:t>
            </a:r>
          </a:p>
          <a:p>
            <a:r>
              <a:rPr lang="en-IN" dirty="0"/>
              <a:t>17. B</a:t>
            </a:r>
          </a:p>
        </p:txBody>
      </p:sp>
      <p:sp>
        <p:nvSpPr>
          <p:cNvPr id="4" name="Slide Number Placeholder 3"/>
          <p:cNvSpPr>
            <a:spLocks noGrp="1"/>
          </p:cNvSpPr>
          <p:nvPr>
            <p:ph type="sldNum" sz="quarter" idx="5"/>
          </p:nvPr>
        </p:nvSpPr>
        <p:spPr/>
        <p:txBody>
          <a:bodyPr/>
          <a:lstStyle/>
          <a:p>
            <a:fld id="{D61645E5-837F-47FD-BCD4-A4EEC1C1B40B}" type="slidenum">
              <a:rPr lang="en-IN" smtClean="0"/>
              <a:t>21</a:t>
            </a:fld>
            <a:endParaRPr lang="en-IN"/>
          </a:p>
        </p:txBody>
      </p:sp>
    </p:spTree>
    <p:extLst>
      <p:ext uri="{BB962C8B-B14F-4D97-AF65-F5344CB8AC3E}">
        <p14:creationId xmlns:p14="http://schemas.microsoft.com/office/powerpoint/2010/main" val="1849297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18. D</a:t>
            </a:r>
          </a:p>
          <a:p>
            <a:r>
              <a:rPr lang="en-IN" dirty="0"/>
              <a:t>19. A</a:t>
            </a:r>
          </a:p>
          <a:p>
            <a:r>
              <a:rPr lang="en-IN" dirty="0"/>
              <a:t>20. A</a:t>
            </a:r>
          </a:p>
          <a:p>
            <a:r>
              <a:rPr lang="en-IN" dirty="0"/>
              <a:t>21. D</a:t>
            </a:r>
          </a:p>
        </p:txBody>
      </p:sp>
      <p:sp>
        <p:nvSpPr>
          <p:cNvPr id="4" name="Slide Number Placeholder 3"/>
          <p:cNvSpPr>
            <a:spLocks noGrp="1"/>
          </p:cNvSpPr>
          <p:nvPr>
            <p:ph type="sldNum" sz="quarter" idx="5"/>
          </p:nvPr>
        </p:nvSpPr>
        <p:spPr/>
        <p:txBody>
          <a:bodyPr/>
          <a:lstStyle/>
          <a:p>
            <a:fld id="{D61645E5-837F-47FD-BCD4-A4EEC1C1B40B}" type="slidenum">
              <a:rPr lang="en-IN" smtClean="0"/>
              <a:t>22</a:t>
            </a:fld>
            <a:endParaRPr lang="en-IN"/>
          </a:p>
        </p:txBody>
      </p:sp>
    </p:spTree>
    <p:extLst>
      <p:ext uri="{BB962C8B-B14F-4D97-AF65-F5344CB8AC3E}">
        <p14:creationId xmlns:p14="http://schemas.microsoft.com/office/powerpoint/2010/main" val="325420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1320E8-623D-4A07-978C-46D9AAC3460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1320E8-623D-4A07-978C-46D9AAC3460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1320E8-623D-4A07-978C-46D9AAC3460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1320E8-623D-4A07-978C-46D9AAC3460E}"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1320E8-623D-4A07-978C-46D9AAC3460E}" type="datetimeFigureOut">
              <a:rPr lang="en-IN" smtClean="0"/>
              <a:t>14-03-2024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1320E8-623D-4A07-978C-46D9AAC3460E}" type="datetimeFigureOut">
              <a:rPr lang="en-IN" smtClean="0"/>
              <a:t>14-03-2024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1320E8-623D-4A07-978C-46D9AAC3460E}" type="datetimeFigureOut">
              <a:rPr lang="en-IN" smtClean="0"/>
              <a:t>14-03-2024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1320E8-623D-4A07-978C-46D9AAC3460E}"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41320E8-623D-4A07-978C-46D9AAC3460E}"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1320E8-623D-4A07-978C-46D9AAC3460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1320E8-623D-4A07-978C-46D9AAC3460E}"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6F1BAE-53C6-4593-89C0-6A114337881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1320E8-623D-4A07-978C-46D9AAC3460E}" type="datetimeFigureOut">
              <a:rPr lang="en-IN" smtClean="0"/>
              <a:t>14-03-2024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6F1BAE-53C6-4593-89C0-6A114337881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060" y="908151"/>
            <a:ext cx="7772400" cy="2387600"/>
          </a:xfrm>
        </p:spPr>
        <p:txBody>
          <a:bodyPr>
            <a:normAutofit/>
          </a:bodyPr>
          <a:lstStyle/>
          <a:p>
            <a:r>
              <a:rPr lang="en-US" sz="4800" dirty="0">
                <a:solidFill>
                  <a:schemeClr val="accent1">
                    <a:lumMod val="50000"/>
                  </a:schemeClr>
                </a:solidFill>
                <a:latin typeface="Georgia" panose="02040502050405020303" pitchFamily="18" charset="0"/>
              </a:rPr>
              <a:t>Seating Arrangement</a:t>
            </a:r>
            <a:endParaRPr lang="en-IN" sz="4800" dirty="0">
              <a:solidFill>
                <a:schemeClr val="accent1">
                  <a:lumMod val="50000"/>
                </a:schemeClr>
              </a:solidFill>
              <a:latin typeface="Georgia" panose="02040502050405020303" pitchFamily="18" charset="0"/>
            </a:endParaRPr>
          </a:p>
        </p:txBody>
      </p:sp>
      <p:sp>
        <p:nvSpPr>
          <p:cNvPr id="3" name="Subtitle 2"/>
          <p:cNvSpPr>
            <a:spLocks noGrp="1"/>
          </p:cNvSpPr>
          <p:nvPr>
            <p:ph type="subTitle" idx="1"/>
          </p:nvPr>
        </p:nvSpPr>
        <p:spPr>
          <a:xfrm>
            <a:off x="0" y="1887739"/>
            <a:ext cx="3109404" cy="428424"/>
          </a:xfrm>
          <a:solidFill>
            <a:schemeClr val="accent1">
              <a:lumMod val="40000"/>
              <a:lumOff val="60000"/>
            </a:schemeClr>
          </a:solidFill>
          <a:ln>
            <a:noFill/>
          </a:ln>
          <a:effectLst>
            <a:glow rad="635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pPr algn="l"/>
            <a:r>
              <a:rPr lang="en-US" sz="2800" dirty="0">
                <a:latin typeface="Calisto MT" panose="02040603050505030304" pitchFamily="18" charset="0"/>
              </a:rPr>
              <a:t>Logical Reasoning</a:t>
            </a:r>
            <a:endParaRPr lang="en-IN" sz="2800" dirty="0">
              <a:latin typeface="Calisto MT" panose="0204060305050503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55B4-87C0-E3B1-4B5C-29D77F6B77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8D9AA8-76F3-70ED-0D1C-7C3B7DF8203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155437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7468" y="1226915"/>
            <a:ext cx="7685590" cy="1458411"/>
          </a:xfrm>
        </p:spPr>
        <p:txBody>
          <a:bodyPr>
            <a:noAutofit/>
          </a:bodyPr>
          <a:lstStyle/>
          <a:p>
            <a:r>
              <a:rPr lang="en-US" sz="2400" b="1" i="0" dirty="0">
                <a:solidFill>
                  <a:srgbClr val="0B182F"/>
                </a:solidFill>
                <a:effectLst/>
                <a:latin typeface="+mn-lt"/>
              </a:rPr>
              <a:t>1. Direction:</a:t>
            </a:r>
            <a:r>
              <a:rPr lang="en-US" sz="2400" b="0" i="0" dirty="0">
                <a:solidFill>
                  <a:srgbClr val="0B182F"/>
                </a:solidFill>
                <a:effectLst/>
                <a:latin typeface="+mn-lt"/>
              </a:rPr>
              <a:t> Study the following information and answer the questions.</a:t>
            </a:r>
            <a:br>
              <a:rPr lang="en-US" sz="2400" dirty="0">
                <a:latin typeface="+mn-lt"/>
              </a:rPr>
            </a:br>
            <a:br>
              <a:rPr lang="en-US" sz="2400" dirty="0">
                <a:latin typeface="+mn-lt"/>
              </a:rPr>
            </a:br>
            <a:r>
              <a:rPr lang="en-US" sz="2400" dirty="0">
                <a:latin typeface="+mn-lt"/>
              </a:rPr>
              <a:t>A, P, R, X, S and Z are sitting in a row. S and Z are in the </a:t>
            </a:r>
            <a:r>
              <a:rPr lang="en-US" sz="2400" dirty="0" err="1">
                <a:latin typeface="+mn-lt"/>
              </a:rPr>
              <a:t>centre</a:t>
            </a:r>
            <a:r>
              <a:rPr lang="en-US" sz="2400" dirty="0">
                <a:latin typeface="+mn-lt"/>
              </a:rPr>
              <a:t>. A and P are at the ends. R is sitting to the immediate left of A. who is to the right of P?</a:t>
            </a:r>
            <a:endParaRPr lang="en-IN" sz="2400" dirty="0">
              <a:latin typeface="+mn-lt"/>
            </a:endParaRPr>
          </a:p>
        </p:txBody>
      </p:sp>
    </p:spTree>
    <p:extLst>
      <p:ext uri="{BB962C8B-B14F-4D97-AF65-F5344CB8AC3E}">
        <p14:creationId xmlns:p14="http://schemas.microsoft.com/office/powerpoint/2010/main" val="2218514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8962" y="2152891"/>
            <a:ext cx="7210910" cy="300842"/>
          </a:xfrm>
        </p:spPr>
        <p:txBody>
          <a:bodyPr>
            <a:noAutofit/>
          </a:bodyPr>
          <a:lstStyle/>
          <a:p>
            <a:r>
              <a:rPr lang="en-US" sz="2000" b="1" i="0" dirty="0">
                <a:solidFill>
                  <a:srgbClr val="0B182F"/>
                </a:solidFill>
                <a:effectLst/>
                <a:latin typeface="+mn-lt"/>
              </a:rPr>
              <a:t>2. Direction:</a:t>
            </a:r>
            <a:r>
              <a:rPr lang="en-US" sz="2000" b="0" i="0" dirty="0">
                <a:solidFill>
                  <a:srgbClr val="0B182F"/>
                </a:solidFill>
                <a:effectLst/>
                <a:latin typeface="+mn-lt"/>
              </a:rPr>
              <a:t> Study the following information and answer the questions.</a:t>
            </a:r>
            <a:br>
              <a:rPr lang="en-US" sz="2000" dirty="0">
                <a:latin typeface="+mn-lt"/>
              </a:rPr>
            </a:br>
            <a:br>
              <a:rPr lang="en-US" sz="2000" dirty="0">
                <a:latin typeface="+mn-lt"/>
              </a:rPr>
            </a:br>
            <a:r>
              <a:rPr lang="en-US" sz="2000" b="0" i="0" dirty="0">
                <a:solidFill>
                  <a:srgbClr val="0B182F"/>
                </a:solidFill>
                <a:effectLst/>
                <a:latin typeface="+mn-lt"/>
              </a:rPr>
              <a:t>Eight friends A, B, C, D, E, F, G and H are seated in a straight line, facing north, but not necessarily in the same order. H sits at the extreme right end of the line. Only four people sit between H and C. Both B and F are immediate </a:t>
            </a:r>
            <a:r>
              <a:rPr lang="en-US" sz="2000" b="0" i="0" dirty="0" err="1">
                <a:solidFill>
                  <a:srgbClr val="0B182F"/>
                </a:solidFill>
                <a:effectLst/>
                <a:latin typeface="+mn-lt"/>
              </a:rPr>
              <a:t>neighbours</a:t>
            </a:r>
            <a:r>
              <a:rPr lang="en-US" sz="2000" b="0" i="0" dirty="0">
                <a:solidFill>
                  <a:srgbClr val="0B182F"/>
                </a:solidFill>
                <a:effectLst/>
                <a:latin typeface="+mn-lt"/>
              </a:rPr>
              <a:t> of C. Only two people sit between F and E. E is not an immediate </a:t>
            </a:r>
            <a:r>
              <a:rPr lang="en-US" sz="2000" b="0" i="0" dirty="0" err="1">
                <a:solidFill>
                  <a:srgbClr val="0B182F"/>
                </a:solidFill>
                <a:effectLst/>
                <a:latin typeface="+mn-lt"/>
              </a:rPr>
              <a:t>neighbour</a:t>
            </a:r>
            <a:r>
              <a:rPr lang="en-US" sz="2000" b="0" i="0" dirty="0">
                <a:solidFill>
                  <a:srgbClr val="0B182F"/>
                </a:solidFill>
                <a:effectLst/>
                <a:latin typeface="+mn-lt"/>
              </a:rPr>
              <a:t> of H. D sits second to the left of A.</a:t>
            </a:r>
            <a:endParaRPr lang="en-IN" sz="2000" dirty="0">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18108" y="600506"/>
            <a:ext cx="7886700" cy="4351338"/>
          </a:xfrm>
        </p:spPr>
        <p:txBody>
          <a:bodyPr>
            <a:noAutofit/>
          </a:bodyPr>
          <a:lstStyle/>
          <a:p>
            <a:pPr marL="514350" indent="-514350">
              <a:buAutoNum type="arabicPeriod"/>
            </a:pPr>
            <a:r>
              <a:rPr lang="en-US" sz="2000" dirty="0"/>
              <a:t>What is the position of E with respect to C?</a:t>
            </a:r>
          </a:p>
          <a:p>
            <a:pPr marL="514350" indent="-514350">
              <a:buAutoNum type="alphaLcParenR"/>
            </a:pPr>
            <a:r>
              <a:rPr lang="en-US" sz="2000" dirty="0"/>
              <a:t>Third to the right</a:t>
            </a:r>
          </a:p>
          <a:p>
            <a:pPr marL="514350" indent="-514350">
              <a:buAutoNum type="alphaLcParenR"/>
            </a:pPr>
            <a:r>
              <a:rPr lang="en-US" sz="2000" dirty="0"/>
              <a:t>Immediate left</a:t>
            </a:r>
          </a:p>
          <a:p>
            <a:pPr marL="514350" indent="-514350">
              <a:buAutoNum type="alphaLcParenR"/>
            </a:pPr>
            <a:r>
              <a:rPr lang="en-US" sz="2000" dirty="0"/>
              <a:t>Second to the right</a:t>
            </a:r>
          </a:p>
          <a:p>
            <a:pPr marL="514350" indent="-514350">
              <a:buAutoNum type="alphaLcParenR"/>
            </a:pPr>
            <a:r>
              <a:rPr lang="en-US" sz="2000" dirty="0"/>
              <a:t>Second to the left</a:t>
            </a:r>
          </a:p>
          <a:p>
            <a:pPr marL="0" indent="0">
              <a:buNone/>
            </a:pPr>
            <a:endParaRPr lang="en-IN" sz="2000" dirty="0"/>
          </a:p>
          <a:p>
            <a:pPr marL="0" indent="0">
              <a:buNone/>
            </a:pPr>
            <a:r>
              <a:rPr lang="en-IN" sz="2000" dirty="0"/>
              <a:t>2. Which of the following information is true</a:t>
            </a:r>
          </a:p>
          <a:p>
            <a:pPr marL="514350" indent="-514350">
              <a:buAutoNum type="alphaLcParenR"/>
            </a:pPr>
            <a:r>
              <a:rPr lang="en-IN" sz="2000" dirty="0"/>
              <a:t>Three persons are sit between G and H</a:t>
            </a:r>
          </a:p>
          <a:p>
            <a:pPr marL="514350" indent="-514350">
              <a:buAutoNum type="alphaLcParenR"/>
            </a:pPr>
            <a:r>
              <a:rPr lang="en-IN" sz="2000" dirty="0"/>
              <a:t>Only one person sits to the right of G</a:t>
            </a:r>
          </a:p>
          <a:p>
            <a:pPr marL="514350" indent="-514350">
              <a:buAutoNum type="alphaLcParenR"/>
            </a:pPr>
            <a:r>
              <a:rPr lang="en-IN" sz="2000" dirty="0"/>
              <a:t>A sits on the immediate right of G</a:t>
            </a:r>
          </a:p>
          <a:p>
            <a:pPr marL="514350" indent="-514350">
              <a:buAutoNum type="alphaLcParenR"/>
            </a:pPr>
            <a:r>
              <a:rPr lang="en-IN" sz="2000" dirty="0"/>
              <a:t>None</a:t>
            </a:r>
          </a:p>
          <a:p>
            <a:pPr marL="514350" indent="-514350">
              <a:buAutoNum type="alphaLcParenR"/>
            </a:pPr>
            <a:endParaRPr lang="en-US" sz="2000" dirty="0"/>
          </a:p>
          <a:p>
            <a:pPr marL="0" indent="0">
              <a:buNone/>
            </a:pPr>
            <a:r>
              <a:rPr lang="en-US" sz="2000" dirty="0"/>
              <a:t>3. Who among the following represents the person seated at the extreme left of the line?</a:t>
            </a:r>
          </a:p>
          <a:p>
            <a:pPr marL="0" indent="0">
              <a:buNone/>
            </a:pPr>
            <a:r>
              <a:rPr lang="en-IN" sz="2000" dirty="0"/>
              <a:t>a) E	b) A	c) D	d) 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18108" y="600506"/>
            <a:ext cx="7886700" cy="4351338"/>
          </a:xfrm>
        </p:spPr>
        <p:txBody>
          <a:bodyPr>
            <a:noAutofit/>
          </a:bodyPr>
          <a:lstStyle/>
          <a:p>
            <a:pPr marL="0" indent="0">
              <a:buNone/>
            </a:pPr>
            <a:r>
              <a:rPr lang="en-US" sz="2000" dirty="0"/>
              <a:t>4. How many persons are seated between H and A?</a:t>
            </a:r>
          </a:p>
          <a:p>
            <a:pPr marL="457200" indent="-457200">
              <a:buAutoNum type="alphaLcParenR"/>
            </a:pPr>
            <a:r>
              <a:rPr lang="en-US" sz="2000" dirty="0"/>
              <a:t>Two		c) Three </a:t>
            </a:r>
          </a:p>
          <a:p>
            <a:pPr marL="457200" indent="-457200">
              <a:buAutoNum type="alphaLcParenR"/>
            </a:pPr>
            <a:r>
              <a:rPr lang="en-US" sz="2000" dirty="0"/>
              <a:t>Three	d) None</a:t>
            </a:r>
          </a:p>
          <a:p>
            <a:pPr marL="457200" indent="-457200">
              <a:buAutoNum type="alphaLcParenR"/>
            </a:pPr>
            <a:endParaRPr lang="en-US" sz="2000" dirty="0"/>
          </a:p>
          <a:p>
            <a:pPr marL="0" indent="0">
              <a:buNone/>
            </a:pPr>
            <a:r>
              <a:rPr lang="en-US" sz="2000" dirty="0"/>
              <a:t>5. Who among the following exactly between F and E?</a:t>
            </a:r>
          </a:p>
          <a:p>
            <a:pPr marL="0" indent="0">
              <a:buNone/>
            </a:pPr>
            <a:r>
              <a:rPr lang="en-US" sz="2000" dirty="0"/>
              <a:t>a) B, A		b) B, C		c) A, D		d) D, E</a:t>
            </a:r>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828" y="1481559"/>
            <a:ext cx="6894343" cy="1066907"/>
          </a:xfrm>
        </p:spPr>
        <p:txBody>
          <a:bodyPr>
            <a:noAutofit/>
          </a:bodyPr>
          <a:lstStyle/>
          <a:p>
            <a:r>
              <a:rPr lang="en-US" sz="2000" dirty="0">
                <a:latin typeface="+mn-lt"/>
              </a:rPr>
              <a:t>3. Eight people A, B, C, D, E, F, G and H are sitting around a circle facing the </a:t>
            </a:r>
            <a:r>
              <a:rPr lang="en-US" sz="2000" dirty="0" err="1">
                <a:latin typeface="+mn-lt"/>
              </a:rPr>
              <a:t>centre</a:t>
            </a:r>
            <a:r>
              <a:rPr lang="en-US" sz="2000" dirty="0">
                <a:latin typeface="+mn-lt"/>
              </a:rPr>
              <a:t>. E sits third to the right of A who is to the immediate left of D who is second to the right of G. F is second to the left of A. H is not an immediate </a:t>
            </a:r>
            <a:r>
              <a:rPr lang="en-US" sz="2000" dirty="0" err="1">
                <a:latin typeface="+mn-lt"/>
              </a:rPr>
              <a:t>enighbour</a:t>
            </a:r>
            <a:r>
              <a:rPr lang="en-US" sz="2000" dirty="0">
                <a:latin typeface="+mn-lt"/>
              </a:rPr>
              <a:t> of E. C sits second to the right of B. what is C’s position with respect to A?</a:t>
            </a:r>
            <a:br>
              <a:rPr lang="en-US" sz="2000" dirty="0">
                <a:latin typeface="+mn-lt"/>
              </a:rPr>
            </a:br>
            <a:br>
              <a:rPr lang="en-US" sz="2000" dirty="0">
                <a:latin typeface="+mn-lt"/>
              </a:rPr>
            </a:br>
            <a:r>
              <a:rPr lang="en-US" sz="2000" dirty="0">
                <a:latin typeface="+mn-lt"/>
              </a:rPr>
              <a:t>A) Third to the Right</a:t>
            </a:r>
            <a:br>
              <a:rPr lang="en-US" sz="2000" dirty="0">
                <a:latin typeface="+mn-lt"/>
              </a:rPr>
            </a:br>
            <a:r>
              <a:rPr lang="en-US" sz="2000" dirty="0">
                <a:latin typeface="+mn-lt"/>
              </a:rPr>
              <a:t>B) Second to the Right</a:t>
            </a:r>
            <a:br>
              <a:rPr lang="en-US" sz="2000" dirty="0">
                <a:latin typeface="+mn-lt"/>
              </a:rPr>
            </a:br>
            <a:r>
              <a:rPr lang="en-US" sz="2000" dirty="0">
                <a:latin typeface="+mn-lt"/>
              </a:rPr>
              <a:t>C) Fourth to the Right</a:t>
            </a:r>
            <a:br>
              <a:rPr lang="en-US" sz="2000" dirty="0">
                <a:latin typeface="+mn-lt"/>
              </a:rPr>
            </a:br>
            <a:r>
              <a:rPr lang="en-US" sz="2000" dirty="0">
                <a:latin typeface="+mn-lt"/>
              </a:rPr>
              <a:t>D) None</a:t>
            </a:r>
            <a:endParaRPr lang="en-IN" sz="2000" dirty="0">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6202" y="1713053"/>
            <a:ext cx="6823905" cy="112572"/>
          </a:xfrm>
        </p:spPr>
        <p:txBody>
          <a:bodyPr>
            <a:noAutofit/>
          </a:bodyPr>
          <a:lstStyle/>
          <a:p>
            <a:r>
              <a:rPr lang="en-US" sz="2400" dirty="0">
                <a:latin typeface="+mn-lt"/>
              </a:rPr>
              <a:t>4. Six- friends- H, I, J, L, K, L and M are sitting around a Triangular table facing inside the </a:t>
            </a:r>
            <a:r>
              <a:rPr lang="en-US" sz="2400" dirty="0" err="1">
                <a:latin typeface="+mn-lt"/>
              </a:rPr>
              <a:t>centre</a:t>
            </a:r>
            <a:r>
              <a:rPr lang="en-US" sz="2400" dirty="0">
                <a:latin typeface="+mn-lt"/>
              </a:rPr>
              <a:t>. Three of them are sitting at middle of the side and other three are sitting at corner of the table. K sits at one of the corner and sitting fourth to the right of L. J sits exactly between I and M. I is immediate right of L. who sits second to the left of I</a:t>
            </a:r>
            <a:endParaRPr lang="en-IN" sz="2400" dirty="0">
              <a:latin typeface="+mn-lt"/>
            </a:endParaRPr>
          </a:p>
        </p:txBody>
      </p:sp>
      <p:sp>
        <p:nvSpPr>
          <p:cNvPr id="3" name="Content Placeholder 2"/>
          <p:cNvSpPr>
            <a:spLocks noGrp="1"/>
          </p:cNvSpPr>
          <p:nvPr>
            <p:ph idx="1"/>
          </p:nvPr>
        </p:nvSpPr>
        <p:spPr>
          <a:xfrm>
            <a:off x="1747776" y="2969278"/>
            <a:ext cx="7886700" cy="4351338"/>
          </a:xfrm>
        </p:spPr>
        <p:txBody>
          <a:bodyPr>
            <a:normAutofit/>
          </a:bodyPr>
          <a:lstStyle/>
          <a:p>
            <a:pPr marL="457200" indent="-457200">
              <a:buAutoNum type="alphaUcParenR"/>
            </a:pPr>
            <a:r>
              <a:rPr lang="en-US" sz="2000" dirty="0"/>
              <a:t>K</a:t>
            </a:r>
          </a:p>
          <a:p>
            <a:pPr marL="457200" indent="-457200">
              <a:buAutoNum type="alphaUcParenR"/>
            </a:pPr>
            <a:r>
              <a:rPr lang="en-US" sz="2000" dirty="0"/>
              <a:t>L</a:t>
            </a:r>
          </a:p>
          <a:p>
            <a:pPr marL="457200" indent="-457200">
              <a:buAutoNum type="alphaUcParenR"/>
            </a:pPr>
            <a:r>
              <a:rPr lang="en-US" sz="2000" dirty="0"/>
              <a:t>H</a:t>
            </a:r>
          </a:p>
          <a:p>
            <a:pPr marL="457200" indent="-457200">
              <a:buAutoNum type="alphaUcParenR"/>
            </a:pPr>
            <a:r>
              <a:rPr lang="en-US" sz="2000" dirty="0"/>
              <a:t>M</a:t>
            </a:r>
            <a:endParaRPr lang="en-I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1396" y="1192192"/>
            <a:ext cx="6638711" cy="633433"/>
          </a:xfrm>
        </p:spPr>
        <p:txBody>
          <a:bodyPr>
            <a:noAutofit/>
          </a:bodyPr>
          <a:lstStyle/>
          <a:p>
            <a:r>
              <a:rPr lang="en-US" sz="2000" dirty="0">
                <a:latin typeface="+mn-lt"/>
              </a:rPr>
              <a:t>5. Six- friends- C, D, E, F, G and H are sitting around a triangular table facing outside the </a:t>
            </a:r>
            <a:r>
              <a:rPr lang="en-US" sz="2000" dirty="0" err="1">
                <a:latin typeface="+mn-lt"/>
              </a:rPr>
              <a:t>centre</a:t>
            </a:r>
            <a:r>
              <a:rPr lang="en-US" sz="2000" dirty="0">
                <a:latin typeface="+mn-lt"/>
              </a:rPr>
              <a:t>. Three of them are sitting at middle of the side and other three are sitting at corner of the table. H sists at one of the corner and sits exactly between D and F. D sits immediate right of E. E sits second to the right of C. G sits third to the left of H. Who sits second to the left of C?</a:t>
            </a:r>
            <a:endParaRPr lang="en-IN" sz="2000" dirty="0">
              <a:latin typeface="+mn-lt"/>
            </a:endParaRPr>
          </a:p>
        </p:txBody>
      </p:sp>
      <p:sp>
        <p:nvSpPr>
          <p:cNvPr id="3" name="Content Placeholder 2"/>
          <p:cNvSpPr>
            <a:spLocks noGrp="1"/>
          </p:cNvSpPr>
          <p:nvPr>
            <p:ph idx="1"/>
          </p:nvPr>
        </p:nvSpPr>
        <p:spPr>
          <a:xfrm>
            <a:off x="2050796" y="3094620"/>
            <a:ext cx="7886700" cy="4351338"/>
          </a:xfrm>
        </p:spPr>
        <p:txBody>
          <a:bodyPr>
            <a:normAutofit/>
          </a:bodyPr>
          <a:lstStyle/>
          <a:p>
            <a:pPr marL="457200" indent="-457200">
              <a:buAutoNum type="alphaUcParenR"/>
            </a:pPr>
            <a:r>
              <a:rPr lang="en-US" sz="2000" dirty="0"/>
              <a:t>D</a:t>
            </a:r>
          </a:p>
          <a:p>
            <a:pPr marL="457200" indent="-457200">
              <a:buAutoNum type="alphaUcParenR"/>
            </a:pPr>
            <a:r>
              <a:rPr lang="en-US" sz="2000" dirty="0"/>
              <a:t>F</a:t>
            </a:r>
          </a:p>
          <a:p>
            <a:pPr marL="457200" indent="-457200">
              <a:buAutoNum type="alphaUcParenR"/>
            </a:pPr>
            <a:r>
              <a:rPr lang="en-US" sz="2000" dirty="0"/>
              <a:t>H</a:t>
            </a:r>
          </a:p>
          <a:p>
            <a:pPr marL="457200" indent="-457200">
              <a:buAutoNum type="alphaUcParenR"/>
            </a:pPr>
            <a:r>
              <a:rPr lang="en-US" sz="2000" dirty="0"/>
              <a:t>G</a:t>
            </a:r>
            <a:endParaRPr 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429" y="1539433"/>
            <a:ext cx="7657656" cy="972610"/>
          </a:xfrm>
        </p:spPr>
        <p:txBody>
          <a:bodyPr>
            <a:normAutofit fontScale="90000"/>
          </a:bodyPr>
          <a:lstStyle/>
          <a:p>
            <a:r>
              <a:rPr lang="en-US" sz="2000" dirty="0">
                <a:latin typeface="+mn-lt"/>
              </a:rPr>
              <a:t>Direction: Study the following data carefully and answer the questions accordingly. P, Q, R, S, T, U and V are sitting in a row facing towards the north. They have different ages - 48yrs,46yrs,42yrs,37yrs,33yrs,29yrs and 21yrs old. R sits at the extreme end of the row. Three people sit between R and the one who is 46 years old. T sits second to the right of the one who is 46yrs old. Three people sit between the one who is 42 years old and T. Two people sit between the one who is 42 years old and Q. P is older than R. Two people sit between Q and S. The one who is 33 years old sits third to the right of S. The one who is 48 years old sits adjacent to Q. U is younger than V. P sits adjacent to the one who is 29 years old. Sum of the ages of immediate </a:t>
            </a:r>
            <a:r>
              <a:rPr lang="en-US" sz="2000" dirty="0" err="1">
                <a:latin typeface="+mn-lt"/>
              </a:rPr>
              <a:t>neighbours</a:t>
            </a:r>
            <a:r>
              <a:rPr lang="en-US" sz="2000" dirty="0">
                <a:latin typeface="+mn-lt"/>
              </a:rPr>
              <a:t> of P is 62. R is the youngest one in the row. T is not the immediate </a:t>
            </a:r>
            <a:r>
              <a:rPr lang="en-US" sz="2000" dirty="0" err="1">
                <a:latin typeface="+mn-lt"/>
              </a:rPr>
              <a:t>neighbour</a:t>
            </a:r>
            <a:r>
              <a:rPr lang="en-US" sz="2000" dirty="0">
                <a:latin typeface="+mn-lt"/>
              </a:rPr>
              <a:t> of V. </a:t>
            </a:r>
            <a:endParaRPr lang="en-IN" sz="2000" dirty="0">
              <a:latin typeface="+mn-lt"/>
            </a:endParaRPr>
          </a:p>
        </p:txBody>
      </p:sp>
      <p:sp>
        <p:nvSpPr>
          <p:cNvPr id="9" name="Content Placeholder 8"/>
          <p:cNvSpPr>
            <a:spLocks noGrp="1"/>
          </p:cNvSpPr>
          <p:nvPr>
            <p:ph idx="1"/>
          </p:nvPr>
        </p:nvSpPr>
        <p:spPr>
          <a:xfrm>
            <a:off x="744429" y="3965574"/>
            <a:ext cx="7886700" cy="4351338"/>
          </a:xfrm>
        </p:spPr>
        <p:txBody>
          <a:bodyPr/>
          <a:lstStyle/>
          <a:p>
            <a:endParaRPr lang="en-IN"/>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B9C3921-E8EF-046B-F66C-418C992583B4}"/>
                  </a:ext>
                </a:extLst>
              </p14:cNvPr>
              <p14:cNvContentPartPr/>
              <p14:nvPr/>
            </p14:nvContentPartPr>
            <p14:xfrm>
              <a:off x="160560" y="1653120"/>
              <a:ext cx="8483040" cy="5271120"/>
            </p14:xfrm>
          </p:contentPart>
        </mc:Choice>
        <mc:Fallback>
          <p:pic>
            <p:nvPicPr>
              <p:cNvPr id="3" name="Ink 2">
                <a:extLst>
                  <a:ext uri="{FF2B5EF4-FFF2-40B4-BE49-F238E27FC236}">
                    <a16:creationId xmlns:a16="http://schemas.microsoft.com/office/drawing/2014/main" id="{EB9C3921-E8EF-046B-F66C-418C992583B4}"/>
                  </a:ext>
                </a:extLst>
              </p:cNvPr>
              <p:cNvPicPr/>
              <p:nvPr/>
            </p:nvPicPr>
            <p:blipFill>
              <a:blip r:embed="rId4"/>
              <a:stretch>
                <a:fillRect/>
              </a:stretch>
            </p:blipFill>
            <p:spPr>
              <a:xfrm>
                <a:off x="151200" y="1643760"/>
                <a:ext cx="8501760" cy="528984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363" y="2214290"/>
            <a:ext cx="7886700" cy="1325563"/>
          </a:xfrm>
        </p:spPr>
        <p:txBody>
          <a:bodyPr>
            <a:normAutofit fontScale="90000"/>
          </a:bodyPr>
          <a:lstStyle/>
          <a:p>
            <a:r>
              <a:rPr lang="en-US" sz="2000" dirty="0">
                <a:latin typeface="+mn-lt"/>
              </a:rPr>
              <a:t>1. How many people sits between the one who is 37 years old and R?</a:t>
            </a:r>
            <a:br>
              <a:rPr lang="en-US" sz="2000" dirty="0">
                <a:latin typeface="+mn-lt"/>
              </a:rPr>
            </a:br>
            <a:r>
              <a:rPr lang="en-US" sz="2000" dirty="0">
                <a:latin typeface="+mn-lt"/>
              </a:rPr>
              <a:t>A) None		B) One		C) Two		D) Three</a:t>
            </a:r>
            <a:br>
              <a:rPr lang="en-US" sz="2000" dirty="0">
                <a:latin typeface="+mn-lt"/>
              </a:rPr>
            </a:br>
            <a:br>
              <a:rPr lang="en-US" sz="2000" dirty="0">
                <a:latin typeface="+mn-lt"/>
              </a:rPr>
            </a:br>
            <a:r>
              <a:rPr lang="en-US" sz="2000" dirty="0">
                <a:latin typeface="+mn-lt"/>
              </a:rPr>
              <a:t>2. What is the sum of the ages of S and R?</a:t>
            </a:r>
            <a:br>
              <a:rPr lang="en-US" sz="2000" dirty="0">
                <a:latin typeface="+mn-lt"/>
              </a:rPr>
            </a:br>
            <a:r>
              <a:rPr lang="en-US" sz="2000" dirty="0">
                <a:latin typeface="+mn-lt"/>
              </a:rPr>
              <a:t>A) 81		B) 71		C) 51		D) None</a:t>
            </a:r>
            <a:br>
              <a:rPr lang="en-US" sz="2000" dirty="0">
                <a:latin typeface="+mn-lt"/>
              </a:rPr>
            </a:br>
            <a:br>
              <a:rPr lang="en-US" sz="2000" dirty="0">
                <a:latin typeface="+mn-lt"/>
              </a:rPr>
            </a:br>
            <a:r>
              <a:rPr lang="en-US" sz="2000" dirty="0">
                <a:latin typeface="+mn-lt"/>
              </a:rPr>
              <a:t>3.Whoamong the following sits second to the left of the one who is 29 years old?</a:t>
            </a:r>
            <a:br>
              <a:rPr lang="en-US" sz="2000" dirty="0">
                <a:latin typeface="+mn-lt"/>
              </a:rPr>
            </a:br>
            <a:r>
              <a:rPr lang="en-US" sz="2000" dirty="0">
                <a:latin typeface="+mn-lt"/>
              </a:rPr>
              <a:t>A) U		B) T		C) Q		D) V</a:t>
            </a:r>
            <a:br>
              <a:rPr lang="en-US" sz="2000" dirty="0">
                <a:latin typeface="+mn-lt"/>
              </a:rPr>
            </a:br>
            <a:br>
              <a:rPr lang="en-US" sz="2000" dirty="0">
                <a:latin typeface="+mn-lt"/>
              </a:rPr>
            </a:br>
            <a:r>
              <a:rPr lang="en-US" sz="2000" dirty="0">
                <a:latin typeface="+mn-lt"/>
              </a:rPr>
              <a:t>4. who among the following people is the youngest?</a:t>
            </a:r>
            <a:br>
              <a:rPr lang="en-US" sz="2000" dirty="0">
                <a:latin typeface="+mn-lt"/>
              </a:rPr>
            </a:br>
            <a:r>
              <a:rPr lang="en-US" sz="2000" dirty="0">
                <a:latin typeface="+mn-lt"/>
              </a:rPr>
              <a:t>A) U		B) R		C) P		D) V</a:t>
            </a:r>
            <a:br>
              <a:rPr lang="en-US" sz="2000" dirty="0">
                <a:latin typeface="+mn-lt"/>
              </a:rPr>
            </a:br>
            <a:br>
              <a:rPr lang="en-US" sz="2000" dirty="0">
                <a:latin typeface="+mn-lt"/>
              </a:rPr>
            </a:br>
            <a:r>
              <a:rPr lang="en-US" sz="2000" dirty="0">
                <a:latin typeface="+mn-lt"/>
              </a:rPr>
              <a:t>5. Odd one out</a:t>
            </a:r>
            <a:br>
              <a:rPr lang="en-US" sz="2000" dirty="0">
                <a:latin typeface="+mn-lt"/>
              </a:rPr>
            </a:br>
            <a:r>
              <a:rPr lang="en-US" sz="2000" dirty="0">
                <a:latin typeface="+mn-lt"/>
              </a:rPr>
              <a:t>A) P	 	B) V		C) Q		D) R</a:t>
            </a:r>
            <a:endParaRPr lang="en-IN" sz="2000" dirty="0">
              <a:latin typeface="+mn-lt"/>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EC4BAEE-22EA-8DD5-740E-9C0F6A3DE0A2}"/>
                  </a:ext>
                </a:extLst>
              </p14:cNvPr>
              <p14:cNvContentPartPr/>
              <p14:nvPr/>
            </p14:nvContentPartPr>
            <p14:xfrm>
              <a:off x="302040" y="1208880"/>
              <a:ext cx="8747640" cy="4289040"/>
            </p14:xfrm>
          </p:contentPart>
        </mc:Choice>
        <mc:Fallback>
          <p:pic>
            <p:nvPicPr>
              <p:cNvPr id="3" name="Ink 2">
                <a:extLst>
                  <a:ext uri="{FF2B5EF4-FFF2-40B4-BE49-F238E27FC236}">
                    <a16:creationId xmlns:a16="http://schemas.microsoft.com/office/drawing/2014/main" id="{0EC4BAEE-22EA-8DD5-740E-9C0F6A3DE0A2}"/>
                  </a:ext>
                </a:extLst>
              </p:cNvPr>
              <p:cNvPicPr/>
              <p:nvPr/>
            </p:nvPicPr>
            <p:blipFill>
              <a:blip r:embed="rId4"/>
              <a:stretch>
                <a:fillRect/>
              </a:stretch>
            </p:blipFill>
            <p:spPr>
              <a:xfrm>
                <a:off x="292680" y="1199520"/>
                <a:ext cx="8766360" cy="430776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491" y="1307939"/>
            <a:ext cx="7187880" cy="822702"/>
          </a:xfrm>
        </p:spPr>
        <p:txBody>
          <a:bodyPr>
            <a:normAutofit fontScale="90000"/>
          </a:bodyPr>
          <a:lstStyle/>
          <a:p>
            <a:r>
              <a:rPr lang="en-US" sz="2000" dirty="0">
                <a:latin typeface="+mn-lt"/>
              </a:rPr>
              <a:t>6. Six doctors E, G, I, K, M and 0 are standing in a row facing towards north (Not necessarily in the same order). M is standing to the immediate right of E. K is standing second to the right of 0. Two doctors are standing between I and M. K is towards the left of G. Who is standing to the immediate right of K?</a:t>
            </a:r>
            <a:endParaRPr lang="en-IN" sz="2000" dirty="0">
              <a:latin typeface="+mn-lt"/>
            </a:endParaRPr>
          </a:p>
        </p:txBody>
      </p:sp>
      <p:sp>
        <p:nvSpPr>
          <p:cNvPr id="9" name="Content Placeholder 8"/>
          <p:cNvSpPr>
            <a:spLocks noGrp="1"/>
          </p:cNvSpPr>
          <p:nvPr>
            <p:ph idx="1"/>
          </p:nvPr>
        </p:nvSpPr>
        <p:spPr>
          <a:xfrm>
            <a:off x="1257300" y="2356019"/>
            <a:ext cx="7886700" cy="4351338"/>
          </a:xfrm>
        </p:spPr>
        <p:txBody>
          <a:bodyPr>
            <a:normAutofit/>
          </a:bodyPr>
          <a:lstStyle/>
          <a:p>
            <a:pPr marL="514350" indent="-514350">
              <a:buAutoNum type="alphaUcParenR"/>
            </a:pPr>
            <a:r>
              <a:rPr lang="en-US" sz="2000" dirty="0"/>
              <a:t>I</a:t>
            </a:r>
          </a:p>
          <a:p>
            <a:pPr marL="514350" indent="-514350">
              <a:buAutoNum type="alphaUcParenR"/>
            </a:pPr>
            <a:r>
              <a:rPr lang="en-US" sz="2000" dirty="0"/>
              <a:t>E</a:t>
            </a:r>
          </a:p>
          <a:p>
            <a:pPr marL="514350" indent="-514350">
              <a:buAutoNum type="alphaUcParenR"/>
            </a:pPr>
            <a:r>
              <a:rPr lang="en-US" sz="2000" dirty="0"/>
              <a:t>M</a:t>
            </a:r>
          </a:p>
          <a:p>
            <a:pPr marL="514350" indent="-514350">
              <a:buAutoNum type="alphaUcParenR"/>
            </a:pPr>
            <a:r>
              <a:rPr lang="en-US" sz="2000" dirty="0"/>
              <a:t>G</a:t>
            </a:r>
            <a:endParaRPr lang="en-I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680" y="1041722"/>
            <a:ext cx="7290604" cy="268144"/>
          </a:xfrm>
        </p:spPr>
        <p:txBody>
          <a:bodyPr>
            <a:normAutofit fontScale="90000"/>
          </a:bodyPr>
          <a:lstStyle/>
          <a:p>
            <a:r>
              <a:rPr lang="en-US" sz="2000" dirty="0">
                <a:latin typeface="+mn-lt"/>
                <a:cs typeface="+mn-lt"/>
              </a:rPr>
              <a:t>7. Eight friends L, M, N, O, P, Q, R and S are sitting around a circle facing the </a:t>
            </a:r>
            <a:r>
              <a:rPr lang="en-US" sz="2000" dirty="0" err="1">
                <a:latin typeface="+mn-lt"/>
                <a:cs typeface="+mn-lt"/>
              </a:rPr>
              <a:t>centre</a:t>
            </a:r>
            <a:r>
              <a:rPr lang="en-US" sz="2000" dirty="0">
                <a:latin typeface="+mn-lt"/>
                <a:cs typeface="+mn-lt"/>
              </a:rPr>
              <a:t>. There are an equal number of males and females in the group. No two females are immediate </a:t>
            </a:r>
            <a:r>
              <a:rPr lang="en-US" sz="2000" dirty="0" err="1">
                <a:latin typeface="+mn-lt"/>
                <a:cs typeface="+mn-lt"/>
              </a:rPr>
              <a:t>neighbours</a:t>
            </a:r>
            <a:r>
              <a:rPr lang="en-US" sz="2000" dirty="0">
                <a:latin typeface="+mn-lt"/>
                <a:cs typeface="+mn-lt"/>
              </a:rPr>
              <a:t> of each other. N is a male and N sits third to the right of R. O is a female and O is not an immediate </a:t>
            </a:r>
            <a:r>
              <a:rPr lang="en-US" sz="2000" dirty="0" err="1">
                <a:latin typeface="+mn-lt"/>
                <a:cs typeface="+mn-lt"/>
              </a:rPr>
              <a:t>neighbour</a:t>
            </a:r>
            <a:r>
              <a:rPr lang="en-US" sz="2000" dirty="0">
                <a:latin typeface="+mn-lt"/>
                <a:cs typeface="+mn-lt"/>
              </a:rPr>
              <a:t> of N. L is a male. P sits second to the left of O. S sits fourth to the right of L and S is not an immediate </a:t>
            </a:r>
            <a:r>
              <a:rPr lang="en-US" sz="2000" dirty="0" err="1">
                <a:latin typeface="+mn-lt"/>
                <a:cs typeface="+mn-lt"/>
              </a:rPr>
              <a:t>neighbour</a:t>
            </a:r>
            <a:r>
              <a:rPr lang="en-US" sz="2000" dirty="0">
                <a:latin typeface="+mn-lt"/>
                <a:cs typeface="+mn-lt"/>
              </a:rPr>
              <a:t> of R. Q is a female.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315211"/>
            <a:ext cx="7886700" cy="1325563"/>
          </a:xfrm>
        </p:spPr>
        <p:txBody>
          <a:bodyPr>
            <a:normAutofit fontScale="90000"/>
          </a:bodyPr>
          <a:lstStyle/>
          <a:p>
            <a:r>
              <a:rPr lang="en-US" sz="2220"/>
              <a:t>1.What is Q's position with respect to O?</a:t>
            </a:r>
            <a:br>
              <a:rPr lang="en-US" sz="2220"/>
            </a:br>
            <a:r>
              <a:rPr lang="en-US" sz="2220"/>
              <a:t>A)Fourth to the left		C) Third to the Right</a:t>
            </a:r>
            <a:br>
              <a:rPr lang="en-US" sz="2220"/>
            </a:br>
            <a:r>
              <a:rPr lang="en-US" sz="2220"/>
              <a:t>B)Second from the left		D) None</a:t>
            </a:r>
            <a:br>
              <a:rPr lang="en-US" sz="2220"/>
            </a:br>
            <a:r>
              <a:rPr lang="en-US" sz="2220"/>
              <a:t>2.Four of the following five are alike in a certain way based on their seating positions in the above arrangement and so form a group. Which is the one that does not belong to the group?</a:t>
            </a:r>
            <a:br>
              <a:rPr lang="en-US" sz="2220"/>
            </a:br>
            <a:r>
              <a:rPr lang="en-US" sz="2220"/>
              <a:t>A)LO		B) OQ		C) OP		D) MS</a:t>
            </a:r>
            <a:br>
              <a:rPr lang="en-US" sz="2220"/>
            </a:br>
            <a:r>
              <a:rPr lang="en-US" sz="2220"/>
              <a:t>3.If all the eight friends are made to sit alphabetically in the clockwise direction starting from L, positions of how many will remain unchanged (excluding L)?</a:t>
            </a:r>
            <a:br>
              <a:rPr lang="en-US" sz="2220"/>
            </a:br>
            <a:r>
              <a:rPr lang="en-US" sz="2220"/>
              <a:t>A)One		B) Two	C) Three	D) Four</a:t>
            </a:r>
            <a:br>
              <a:rPr lang="en-US" sz="2220"/>
            </a:br>
            <a:r>
              <a:rPr lang="en-US" sz="2220"/>
              <a:t>4.Which of the following is true about M ?</a:t>
            </a:r>
            <a:br>
              <a:rPr lang="en-US" sz="2220"/>
            </a:br>
            <a:r>
              <a:rPr lang="en-US" sz="2220"/>
              <a:t>A)M is Male				C) M sists on the immediate left of O</a:t>
            </a:r>
            <a:br>
              <a:rPr lang="en-US" sz="2220"/>
            </a:br>
            <a:r>
              <a:rPr lang="en-US" sz="2220"/>
              <a:t>B)M sits third to the Right of Q	D) None</a:t>
            </a:r>
            <a:br>
              <a:rPr lang="en-US" sz="2220"/>
            </a:br>
            <a:r>
              <a:rPr lang="en-US" sz="2220"/>
              <a:t>5.Which of the following groups represents the females in the group?</a:t>
            </a:r>
            <a:br>
              <a:rPr lang="en-US" sz="2220"/>
            </a:br>
            <a:r>
              <a:rPr lang="en-US" sz="2220"/>
              <a:t>A)O, P, Q, S 		B) O, R, P, </a:t>
            </a:r>
            <a:r>
              <a:rPr lang="en-IN" altLang="en-US" sz="2220"/>
              <a:t>Q</a:t>
            </a:r>
            <a:r>
              <a:rPr lang="en-US" sz="2220"/>
              <a:t>		C) Q, L, M, O 	D)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8861-46AF-2748-2EF3-1ED50036CB5C}"/>
              </a:ext>
            </a:extLst>
          </p:cNvPr>
          <p:cNvSpPr>
            <a:spLocks noGrp="1"/>
          </p:cNvSpPr>
          <p:nvPr>
            <p:ph type="title"/>
          </p:nvPr>
        </p:nvSpPr>
        <p:spPr>
          <a:xfrm>
            <a:off x="628650" y="2103437"/>
            <a:ext cx="7886700" cy="1325563"/>
          </a:xfrm>
        </p:spPr>
        <p:txBody>
          <a:bodyPr>
            <a:noAutofit/>
          </a:bodyPr>
          <a:lstStyle/>
          <a:p>
            <a:r>
              <a:rPr lang="en-US" sz="2000" b="0" i="0" dirty="0">
                <a:solidFill>
                  <a:srgbClr val="444444"/>
                </a:solidFill>
                <a:effectLst/>
                <a:latin typeface="+mn-lt"/>
              </a:rPr>
              <a:t>A total of 10 people, 5 men and 5 women are sitting in two parallel lines, facing each other. Five men, namely, Ajit, Bharat, Chirag, Dharam and Ejaz are facing to the south and the five women, </a:t>
            </a:r>
            <a:r>
              <a:rPr lang="en-US" sz="2000" b="0" i="0" dirty="0" err="1">
                <a:solidFill>
                  <a:srgbClr val="444444"/>
                </a:solidFill>
                <a:effectLst/>
                <a:latin typeface="+mn-lt"/>
              </a:rPr>
              <a:t>Meenal</a:t>
            </a:r>
            <a:r>
              <a:rPr lang="en-US" sz="2000" b="0" i="0" dirty="0">
                <a:solidFill>
                  <a:srgbClr val="444444"/>
                </a:solidFill>
                <a:effectLst/>
                <a:latin typeface="+mn-lt"/>
              </a:rPr>
              <a:t>, </a:t>
            </a:r>
            <a:r>
              <a:rPr lang="en-US" sz="2000" b="0" i="0" dirty="0" err="1">
                <a:solidFill>
                  <a:srgbClr val="444444"/>
                </a:solidFill>
                <a:effectLst/>
                <a:latin typeface="+mn-lt"/>
              </a:rPr>
              <a:t>Neelu</a:t>
            </a:r>
            <a:r>
              <a:rPr lang="en-US" sz="2000" b="0" i="0" dirty="0">
                <a:solidFill>
                  <a:srgbClr val="444444"/>
                </a:solidFill>
                <a:effectLst/>
                <a:latin typeface="+mn-lt"/>
              </a:rPr>
              <a:t>, Octavia, Preeti and Arpita are facing towards the north.</a:t>
            </a:r>
            <a:br>
              <a:rPr lang="en-US" sz="2000" b="0" i="0" dirty="0">
                <a:solidFill>
                  <a:srgbClr val="444444"/>
                </a:solidFill>
                <a:effectLst/>
                <a:latin typeface="+mn-lt"/>
              </a:rPr>
            </a:br>
            <a:r>
              <a:rPr lang="en-US" sz="2000" b="0" i="0" dirty="0">
                <a:solidFill>
                  <a:srgbClr val="444444"/>
                </a:solidFill>
                <a:effectLst/>
                <a:latin typeface="+mn-lt"/>
              </a:rPr>
              <a:t>Bharat, who is just next to the left of Dharam, is opposite to Arpita.</a:t>
            </a:r>
            <a:br>
              <a:rPr lang="en-US" sz="2000" b="0" i="0" dirty="0">
                <a:solidFill>
                  <a:srgbClr val="444444"/>
                </a:solidFill>
                <a:effectLst/>
                <a:latin typeface="+mn-lt"/>
              </a:rPr>
            </a:br>
            <a:r>
              <a:rPr lang="en-US" sz="2000" b="0" i="0" dirty="0">
                <a:solidFill>
                  <a:srgbClr val="444444"/>
                </a:solidFill>
                <a:effectLst/>
                <a:latin typeface="+mn-lt"/>
              </a:rPr>
              <a:t>Chirag and </a:t>
            </a:r>
            <a:r>
              <a:rPr lang="en-US" sz="2000" b="0" i="0" dirty="0" err="1">
                <a:solidFill>
                  <a:srgbClr val="444444"/>
                </a:solidFill>
                <a:effectLst/>
                <a:latin typeface="+mn-lt"/>
              </a:rPr>
              <a:t>Neelu</a:t>
            </a:r>
            <a:r>
              <a:rPr lang="en-US" sz="2000" b="0" i="0" dirty="0">
                <a:solidFill>
                  <a:srgbClr val="444444"/>
                </a:solidFill>
                <a:effectLst/>
                <a:latin typeface="+mn-lt"/>
              </a:rPr>
              <a:t> are diagonally opposite to each other.</a:t>
            </a:r>
            <a:br>
              <a:rPr lang="en-US" sz="2000" b="0" i="0" dirty="0">
                <a:solidFill>
                  <a:srgbClr val="444444"/>
                </a:solidFill>
                <a:effectLst/>
                <a:latin typeface="+mn-lt"/>
              </a:rPr>
            </a:br>
            <a:r>
              <a:rPr lang="en-US" sz="2000" b="0" i="0" dirty="0">
                <a:solidFill>
                  <a:srgbClr val="444444"/>
                </a:solidFill>
                <a:effectLst/>
                <a:latin typeface="+mn-lt"/>
              </a:rPr>
              <a:t>Ejaz is opposite Octavia who is just next to </a:t>
            </a:r>
            <a:r>
              <a:rPr lang="en-US" sz="2000" b="0" i="0" dirty="0" err="1">
                <a:solidFill>
                  <a:srgbClr val="444444"/>
                </a:solidFill>
                <a:effectLst/>
                <a:latin typeface="+mn-lt"/>
              </a:rPr>
              <a:t>Meenal</a:t>
            </a:r>
            <a:r>
              <a:rPr lang="en-US" sz="2000" b="0" i="0" dirty="0">
                <a:solidFill>
                  <a:srgbClr val="444444"/>
                </a:solidFill>
                <a:effectLst/>
                <a:latin typeface="+mn-lt"/>
              </a:rPr>
              <a:t>.</a:t>
            </a:r>
            <a:br>
              <a:rPr lang="en-US" sz="2000" b="0" i="0" dirty="0">
                <a:solidFill>
                  <a:srgbClr val="444444"/>
                </a:solidFill>
                <a:effectLst/>
                <a:latin typeface="+mn-lt"/>
              </a:rPr>
            </a:br>
            <a:r>
              <a:rPr lang="en-US" sz="2000" b="0" i="0" dirty="0">
                <a:solidFill>
                  <a:srgbClr val="444444"/>
                </a:solidFill>
                <a:effectLst/>
                <a:latin typeface="+mn-lt"/>
              </a:rPr>
              <a:t>Preeti, who is just to the left of Arpita, and opposite to Dharam.</a:t>
            </a:r>
            <a:br>
              <a:rPr lang="en-US" sz="2000" b="0" i="0" dirty="0">
                <a:solidFill>
                  <a:srgbClr val="444444"/>
                </a:solidFill>
                <a:effectLst/>
                <a:latin typeface="+mn-lt"/>
              </a:rPr>
            </a:br>
            <a:r>
              <a:rPr lang="en-US" sz="2000" b="0" i="0" dirty="0" err="1">
                <a:solidFill>
                  <a:srgbClr val="444444"/>
                </a:solidFill>
                <a:effectLst/>
                <a:latin typeface="+mn-lt"/>
              </a:rPr>
              <a:t>Meenal</a:t>
            </a:r>
            <a:r>
              <a:rPr lang="en-US" sz="2000" b="0" i="0" dirty="0">
                <a:solidFill>
                  <a:srgbClr val="444444"/>
                </a:solidFill>
                <a:effectLst/>
                <a:latin typeface="+mn-lt"/>
              </a:rPr>
              <a:t> is at one end of the line</a:t>
            </a:r>
            <a:br>
              <a:rPr lang="en-US" sz="2000" b="0" i="0" dirty="0">
                <a:solidFill>
                  <a:srgbClr val="444444"/>
                </a:solidFill>
                <a:effectLst/>
                <a:latin typeface="+mn-lt"/>
              </a:rPr>
            </a:br>
            <a:r>
              <a:rPr lang="en-US" sz="2000" b="1" i="0" dirty="0">
                <a:solidFill>
                  <a:srgbClr val="444444"/>
                </a:solidFill>
                <a:effectLst/>
                <a:latin typeface="+mn-lt"/>
              </a:rPr>
              <a:t>Q 1.</a:t>
            </a:r>
            <a:r>
              <a:rPr lang="en-US" sz="2000" b="0" i="0" dirty="0">
                <a:solidFill>
                  <a:srgbClr val="444444"/>
                </a:solidFill>
                <a:effectLst/>
                <a:latin typeface="+mn-lt"/>
              </a:rPr>
              <a:t> Which two people are sitting at the two extreme ends of the line?</a:t>
            </a:r>
            <a:br>
              <a:rPr lang="en-US" sz="2000" b="0" i="0" dirty="0">
                <a:solidFill>
                  <a:srgbClr val="444444"/>
                </a:solidFill>
                <a:effectLst/>
                <a:latin typeface="+mn-lt"/>
              </a:rPr>
            </a:br>
            <a:r>
              <a:rPr lang="en-US" sz="2000" b="0" i="0" dirty="0">
                <a:solidFill>
                  <a:srgbClr val="444444"/>
                </a:solidFill>
                <a:effectLst/>
                <a:latin typeface="+mn-lt"/>
              </a:rPr>
              <a:t>Ejaz, Bharat</a:t>
            </a:r>
            <a:br>
              <a:rPr lang="en-US" sz="2000" b="0" i="0" dirty="0">
                <a:solidFill>
                  <a:srgbClr val="444444"/>
                </a:solidFill>
                <a:effectLst/>
                <a:latin typeface="+mn-lt"/>
              </a:rPr>
            </a:br>
            <a:r>
              <a:rPr lang="en-US" sz="2000" b="0" i="0" dirty="0">
                <a:solidFill>
                  <a:srgbClr val="444444"/>
                </a:solidFill>
                <a:effectLst/>
                <a:latin typeface="+mn-lt"/>
              </a:rPr>
              <a:t>Ajit, Chirag</a:t>
            </a:r>
            <a:br>
              <a:rPr lang="en-US" sz="2000" b="0" i="0" dirty="0">
                <a:solidFill>
                  <a:srgbClr val="444444"/>
                </a:solidFill>
                <a:effectLst/>
                <a:latin typeface="+mn-lt"/>
              </a:rPr>
            </a:br>
            <a:r>
              <a:rPr lang="en-US" sz="2000" b="0" i="0" dirty="0" err="1">
                <a:solidFill>
                  <a:srgbClr val="444444"/>
                </a:solidFill>
                <a:effectLst/>
                <a:latin typeface="+mn-lt"/>
              </a:rPr>
              <a:t>Chirag</a:t>
            </a:r>
            <a:r>
              <a:rPr lang="en-US" sz="2000" b="0" i="0" dirty="0">
                <a:solidFill>
                  <a:srgbClr val="444444"/>
                </a:solidFill>
                <a:effectLst/>
                <a:latin typeface="+mn-lt"/>
              </a:rPr>
              <a:t>, Dharam</a:t>
            </a:r>
            <a:br>
              <a:rPr lang="en-US" sz="2000" b="0" i="0" dirty="0">
                <a:solidFill>
                  <a:srgbClr val="444444"/>
                </a:solidFill>
                <a:effectLst/>
                <a:latin typeface="+mn-lt"/>
              </a:rPr>
            </a:br>
            <a:r>
              <a:rPr lang="en-US" sz="2000" b="0" i="0" dirty="0" err="1">
                <a:solidFill>
                  <a:srgbClr val="444444"/>
                </a:solidFill>
                <a:effectLst/>
                <a:latin typeface="+mn-lt"/>
              </a:rPr>
              <a:t>Dharam</a:t>
            </a:r>
            <a:r>
              <a:rPr lang="en-US" sz="2000" b="0" i="0" dirty="0">
                <a:solidFill>
                  <a:srgbClr val="444444"/>
                </a:solidFill>
                <a:effectLst/>
                <a:latin typeface="+mn-lt"/>
              </a:rPr>
              <a:t>, Bharat</a:t>
            </a:r>
            <a:br>
              <a:rPr lang="en-US" sz="2000" b="0" i="0" dirty="0">
                <a:solidFill>
                  <a:srgbClr val="444444"/>
                </a:solidFill>
                <a:effectLst/>
                <a:latin typeface="+mn-lt"/>
              </a:rPr>
            </a:br>
            <a:r>
              <a:rPr lang="en-US" sz="2000" b="0" i="0" dirty="0">
                <a:solidFill>
                  <a:srgbClr val="444444"/>
                </a:solidFill>
                <a:effectLst/>
                <a:latin typeface="+mn-lt"/>
              </a:rPr>
              <a:t>None of the Above</a:t>
            </a:r>
            <a:br>
              <a:rPr lang="en-US" sz="2000" b="0" i="0" dirty="0">
                <a:solidFill>
                  <a:srgbClr val="444444"/>
                </a:solidFill>
                <a:effectLst/>
                <a:latin typeface="+mn-lt"/>
              </a:rPr>
            </a:br>
            <a:endParaRPr lang="en-IN" sz="2000" dirty="0">
              <a:latin typeface="+mn-lt"/>
            </a:endParaRPr>
          </a:p>
        </p:txBody>
      </p:sp>
    </p:spTree>
    <p:extLst>
      <p:ext uri="{BB962C8B-B14F-4D97-AF65-F5344CB8AC3E}">
        <p14:creationId xmlns:p14="http://schemas.microsoft.com/office/powerpoint/2010/main" val="785970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8861-46AF-2748-2EF3-1ED50036CB5C}"/>
              </a:ext>
            </a:extLst>
          </p:cNvPr>
          <p:cNvSpPr>
            <a:spLocks noGrp="1"/>
          </p:cNvSpPr>
          <p:nvPr>
            <p:ph type="title"/>
          </p:nvPr>
        </p:nvSpPr>
        <p:spPr>
          <a:xfrm>
            <a:off x="553700" y="1848604"/>
            <a:ext cx="7886700" cy="1325563"/>
          </a:xfrm>
        </p:spPr>
        <p:txBody>
          <a:bodyPr>
            <a:noAutofit/>
          </a:bodyPr>
          <a:lstStyle/>
          <a:p>
            <a:r>
              <a:rPr lang="en-IN" sz="2000" b="0" i="0" dirty="0">
                <a:solidFill>
                  <a:srgbClr val="444444"/>
                </a:solidFill>
                <a:effectLst/>
                <a:latin typeface="+mn-lt"/>
              </a:rPr>
              <a:t>2. Who is sitting right in front of Dharam?</a:t>
            </a:r>
            <a:br>
              <a:rPr lang="en-IN" sz="2000" b="0" i="0" dirty="0">
                <a:solidFill>
                  <a:srgbClr val="444444"/>
                </a:solidFill>
                <a:effectLst/>
                <a:latin typeface="+mn-lt"/>
              </a:rPr>
            </a:br>
            <a:r>
              <a:rPr lang="en-IN" sz="2000" b="0" i="0" dirty="0">
                <a:solidFill>
                  <a:srgbClr val="444444"/>
                </a:solidFill>
                <a:effectLst/>
                <a:latin typeface="+mn-lt"/>
              </a:rPr>
              <a:t>A. </a:t>
            </a:r>
            <a:r>
              <a:rPr lang="en-IN" sz="2000" b="0" i="0" dirty="0" err="1">
                <a:solidFill>
                  <a:srgbClr val="444444"/>
                </a:solidFill>
                <a:effectLst/>
                <a:latin typeface="+mn-lt"/>
              </a:rPr>
              <a:t>Neelu</a:t>
            </a:r>
            <a:r>
              <a:rPr lang="en-IN" sz="2000" dirty="0">
                <a:solidFill>
                  <a:srgbClr val="444444"/>
                </a:solidFill>
                <a:latin typeface="+mn-lt"/>
              </a:rPr>
              <a:t>		B. </a:t>
            </a:r>
            <a:r>
              <a:rPr lang="en-IN" sz="2000" b="0" i="0" dirty="0" err="1">
                <a:solidFill>
                  <a:srgbClr val="444444"/>
                </a:solidFill>
                <a:effectLst/>
                <a:latin typeface="+mn-lt"/>
              </a:rPr>
              <a:t>Meenal</a:t>
            </a:r>
            <a:r>
              <a:rPr lang="en-IN" sz="2000" dirty="0">
                <a:solidFill>
                  <a:srgbClr val="444444"/>
                </a:solidFill>
                <a:latin typeface="+mn-lt"/>
              </a:rPr>
              <a:t>	C. </a:t>
            </a:r>
            <a:r>
              <a:rPr lang="en-IN" sz="2000" b="0" i="0" dirty="0">
                <a:solidFill>
                  <a:srgbClr val="444444"/>
                </a:solidFill>
                <a:effectLst/>
                <a:latin typeface="+mn-lt"/>
              </a:rPr>
              <a:t>Octavia</a:t>
            </a:r>
            <a:r>
              <a:rPr lang="en-IN" sz="2000" dirty="0">
                <a:solidFill>
                  <a:srgbClr val="444444"/>
                </a:solidFill>
                <a:latin typeface="+mn-lt"/>
              </a:rPr>
              <a:t>	D. </a:t>
            </a:r>
            <a:r>
              <a:rPr lang="en-IN" sz="2000" b="0" i="0" dirty="0">
                <a:solidFill>
                  <a:srgbClr val="444444"/>
                </a:solidFill>
                <a:effectLst/>
                <a:latin typeface="+mn-lt"/>
              </a:rPr>
              <a:t>Preeti</a:t>
            </a:r>
            <a:br>
              <a:rPr lang="en-IN" sz="2000" b="0" i="0" dirty="0">
                <a:solidFill>
                  <a:srgbClr val="444444"/>
                </a:solidFill>
                <a:effectLst/>
                <a:latin typeface="+mn-lt"/>
              </a:rPr>
            </a:br>
            <a:br>
              <a:rPr lang="en-IN" sz="2000" b="0" i="0" dirty="0">
                <a:solidFill>
                  <a:srgbClr val="444444"/>
                </a:solidFill>
                <a:effectLst/>
                <a:latin typeface="+mn-lt"/>
              </a:rPr>
            </a:br>
            <a:r>
              <a:rPr lang="en-IN" sz="2000" b="1" i="0" dirty="0">
                <a:solidFill>
                  <a:srgbClr val="444444"/>
                </a:solidFill>
                <a:effectLst/>
                <a:latin typeface="+mn-lt"/>
              </a:rPr>
              <a:t>Q 3.</a:t>
            </a:r>
            <a:r>
              <a:rPr lang="en-IN" sz="2000" b="0" i="0" dirty="0">
                <a:solidFill>
                  <a:srgbClr val="444444"/>
                </a:solidFill>
                <a:effectLst/>
                <a:latin typeface="+mn-lt"/>
              </a:rPr>
              <a:t> Who sits exactly in between </a:t>
            </a:r>
            <a:r>
              <a:rPr lang="en-IN" sz="2000" b="0" i="0" dirty="0" err="1">
                <a:solidFill>
                  <a:srgbClr val="444444"/>
                </a:solidFill>
                <a:effectLst/>
                <a:latin typeface="+mn-lt"/>
              </a:rPr>
              <a:t>Meenal</a:t>
            </a:r>
            <a:r>
              <a:rPr lang="en-IN" sz="2000" b="0" i="0" dirty="0">
                <a:solidFill>
                  <a:srgbClr val="444444"/>
                </a:solidFill>
                <a:effectLst/>
                <a:latin typeface="+mn-lt"/>
              </a:rPr>
              <a:t> and </a:t>
            </a:r>
            <a:r>
              <a:rPr lang="en-IN" sz="2000" b="0" i="0" dirty="0" err="1">
                <a:solidFill>
                  <a:srgbClr val="444444"/>
                </a:solidFill>
                <a:effectLst/>
                <a:latin typeface="+mn-lt"/>
              </a:rPr>
              <a:t>Neelu</a:t>
            </a:r>
            <a:r>
              <a:rPr lang="en-IN" sz="2000" b="0" i="0" dirty="0">
                <a:solidFill>
                  <a:srgbClr val="444444"/>
                </a:solidFill>
                <a:effectLst/>
                <a:latin typeface="+mn-lt"/>
              </a:rPr>
              <a:t>?</a:t>
            </a:r>
            <a:br>
              <a:rPr lang="en-IN" sz="2000" b="0" i="0" dirty="0">
                <a:solidFill>
                  <a:srgbClr val="444444"/>
                </a:solidFill>
                <a:effectLst/>
                <a:latin typeface="+mn-lt"/>
              </a:rPr>
            </a:br>
            <a:r>
              <a:rPr lang="en-IN" sz="2000" b="0" i="0" dirty="0">
                <a:solidFill>
                  <a:srgbClr val="444444"/>
                </a:solidFill>
                <a:effectLst/>
                <a:latin typeface="+mn-lt"/>
              </a:rPr>
              <a:t>A. Preeti</a:t>
            </a:r>
            <a:r>
              <a:rPr lang="en-IN" sz="2000" dirty="0">
                <a:solidFill>
                  <a:srgbClr val="444444"/>
                </a:solidFill>
                <a:latin typeface="+mn-lt"/>
              </a:rPr>
              <a:t>		B. </a:t>
            </a:r>
            <a:r>
              <a:rPr lang="en-IN" sz="2000" b="0" i="0" dirty="0">
                <a:solidFill>
                  <a:srgbClr val="444444"/>
                </a:solidFill>
                <a:effectLst/>
                <a:latin typeface="+mn-lt"/>
              </a:rPr>
              <a:t>Octavia</a:t>
            </a:r>
            <a:r>
              <a:rPr lang="en-IN" sz="2000" dirty="0">
                <a:solidFill>
                  <a:srgbClr val="444444"/>
                </a:solidFill>
                <a:latin typeface="+mn-lt"/>
              </a:rPr>
              <a:t>	C. </a:t>
            </a:r>
            <a:r>
              <a:rPr lang="en-IN" sz="2000" b="0" i="0" dirty="0">
                <a:solidFill>
                  <a:srgbClr val="444444"/>
                </a:solidFill>
                <a:effectLst/>
                <a:latin typeface="+mn-lt"/>
              </a:rPr>
              <a:t>Arpita</a:t>
            </a:r>
            <a:r>
              <a:rPr lang="en-IN" sz="2000" dirty="0">
                <a:solidFill>
                  <a:srgbClr val="444444"/>
                </a:solidFill>
                <a:latin typeface="+mn-lt"/>
              </a:rPr>
              <a:t>		D. </a:t>
            </a:r>
            <a:r>
              <a:rPr lang="en-IN" sz="2000" b="0" i="0" dirty="0">
                <a:solidFill>
                  <a:srgbClr val="444444"/>
                </a:solidFill>
                <a:effectLst/>
                <a:latin typeface="+mn-lt"/>
              </a:rPr>
              <a:t>Ejaz</a:t>
            </a:r>
            <a:br>
              <a:rPr lang="en-IN" sz="2000" b="0" i="0" dirty="0">
                <a:solidFill>
                  <a:srgbClr val="444444"/>
                </a:solidFill>
                <a:effectLst/>
                <a:latin typeface="+mn-lt"/>
              </a:rPr>
            </a:br>
            <a:br>
              <a:rPr lang="en-IN" sz="2000" b="0" i="0" dirty="0">
                <a:solidFill>
                  <a:srgbClr val="444444"/>
                </a:solidFill>
                <a:effectLst/>
                <a:latin typeface="+mn-lt"/>
              </a:rPr>
            </a:br>
            <a:r>
              <a:rPr lang="en-IN" sz="2000" b="1" i="0" dirty="0">
                <a:solidFill>
                  <a:srgbClr val="444444"/>
                </a:solidFill>
                <a:effectLst/>
                <a:latin typeface="+mn-lt"/>
              </a:rPr>
              <a:t>Q 4.</a:t>
            </a:r>
            <a:r>
              <a:rPr lang="en-IN" sz="2000" b="0" i="0" dirty="0">
                <a:solidFill>
                  <a:srgbClr val="444444"/>
                </a:solidFill>
                <a:effectLst/>
                <a:latin typeface="+mn-lt"/>
              </a:rPr>
              <a:t> Who sits opposite to Octavia?</a:t>
            </a:r>
            <a:br>
              <a:rPr lang="en-IN" sz="2000" b="0" i="0" dirty="0">
                <a:solidFill>
                  <a:srgbClr val="444444"/>
                </a:solidFill>
                <a:effectLst/>
                <a:latin typeface="+mn-lt"/>
              </a:rPr>
            </a:br>
            <a:r>
              <a:rPr lang="en-IN" sz="2000" b="0" i="0" dirty="0">
                <a:solidFill>
                  <a:srgbClr val="444444"/>
                </a:solidFill>
                <a:effectLst/>
                <a:latin typeface="+mn-lt"/>
              </a:rPr>
              <a:t>A. Chirag</a:t>
            </a:r>
            <a:r>
              <a:rPr lang="en-IN" sz="2000" dirty="0">
                <a:solidFill>
                  <a:srgbClr val="444444"/>
                </a:solidFill>
                <a:latin typeface="+mn-lt"/>
              </a:rPr>
              <a:t>	B. </a:t>
            </a:r>
            <a:r>
              <a:rPr lang="en-IN" sz="2000" b="0" i="0" dirty="0">
                <a:solidFill>
                  <a:srgbClr val="444444"/>
                </a:solidFill>
                <a:effectLst/>
                <a:latin typeface="+mn-lt"/>
              </a:rPr>
              <a:t>Ejaz</a:t>
            </a:r>
            <a:r>
              <a:rPr lang="en-IN" sz="2000" dirty="0">
                <a:solidFill>
                  <a:srgbClr val="444444"/>
                </a:solidFill>
                <a:latin typeface="+mn-lt"/>
              </a:rPr>
              <a:t>		C. </a:t>
            </a:r>
            <a:r>
              <a:rPr lang="en-IN" sz="2000" b="0" i="0" dirty="0">
                <a:solidFill>
                  <a:srgbClr val="444444"/>
                </a:solidFill>
                <a:effectLst/>
                <a:latin typeface="+mn-lt"/>
              </a:rPr>
              <a:t>Dharam</a:t>
            </a:r>
            <a:r>
              <a:rPr lang="en-IN" sz="2000" dirty="0">
                <a:solidFill>
                  <a:srgbClr val="444444"/>
                </a:solidFill>
                <a:latin typeface="+mn-lt"/>
              </a:rPr>
              <a:t>	D. </a:t>
            </a:r>
            <a:r>
              <a:rPr lang="en-IN" sz="2000" b="0" i="0" dirty="0">
                <a:solidFill>
                  <a:srgbClr val="444444"/>
                </a:solidFill>
                <a:effectLst/>
                <a:latin typeface="+mn-lt"/>
              </a:rPr>
              <a:t>Bharat</a:t>
            </a:r>
            <a:br>
              <a:rPr lang="en-IN" sz="2000" b="0" i="0" dirty="0">
                <a:solidFill>
                  <a:srgbClr val="444444"/>
                </a:solidFill>
                <a:effectLst/>
                <a:latin typeface="+mn-lt"/>
              </a:rPr>
            </a:br>
            <a:br>
              <a:rPr lang="en-IN" sz="2000" b="0" i="0" dirty="0">
                <a:solidFill>
                  <a:srgbClr val="444444"/>
                </a:solidFill>
                <a:effectLst/>
                <a:latin typeface="+mn-lt"/>
              </a:rPr>
            </a:br>
            <a:r>
              <a:rPr lang="en-IN" sz="2000" b="1" i="0" dirty="0">
                <a:solidFill>
                  <a:srgbClr val="444444"/>
                </a:solidFill>
                <a:effectLst/>
                <a:latin typeface="+mn-lt"/>
              </a:rPr>
              <a:t>Q 5.</a:t>
            </a:r>
            <a:r>
              <a:rPr lang="en-IN" sz="2000" b="0" i="0" dirty="0">
                <a:solidFill>
                  <a:srgbClr val="444444"/>
                </a:solidFill>
                <a:effectLst/>
                <a:latin typeface="+mn-lt"/>
              </a:rPr>
              <a:t> Who is sitting at the right corner of the women’s line?</a:t>
            </a:r>
            <a:br>
              <a:rPr lang="en-IN" sz="2000" b="0" i="0" dirty="0">
                <a:solidFill>
                  <a:srgbClr val="444444"/>
                </a:solidFill>
                <a:effectLst/>
                <a:latin typeface="+mn-lt"/>
              </a:rPr>
            </a:br>
            <a:r>
              <a:rPr lang="en-IN" sz="2000" b="0" i="0" dirty="0">
                <a:solidFill>
                  <a:srgbClr val="444444"/>
                </a:solidFill>
                <a:effectLst/>
                <a:latin typeface="+mn-lt"/>
              </a:rPr>
              <a:t>A. </a:t>
            </a:r>
            <a:r>
              <a:rPr lang="en-IN" sz="2000" b="0" i="0" dirty="0" err="1">
                <a:solidFill>
                  <a:srgbClr val="444444"/>
                </a:solidFill>
                <a:effectLst/>
                <a:latin typeface="+mn-lt"/>
              </a:rPr>
              <a:t>Meenal</a:t>
            </a:r>
            <a:r>
              <a:rPr lang="en-IN" sz="2000" dirty="0">
                <a:solidFill>
                  <a:srgbClr val="444444"/>
                </a:solidFill>
                <a:latin typeface="+mn-lt"/>
              </a:rPr>
              <a:t>	B. </a:t>
            </a:r>
            <a:r>
              <a:rPr lang="en-IN" sz="2000" b="0" i="0" dirty="0">
                <a:solidFill>
                  <a:srgbClr val="444444"/>
                </a:solidFill>
                <a:effectLst/>
                <a:latin typeface="+mn-lt"/>
              </a:rPr>
              <a:t>Octavia</a:t>
            </a:r>
            <a:r>
              <a:rPr lang="en-IN" sz="2000" dirty="0">
                <a:solidFill>
                  <a:srgbClr val="444444"/>
                </a:solidFill>
                <a:latin typeface="+mn-lt"/>
              </a:rPr>
              <a:t>	C. </a:t>
            </a:r>
            <a:r>
              <a:rPr lang="en-IN" sz="2000" b="0" i="0" dirty="0">
                <a:solidFill>
                  <a:srgbClr val="444444"/>
                </a:solidFill>
                <a:effectLst/>
                <a:latin typeface="+mn-lt"/>
              </a:rPr>
              <a:t>Arpita</a:t>
            </a:r>
            <a:r>
              <a:rPr lang="en-IN" sz="2000" dirty="0">
                <a:solidFill>
                  <a:srgbClr val="444444"/>
                </a:solidFill>
                <a:latin typeface="+mn-lt"/>
              </a:rPr>
              <a:t>		D. </a:t>
            </a:r>
            <a:r>
              <a:rPr lang="en-IN" sz="2000" dirty="0" err="1">
                <a:solidFill>
                  <a:srgbClr val="444444"/>
                </a:solidFill>
                <a:latin typeface="+mn-lt"/>
              </a:rPr>
              <a:t>Neelu</a:t>
            </a:r>
            <a:br>
              <a:rPr lang="en-IN" sz="2000" b="0" i="0" dirty="0">
                <a:solidFill>
                  <a:srgbClr val="444444"/>
                </a:solidFill>
                <a:effectLst/>
                <a:latin typeface="+mn-lt"/>
              </a:rPr>
            </a:br>
            <a:br>
              <a:rPr lang="en-IN" sz="2000" b="0" i="0" dirty="0">
                <a:solidFill>
                  <a:srgbClr val="444444"/>
                </a:solidFill>
                <a:effectLst/>
                <a:latin typeface="+mn-lt"/>
              </a:rPr>
            </a:br>
            <a:endParaRPr lang="en-IN" sz="2000" dirty="0">
              <a:latin typeface="+mn-lt"/>
            </a:endParaRPr>
          </a:p>
        </p:txBody>
      </p:sp>
    </p:spTree>
    <p:extLst>
      <p:ext uri="{BB962C8B-B14F-4D97-AF65-F5344CB8AC3E}">
        <p14:creationId xmlns:p14="http://schemas.microsoft.com/office/powerpoint/2010/main" val="3848751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8861-46AF-2748-2EF3-1ED50036CB5C}"/>
              </a:ext>
            </a:extLst>
          </p:cNvPr>
          <p:cNvSpPr>
            <a:spLocks noGrp="1"/>
          </p:cNvSpPr>
          <p:nvPr>
            <p:ph type="title"/>
          </p:nvPr>
        </p:nvSpPr>
        <p:spPr>
          <a:xfrm>
            <a:off x="498021" y="1982446"/>
            <a:ext cx="7886700" cy="1325563"/>
          </a:xfrm>
        </p:spPr>
        <p:txBody>
          <a:bodyPr>
            <a:noAutofit/>
          </a:bodyPr>
          <a:lstStyle/>
          <a:p>
            <a:pPr>
              <a:lnSpc>
                <a:spcPct val="100000"/>
              </a:lnSpc>
            </a:pPr>
            <a:r>
              <a:rPr lang="en-US" sz="1800" b="0" i="0" dirty="0">
                <a:solidFill>
                  <a:srgbClr val="444444"/>
                </a:solidFill>
                <a:effectLst/>
                <a:latin typeface="+mn-lt"/>
              </a:rPr>
              <a:t>In an exhibition seven brands have put up their stalls</a:t>
            </a:r>
            <a:br>
              <a:rPr lang="en-US" sz="1800" b="0" i="0" dirty="0">
                <a:solidFill>
                  <a:srgbClr val="444444"/>
                </a:solidFill>
                <a:effectLst/>
                <a:latin typeface="+mn-lt"/>
              </a:rPr>
            </a:br>
            <a:r>
              <a:rPr lang="en-US" sz="1800" b="0" i="0" dirty="0">
                <a:solidFill>
                  <a:srgbClr val="444444"/>
                </a:solidFill>
                <a:effectLst/>
                <a:latin typeface="+mn-lt"/>
              </a:rPr>
              <a:t>Each of these stalls are facing east</a:t>
            </a:r>
            <a:br>
              <a:rPr lang="en-US" sz="1800" b="0" i="0" dirty="0">
                <a:solidFill>
                  <a:srgbClr val="444444"/>
                </a:solidFill>
                <a:effectLst/>
                <a:latin typeface="+mn-lt"/>
              </a:rPr>
            </a:br>
            <a:r>
              <a:rPr lang="en-US" sz="1800" b="0" i="0" dirty="0">
                <a:solidFill>
                  <a:srgbClr val="444444"/>
                </a:solidFill>
                <a:effectLst/>
                <a:latin typeface="+mn-lt"/>
              </a:rPr>
              <a:t>The seven brands which have put up a stall include: Titan, Biba, Landmark, Adidas, Puma, Zara and Reebok</a:t>
            </a:r>
            <a:br>
              <a:rPr lang="en-US" sz="1800" b="0" i="0" dirty="0">
                <a:solidFill>
                  <a:srgbClr val="444444"/>
                </a:solidFill>
                <a:effectLst/>
                <a:latin typeface="+mn-lt"/>
              </a:rPr>
            </a:br>
            <a:r>
              <a:rPr lang="en-US" sz="1800" b="0" i="0" dirty="0">
                <a:solidFill>
                  <a:srgbClr val="444444"/>
                </a:solidFill>
                <a:effectLst/>
                <a:latin typeface="+mn-lt"/>
              </a:rPr>
              <a:t>Titan is next to the right of Reebok</a:t>
            </a:r>
            <a:br>
              <a:rPr lang="en-US" sz="1800" b="0" i="0" dirty="0">
                <a:solidFill>
                  <a:srgbClr val="444444"/>
                </a:solidFill>
                <a:effectLst/>
                <a:latin typeface="+mn-lt"/>
              </a:rPr>
            </a:br>
            <a:r>
              <a:rPr lang="en-US" sz="1800" b="0" i="0" dirty="0" err="1">
                <a:solidFill>
                  <a:srgbClr val="444444"/>
                </a:solidFill>
                <a:effectLst/>
                <a:latin typeface="+mn-lt"/>
              </a:rPr>
              <a:t>Reebok</a:t>
            </a:r>
            <a:r>
              <a:rPr lang="en-US" sz="1800" b="0" i="0" dirty="0">
                <a:solidFill>
                  <a:srgbClr val="444444"/>
                </a:solidFill>
                <a:effectLst/>
                <a:latin typeface="+mn-lt"/>
              </a:rPr>
              <a:t> is fourth to the right of Landmark</a:t>
            </a:r>
            <a:br>
              <a:rPr lang="en-US" sz="1800" b="0" i="0" dirty="0">
                <a:solidFill>
                  <a:srgbClr val="444444"/>
                </a:solidFill>
                <a:effectLst/>
                <a:latin typeface="+mn-lt"/>
              </a:rPr>
            </a:br>
            <a:r>
              <a:rPr lang="en-US" sz="1800" b="0" i="0" dirty="0">
                <a:solidFill>
                  <a:srgbClr val="444444"/>
                </a:solidFill>
                <a:effectLst/>
                <a:latin typeface="+mn-lt"/>
              </a:rPr>
              <a:t>Adidas is between Biba and Zara</a:t>
            </a:r>
            <a:br>
              <a:rPr lang="en-US" sz="1800" b="0" i="0" dirty="0">
                <a:solidFill>
                  <a:srgbClr val="444444"/>
                </a:solidFill>
                <a:effectLst/>
                <a:latin typeface="+mn-lt"/>
              </a:rPr>
            </a:br>
            <a:r>
              <a:rPr lang="en-US" sz="1800" b="0" i="0" dirty="0">
                <a:solidFill>
                  <a:srgbClr val="444444"/>
                </a:solidFill>
                <a:effectLst/>
                <a:latin typeface="+mn-lt"/>
              </a:rPr>
              <a:t>Landmark which is third to the left of Biba, is at one end.</a:t>
            </a:r>
            <a:br>
              <a:rPr lang="en-US" sz="1800" b="0" i="0" dirty="0">
                <a:solidFill>
                  <a:srgbClr val="444444"/>
                </a:solidFill>
                <a:effectLst/>
                <a:latin typeface="+mn-lt"/>
              </a:rPr>
            </a:br>
            <a:r>
              <a:rPr lang="en-US" sz="1800" b="1" i="0" dirty="0">
                <a:solidFill>
                  <a:srgbClr val="444444"/>
                </a:solidFill>
                <a:effectLst/>
                <a:latin typeface="+mn-lt"/>
              </a:rPr>
              <a:t>Q 6: </a:t>
            </a:r>
            <a:r>
              <a:rPr lang="en-US" sz="1800" b="0" i="0" dirty="0">
                <a:solidFill>
                  <a:srgbClr val="444444"/>
                </a:solidFill>
                <a:effectLst/>
                <a:latin typeface="+mn-lt"/>
              </a:rPr>
              <a:t>Which of the given pairs is correct for the brands displayed at the two ends of the line?</a:t>
            </a:r>
            <a:br>
              <a:rPr lang="en-US" sz="1800" b="0" i="0" dirty="0">
                <a:solidFill>
                  <a:srgbClr val="444444"/>
                </a:solidFill>
                <a:effectLst/>
                <a:latin typeface="+mn-lt"/>
              </a:rPr>
            </a:br>
            <a:r>
              <a:rPr lang="en-US" sz="1800" b="0" i="0" dirty="0">
                <a:solidFill>
                  <a:srgbClr val="444444"/>
                </a:solidFill>
                <a:effectLst/>
                <a:latin typeface="+mn-lt"/>
              </a:rPr>
              <a:t>A. Landmark, Zara</a:t>
            </a:r>
            <a:br>
              <a:rPr lang="en-US" sz="1800" b="0" i="0" dirty="0">
                <a:solidFill>
                  <a:srgbClr val="444444"/>
                </a:solidFill>
                <a:effectLst/>
                <a:latin typeface="+mn-lt"/>
              </a:rPr>
            </a:br>
            <a:r>
              <a:rPr lang="en-US" sz="1800" b="0" i="0" dirty="0">
                <a:solidFill>
                  <a:srgbClr val="444444"/>
                </a:solidFill>
                <a:effectLst/>
                <a:latin typeface="+mn-lt"/>
              </a:rPr>
              <a:t>B. Titan, Zara</a:t>
            </a:r>
            <a:br>
              <a:rPr lang="en-US" sz="1800" b="0" i="0" dirty="0">
                <a:solidFill>
                  <a:srgbClr val="444444"/>
                </a:solidFill>
                <a:effectLst/>
                <a:latin typeface="+mn-lt"/>
              </a:rPr>
            </a:br>
            <a:r>
              <a:rPr lang="en-US" sz="1800" b="0" i="0" dirty="0">
                <a:solidFill>
                  <a:srgbClr val="444444"/>
                </a:solidFill>
                <a:effectLst/>
                <a:latin typeface="+mn-lt"/>
              </a:rPr>
              <a:t>C. Landmark, Puma</a:t>
            </a:r>
            <a:br>
              <a:rPr lang="en-US" sz="1800" b="0" i="0" dirty="0">
                <a:solidFill>
                  <a:srgbClr val="444444"/>
                </a:solidFill>
                <a:effectLst/>
                <a:latin typeface="+mn-lt"/>
              </a:rPr>
            </a:br>
            <a:r>
              <a:rPr lang="en-US" sz="1800" b="0" i="0" dirty="0">
                <a:solidFill>
                  <a:srgbClr val="444444"/>
                </a:solidFill>
                <a:effectLst/>
                <a:latin typeface="+mn-lt"/>
              </a:rPr>
              <a:t>D. Puma, Reebok</a:t>
            </a:r>
            <a:br>
              <a:rPr lang="en-US" sz="1800" b="0" i="0" dirty="0">
                <a:solidFill>
                  <a:srgbClr val="444444"/>
                </a:solidFill>
                <a:effectLst/>
                <a:latin typeface="+mn-lt"/>
              </a:rPr>
            </a:br>
            <a:r>
              <a:rPr lang="en-US" sz="1800" b="0" i="0" dirty="0">
                <a:solidFill>
                  <a:srgbClr val="444444"/>
                </a:solidFill>
                <a:effectLst/>
                <a:latin typeface="+mn-lt"/>
              </a:rPr>
              <a:t>E. Reebok, Landmark</a:t>
            </a:r>
            <a:br>
              <a:rPr lang="en-US" sz="1800" b="0" i="0" dirty="0">
                <a:solidFill>
                  <a:srgbClr val="444444"/>
                </a:solidFill>
                <a:effectLst/>
                <a:latin typeface="+mn-lt"/>
              </a:rPr>
            </a:br>
            <a:endParaRPr lang="en-IN" sz="1800" dirty="0">
              <a:latin typeface="+mn-lt"/>
            </a:endParaRPr>
          </a:p>
        </p:txBody>
      </p:sp>
    </p:spTree>
    <p:extLst>
      <p:ext uri="{BB962C8B-B14F-4D97-AF65-F5344CB8AC3E}">
        <p14:creationId xmlns:p14="http://schemas.microsoft.com/office/powerpoint/2010/main" val="4004169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8861-46AF-2748-2EF3-1ED50036CB5C}"/>
              </a:ext>
            </a:extLst>
          </p:cNvPr>
          <p:cNvSpPr>
            <a:spLocks noGrp="1"/>
          </p:cNvSpPr>
          <p:nvPr>
            <p:ph type="title"/>
          </p:nvPr>
        </p:nvSpPr>
        <p:spPr>
          <a:xfrm>
            <a:off x="563336" y="1851818"/>
            <a:ext cx="7886700" cy="1325563"/>
          </a:xfrm>
        </p:spPr>
        <p:txBody>
          <a:bodyPr>
            <a:noAutofit/>
          </a:bodyPr>
          <a:lstStyle/>
          <a:p>
            <a:r>
              <a:rPr lang="en-IN" sz="1400" dirty="0">
                <a:solidFill>
                  <a:srgbClr val="444444"/>
                </a:solidFill>
                <a:latin typeface="Poppins" panose="00000500000000000000" pitchFamily="2" charset="0"/>
              </a:rPr>
              <a:t>7</a:t>
            </a:r>
            <a:r>
              <a:rPr lang="en-IN" sz="1400" b="0" i="0" dirty="0">
                <a:solidFill>
                  <a:srgbClr val="444444"/>
                </a:solidFill>
                <a:effectLst/>
                <a:latin typeface="Poppins" panose="00000500000000000000" pitchFamily="2" charset="0"/>
              </a:rPr>
              <a:t>. Which brand is displayed on the immediate right of Titan?</a:t>
            </a:r>
            <a:br>
              <a:rPr lang="en-IN" sz="1400" b="0" i="0" dirty="0">
                <a:solidFill>
                  <a:srgbClr val="444444"/>
                </a:solidFill>
                <a:effectLst/>
                <a:latin typeface="Poppins" panose="00000500000000000000" pitchFamily="2" charset="0"/>
              </a:rPr>
            </a:br>
            <a:r>
              <a:rPr lang="en-IN" sz="1400" b="0" i="0" dirty="0">
                <a:solidFill>
                  <a:srgbClr val="444444"/>
                </a:solidFill>
                <a:effectLst/>
                <a:latin typeface="Poppins" panose="00000500000000000000" pitchFamily="2" charset="0"/>
              </a:rPr>
              <a:t>A. Puma</a:t>
            </a:r>
            <a:r>
              <a:rPr lang="en-IN" sz="1400" dirty="0">
                <a:solidFill>
                  <a:srgbClr val="444444"/>
                </a:solidFill>
                <a:latin typeface="Poppins" panose="00000500000000000000" pitchFamily="2" charset="0"/>
              </a:rPr>
              <a:t>		B. </a:t>
            </a:r>
            <a:r>
              <a:rPr lang="en-IN" sz="1400" b="0" i="0" dirty="0">
                <a:solidFill>
                  <a:srgbClr val="444444"/>
                </a:solidFill>
                <a:effectLst/>
                <a:latin typeface="Poppins" panose="00000500000000000000" pitchFamily="2" charset="0"/>
              </a:rPr>
              <a:t>Reebok</a:t>
            </a:r>
            <a:r>
              <a:rPr lang="en-IN" sz="1400" dirty="0">
                <a:solidFill>
                  <a:srgbClr val="444444"/>
                </a:solidFill>
                <a:latin typeface="Poppins" panose="00000500000000000000" pitchFamily="2" charset="0"/>
              </a:rPr>
              <a:t>		C. </a:t>
            </a:r>
            <a:r>
              <a:rPr lang="en-IN" sz="1400" b="0" i="0" dirty="0">
                <a:solidFill>
                  <a:srgbClr val="444444"/>
                </a:solidFill>
                <a:effectLst/>
                <a:latin typeface="Poppins" panose="00000500000000000000" pitchFamily="2" charset="0"/>
              </a:rPr>
              <a:t>Adidas		D. Zara</a:t>
            </a:r>
            <a:br>
              <a:rPr lang="en-IN" sz="1400" b="0" i="0" dirty="0">
                <a:solidFill>
                  <a:srgbClr val="444444"/>
                </a:solidFill>
                <a:effectLst/>
                <a:latin typeface="Poppins" panose="00000500000000000000" pitchFamily="2" charset="0"/>
              </a:rPr>
            </a:br>
            <a:br>
              <a:rPr lang="en-IN" sz="1400" b="0" i="0" dirty="0">
                <a:solidFill>
                  <a:srgbClr val="444444"/>
                </a:solidFill>
                <a:effectLst/>
                <a:latin typeface="Poppins" panose="00000500000000000000" pitchFamily="2" charset="0"/>
              </a:rPr>
            </a:br>
            <a:r>
              <a:rPr lang="en-IN" sz="1400" b="1" i="0" dirty="0">
                <a:solidFill>
                  <a:srgbClr val="444444"/>
                </a:solidFill>
                <a:effectLst/>
                <a:latin typeface="Poppins" panose="00000500000000000000" pitchFamily="2" charset="0"/>
              </a:rPr>
              <a:t>8.</a:t>
            </a:r>
            <a:r>
              <a:rPr lang="en-IN" sz="1400" b="0" i="0" dirty="0">
                <a:solidFill>
                  <a:srgbClr val="444444"/>
                </a:solidFill>
                <a:effectLst/>
                <a:latin typeface="Poppins" panose="00000500000000000000" pitchFamily="2" charset="0"/>
              </a:rPr>
              <a:t> Zara is to the immediate left of _______</a:t>
            </a:r>
            <a:br>
              <a:rPr lang="en-IN" sz="1400" b="0" i="0" dirty="0">
                <a:solidFill>
                  <a:srgbClr val="444444"/>
                </a:solidFill>
                <a:effectLst/>
                <a:latin typeface="Poppins" panose="00000500000000000000" pitchFamily="2" charset="0"/>
              </a:rPr>
            </a:br>
            <a:r>
              <a:rPr lang="en-IN" sz="1400" b="0" i="0" dirty="0">
                <a:solidFill>
                  <a:srgbClr val="444444"/>
                </a:solidFill>
                <a:effectLst/>
                <a:latin typeface="Poppins" panose="00000500000000000000" pitchFamily="2" charset="0"/>
              </a:rPr>
              <a:t>A. Biba		B. Landmark 	C. Adidas</a:t>
            </a:r>
            <a:r>
              <a:rPr lang="en-IN" sz="1400" dirty="0">
                <a:solidFill>
                  <a:srgbClr val="444444"/>
                </a:solidFill>
                <a:latin typeface="Poppins" panose="00000500000000000000" pitchFamily="2" charset="0"/>
              </a:rPr>
              <a:t>		D. </a:t>
            </a:r>
            <a:r>
              <a:rPr lang="en-IN" sz="1400" b="0" i="0" dirty="0">
                <a:solidFill>
                  <a:srgbClr val="444444"/>
                </a:solidFill>
                <a:effectLst/>
                <a:latin typeface="Poppins" panose="00000500000000000000" pitchFamily="2" charset="0"/>
              </a:rPr>
              <a:t>Puma</a:t>
            </a:r>
            <a:br>
              <a:rPr lang="en-IN" sz="1400" b="0" i="0" dirty="0">
                <a:solidFill>
                  <a:srgbClr val="444444"/>
                </a:solidFill>
                <a:effectLst/>
                <a:latin typeface="Poppins" panose="00000500000000000000" pitchFamily="2" charset="0"/>
              </a:rPr>
            </a:br>
            <a:br>
              <a:rPr lang="en-IN" sz="1400" b="0" i="0" dirty="0">
                <a:solidFill>
                  <a:srgbClr val="444444"/>
                </a:solidFill>
                <a:effectLst/>
                <a:latin typeface="Poppins" panose="00000500000000000000" pitchFamily="2" charset="0"/>
              </a:rPr>
            </a:br>
            <a:r>
              <a:rPr lang="en-IN" sz="1400" b="1" i="0" dirty="0">
                <a:solidFill>
                  <a:srgbClr val="444444"/>
                </a:solidFill>
                <a:effectLst/>
                <a:latin typeface="Poppins" panose="00000500000000000000" pitchFamily="2" charset="0"/>
              </a:rPr>
              <a:t>9. </a:t>
            </a:r>
            <a:r>
              <a:rPr lang="en-IN" sz="1400" b="0" i="0" dirty="0">
                <a:solidFill>
                  <a:srgbClr val="444444"/>
                </a:solidFill>
                <a:effectLst/>
                <a:latin typeface="Poppins" panose="00000500000000000000" pitchFamily="2" charset="0"/>
              </a:rPr>
              <a:t>Which brand is being displayed exactly in between Biba and Titan?</a:t>
            </a:r>
            <a:br>
              <a:rPr lang="en-IN" sz="1400" b="0" i="0" dirty="0">
                <a:solidFill>
                  <a:srgbClr val="444444"/>
                </a:solidFill>
                <a:effectLst/>
                <a:latin typeface="Poppins" panose="00000500000000000000" pitchFamily="2" charset="0"/>
              </a:rPr>
            </a:br>
            <a:r>
              <a:rPr lang="en-IN" sz="1400" b="0" i="0" dirty="0">
                <a:solidFill>
                  <a:srgbClr val="444444"/>
                </a:solidFill>
                <a:effectLst/>
                <a:latin typeface="Poppins" panose="00000500000000000000" pitchFamily="2" charset="0"/>
              </a:rPr>
              <a:t>A. Reebok</a:t>
            </a:r>
            <a:r>
              <a:rPr lang="en-IN" sz="1400" dirty="0">
                <a:solidFill>
                  <a:srgbClr val="444444"/>
                </a:solidFill>
                <a:latin typeface="Poppins" panose="00000500000000000000" pitchFamily="2" charset="0"/>
              </a:rPr>
              <a:t>		B. </a:t>
            </a:r>
            <a:r>
              <a:rPr lang="en-IN" sz="1400" b="0" i="0" dirty="0">
                <a:solidFill>
                  <a:srgbClr val="444444"/>
                </a:solidFill>
                <a:effectLst/>
                <a:latin typeface="Poppins" panose="00000500000000000000" pitchFamily="2" charset="0"/>
              </a:rPr>
              <a:t>Landmark	C. Puma</a:t>
            </a:r>
            <a:r>
              <a:rPr lang="en-IN" sz="1400" dirty="0">
                <a:solidFill>
                  <a:srgbClr val="444444"/>
                </a:solidFill>
                <a:latin typeface="Poppins" panose="00000500000000000000" pitchFamily="2" charset="0"/>
              </a:rPr>
              <a:t>		D. </a:t>
            </a:r>
            <a:r>
              <a:rPr lang="en-IN" sz="1400" b="0" i="0" dirty="0">
                <a:solidFill>
                  <a:srgbClr val="444444"/>
                </a:solidFill>
                <a:effectLst/>
                <a:latin typeface="Poppins" panose="00000500000000000000" pitchFamily="2" charset="0"/>
              </a:rPr>
              <a:t>Zara</a:t>
            </a:r>
            <a:br>
              <a:rPr lang="en-IN" sz="1400" b="0" i="0" dirty="0">
                <a:solidFill>
                  <a:srgbClr val="444444"/>
                </a:solidFill>
                <a:effectLst/>
                <a:latin typeface="Poppins" panose="00000500000000000000" pitchFamily="2" charset="0"/>
              </a:rPr>
            </a:br>
            <a:br>
              <a:rPr lang="en-IN" sz="1400" b="0" i="0" dirty="0">
                <a:solidFill>
                  <a:srgbClr val="444444"/>
                </a:solidFill>
                <a:effectLst/>
                <a:latin typeface="Poppins" panose="00000500000000000000" pitchFamily="2" charset="0"/>
              </a:rPr>
            </a:br>
            <a:r>
              <a:rPr lang="en-IN" sz="1400" b="1" i="0" dirty="0">
                <a:solidFill>
                  <a:srgbClr val="444444"/>
                </a:solidFill>
                <a:effectLst/>
                <a:latin typeface="Poppins" panose="00000500000000000000" pitchFamily="2" charset="0"/>
              </a:rPr>
              <a:t>10</a:t>
            </a:r>
            <a:r>
              <a:rPr lang="en-IN" sz="1400" b="0" i="0" dirty="0">
                <a:solidFill>
                  <a:srgbClr val="444444"/>
                </a:solidFill>
                <a:effectLst/>
                <a:latin typeface="Poppins" panose="00000500000000000000" pitchFamily="2" charset="0"/>
              </a:rPr>
              <a:t>. Which brand is being displayed towards the immediate right of Titan?</a:t>
            </a:r>
            <a:br>
              <a:rPr lang="en-IN" sz="1400" b="0" i="0" dirty="0">
                <a:solidFill>
                  <a:srgbClr val="444444"/>
                </a:solidFill>
                <a:effectLst/>
                <a:latin typeface="Poppins" panose="00000500000000000000" pitchFamily="2" charset="0"/>
              </a:rPr>
            </a:br>
            <a:r>
              <a:rPr lang="en-IN" sz="1400" b="0" i="0" dirty="0">
                <a:solidFill>
                  <a:srgbClr val="444444"/>
                </a:solidFill>
                <a:effectLst/>
                <a:latin typeface="Poppins" panose="00000500000000000000" pitchFamily="2" charset="0"/>
              </a:rPr>
              <a:t>A. Adidas</a:t>
            </a:r>
            <a:r>
              <a:rPr lang="en-IN" sz="1400" dirty="0">
                <a:solidFill>
                  <a:srgbClr val="444444"/>
                </a:solidFill>
                <a:latin typeface="Poppins" panose="00000500000000000000" pitchFamily="2" charset="0"/>
              </a:rPr>
              <a:t>		B. </a:t>
            </a:r>
            <a:r>
              <a:rPr lang="en-IN" sz="1400" b="0" i="0" dirty="0">
                <a:solidFill>
                  <a:srgbClr val="444444"/>
                </a:solidFill>
                <a:effectLst/>
                <a:latin typeface="Poppins" panose="00000500000000000000" pitchFamily="2" charset="0"/>
              </a:rPr>
              <a:t>Cannot be Determined</a:t>
            </a:r>
            <a:br>
              <a:rPr lang="en-IN" sz="1400" b="0" i="0" dirty="0">
                <a:solidFill>
                  <a:srgbClr val="444444"/>
                </a:solidFill>
                <a:effectLst/>
                <a:latin typeface="Poppins" panose="00000500000000000000" pitchFamily="2" charset="0"/>
              </a:rPr>
            </a:br>
            <a:r>
              <a:rPr lang="en-IN" sz="1400" b="0" i="0" dirty="0">
                <a:solidFill>
                  <a:srgbClr val="444444"/>
                </a:solidFill>
                <a:effectLst/>
                <a:latin typeface="Poppins" panose="00000500000000000000" pitchFamily="2" charset="0"/>
              </a:rPr>
              <a:t>C. Biba</a:t>
            </a:r>
            <a:r>
              <a:rPr lang="en-IN" sz="1400" dirty="0">
                <a:solidFill>
                  <a:srgbClr val="444444"/>
                </a:solidFill>
                <a:latin typeface="Poppins" panose="00000500000000000000" pitchFamily="2" charset="0"/>
              </a:rPr>
              <a:t>		D. </a:t>
            </a:r>
            <a:r>
              <a:rPr lang="en-IN" sz="1400" b="0" i="0" dirty="0">
                <a:solidFill>
                  <a:srgbClr val="444444"/>
                </a:solidFill>
                <a:effectLst/>
                <a:latin typeface="Poppins" panose="00000500000000000000" pitchFamily="2" charset="0"/>
              </a:rPr>
              <a:t>Puma</a:t>
            </a:r>
            <a:br>
              <a:rPr lang="en-IN" sz="1400" b="0" i="0" dirty="0">
                <a:solidFill>
                  <a:srgbClr val="444444"/>
                </a:solidFill>
                <a:effectLst/>
                <a:latin typeface="Poppins" panose="00000500000000000000" pitchFamily="2" charset="0"/>
              </a:rPr>
            </a:br>
            <a:r>
              <a:rPr lang="en-IN" sz="1400" b="0" i="0" dirty="0">
                <a:solidFill>
                  <a:srgbClr val="444444"/>
                </a:solidFill>
                <a:effectLst/>
                <a:latin typeface="Poppins" panose="00000500000000000000" pitchFamily="2" charset="0"/>
              </a:rPr>
              <a:t>D. Reebok</a:t>
            </a:r>
            <a:br>
              <a:rPr lang="en-IN" sz="1400" b="0" i="0" dirty="0">
                <a:solidFill>
                  <a:srgbClr val="444444"/>
                </a:solidFill>
                <a:effectLst/>
                <a:latin typeface="Poppins" panose="00000500000000000000" pitchFamily="2" charset="0"/>
              </a:rPr>
            </a:br>
            <a:br>
              <a:rPr lang="en-IN" sz="1400" b="0" i="0" dirty="0">
                <a:solidFill>
                  <a:srgbClr val="444444"/>
                </a:solidFill>
                <a:effectLst/>
                <a:latin typeface="Poppins" panose="00000500000000000000" pitchFamily="2" charset="0"/>
              </a:rPr>
            </a:br>
            <a:r>
              <a:rPr lang="en-IN" sz="1400" b="1" i="0" dirty="0">
                <a:solidFill>
                  <a:srgbClr val="444444"/>
                </a:solidFill>
                <a:effectLst/>
                <a:latin typeface="Poppins" panose="00000500000000000000" pitchFamily="2" charset="0"/>
              </a:rPr>
              <a:t>11</a:t>
            </a:r>
            <a:r>
              <a:rPr lang="en-IN" sz="1400" b="0" i="0" dirty="0">
                <a:solidFill>
                  <a:srgbClr val="444444"/>
                </a:solidFill>
                <a:effectLst/>
                <a:latin typeface="Poppins" panose="00000500000000000000" pitchFamily="2" charset="0"/>
              </a:rPr>
              <a:t>. Puma has put up a stall to the immediate right of which brand?</a:t>
            </a:r>
            <a:br>
              <a:rPr lang="en-IN" sz="1400" b="0" i="0" dirty="0">
                <a:solidFill>
                  <a:srgbClr val="444444"/>
                </a:solidFill>
                <a:effectLst/>
                <a:latin typeface="Poppins" panose="00000500000000000000" pitchFamily="2" charset="0"/>
              </a:rPr>
            </a:br>
            <a:r>
              <a:rPr lang="en-IN" sz="1400" b="0" i="0" dirty="0">
                <a:solidFill>
                  <a:srgbClr val="444444"/>
                </a:solidFill>
                <a:effectLst/>
                <a:latin typeface="Poppins" panose="00000500000000000000" pitchFamily="2" charset="0"/>
              </a:rPr>
              <a:t>A. Titan</a:t>
            </a:r>
            <a:r>
              <a:rPr lang="en-IN" sz="1400" dirty="0">
                <a:solidFill>
                  <a:srgbClr val="444444"/>
                </a:solidFill>
                <a:latin typeface="Poppins" panose="00000500000000000000" pitchFamily="2" charset="0"/>
              </a:rPr>
              <a:t>		B. </a:t>
            </a:r>
            <a:r>
              <a:rPr lang="en-IN" sz="1400" b="0" i="0" dirty="0">
                <a:solidFill>
                  <a:srgbClr val="444444"/>
                </a:solidFill>
                <a:effectLst/>
                <a:latin typeface="Poppins" panose="00000500000000000000" pitchFamily="2" charset="0"/>
              </a:rPr>
              <a:t>Zara</a:t>
            </a:r>
            <a:r>
              <a:rPr lang="en-IN" sz="1400" dirty="0">
                <a:solidFill>
                  <a:srgbClr val="444444"/>
                </a:solidFill>
                <a:latin typeface="Poppins" panose="00000500000000000000" pitchFamily="2" charset="0"/>
              </a:rPr>
              <a:t>		C. </a:t>
            </a:r>
            <a:r>
              <a:rPr lang="en-IN" sz="1400" b="0" i="0" dirty="0">
                <a:solidFill>
                  <a:srgbClr val="444444"/>
                </a:solidFill>
                <a:effectLst/>
                <a:latin typeface="Poppins" panose="00000500000000000000" pitchFamily="2" charset="0"/>
              </a:rPr>
              <a:t>Reebok</a:t>
            </a:r>
            <a:r>
              <a:rPr lang="en-IN" sz="1400" dirty="0">
                <a:solidFill>
                  <a:srgbClr val="444444"/>
                </a:solidFill>
                <a:latin typeface="Poppins" panose="00000500000000000000" pitchFamily="2" charset="0"/>
              </a:rPr>
              <a:t>		D. </a:t>
            </a:r>
            <a:r>
              <a:rPr lang="en-IN" sz="1400" b="0" i="0" dirty="0">
                <a:solidFill>
                  <a:srgbClr val="444444"/>
                </a:solidFill>
                <a:effectLst/>
                <a:latin typeface="Poppins" panose="00000500000000000000" pitchFamily="2" charset="0"/>
              </a:rPr>
              <a:t>Puma</a:t>
            </a:r>
            <a:br>
              <a:rPr lang="en-IN" sz="1400" b="0" i="0" dirty="0">
                <a:solidFill>
                  <a:srgbClr val="444444"/>
                </a:solidFill>
                <a:effectLst/>
                <a:latin typeface="Poppins" panose="00000500000000000000" pitchFamily="2" charset="0"/>
              </a:rPr>
            </a:br>
            <a:br>
              <a:rPr lang="en-IN" sz="1400" b="0" i="0" dirty="0">
                <a:solidFill>
                  <a:srgbClr val="444444"/>
                </a:solidFill>
                <a:effectLst/>
                <a:latin typeface="Poppins" panose="00000500000000000000" pitchFamily="2" charset="0"/>
              </a:rPr>
            </a:br>
            <a:endParaRPr lang="en-IN" sz="1400" dirty="0">
              <a:latin typeface="+mn-lt"/>
            </a:endParaRPr>
          </a:p>
        </p:txBody>
      </p:sp>
    </p:spTree>
    <p:extLst>
      <p:ext uri="{BB962C8B-B14F-4D97-AF65-F5344CB8AC3E}">
        <p14:creationId xmlns:p14="http://schemas.microsoft.com/office/powerpoint/2010/main" val="1138361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8861-46AF-2748-2EF3-1ED50036CB5C}"/>
              </a:ext>
            </a:extLst>
          </p:cNvPr>
          <p:cNvSpPr>
            <a:spLocks noGrp="1"/>
          </p:cNvSpPr>
          <p:nvPr>
            <p:ph type="title"/>
          </p:nvPr>
        </p:nvSpPr>
        <p:spPr>
          <a:xfrm>
            <a:off x="324092" y="2060294"/>
            <a:ext cx="8051300" cy="1163741"/>
          </a:xfrm>
        </p:spPr>
        <p:txBody>
          <a:bodyPr>
            <a:noAutofit/>
          </a:bodyPr>
          <a:lstStyle/>
          <a:p>
            <a:pPr algn="l"/>
            <a:r>
              <a:rPr lang="en-US" sz="2000" b="0" i="0" dirty="0">
                <a:solidFill>
                  <a:srgbClr val="666666"/>
                </a:solidFill>
                <a:effectLst/>
                <a:latin typeface="GothamSSm"/>
              </a:rPr>
              <a:t>Study the following information and answer the questions:</a:t>
            </a:r>
            <a:br>
              <a:rPr lang="en-US" sz="2000" dirty="0"/>
            </a:br>
            <a:r>
              <a:rPr lang="en-US" sz="2000" b="0" i="0" dirty="0">
                <a:solidFill>
                  <a:srgbClr val="666666"/>
                </a:solidFill>
                <a:effectLst/>
                <a:latin typeface="GothamSSm"/>
              </a:rPr>
              <a:t>Eight friends, P, Q, R, S, T, V, W and Y are sitting around a rectangular table in such a way that four of them sit at four corners of the square while four sit in the middle of each of the four sides. The ones who sit at the four corners face the </a:t>
            </a:r>
            <a:r>
              <a:rPr lang="en-US" sz="2000" b="0" i="0" dirty="0" err="1">
                <a:solidFill>
                  <a:srgbClr val="666666"/>
                </a:solidFill>
                <a:effectLst/>
                <a:latin typeface="GothamSSm"/>
              </a:rPr>
              <a:t>centre</a:t>
            </a:r>
            <a:r>
              <a:rPr lang="en-US" sz="2000" b="0" i="0" dirty="0">
                <a:solidFill>
                  <a:srgbClr val="666666"/>
                </a:solidFill>
                <a:effectLst/>
                <a:latin typeface="GothamSSm"/>
              </a:rPr>
              <a:t> while those who sit in the middle of the sides face outside.</a:t>
            </a:r>
            <a:br>
              <a:rPr lang="en-US" sz="2000" dirty="0"/>
            </a:br>
            <a:r>
              <a:rPr lang="en-US" sz="2000" b="0" i="0" dirty="0">
                <a:solidFill>
                  <a:srgbClr val="666666"/>
                </a:solidFill>
                <a:effectLst/>
                <a:latin typeface="GothamSSm"/>
              </a:rPr>
              <a:t>‘P’, who faces the </a:t>
            </a:r>
            <a:r>
              <a:rPr lang="en-US" sz="2000" b="0" i="0" dirty="0" err="1">
                <a:solidFill>
                  <a:srgbClr val="666666"/>
                </a:solidFill>
                <a:effectLst/>
                <a:latin typeface="GothamSSm"/>
              </a:rPr>
              <a:t>centre</a:t>
            </a:r>
            <a:r>
              <a:rPr lang="en-US" sz="2000" b="0" i="0" dirty="0">
                <a:solidFill>
                  <a:srgbClr val="666666"/>
                </a:solidFill>
                <a:effectLst/>
                <a:latin typeface="GothamSSm"/>
              </a:rPr>
              <a:t>, sits third to the right of ‘V’. ‘T’, who faces the </a:t>
            </a:r>
            <a:r>
              <a:rPr lang="en-US" sz="2000" b="0" i="0" dirty="0" err="1">
                <a:solidFill>
                  <a:srgbClr val="666666"/>
                </a:solidFill>
                <a:effectLst/>
                <a:latin typeface="GothamSSm"/>
              </a:rPr>
              <a:t>centre</a:t>
            </a:r>
            <a:r>
              <a:rPr lang="en-US" sz="2000" b="0" i="0" dirty="0">
                <a:solidFill>
                  <a:srgbClr val="666666"/>
                </a:solidFill>
                <a:effectLst/>
                <a:latin typeface="GothamSSm"/>
              </a:rPr>
              <a:t>, is not an immediate </a:t>
            </a:r>
            <a:r>
              <a:rPr lang="en-US" sz="2000" b="0" i="0" dirty="0" err="1">
                <a:solidFill>
                  <a:srgbClr val="666666"/>
                </a:solidFill>
                <a:effectLst/>
                <a:latin typeface="GothamSSm"/>
              </a:rPr>
              <a:t>neighbour</a:t>
            </a:r>
            <a:r>
              <a:rPr lang="en-US" sz="2000" b="0" i="0" dirty="0">
                <a:solidFill>
                  <a:srgbClr val="666666"/>
                </a:solidFill>
                <a:effectLst/>
                <a:latin typeface="GothamSSm"/>
              </a:rPr>
              <a:t> of ‘V’. Only one person sits between ‘V’ and ‘W’. ‘S’ sits second to right of ‘Q’. ‘Q’, faces the </a:t>
            </a:r>
            <a:r>
              <a:rPr lang="en-US" sz="2000" b="0" i="0" dirty="0" err="1">
                <a:solidFill>
                  <a:srgbClr val="666666"/>
                </a:solidFill>
                <a:effectLst/>
                <a:latin typeface="GothamSSm"/>
              </a:rPr>
              <a:t>centre</a:t>
            </a:r>
            <a:r>
              <a:rPr lang="en-US" sz="2000" b="0" i="0" dirty="0">
                <a:solidFill>
                  <a:srgbClr val="666666"/>
                </a:solidFill>
                <a:effectLst/>
                <a:latin typeface="GothamSSm"/>
              </a:rPr>
              <a:t>. ‘R’ is not an immediate </a:t>
            </a:r>
            <a:r>
              <a:rPr lang="en-US" sz="2000" b="0" i="0" dirty="0" err="1">
                <a:solidFill>
                  <a:srgbClr val="666666"/>
                </a:solidFill>
                <a:effectLst/>
                <a:latin typeface="GothamSSm"/>
              </a:rPr>
              <a:t>neighbour</a:t>
            </a:r>
            <a:r>
              <a:rPr lang="en-US" sz="2000" b="0" i="0" dirty="0">
                <a:solidFill>
                  <a:srgbClr val="666666"/>
                </a:solidFill>
                <a:effectLst/>
                <a:latin typeface="GothamSSm"/>
              </a:rPr>
              <a:t> of ‘P’.</a:t>
            </a:r>
            <a:br>
              <a:rPr lang="en-US" sz="2000" dirty="0"/>
            </a:br>
            <a:r>
              <a:rPr lang="en-US" sz="2000" dirty="0"/>
              <a:t>12. Which of the following is true regarding R?</a:t>
            </a:r>
            <a:br>
              <a:rPr lang="en-US" sz="2000" dirty="0"/>
            </a:br>
            <a:r>
              <a:rPr lang="en-US" sz="2000" dirty="0"/>
              <a:t>A. R faces the center</a:t>
            </a:r>
            <a:br>
              <a:rPr lang="en-US" sz="2000" dirty="0"/>
            </a:br>
            <a:r>
              <a:rPr lang="en-US" sz="2000" dirty="0"/>
              <a:t>B. R sits exactly between T and S</a:t>
            </a:r>
            <a:br>
              <a:rPr lang="en-US" sz="2000" dirty="0"/>
            </a:br>
            <a:r>
              <a:rPr lang="en-US" sz="2000" dirty="0"/>
              <a:t>C. Q sits third to left of R</a:t>
            </a:r>
            <a:br>
              <a:rPr lang="en-US" sz="2000" dirty="0"/>
            </a:br>
            <a:r>
              <a:rPr lang="en-US" sz="2000" dirty="0"/>
              <a:t>D. None</a:t>
            </a:r>
            <a:br>
              <a:rPr lang="en-US" sz="2000" dirty="0"/>
            </a:br>
            <a:endParaRPr lang="en-IN" sz="2000" dirty="0">
              <a:latin typeface="+mn-lt"/>
            </a:endParaRPr>
          </a:p>
        </p:txBody>
      </p:sp>
    </p:spTree>
    <p:extLst>
      <p:ext uri="{BB962C8B-B14F-4D97-AF65-F5344CB8AC3E}">
        <p14:creationId xmlns:p14="http://schemas.microsoft.com/office/powerpoint/2010/main" val="367209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8861-46AF-2748-2EF3-1ED50036CB5C}"/>
              </a:ext>
            </a:extLst>
          </p:cNvPr>
          <p:cNvSpPr>
            <a:spLocks noGrp="1"/>
          </p:cNvSpPr>
          <p:nvPr>
            <p:ph type="title"/>
          </p:nvPr>
        </p:nvSpPr>
        <p:spPr>
          <a:xfrm>
            <a:off x="488692" y="1898472"/>
            <a:ext cx="7886700" cy="1325563"/>
          </a:xfrm>
        </p:spPr>
        <p:txBody>
          <a:bodyPr>
            <a:noAutofit/>
          </a:bodyPr>
          <a:lstStyle/>
          <a:p>
            <a:pPr algn="l"/>
            <a:br>
              <a:rPr lang="en-US" sz="2000" dirty="0"/>
            </a:br>
            <a:r>
              <a:rPr lang="en-US" sz="2000" dirty="0"/>
              <a:t>13. Who sits second to the left of Q?</a:t>
            </a:r>
            <a:br>
              <a:rPr lang="en-US" sz="2000" dirty="0"/>
            </a:br>
            <a:r>
              <a:rPr lang="en-US" sz="2000" dirty="0"/>
              <a:t>A. V		B. P		C. T		D. Y</a:t>
            </a:r>
            <a:br>
              <a:rPr lang="en-US" sz="2000" dirty="0"/>
            </a:br>
            <a:br>
              <a:rPr lang="en-US" sz="2000" dirty="0"/>
            </a:br>
            <a:r>
              <a:rPr lang="en-US" sz="2000" dirty="0"/>
              <a:t>14. what is the position of T with respect to V?</a:t>
            </a:r>
            <a:br>
              <a:rPr lang="en-US" sz="2000" dirty="0"/>
            </a:br>
            <a:r>
              <a:rPr lang="en-US" sz="2000" dirty="0"/>
              <a:t>A. Fourth to the left</a:t>
            </a:r>
            <a:br>
              <a:rPr lang="en-US" sz="2000" dirty="0"/>
            </a:br>
            <a:r>
              <a:rPr lang="en-US" sz="2000" dirty="0"/>
              <a:t>B. second to the left</a:t>
            </a:r>
            <a:br>
              <a:rPr lang="en-US" sz="2000" dirty="0"/>
            </a:br>
            <a:r>
              <a:rPr lang="en-US" sz="2000" dirty="0"/>
              <a:t>C. Third to the left</a:t>
            </a:r>
            <a:br>
              <a:rPr lang="en-US" sz="2000" dirty="0"/>
            </a:br>
            <a:r>
              <a:rPr lang="en-US" sz="2000" dirty="0"/>
              <a:t>D. Third to the right</a:t>
            </a:r>
            <a:br>
              <a:rPr lang="en-US" sz="2000" dirty="0"/>
            </a:br>
            <a:br>
              <a:rPr lang="en-US" sz="2000" dirty="0"/>
            </a:br>
            <a:r>
              <a:rPr lang="en-US" sz="2000" dirty="0"/>
              <a:t>15. odd one out</a:t>
            </a:r>
            <a:br>
              <a:rPr lang="en-US" sz="2000" dirty="0"/>
            </a:br>
            <a:r>
              <a:rPr lang="en-US" sz="2000" dirty="0"/>
              <a:t>A. T 		B. S		C. P 		D. Q 		E. V</a:t>
            </a:r>
            <a:br>
              <a:rPr lang="en-US" sz="2000" dirty="0"/>
            </a:br>
            <a:br>
              <a:rPr lang="en-US" sz="2000" dirty="0"/>
            </a:br>
            <a:r>
              <a:rPr lang="en-US" sz="2000" dirty="0"/>
              <a:t>16. who is sitting opposite to T?</a:t>
            </a:r>
            <a:br>
              <a:rPr lang="en-US" sz="2000" dirty="0"/>
            </a:br>
            <a:r>
              <a:rPr lang="en-US" sz="2000" dirty="0"/>
              <a:t>A. Q		B. S		C. U 		D. None</a:t>
            </a:r>
            <a:br>
              <a:rPr lang="en-US" sz="2000" dirty="0"/>
            </a:br>
            <a:br>
              <a:rPr lang="en-US" sz="2000" dirty="0"/>
            </a:br>
            <a:endParaRPr lang="en-IN" sz="2000" dirty="0">
              <a:latin typeface="+mn-lt"/>
            </a:endParaRPr>
          </a:p>
        </p:txBody>
      </p:sp>
    </p:spTree>
    <p:extLst>
      <p:ext uri="{BB962C8B-B14F-4D97-AF65-F5344CB8AC3E}">
        <p14:creationId xmlns:p14="http://schemas.microsoft.com/office/powerpoint/2010/main" val="3134888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FC7BB-BA0A-27AE-9343-A851A8CB350D}"/>
              </a:ext>
            </a:extLst>
          </p:cNvPr>
          <p:cNvSpPr>
            <a:spLocks noGrp="1"/>
          </p:cNvSpPr>
          <p:nvPr>
            <p:ph type="title"/>
          </p:nvPr>
        </p:nvSpPr>
        <p:spPr>
          <a:xfrm>
            <a:off x="312516" y="1400538"/>
            <a:ext cx="8137520" cy="1543578"/>
          </a:xfrm>
        </p:spPr>
        <p:txBody>
          <a:bodyPr>
            <a:noAutofit/>
          </a:bodyPr>
          <a:lstStyle/>
          <a:p>
            <a:r>
              <a:rPr lang="en-US" sz="1800" dirty="0"/>
              <a:t>There are six seats i.e. three at the corner of the table and three at the middle of the sides of the table. All of them are facing inside the table. They all are from different cities i.e. Kochi, Pondicherry, Hyderabad, Amaravati, Chennai, and Bangalore. All the information is not necessarily in the same order.</a:t>
            </a:r>
            <a:br>
              <a:rPr lang="en-US" sz="1800" dirty="0"/>
            </a:br>
            <a:r>
              <a:rPr lang="en-US" sz="1800" dirty="0"/>
              <a:t>The one who is from Amaravati is facing W. E is sitting 2nd to the right of W. The one who is facing E sits immediately to the left of the one who is from Kochi. The one who is from Pondicherry is an immediate neighbor of both E and the one who is from Kochi. O is from Bangalore and is sitting at the side of the table. The one who is from Chennai sits immediately left the one who is from Bangalore . H is facing Y. Y is not from Pondicherry.</a:t>
            </a:r>
            <a:br>
              <a:rPr lang="en-US" sz="1800" dirty="0"/>
            </a:br>
            <a:r>
              <a:rPr lang="en-US" sz="1800" dirty="0"/>
              <a:t>17.N belongs to which of the following cities?</a:t>
            </a:r>
            <a:br>
              <a:rPr lang="en-US" sz="1800" dirty="0"/>
            </a:br>
            <a:r>
              <a:rPr lang="en-US" sz="1800" dirty="0"/>
              <a:t>A) </a:t>
            </a:r>
            <a:r>
              <a:rPr lang="en-US" sz="1800" dirty="0" err="1"/>
              <a:t>hyderabad</a:t>
            </a:r>
            <a:r>
              <a:rPr lang="en-US" sz="1800" dirty="0"/>
              <a:t> 	B) </a:t>
            </a:r>
            <a:r>
              <a:rPr lang="en-US" sz="1800" dirty="0" err="1"/>
              <a:t>Amaravathi</a:t>
            </a:r>
            <a:r>
              <a:rPr lang="en-US" sz="1800" dirty="0"/>
              <a:t> 	C) Chennai 	D) Kochi</a:t>
            </a:r>
            <a:br>
              <a:rPr lang="en-US" sz="1800" dirty="0"/>
            </a:br>
            <a:endParaRPr lang="en-IN" sz="18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E32B681-306F-4344-4886-392D24E667DD}"/>
                  </a:ext>
                </a:extLst>
              </p14:cNvPr>
              <p14:cNvContentPartPr/>
              <p14:nvPr/>
            </p14:nvContentPartPr>
            <p14:xfrm>
              <a:off x="1624680" y="1823040"/>
              <a:ext cx="7434360" cy="5082480"/>
            </p14:xfrm>
          </p:contentPart>
        </mc:Choice>
        <mc:Fallback>
          <p:pic>
            <p:nvPicPr>
              <p:cNvPr id="4" name="Ink 3">
                <a:extLst>
                  <a:ext uri="{FF2B5EF4-FFF2-40B4-BE49-F238E27FC236}">
                    <a16:creationId xmlns:a16="http://schemas.microsoft.com/office/drawing/2014/main" id="{4E32B681-306F-4344-4886-392D24E667DD}"/>
                  </a:ext>
                </a:extLst>
              </p:cNvPr>
              <p:cNvPicPr/>
              <p:nvPr/>
            </p:nvPicPr>
            <p:blipFill>
              <a:blip r:embed="rId4"/>
              <a:stretch>
                <a:fillRect/>
              </a:stretch>
            </p:blipFill>
            <p:spPr>
              <a:xfrm>
                <a:off x="1615320" y="1813680"/>
                <a:ext cx="7453080" cy="5101200"/>
              </a:xfrm>
              <a:prstGeom prst="rect">
                <a:avLst/>
              </a:prstGeom>
            </p:spPr>
          </p:pic>
        </mc:Fallback>
      </mc:AlternateContent>
    </p:spTree>
    <p:extLst>
      <p:ext uri="{BB962C8B-B14F-4D97-AF65-F5344CB8AC3E}">
        <p14:creationId xmlns:p14="http://schemas.microsoft.com/office/powerpoint/2010/main" val="397697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6F795-06DD-19C5-3C37-D2DC910A40F4}"/>
              </a:ext>
            </a:extLst>
          </p:cNvPr>
          <p:cNvSpPr>
            <a:spLocks noGrp="1"/>
          </p:cNvSpPr>
          <p:nvPr>
            <p:ph idx="1"/>
          </p:nvPr>
        </p:nvSpPr>
        <p:spPr>
          <a:xfrm>
            <a:off x="544674" y="631307"/>
            <a:ext cx="7886700" cy="4351338"/>
          </a:xfrm>
        </p:spPr>
        <p:txBody>
          <a:bodyPr>
            <a:noAutofit/>
          </a:bodyPr>
          <a:lstStyle/>
          <a:p>
            <a:pPr marL="0" indent="0">
              <a:buNone/>
            </a:pPr>
            <a:r>
              <a:rPr lang="en-US" sz="1600" dirty="0"/>
              <a:t>18. Three of the following four are alike in a certain way and hence form a group. Which is</a:t>
            </a:r>
            <a:br>
              <a:rPr lang="en-US" sz="1600" dirty="0"/>
            </a:br>
            <a:r>
              <a:rPr lang="en-US" sz="1600" dirty="0"/>
              <a:t>the one that doesn’t belong to that group?</a:t>
            </a:r>
            <a:br>
              <a:rPr lang="en-US" sz="1600" dirty="0"/>
            </a:br>
            <a:r>
              <a:rPr lang="en-US" sz="1600" dirty="0"/>
              <a:t>A) N-Y 		</a:t>
            </a:r>
          </a:p>
          <a:p>
            <a:pPr marL="0" indent="0">
              <a:buNone/>
            </a:pPr>
            <a:r>
              <a:rPr lang="en-US" sz="1600" dirty="0"/>
              <a:t>B) Y-O </a:t>
            </a:r>
          </a:p>
          <a:p>
            <a:pPr marL="0" indent="0">
              <a:buNone/>
            </a:pPr>
            <a:r>
              <a:rPr lang="en-US" sz="1600" dirty="0"/>
              <a:t>C) O-W </a:t>
            </a:r>
          </a:p>
          <a:p>
            <a:pPr marL="0" indent="0">
              <a:buNone/>
            </a:pPr>
            <a:r>
              <a:rPr lang="en-US" sz="1600" dirty="0"/>
              <a:t>D) H-N</a:t>
            </a:r>
            <a:br>
              <a:rPr lang="en-US" sz="1600" dirty="0"/>
            </a:br>
            <a:r>
              <a:rPr lang="en-US" sz="1600" dirty="0"/>
              <a:t>19. How many people sit in between the one who is from Pondicherry and N when counted</a:t>
            </a:r>
            <a:br>
              <a:rPr lang="en-US" sz="1600" dirty="0"/>
            </a:br>
            <a:r>
              <a:rPr lang="en-US" sz="1600" dirty="0"/>
              <a:t>from the left of N?</a:t>
            </a:r>
            <a:br>
              <a:rPr lang="en-US" sz="1600" dirty="0"/>
            </a:br>
            <a:r>
              <a:rPr lang="en-US" sz="1600" dirty="0"/>
              <a:t>A) One </a:t>
            </a:r>
          </a:p>
          <a:p>
            <a:pPr marL="0" indent="0">
              <a:buNone/>
            </a:pPr>
            <a:r>
              <a:rPr lang="en-US" sz="1600" dirty="0"/>
              <a:t>B) Two </a:t>
            </a:r>
          </a:p>
          <a:p>
            <a:pPr marL="0" indent="0">
              <a:buNone/>
            </a:pPr>
            <a:r>
              <a:rPr lang="en-US" sz="1600" dirty="0"/>
              <a:t>C) Three </a:t>
            </a:r>
          </a:p>
          <a:p>
            <a:pPr marL="0" indent="0">
              <a:buNone/>
            </a:pPr>
            <a:r>
              <a:rPr lang="en-US" sz="1600" dirty="0"/>
              <a:t>D) Four</a:t>
            </a:r>
            <a:br>
              <a:rPr lang="en-US" sz="1600" dirty="0"/>
            </a:br>
            <a:r>
              <a:rPr lang="en-US" sz="1600" dirty="0"/>
              <a:t>20. Who is sitting immediately right of the one who is sitting opposite of O?</a:t>
            </a:r>
            <a:br>
              <a:rPr lang="en-US" sz="1600" dirty="0"/>
            </a:br>
            <a:r>
              <a:rPr lang="en-US" sz="1600" dirty="0"/>
              <a:t>A) The one who is from </a:t>
            </a:r>
            <a:r>
              <a:rPr lang="en-US" sz="1600" dirty="0" err="1"/>
              <a:t>Amaravathi</a:t>
            </a:r>
            <a:br>
              <a:rPr lang="en-US" sz="1600" dirty="0"/>
            </a:br>
            <a:r>
              <a:rPr lang="en-US" sz="1600" dirty="0"/>
              <a:t>B) The one who is from </a:t>
            </a:r>
            <a:r>
              <a:rPr lang="en-US" sz="1600" dirty="0" err="1"/>
              <a:t>chennai</a:t>
            </a:r>
            <a:br>
              <a:rPr lang="en-US" sz="1600" dirty="0"/>
            </a:br>
            <a:r>
              <a:rPr lang="en-US" sz="1600" dirty="0"/>
              <a:t>C) H</a:t>
            </a:r>
            <a:br>
              <a:rPr lang="en-US" sz="1600" dirty="0"/>
            </a:br>
            <a:r>
              <a:rPr lang="en-US" sz="1600" dirty="0"/>
              <a:t>D) W</a:t>
            </a:r>
            <a:br>
              <a:rPr lang="en-US" sz="1600" dirty="0"/>
            </a:br>
            <a:r>
              <a:rPr lang="en-US" sz="1600" dirty="0"/>
              <a:t>21. Which of the following statements is not true?</a:t>
            </a:r>
            <a:br>
              <a:rPr lang="en-US" sz="1600" dirty="0"/>
            </a:br>
            <a:r>
              <a:rPr lang="en-US" sz="1600" dirty="0"/>
              <a:t>A) N is facing the one who is from Kochi</a:t>
            </a:r>
            <a:br>
              <a:rPr lang="en-US" sz="1600" dirty="0"/>
            </a:br>
            <a:r>
              <a:rPr lang="en-US" sz="1600" dirty="0"/>
              <a:t>B) E and H are immediate </a:t>
            </a:r>
            <a:r>
              <a:rPr lang="en-US" sz="1600" dirty="0" err="1"/>
              <a:t>neighbours</a:t>
            </a:r>
            <a:br>
              <a:rPr lang="en-US" sz="1600" dirty="0"/>
            </a:br>
            <a:r>
              <a:rPr lang="en-US" sz="1600" dirty="0"/>
              <a:t>C) O sits exactly in between W and the one </a:t>
            </a:r>
            <a:r>
              <a:rPr lang="en-US" sz="1600" dirty="0" err="1"/>
              <a:t>sho</a:t>
            </a:r>
            <a:r>
              <a:rPr lang="en-US" sz="1600" dirty="0"/>
              <a:t> is from </a:t>
            </a:r>
            <a:r>
              <a:rPr lang="en-US" sz="1600" dirty="0" err="1"/>
              <a:t>chennai</a:t>
            </a:r>
            <a:br>
              <a:rPr lang="en-US" sz="1600" dirty="0"/>
            </a:br>
            <a:r>
              <a:rPr lang="en-US" sz="1600" dirty="0"/>
              <a:t>D) H is from </a:t>
            </a:r>
            <a:r>
              <a:rPr lang="en-US" sz="1600" dirty="0" err="1"/>
              <a:t>hyderabad</a:t>
            </a:r>
            <a:endParaRPr lang="en-IN" sz="1600"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8A30D0D-6C41-7EC6-FC49-B88A7D306B91}"/>
                  </a:ext>
                </a:extLst>
              </p14:cNvPr>
              <p14:cNvContentPartPr/>
              <p14:nvPr/>
            </p14:nvContentPartPr>
            <p14:xfrm>
              <a:off x="-113400" y="2021400"/>
              <a:ext cx="1794960" cy="4411800"/>
            </p14:xfrm>
          </p:contentPart>
        </mc:Choice>
        <mc:Fallback>
          <p:pic>
            <p:nvPicPr>
              <p:cNvPr id="4" name="Ink 3">
                <a:extLst>
                  <a:ext uri="{FF2B5EF4-FFF2-40B4-BE49-F238E27FC236}">
                    <a16:creationId xmlns:a16="http://schemas.microsoft.com/office/drawing/2014/main" id="{A8A30D0D-6C41-7EC6-FC49-B88A7D306B91}"/>
                  </a:ext>
                </a:extLst>
              </p:cNvPr>
              <p:cNvPicPr/>
              <p:nvPr/>
            </p:nvPicPr>
            <p:blipFill>
              <a:blip r:embed="rId4"/>
              <a:stretch>
                <a:fillRect/>
              </a:stretch>
            </p:blipFill>
            <p:spPr>
              <a:xfrm>
                <a:off x="-122760" y="2012040"/>
                <a:ext cx="1813680" cy="4430520"/>
              </a:xfrm>
              <a:prstGeom prst="rect">
                <a:avLst/>
              </a:prstGeom>
            </p:spPr>
          </p:pic>
        </mc:Fallback>
      </mc:AlternateContent>
    </p:spTree>
    <p:extLst>
      <p:ext uri="{BB962C8B-B14F-4D97-AF65-F5344CB8AC3E}">
        <p14:creationId xmlns:p14="http://schemas.microsoft.com/office/powerpoint/2010/main" val="255494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587" y="515204"/>
            <a:ext cx="7886700" cy="1325563"/>
          </a:xfrm>
        </p:spPr>
        <p:txBody>
          <a:bodyPr>
            <a:normAutofit/>
          </a:bodyPr>
          <a:lstStyle/>
          <a:p>
            <a:endParaRPr lang="en-IN" sz="2000" dirty="0">
              <a:latin typeface="+mn-lt"/>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8091" y="1007209"/>
            <a:ext cx="6477000" cy="4010025"/>
          </a:xfr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1202</TotalTime>
  <Words>3059</Words>
  <Application>Microsoft Office PowerPoint</Application>
  <PresentationFormat>On-screen Show (4:3)</PresentationFormat>
  <Paragraphs>151</Paragraphs>
  <Slides>23</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Calisto MT</vt:lpstr>
      <vt:lpstr>Georgia</vt:lpstr>
      <vt:lpstr>GothamSSm</vt:lpstr>
      <vt:lpstr>Poppins</vt:lpstr>
      <vt:lpstr>Office Theme</vt:lpstr>
      <vt:lpstr>Seating Arrangement</vt:lpstr>
      <vt:lpstr>PowerPoint Presentation</vt:lpstr>
      <vt:lpstr>1. Direction: Study the following information and answer the questions.  A, P, R, X, S and Z are sitting in a row. S and Z are in the centre. A and P are at the ends. R is sitting to the immediate left of A. who is to the right of P?</vt:lpstr>
      <vt:lpstr>2. Direction: Study the following information and answer the questions.  Eight friends A, B, C, D, E, F, G and H are seated in a straight line, facing north, but not necessarily in the same order. H sits at the extreme right end of the line. Only four people sit between H and C. Both B and F are immediate neighbours of C. Only two people sit between F and E. E is not an immediate neighbour of H. D sits second to the left of A.</vt:lpstr>
      <vt:lpstr>PowerPoint Presentation</vt:lpstr>
      <vt:lpstr>PowerPoint Presentation</vt:lpstr>
      <vt:lpstr>3. Eight people A, B, C, D, E, F, G and H are sitting around a circle facing the centre. E sits third to the right of A who is to the immediate left of D who is second to the right of G. F is second to the left of A. H is not an immediate enighbour of E. C sits second to the right of B. what is C’s position with respect to A?  A) Third to the Right B) Second to the Right C) Fourth to the Right D) None</vt:lpstr>
      <vt:lpstr>4. Six- friends- H, I, J, L, K, L and M are sitting around a Triangular table facing inside the centre. Three of them are sitting at middle of the side and other three are sitting at corner of the table. K sits at one of the corner and sitting fourth to the right of L. J sits exactly between I and M. I is immediate right of L. who sits second to the left of I</vt:lpstr>
      <vt:lpstr>5. Six- friends- C, D, E, F, G and H are sitting around a triangular table facing outside the centre. Three of them are sitting at middle of the side and other three are sitting at corner of the table. H sists at one of the corner and sits exactly between D and F. D sits immediate right of E. E sits second to the right of C. G sits third to the left of H. Who sits second to the left of C?</vt:lpstr>
      <vt:lpstr>Direction: Study the following data carefully and answer the questions accordingly. P, Q, R, S, T, U and V are sitting in a row facing towards the north. They have different ages - 48yrs,46yrs,42yrs,37yrs,33yrs,29yrs and 21yrs old. R sits at the extreme end of the row. Three people sit between R and the one who is 46 years old. T sits second to the right of the one who is 46yrs old. Three people sit between the one who is 42 years old and T. Two people sit between the one who is 42 years old and Q. P is older than R. Two people sit between Q and S. The one who is 33 years old sits third to the right of S. The one who is 48 years old sits adjacent to Q. U is younger than V. P sits adjacent to the one who is 29 years old. Sum of the ages of immediate neighbours of P is 62. R is the youngest one in the row. T is not the immediate neighbour of V. </vt:lpstr>
      <vt:lpstr>1. How many people sits between the one who is 37 years old and R? A) None  B) One  C) Two  D) Three  2. What is the sum of the ages of S and R? A) 81  B) 71  C) 51  D) None  3.Whoamong the following sits second to the left of the one who is 29 years old? A) U  B) T  C) Q  D) V  4. who among the following people is the youngest? A) U  B) R  C) P  D) V  5. Odd one out A) P   B) V  C) Q  D) R</vt:lpstr>
      <vt:lpstr>6. Six doctors E, G, I, K, M and 0 are standing in a row facing towards north (Not necessarily in the same order). M is standing to the immediate right of E. K is standing second to the right of 0. Two doctors are standing between I and M. K is towards the left of G. Who is standing to the immediate right of K?</vt:lpstr>
      <vt:lpstr>7. Eight friends L, M, N, O, P, Q, R and S are sitting around a circle facing the centre. There are an equal number of males and females in the group. No two females are immediate neighbours of each other. N is a male and N sits third to the right of R. O is a female and O is not an immediate neighbour of N. L is a male. P sits second to the left of O. S sits fourth to the right of L and S is not an immediate neighbour of R. Q is a female.</vt:lpstr>
      <vt:lpstr>1.What is Q's position with respect to O? A)Fourth to the left  C) Third to the Right B)Second from the left  D) None 2.Four of the following five are alike in a certain way based on their seating positions in the above arrangement and so form a group. Which is the one that does not belong to the group? A)LO  B) OQ  C) OP  D) MS 3.If all the eight friends are made to sit alphabetically in the clockwise direction starting from L, positions of how many will remain unchanged (excluding L)? A)One  B) Two C) Three D) Four 4.Which of the following is true about M ? A)M is Male    C) M sists on the immediate left of O B)M sits third to the Right of Q D) None 5.Which of the following groups represents the females in the group? A)O, P, Q, S   B) O, R, P, Q  C) Q, L, M, O  D) None</vt:lpstr>
      <vt:lpstr>A total of 10 people, 5 men and 5 women are sitting in two parallel lines, facing each other. Five men, namely, Ajit, Bharat, Chirag, Dharam and Ejaz are facing to the south and the five women, Meenal, Neelu, Octavia, Preeti and Arpita are facing towards the north. Bharat, who is just next to the left of Dharam, is opposite to Arpita. Chirag and Neelu are diagonally opposite to each other. Ejaz is opposite Octavia who is just next to Meenal. Preeti, who is just to the left of Arpita, and opposite to Dharam. Meenal is at one end of the line Q 1. Which two people are sitting at the two extreme ends of the line? Ejaz, Bharat Ajit, Chirag Chirag, Dharam Dharam, Bharat None of the Above </vt:lpstr>
      <vt:lpstr>2. Who is sitting right in front of Dharam? A. Neelu  B. Meenal C. Octavia D. Preeti  Q 3. Who sits exactly in between Meenal and Neelu? A. Preeti  B. Octavia C. Arpita  D. Ejaz  Q 4. Who sits opposite to Octavia? A. Chirag B. Ejaz  C. Dharam D. Bharat  Q 5. Who is sitting at the right corner of the women’s line? A. Meenal B. Octavia C. Arpita  D. Neelu  </vt:lpstr>
      <vt:lpstr>In an exhibition seven brands have put up their stalls Each of these stalls are facing east The seven brands which have put up a stall include: Titan, Biba, Landmark, Adidas, Puma, Zara and Reebok Titan is next to the right of Reebok Reebok is fourth to the right of Landmark Adidas is between Biba and Zara Landmark which is third to the left of Biba, is at one end. Q 6: Which of the given pairs is correct for the brands displayed at the two ends of the line? A. Landmark, Zara B. Titan, Zara C. Landmark, Puma D. Puma, Reebok E. Reebok, Landmark </vt:lpstr>
      <vt:lpstr>7. Which brand is displayed on the immediate right of Titan? A. Puma  B. Reebok  C. Adidas  D. Zara  8. Zara is to the immediate left of _______ A. Biba  B. Landmark  C. Adidas  D. Puma  9. Which brand is being displayed exactly in between Biba and Titan? A. Reebok  B. Landmark C. Puma  D. Zara  10. Which brand is being displayed towards the immediate right of Titan? A. Adidas  B. Cannot be Determined C. Biba  D. Puma D. Reebok  11. Puma has put up a stall to the immediate right of which brand? A. Titan  B. Zara  C. Reebok  D. Puma  </vt:lpstr>
      <vt:lpstr>Study the following information and answer the questions: Eight friends, P, Q, R, S, T, V, W and Y are sitting around a rectangular table in such a way that four of them sit at four corners of the square while four sit in the middle of each of the four sides. The ones who sit at the four corners face the centre while those who sit in the middle of the sides face outside. ‘P’, who faces the centre, sits third to the right of ‘V’. ‘T’, who faces the centre, is not an immediate neighbour of ‘V’. Only one person sits between ‘V’ and ‘W’. ‘S’ sits second to right of ‘Q’. ‘Q’, faces the centre. ‘R’ is not an immediate neighbour of ‘P’. 12. Which of the following is true regarding R? A. R faces the center B. R sits exactly between T and S C. Q sits third to left of R D. None </vt:lpstr>
      <vt:lpstr> 13. Who sits second to the left of Q? A. V  B. P  C. T  D. Y  14. what is the position of T with respect to V? A. Fourth to the left B. second to the left C. Third to the left D. Third to the right  15. odd one out A. T   B. S  C. P   D. Q   E. V  16. who is sitting opposite to T? A. Q  B. S  C. U   D. None  </vt:lpstr>
      <vt:lpstr>There are six seats i.e. three at the corner of the table and three at the middle of the sides of the table. All of them are facing inside the table. They all are from different cities i.e. Kochi, Pondicherry, Hyderabad, Amaravati, Chennai, and Bangalore. All the information is not necessarily in the same order. The one who is from Amaravati is facing W. E is sitting 2nd to the right of W. The one who is facing E sits immediately to the left of the one who is from Kochi. The one who is from Pondicherry is an immediate neighbor of both E and the one who is from Kochi. O is from Bangalore and is sitting at the side of the table. The one who is from Chennai sits immediately left the one who is from Bangalore . H is facing Y. Y is not from Pondicherry. 17.N belongs to which of the following cities? A) hyderabad  B) Amaravathi  C) Chennai  D) Kochi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Pavithra Kura</dc:creator>
  <cp:lastModifiedBy>medari anusha</cp:lastModifiedBy>
  <cp:revision>31</cp:revision>
  <dcterms:created xsi:type="dcterms:W3CDTF">2022-01-18T10:49:00Z</dcterms:created>
  <dcterms:modified xsi:type="dcterms:W3CDTF">2024-03-14T10:31:20Z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2D76C37E70BD4E38954E7862F41B22BC</vt:lpwstr>
  </property>
  <property fmtid="{D5CDD505-2E9C-101B-9397-08002B2CF9AE}" pid="3" name="KSOProductBuildVer">
    <vt:lpwstr>1033-11.2.0.11417</vt:lpwstr>
  </property>
</Properties>
</file>