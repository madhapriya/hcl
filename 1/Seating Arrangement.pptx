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304" r:id="rId3"/>
    <p:sldId id="288" r:id="rId4"/>
    <p:sldId id="289" r:id="rId5"/>
    <p:sldId id="290" r:id="rId6"/>
    <p:sldId id="291" r:id="rId7"/>
    <p:sldId id="297" r:id="rId8"/>
    <p:sldId id="292" r:id="rId9"/>
    <p:sldId id="293" r:id="rId10"/>
    <p:sldId id="305" r:id="rId11"/>
    <p:sldId id="306" r:id="rId12"/>
    <p:sldId id="307" r:id="rId13"/>
    <p:sldId id="308" r:id="rId14"/>
    <p:sldId id="309" r:id="rId15"/>
    <p:sldId id="296" r:id="rId16"/>
    <p:sldId id="298" r:id="rId17"/>
    <p:sldId id="299" r:id="rId18"/>
    <p:sldId id="302" r:id="rId19"/>
    <p:sldId id="303" r:id="rId20"/>
    <p:sldId id="295" r:id="rId21"/>
    <p:sldId id="310" r:id="rId22"/>
    <p:sldId id="311" r:id="rId23"/>
    <p:sldId id="312" r:id="rId24"/>
    <p:sldId id="31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94E91"/>
    <a:srgbClr val="D1DAFF"/>
    <a:srgbClr val="164F8F"/>
    <a:srgbClr val="184F90"/>
    <a:srgbClr val="105498"/>
    <a:srgbClr val="18509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3:47:46.562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5994 2382 210 0,'0'0'498'0,"0"0"82"0,-80 2 52 0,80-2-27 0,0 0-16 0,-73-2 2 0,73 2-71 0,0 0-51 0,-66-3-41 0,66 3-64 0,0 0-52 0,0 0 68 0,0 0-160 0,-70-12 1 0,70 12-52 16,0 0 24-16,0 0-46 0,0 0-72 0,0 0 6 16,0 0-18-16,0 0-17 0,0 0-15 0,0 0-11 0,0 0-20 15,0 0-99-15,0 0 107 0,0 0 1 16,0 0-9-16,68 14 1 0,-68-14 15 0,85 0 4 0,-85 0-3 0,104-4-8 0,-45 1 24 15,6-1-1 1,-2 1-2-16,3-1 1 0,0 0 14 0,2-3-10 0,-5 4-3 16,2-4-3-16,1 5-10 0,-10-5 1 0,-5 0 14 15,-51 7-12-15,92-10-9 0,-92 10-5 0,71-8-5 0,-71 8-18 16,0 0-25-16,68-9-17 16,-68 9-24-16,0 0-53 0,0 0-66 0,0 0-209 0,0 0-196 0,0 0-236 15,-17-46-36-15,17 46 2 0,-61-28-640 0,61 28-484 0</inkml:trace>
  <inkml:trace contextRef="#ctx0" brushRef="#br0" timeOffset="184.93">6546 2052 90 0,'0'0'276'15,"0"0"62"-15,0 0-33 0,0 0-3 16,0 0 35-16,0 0-20 0,0 0-26 0,34-23-23 16,-34 23-14-16,0 0 7 0,58 21-73 0,-58-21 52 0,53 25-3 15,-53-25-10-15,63 34-3 0,-28-10-1 0,-1 1-14 16,0-2-19-16,-3 5-5 0,-4 4 4 15,-3 2-14-15,-4 2-15 0,-6 7-25 0,-11 2-20 0,-6 2-30 16,-7 6-11-16,-11-2-34 0,-11 4-89 16,-12 1-117-16,-2-3-144 0,-5 2-184 0,0-4-163 0,-2-6-49 15,2-5-756-15,12-4-466 0</inkml:trace>
  <inkml:trace contextRef="#ctx0" brushRef="#br0" timeOffset="915.66">9002 2263 708 0,'0'0'1139'0,"0"0"-133"0,0 0-44 0,0 0-113 0,0 0-53 0,0 0-60 0,0 0-96 0,0 0-57 0,0 0-114 0,0 0-100 0,0 0-89 0,0 0-66 0,0 0-46 16,0 0-32-16,-10 33-27 0,10-33-19 0,-7 51-25 0,7-51 1 0,-10 64-20 16,10-64-7-16,-14 67 71 0,-1-32-100 15,-2 2 7-15,5-3-7 0,5 1 3 16,-8-1 28-16,15-34-30 0,-27 60 0 0,27-60-2 0,-29 48 6 0,29-48-18 15,-19 29-14-15,19-29-14 0,0 0-24 0,-20 27-41 16,20-27-61-16,0 0-71 0,0 0-15 0,-29-35 15 16,29 35 21-16,-17-62 29 0,17 62 30 0,-12-71 43 0,5 32 13 15,4-5 3-15,-6-2 27 16,6-10 21-16,1 11 3 0,-3 1 14 0,2-2 14 16,-1 6 0-16,4 40 4 0,-3-89 15 0,3 89 2 15,3-65 48-15,-3 65-26 0,4-58-15 0,-4 58-1 16,13-48-12-16,-13 48 11 0,24-40-25 0,-24 40-5 0,24-31-11 15,-24 31 10-15,32-22-2 0,-32 22-16 0,46-15 33 16,-46 15-28-16,0 0 25 0,73 0-16 0,-73 0 12 16,53 11-4-16,-53-11 3 0,59 28 13 15,-59-28-3-15,60 37 4 0,-30-14 21 0,-1 7 32 0,0 14 15 16,-7-10-3-16,2 1 5 0,0 6-7 0,-4 0-2 16,-6 0-14-16,6 2-9 0,-6-2-12 0,3 5-3 15,-7-4 1-15,2 0 0 0,-2-1-10 0,-3-2-78 16,-7-39-83-16,8 71-55 0,-8-71-90 0,-3 58-129 15,3-58-143-15,-2 57-140 0,2-57-182 16,-20 37 6-16,20-37-870 0,-41 28-565 0</inkml:trace>
  <inkml:trace contextRef="#ctx0" brushRef="#br0" timeOffset="1065.78">8618 2724 194 0,'-53'-6'586'0,"53"6"-70"0,0 0 23 0,0 0-101 0,0 0-66 0,0 0-41 0,41-35-16 0,-41 35-61 0,90-32-49 0,-27 12-48 0,10-1-25 0,7-5-28 0,5 1-82 16,3-1-113-16,2 1-144 0,2-1-153 0,-7-3-71 15,-5 13-7-15,-5-5-590 0,6-2-251 0</inkml:trace>
  <inkml:trace contextRef="#ctx0" brushRef="#br0" timeOffset="1266.09">10156 2283 178 0,'0'0'737'0,"0"0"52"16,0 0-68-16,0 0-64 0,0 0-46 0,0 0-85 15,0 0-105-15,0 0-86 0,0 0-70 0,0 0-44 16,15 33-16-16,-15-33-21 0,12 43-15 0,-12-43-28 16,2 53-24-16,-2-53-28 0,5 64-18 0,-5-64-5 15,0 65-37-15,0-65-43 0,-2 67-67 0,2-67-101 16,0 64-147-16,0-64-180 0,2 62-216 0,-2-62-52 0,-22 41-179 15,22-41-253-15,0 0-378 0</inkml:trace>
  <inkml:trace contextRef="#ctx0" brushRef="#br0" timeOffset="1554.27">10154 2144 216 0,'-8'-60'661'0,"8"60"115"0,-7-35-36 0,7 35-89 0,0 0-33 16,-12-41-123-16,12 41-93 0,0 0-84 0,0 0-72 0,0 0-56 15,0 0-53-15,0 0-33 0,0 0-18 0,0 0-20 16,0 0-3-16,0 0-15 0,0 0-6 0,49 7-10 16,-49-7-10-16,0 0-5 0,56 17-6 0,-56-17-1 0,0 0 0 15,58 9 1-15,-58-9 24 0,0 0-16 0,0 0 10 16,48-22 39-16,-48 22 16 0,20-30 27 0,-20 30 12 16,24-34 18-16,13 11 32 0,-37 23 3 0,-22-37 46 15,22 37 5-15,-3-39 0 0,3 39-46 16,-7-36-14-16,7 36-35 0,-15-30-16 0,15 30-35 15,0 0 4-15,-31-33-144 0,31 33-114 0,0 0-68 16,0 0-126-16,0 0-229 0,0 0-104 0,-51 18-117 0,51-18-24 0,-22 45-18 16,22-45-672-16,0 57-491 0</inkml:trace>
  <inkml:trace contextRef="#ctx0" brushRef="#br0" timeOffset="1957.68">10754 2794 58 0,'0'0'408'16,"22"51"135"-16,-22-51 9 0,17 37-35 0,-17-37-21 0,0 0 6 0,14 29 19 16,-14-29-86-16,0 0-77 0,0 0-53 15,0 0-42-15,56-21-41 0,-56 21-42 0,51-50-33 0,-26 22-19 0,4-4-12 16,-3-4 1-16,-4-1 0 16,3-4 5-16,-3 1-2 0,-3-3-4 0,-4 1-1 0,-3 1-12 15,-5-1 4-15,0 3 11 0,1-3-15 16,-8 3 18-16,0 39-15 0,-8-75-10 0,8 75-9 15,-12-59-15-15,12 59 93 0,-10-48-53 0,10 48 31 16,-14-31-16-16,14 31-5 0,0 0-9 0,0 0-38 0,-17-30-19 16,17 30-33-16,0 0-25 0,0 0-12 15,0 0-9-15,0 0-5 0,-29 31 7 0,29-31 5 0,-3 44-11 16,3-44 20-16,12 52-26 0,-12-52 3 0,22 59 8 0,-22-59-3 0,39 59 15 0,-10-29 8 16,-2 2-15-1,9 0-2-15,3-1 11 0,0-8 5 16,7 7-4-16,-4 0 23 0,1 0-24 0,-6 2-15 0,-6-5 37 15,-1-1-6-15,-6 2 22 0,-24-28-8 0,29 55 6 16,-29-55 10-16,-10 66 14 0,-9-28-35 0,2 0 6 16,-22 2-8-16,-36 1-121 0,7-4-54 0,-3 3-179 15,3 0-286-15,-10-3-198 0,-14-8-305 0,-20 1-960 16,20-5-705-16</inkml:trace>
  <inkml:trace contextRef="#ctx0" brushRef="#br0" timeOffset="4986.29">13043 2098 353 0,'0'-39'649'0,"0"39"49"0,-5-72-19 0,5 72-34 0,-5-61 18 0,5 61-74 0,-10-49-68 0,10 49-62 0,-12-37-61 0,12 37-69 0,0 0-28 0,0 0-4 0,-12-42-57 0,12 42 4 0,0 0-14 0,0 0-5 16,0 0-31-16,0 0-42 0,0 0-24 0,-70 3-44 15,70-3-31-15,-37 53-21 0,15-12 33 0,-7 7-51 16,-5 11 1-16,0 7-4 0,-7 10-17 0,0 3 9 16,6 6-3-1,-3 1 5-15,6-2-5 0,5 6-3 0,5 0-7 0,5-1 8 0,10-3 12 0,5-3-10 0,4-3-1 31,5-7-10-31,10-5 3 0,3-6-9 0,7-13-9 16,4-1-30-16,6-11-17 0,-3-4-24 0,0-10 5 16,7-5 20-16,-41-18 28 0,83 12-3 0,-83-12-3 15,85-19 37-15,-42 2-14 0,-1-10 16 0,-1 1 21 16,-9-8-36-16,-1 16 25 0,-2-20-13 0,-9-3 10 16,-1-1 14-16,-7 1-12 0,-12 41 45 0,8-76-46 0,-11 34-2 15,3 42 15-15,-10-75 18 0,10 75-36 0,-48-65 1 16,33 36 15-16,15 29-19 0,-31-54 17 0,31 54 4 15,-39-39 0-15,39 39 18 0,-44-30-1 0,44 30 34 16,-39-20-25-16,39 20-15 0,0 0-9 0,-51-8-15 16,51 8-8-16,0 0-5 0,-44 31 13 0,44-31-16 0,-24 45-10 15,24-45 7-15,-12 61 12 0,12-61-2 0,7 67-1 16,-7-67-21-16,20 59 62 0,-8-20-75 0,5-6 19 16,0-3-8-16,-17-30-40 0,44 48 70 0,-44-48-67 15,48 37 21-15,-48-37-2 0,56 12 5 0,-56-12 17 16,73-6 41-16,-32-9-36 0,5-5 4 0,6-8 3 0,-1-2 11 15,2-7 43-15,3-4-46 0,-3-1 1 0,-2-4-10 16,0-2 19-16,0-4-7 0,-7 2 48 0,0-1-46 16,-3 1-4-16,-4 1 7 0,-8 1-4 0,-2 3 8 15,-6 5-1-15,-6-2-1 0,-3 9-7 0,-12 33-9 16,20-62-11-16,-20 62-19 0,4-52-61 0,-4 52 61 16,-12-42-2-16,12 42 9 0,-17-41-1 0,17 41 16 15,-19-38 1-15,19 38 5 0,-24-37 13 0,24 37-10 16,-25-43 7-16,25 43-1 0,-22-37 32 0,22 37-31 15,-22-34-1-15,22 34 11 16,-19-30-6-16,19 30 1 0,0 0 32 0,-19-30-37 0,19 30 2 0,0 0-1 0,0 0-14 16,0 0 6-16,0 0-12 0,0 0 5 15,0 0 12-15,0 0-2 0,0 0 9 0,-5 64-5 0,5-64 35 16,0 81-24-16,-5-26-5 0,-2 5 6 0,-3 10-9 16,-2 8 29-16,-8 4-5 0,1 9 3 0,-5 3 8 15,-3 5 14-15,-7 5 173 0,0 4-138 0,0 3-52 0,-8-1-14 16,4 2 19-16,4-1-12 15,0-3-17-15,2-4 5 0,8-9 10 16,7-7 3-16,2-10-28 0,10-7-1 0,5-9 7 0,8-11 6 0,1-5-25 0,8-12-11 16,5-4-8-16,-22-30 12 0,71 30 18 0,-71-30-6 15,89-11 7-15,-35-5-2 0,-1-5 5 0,1-13-4 16,-3-4-7-16,-3-2-7 0,1-3 4 0,-10-4-1 16,0-4 3-16,-10 8 11 0,-7 0 3 15,-8 7 2-15,-4-3 6 0,-10 39 4 0,-7-61 5 0,7 61 9 0,-34-50 10 16,34 50-2-16,-66-32-13 0,20 23 32 0,-7 2-26 15,53 7-3-15,-115-2 75 0,50 8-87 0,4 1 28 16,0 4-8-16,5 1-4 16,5-3-27-16,8 5 14 0,43-14 3 0,-68 24 0 0,68-24-12 0,-42 20-13 0,42-20-4 15,0 0-15-15,0 0 12 0,27 27 1 16,-27-27 18 0,80-17-4-16,-24-1 2 0,7-6-15 0,13-9 19 0,1-3-19 0,6-6 13 0,2-4 44 0,-2-2-40 15,-3-1-26-15,-5-6 20 0,-2 0-9 0,-5 0 7 16,-10 2-3-16,-4 2 5 0,-10-4 9 15,-3-1 4-15,-10 4 126 16,-6 0-104-16,-3 1-18 0,-8-2 23 0,-4 0-3 16,-5-7 13-16,9 7-6 0,-23-5 16 0,-18 4 6 15,15 0-18-15,-3 2 30 0,3 8 13 0,-5-1 21 16,0 10 28-16,0 5 70 0,17 30 30 0,-29-46 20 16,29 46-19-16,-22-30-31 0,22 30-47 0,0 0-49 15,0 0-63-15,-29-23-47 0,29 23-6 0,0 0-3 16,-10 46 4-16,10-46-3 0,-2 70-5 0,4-25 5 0,8 6 0 15,-3 8 5-15,0-5-3 0,8 4-2 0,-5 7 13 16,4-2-19-16,-4 0-4 0,5 10-5 0,-3-10 2 16,2 0-8-16,-2-3-38 0,1-4 16 0,-4-3-94 15,-1-5-57-15,-1-4-6 0,5-7-30 0,-12-37-20 16,5 59-58-16,-5-59-95 0,7 42-78 0,-7-42-44 16,0 0-85-16,0 0-137 0,0 0-25 0,0 0-17 0,0 0-525 15,0 0-417-15</inkml:trace>
  <inkml:trace contextRef="#ctx0" brushRef="#br0" timeOffset="5128.29">14015 3071 59 0,'0'0'519'0,"-49"-19"83"16,49 19-43-16,0 0-104 0,-14-31-88 0,14 31-65 0,17-33 3 0,-17 33-50 0,53-44-42 0,-12 20-52 0,6-5-19 16,6 1-28-16,3-4-26 0,9 3-112 0,1 1-153 15,0-2-158-15,2 4-115 0,-5-2-10 0,-2 1-125 0,-3 5-330 16,0 4-117-16</inkml:trace>
  <inkml:trace contextRef="#ctx0" brushRef="#br0" timeOffset="5954.19">15373 2400 419 0,'-29'-36'667'0,"29"36"47"0,0 0-33 0,-37-24-21 16,37 24-14-16,0 0-111 0,-53-12-111 16,53 12-93-16,-49 12-66 0,49-12-48 0,-60 30-47 0,26-5-41 15,0 7-26-15,-3 1-25 0,1 4 12 0,2 4-45 16,2 1-17-16,0-1 3 0,6 5-6 0,-1 0-7 16,5-4-12-16,8-1-4 0,4-6 3 0,10-35-5 15,-20 64-12-15,20-64-3 0,10 48-7 16,-10-48 1-16,24 31 0 0,-24-31 1 0,0 0 6 15,42 18 8-15,-42-18 19 0,0 0 1 0,63-23 8 0,-63 23 11 0,36-41 0 16,-11 18 1-16,-1-5-1 0,-2-5 0 16,0-3-7-16,2 1-2 0,-19-7-6 0,17 1-4 0,-3 0-4 15,-2-7-3-15,0 2-6 0,-2-3-1 0,-6 0 16 16,1-1-5-16,-7 6-7 0,1 0-1 0,-1 3 11 0,-3 41 4 16,-7-69-131-16,7 69 176 0,-13-58-46 0,13 58-1 15,-21-44-12-15,21 44 9 0,-27-34-4 0,27 34-3 16,-34-23 22-16,34 23-23 0,0 0-1 15,-41-28-16-15,41 28 17 0,0 0 2 0,0 0 0 0,0 0-7 16,-30-25 4-16,30 25-8 0,0 0-3 0,0 0-1 16,0 0-3-16,0 0 1 15,0 0-1-15,20-35-1 0,-20 35 0 0,0 0 3 0,46-30-6 0,-46 30 4 0,41-16 0 16,-41 16 3 0,0 0 24-16,56-20-29 0,-56 20 3 0,0 0 6 0,0 0 4 15,76-1-11-15,-76 1-3 0,0 0 3 0,48 14 8 0,-48-14 18 16,29 23-15-16,-29-23 3 0,25 37 5 0,-25-37 16 15,21 60 14-15,-21-60 32 0,0 78-10 0,-2-32 17 16,-3 5-4-16,10-2-27 0,-15 8-5 0,-4-1 2 16,-1 3-9-16,1 4 6 0,1 3-15 0,18-1-3 0,-12 2 2 0,-8 2-6 15,1 0 12-15,-1-3 3 0,6-5 4 0,-1-2-13 16,3-3-15 0,4-1-3-16,3-6-4 0,0-2 11 0,7-5-12 0,3-5-15 0,2-3-2 0,-12-34 0 15,29 56 5-15,-29-56-16 0,39 40-7 0,-39-40 47 16,49 23-34-16,-49-23-22 0,56 10 19 0,-56-10 1 15,61-5 7-15,-61 5 19 0,53-17-14 0,-53 17 7 16,49-19 20-16,-49 19 6 0,31-29 17 0,-31 29 33 16,27-26-6-16,-27 26 20 0,0 0 70 15,-3-45-90-15,3 45-10 0,-19-29 3 16,19 29 7-16,-34-32-15 0,34 32-10 0,-41-32-7 0,41 32-8 0,-49-32 20 16,49 32-31-16,-53-29 10 15,53 29-10-15,-51-27-6 0,51 27-12 0,-34-23-2 16,34 23-2-16,-32-20 6 0,32 20-25 0,0 0-12 15,-29-28 55-15,29 28-75 0,0 0-2 0,5-44-12 16,-5 44-5-16,29-34-27 0,-29 34-7 0,63-42-32 16,-31 21-40-16,2-2-67 0,7 1-91 0,0 3-147 15,5 0-177-15,3 1-136 0,-10-3-29 0,12 5-701 16,-5 2-490-16</inkml:trace>
  <inkml:trace contextRef="#ctx0" brushRef="#br0" timeOffset="6633.1">16724 2351 25 0,'-22'-40'584'0,"22"40"203"0,-24-30 46 0,24 30-65 0,0 0-8 0,-29-30-112 0,29 30-119 0,0 0-92 0,0 0-77 0,0 0-86 0,0 0-54 0,0 0-63 0,0 0-23 0,0 0-27 0,-30 25-6 0,30-25-10 0,5 43 4 0,-5-43-6 0,5 70 7 0,-2-29 25 16,-3 1-26-16,0-42-9 0,0 87-17 15,-3-36 15-15,3-3-7 0,0 1-5 0,-5-6 20 16,0-1-2-16,1-1 9 0,4-41 41 0,-10 67-82 0,10-67-3 16,-5 51-9-16,5-51 6 0,0 0-4 0,-5 48-9 15,5-48-4-15,0 0 6 0,0 0 39 0,0 0 40 16,0 0 27-16,0 0-15 0,0 0-38 0,0 0-67 15,0 0-43-15,-7-53-3 0,7 53 3 0,-15-60-5 16,15 60-12-16,0-74-41 0,-5 36 83 0,3-2-44 0,-3 0 1 16,0-1 2-16,0 2 13 0,1 2 17 15,4 37-16-15,-3-72 1 0,3 72 4 0,0-64-5 0,0 64-2 16,5-59-5-16,-5 59-1 0,22-54 12 0,-8 24-6 16,8 0-4-16,3-2 3 0,6 2 2 0,6 9-5 15,4-6 11-15,-2-3-3 0,7 0-5 16,0 5 0-16,-2 2-13 0,5 2-12 0,-6 3-6 15,1-3-10-15,-3 9-63 0,-41 12 128 0,76-22-76 0,-76 22 0 16,63-13-12-16,-63 13 6 0,0 0 13 0,65 0 7 0,-65 0 19 16,0 0 1-16,39 19 25 0,-39-19-6 15,0 0 7-15,8 52 18 0,-8-52 12 0,-17 52 4 16,0-23-2-16,4 2 11 0,-8 5 7 0,-1-3-11 0,0-1 3 16,22-32-14-16,-39 54 27 0,39-54-32 0,-27 50-9 15,27-50-8-15,-14 43-3 0,14-43-3 0,0 0-9 0,2 53 5 16,-2-53 6-16,19 31-5 0,-19-31 11 0,39 27 7 15,-39-27-12-15,56 27 14 0,-56-27 5 16,59 24-6-16,-59-24 22 0,58 27-34 0,-58-27 6 0,56 21 7 16,-56-21 2-16,46 32 2 0,-46-32 8 15,34 30 46-15,-34-30 100 0,17 33 38 0,-17-33 127 16,-7 39 19-16,7-39 33 0,-42 44-28 0,13-19-50 16,-12-2-55-16,-5 0-57 0,-5 2-39 0,-5 2-121 15,0-2-273-15,-7-7-279 0,-5-5-176 0,17 1-640 16,-20 4-288-16,71-18-825 0,-97-15-1044 0</inkml:trace>
  <inkml:trace contextRef="#ctx0" brushRef="#br0" timeOffset="10822.98">17919 3426 89 0,'0'0'424'0,"0"0"143"0,0 0 49 0,3-40-23 0,-3 40-36 0,0 0 54 0,0 0-48 0,0 0-58 0,0 0-62 0,0 0-35 0,0 0-53 0,0 0-32 0,0 0-18 0,0-39-8 0,0 39-4 0,0 0 18 15,0 0-10-15,0 0-8 0,0 0-28 0,0 0-34 16,0 0-36-16,34-23-19 0,-34 23-53 0,0 0-25 16,0 0-22-16,0 0-21 15,0 0-23-15,0 0-14 0,0 0-7 16,-20 44 2-16,20-44 3 0,-7 59-4 0,0-17-2 0,-5 4 9 15,0 2-7-15,-5-1 2 0,4 8-11 0,-4 1 1 0,0-1-14 0,0 0-38 16,3-2-64-16,-3 0-91 0,0-5-100 0,0-4-53 0,2-2-169 16,5-1-211-16,1-4-164 0,9-37-112 0,-32 58-169 15,32-58-408-15,-10 36-510 16</inkml:trace>
  <inkml:trace contextRef="#ctx0" brushRef="#br0" timeOffset="14225.77">18546 2656 226 0,'0'0'695'0,"-19"-37"41"0,19 37-19 0,-15-30-47 0,15 30 10 0,0 0-75 0,-26-28-96 0,26 28-50 0,0 0-43 15,0 0-46-15,-20-34-70 0,20 34-50 0,0 0-43 0,0 0-34 16,0 0-26-16,0 0-44 0,0 0-18 0,0 0-11 16,0 0-40-16,-34 20-6 0,34-20 0 0,-17 54 5 0,5-18 7 15,-3 1-22-15,3 3 4 0,-2 3-9 0,-1 2 0 16,5-2-1-16,-2 0-10 0,5-3 14 0,0 1-3 15,7-41-20-15,0 65-45 0,0-65 11 0,7 55-27 16,-7-55-42-16,10 37-1 0,-10-37-32 0,0 0-35 16,26 31 2-16,-26-31 47 0,0 0 27 0,0 0 29 15,49 15 17-15,-49-15 15 16,0 0 12-16,41-35 3 0,-41 35 11 0,27-36-1 0,-27 36 9 16,24-42 0-16,-24 42 12 0,20-37-1 0,-20 37 14 15,17-36 0-15,-17 36 4 0,17-35-7 0,-17 35 2 0,31-33-19 0,-31 33-1 16,0 0-10-16,0 0 19 0,34-27-1 15,-34 27-7-15,0 0 7 0,0 0 0 0,0 0-2 0,47 18 4 16,-47-18 2-16,34 26-9 0,-34-26 6 0,38 41-5 0,-38-41-16 16,44 51 28-16,-20-26-3 15,3-2 3-15,0 1-1 0,-27-24-9 0,56 38 6 0,-56-38-4 0,56 28-78 16,-56-28 83-16,53 17 4 16,-53-17-2-16,0 0-3 0,75 1 22 0,-75-1-19 0,51-25-8 0,-51 25-4 15,47-39 9-15,-25 14 2 0,-22 25 9 0,31-58-15 0,-31 58 7 16,17-67 8-16,-5 36 20 0,-12 31 6 0,-5-70 0 15,-4 35 1 1,-3-1-14-16,-3-4-1 0,-2 3 2 0,-7-4-15 0,2 3 4 0,-3-2-7 16,-1 0 6-16,-1 9-4 0,3 1 13 15,-1 4 12-15,25 26-10 0,-48-37 2 16,48 37-18-16,-44-25-17 0,44 25 4 0,-44-13-19 0,44 13 4 0,0 0-18 0,-58 5-30 16,58-5-13-1,-32 19-5-15,32-19-20 0,0 0-12 0,-21 42 2 16,21-42-21-16,0 0-27 0,29 40-15 0,-29-40 13 0,0 0 28 0,48 25 24 0,-48-25 19 0,0 0 17 31,76 3 13-31,-76-3 9 0,60-18 13 0,-60 18 9 16,64-32 3-16,-64 32 5 0,60-41 7 0,-33 15 5 15,0-6 0-15,-27 32 26 0,41-50 33 0,-41 50 18 16,34-53 5-16,-34 53 14 0,22-51 15 0,-22 51 3 0,15-49 22 16,-15 49-25-16,7-36 1 0,-7 36-10 0,0 0-13 15,19-40 15-15,-19 40-59 0,0 0-13 0,0 0-7 16,0 0-17-16,0 0 11 0,0 0-12 0,0 0 3 15,44 18 7-15,-44-18 6 0,27 51 122 0,-10-21-160 16,-8 5 6-16,8 2 4 0,-2 4 7 0,2 1-5 0,-5 1 3 16,5 1 6-16,-7 0-1 0,2 2-6 15,0 1 8-15,-2-4-15 0,0-2 11 0,-8 5 22 0,1-9-19 16,-1 3 10-16,-2-40-10 0,5 66 9 0,-5-66-3 16,0 59-2-16,0-59 6 0,-5 42-4 15,5-42 2-15,0 0-3 0,-5 35 0 0,5-35-22 0,0 0 16 16,0 0 1-16,0 0-6 0,0 0-18 0,0 0 8 15,0 0 13-15,-19-30-4 0,19 30-7 0,0 0 7 0,-5-42 10 16,5 42 26-16,0 0-31 0,-3-48 6 16,3 48 3-16,0 0 3 0,5-46 7 0,-5 46 2 0,0 0-3 15,8-46 0-15,-8 46-7 0,21-30 3 0,-21 30-10 16,27-30-25-16,-27 30 24 0,24-29 12 0,-24 29-3 16,44-30-12-16,-44 30 3 0,39-26-47 0,-39 26 48 15,44-21 10-15,-44 21 15 0,41-13-38 0,-41 13 29 16,0 0-39-16,0 0 4 0,66-5 4 0,-66 5-5 0,0 0 12 15,36 16 41-15,-36-16-32 0,24 27 22 0,-24-27 11 16,15 39 13-16,-15-39 0 0,7 46 0 16,-7-46-7-16,3 56-13 0,-3-56-1 0,14 58-13 0,-14-58 0 15,-12 57-11-15,12-57-64 0,-12 48-84 16,12-48-98-16,-7 42-166 0,7-42-178 0,0 0-175 0,2 51-37 16,-2-51-18-16,0 0-570 0,0 0-439 15</inkml:trace>
  <inkml:trace contextRef="#ctx0" brushRef="#br0" timeOffset="14576.03">20177 2755 123 0,'0'0'491'0,"5"-39"128"0,-5 39 78 0,0 0-73 0,0-45 24 0,0 45 0 0,0 0-70 0,0 0-83 0,-10-36-56 0,10 36-65 0,0 0-42 16,0 0-73-16,0 0-60 0,0 0-36 0,0 0-40 0,0 0-35 15,0 0-6-15,0 0-9 16,-29 25-20-16,29-25-8 0,2 41-16 0,-2-41-10 0,5 54 6 15,-5-54-7-15,15 57-11 0,-15-57-3 0,24 56-16 0,-24-56-16 16,31 52-11-16,-31-52-14 0,37 42-4 0,-37-42 6 16,39 30-5-16,-39-30-3 15,0 0 8-15,61 19 6 0,-61-19 8 0,0 0 8 0,53 10 13 0,-53-10 41 16,0 0-14-16,44-18 19 0,-44 18 2 16,0 0 29-16,0 0 25 0,24-35 27 0,-24 35 8 0,7-43 30 15,-7 43 17-15,-5-43 17 0,5 43 40 16,-12-42-7-16,12 42-19 0,-22-38-42 0,22 38-26 15,-26-41-33-15,26 41-29 0,-46-34-33 16,46 34-52-16,-44-26-92 0,44 26-63 0,-51-22-62 0,51 22-17 16,-59-12-124-16,59 12-138 0,0 0-123 0,-70 12-155 0,70-12-106 0,-32 18 19 15,32-18-764-15,0 0-531 16</inkml:trace>
  <inkml:trace contextRef="#ctx0" brushRef="#br0" timeOffset="14773.91">20901 2697 189 0,'0'0'893'16,"0"0"100"-16,65-6-139 0,-65 6-18 0,0 0-104 0,0 0-107 0,0 0-87 16,0 0-103-16,0 0-84 0,56 6-71 15,-56-6-66-15,0 0-17 0,0 0-27 0,8 46 25 0,-8-46-91 16,-8 42-16 0,8-42-28-16,3 52-4 0,-3-52-19 0,2 58 8 0,-2-58-28 15,5 60-106-15,-5-60-42 0,-2 55-119 0,2-55-169 0,-3 49-146 0,3-49-220 16,0 0-126-16,-7 53-104 0,7-53-528 0,0 0-495 15</inkml:trace>
  <inkml:trace contextRef="#ctx0" brushRef="#br0" timeOffset="14922.3">20988 2571 36 0,'-2'-59'600'0,"2"2"209"0,-3 6 36 0,1 6-91 0,-5 5-36 0,7 40-121 0,-10-56-107 0,10 56-88 0,-10-47-92 31,10 47-202-31,0 0 39 0,-14-39-113 0,14 39-170 15,0 0-188-15,0 0-158 0,0 0 54 0,14 39-50 16,-14-39-37-16,25 62-8 0,-8-24 61 0,-20 2-30 16,27 4-386-16,-2 3-91 0</inkml:trace>
  <inkml:trace contextRef="#ctx0" brushRef="#br0" timeOffset="15291.47">21197 2739 284 0,'20'46'187'0,"-1"-4"71"0,-2-4-16 0,3-5-20 16,-20-33 2-16,31 52-21 0,-31-52-35 0,32 42-25 15,-32-42-22-15,0 0 104 0,29 26 72 16,-29-26 45-16,0 0 30 0,0 0-2 0,87-26-37 0,-87 26-40 15,51-39-29-15,-51 39-30 0,49-51-22 0,-27 22-11 16,0-2-15-16,0-3-2 0,2 3-10 0,-7-3 17 0,-5-2-18 16,3 0-21-16,-6-2-6 0,-1-4-21 0,-8 42-1 15,9-67 35-15,-9 67-80 0,3-59 18 16,-3 59 2-16,-7-43 39 0,7 43 33 0,0 0-4 0,-20-38-12 16,20 38-30-16,0 0-42 0,0 0-45 0,0 0-70 15,-46-17-62-15,46 17-12 0,-29 26 17 0,29-26 2 0,-27 41 143 16,27-41-169-16,-19 56 10 0,19-56 21 15,-3 64 8-15,13-32 13 0,0 1 13 0,9 1 6 0,3 1-4 16,5-3 12-16,4 0 3 0,8 0 5 16,-2-4 15-16,6 2 42 0,-1 1-49 0,1-6 2 0,-1 0-3 15,1 0 8-15,-6-4-5 0,-3 4 9 0,-34-25 21 16,56 35-8-16,-56-35 11 0,39 35 4 0,-39-35 18 16,17 34-12-16,-17-34 14 0,-8 34 14 0,8-34-22 15,-34 35 8-15,34-35-8 0,-58 33-17 0,58-33-8 0,-75 30-38 16,75-30-73-16,-88 17-201 0,88-17-95 0,-82 10-232 15,82-10-223-15,-64-10-30 0,64 10-780 16,-34-25-537-16</inkml:trace>
  <inkml:trace contextRef="#ctx0" brushRef="#br0" timeOffset="15486.29">22743 2589 600 0,'53'-12'934'0,"-53"12"-86"0,0 0-66 0,49-11-65 0,-49 11-129 0,0 0-105 0,0 0-96 0,0 0-89 0,0 0 12 0,46 14-143 0,-46-14-5 16,0 0-14-16,19 50-18 0,-19-50-32 0,10 49-13 0,-10-49-20 15,10 55-10-15,-10-55 2 0,7 63-10 0,-7-63-15 0,5 61-15 16,-5-61-1-16,5 57-73 0,-5-57-75 0,-8 48-122 0,8-48-171 16,-2 41-259-16,2-41-143 0,0 0-52 0,0 0-674 15,0 0-499-15</inkml:trace>
  <inkml:trace contextRef="#ctx0" brushRef="#br0" timeOffset="15795.26">22840 2308 51 0,'-17'-33'498'0,"17"33"215"16,-25-50 80-16,25 50-70 0,-21-37-20 0,21 37-83 0,0 0-109 15,-30-30-85-15,30 30-89 0,0 0-56 0,0 0-90 0,0 0-38 16,0 0-33-16,0 0-28 0,-19 28-23 15,19-28-7-15,5 44-17 0,-5-44-8 0,17 46-3 0,-17-46-20 0,24 41 2 0,-24-41-80 16,32 34 54-16,-32-34-11 16,44 24-28-16,-44-24 28 0,51 13-54 0,-51-13-12 0,0 0-1 0,85-9 0 15,-85 9 10-15,55-27 13 0,-55 27 8 0,54-35 22 16,-54 35 4-16,39-42 37 16,-39 42 48-16,29-45-44 0,-29 45 97 0,12-45 23 15,-12 45 6-15,-5-41 4 0,5 41-18 0,-14-39-3 16,14 39-1-16,-29-32-30 0,29 32-18 0,-27-23-19 15,27 23-9-15,0 0-31 0,-46-23-65 0,46 23-105 0,0 0-163 16,-49 14-169-16,49-14-196 0,-34 21-119 16,34-21-56-16,-32 32-596 0,32-32-464 0</inkml:trace>
  <inkml:trace contextRef="#ctx0" brushRef="#br0" timeOffset="16461.23">23321 2513 384 0,'41'28'885'0,"-41"-28"-34"0,34 20-108 0,-34-20 27 16,0 0-92-16,0 0-88 0,32 28-86 0,-32-28-79 16,0 0-88-16,0 0-66 0,0 0 21 0,22 37 41 15,-22-37-17-15,0 0-32 0,26 35-47 0,-26-35-32 16,0 0-36-16,22 41-12 0,-22-41-32 0,0 0-18 16,10 48-25-16,-10-48-4 0,0 0-10 0,0 40-12 0,0-40-11 15,0 0-8-15,-10 37-12 0,10-37 31 0,0 0-34 16,0 0 0-16,-19 29-62 0,19-29-76 0,0 0-20 15,0 0-85-15,0 0-64 0,0 0-12 0,0 0 7 16,0 0 47-16,-51-18 30 0,51 18 50 0,0 0 39 16,-37-36 22-16,37 36 31 0,0 0 28 0,-24-40 33 0,24 40 12 15,0 0 13-15,-17-46 36 0,17 46 7 16,0 0 6-16,-10-33 7 0,10 33-18 0,0 0-9 16,0 0-2-16,17-44-28 0,-17 44-7 0,0 0 15 15,32-29-14-15,-32 29-5 0,0 0-9 0,56-21 7 16,-56 21-4-16,0 0 6 0,65-9-10 0,-65 9 4 15,0 0-1-15,71 0 4 0,-71 0-9 0,0 0 14 0,63 9-3 16,-63-9-9-16,0 0 6 0,58 21-1 16,-58-21-2-16,32 21 16 0,-32-21-17 0,24 23-6 0,-24-23 23 15,22 32-1-15,-22-32-3 0,7 34-2 0,-7-34 13 16,0 0-17-16,15 49-34 0,-15-49-80 0,0 0 18 0,-15 39-54 16,15-39-27-16,0 0-68 0,0 0-68 15,0 0-37-15,-9 39-21 0,9-39 5 0,0 0 2 0,0 0-33 16,0 0 94-16,0 0 45 0,0 0 71 0,-54-9 92 0,54 9 74 15,0 0 79-15,0 0 66 0,-43-26 39 16,43 26 33-16,0 0 45 0,0 0 21 0,-44-20 29 16,44 20-9-16,0 0 8 15,0 0-15-15,0 0-19 0,-29-23-15 0,29 23-51 0,0 0-32 16,0 0-43-16,0 0-25 0,17-45-20 0,-17 45-132 0,39-29 140 0,-39 29-26 16,48-30 0-16,-48 30-19 0,63-32 11 0,-63 32-13 15,68-25-10-15,-68 25 3 0,71-22 2 16,-71 22-13-16,63-15 3 0,-63 15 7 0,58-10-17 0,-58 10 3 0,0 0 10 15,66 5 33-15,-66-5-9 16,0 0 8-16,48 17 31 0,-48-17 12 0,20 35 6 0,-20-35-20 0,5 49-17 16,-5-49-2-1,-5 58-11-15,5-58-17 0,-12 60-78 0,12-60-77 0,-22 57-69 16,22-57-108-16,-24 49-194 0,24-49-195 0,-17 46-267 0,17-46-103 0,-27 31-646 16,27-31-548-16</inkml:trace>
  <inkml:trace contextRef="#ctx0" brushRef="#br0" timeOffset="17258.93">24366 2720 206 0,'0'0'1033'0,"0"0"94"0,31-26-70 0,-31 26-43 0,0 0-85 0,0 0-88 0,0 0-110 0,0 0-61 0,0 0-136 0,0 0-131 0,0 0-99 0,0 0-78 15,34-18-18-15,-34 18-102 0,0 0-26 0,0 0-9 0,0 0-11 16,25 33-8-16,-25-33 2 15,12 34-10-15,-12-34-1 0,7 37-14 0,-7-37 0 0,-7 44 7 0,7-44-2 0,-10 48-7 16,10-48 0-16,-19 46-8 0,19-46 1 0,-20 40-40 16,20-40-13-1,-22 30-5-15,22-30-40 0,0 0-24 0,-22 30-30 0,22-30-44 0,0 0-58 0,0 0-49 0,0 0-6 16,-53-5 36 0,53 5 8-16,-12-37 32 0,12 37 29 0,-5-49 17 0,5 49 29 15,-5-50 40-15,5 50 27 0,3-48 16 0,-3 48 25 16,2-42 21-16,-2 42 5 0,10-39 5 15,-10 39 2-15,0 0 8 0,7-47-5 0,-7 47-12 16,0 0 8-16,24-36-1 0,-24 36-13 0,0 0 52 16,42-27-55-16,-42 27-6 0,0 0 9 0,58-19 6 15,-58 19-14-15,0 0 10 0,70-9 30 0,-70 9-33 16,0 0 2-16,81 0-7 0,-81 0 26 0,0 0-14 16,70 11-1-16,-70-11 2 0,0 0-6 0,58 17 11 0,-58-17 9 15,0 0 1-15,37 22 6 0,-37-22-1 0,0 0-4 16,19 31 64-16,-19-31-38 0,0 0-42 0,0 0 11 15,0 40-1-15,0-40-16 0,0 0 13 0,0 0 5 16,0 0-24-16,0 0-3 0,0 0-17 0,15 36-13 16,-15-36 2-16,0 0 2 0,0 0 10 0,0 0 7 0,0 0 149 15,0 0-168-15,0 0-5 0,0 0 21 0,0 0 17 16,0 0-11-16,0 0 21 0,0 0 2 0,0 0 9 16,0 0-1-16,0 0 4 0,0 0-6 0,0 0 5 15,0 0-8-15,0 0-9 0,0 0 4 0,0 0-1 16,0 0 43-16,0 0-53 0,0 0-5 0,56 6 17 0,-56-6 3 15,0 0 3-15,75 7-2 0,-75-7 6 16,61 10-12-16,-61-10 4 0,65 4 4 0,-65-4-2 16,66 0 0-16,-66 0 19 0,63-4-17 0,-63 4 3 0,58-10 1 15,-58 10 6-15,51-14-1 0,-51 14 14 0,39-23 6 16,-39 23 2-16,39-34 15 0,-39 34 9 0,29-35 29 16,-29 35 4-16,17-37 59 0,-17 37 26 0,0 0 34 15,-2-57 9-15,2 57-20 0,0 0 6 0,0-47-15 16,0 47-8-16,0 0 0 0,-27-38-14 0,27 38-10 15,0 0-29-15,-26-26-29 0,26 26-19 0,0 0-9 0,0 0-29 16,0 0-15-16,0 0 37 16,-73 9-126-16,73-9-5 0,-39 37-2 0,39-37 10 0,-37 48-34 0,37-48-32 15,-26 55-42-15,26-55-24 0,-15 56-26 16,15-56 2-16,0 53-14 0,0-53-6 0,22 42-16 0,-22-42-29 0,31 39-70 16,-31-39-52-16,51 30 78 15,-51-30-88-15,81 12-104 0,-81-12-229 0,80-5-19 16,-80 5 24-16,73-23-645 0,-30 8-439 0</inkml:trace>
  <inkml:trace contextRef="#ctx0" brushRef="#br0" timeOffset="17907.87">25741 2281 162 0,'0'0'603'0,"-7"-48"88"0,7 48 8 0,0 0-50 0,-10-48 13 0,10 48-69 0,0 0-84 0,0 0-89 0,-15-34-76 0,15 34-74 0,0 0-51 16,0 0-60-16,0 0-35 0,0 0-24 0,0 0-14 0,0 0 6 0,0 0-73 15,54 17 45-15,-54-17-2 0,36 30-7 0,-36-30 9 16,32 43-21-16,-15-15-2 0,-17-28 9 16,29 60-19-16,-19-25 4 0,2 1-1 0,-7 5-3 15,-3-4 11-15,1 5-13 0,1-3-7 0,-1 3 9 0,2-2-19 16,-5-2-1-16,0-38 4 0,5 67-10 0,-5-67 3 0,9 59 44 16,-9-59-53-16,8 45 6 0,-8-45-13 15,0 0-5-15,9 38 18 0,-9-38-1 0,0 0-5 16,0 0 2-16,0 0 24 0,0 0 121 0,0 0-157 0,0 0 9 15,0 0 21 1,0 0-10-16,0 0-20 0,-4-53 3 0,4 53 62 0,-13-33-46 0,13 33 7 0,-26-33 12 0,26 33 21 16,-30-30-2-16,30 30 12 0,-36-26 22 15,36 26 1-15,-39-22 16 0,39 22-10 16,0 0-14-16,-58-17-18 0,58 17-18 16,0 0-6-16,0 0-14 0,-80 9-2 0,80-9-18 0,-42 18 20 0,42-18-26 0,-36 24 1 15,36-24-13-15,-22 32-6 0,22-32 9 0,-10 40-6 16,10-40-10-16,10 38 4 15,-10-38 0-15,27 37 5 0,-27-37-8 0,51 31 6 0,-51-31-7 0,61 25-2 16,-61-25-21-16,80 13-11 0,-80-13 3 0,82 2-7 0,-82-2-1 16,76-8 11-16,-76 8 9 0,63-14 31 0,-63 14-13 15,51-19 25-15,-51 19 3 0,34-23 22 0,-34 23 33 16,27-29-4-16,-27 29 61 0,0 0-51 0,14-43 14 16,-14 43 14-16,0 0 16 0,-7-45 1 15,7 45 5 1,0 0-13-16,-15-35-10 0,15 35-11 0,0 0 1 0,0 0-19 0,0 0-6 0,0 0-16 0,-12-34-17 15,12 34-22-15,0 0-18 0,0 0-26 0,0 0-28 32,0 0-11-32,0 0 9 0,0 0 7 0,0 0 13 0,49 11 4 0,-49-11 2 0,43 16 26 0,-43-16-8 0,47 19 54 31,-47-19-63-31,43 22 15 0,-43-22 18 0,42 23 35 16,-42-23-45-16,31 18 14 0,-31-18-36 0,0 0-7 15,37 24-5-15,-37-24-13 0,0 0-7 0,0 0 3 16,0 0-41-16,0 0-42 0,0 0-62 0,0 0-128 0,0 0-235 15,0 0-262-15,0 0-24 0,0 0-837 0,0 0-554 16</inkml:trace>
  <inkml:trace contextRef="#ctx0" brushRef="#br0" timeOffset="18065.84">26052 2503 184 0,'-49'-18'927'0,"49"18"92"0,0 0-137 0,0 0-4 0,0 0-149 0,-36-14-126 0,36 14-134 16,0 0-91-16,0 0-99 0,0 0-72 0,0 0-79 0,0 0-92 0,0 0-116 0,0 0-158 0,0 0-164 0,0 0-188 15,0 0-199-15,0 0-69 0,49-11-692 0,-49 11-499 0</inkml:trace>
  <inkml:trace contextRef="#ctx0" brushRef="#br0" timeOffset="18921.61">26781 2607 61 0,'0'0'805'0,"0"0"102"16,-44-18-89-16,44 18-65 0,0 0-70 0,-41-18-108 0,41 18-94 0,0 0-69 15,-41-17-37-15,41 17-83 0,0 0-65 0,0 0-49 16,0 0-48-16,0 0-2 0,0 0-32 0,-47-13-29 15,47 13-14-15,0 0-14 0,0 0-23 0,0 0 1 16,-34 25-2-16,34-25 1 0,0 0-17 0,-31 39 8 0,31-39 0 16,-17 33-6-16,17-33-2 0,-15 33-9 0,15-33-2 15,0 0 12-15,-9 49-21 16,9-49-1-16,0 0-18 0,14 41-8 16,-14-41-66-16,0 0 77 0,27 26-9 0,-27-26 8 15,0 0 4-15,0 0-2 0,53 15 11 0,-53-15-6 0,0 0 11 0,51-17-4 0,-51 17 5 16,44-18 7-16,-44 18 11 0,44-24-5 15,-44 24 4-15,41-25 46 0,-41 25-35 0,27-25 16 0,-27 25 5 0,0 0 1 16,36-22 9-16,-36 22 5 0,0 0-11 16,0 0 5-16,0 0-14 0,0 0-1 15,0 0-16-15,0 0 6 0,0 0-10 0,0 0 0 0,0 0-13 0,0 0 2 16,0 0 1-16,0 0 12 0,0 0-14 0,0 0-1 16,54 15 34-16,-54-15-55 0,0 0-6 0,46 21-17 15,-46-21-14-15,0 0-7 0,53 13-10 0,-53-13-9 16,0 0 2-16,59 4 15 0,-59-4 19 0,0 0 13 15,63-30 2-15,-63 30 17 0,41-27 9 0,-41 27 25 16,32-29 27-16,-32 29 25 0,26-42 22 0,-26 42 4 16,17-42 4-1,-17 42 11-15,5-51-16 0,-5 51 62 0,0-54-69 0,0 54-1 0,5-60-13 0,-5 60-19 0,0-65-12 16,0 65-14 0,0-65-1-16,0 65-7 0,5-59 15 0,-5 59-12 0,0-40 8 0,0 40 12 15,0 0 15-15,0-50-5 0,0 50-70 16,0 0 64-16,0 0-17 0,0 0-13 0,0 0 1 15,0 0-23-15,0 0 62 0,0 0-76 16,0 0 9-16,0 0-1 0,0 0 10 0,5 52 3 0,-5-52 2 0,-5 60 10 0,5-60 0 0,0 70-15 16,0-70 4-1,5 74-8-15,-5-74 15 0,12 73-4 0,-2-38-1 0,-3-3 39 0,-7-32-85 0,29 53-32 16,-29-53 28-16,32 49-12 16,-32-49 26-16,31 34-18 0,-31-34-29 0,27 25 21 0,-27-25 9 15,0 0 14-15,0 0 15 0,49 12-35 0,-49-12 65 0,0 0 19 16,0 0 28-16,31-21 142 0,-31 21-154 0,0 0 39 15,0 0 19-15,0 0-1 0,0 0 16 0,0 0 17 0,10-37-5 16,-10 37-4-16,0 0-11 0,0 0-22 0,0 0-28 16,0 0-44-16,0 0-36 0,0 0-22 0,0 0 8 15,0 0 12-15,0 0-4 0,-5 42-9 0,5-42-31 32,0 0-13-32,37 38-6 0,-37-38-38 0,36 24 39 15,-36-24-18-15,44 23-8 0,-44-23-6 0,51 13-17 0,-51-13-18 16,0 0-24-16,70 8-45 0,-70-8-15 15,0 0-23-15,59-12-29 0,-59 12-80 0,0 0-125 16,26-26-133-16,-26 26-7 0,-7-36 0 0,7 36-533 0,-32-37-354 16</inkml:trace>
  <inkml:trace contextRef="#ctx0" brushRef="#br0" timeOffset="19049.09">27313 2395 201 0,'0'0'790'0,"44"-26"150"0,-13 8-88 0,11-4-18 0,-3 1-96 0,12-2-90 0,-8 1-96 0,8 0-113 0,-2-1-79 0,-3 2-76 0,3 2-91 16,4-3-146-16,-53 22-273 0,68-24-337 0,-68 24-499 16,42-30-1021-16,-42 30-698 0</inkml:trace>
  <inkml:trace contextRef="#ctx0" brushRef="#br0" timeOffset="24125.68">8859 4207 148 0,'0'-59'599'0,"0"59"105"0,0-55 5 0,0 55-63 0,-5-53 24 0,5 53-42 0,-7-35-78 0,7 35-62 0,0 0-80 0,-8-40-59 0,8 40-60 0,0 0-51 16,0 0-48-16,0 0-34 0,0 0-31 0,0 0-12 15,0 0-20-15,-5-37 13 0,5 37-38 0,0 0-16 0,0 0-5 0,0 0 29 16,0 0-69-16,0 0-14 0,0 0 15 0,-7 34-10 15,7-34 9-15,-17 62-24 0,7-15 2 0,-4 8 21 16,2 5-18-16,-3 6 18 0,3 7-6 0,-3 4-1 16,6 1 45-16,4 1-48 0,0-3 26 0,7 2-10 15,3-5-23-15,5-5 28 16,7-3-7-16,0-9-17 0,5-6 5 0,0-5 3 0,4-7 45 0,4-5-65 0,-1-7-10 16,-29-26 12-1,56 39 9-15,-56-39-13 0,55 16 31 0,-55-16-8 16,0 0 8-16,81-11-19 0,-81 11 20 0,51-32 6 0,-51 32-6 0,43-46 6 0,-43 46-13 15,34-51 2-15,-34 51 6 0,25-60 37 16,-25 60-49-16,19-69-2 0,-19 69-1 16,7-65-3-16,-7 65-2 0,-4-76 1 0,4 76 4 0,-13-64-5 0,13 64-5 0,-21-55 7 15,21 55 0-15,-20-42 7 0,20 42 23 0,-24-29-25 16,24 29 4-16,0 0-1 0,0 0-14 16,-56-6-20-16,56 6 19 0,-41 37-1 15,21-7 28-15,3 7 4 0,0 1-16 0,7 2-22 0,6 0 2 16,4-1-15-16,7 2-16 0,3-9-2 0,7 1 8 15,5-4 5-15,2-3-3 0,7-4-10 0,6-5 16 16,-37-17-4-16,75 18 11 16,-75-18 8-16,85-4 7 0,-41-7 0 0,0-8-5 0,-5-2 12 0,4-6-3 0,-4-3 4 15,-7-3 0-15,-1 1-2 0,-1-9 6 0,1 4-1 16,-14 0-22-16,3-2 28 0,-11 2-10 0,3 0 5 0,-2-2-9 31,-10 39 9-31,5-69 18 0,-5 69-11 0,-5-76-7 0,-2 39 10 0,7 37 0 16,-7-67-59-16,7 67 61 15,-15-57 4-15,15 57 10 0,-10-42-7 0,10 42-12 0,0 0-24 16,0 0 0-16,-12-31-2 0,12 31 8 0,0 0 0 0,0 43 6 16,0-43-6-16,5 71-6 0,-3-23 12 0,-2 12 9 0,3 9 19 0,-3 3-19 15,0 6 11 1,-3 5-10-16,6 5 4 0,-6 5 3 0,1 3-1 0,-3 2-10 0,5 5 6 0,3-12 0 16,-3-1-24-16,2-9 30 0,0-5-6 0,1-9 4 0,2-8-13 31,2-6 3-31,0-9 1 0,-7-44-23 0,10 63 7 15,-10-63 8-15,7 41 0 0,-7-41 14 0,0 0 5 16,0 0-2-16,0 0 0 0,0 0-3 0,25-30 27 16,-25 30-4-16,9-61 4 0,-4 21 5 0,-5-3-15 15,0-2-1-15,0-3-3 0,-2-1 5 0,-3-1 3 0,-2-1-11 16,-3 0-19-16,3 7 4 0,-6-1 9 0,4 3-3 16,-3 7 26-16,12 35 20 0,-20-55 66 0,20 55-66 15,-17-39-15-15,17 39 5 0,0 0-25 0,-19-30-11 16,19 30-10-16,0 0-1 0,0 0-8 0,0 0-9 15,-20 33-28-15,20-33-74 0,0 0 51 0,5 48-18 0,-5-48 0 16,24 29 6-16,-24-29 0 0,34 18-5 0,-34-18 11 16,0 0 19-16,78-6 13 0,-78 6 4 15,68-23 1-15,-29 0 16 0,-39 23 8 0,71-43 1 0,-40 14 8 16,-2-5-4-16,-2-1 11 0,-3 1 6 0,-2-5-1 16,-5 2 7-16,5 2 22 0,-12-4-3 0,-3 1 3 15,0-5-3-15,-2 4 3 0,-2-3 1 0,-3 1-6 0,-5-5-6 16,0 5-17-16,0-1 26 0,3 3 25 0,2 39 1 15,-10-64 25-15,10 64-18 0,-12-41-13 0,12 41 9 16,0 0-35-16,-8-42-8 0,8 42 41 0,0 0-84 16,0 0 13-16,0 0 6 0,10 47 9 0,-10-47-26 15,3 81 72-15,-3-26-32 0,2 1-3 0,3 4 6 16,0 3-7-16,2-1-2 0,0 2-26 0,1-1-28 16,-1 1-30-16,0-7-44 0,3 1-50 0,19-3-43 15,-14-4-24-15,2-7-60 0,0-5-44 16,5-5-70-16,-5-4-22 0,-17-30 22 0,19 40 11 0,-19-40 51 0,0 0 76 15,22 27 35-15,-22-27 28 16,0 0 38-16,0 0 38 0,0 0 35 0,-22-49 21 0,22 49 36 16,-34-41-12-16,34 41 47 0,-36-48 17 0,36 48 36 0,-37-55 37 15,20 25 11-15,17 30 11 0,-22-60 0 0,22 60-20 0,-5-60-9 16,5 60-32-16,15-61-4 0,2 26-11 16,7 2-9-16,8 1-42 0,9-5-95 0,5 8-110 15,8-4-69-15,2 7-15 0,0-3-41 0,-1-1-48 16,11 7-372-16,-3 0-71 0</inkml:trace>
  <inkml:trace contextRef="#ctx0" brushRef="#br0" timeOffset="24801.51">11405 4621 54 0,'0'0'468'0,"0"0"164"0,17-32 80 0,-17 32-27 0,0 0 31 0,0 0-52 0,0 0-91 0,0 0-70 0,0 0-80 0,0 0-88 0,-41-14-56 0,41 14-78 0,0 0-37 0,0 0-54 0,-32 41-4 0,32-41-20 0,-31 59-15 15,14-23-5-15,-3 5-10 0,3 1-18 0,3 4-26 16,-3 2-16-16,7 0-27 0,-2-2-3 16,7-1 0-16,2-2-9 0,1-3-22 15,2-40-11-15,5 69-10 0,-5-69-6 0,17 52-12 16,-17-52-9-16,19 33-36 0,-19-33 81 16,0 0 20-16,39 16 11 0,-39-16 17 0,0 0 13 0,37-39 68 15,-37 39-23-15,34-44 30 0,-34 44 24 0,24-58 3 16,-24 58-7-16,17-69 18 0,-10 30-60 15,-7 39 0-15,15-71-20 0,-8 29 4 0,-4-6-19 0,1 4-3 16,4-2-4-16,-3 4-1 0,-3 4-7 16,-2 38 8-16,5-67 2 0,-5 67 5 0,2-54-7 15,-2 54 3-15,-5-37 6 0,5 37-6 0,0 0 1 0,3-38-8 0,-3 38 5 0,0 0-10 0,0 0 10 16,0 0-18-16,0 0 7 0,10-33-5 16,-10 33-2-16,0 0-3 0,0 0-13 0,0 0-56 0,0 0 94 15,31-23-9-15,-31 23-4 16,0 0 4-16,0 0 0 0,56-9-7 0,-56 9 13 0,0 0-10 0,0 0-5 0,0 0 17 31,68 7 6-31,-68-7-29 0,0 0 8 0,29 23 5 16,-29-23-3-16,20 35 5 0,-20-35 42 0,12 48-39 15,-7-8 9-15,-3 3 19 0,-2 5 17 0,-2 5-21 0,-3 4-8 16,2 4 33-16,-1 6-36 0,-1 1-11 16,2 0 5-16,3 1 26 0,3 1-31 0,4-4 5 0,0 0-1 15,3-2 1-15,7-8 5 0,7-3-2 0,1-3-11 16,-1-7-2-16,5-7-10 0,0 1 33 0,0-10-3 15,1-3-5-15,-30-24 7 0,55 32 5 0,-55-32 142 0,49 18-180 16,-49-18 16-16,0 0 26 0,61-3 2 0,-61 3 20 16,31-27 5-16,-31 27 12 0,25-44 2 0,-25 44 11 15,9-48 24-15,-9 48 14 0,-2-58 8 0,2 58-15 16,-22-60-4-16,10 30-8 0,-8-2-12 0,1 5-6 16,-3 3 1-16,-2-3-8 0,24 27-6 0,-54-39-2 15,54 39-13-15,-51-35-2 0,51 35 6 0,-43-27-10 16,43 27-16-16,0 0-21 0,-39-25-58 0,39 25-102 15,0 0-79-15,0 0-47 0,0 0-72 0,0 0-62 16,12-40-68-16,-12 40-63 0,75-16-119 0,-24 6-158 16,3-5-21-16,-1 3-108 0,6 3-401 0,4 0-427 15</inkml:trace>
  <inkml:trace contextRef="#ctx0" brushRef="#br0" timeOffset="25135.5">13422 4982 271 0,'-3'-45'659'0,"3"45"94"0,0 0-6 0,-21-31-23 0,21 31-32 0,0 0-65 0,-27-29-71 0,27 29-43 0,0 0-60 0,0 0-30 0,-34-35-37 0,34 35 8 0,0 0-37 15,0 0-49-15,0 0-65 0,0 0-50 0,-51 21-51 0,51-21-48 16,-39 32-13-16,10-6-11 0,0 1-24 0,-3 3-7 15,0 5-14-15,3 2 2 0,3 2-26 16,4 3 8-16,2 1-15 0,8 3 4 0,2-7 2 0,3 7-13 16,7 1 1-16,0-2-6 0,0-5-2 0,0-40 6 0,27 64 2 15,-3-29-9-15,0-1-12 0,6-8-44 0,-1-1-33 16,2-4-17-16,-31-21-22 16,61 30-10-16,-61-30-1 0,58 13-21 0,-58-13-74 15,0 0-103-15,64 0-87 0,-64 0-112 0,0 0-120 16,34-28-78-16,-34 28 13 0,-13-33-16 0,13 33-542 0,-36-30-409 15</inkml:trace>
  <inkml:trace contextRef="#ctx0" brushRef="#br0" timeOffset="25312.3">12460 5040 110 0,'-66'-34'753'15,"66"34"128"-15,-58-29-48 16,58 29 61-16,-44-29-224 0,44 29-117 0,-34-25-102 0,34 25-94 15,0 0-80-15,-27-32-55 0,27 32-55 0,0 0-45 0,22-37-59 16,-22 37-89-16,51-28-122 0,-51 28-131 16,78-21-137-16,-29 10-141 0,2 2-110 0,-51 9-10 0,99-14-68 15,-43 9-418-15,-56 5-349 0</inkml:trace>
  <inkml:trace contextRef="#ctx0" brushRef="#br0" timeOffset="25483.71">13543 4515 179 0,'0'0'892'0,"0"0"80"0,47-18-134 16,-47 18-36-16,0 0-125 0,0 0-131 0,0 0-111 15,0 0-81-15,0 0-64 0,55 14-23 0,-45 20 61 16,-10-34-57-16,27 53-36 0,-15-12-14 0,-2 3-44 0,-5 14-36 16,-8 0-109-16,-9 6-184 0,2 12-581 0,-26 15-529 0,14-19-984 15,-7-7-855-15</inkml:trace>
  <inkml:trace contextRef="#ctx0" brushRef="#br0" timeOffset="37651.05">18763 3603 85 0,'0'0'240'0,"-61"-1"85"0,61 1 34 0,0 0 56 0,-75 0-9 0,75 0-18 0,0 0-15 0,-69 3 10 0,69-3-34 0,0 0 11 0,-60 7-39 0,60-7-37 16,0 0-39-16,0 0-40 0,0 0-39 0,-54 8-27 16,54-8-35-16,0 0-21 0,0 0-21 0,0 0-13 0,0 0-19 15,0 0-14-15,0 0-18 0,0 0-17 0,0 0-6 16,0 0 14-16,0 0-3 0,29 22 11 0,-29-22 4 16,54 18 0-16,-54-18 0 0,75 19 2 0,-75-19 1 15,95 19 5-15,-42-9-4 0,-53-10-1 0,110 8 2 16,-47-8 9-16,0 2-11 0,0-2-2 15,0-2 3-15,1-1 0 0,1-2-12 0,-2-4 19 16,-7 1-4-16,0-2-2 0,0-3 3 0,-5 0-2 0,7-4-3 0,-11-1 31 16,-1-6-29-16,0 1 1 0,-2-5-5 15,-1 2-15-15,1-8 22 0,0 3 2 0,0-4-4 16,-1 0-1-16,1-2 1 0,-3 2-24 0,3-2 38 0,-3 2 3 16,1 5-9-16,1 1 4 0,-1-10-1 15,-1 2 8-15,-4 1 13 0,4 0 2 0,-7-1 18 16,5 3 5-16,-5-5 4 0,0 4 29 0,-5 3-18 15,-2 0 8-15,-3-2-3 0,0 5-12 0,-4-5-1 16,-6 1-4-16,-14 33 7 0,29-63-4 0,-14 30-17 0,0-4-16 16,-6 0-115-16,6-2 143 0,-8 0-2 0,3-2-12 15,0-3-4-15,-3 2-5 0,-5-1-16 0,1 5 0 0,-11-3 3 16,13-5-17-16,-5-2 10 0,0 7-6 0,0-4 0 16,0 4-14-16,-7 1 12 0,-3 2-7 15,3 0 15-15,7 38 20 0,-19-62 27 0,19 62-1 16,-30-56-23-16,30 56 3 0,-31-43 4 0,31 43-26 15,-39-38 7-15,39 38 2 0,-44-33-21 0,44 33-3 0,-46-23-20 0,46 23 9 16,-49-23-1-16,49 23 12 16,-55-11-4-16,55 11-18 0,-56-5 4 0,56 5-12 0,-73 5-6 15,73-5-6-15,-83 8 12 0,83-8-9 0,-85 15 15 16,37-8-6-16,-3 3 8 0,-3 2-4 16,-2-1 4-16,0 1 47 0,0 1-52 0,-2-3 4 0,2 2 1 0,3-3 1 15,2 3 0-15,2-2 13 0,3-2 4 0,46-8-23 0,-83 21 16 16,83-21-3-1,-73 16-13-15,73-16 30 0,-60 16-29 0,60-16 13 0,-59 22-8 0,59-22-9 16,-55 27 16-16,55-27-2 0,-56 31 3 0,56-31-6 16,-54 38 0-16,27-15 4 0,1 0 8 0,-1 2-8 0,3 3-6 15,-3-1 4-15,0 1 16 0,1 2-12 0,4 7 0 16,-8-5 13-16,4-6-22 0,1-1 19 0,1 3 0 16,2 0-13-16,-2 2 5 0,2-3-9 0,0-1 4 15,22-26 14-15,-31 54-17 16,31-54 4-16,-34 49 7 0,34-49-2 0,-30 45 3 0,30-45-10 0,-24 42 2 15,24-42 12-15,-24 35-21 0,24-35 3 16,-17 34-3-16,17-34 20 0,0 0-26 0,-15 58 24 16,15-58 7-16,0 0-17 0,-14 44 5 15,14-44 4-15,0 0 3 0,-10 52 20 0,10-52-7 16,-7 35-8-16,7-35 7 0,-5 38-6 0,5-38 38 0,0 0-61 16,-5 53 8-16,5-53-3 0,7 38 1 0,-7-38-6 15,3 40 23-15,-3-40-13 0,2 43 0 0,-2-43 30 0,10 46-9 16,-10-46-21-16,14 44 20 0,-14-44-10 0,15 44-14 15,-15-44 5-15,19 49-1 0,-19-49-11 0,17 50 17 16,-17-50-2-16,22 51 10 0,-22-51-8 0,20 48-21 0,-20-48 24 16,24 50-7-16,-24-50 7 0,22 45-5 15,-22-45-1-15,19 46-6 16,-19-46-1-16,17 41-5 0,-17-41 14 0,17 37 4 0,-17-37-6 0,20 34-14 0,-20-34 21 0,0 0-36 0,22 29 13 16,-22-29 10-16,0 0-12 0,19 34 10 15,-19-34 11-15,0 0-6 16,0 0-5-16,41 26-1 0,-41-26-22 0,0 0 33 15,0 0-6-15,39 22 1 0,-39-22 120 16,0 0-155-16,0 0 25 0,0 0-13 0,34 19 22 0,-34-19-28 16,0 0 12-16,49 12 15 0,-49-12 6 0,0 0-11 15,56 10 15-15,-56-10-10 0,0 0-8 16,73 12-11-16,-73-12 35 0,60 3-8 0,-60-3 2 0,76 4-16 16,-76-4 27-16,87-4-22 0,-87 4 10 0,95-8-17 15,-95 8 7-15,97-11-7 0,-97 11 11 0,95-16 8 16,-46 6-1-16,-6-1-2 0,1 0 6 0,0-1-4 15,-44 12-14-15,82-29 6 0,-43 12-3 0,-2 1 13 16,11-5-30-16,-48 21 13 0,59-42 29 0,-25 19-2 0,0-6 10 16,2 5-26-16,-2-5-25 0,-2-1 21 0,-1 4 7 15,1-6-12-15,-1 1 4 0,-1 0 7 0,-4-4-18 16,4-2-3-16,4-1 6 0,-3 1 11 0,1-2-19 0,-1 1 12 16,-2-3 9-16,1 4-7 0,-1-2 5 0,-2 3-8 15,2-2-7-15,-5 1 21 0,-9 1-8 16,9-1 13-16,-5 2-4 0,-2 1-9 0,0 2 1 0,-2 1 0 15,-5-3 10-15,-10 34-23 0,17-66 11 0,-17 66 7 16,9-70 6-16,-4 32-14 0,-2 0 8 16,-1 0-1-16,-2 38 4 0,2-75 2 0,-6 37-12 0,4 38 6 15,-8-71 0-15,-1 37 16 0,9 34 19 0,-22-60 24 16,-3 33-6-16,25 27 1 0,-41-49 0 16,41 49-13-16,-46-48 13 0,46 48-20 0,-53-41-31 0,21 21 16 0,32 20-8 15,-58-30-4-15,58 30 38 0,-59-23-119 16,59 23-89-16,-58-17-77 0,58 17-105 0,-56-3-184 15,56 3-189-15,-51 14-192 0,51-14 1 0,-51 19-782 16,51-19-544-16</inkml:trace>
  <inkml:trace contextRef="#ctx0" brushRef="#br0" timeOffset="39248.78">19528 4262 530 0,'-5'-42'808'0,"5"42"-46"0,0 0-81 0,-24-31-12 0,24 31-71 0,0 0-34 0,0 0-143 0,0 0-79 0,0 0-71 0,0 0-62 0,0 0-63 0,0 0-33 0,0 0-31 0,0 0-20 0,0 0-18 0,0 0-4 0,0 0-8 0,17 58-4 15,-17-58-4-15,12 65-1 16,-7-28-10-16,7 0-10 0,0 7 5 0,-5-3 1 16,3 1-3-16,0 1 9 0,-3-1 3 0,0 2-6 0,-7-44 1 0,13 81-4 15,-9-40-3-15,1 1 9 16,0-2 10-16,-5-40-45 0,0 72-88 0,0-72-97 16,-10 64-137-16,10-64-150 0,-12 54-133 0,12-54-62 15,-29 34-15-15,29-34-125 0,-46 14-253 0,46-14-270 16</inkml:trace>
  <inkml:trace contextRef="#ctx0" brushRef="#br0" timeOffset="39723.61">19416 4353 121 0,'0'0'593'0,"12"-43"72"0,-12 43-16 15,0 0-84-15,0 0-46 0,0 0-38 0,0 0-89 16,0 0-72-16,17-32-75 0,-17 32-52 0,0 0-49 0,0 0-24 15,0 0-37-15,37-19-2 0,-37 19-17 0,53-12-14 16,-53 12-8-16,71-22-10 0,-71 22-4 0,73-18-14 16,-73 18 6-16,75-13-7 0,-75 13-11 15,70-13 6-15,-70 13-2 0,66-12-7 0,-66 12 8 16,61-4-5-16,-61 4-2 0,53-5-8 0,-53 5 10 0,0 0-4 16,68-4 2-16,-68 4-4 0,0 0 0 0,0 0-37 15,54 8 46-15,-54-8 1 0,0 0-1 0,17 35 3 0,-17-35-3 16,0 0 1-16,-20 67 4 0,20-67-1 0,-31 34-3 15,31-34 0-15,-56 38-1 0,56-38-48 0,-37 34 58 16,37-34-4-16,-31 26-5 0,31-26-6 0,0 0-4 16,-17 28-4-16,17-28 1 0,0 0 6 0,0 0 0 15,24 32 3-15,-24-32 0 0,0 0 8 16,73 13 3-16,-73-13 10 0,70 5 24 0,-70-5 11 0,85 5-9 16,-85-5-14-16,83 6-4 0,-83-6-10 0,73 12-13 15,-73-12-1-15,63 10 11 0,-63-10 6 0,44 25 1 0,-44-25 1 16,34 30 21-16,-34-30 5 0,14 38 19 15,-14-38 8-15,-12 48 13 0,12-48 5 0,-36 52 4 16,12-27-7-16,-13 1-9 0,1 3-14 0,-10-5-17 16,-3-1-4-16,-7 2-80 0,0-3 62 0,-2-4-14 0,0 2-42 15,-6-5-57-15,6-2-63 0,2-2-69 0,0-2-78 16,56-9-104-16,-85 13-141 0,85-13-120 16,-68 7-47-16,68-7-72 0,0 0-424 0,0 0-373 0</inkml:trace>
  <inkml:trace contextRef="#ctx0" brushRef="#br0" timeOffset="40444.29">19341 5531 465 0,'-92'15'674'0,"92"-15"0"0,-64 6-67 0,64-6-110 0,0 0-48 0,0 0-101 0,0 0-73 0,-31-19-50 0,31 19-53 0,70-35-36 0,-9 8-28 0,9 4-23 0,11-3-8 0,6-3-25 0,1-1-9 15,-1-1-9-15,18 4-2 0,-6-1-9 0,-2 3-6 0,-2 2-3 0,22 0 2 16,-13 3-4-16,-36 1-4 0,-5 3 1 16,-12 4-6-16,-51 12 13 0,76-18 3 15,-76 18 27-15,46-11-25 0,-46 11-1 0,0 0-5 0,0 0-9 0,0 0-18 16,-68 15-1-16,22-3 1 15,-15 2 5-15,-22 4 6 0,15 3-5 0,-12-2 4 16,-7 4-7-16,-3 0 11 0,-5 1 1 0,0-1 21 0,3 1-9 0,9-6 3 0,3 0 24 16,17-5 4-1,10-2-11-15,53-11-1 0,-78 18-18 0,78-18-28 0,0 0 1 0,-44 12 2 0,44-12 9 16,0 0 3-16,73-6-3 16,-17-11 8-16,12-6-10 0,12-2-1 0,10-3-1 15,2-2-7-15,10 14 6 0,0-23 2 0,5 6 0 16,3 0-6-16,-8 4-10 0,-5-13 3 0,-7 20-8 15,-12 1-12-15,-18 2-2 0,-9 8 41 0,15 1-27 16,-66 10 15-16,0 0-3 0,39-20-4 0,-39 20-10 0,0 0-10 16,-80 20-4-16,24-3 17 0,-20 2 5 0,-4 6-6 15,-15 0 9-15,-2 2 2 0,-10 4 6 0,-7-1-2 0,-3 4 9 0,-2 0-24 16,0-3 9-16,5 3 28 0,2-6-12 0,18-1 8 16,9-4-3-16,17-5-2 0,14-3-20 0,54-15-17 15,-70 23-3-15,70-23 14 0,0 0 11 0,0 0 41 0,0 0-43 16,104-18 3-16,-31-2 3 0,19-9-28 0,8 1 33 31,9-2 7-31,6-4-40 0,4-1 6 0,2-4-4 16,1 4 11-16,-3-4-2 0,-3 3-1 0,-6 3 1 15,-13 3-6-15,-15 5-11 0,-11 4-4 0,-18 2 17 16,-9 4 20-16,-44 15-11 0,46-19-40 0,-46 19-48 0,0 0-34 16,-61 12 0-16,6 5 12 0,-21 7 17 15,-9 4 8-15,-12 4 30 0,-12 5 4 0,-8 2 20 0,-2 2 10 16,-7-1 11-16,-3 1 4 0,5-1 19 0,7-4 17 15,10-1 50-15,22-8 36 0,15-6 15 0,16-4-31 16,54-17-15-16,-43 16-16 0,43-16 10 0,56-14 40 0,7-8-54 16,12-1-3-16,10-6-14 0,15-2-10 0,2 1-154 15,7-1-264-15,-9-4-165 0,7 10-653 0,-13 0-382 16</inkml:trace>
  <inkml:trace contextRef="#ctx0" brushRef="#br0" timeOffset="42757.77">23122 7391 387 0,'41'-55'699'0,"-26"22"70"0,-3 3-26 16,-12 30 2-16,7-65-41 0,-7 65-85 0,-12-62-88 0,12 62-62 0,-29-62-61 0,29 62-39 0,-42-56-43 0,18 29 5 0,0 2-5 0,24 25-20 0,-63-38-5 15,63 38-17-15,-56-34-20 0,56 34-22 16,-54-25-13-16,54 25-37 0,-58-12-36 0,58 12-35 0,-63 0-36 0,63 0-21 16,-76 21-23-16,30 0-4 0,-5 8-18 0,-5 7-4 15,0 5-9-15,-2 8-4 0,0 3 4 0,-8 2-12 16,10 5-2-16,3 0 4 0,4 2-6 0,8 1 2 15,2 1-2-15,10-4-7 0,12 1 3 16,2 2 1-16,13-2 4 0,-3 4-1 0,17-4 0 0,13-11-9 16,1-2 3-16,11 0 87 0,4-10-86 0,5 0 4 15,5-5 3-15,5-6-1 0,2-3 13 0,-2-3-4 16,5-5-6-16,-3-6-5 0,-2-1-28 16,0-5-42-16,-56-3-70 0,95 9-82 0,-95-9-71 15,68 0-41-15,-68 0-25 0,0 0-74 0,0 0-128 16,68 6-208-16,-68-6-217 0,0 0-35 0,0 0-752 0,-56 17-578 15</inkml:trace>
  <inkml:trace contextRef="#ctx0" brushRef="#br0" timeOffset="43222.08">20237 8711 520 0,'0'0'984'0,"0"0"-55"0,-60 0-84 0,60 0-72 0,0 0-122 0,0 0-115 0,0 0-99 0,0 0-82 0,0 0-88 15,0 0-62-15,0 0-46 0,0 0-38 0,0 0-11 0,0 0-3 16,87-7-23-16,-21 2-14 0,-66 5-9 0,112-14-10 15,-42 4 6-15,3-2-11 0,5 0 10 0,-1 1-31 16,1-4 5-16,0 2-2 0,-3-1-3 0,3 0-4 0,0 0 0 16,-15 1-9-16,-2 0-2 0,-5 2-3 0,-5 0-37 15,-51 11-54-15,75-16-68 0,-75 16-98 0,44-15-126 16,-44 15-202-16,0 0-198 0,0 0-80 0,0 0-28 16,0 0-606-16,-25-39-474 0</inkml:trace>
  <inkml:trace contextRef="#ctx0" brushRef="#br0" timeOffset="44535.5">20587 7344 144 0,'0'0'774'0,"-39"-28"88"0,39 28-73 0,-24-25-14 0,24 25-37 0,-29-27-95 0,29 27-89 0,0 0-107 0,0 0-70 0,0 0-89 0,0 0-61 0,0 0 10 0,0 0-126 0,0 0-32 16,0 0-11-16,0 0-13 0,-36 20-7 0,36-20-8 15,17 52 3-15,-17-52 1 0,19 65-29 16,-4-27 7-16,-3 1-16 0,2 2 0 0,-11 0-11 16,9-8 12-16,3 9-3 0,-1-1 62 0,-2 3-57 15,0 0-9-15,1-5 41 0,-13-39-37 0,4 62-13 0,4-25 34 16,-3 1-84-16,-5-38-236 0,24 58 74 0,-24-58-125 15,-17 48-130-15,17-48-165 0,-22 33-132 0,22-33 1 16,0 0-25-16,0 0-495 0,-80-11-407 16</inkml:trace>
  <inkml:trace contextRef="#ctx0" brushRef="#br0" timeOffset="44966.07">20271 7336 15 0,'0'-70'369'0,"0"70"151"0,8-67 38 15,-8 67 14-15,19-67-41 0,-19 67-16 0,22-62-22 0,5 34-53 16,-27 28-72-16,31-56-54 0,-31 56-51 16,42-52-46-16,-42 52-35 0,41-43-29 0,-41 43-28 0,49-36-15 15,-49 36-17-15,53-34-17 0,-53 34 31 16,34-26-58-16,-34 26-11 0,61-20-12 0,-61 20-2 0,56-9 8 16,-56 9-27-16,0 0-1 0,68-16-2 0,-68 16-1 15,0 0-4-15,82 0-2 0,-82 0 1 16,0 0 2-16,71 16 50 0,-71-16-54 0,36 25-2 0,-36-25 4 0,37 34 5 0,-37-34-3 15,29 45 3-15,-29-45 3 0,24 61-1 0,-14-28-11 16,-3 2 21-16,-2 4-10 0,0-3-3 0,2 1-1 16,-7-37 4-16,5 65 1 0,-5-65-74 0,7 53 85 15,-7-53-2-15,15 49-6 0,-15-49 43 0,12 40-125 16,-12-40 81-16,29 29 2 0,-29-29-5 0,0 0 0 16,25 37-1-16,-25-37-3 0,0 0 3 0,34 22-2 15,-34-22 6-15,0 0-4 16,31 24 2-16,-31-24 17 0,0 0 21 0,32 20 5 0,-32-20 11 0,0 0 9 0,24 24-5 15,-24-24 24-15,0 0-2 0,0 0 26 0,17 41 35 16,-17-41 35-16,0 0 32 0,-17 48 10 0,17-48-21 0,-36 44-26 16,6-23 12-16,-6 2-86 0,-3 2-16 0,-2 2-77 15,-13-8-179-15,-9 0-169 0,2 6-392 0,-7-9-400 16,-7 0-1257 0,7-2-991-16</inkml:trace>
  <inkml:trace contextRef="#ctx0" brushRef="#br0" timeOffset="48046.08">18216 8904 228 0,'0'0'533'0,"-54"11"71"0,54-11 46 0,0 0-37 0,-75 3-18 0,75-3 38 0,0 0-66 0,0 0-72 0,-63 0-71 0,63 0-66 0,0 0-22 0,0 0-105 0,0 0-43 0,0 0-41 15,0 0-25 1,0 0-29-16,0 0-28 0,0 0-3 0,0 0-7 0,0 0-7 0,0 0-14 0,66-16-8 0,-66 16-3 15,85-14-6-15,-85 14-2 16,99-18-39-16,-45 10 96 0,2-1-36 0,-3-2-4 0,3 0 3 0,2-1-8 16,-2 2 0-1,0 2-2-15,0-4-4 0,-3 1-9 0,-2-1-21 16,-2 2 28-16,-49 10-5 0,85-18 3 0,-85 18-18 0,68-15 17 0,-68 15-24 0,53-10 19 0,-53 10 10 16,0 0-2-1,47-12-9-15,-47 12 92 0,0 0-111 16,0 0 2-16,0 0 5 0,0 0-6 0,0 0 7 0,0 0-35 15,41-11 3-15,-41 11-106 0,0 0-91 0,0 0-132 16,0 0-150-16,0 0-299 0,0 0-136 0,-12-32-934 16,12 32-614-16</inkml:trace>
  <inkml:trace contextRef="#ctx0" brushRef="#br0" timeOffset="49353.48">18493 7761 383 0,'0'0'819'0,"-10"-39"48"0,10 39-75 0,-14-32 10 0,14 32-75 0,0 0-66 0,-15-35-91 0,15 35-58 0,0 0-88 0,0 0-71 0,0 0-41 0,0 0-69 0,0 0-55 16,0 0-45-16,0 0-48 0,0 0-15 0,0 0-23 16,0 0 4-16,-27 42-23 0,20-5-13 0,-3 3 4 0,-2 8-5 15,0 2 14-15,-3 1-4 0,8-1-10 16,14 0-2-16,-24-3-14 0,3-6-2 0,7 1-4 0,7-42-8 16,-13 60 6-16,13-60-5 0,-7 48-33 0,7-48-30 15,0 0-8-15,5 41 9 0,-5-41-14 0,0 0 10 16,0 0 12-16,0 0-2 0,41-25 15 0,-41 25 4 0,39-48-6 15,-19 18 23-15,1-5-20 0,-1-2 10 0,-6-2-3 16,1-4 5-16,2-1-2 0,-5-2 19 0,0 1-6 16,-4-5 7-16,6 2 0 0,6-2-2 0,-18 4 0 15,3 1-7-15,0-1 21 0,2 4-6 0,-2 2 5 16,0 4-12-16,-5 36 0 0,14-66-7 0,-14 66 45 16,20-50-24-16,-20 50 9 0,22-44 26 0,-22 44-53 15,26-26 13-15,-26 26-18 0,0 0 6 16,39-23 1-16,-39 23 30 0,0 0-31 0,0 0 11 0,73 7-2 0,-73-7-11 15,46 26 31-15,-46-26 7 0,54 43-9 0,-25-11 10 16,-2-4-15-16,-1 5 9 16,-1 3-13-16,-1-2 0 0,3 6 3 0,-3 1 14 0,8-3-26 15,-11 21 3-15,-1-22 41 0,-1 0-41 0,1 0-82 16,-6-1-78-16,3-1-97 0,-7-4-104 0,2 5-136 0,-12-36-181 16,8 59-76-16,-8-59-12 0,-22 54-739 0,22-54-484 15</inkml:trace>
  <inkml:trace contextRef="#ctx0" brushRef="#br0" timeOffset="49525.66">18437 8136 254 0,'-10'-36'519'16,"10"36"56"-16,27-44 19 0,-5 7-67 0,2 8-69 0,10-1-39 0,5-2-88 0,5 4-68 0,9 0-53 0,3 1-46 0,7 3-44 0,3 3-119 0,0 8-113 0,4 3-170 0,0 7-149 0,1 3-77 0,-10 5-30 15,4 8-532-15,-6 9-261 0</inkml:trace>
  <inkml:trace contextRef="#ctx0" brushRef="#br0" timeOffset="49986.04">20738 9937 568 0,'0'0'971'0,"0"0"-108"0,-46 17-93 0,46-17-87 0,0 0-65 16,0 0-107-16,-46 10-78 0,46-10-91 0,0 0-71 15,0 0-49-15,0 0-64 0,0 0-34 0,0 0-17 16,0 0-25-16,0 0-18 0,0 0-13 0,65-9-7 0,-65 9-2 16,63-6 4-16,-63 6 17 0,76-8-18 0,-76 8 1 15,78-14-12-15,-78 14 6 0,68-11 3 0,-68 11-29 16,82-12-14-16,-82 12 7 0,76-18-61 0,-76 18-64 16,63-12-116-16,-63 12-171 0,58-3-222 0,-58 3-225 15,53-15-46-15,-53 15-785 0,0 0-545 0</inkml:trace>
  <inkml:trace contextRef="#ctx0" brushRef="#br0" timeOffset="50242.11">22189 9743 146 0,'0'0'916'0,"0"0"65"0,0 0-167 0,0 0-63 15,0 0-110-15,0 0-109 0,0 0-105 0,0 0-83 16,0 0-79-16,0 0-44 0,0 0-63 0,0 0-153 0,60-10 141 16,-60 10-21-16,90-23-25 0,-36 10 20 0,6-1-30 15,-9 2-21-15,5-4 6 0,-2 3-24 0,-1 0-8 0,-4 3-14 16,-1-2 0-16,-48 12 3 0,78-16-75 0,-78 16-121 16,51-9-154-16,-51 9-178 0,0 0-198 0,0 0-136 15,0 0-94-15,63 13-575 0,-63-13-480 0</inkml:trace>
  <inkml:trace contextRef="#ctx0" brushRef="#br0" timeOffset="51080.18">22667 9075 413 0,'0'0'686'0,"-36"-25"34"0,36 25-49 0,-51-24-24 0,51 24-39 0,0 0-156 0,-54-25-14 0,54 25-81 0,0 0-34 0,-68-7-92 0,68 7-38 0,-48 9-38 0,48-9-24 16,-54 28-27-16,54-28-15 0,-56 37-3 0,27-12-3 15,0 1-12-15,0 1-11 0,5 3-11 0,4 3-7 16,1-2-12-16,19-31-11 0,-20 65 0 0,20-65-8 0,3 60-3 15,-3-60 3-15,22 53 16 0,-1-26-38 0,9-6 10 16,4-2-8-16,9-3 20 0,6-6-5 0,7-5-7 16,5 3 6-16,-3-11-20 0,5-4-39 0,-7-1-80 15,0 1-107-15,-56 7-131 0,99-19-155 0,-99 19-184 16,71-22-63-16,-71 22-838 0,0 0-519 0</inkml:trace>
  <inkml:trace contextRef="#ctx0" brushRef="#br0" timeOffset="51890.66">20767 9554 306 0,'-24'-33'833'0,"24"33"96"0,-24-32-68 0,24 32 15 0,-20-26-107 0,20 26-42 0,0 0-119 0,0 0-104 0,-29-27-97 0,29 27-34 0,0 0-90 0,0 0-60 16,0 0-63-16,0 0-52 0,0 0-39 0,0 0-22 16,0 0 0-16,0 0-11 0,0 0-2 15,-5 47-2-15,5-47-7 0,12 52-14 0,-12-52-11 0,10 56 6 16,-10-56-3-16,15 57 8 0,-15-57 1 0,9 54-18 15,-9-54-17-15,10 50-9 0,-10-50-38 0,0 0-18 0,5 48-31 0,-5-48 6 0,0 0 15 16,0 0 15-16,0 0 8 0,0 0-4 0,0 0-9 16,0 0-47-16,0 0-21 15,0 0-18-15,0 0 24 0,-15-52 46 0,15 52 28 0,-9-60 26 16,9 60-2-16,-15-66 14 0,15 66 9 16,-10-68 8-16,10 68 3 0,-14-67 27 0,14 67 2 0,-8-57 19 15,8 57 9-15,-2-50-3 0,2 50 18 0,-2-41-5 0,2 41-7 16,4-37-1-16,-4 37-13 0,13-34-10 0,-13 34-6 15,31-29-17-15,-31 29 10 0,37-25 1 0,-37 25-8 0,41-24 4 16,-41 24-6-16,48-16 6 16,-48 16-4-16,49-12 1 0,-49 12-4 0,0 0 7 0,56-6-6 0,-56 6 0 15,0 0 2-15,46 11-1 0,-46-11 6 0,0 0-1 16,0 0-4 0,24 27 9-16,-24-27-3 0,0 0 0 0,0 0-1 0,-4 50 2 0,4-50-1 0,0 0-8 0,-15 36 4 15,15-36-5-15,0 0 2 0,0 0-1 0,-5 37-4 16,5-37-6-16,0 0 37 15,24 27-29-15,-24-27 15 16,39 18-18-16,-39-18 0 0,51 7 1 0,-51-7 109 16,64 7-243-16,-64-7 148 0,65 12-8 0,-65-12 6 15,61 12-10-15,-61-12 3 0,53 18 4 0,-53-18 6 0,39 21 8 16,-39-21-6-16,24 27 8 0,-24-27-5 0,-14 44-12 16,14-44 15-16,-34 56-23 0,7-27-7 15,-9 5-3-15,-6-4-29 0,-9 5-41 0,-2-2-82 0,-8-1-99 0,0 2-109 0,-4-2-157 16,-3-4-102-16,5-2-42 0,-5-4 11 0,0-3-76 15,7 2-320-15,-5-5-256 16</inkml:trace>
  <inkml:trace contextRef="#ctx0" brushRef="#br0" timeOffset="52206.04">18646 10422 100 0,'-54'10'627'0,"54"-10"83"0,0 0-38 0,-53 4-87 0,53-4-56 0,0 0-64 0,0 0-95 0,0 0-66 0,0 0-31 0,0 0-16 0,0 0-36 0,44-29-31 0,-44 29-24 0,90-28-29 16,-47 14-17-16,11 3-7 0,-3-1-17 0,7-2-12 0,-2 3-28 0,0-2-10 16,2 0-7-16,-4 1-3 0,-3 2-14 15,7 0 8-15,-58 10-119 0,80-13-120 0,-80 13-162 0,61-10-173 16,-61 10-127-16,0 0-43 0,0 0-789 0,0 0-481 16</inkml:trace>
  <inkml:trace contextRef="#ctx0" brushRef="#br0" timeOffset="52556.01">15609 10846 262 0,'0'0'449'0,"0"0"-10"0,-54 9-17 16,54-9-82-16,0 0-60 0,0 0-20 0,0 0-19 0,44-20 5 0,-44 20 1 15,66-14-17-15,-66 14-30 0,87-18-5 0,-38 8-17 16,-1 2-23-16,1-2-26 15,4 2-27-15,-2-4-17 0,-2 2-17 0,2-1-36 0,-2-1-127 0,-49 12-136 16,82-23-183-16,-82 23-114 16,56-33-14-16,-56 33-591 0,32-34-321 0</inkml:trace>
  <inkml:trace contextRef="#ctx0" brushRef="#br0" timeOffset="53021.35">16051 10103 597 0,'0'0'863'0,"0"0"-121"16,0 0-150-16,0 0-62 15,0 0-93-15,0 0-91 0,0 0-72 0,0 0-56 0,51 8-45 0,-51-8-28 16,15 33-23 0,-15-33-15-16,14 47-16 0,-14-47-12 0,15 60-8 0,-15-60-9 0,12 66-11 0,-12-66-9 0,5 66-8 15,-5-66-3-15,7 57 4 0,-7-57-11 0,2 56-3 16,-2-56 0-16,0 0 3 0,0 53-2 0,0-53 0 15,0 0 1 1,0 0-3-16,0 0-6 0,0 0-40 16,0 0-45-16,0 0-15 0,0 0-4 0,-17-41 24 15,17 41 1-15,-4-60 18 0,4 60 2 0,-3-71 14 16,1 29 0-16,-1 1 3 0,6-2 7 0,-1-2 5 16,-14-1 4-16,10 1 7 0,-1 2 8 0,3-2 23 15,5 3 14-15,0 3 18 0,2 1 28 0,0 1 8 0,3 1-4 16,5 1 40-16,-15 35-1 0,24-60-11 0,-24 60 2 0,32-52-10 15,-32 52-10-15,36-42-44 0,-36 42 18 0,36-32-15 16,-36 32-23-16,34-25-6 0,-34 25-25 16,37-20-19-16,-37 20 38 0,0 0-9 0,58 8-5 15,-58-8 1-15,49 27 3 0,-49-27-18 0,51 48 2 16,-24-17 4-16,-3 4 1 0,3 6 10 0,-1 1-9 16,-1-2-2-16,-3 14-2 0,4-6 2 0,-4-4-12 15,0 4 20-15,0-1-6 0,2-2 3 0,-2-4-22 0,-5-3-112 16,2 1-117-16,1-5-172 0,-3-1-217 0,-17-33-152 15,12 46-50-15,-12-46-644 0,0 0-472 0</inkml:trace>
  <inkml:trace contextRef="#ctx0" brushRef="#br0" timeOffset="53191.09">16214 10266 29 0,'0'0'340'16,"9"-39"102"-16,33 18-56 0,16-4-25 0,15-3-77 0,10 2-67 0,11-4-181 0,13-2-92 0,7-3-119 0,-2-1-144 0,17 4-349 0,9-3-46 0</inkml:trace>
  <inkml:trace contextRef="#ctx0" brushRef="#br0" timeOffset="68707.17">5318 12703 770 0,'-77'15'999'0,"77"-15"-134"0,-71 11-87 0,71-11-68 0,-56 11-88 0,56-11-93 0,0 0-94 0,-63 5-85 0,63-5-69 0,0 0-72 0,0 0-50 16,0 0-30-16,0 0-45 0,0 0-51 0,0 0-24 16,0 0-18-16,71-2 3 0,-71 2 8 0,82 3 2 15,-82-3-12-15,95 1 16 0,-95-1-1 16,97 4-20-16,-97-4 15 0,102 5 9 0,-102-5-6 0,95 5-3 15,-95-5-22-15,95 13-45 0,-95-13 80 0,78 14 9 16,-78-14-18-16,68 6-1 0,-68-6 13 0,60 8-17 16,-60-8-38-16,0 0-39 0,49 12-81 0,-49-12-123 15,0 0-147-15,0 0-135 0,0 0-109 0,53 9-3 0,-53-9 19 16,0 0-20-16,0 0-454 0,0 0-316 0</inkml:trace>
  <inkml:trace contextRef="#ctx0" brushRef="#br0" timeOffset="68900.73">6081 12385 112 0,'0'0'447'0,"27"-36"71"16,-27 36-11-16,0 0-57 0,24-24-69 16,-24 24-19-16,0 0-55 0,0 0-35 0,0 0 14 0,0 0 33 0,78 12-3 15,-78-12-21-15,54 30-46 0,-23-9-32 0,1 0-37 16,-3 2-11-16,0 6 13 0,3 1-7 16,-6-4-14-16,-4 12-9 0,0 4-7 0,-12 2-20 15,0 5-27-15,-13 4 28 0,-9 3-54 0,-12 0-47 16,-8 4-71-16,-14 2-118 0,-5-1-195 0,-7 2-205 15,-10-7-227-15,-8-6-51 0,3-5-760 0,3-4-515 0</inkml:trace>
  <inkml:trace contextRef="#ctx0" brushRef="#br0" timeOffset="69718.03">7318 12609 148 0,'0'0'929'0,"49"-11"88"0,-49 11-172 0,0 0-48 0,0 0-138 0,0 0-122 0,0 0-38 0,0 0-114 0,0 0-78 0,0 0-67 0,0 0-60 0,56 6-77 15,-56-6 26-15,0 0-12 0,7 44 17 0,-7-44-50 16,2 51 22-16,-2-51-55 0,-2 60 1 0,2-60 4 16,-7 67-2-16,-5-35-41 0,2 2 11 0,10-34-6 15,-22 63 64-15,22-63-71 0,-24 55 18 0,24-55-16 0,-30 43-1 16,30-43 10-16,-21 43-26 0,21-43 20 16,0 0-11-16,0 0 12 0,0 0 13 0,0 0-15 0,-34 18-3 15,34-18-10-15,0 0-72 0,0 0 49 0,-10-49-19 16,10 49-9-16,0-55 28 0,0 55 0 0,7-65 2 15,-4 27 8-15,-3 38-15 0,12-66 23 0,-5 29-2 16,3 3-12-16,-10 34 4 0,17-65 15 0,-17 65 2 16,24-62-22-16,-24 62 8 0,27-51 18 0,-27 51-21 15,34-45 11-15,-34 45-5 0,41-35-1 0,-41 35-10 0,34-27 2 16,-34 27-4-16,0 0 10 0,44-14 0 0,-44 14-3 16,0 0-8-16,0 0 16 0,0 0-13 0,73 9 18 15,-73-9-3-15,41 32 8 0,-41-32 13 0,44 46 23 16,-22-16 2-16,-3 4 24 0,-4-1-14 0,-1 3-9 15,-2 2 79-15,-4 4-111 0,-6-2-6 16,3-2-2-16,-3 1 14 0,-2-39-40 0,-2 77-53 0,2-77-81 16,-12 68-63-16,12-68-128 0,-20 65-73 0,20-65-123 15,-24 54-138-15,24-54-70 0,-41 42 29 0,41-42 0 16,-58 26-517-16,58-26-387 0</inkml:trace>
  <inkml:trace contextRef="#ctx0" brushRef="#br0" timeOffset="69852.75">7104 13167 40 0,'0'0'505'0,"-53"-15"116"0,53 15-23 0,0 0-102 16,0 0-94-16,0 0-57 0,-22-27-31 0,22 27-49 0,0 0-44 16,41-39-41-16,-41 39-42 0,64-48-22 0,-23 35-22 15,10-5-20-15,7-4-19 0,8 0-112 0,2 0-156 16,5-1-164-16,0 2-87 0,7 3-30 0,-12-6-1 16,7 6-506-16,-7 10-199 0</inkml:trace>
  <inkml:trace contextRef="#ctx0" brushRef="#br0" timeOffset="70052.72">8531 12588 159 0,'0'0'856'0,"0"0"47"0,0 0-119 0,0 0-49 0,17 34-56 0,-17-34-116 16,-12 36-35-16,12-36-133 0,-13 48-58 0,13-48-62 15,-2 65-55-15,2-65-60 0,0 71-26 0,0-71-12 16,7 75-18-16,-2-37-23 0,2 0-34 0,3-1-48 15,-10-37-76-15,7 68-124 0,-7-68-126 0,15 64-156 16,-15-64-195-16,2 48-108 0,-2-48-42 0,0 0-697 0,0 0-488 0</inkml:trace>
  <inkml:trace contextRef="#ctx0" brushRef="#br0" timeOffset="70348.28">8448 12469 210 0,'2'-50'761'0,"-2"50"98"0,0 0-62 0,0-46-43 0,0 46-74 0,0 0-119 16,0 0-100-16,0 0-90 0,0 0-86 16,-9-34-25-16,9 34-84 0,0 0-33 15,0 0-36-15,0 0-14 0,2 46-23 0,-2-46-12 0,15 33-12 16,-15-33-15-16,17 31-3 0,-17-31-18 0,0 0-19 16,27 33-15-16,-27-33-2 0,0 0 1 0,0 0-3 0,38 23 5 0,-38-23 10 15,0 0 11-15,0 0 2 16,0 0 6-16,37-26-2 0,-37 26 24 0,0 0-3 15,17-45 30-15,-17 45 7 0,0 0 15 16,2-48 34-16,-2 48 26 0,0 0 3 0,-14-51-27 16,14 51-35-16,-20-33 1 0,20 33-15 0,0 0-17 0,-34-39-18 0,34 39-54 15,-34-21-42-15,34 21-221 0,0 0 80 0,-58-11-147 0,58 11-145 16,-39 27-109 0,39-27-134-16,-39 50 20 0,22-21-1 0,0 7-683 0,10 0-447 15</inkml:trace>
  <inkml:trace contextRef="#ctx0" brushRef="#br0" timeOffset="70786.73">8927 13238 91 0,'19'29'790'16,"-19"-29"125"-16,0 0-111 0,0 0-102 0,0 0-95 15,0 0-106-15,0 0-99 0,5-55 3 0,-5 55-101 0,7-61-37 16,5 26-37-16,-4-3-44 0,4-3-17 0,-2-1-9 15,-1-1-12-15,3 3 8 0,-2-1 31 0,0 4-28 16,0 2-19-16,-5-1 9 0,-5 36-21 0,9-65-24 16,-9 65-14-16,5-57-21 0,-5 57-6 0,-2-46-11 15,2 46-12-15,0 0 8 0,-8-44-3 0,8 44-9 16,0 0-17-16,0 0-21 0,0 0-6 0,0 0-34 0,-46-23-10 16,46 23-32-16,0 0 11 0,-44 35 9 0,44-35 7 15,-46 41 10-15,24-15 18 0,1 1 1 0,21-27-9 16,-37 53 19-16,37-53-14 0,-22 48 23 0,22-48-13 15,-5 44 13-15,5-44 6 0,15 42-18 0,-15-42-14 16,36 35 25-16,-36-35 13 0,51 29-2 0,-51-29 105 16,71 26-125-16,-71-26 4 0,75 20 17 0,-75-20-19 15,95 17 10-15,-95-17-2 0,90 18-2 0,-90-18-1 0,78 19 35 16,-78-19-13-16,60 27-33 0,-60-27 20 16,34 25 29-16,-34-25-24 0,13 38 28 15,-13-38-15-15,-22 45 11 0,22-45-13 0,-46 51 10 0,14-23-5 0,-12 0-16 16,-2 1-1-16,-5-3 0 0,-10 1-102 15,-2-1-59-15,-5-4-92 0,7-4-95 0,5 0-97 0,1-1-164 0,1-7-194 16,54-10-34-16,-112 7-867 0,112-7-551 0</inkml:trace>
  <inkml:trace contextRef="#ctx0" brushRef="#br0" timeOffset="71589.98">10465 12480 158 0,'-5'-36'589'0,"5"36"64"0,-19-35 25 0,19 35-37 0,-18-30 31 0,18 30-27 0,0 0-64 0,-26-35-73 0,26 35-63 0,0 0-59 0,0 0-62 0,0 0-46 0,0 0-64 0,-22-28-26 15,22 28-30-15,0 0-35 0,0 0-29 0,0 0-15 16,0 42 5-16,0-42 58 0,14 62-17 0,-4-23-23 0,0 4-16 15,-3 6-94-15,5 4 68 0,-2 1 4 16,2 6-10-16,0 3-1 0,3-3-10 0,-3 1-14 16,-2-1-3-16,9-1 1 0,-9 3-10 0,2-6-25 0,-2 1-57 15,-8-6-124-15,1-1-93 0,-3-3-174 0,5 2-194 16,-1-6-194-16,-4-43-128 0,-19 69-205 16,19-69-337-16,-44 41-484 0</inkml:trace>
  <inkml:trace contextRef="#ctx0" brushRef="#br0" timeOffset="72456.7">10346 12938 45 0,'0'0'450'0,"0"0"181"0,-61 3 77 0,61-3-46 0,0 0-10 0,-63 4-12 16,63-4-73-16,0 0-88 0,0 0-76 0,0 0-95 0,0 0-34 0,0 0 7 0,0 0-118 0,0 0-41 0,0 0-18 0,0 0-31 0,0 0-21 0,0 0 30 0,0 0-67 15,39-37 8-15,-39 37 4 0,73-23-11 0,-73 23 7 16,82-25 36-16,-82 25-46 0,83-25-14 0,-83 25 18 0,78-23-19 15,-78 23 4-15,77-19 7 0,-77 19-20 0,56-12-55 16,-56 12-62-16,44-11-98 0,-44 11-101 0,0 0-95 16,53-9-107-16,-53 9-85 0,0 0-30 0,0 0 18 15,0 0-15-15,0 0-462 0,0 0-294 0</inkml:trace>
  <inkml:trace contextRef="#ctx0" brushRef="#br0" timeOffset="73026.89">11172 12814 148 0,'0'0'736'0,"0"0"103"16,0 0-45-16,0 0-47 0,-41-16-40 0,41 16-118 0,0 0-81 0,0 0-81 16,0 0-73-16,-71-5-100 0,71 5-49 15,0 0-58-15,-36 21-19 0,36-21-30 0,-25 39-24 16,25-39-27-16,-26 53-1 0,26-53-27 0,-17 62-13 15,17-62-4-15,-13 70 22 0,13-70-52 0,0 63-12 0,0-63-20 16,8 73-28-16,-8-73-18 0,19 63-22 16,-19-63-13-16,27 51-14 0,-27-51-5 0,29 32-21 0,-29-32 10 15,29 33 20-15,-29-33 25 0,0 0 22 0,54 16 22 0,-54-16 0 16,0 0 41-16,51-19 14 0,-51 19 3 16,0 0 18-16,36-38 47 0,-36 38-12 0,22-51 65 15,-22 51 11-15,7-35 9 0,-7 35-5 0,8-39-75 16,-8 39 93-16,4-36-3 0,-4 36-13 0,0 0-8 0,8-53 6 15,-8 53-23-15,0 0-16 0,7-37-12 0,-7 37-14 16,0 0-11-16,0 0-4 0,0 0-15 0,0 0-5 0,0 0-7 16,0 0 2-16,0 0-10 15,0 0-11-15,0 0 17 0,0 0 4 0,51 18 7 0,-51-18-3 16,27 37-12-16,-27-37 8 0,29 36-2 16,-29-36 6-16,34 40-7 0,-34-40-20 0,36 35-1 15,-36-35-5-15,34 30-3 0,-34-30-11 0,34 22 6 16,-34-22-2-16,0 0 9 0,37 19 5 0,-37-19 8 0,0 0 9 15,0 0 22-15,0 0 32 0,0 0 12 0,0 0 2 0,0 0 4 16,34-18 11-16,-34 18 14 0,0 0 2 16,-5-45 3-16,5 45 1 0,-12-43-3 0,12 43-26 0,-17-49 27 15,17 49-15-15,-15-52-3 0,15 52-8 16,-19-53-8-16,19 53-24 0,-17-38-13 0,17 38 1 16,-12-38-8-16,12 38 39 0,0 0-41 0,-34-37-19 15,34 37-21-15,0 0-32 0,0 0-46 0,0 0-51 0,0 0-68 16,0 0-89-16,0 0-76 0,0 0-112 0,7-37-124 15,-7 37-114-15,0 0 70 0,0 0-7 0,0 0-40 0,0 0-341 0,0 0-247 16</inkml:trace>
  <inkml:trace contextRef="#ctx0" brushRef="#br0" timeOffset="73917.53">10615 12581 366 0,'0'0'682'0,"3"-37"35"0,-3 37-24 0,0 0-19 0,-10-50-7 0,10 50-88 0,0 0-78 0,-22-42-105 0,22 42-71 0,0 0-35 0,-24-28-75 0,24 28-39 16,0 0-26-16,0 0-37 0,-32-25-24 0,32 25-34 16,0 0 18-16,0 0-34 0,0 0-6 0,0 0-13 0,-65 10-12 15,65-10-4-15,-54 25 2 0,54-25 3 0,-60 35-8 16,28-12-9-16,-2 2 16 0,2 2-14 0,1-3 5 0,2 5 1 16,4-4 2-16,25-25-6 0,-36 49-11 15,36-49 8-15,-22 47-3 0,22-47-7 16,-5 43-5-16,5-43-64 0,20 44 79 0,-20-44 10 0,39 41 20 15,-39-41-29-15,63 37 0 0,-24-16 53 16,-1-5-49-16,9 2 7 0,1 1-1 0,1-5 0 0,-1 4 2 16,1-4-9-16,0 2 10 0,-6-2-1 15,1 2-12-15,-44-16 16 0,73 30 5 0,-73-30-3 0,56 30-9 16,-56-30-3-16,44 30 74 0,-44-30-9 0,26 32 11 0,-26-32 31 16,12 32 29-16,-12-32 20 15,-24 35 15-15,24-35 8 0,-17 39-13 0,17-39-23 16,-31 35-26-16,31-35-18 0,-49 31-15 0,49-31-15 0,-58 27-22 0,58-27-77 15,-68 22-106-15,68-22-71 0,-78 6-122 0,78-6-215 0,0 0-203 16,-78-3-182-16,49-19-69 0,29 22-908 0,-24-41-624 16</inkml:trace>
  <inkml:trace contextRef="#ctx0" brushRef="#br0" timeOffset="74284.08">11369 12941 318 0,'53'9'866'16,"-53"-9"-7"-16,0 0-143 0,0 0-69 0,0 0-107 0,0 0-89 16,0 0-84-16,0 0-70 0,0 0-79 0,0 0-30 15,49-9-58-15,-49 9-28 0,0 0-25 0,0 0-14 16,0 0-18-16,58-16-4 0,-58 16-19 0,34-18-8 16,-34 18-12-16,37-25 3 0,-37 25 1 0,0 0 3 15,34-29 2-15,-34 29 4 0,0 0 6 0,12-42-8 0,-12 42 22 0,0 0 15 16,0 0 21-16,-12-45 9 15,12 45 11-15,0 0 25 0,-39-21 0 0,39 21 9 16,0 0 91-16,-59-16-82 0,59 16-5 0,0 0-23 16,-87 5-19-16,87-5-37 0,-80 25 5 0,34-7-30 0,-6 10 6 15,-1 4 7-15,0 2-11 16,-1 3-9-16,6 7 4 0,4-3-19 0,0 4-7 16,12 1 6-16,11 1-20 0,4-2-2 0,12-1 6 15,5 3 1-15,0-47-15 0,26 66-33 0,-1-34-37 16,11-2 20-16,8-3-88 0,9-8-40 0,11-3-56 0,-11-7-78 15,27-6-118-15,5-3-166 0,-2-12-126 0,-3 1-17 16,-5-6-133-16,1-2-271 0,-1-10-358 0</inkml:trace>
  <inkml:trace contextRef="#ctx0" brushRef="#br0" timeOffset="74529.97">12270 12681 430 0,'0'0'890'0,"0"0"-36"16,-68 2-101-16,68-2-9 0,-44 13-232 0,44-13 69 0,-51 25-80 16,51-25-71-16,-56 43-71 0,30-14-46 15,-3 7-9-15,-8 2-51 0,8 7-20 0,2 3-38 16,3 0-27-16,2 4-23 0,0 1-41 0,8-2-27 0,9 2-27 16,2-2 16-16,6-3-52 0,6-1 4 0,9-4-50 15,3-3-72-15,4-4-23 0,4-2-59 0,7-8-76 16,3 1-106-16,5-8-63 0,2-1-107 0,3-9-105 15,-49-9-91-15,97-4 15 0,-51-8 29 0,0-6-48 16,-7-3-283-16,0-4-217 0</inkml:trace>
  <inkml:trace contextRef="#ctx0" brushRef="#br0" timeOffset="75264.61">12537 13056 120 0,'-19'-30'478'0,"0"-7"99"0,19 37 78 15,-34-30-31-15,34 30-5 0,-27-25 3 0,27 25-167 16,0 0 95-16,-37-26-75 0,37 26-67 0,0 0-63 0,0 0-61 15,0 0-107-15,0 0 36 0,0 0-38 16,0 0-36-16,-63 19-29 0,63-19-18 0,-14 44-12 16,14-44-16-16,-22 66-21 0,14-31-6 0,6 2-31 0,2-37 14 15,2 78-2-15,6-39-8 0,1 3-7 0,6-5-17 16,2-3 7-16,2-2-26 0,3-5-30 0,-22-27 4 16,51 42-19-16,-51-42-10 0,56 31 32 0,-56-31-21 15,56 16 5-15,-56-16 27 0,0 0 20 0,85-3-10 16,-85 3 33-16,44-21 29 0,-44 21 2 0,34-36 22 0,-34 36 10 15,24-46-8-15,-24 46 43 0,10-53-34 0,-10 53-26 16,0-60-4-16,0 60-9 0,-10-64 8 0,10 64-10 16,-17-70 3-16,5 37-20 0,0-7-3 0,0 4 14 15,-3 0-31-15,3-1-30 0,-3 3-19 16,3 4-23-16,12 30-23 0,-24-54-24 0,24 54-8 0,-22-41-25 16,22 41-15-16,-27-30-24 0,27 30-21 15,0 0-28-15,0 0-14 0,0 0 28 0,0 0 40 16,0 0 37-16,0 0 31 0,0 0 35 0,0 0 14 0,0 0 10 0,0 0 22 15,0 0 9-15,0 0 13 0,0 0 12 0,61-4 28 16,-61 4 9-16,0 0-23 0,0 0 73 0,54 18 9 16,-54-18-1-16,0 0 18 0,53 16 18 15,-53-16-14-15,0 0 5 0,66 12-1 0,-66-12-7 16,0 0 7-16,56 12-2 0,-56-12-8 0,0 0-21 0,75 10-9 16,-75-10-10-16,46 14-14 0,-46-14-4 15,63 17-5-15,-63-17-4 0,0 0-7 0,42 30 5 0,-42-30-1 16,24 27-4-16,-24-27-3 0,17 35 3 0,-17-35 0 0,-7 43-3 15,7-43-8-15,-3 38-13 0,3-38-24 16,-12 50-24-16,12-50-52 0,-12 50-21 16,12-50-35-16,-12 43-25 0,12-43-5 0,-8 36 6 0,8-36 11 0,0 0 18 15,0 0 10-15,0 0-38 0,-2 40 228 0,2-40-61 0,0 0 36 16,0 0 16-16,0 0 50 16,0 0 25-16,0 0 12 0,15-44 25 0,-15 44 26 15,0 0 18-15,12-51-1 0,-12 51-14 0,7-35 10 16,-7 35-18-16,15-37-16 0,-15 37-19 0,12-34 3 0,-12 34-16 15,17-30-3-15,-17 30-26 0,0 0-32 0,26-32-19 0,-26 32 5 0,0 0-18 16,32-22 2-16,-32 22-16 16,0 0-12-16,0 0-7 0,61-3 18 0,-61 3 9 0,0 0-20 15,63 20 40-15,-63-20-41 16,49 35 7-16,-23-10 5 0,-4 1-9 0,0 4 11 16,0 6-8-16,-3 1-25 0,-4 2-57 0,-1 1-78 0,-4-2-112 0,2 4-121 0,-4-3-212 15,1-5-153 1,-9-34-53-16,10 54-735 0,-10-54-492 0</inkml:trace>
  <inkml:trace contextRef="#ctx0" brushRef="#br0" timeOffset="75615.03">13784 12657 472 0,'0'0'702'0,"2"-48"-64"0,-2 48-125 0,0 0-96 0,0 0-59 0,0 0-30 0,0 0-28 0,0 0-43 0,47 30-32 0,-47-30-21 0,38 52-24 0,-16-21-27 0,3 10-21 0,-1 3-69 0,-2 4 39 16,4-1-23-16,1 5-11 0,0-3-13 0,-3 2-9 0,3 1-11 15,-5-1-9-15,-3-2-24 0,-9-3-30 0,9-5-12 16,-4-4 5-16,0-5-1 0,-15-32 5 0,21 48 6 16,-21-48 12-16,0 0 4 0,25 30 31 0,-25-30 29 15,0 0 17-15,0 0 17 0,0 0 25 0,0 0 37 0,19-42 31 16,-19 42 23-16,-12-40-32 0,12 40 32 0,-15-49 36 15,15 49-64-15,-24-41 54 0,24 41 12 0,-34-37 25 16,34 37 0-16,-36-32 3 0,36 32-6 0,-44-23-29 0,44 23-38 16,-49-10-43-16,49 10-67 0,-68 10-42 15,68-10-38-15,-70 25-35 0,33-4-49 0,-1 4-35 16,1 2-28-16,3 1-39 0,5 0-39 16,7 4-34-16,5-6-78 0,17-26-108 0,-12 62-116 0,12-62-74 15,29 55-134-15,-29-55-15 0,73 24 27 0,-73-24-112 0,114-13-304 16,-53 3-356-16</inkml:trace>
  <inkml:trace contextRef="#ctx0" brushRef="#br0" timeOffset="75838.58">14979 12761 148 0,'0'0'866'0,"10"-63"162"0,-10 63-101 0,10-47-4 16,-10 47-56-16,-15-33-106 0,15 33-121 0,0 0-128 15,0 0-89-15,0 0-88 0,0 0-92 0,0 0-55 16,0 0-42-16,0 0-33 0,0 0-16 0,39 30-24 0,-22 0-15 15,3 5-2-15,1 3-14 0,-16 4-4 16,20 12-21-16,-1-13-43 0,0 6-34 0,-2 2-51 0,-5-2-41 16,0 1-22-16,-5 0-48 0,-4 1-82 0,-4-1-147 15,-1-4-124-15,-6 2-66 16,-6-5-134-16,-1-8-4 0,10-33-15 0,-51 45-618 0,51-45-450 0</inkml:trace>
  <inkml:trace contextRef="#ctx0" brushRef="#br0" timeOffset="76287.59">14664 13215 101 0,'-37'-24'742'0,"37"24"65"0,0 0-119 0,-44-27-145 0,44 27-61 16,0 0-99-1,0 0-74-15,0 0-63 0,25-44-39 0,-25 44-36 0,56-29-38 16,-20 12-22-16,8-1-17 0,7 0-18 0,0-2-17 16,5-9 0-16,-3 20 5 0,8-11 2 15,0-4 10-15,-3 5 4 0,0-1 6 0,-2 2-3 0,-2-1 1 0,-11 6-8 0,-43 13 28 0,80-21-79 16,-80 21 91-1,51-12 12-15,-51 12 16 0,0 0-19 0,44-15 1 0,-44 15-7 0,0 0-21 0,0 0-17 32,0 0-4-32,0 0-16 0,0 0-21 0,0 0 3 15,0 0-19-15,39 20 31 0,-39-20-35 0,0 0-9 16,5 53 29-16,-5-53-7 0,2 52 0 0,-2-52-14 16,3 65-5-16,-3-65-1 0,5 72 9 0,-3-32-27 15,-2 0 26-15,5 1 89 0,-3 1-129 0,6-5-13 0,-1 0 26 16,8-2-11-16,-15-35 0 0,29 55-29 0,-29-55 13 15,36 39-21-15,-36-39 4 0,41 24 22 0,-41-24-10 16,0 0 8-16,76-3 3 0,-76 3 24 0,51-28 8 16,-51 28-21-16,53-44-10 0,-31 18 65 0,-22 26 42 15,32-59 61-15,-32 59 55 0,22-60 62 0,-22 60 38 0,7-64 22 16,-7 64 26-16,0-59 36 0,0 59 6 0,-22-60 5 16,22 60 6-16,-29-55 21 0,29 55 69 15,-41-46-72-15,41 46-45 0,-49-40-71 0,49 40-88 0,-56-28-166 0,56 28-60 16,-66-21-116-16,66 21-126 0,-65-5-143 0,65 5-122 15,-88 0-115-15,88 0-54 0,0 0-167 16,-70 11-318-16,70-11-279 0,0 0-1109 16,-49 12-1154-16</inkml:trace>
  <inkml:trace contextRef="#ctx0" brushRef="#br0" timeOffset="76742.1">16719 12678 698 0,'0'0'1065'0,"0"0"-157"0,-51-20-106 0,51 20-92 0,0 0-155 0,0 0-101 0,0 0-85 0,0 0-56 0,0 0-73 0,0 0-60 0,0 0-35 0,0 0-41 0,-39 23-15 0,39-23 10 0,20 59 1 16,-11-28-12-16,4 21-3 0,-4 2-26 16,-1 5 39-16,1 5-50 0,-4 3 1 0,0 0-25 0,10 3-17 15,-18 3-13-15,-2-4 19 16,0 1 3-16,-2-4-62 0,-5-2-40 0,2-6-90 0,-4-3-132 0,6-4-153 16,-1-5-168-16,-1-11-138 0,10-35-6 0,-41 46-41 15,41-46-520-15,-49 22-421 0</inkml:trace>
  <inkml:trace contextRef="#ctx0" brushRef="#br0" timeOffset="77445.84">16155 13291 435 0,'-12'-34'812'0,"12"34"-89"16,0 0-151-16,-9-37-101 0,9 37-61 16,0 0-89-16,0 0-76 0,0 0-45 0,0 0-39 0,36-29-33 0,-36 29-18 0,49-11-11 15,-49 11-18-15,75-9-17 16,-75 9-10-16,92-17-11 0,-31 4 4 0,-61 13-13 0,104-18-5 0,-50-7-2 15,-1 1-20-15,1-4 12 0,-6-1-5 0,-1-1-5 16,-23-3 4-16,17-1 9 16,-2-1 15-16,-10 4-24 0,-2 0-6 0,-5-3-1 0,-8 4 47 15,-14 30 43-15,20-53 39 0,-20 53 5 16,2-46 33-16,-2 46 3 0,0 0 9 0,-12-47 1 0,12 47-20 16,0 0-27-16,0 0-45 0,0 0-9 15,0 0-24-15,0 0-14 0,0 0-12 0,0 0-26 0,-22 32 15 0,22-32-15 16,-5 63 5-16,5-63-7 0,-2 78-12 15,4-35 4-15,1 4 23 0,2-1-20 0,0 0 0 0,2 1-12 0,-2-2-6 0,2-3 27 16,3 0-7 0,2-4 4-16,-12-38-37 0,17 63-47 0,-17-63-26 0,24 45-10 0,-24-45-4 0,24 30 6 31,-24-30 14-31,0 0 20 0,0 0 3 0,44 12 17 0,-44-12 7 0,32-27 4 16,-32 27 13-16,34-33 8 0,-34 33 5 15,24-45 9-15,-24 45-3 0,20-45 7 0,-20 45-63 16,17-46 88-16,-17 46 2 0,9-46 8 0,-9 46 6 15,15-39 17-15,-15 39 10 0,0 0 13 0,12-44 2 16,-12 44-14-16,0 0 4 0,0 0-18 0,0 0-10 0,0 0-21 16,12-34 2-16,-12 34-10 0,0 0 0 0,0 0-5 15,0 0-4-15,0 0-2 0,0 0 2 0,44 27 4 16,-44-27-6-16,31 30 6 0,-31-30 4 0,39 37-18 16,-39-37-1-16,49 42 30 0,-49-42-15 0,51 48 1 15,-19-26-6-15,-1 2 24 0,1-5-29 0,-32-19 2 16,58 34-34-16,-58-34-7 0,58 23-7 0,-58-23-64 15,0 0 95-15,64 8 10 0,-64-8 4 0,43-17 2 16,-43 17 4-16,34-32 6 0,-34 32-7 0,25-51 4 16,-25 51 4-16,29-56 1 0,-12 23-4 0,-17 33 13 15,-5-56 23-15,5 56 14 0,-7-74 29 0,7 74-45 0,-20-66 22 16,20 66 9-16,-19-60-8 0,19 60 9 0,-25-49 42 16,25 49 3-16,-21-34 55 0,21 34-3 15,0 0-16-15,-27-28-26 0,27 28-24 0,0 0-37 0,0 0-22 16,0 0-20-16,-49 32-11 0,49-32-13 0,-24 56-2 15,24-56-12-15,-10 69-10 0,10-69-41 0,5 75-29 0,7-37-27 16,3-1-27-16,9-1-48 0,20-1-34 16,-13-3-54-16,8 1-71 0,5-10-119 0,5 0-156 0,2-8-140 15,-51-15-36-15,97 17-723 0,-97-17-491 0</inkml:trace>
  <inkml:trace contextRef="#ctx0" brushRef="#br0" timeOffset="77759.58">18692 12819 244 0,'-22'-26'906'0,"22"26"56"0,0 0-172 0,0 0-46 0,0 0-144 0,0 0-112 0,0 0-72 0,0 0-230 0,0 0 69 0,0 0-61 16,0 0-31-16,0 0-19 0,0 0-6 0,0 0-17 0,83 12-19 0,-83-12-29 15,51 29-5-15,-51-29-8 0,58 37-21 16,-29-16 0-16,1 4-5 0,-30-25 1 0,53 43-13 15,-29-14-14-15,1-5 8 0,-25-24 2 0,29 50 5 0,-29-50-7 16,26 46-10-16,-26-46 11 0,-4 37-2 0,4-37 18 0,0 0 7 16,-5 41-5-16,5-41-8 0,0 0 2 0,0 0 9 0,0 0-2 15,0 0-15-15,0 0-29 16,-56-21-17-16,56 21 4 0,-17-64-43 0,12 27-1 16,5-7-71-16,2 0-63 0,3-6-67 0,7 2-70 15,1-1-56-15,6 7-80 0,0 1-118 0,-19 41-28 0,30-59-20 0,-18 24-16 16,-12 35-468-16,26-46-310 0</inkml:trace>
  <inkml:trace contextRef="#ctx0" brushRef="#br0" timeOffset="77976.24">19353 12777 62 0,'10'50'558'16,"-10"-50"148"-16,0 0 18 0,9 49-66 0,-9-49-4 0,0 0-53 15,5 46-74-15,-5-46-69 0,0 0-78 0,10 43-64 16,-10-43-62-16,15 35-54 0,-15-35-32 15,19 35-28-15,-19-35-29 0,22 39-16 0,-22-39-25 0,22 40-18 0,-22-40-1 0,19 38-14 16,-19-38-41-16,20 35-63 16,-20-35-110-16,0 0-134 0,14 39-152 0,-14-39-162 15,0 0-117-15,0 0 14 0,0 0-171 0,0 0-252 16,0 0-341-16</inkml:trace>
  <inkml:trace contextRef="#ctx0" brushRef="#br0" timeOffset="78076.85">19168 12807 170 0,'-17'-49'524'0,"17"49"18"16,-14-41-30-16,14 41-117 16,0 0-79-16,-3-41-66 0,3 41-96 0,0 0-133 0,30-19-158 0,-30 19-89 15,0 0-99-15,65 1-217 16,-65-1-175-16,66 10-57 0</inkml:trace>
  <inkml:trace contextRef="#ctx0" brushRef="#br0" timeOffset="78521.42">20002 12752 104 0,'0'0'636'0,"0"0"101"16,-22-35-6-16,22 35-84 0,-29-25-11 0,29 25-55 16,0 0-59-16,-37-29-68 0,37 29-60 0,0 0-45 15,0 0-51-15,-41-18-58 0,41 18-57 0,0 0-37 0,0 0-32 16,0 0-36-16,0 0-9 0,-32 19-13 0,32-19-14 15,-7 35-4-15,7-35-9 0,-2 44-136 16,2-44 156-16,0 51-26 0,0-51 2 0,22 53-34 16,-22-53-10-16,34 47-37 0,-34-47 1 0,31 41-23 0,-31-41 8 15,37 28-5-15,-37-28 5 0,41 15 12 16,-41-15 13-16,0 0 3 0,0 0 12 0,75-10 14 16,-75 10 3-16,32-27 18 0,-32 27 20 0,22-28 25 0,-22 28-20 15,14-31 80-15,-14 31 12 0,0 0 6 0,-14-45 34 16,14 45 111-16,0 0-29 0,0 0-13 0,0 0-16 15,0 0-39-15,0 0-54 0,0 0-54 0,0 0-52 16,0 0-5-16,0 0-9 0,0 0-6 0,24 45 10 16,-24-45-5-16,19 59-13 0,-4-22-32 0,7 3-3 0,-8 2-13 15,8-1-27-15,-2 1 27 0,2 0-20 0,-15 4 15 16,10 0-2-16,-7 0 6 0,-3 0 7 0,-7-2-3 16,0 0 1-16,-7-2 23 0,-3-6-70 0,-7-2-10 15,2-4-5-15,15-30-25 0,-34 42-59 0,34-42-68 16,-46 18-105-16,46-18-150 0,-46-16-157 0,46 16-78 0,-39-50 10 15,22 15-82-15,12-6-309 0,3-10-330 0</inkml:trace>
  <inkml:trace contextRef="#ctx0" brushRef="#br0" timeOffset="78940.64">20344 12605 428 0,'0'0'811'0,"13"-38"44"0,-13 38-94 0,0 0-1 15,12-39-102-15,-12 39-100 0,0 0-114 0,0 0-78 0,0 0-78 16,0 0-67-16,0 0-68 0,0 0-20 15,0 0-27-15,0 0-13 0,34 26 1 0,-34-26 108 16,26 50-142-16,-13-19 31 0,1 3 15 0,-4 7 38 0,4 0 19 16,-4 6-10-16,0-4-4 0,0 1-20 0,-6 1-23 15,-1 0-16-15,-1-2-7 0,3-5-14 16,-5-38-19-16,3 71-13 0,-3-71-12 0,0 55 37 0,0-55-57 16,0 42-25-16,0-42-58 0,0 0-26 0,9 35-27 0,-9-35-1 15,0 0-15-15,0 0 50 0,0 0-16 0,0 0-12 16,15-45 33-16,-15 45 16 0,15-45 16 15,-15 45 30-15,12-44-15 0,-12 44 8 16,5-49 18-16,-5 49 3 0,0-46 26 0,0 46 15 0,0-45 1 16,0 45 13-16,-5-44 21 0,5 44 4 0,0 0 6 15,7-51-1-15,-7 51-7 0,0 0-24 0,0 0-18 0,12-41-11 16,-12 41-2-16,0 0-20 0,0 0 20 0,29-22-6 16,-29 22-18-16,0 0 106 0,0 0-116 0,78 3 26 0,-78-3-10 0,44 23-5 15,-44-23 4 1,46 32 29-16,-46-32-17 0,41 47-9 0,-19-19 26 15,0 1-13-15,-7 0 2 0,-1 2 0 0,-14-31-14 0,29 59-52 16,-29-59-66-16,17 47-88 0,-17-47-178 0,17 42-129 16,-17-42-189-16,0 0-115 0,0 0-29 0,0 0-782 15,0 0-526-15</inkml:trace>
  <inkml:trace contextRef="#ctx0" brushRef="#br0" timeOffset="79137.13">20932 12718 4 0,'-7'-61'405'0,"2"4"197"0,-2 8 96 15,5 7 5-15,-3 6-23 0,5 36 13 0,-17-58-98 0,17 58-104 0,0 0-85 0,-5-52-101 16,5 52-53-16,0 0-71 0,0 0-25 16,0 0-25-16,0 0-39 0,31 28-4 0,-14 3-11 15,-2 4-17-15,4 4-21 0,6 5-10 16,-3 4 42-16,-1 3-52 0,1 2 10 0,0 2-8 0,2 3 4 0,1-3-10 0,-3 0-12 0,-5-2-38 16,0-3-72-16,-5-3-89 0,-2-3-88 0,-3-3-125 15,-2 0-125 1,-5-41-124-16,-5 59-27 0,5-59 0 0,-29 37-62 15,29-37-312-15,-46 18-249 0</inkml:trace>
  <inkml:trace contextRef="#ctx0" brushRef="#br0" timeOffset="79250.27">20879 13187 198 0,'-19'-30'548'0,"4"-2"45"0,15 32 7 0,-17-65-72 16,19 20-95-16,-2 45-9 0,8-47-83 0,9 17-65 0,9 0-54 16,6 1-18-16,7-1-99 0,5 4-140 0,4-1-151 15,3 2-221-15,5 1-84 0,-2-1-20 0,-1 6-133 16,0 3-302-16,6-2-143 0</inkml:trace>
  <inkml:trace contextRef="#ctx0" brushRef="#br0" timeOffset="79966.23">22065 12639 196 0,'0'0'958'0,"0"0"90"0,0 0-128 0,0 0 16 15,0 0-33-15,0 0-35 0,0 0-54 0,0 0-14 16,0 0-87-16,0 0-118 0,0 0-73 0,0 0-104 0,-54 7-93 15,54-7-95-15,0 0-110 0,-39 35-82 16,39-35-27-16,-43 45-22 0,21-17-19 0,2 4-40 16,-2 1-52-16,-4 3-38 0,9 4-32 0,7-1-36 15,3-3-22-15,7-36-53 0,-5 72-6 0,5-72 23 16,0 59 1-16,0-59 13 0,10 43 17 0,-10-43 7 16,21 32 18-16,-21-32 35 0,22 25 46 0,-22-25 41 0,0 0 19 15,0 0 30-15,61-25 32 0,-61 25 48 16,29-37 4-16,-29 37 39 0,24-46 21 0,-24 46 23 0,15-62 3 15,-15 62 13-15,10-71 16 0,-5 31-7 0,-3-1-32 16,-4-4-18-16,2-1-22 0,-5-1-21 16,-15-3 10-16,18-2-16 0,-5 6 14 0,-3 0-25 0,5 2-17 15,-7 3 0-15,-5 1-36 0,-3 4-32 0,1 1-18 0,-3 5-10 16,0 4-15-16,22 26-6 0,-51-41-8 0,51 41-3 0,-56-35 0 16,56 35 20-16,-48-24 27 0,48 24 1 15,-37-18 33-15,37 18-13 0,0 0-17 0,-31-24-6 0,31 24-1 16,0 0 0-16,0 0-13 0,0 0 12 0,0 0 28 15,0 0 7-15,0 0 9 0,24-37 10 16,-24 37 9-16,61-9 18 0,-61 9 11 0,58-5 9 0,-58 5-9 16,68 0 5-16,-68 0 29 0,73 12-2 15,-73-12 5-15,78 16 12 0,-78-16 5 0,73 30-1 16,-37-10 8-16,1 3 5 0,-11 5 30 0,3 7 2 16,-2 4 26-16,-5 4 22 0,-5 8 3 0,-5 6 16 15,-4 4 31-15,-4 7-15 0,-1 5-2 0,-8 7-18 0,3 1-28 16,-8 7-61-16,5 0 54 0,-2 1-17 15,2 3-32-15,2 0-12 0,1 2-14 0,-3-10-25 16,-2-1 1-16,14-8-16 0,0-9-4 0,3-5-20 0,5-8-61 0,-1-9-59 0,3-8-44 16,-17-36-19-16,22 55-13 0,-22-55 49 0,15 33 29 15,-15-33 47-15,0 0 45 16,0 0 37-16,0 0 24 0,36-20 23 0,-36 20 24 0,0 0 31 0,-2-61 52 16,2 61 42-16,-10-52 55 15,10 52 61-15,-19-49 48 0,19 49 22 0,-25-55 15 0,25 55-24 0,-29-51-21 16,29 51-36-16,-32-49-14 15,-2 24-31-15,34 25 20 0,-24-43-134 0,24 43-40 0,-22-44-59 0,22 44-78 0,-17-37-125 16,17 37-141-16,3-39-138 0,-3 39-136 0,31-46-91 16,-6 22-25-16,1-5-28 0,8 6-174 0,10 0-236 15,-5-3-138-15,-3 1-8 0,-9 1-760 16,17 2-657-16</inkml:trace>
  <inkml:trace contextRef="#ctx0" brushRef="#br0" timeOffset="80607.57">22755 12847 277 0,'-27'-23'844'0,"27"23"7"0,-24-28-107 0,24 28-18 15,0 0-79-15,-22-33-114 0,22 33-70 0,0 0-90 0,0 0-92 0,0 0-22 0,0 0-89 0,0 0-39 0,0 0-21 0,0 0-23 0,0 0-7 0,0 0-24 0,0 0-16 16,51 8 7-16,-51-8-5 15,31 40 1-15,-31-40 3 0,27 53-2 0,-15-22-3 0,-2 4 5 16,5 0-20-16,-15-35 18 0,7 79-46 0,-7-79 23 0,5 67 5 0,-5-67-25 16,-5 69 15-16,5-69-3 15,-12 58-8-15,12-58 6 0,-10 42-24 0,10-42 14 16,0 0-6-16,-15 35-29 0,15-35-45 0,0 0-80 16,0 0-18-16,0 0-8 0,-29-38-4 0,29 38 8 15,-2-57 0-15,2 57-8 0,17-74 12 0,-10 29 28 16,0 0 25-16,3-3 45 0,5 2 4 0,-5-1 11 15,-1-1 14-15,1 7 38 0,0-3 43 0,2 8 53 16,-5 1 37-16,3 0 22 0,-10 35 7 0,19-60-18 16,-19 60-15-16,22-51-18 0,-22 51-23 0,27-43-17 0,-27 43-3 15,34-42 8-15,-34 42-52 0,46-34-5 16,-46 34-8-16,63-35 1 0,-63 35 4 0,76-30-24 16,-76 30 23-16,75-26-3 0,-75 26 0 0,78-18 0 0,-78 18-3 0,75-11-2 15,-75 11 2-15,0 0-1 0,0 0 0 0,68 0 12 16,-68 0 20-16,0 0 51 0,0 0 36 0,32 22 12 15,-32-22 0-15,0 0 11 0,-15 43 12 0,15-43-22 16,-22 38-13-16,22-38 16 0,-34 42-57 0,34-42-34 16,-34 44 13-16,34-44-32 0,-27 41-10 0,27-41 28 0,-12 39-28 15,12-39 0-15,5 39-21 0,-5-39-7 0,20 32 6 16,-20-32 6-16,41 26 0 0,-41-26-10 0,53 26-18 16,-53-26 2-16,68 23-23 0,-68-23 42 0,63 22 16 15,-63-22-12-15,54 23-6 0,-54-23-18 0,41 25 20 16,-41-25 28-16,29 30-17 0,-29-30-5 0,3 41 30 15,-3-41 8-15,-22 50 9 0,0-23 31 16,-9 1-67-16,-8 0 96 0,-5 1-9 0,-10-2-12 0,-1 10-20 16,-1-14-38-16,-5 3 31 0,-2-4-27 0,2 0-76 15,-2-6-54-15,2 0-104 0,5-7-155 0,3 5-250 0,53-14-312 16,-105 11-167-16,105-11-794 0,-75-2-617 16</inkml:trace>
  <inkml:trace contextRef="#ctx0" brushRef="#br0" timeOffset="81343.17">24563 12618 365 0,'0'0'788'0,"53"-5"-1"0,-53 5-120 0,0 0-40 0,0 0-31 0,0 0-78 0,0 0-85 0,0 0-86 0,0 0-75 0,0 0-57 0,0 0-47 0,51 14-30 0,-51-14-26 0,0 0-22 0,24 31-9 0,-24-31-33 15,22 33 19-15,-22-33-24 0,24 45-11 0,-24-45 0 16,8 58 0-16,-8-58-14 0,12 68 68 15,-12-68-68-15,-7 70 8 0,-6-31-13 0,-1 2 12 0,-3-4-12 16,-7 4 1-16,-6-6-3 0,-1 1 3 0,-10-6-2 16,2-4-5-16,0-1 8 0,0-6 0 15,-2-1-15-15,41-18-7 0,-81 16-18 0,81-16-23 16,-75 3-15-16,75-3-17 0,-63-18-17 0,63 18-10 16,-41-36 1-16,41 36 1 0,-27-57 12 0,27 57 23 0,-3-74-16 0,6 32 27 15,4-6 9-15,0 3 14 0,6-3-17 16,-1 0 33-16,2-4 8 0,1 10 1 0,2-6 4 15,-2-1 11-15,-3 6 18 0,0-1 33 0,-2 3 25 16,-1 2 13-16,-1 0-4 0,-6 1 23 0,0 0-58 0,-2 38 90 16,0-61-1-16,0 61 35 0,-2-50 5 15,2 50 74-15,-5-35 59 0,5 35 32 16,0 0-21-16,0 0-37 0,-10-36-41 0,10 36-48 0,0 0-43 0,0 0-113 16,0 0 82-16,0 0-59 0,-34 27-23 15,34-27-6-15,-19 49-15 0,19-49-1 0,-17 71-23 0,17-27 10 16,0 0-14-16,5 4 3 0,12 4-10 0,0 1 0 15,7 3 7-15,10 1-1 0,7-3-8 16,8 1 9-16,7-2-9 0,5-2 6 0,7-3-3 0,9-4 3 16,4-6 8-16,6-1 1 0,1-9-13 15,-1-3-61-15,-2-6-134 0,-5-5-115 0,-7-4-106 16,-2 1-364-16,-8-16-435 0,0 10-1239 0,-63-5-1060 16</inkml:trace>
  <inkml:trace contextRef="#ctx0" brushRef="#br0" timeOffset="85935.45">26485 12236 8 0,'26'-39'570'0,"-26"39"176"0,27-47 20 0,-27 47-67 0,27-53 16 0,-27 53-70 16,19-56-79-16,-19 56-70 0,22-63-79 0,-22 63-60 0,17-63-30 16,-17 63-85-16,15-60-23 0,-15 60-23 0,4-55-13 15,-4 55-28-15,-2-48-36 0,2 48 16 0,-17-41-42 16,-19 22-13-16,36 19-14 0,-27-30-9 0,27 30-4 0,-44-16-15 0,44 16-14 0,-56-5-1 15,56 5-12 1,-61 10 1-16,61-10 0 0,-68 25 1 0,42 2-13 16,26-27-1-16,-68 46 16 0,36-2 9 0,8 7 25 15,-8 9 9-15,13 11 43 0,4 1 6 0,5 8 18 0,10 5-11 0,-7 1 6 0,10 7 0 16,6 0-8-16,-1 0-16 0,6 3-14 0,3 1-16 16,3-5-12-16,-3 1-10 0,7-5-6 0,-2 0-13 0,-10-2 13 31,7-5-31-31,-4-9-40 0,-3-6-72 0,0-3-58 15,-2-11-60-15,-5-8-56 0,5-9-25 0,-10-35-57 0,0 52-103 0,0-52-165 0,0 0-114 16,0 0-167-16,0 0 40 0,-47-15 14 0,26-9-582 16,-6-2-458-16</inkml:trace>
  <inkml:trace contextRef="#ctx0" brushRef="#br0" timeOffset="86416.25">25926 13125 322 0,'0'-39'470'0,"0"39"-4"0,14-37-8 0,-14 37-65 0,32-36-41 15,-32 36-37-15,48-36-14 0,-11 18-37 0,-3-3-29 16,12 7-39-16,0-10-44 0,8 3-23 16,-1 2-10-16,5 0-12 0,-4 2-141 0,2 4-96 0,2-4-74 15,-4 4-104-15,-1-2-2 0,-7 3 21 0,-7-1-14 16,-39 13 30-16,78-19 28 0,-78 19 39 0,58-12 30 16,-58 12 44-16,41-14 34 0,-41 14 48 0,0 0 44 0,0 0 41 15,49-18 38-15,-49 18 43 0,0 0 59 16,0 0 55-16,0 0 56 0,0 0 28 0,-10-43 44 0,10 43 27 15,0 0-10-15,0 0 2 0,-22-31-13 16,22 31-28-16,0 0-18 0,0 0-44 0,-21-27-6 0,21 27-28 16,0 0-16-16,0 0-32 0,0 0-22 15,0 0-9-15,-47-12 7 0,47 12-58 0,0 0-13 16,0 0-43-16,0 0-17 0,0 0 10 0,-9 39-14 0,9-39 0 0,-3 47-33 16,3-47 21-16,0 62-21 0,0-62 18 15,3 62-8-15,2-21-25 0,4-2-36 0,-4 0-24 0,0-3-10 16,5-3-40-16,-10-33 13 0,29 55 39 0,-29-55-64 15,36 38 14-15,-36-38 4 0,42 25 21 16,-42-25 9-16,0 0 20 0,72 2 35 0,-72-2 7 0,59-23 8 16,-59 23 19-16,58-43 23 0,-31 17 35 0,-5 1 27 0,-22 25 22 15,36-54 3-15,-36 54 9 0,27-58 8 16,-27 58 5-16,10-56 21 0,-10 56 5 0,0-53-25 16,0 53-17-16,-15-49-4 0,15 49-20 0,-22-48-35 15,22 48-25-15,-31-37-22 0,31 37-26 0,-47-29-35 0,47 29-41 16,-53-24 74-16,53 24-257 0,-58-11-122 15,58 11-94-15,0 0-122 0,-76 8-130 0,76-8-43 0,0 0 29 16,-63 19-703-16,63-19-465 0</inkml:trace>
  <inkml:trace contextRef="#ctx0" brushRef="#br0" timeOffset="86796.51">27595 12369 247 0,'0'0'872'0,"0"0"109"0,51-21-105 0,-51 21 5 0,0 0-78 0,0 0-72 0,0 0-70 0,0 0-75 0,0 0-64 0,0 0-81 0,0 0-96 0,0 0-86 0,0 0-61 0,0 0-56 15,-46 38-27-15,46-38-31 0,-32 43-24 16,32-43-2-16,-22 60-53 0,22-60-54 0,-14 63-29 0,14-63-30 16,5 66-3-16,-5-66 15 0,19 63-75 0,-7-33 6 15,5 0-28-15,-17-30-20 0,46 48-32 16,-46-48 13-16,47 35-3 0,-47-35 31 0,48 25 33 0,-48-25 18 15,0 0 9-15,73 0 23 0,-73 0 32 16,49-20 25-16,-49 20 32 0,43-31 42 0,-43 31 29 16,30-39 21-16,-30 39 26 0,26-42 16 15,-26 42 36-15,0-39-11 0,0 39-1 0,5-48 13 0,-5 48 90 16,-5-38-95-16,5 38 29 0,0 0 6 0,-5-37-9 16,5 37 7-16,0 0-4 0,0 0-95 0,0 0-35 15,0 0-53-15,0 0-40 0,0 0-35 0,0 0 4 0,0 0-4 0,0 0-22 0,0 49-69 16,0-49-51-16,10 41-103 0,-10-41-56 0,22 43-110 15,-22-43-151 1,22 38-81-16,-22-38 25 0,22 26 2 0,-22-26-577 0,0 0-405 0</inkml:trace>
  <inkml:trace contextRef="#ctx0" brushRef="#br0" timeOffset="87203.82">28144 12574 93 0,'0'0'535'15,"0"0"151"-15,-17-46 30 0,17 46-86 0,0 0-42 0,0 0-75 0,10-34-109 16,-10 34-91-16,0 0-62 15,0 0-49-15,0 0-27 0,39 33-33 0,-39-33-25 0,31 31-26 0,-31-31-16 16,42 30-9-16,-42-30-13 16,38 48-4-16,-38-48-17 0,42 52 4 0,-42-52-5 0,31 53-6 0,-31-53 4 0,20 48 5 15,-20-48 23-15,17 34-41 0,-17-34 0 0,0 41 7 16,0-41-10-16,0 0 28 0,0 0-12 0,0 0-5 16,0 0-30-16,0 0-63 0,0 0-55 15,0 0-61-15,-42-27-55 16,42 27-48-16,10-66-43 0,-5 24-48 0,17 1-57 0,-3-6-22 15,3-2 21-15,0-3 45 0,5-3 71 0,4-1 35 0,-4-4 28 0,5 1 34 0,-6 3 36 16,6-1 53-16,0 4 44 0,-6 3 43 0,-1 3 43 0,6 6 38 31,3 5 40-31,-19 4 44 0,-15 32 81 0,27-46 103 0,-27 46 90 0,14-29 56 0,-14 29 67 0,0 0 8 16,0 0-33 0,17-29-56-16,-17 29-64 0,0 0-69 0,0 0-63 15,0 0-54-15,0 0-25 0,0 0 8 16,32 33-8-16,-32-33-19 0,22 56-25 0,-3-20-13 0,-7 6-13 15,8 4-11-15,-3 1-36 0,4 1 2 16,-1 5-1-16,2 2-20 0,-5 3 29 0,7-3-27 0,-7 0 4 16,3-4-49-16,-13 1-79 0,7-5-104 0,-9-6-88 15,7 8-155-15,-7-6-170 0,-10-3-132 0,5-40-15 16,-26 53-108-16,26-53-353 0,-37 30-384 0</inkml:trace>
  <inkml:trace contextRef="#ctx0" brushRef="#br0" timeOffset="87766.33">28501 12305 355 0,'-19'-33'627'0,"19"33"17"0,-32-50-81 0,32 50-170 0,-17-35-28 0,17 35-43 0,0 0-64 0,0 0-35 0,22-43-26 0,-22 43-30 0,49-15-30 16,-49 15-25-16,82-15-22 0,-33 7-23 0,4-1-5 16,3 1-21-16,3-5-2 0,4-2-42 0,-5-2 41 15,5-3-6-15,-4 1-10 0,-1-6-5 0,0 0 2 0,-4-1 2 16,-3-3-3-16,-8 1-3 0,-6 0 2 15,-1 3-1-15,-4-1 11 0,-15-3 33 0,24 4 40 0,-41 25 49 16,22-36 26-16,-22 36 12 0,5-41-5 0,-5 41 25 16,0 0-6-16,-5-39-21 15,5 39-22-15,0 0-44 0,0 0-30 0,0 0-20 0,0 0-24 16,0 0-17-16,-22 27-2 0,22-27-8 0,-14 61-5 0,14-21-1 16,0 4 5-16,0 7-16 0,0 2 5 15,4 3 12-15,1 0 2 0,-5 3-11 0,5-2-13 0,2-1 46 0,-2-1-50 16,0-2 7-16,0-1 9 15,-5-9-26-15,5-3-15 0,-5-40-51 0,12 58-27 0,-12-58-46 0,15 48-15 0,-15-48-13 16,0 0-10-16,21 35 9 0,-21-35 9 16,0 0 3-16,47-20-79 0,-47 20 65 0,39-37 25 0,-39 37 30 15,41-49 27-15,-41 49 32 16,31-59 37-16,-31 59 36 0,27-53 54 16,-27 53 54-16,15-47 36 0,-15 47 50 0,7-41 25 0,-7 41 21 0,0 0-1 0,0-49-9 0,0 49-140 15,0 0 120-15,0 0-35 16,0 0-39-16,0-40-34 0,0 40-25 15,0 0 21-15,0 0-61 0,0 0 1 0,0 0-14 0,32-25 0 0,-32 25-2 16,0 0-13-16,55-8-2 16,-55 8-8-16,0 0-3 0,71 5 20 0,-71-5-5 0,53 11 13 0,-53-11-2 15,56 20 26-15,-56-20 4 0,54 30 6 16,-54-30 13-16,46 42 0 0,-24-16-16 0,-5 3 6 0,-17-29-4 0,27 61-1 16,-18-27-12-16,-4 1-16 0,-5-35 5 0,0 70-66 0,0-70-53 15,-10 61-117-15,10-61-132 16,0 59-200-16,0-59-250 0,-9 38-112 15,9-38-923-15,0 0-593 0</inkml:trace>
  <inkml:trace contextRef="#ctx0" brushRef="#br0" timeOffset="88018.49">30593 11600 45 0,'0'0'862'0,"22"-44"149"0,-22 44-149 0,15-30-65 0,-15 30-111 0,0 0-121 0,0 0-87 0,12-31-80 0,-12 31-78 0,0 0-50 16,0 0-31-16,29 38-51 0,-29-38 22 0,27 53-13 0,-15-18-31 15,7 6-33-15,3 6-15 0,-5-4-10 16,5 14-29-16,-2-1-10 0,-3 4-9 0,4 2-8 0,-1-3-19 16,2-1 4-16,0-2-11 0,-8-1-85 0,1-4-74 15,-3-4-44-15,-2-4-107 0,-3 0-132 0,3-3-99 16,-1-6-189-16,-9-34-143 0,-9 54-11 0,9-54-801 15,-27 40-535-15</inkml:trace>
  <inkml:trace contextRef="#ctx0" brushRef="#br0" timeOffset="88455.56">30367 12261 136 0,'-34'-23'644'15,"34"23"19"-15,0 0-75 0,-24-26-134 0,24 26-77 0,0 0-47 16,15-35-47-16,-15 35-39 0,48-27-38 0,-7 11-20 15,8 0-9-15,2-5-11 0,3 1 6 0,4 1 6 0,0-3-4 16,10 2 7-16,-9-3 1 0,9 5-6 16,-15-4-4-16,5 2-18 0,-7-2 21 0,-7 8-26 0,-44 14-14 15,80-27-18-15,-80 27 10 16,56-19 5-16,-56 19-25 0,0 0 12 0,49-17-5 0,-49 17 4 16,0 0-29-16,0 0 2 0,0 0-39 0,0 0-3 0,0 0-14 15,0 0-11-15,0 0 2 0,0 0-13 0,41 21 10 0,-41-21-1 16,7 40 12-16,-7-40-16 0,10 58 5 0,-10-58-20 15,5 70 2-15,-5-28 21 0,0-3-22 16,5 5-7-16,0-2-9 0,2 1 24 0,-2-1-4 16,-17-3 11-16,29 0-57 0,5-4-34 0,-3-3-17 0,3-2 10 15,0-5-5-15,-22-25 5 0,51 37-20 16,-51-37-2-16,58 20 11 0,-58-20 4 0,71-6 15 16,-71 6 23-16,82-27 2 0,-45 7 44 0,1-3 31 15,4 1 25-15,-6-10 35 0,-4-1 30 0,-3 1 57 16,-5-7 88-16,-7 1 60 0,0-5 86 0,-2 0 76 15,-10-1 54-15,-5-2-48 0,-10 0 102 0,-7 1-61 0,-7-2-60 16,-8 4-44-16,-7 3-82 0,-7 2-123 0,-7 6-164 16,-11 3-247-16,-1 10-236 0,-13 3-315 0,-12 4-129 15,8 16-519-15,-35 8-480 0,10-5-851 16,3 5-1292-16</inkml:trace>
  <inkml:trace contextRef="#ctx0" brushRef="#br0" timeOffset="89246.46">9034 14435 701 0,'0'0'1024'0,"-27"-48"-116"0,27 48-43 0,-24-37-122 0,24 37-100 0,0 0-87 0,-30-34-35 0,30 34-41 0,0 0-54 0,0 0-42 15,0 0-90-15,-21-27-77 0,21 27-60 0,0 0-36 16,0 0-22-16,12 59-17 0,-3-24-54 0,6 11 35 0,0 2-12 16,4 3-8-16,0 5-19 0,3 4-1 0,-5-1-10 0,8 5 5 15,-6-1-8-15,1-1-25 0,-3 2-79 0,2-4-54 16,-7-1-46-16,0-2-33 0,-2-6-84 16,-5-3-148-16,2 0-129 0,-2 2-154 0,-5-50-140 15,-24 70-19-15,4-44-722 0,20-26-524 0</inkml:trace>
  <inkml:trace contextRef="#ctx0" brushRef="#br0" timeOffset="89987.7">8222 15063 75 0,'0'0'536'16,"-29"-30"45"-16,29 30-27 0,0 0-117 0,0 0-65 0,15-47-46 16,-15 47-3-16,53-22-27 0,-53 22-36 0,85-23-35 0,-32 13-30 15,8-3-25-15,7 1-27 16,8-2-26-16,1-2-19 0,1 6-20 0,-3-6-16 15,6-2-12-15,-9-3-9 0,-3 3-8 16,-4-8-1-16,-7 15-3 0,-4-8-1 0,-6-1 23 0,-9 2 28 0,-2-3 25 0,-8 0 24 0,-29 21 12 16,44-44 14-16,-44 44-1 15,24-50-3-15,-24 50 1 0,10-49 0 16,-10 49-20-16,2-46-5 0,-2 46 8 16,-7-39-5-16,7 39 36 0,-12-30 18 0,12 30 34 0,0 0 27 15,0 0-19-15,-15-37-41 0,15 37-41 0,0 0-51 0,0 0-46 16,0 0-37-16,0 0-26 0,0 0 8 0,0 0-3 0,15 41 47 0,-15-41-41 15,22 63-7-15,-10-21 3 0,5 1-1 16,0 1-2-16,-3 2 7 0,1 0-3 16,2 4 2-16,-5-10 8 0,3 9 19 0,-6-6-23 0,4 3-8 15,-4-9-14-15,3 0-65 0,1-4-41 16,-13-33-30-16,12 53-25 0,-12-53-19 0,17 41-21 16,-17-41-19-16,0 0 3 0,19 29 13 0,-19-29 0 0,0 0 3 15,0 0 25-15,0 0 33 0,0 0 27 0,41-34 24 0,-41 34 12 16,17-36 24-16,-17 36 12 15,37-42 10-15,-37 42 12 0,22-41 6 0,-22 41 8 16,19-40 4-16,-19 40 5 0,29-36 3 0,-29 36-3 0,37-35 8 0,-37 35 6 0,46-28 15 0,-46 28 13 31,63-30 4-31,-63 30 10 0,68-26 11 0,-68 26 7 16,71-24 13-16,-71 24 9 0,92-18 8 0,-92 18-2 16,70-12-5-16,-70 12-12 0,71-3-2 0,-71 3-6 15,61 2 6-15,-61-2 7 0,53 13 9 0,-53-13 6 16,44 38-14-16,-44-38-2 0,39 53-10 0,-22-21-10 15,-5 5-10-15,0-2-10 0,7 1-66 0,-14 0 76 0,3 2-13 16,-1-3-6-16,-7-35 0 0,12 62-8 0,-12-62 4 16,12 48-17-16,-12-48 11 0,0 0-20 0,17 33 3 15,-17-33-11-15,0 0 12 0,0 0 4 0,0 0-21 16,25-33 28-16,-25 33 10 0,17-57 2 0,-17 57 15 16,12-55 8-16,-3 19 8 0,-1 1 16 0,-1-1 11 0,-2 0 5 15,-5 36 4-15,12-65 15 0,-12 65-8 0,7-62 5 16,-7 62 14-16,5-60-14 0,-5 60 27 0,-7-53 5 15,7 53 40-15,0 0 11 0,-12-39 23 0,12 39 27 16,0 0-16-16,0 0-24 0,-10-34-33 0,10 34-43 16,0 0-36-16,0 0-35 0,-32 37-48 0,11-10 18 15,1 9-22-15,1 4 1 0,-1 3-4 0,1 0-14 0,7 5-60 16,-1 2-53-16,6-2-35 0,5-2-52 0,9 1-22 16,3-6-74-16,7-6-80 0,12 4-93 0,10-3-122 15,2-10-182-15,8-9-61 0,-3-1-168 0,12-7-316 16,8-11-428-16</inkml:trace>
  <inkml:trace contextRef="#ctx0" brushRef="#br0" timeOffset="91008.21">11957 14458 201 0,'0'0'794'0,"-22"-33"63"0,22 33-92 0,0 0-39 0,-24-33-99 0,24 33-125 0,0 0-106 0,0 0-89 15,0 0-61-15,0 0-41 0,0 0-57 0,-20 44-32 0,20-44-21 0,10 67-17 16,-5-22-21-16,2 4-12 0,5 8-6 16,-7 3-7-16,-3 5 0 0,15 2-16 0,-7 9 3 15,7-2-8-15,-5 0 7 0,3 1-8 0,-3-3-107 16,0 0 126-16,-2-4-6 0,2-5-7 0,-10-6 0 16,13-8-8-16,-5-5-21 0,2-12 3 0,-12-32-20 0,19 52-15 0,-19-52-23 15,17 30-11-15,-17-30 21 0,0 0 12 0,44-16 12 16,-44 16 8-16,41-53 7 15,-14 19 7-15,-5-4 12 0,0-3 23 0,-12-6 16 0,16 2 16 0,-9-3 11 16,-2 0-1-16,-8 2 22 16,5-3 10-16,-7 5 5 0,-5 1 4 0,0 43 0 0,-7-92 14 0,7 92 13 15,-15-69-14-15,15 69 38 16,-22-60-16-16,22 60-5 0,-24-40 34 0,24 40 46 16,0 0-13-16,-19-34-48 0,19 34-35 0,0 0-47 0,0 0-79 0,0 0-73 0,-46 21-23 15,46-21-18-15,-30 60-1 0,16-22-7 16,2 0-4-16,4 1-9 0,4 3 28 0,4 1-58 15,2-3-27-15,8-4-22 0,-1-1 2 16,11-6-6-16,-20-29-3 0,46 42-8 0,-46-42-15 0,51 14 1 0,-51-14 5 16,80-12 2-16,-38-8 10 0,-1-9 30 0,5-5 58 0,-2-5 27 15,-3-3 43-15,3-3 58 0,-3 1 61 16,-4-1 63-16,-1-2 42 16,-4 1 41-16,-6-1 24 0,1 6 16 0,-8-2 3 15,1 0 2-15,-10 2 4 0,-1 2-40 0,-9 39-36 16,10-62-3-16,-10 62-25 0,2-46 13 0,-2 46 27 0,0 0-63 15,0-41-11-15,0 41-52 0,0 0-36 0,0 0-18 0,0 0-7 0,0 0-37 16,3 46 3 0,-3-46 4-16,10 77-144 0,-3-30 155 0,-7 12 3 0,5 6-4 0,-3 6 9 0,1 6-12 15,-1 6 39 1,-4 7-56-16,6 4-23 0,-4-2 0 0,0 3-6 0,0-1-24 16,0-2-6-16,-2-4 6 0,2-4 17 0,2-9 16 0,-16-6 13 15,19-7 10-15,-3-11 7 0,5-10-5 16,-7-41-69-16,8 65-54 0,-8-65-30 0,12 35 29 0,-12-35 40 15,0 0 27-15,0 0 66 0,29-40 43 0,-29 40 18 16,27-60 32-16,-15 24 24 0,-2-6 6 0,-3-4 6 16,-2-7-8-16,-3-2-1 0,1-3 13 0,-3-2 21 0,0 1 41 15,-3 5 25-15,-4-3 26 0,0 13 14 0,-8 5 45 16,8 6-3-16,-17 1 36 0,2 7-1 16,22 25-116-16,-49-41 50 0,49 41-43 0,-58-26-32 0,58 26-50 0,-63-5-34 15,63 5-28 1,-66 11-36-16,66-11-41 0,-66 31-31 0,66-31-32 0,-48 42-48 0,48-42-24 15,-27 45-23-15,27-45 0 0,0 41-11 16,0-41 8-16,32 30-3 0,-32-30 14 0,70 15 1 16,-70-15-13-16,100-14-10 0,-42-2 1 0,5-7 21 15,0-5-42-15,3-6 25 0,-3-2 24 0,0-4 29 16,-2-3 39-16,-3-2 45 0,-4-1 64 0,-6 2 68 0,-1 2 69 16,-9-2 46-16,-4 1 30 0,-4 2 7 0,-6-1-3 15,-7 1 2-15,0 3-12 0,-7-2 8 0,-5 3 20 16,-5 37 49-16,2-66 28 0,-2 66 15 0,-7-50 96 15,7 50-93-15,-8-33-28 0,8 33-46 0,0 0-129 16,0 0-23-16,0 0-69 0,0 0-95 0,0 0-98 0,0 0-26 16,0 0 5-16,-24 56-3 0,22-16-4 0,2 3-5 15,0 4-10-15,0 3-7 0,5 1-42 16,-3 2 47-16,8 0 0 0,-1 2 6 0,-1-4 2 0,6-3 8 16,-2 0-35-16,3-6-77 0,0-3-103 0,2-2-107 15,-17-37-128-15,24 58-31 0,-24-58 17 16,29 34-12-16,-29-34-444 0,0 0-294 0</inkml:trace>
  <inkml:trace contextRef="#ctx0" brushRef="#br0" timeOffset="91121.39">13320 15394 509 0,'0'0'909'0,"-100"-9"-24"0,100 9-79 0,-75-5-49 0,75 5-151 0,-51-13-129 0,51 13-89 0,0 0-131 16,-24-26-55-16,24 26-48 0,41-43-128 15,-22 16-138-15,42-3-191 0,7-3-232 0,10-4-220 0,4 0-1 0,3 3-689 16,10 3-462-16</inkml:trace>
  <inkml:trace contextRef="#ctx0" brushRef="#br0" timeOffset="91845.61">14812 14809 841 0,'0'0'1058'0,"-51"7"-96"16,51-7 33-16,0 0-99 15,0 0-109-15,-71 5-84 0,71-5-114 0,0 0-40 0,-58 5-104 16,58-5-100-16,0 0-84 0,-34 20-58 0,34-20-52 0,-20 35-30 15,20-35-30-15,-4 52-28 0,4-52-49 0,0 63-56 16,0-63-44-16,17 62-35 0,-5-28-24 16,-12-34-43-16,19 61-15 0,1-31-19 0,2-1-11 0,-22-29 13 15,46 41 22-15,-46-41 17 0,43 29 27 0,-43-29-7 0,42 18 23 16,-42-18 21-16,0 0 36 16,0 0 43-16,56-5 31 0,-56 5 48 0,0 0 31 0,17-49 10 15,-17 49 35-15,0-53 36 0,0 53 66 16,-15-53-10-16,15 53-22 0,-24-61-6 0,7 28-35 15,0-4-103-15,-3-1 110 0,3 0-74 0,0-1-16 16,-5 0-7-16,3 0-21 0,2 5-4 0,2 4-6 16,-7 0-4-16,5-10-8 0,17 40-17 0,-26-38-56 0,26 38-22 15,-22-28-51-15,22 28-37 0,0 0 29 0,-24-32-13 0,24 32-12 16,0 0-25-16,0 0-18 0,0 0-13 16,0 0 21-16,0 0 22 0,-15-30 21 0,15 30 12 0,0 0 17 15,0 0 2-15,0 0-1 0,0 0 22 16,0 0 16-16,0 0 16 0,34-31 22 15,-34 31-4-15,41-20 23 0,-41 20 9 0,49-26 5 0,-49 26 0 0,66-27 9 0,-66 27-1 0,77-21 2 16,-77 21 2 0,76-23 11-16,-76 23-8 0,80-7 1 0,-80 7 6 15,85-5-1-15,-85 5 1 0,78 6 3 0,-15 2 15 0,-63-8 38 0,58 30 12 0,-29-3 11 16,-4 8 1-16,-1 6-14 16,-12 6 9-16,-5 9-10 0,-4 8 18 0,-6 10 5 0,-4 4 0 0,0 7 1 0,-3 5-12 15,-2 5-10-15,0 3-19 0,0 3-9 16,2 1-13-16,-2 2 3 0,0-10-15 15,2-1 6-15,0-8 113 0,0-11-267 16,8-7 152-16,-3-12 2 0,3-9-5 0,2-46-14 0,5 66-4 0,-5-66 0 0,0 0 26 16,0 40 10-1,0-40-11-15,0 0 7 0,26-46 4 0,-16 11 39 0,-10 35-2 0,24-67 38 16,-14 28 34 0,-3-5 50-16,1 1 50 0,-6 2 37 0,-2-2 25 0,-2 2 14 15,-6 0 25-15,-4 4 15 0,2 0 20 0,-7 4 1 16,0 3-16-16,0 0-8 0,-5 3-54 0,22 27-26 0,-51-44-33 15,25 17-42-15,26 27-53 0,-63-30-96 0,63 30 1 16,-64-18-66-16,64 18-64 0,-55-13-66 16,55 13-79-16,0 0-109 0,-56-11-125 0,56 11-115 0,0 0-46 15,0 0-23-15,0 0 2 0,0 0-6 0,34-49-45 16,9 32-44-16,8-4-158 0,8-9-35 0,-1 10-152 16,8-8-332-16,2 5-448 0</inkml:trace>
  <inkml:trace contextRef="#ctx0" brushRef="#br0" timeOffset="92115.9">16692 14726 231 0,'0'0'982'0,"0"0"68"0,-24-36-134 0,24 36-39 0,0 0-86 0,0 0-86 0,-34-19-92 0,34 19-97 0,0 0-71 0,0 0-76 0,0 0-82 15,-56 25-66-15,56-25-58 0,-44 47-40 0,23-15-89 16,-4 4 57-16,1 6-27 0,7 2-23 0,2 4-39 16,1 11-2-16,4-8-15 0,5 5-27 0,0-4-47 15,8 2-52-15,2-6-34 0,4-4-12 0,6-2-43 16,0-8-53-16,4 0-115 0,5-6-106 0,5-3-152 16,-29-25-167-16,51 24 19 0,-51-24-189 0,0 0-312 0,64-11-408 15</inkml:trace>
  <inkml:trace contextRef="#ctx0" brushRef="#br0" timeOffset="92265.55">15869 14837 91 0,'-44'-21'744'0,"5"5"68"0,39 16-91 16,-56-33-152-16,56 33-82 0,-24-41-144 0,24 41-121 15,12-48-106-15,-12 48-126 0,56-49-166 0,-10 22-195 16,5-4-109-16,5-4-56 0,14 10-523 0,3-3-251 0</inkml:trace>
  <inkml:trace contextRef="#ctx0" brushRef="#br0" timeOffset="92398.12">17186 14234 842 0,'0'0'1128'0,"63"4"-138"0,-63-4-65 0,0 0-186 0,0 0-95 15,27 37-94-15,-27-37-101 16,2 42-83-16,-2-42-72 0,12 82-28 0,-5-33-162 0,-7 3-203 0,5 11-476 15,-17-4-603-15,17 1-1047 0,7-2-832 16</inkml:trace>
  <inkml:trace contextRef="#ctx0" brushRef="#br0" timeOffset="106294.2">20711 14969 422 0,'0'0'934'0,"0"0"-45"0,0 0-86 0,-9-40-7 0,9 40-97 0,0 0-54 0,0 0-50 0,0 0-27 16,-20-32-37-16,20 32 13 0,0 0-56 0,0 0-52 0,0 0-49 0,0 0-35 0,0 0-54 0,0 0-38 15,0 0-34-15,0 0-44 0,0 0-32 0,0 0-25 16,0 0-19-16,0 0-10 0,0 0-27 0,0 0-11 16,0 0-13-16,0 0-19 0,0 0 14 0,-22 30 13 15,22-30 13-15,15 59-7 0,-15-59 2 0,10 72 1 0,-10-28-21 16,7 2-8-16,0-1-3 0,0 3-6 16,-2 0-3-16,5 2-9 0,-3-4-19 0,3 1 20 15,-3 1-2-15,3-3-2 0,-3-2-79 0,3 0-116 0,12 5-113 0,-22-48-131 16,2 62-95-16,-2-62-29 15,8 49-29-15,-8-49-70 0,0 0-101 0,9 46-40 0,-9-46-140 16,0 0-12-16,0 0-166 0,0 0-293 16,-56-11-445-16</inkml:trace>
  <inkml:trace contextRef="#ctx0" brushRef="#br0" timeOffset="106785.93">20422 15256 20 0,'0'0'543'0,"-31"-33"109"15,31 33 9-15,29-33-96 0,-29 33-51 0,0 0 0 16,0-52-83-16,0 52-43 0,9-38-57 0,-9 38-49 0,20-45-46 0,-20 45-36 16,31-43-30-16,-31 43-26 0,37-41-33 15,-37 41-15-15,46-40-13 0,-46 40-3 16,37-39-18-16,-37 39-10 0,53-29-8 0,-53 29 4 16,53-37-12-16,-53 37 22 0,54-24-27 0,-54 24-10 15,53-25 7-15,-53 25-7 0,42-19-2 0,-42 19 51 16,46-13-73-16,-46 13 11 0,0 0-12 0,51-8 8 0,-51 8 12 15,0 0 1-15,0 0 10 0,0 0-7 0,58 6 6 16,-58-6-1-16,0 0 27 0,24 30-38 0,-24-30 5 16,10 41-11-16,-10-41-7 0,-5 59 0 0,5-59 2 15,-12 66 4-15,2-30 116 0,-2 1-285 0,0 3 164 16,0-2-11-16,-3-3-1 0,3 2 0 0,0-6-8 0,12-31 46 16,-17 60-51-16,17-60 4 0,-10 51 14 0,10-51-11 15,0 0-3-15,3 49 2 0,-3-49 5 0,0 0 1 16,19 30 6-16,-19-30 8 0,0 0-7 0,51 16 4 15,-51-16 0-15,0 0 0 0,63 5-1 0,-63-5 6 16,0 0-7-16,78-2 9 0,-78 2-4 0,0 0 0 0,78 6-5 16,-78-6 1-16,0 0 5 0,63 16-1 0,-63-16 28 15,0 0-21-15,44 26 12 0,-44-26 19 16,17 34 10-16,-17-34 13 0,2 41 2 0,-2-41 5 0,-9 48 1 16,9-48-6-16,-32 59-19 0,10-30 7 15,-9 2-10-15,1-1-14 0,-4 0-4 0,-2 0-11 0,4-2-1 16,-9 2-50-16,0-6-51 0,-1-1-77 0,-1-4-98 15,-3 1-131-15,9 5-165 0,37-25-216 0,-56 20-53 0,56-20-156 16,-48 18-341-16,48-18-416 0</inkml:trace>
  <inkml:trace contextRef="#ctx0" brushRef="#br0" timeOffset="107056.43">20536 16356 592 0,'-48'18'840'0,"48"-18"-48"0,-71 29-77 0,71-29 10 0,-53 21-81 0,53-21-118 0,0 0-85 0,-49 21-85 0,49-21-82 0,0 0 61 0,0 0-196 0,0 0-29 0,0 0-19 0,0 0-23 0,51-28-17 0,-51 28-12 0,88-30 10 16,-35 16 0-16,3-3-17 0,2-2-4 15,1 2 2-15,-3 0-12 0,-1 4-8 0,-4-2 1 0,-2 1-6 0,-3 2-5 16,-46 12-51-16,85-18 68 0,-85 18-64 15,59-11-57-15,-59 11-65 0,0 0-86 0,63-15-66 16,-63 15-103-16,0 0-147 0,0 0-110 16,70-7-25-16,-70 7-142 0,0 0-305 0,54-16-341 0</inkml:trace>
  <inkml:trace contextRef="#ctx0" brushRef="#br0" timeOffset="107518.06">22077 15975 114 0,'0'0'790'0,"0"0"83"0,0 0-78 15,0 0-21-15,0 0-95 0,0 0-78 0,0 0-105 16,-68 7-79-16,68-7-61 0,0 0-54 0,0 0-58 16,-59 6-54-16,59-6-41 0,0 0-39 0,0 0-15 0,0 0-25 15,0 0-9-15,0 0-17 0,0 0-1 0,61-7-12 16,-61 7 3-16,68-15-17 0,-68 15-1 0,85-16 2 15,-85 16-3-15,90-16-1 0,-46 5-9 0,-44 11-5 16,87-15 3-16,-87 15-91 0,83-15 103 0,-83 15 3 16,73-10 8-16,-73 10-11 0,66-8-39 0,-66 8 59 15,0 0-29-15,75-6-1 0,-75 6-7 0,0 0 9 16,0 0-1-16,65-5-7 0,-65 5 5 0,0 0-8 16,0 0-1-16,0 0 4 0,0 0-3 0,51-11-4 0,-51 11-47 15,0 0-51-15,0 0-88 0,0 0-104 0,0 0-133 16,49 16-267-16,-49-16-48 0,0 0-46 0,0 0-160 15,56 7-311-15,-56-7-395 0</inkml:trace>
  <inkml:trace contextRef="#ctx0" brushRef="#br0" timeOffset="107818.26">23710 15923 544 0,'0'0'1022'0,"0"0"-99"0,0 0-95 0,0 0-78 0,0 0-123 15,0 0-100-15,0 0-35 0,56-30-111 0,-56 30-41 0,70-36-58 16,-7 13-27-16,-9-1 20 0,6-2-88 0,8 1-42 0,-2 3-34 16,7-1-26-16,-5 1-18 15,2-1-17-15,3 5-10 0,-5-1-15 0,-4 2-14 16,4 1 22-16,-13 3-101 0,-4 1-15 0,-51 12-4 0,81-16-10 15,-81 16-13-15,58-12-1 0,-58 12 5 0,0 0 0 16,53-11 3-16,-53 11-31 0,0 0-59 0,0 0-105 0,0 0-133 16,0 0-156-16,-31 21-147 0,31-21-16 0,-58 5-79 15,58-5-471-15,-59 9-410 0</inkml:trace>
  <inkml:trace contextRef="#ctx0" brushRef="#br0" timeOffset="108488.29">23919 14996 338 0,'0'0'1033'0,"-20"-40"-21"0,20 40-103 0,-12-34-21 0,12 34-70 0,0 0-58 16,-19-30-69-16,19 30-68 0,0 0-62 16,0 0-115-16,0 0-79 0,0 0-80 0,0 0-134 0,0 0 17 15,0 0-50 1,0 0-26-16,0 0-18 0,0 0-8 0,-17 53-46 0,17-53 30 16,0 59-11-16,0-59-13 0,-3 68-3 0,-2-29-2 0,3 2-9 0,-3 0-5 0,-2 1 9 15,2-1-5-15,-5-1-8 0,5-3-3 16,-4-1-8-1,9-36-15-15,-17 61-30 0,17-61-30 0,-10 45-35 0,10-45-14 0,0 0-24 0,-3 45-6 0,3-45-4 16,0 0 4-16,0 0-10 0,0 0-16 0,0 0 0 16,0 0 17-16,17-60 13 0,-2 27 27 0,-3-4 31 0,5-1 11 31,-5-7 13-31,5 0 8 0,-2-2 66 16,2 0-46-16,-5 0 11 0,3-2 12 0,2 3 18 0,0-1-4 15,-12 0 119-15,2-1-72 0,-2 4 44 0,2 0 11 16,-2 1 19-16,-3 3 25 0,3-1 12 0,0 4-11 15,0 0-11-15,-5 37 8 0,14-57 13 0,-14 57 11 0,8-63 12 16,-8 63 19-16,14-55 7 0,-14 55 8 0,12-44 10 16,-12 44 19-16,0 0 24 0,15-46 12 15,-15 46 11-15,0 0-3 0,0 0-16 0,0 0-12 0,12-34 33 16,-12 34-53-16,0 0-15 0,0 0-28 0,0 0-25 16,0 0-88-16,0 0-20 0,0 0 10 0,0 0-37 15,0 0-42-15,0 0-1 0,0 0 4 0,0 0 19 16,0 0 2-16,49 33-7 0,-49-33 13 0,43 38-4 0,-16-15-10 15,0 2 23-15,5 3 18 0,-1 4-3 0,1 1 3 16,4 1-10-16,3 3-3 0,-5 4-6 0,0 0 4 16,2-3-14-16,-1 3 1 0,1-1 2 0,-2 3-16 15,-2-1-9-15,2-3-105 0,-5 2-138 0,-3-2-127 16,4 0-131-16,-6-4-106 0,-2 0-50 0,-3-3 17 0,-2-4-18 16,-17-28-97-16,27 59-151 0,-27-59-194 0,19 42 45 15,-19-42-82-15,0 0-575 0,-24 42-557 0</inkml:trace>
  <inkml:trace contextRef="#ctx0" brushRef="#br0" timeOffset="108662.94">24009 15217 156 0,'0'0'968'0,"0"0"82"0,0 0-185 0,-32-29-78 0,32 29-114 0,0 0-109 0,32-47-110 0,-32 47-89 0,58-42-70 0,-22 18-59 0,6 0-82 0,1-1-127 15,1 3-219-15,12 4-327 0,-3-5-395 0,-53 23-251 0,90-29-404 16,-48 3-503-16</inkml:trace>
  <inkml:trace contextRef="#ctx0" brushRef="#br0" timeOffset="111995.51">30467 14164 125 0,'0'0'300'0,"0"0"157"0,0 0 19 0,41-18-39 0,-41 18 70 0,0 0-30 0,0 0 24 0,22-25-26 0,-22 25-34 0,0 0-37 0,0 0-22 0,10-35-48 0,-10 35-29 15,0 0-36-15,0 0-20 0,0 0-30 0,5-46 34 16,-5 46-82-16,0 0 43 0,0 0 15 0,0 0-9 0,2-42 34 0,-2 42 30 15,0 0 7-15,0 0 9 16,0 0-18-16,0 0-13 0,0 0-14 0,0 0-12 0,-17-34-37 16,17 34-30-16,0 0-29 0,0 0-39 0,-58-5-27 15,58 5-19-15,0 0-7 16,-68 13-9-16,68-13-18 0,-63 22-1 0,63-22-9 0,-68 34-21 16,29-9 16-16,2 1-5 0,1 6-7 0,-1 2 5 0,3 1-11 15,3 0 1-15,2 8-11 0,2-4 2 0,10 6 2 16,2 0-1-16,10-1-4 0,3 2 9 0,4-4-9 0,8 0 5 15,5-4-6-15,2-1 0 0,9-2 0 0,11-5-3 0,4-3 3 16,3-3 3-16,14-6-13 0,-16-4 32 0,16 4-32 16,5-13 3-1,5-3-1-15,-5-4-1 0,3-2-21 0,-5 1-41 0,2-4-33 0,-10 2-79 0,-53 5-98 16,90-13-107-16,-90 13-40 0,63-12-99 0,-63 12-149 16,0 0-145-16,63-8-204 0,-63 8-25 0,0 0-788 0,0 0-605 15</inkml:trace>
  <inkml:trace contextRef="#ctx0" brushRef="#br0" timeOffset="112393.23">30214 15295 22 0,'0'0'717'0,"0"0"154"0,0 0-91 0,0 0-83 0,0 0-3 0,0 0-82 0,0 0-82 0,56-11-62 0,-17-3-61 0,17-3-42 0,-3-1-52 0,11 2-31 0,4-16-7 15,7 13-29-15,3 1-35 0,-8 2-37 16,5-2-37-16,-2 4-15 0,-5-1-75 0,-4 3 35 0,-6 0-16 16,0 1-37-16,-9 1-95 0,-49 10-83 0,82-20-62 15,-82 20-74-15,54-15-94 0,-54 15-82 0,0 0-97 16,58-8-199-16,-58 8-104 0,0 0-111 0,0 0-445 0,0 0-451 15</inkml:trace>
  <inkml:trace contextRef="#ctx0" brushRef="#br0" timeOffset="113025.16">28608 15376 264 0,'0'0'751'0,"0"0"77"0,0 0-75 0,0 0-37 0,0 0-58 15,0 0-93-15,0 0-83 0,0 0-77 0,0 0-73 0,0 0-75 0,0 0-46 0,0 0-26 0,0 0-11 0,0 0-10 0,73-28-34 16,-73 28-1-16,49-30-9 0,-3 14-13 0,2-2-4 0,6-1 12 0,4 0-7 16,-2-1-12-16,-2 0-12 0,-1 4-10 0,0-3-15 0,1 8-10 15,-54 11-25-15,87-24 9 0,-48 11-16 0,-39 13 5 16,73-18-16-16,-73 18-5 0,44-13-22 0,-44 13-35 16,0 0-35-16,46-11-34 0,-46 11-37 0,0 0-42 15,0 0-43-15,0 0-29 0,0 0-52 0,0 0-64 16,0 0-119-16,36 21-155 15,-36-21-76-15,0 0-3 0,0 0-676 0,-31 30-451 0</inkml:trace>
  <inkml:trace contextRef="#ctx0" brushRef="#br0" timeOffset="113582.29">27636 15528 30 0,'-58'7'359'0,"58"-7"156"0,0 0 16 0,0 0-1 0,-63 5-42 0,63-5-46 0,0 0 9 0,0 0-82 0,0 0-64 0,0 0-84 0,0 0-28 16,0 0-40-16,0 0-38 0,0 0-22 0,0 0-11 15,0 0 16-15,0 0 20 0,0 0 15 0,0 0 22 16,75-7 10-16,-75 7 0 0,83-8-11 0,-83 8-21 0,80-17-1 15,-80 17-18-15,90-17-11 0,-90 17-24 16,90-18-16-16,-90 18-6 0,80-19-19 0,-80 19-1 0,78-18-16 16,-78 18-44-16,53-16-44 0,-53 16-63 0,46-10-112 15,-46 10-88-15,0 0-110 0,0 0-144 0,54-9-86 16,-54 9-10-16,0 0-101 0,0 0-334 0,0 0-302 16</inkml:trace>
  <inkml:trace contextRef="#ctx0" brushRef="#br0" timeOffset="114093.72">26120 15620 284 0,'0'0'727'0,"0"0"-6"0,0 0-74 0,0 0-73 0,0 0 13 0,0 0-43 0,0 0-43 0,0 0-62 0,61-11-73 0,-61 11-65 0,73-18-58 0,-27 6-59 0,12 1-22 0,0-1-39 0,-9 0-22 0,14 0-18 0,5-1-89 0,-9 2-155 16,9 3-197-16,-5-1-254 0,0-4-239 0,-63 13-197 16,112-13-413-16,-64 2-466 15</inkml:trace>
  <inkml:trace contextRef="#ctx0" brushRef="#br0" timeOffset="117618.41">21093 14161 411 0,'36'-22'744'0,"-36"22"-73"0,0 0-136 0,0 0-111 0,0 0-66 0,0 0-53 0,-27-28-66 0,27 28-50 0,0 0-40 0,-94 5-19 0,94-5-29 0,-85 18-9 0,85-18-14 0,-90 23-15 0,46-9 5 15,-5-2-8-15,3 3-3 0,-5-2-19 0,3 0 19 16,-1 3 2-16,0-2 3 0,1 2 7 0,-3 1-7 16,0 0-6-16,-5 0-11 0,0-1-9 0,0 0 1 15,-2 5-2-15,2-5 10 0,0-1 6 0,-5 2 0 16,3 1 4-16,-3 0-15 0,1 1-3 0,-4-2-4 15,6 1-5-15,0 1-9 0,-3-1-7 0,22 0-1 0,-19 1-2 16,4-1 0-16,8-2-22 0,2 0 15 16,6 0-1-16,38-16-1 0,-68 30-5 0,68-30-6 15,-54 30 2-15,54-30-4 0,-36 31 0 0,36-31 0 16,-22 39 3-16,22-39 0 0,-10 51-7 0,10-51 13 0,2 63 1 16,3-23 7-16,7 4 2 0,-2 2 9 15,2 0 9-15,3 4 1 0,-1-1 3 0,1 4 2 16,2 2 17-16,3-8-9 0,-8 10 7 0,10 3-4 15,4 2 9-15,-4 0-4 0,5 0-1 0,2 0-1 16,-2 3-4-16,-1-3 3 0,4 3-3 0,-4 3 17 0,1-2-2 16,0 0-9-16,-5-4-5 0,2 1 7 15,-2 1 4-15,0-4-25 0,-5 0-3 0,5-2-8 0,-3-3-1 0,-2-4 0 0,2-4-8 16,-4-2 4 0,2 1-1-16,-2-5-4 0,-1-4 3 0,1-3-7 0,-15-34 2 15,22 59 0-15,-22-59 12 0,17 45-13 16,-17-45 0-16,14 37-1 0,-14-37-15 0,0 0 6 0,22 39-5 0,-22-39 16 15,0 0-11-15,29 30-1 0,-29-30-3 0,0 0 5 16,42 21-1-16,-42-21-4 0,38 18 10 16,-38-18 3-16,56 17-2 0,-56-17 0 0,78 18 0 0,-78-18 3 0,92 14-4 0,-38-5 8 15,2-3 1 1,7 0-2-16,5 0-2 0,2-3 2 0,8 1 1 16,5-1 3-16,-1 0 1 0,8-1-4 0,0-4-9 0,-5 4-2 0,5-2 11 0,-2-2 19 15,4 2-24-15,-2-3 7 0,0 1-16 16,-5 1 16-16,7-3 8 0,-2 1 63 0,0-4-75 0,-5 2-12 15,0-3 4-15,-5-1-4 0,3 1 10 0,-3-2 0 16,-2-2 8-16,-3 1-3 0,0-1 6 16,6 0-4-16,-16-4-10 0,3 3 8 15,0 0-8-15,0-4 3 0,-4 4-14 0,-4-2 21 0,1-2-5 16,0 2 12-16,-3 0-10 0,-12 1-1 0,8-1-2 0,-1 0-4 16,1-7-3-16,-3 10 6 15,-3 1 30-15,1-3-33 0,-3 3-12 0,7-1 3 0,-6-1 14 16,4-2 1-16,5 2-16 0,-3-2 18 15,5 2-12-15,-4-1 2 0,2 1 0 0,-3-2 6 16,3 4 2-16,0-3 7 0,-3 3-12 0,8-1-7 0,-10 0 13 16,0 3-4-16,-2 0 1 0,-1 1-7 0,-48 8 1 15,95-18 1-15,-95 18 3 0,88-12 6 16,-88 12-4-16,80-13-10 0,-80 13 20 0,82-16-7 0,-82 16 0 16,76-12 0-16,-76 12 9 0,75-17-128 0,-75 17 162 15,73-15-16-15,-73 15-15 0,75-18 3 0,-75 18-1 16,78-20 7-16,-78 20-10 0,73-22-12 0,-73 22 11 15,80-18-6-15,-80 18-7 0,75-20 5 0,-75 20 2 16,83-18-2-16,-37 10-6 0,-46 8 4 0,66-17 1 0,-66 17-16 16,75-16 13-16,-75 16-13 0,78-14 4 15,-78 14-4-15,80-15-1 0,-80 15 10 0,87-12 1 16,-87 12-16-16,90-11 10 0,-90 11 19 0,93-12-16 0,-93 12 180 16,90-11-211-16,-90 11 5 0,87-8-8 15,-87 8 1-15,90-7-5 0,-90 7 37 0,78-10 16 0,-78 10-23 16,80-8-13-16,-80 8 40 0,75-7-40 0,-75 7 3 15,73-10 4-15,-73 10 16 0,80-13 20 0,-80 13-31 0,81-14-1 16,-81 14-8-16,68-11 11 0,-68 11-1 0,72-12 2 16,-72 12 7-16,64-9 6 0,-64 9-11 0,68-12 1 15,-68 12-1-15,68-11 11 0,-68 11 36 16,75-23-15-16,-75 23-1 0,75-7-2 0,-75 7 36 0,83-12-47 0,-83 12-4 16,85-12-9-16,-85 12 5 0,78-15-2 0,-78 15 1 15,85-13-4-15,-85 13 2 0,95-20 9 0,-47 10-2 16,1 2-9-16,-3-3 1 0,2 2-2 0,-48 9-2 15,95-19-1-15,-95 19 1 0,90-18-2 0,-90 18 14 16,78-16-7-16,-78 16-1 0,80-14 11 16,-80 14-12-16,78-13 3 0,-78 13 3 0,80-15 136 15,-80 15-170-15,85-11 4 0,-85 11 5 0,90-14 6 0,-90 14-3 16,100-13-16-16,-52 0 33 0,-48 13-4 0,100-9 1 0,-47 1 1 16,-2 3 4-16,3-2 2 15,-54 7 1-15,107-12-20 0,-56 5 22 0,-3-2-9 16,11 4-1-16,-8-1 5 0,-3-1 2 0,6-1-11 0,-3 1 15 15,-51 7-12-15,97-15-2 0,-97 15-2 0,95-13-5 16,-95 13 10-16,99-15-1 0,-99 15 2 0,100-9 7 16,-51 2-8-16,-49 7 10 0,99-14-148 0,-45 7 162 0,-6 1 6 15,8-2-14-15,-7 1 3 0,4 0-27 0,3-1 87 16,-3 2-73-16,-53 6-1 0,103-11 0 0,-50 4-8 16,-53 7 0-16,100-9-2 0,-100 9 16 0,99-10-14 15,-36 5 4-15,-4 13-6 0,-59-8-1 0,85-8-28 16,-85 8-17-16,95-10 0 0,-95 10 3 0,85-8-2 15,-85 8 0-15,82-7 27 0,-82 7-25 0,75-8 15 0,-75 8-5 16,73-12 11-16,-73 12 3 0,64-13 10 0,-64 13-2 0,65-26 17 16,-65 26-8-16,68-21-2 15,-68 21-3-15,61-28 4 0,-61 28 0 16,58-34 0-16,-58 34 5 0,54-39 8 0,-54 39-2 0,43-40-6 16,-43 40 11-16,37-50 3 0,-10 22 2 0,-6 2 2 15,-6-3-8-15,7-2 6 0,-22 31-4 0,22-63 11 16,-22 63-13-16,10-72-4 0,-6 35-2 0,-4-2 11 15,0-2 5-15,0-1 0 0,0-1 15 0,-4 1-3 0,1-2 7 0,-2 0 26 16,-2 0 1-16,-5 1-10 0,7-1 20 16,-7 3-9-16,-3 1-15 0,5-3 21 0,-7 4-2 15,0-6 13-15,-9 9-8 0,6-3 0 0,1 2-2 16,-1-2-6-16,-4 1-17 0,7-2-19 0,-5 0-5 0,-2-1 1 16,7-3-12-16,-5 2 5 0,12 1-6 0,-7-5-8 15,-2 3 3-15,2 0-8 0,-3 3 14 16,3 0-6-16,3 5-8 0,-8-1 1 0,22 36 21 0,-22-63 22 15,3 35-38-15,19 28-8 0,-39-57 2 16,39 57 23-16,-41-44-17 0,41 44 5 0,-49-44-15 16,49 44 13-16,-51-36-13 0,51 36-2 0,-66-26-6 15,20 8-4-15,46 18 14 0,-73-26-1 0,29 13-16 0,44 13 5 16,-94-21 2-16,43 16-11 0,-8-2 1 0,6 2 15 16,-5-1 16-16,-1 5-17 0,-4-1 0 15,-5 1 3-15,5 0-89 0,-8-1 26 0,-1 2 109 0,-9 0-30 16,-1 2 4-16,-3 0 4 0,-5-2 38 0,0 3-41 15,-5-3-25-15,0 4 20 0,-2-2-5 0,-2 1 49 16,-16 0-59-16,23-1-15 0,-3 2 8 0,1-1 12 16,-1 1 12-16,5 1-6 0,-5-1 6 0,10-1 9 15,-2 1-7-15,-3 1 1 0,5-1-22 0,0 3 16 0,0-2-4 16,-1 0 2-16,4 2 41 0,7-3-35 0,-10 1-8 16,7 2-7-16,2-3 15 0,-1-1 8 0,1 1 36 15,-1-3-62-15,4 5 9 0,-3-6-8 0,-1 4 14 16,1-4-3-16,-1 3 0 0,-4-1-1 0,1-2-13 15,7 2 16-15,-7-1 32 0,0-1-41 0,-3 5-16 0,-2 1-4 16,0-1 18-16,-10 1 1 0,6 2 4 16,-6 2 5-16,0-15-7 0,-5 18 5 0,15-1-2 15,-14-1-4-15,9 3 23 0,5-3-27 0,-5 1-7 0,10-2 18 16,0 1-3-16,2-2-14 0,5 0 6 0,5-2 20 16,2 0-6-16,3 0 5 0,2 0-1 0,5-5-9 15,-2 2 9-15,58-4 12 0,-95 3-43 0,35 1 33 16,60-4-25-16,-119 3 10 0,58-5 12 0,-2 2-4 15,-1 0-8-15,-4 0 0 0,3-1-2 0,-6-1 7 16,3 2-3-16,-5 0 3 0,-7 2-20 0,-2-1 20 0,1-1-2 16,-4 4-4-16,0 1 8 0,5-2-5 0,-10-8-5 15,3 13 7-15,-1 0-3 0,6 1 13 16,-3 0-9-16,2 2 6 0,3-4 29 0,5 1-8 16,-3 0-2-16,5 2 18 0,2-5 1 0,8 5-1 0,-2-4 16 15,1 1-12-15,4 0-10 0,-1-1-4 0,3-1 0 16,-1 2-9-16,-1 0 3 0,1 1 4 0,-4-2 10 15,2 3-8-15,-2-2-11 0,-2-1 12 0,-1 2 10 0,0 1-16 16,-2-1-1-16,0 0 2 0,3 1 2 16,-3 5 8-16,-8-9-6 0,11 4-10 0,4 0-3 15,0-2-10-15,3 4-1 0,-3-2-1 0,0 1-11 0,-2 5-1 16,0-2-3-16,-5 1-1 0,-5 4-64 16,-5 0-109-16,1 2-94 0,-11 5-95 0,-2 6-279 0,5 9-305 15,-12-11-238-15,0 12-1019 0,5 1-814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3:54:46.002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17696 7128 54 0,'0'0'184'0,"0"0"46"0,0 0 40 0,0 0-16 0,0 0-3 0,0 0 43 0,0 0 5 0,12-34 4 0,-12 34-6 0,0 0 13 0,0 0 16 0,0 0 7 0,5-43 2 0,-5 43 5 0,0 0-2 16,0 0-7-16,-5-40-20 0,5 40-20 0,0 0-23 0,0 0-24 15,0 0-5-15,-15-38-44 0,15 38-24 0,0 0-59 16,0 0 21-16,0 0-4 0,0 0-1 16,-14-35 4-16,14 35-11 0,0 0-10 0,0 0-32 0,0 0 1 15,0 0-5-15,0 0-3 0,0 0-13 0,0 0-23 16,0 0-4-16,0 0-15 0,0 0-10 15,0 0 3-15,0 0-3 0,0 0 5 0,0 0-8 0,0 0-18 16,0 0-1-16,0 0-3 0,0 0 2 0,0 0-6 0,0 0-12 16,0 0 16-16,0 0-10 0,0 0 6 15,34 19 8-15,-34-19 8 0,34 23-3 0,-34-23 15 16,41 35-16-16,-41-35 12 0,51 37 0 16,-22-14-17-16,3 0 17 0,0 1 3 0,2 1-2 15,4 0-12-15,-1 5 10 0,2-3 5 0,2 2-13 0,3-3 19 0,-3 6-24 16,5-1 14-16,-2-1-7 0,0 4 7 15,9-4-1-15,-4 3-2 16,-3 0-6-16,-5 3 10 0,3-4-2 0,2 2-7 0,10 1 16 16,-12-3 21-16,0 3-31 0,-3 0 2 15,5 1 1-15,-2-1 21 0,4 3-4 0,6 0 4 0,-3 3-11 16,5-4 13-16,0 4-9 0,2-6 7 0,3 7 39 0,2-4-4 16,2-1-6-16,1 3-3 0,-8-2-4 0,6-2 1 15,-4 4-1-15,3-2-1 0,3 1 1 0,-3-2 1 0,3 4-3 16,-5-5 52-16,2 6-67 0,-2-1 0 0,2 1 3 15,-3-1 13-15,1 2-16 0,0-2-4 0,0 1 0 16,2-6-5-16,-2 10 9 0,-3-4 1 16,5 2 12-16,-2 0 1 0,0-3-6 0,-3 3-54 15,3-3 62-15,-1 3-5 0,-1-3-5 0,-1 1 2 0,0-3 1 0,1 1 15 16,-3-2 4-16,-5 1-6 16,4-4 1-16,-4-3-11 0,3 5 9 0,-3-4-17 15,-2 2-3-15,-1-4-6 0,1 4-1 0,-1 0 2 16,1-3-2-16,-3 2 2 0,5 1 7 0,-2-1 13 15,2 2 1-15,10 0-5 0,-13-1 1 0,3 3 1 0,0 2 0 16,3-1 8-16,2 0-4 0,2 1-5 0,0 1 4 16,-2 1-19-16,2-1 1 0,1 0-10 0,6-2-6 15,-9 1 4-15,2 0-5 0,-2-2 12 0,3 0-12 16,-1-1 4-16,-2-1-7 0,-15-3-32 0,15 0 2 16,-2 1 15-16,-3-8-5 0,-3 4 2 0,-7-2 7 15,-2-5 0-15,-2-3-49 0,-37-20 64 0,56 37-5 16,-56-37-7-16,26 26 11 0,-26-26-6 0,0 0 8 15,44 23 4-15,-44-23-8 0,0 0 6 0,0 0-4 0,0 0-65 16,41 20-69-16,-41-20-101 0,0 0-131 0,0 0-114 16,0 0-227-16,-51-21-310 0,51 21-163 0,-55-41 20 15,30 18-873-15,-9-9-662 0</inkml:trace>
  <inkml:trace contextRef="#ctx0" brushRef="#br0" timeOffset="876.33">22281 6761 135 0,'-5'-53'425'0,"5"53"82"0,-14-34 22 0,14 34-9 0,-15-32-50 0,15 32-32 0,0 0 31 0,-20-35-56 0,20 35-34 0,0 0-40 15,0 0-42-15,-26-26-22 0,26 26-66 0,0 0-28 0,0 0-24 0,0 0-19 16,0 0-25-16,0 0-19 16,0 0-19-16,0 0-21 0,0 0-11 0,0 0-6 15,0 0-9-15,0 0-11 0,0 0-6 0,0 0-3 0,0 0-19 16,0 0 39-16,0 0-27 0,-44 28 8 16,44-28-9-16,-32 57 9 0,15-26 1 0,-2 6 3 15,-5 1 6-15,4 7 0 0,-4 1-8 0,0 7 24 0,-3 2-2 16,0 3 8-16,-4 4-2 0,-1-1 20 0,0 0-14 15,1 3 9-15,-3 0-2 0,0-3-13 0,0 4-11 0,0 1 21 16,-5 3 43-16,2 0-6 0,-4-1-35 0,2 2-9 16,-2 3 9-16,-3 0-9 15,-2 0-1-15,-3-1 4 0,6 4-5 0,-8-2-3 16,5 1 0-16,-5 4-16 0,4-1 49 0,-4 2-44 16,0-3-9-16,-2-1 0 0,-1-2 3 0,1-1 18 15,2 7 0-15,-3-19 7 0,3 9-11 0,0-2-8 16,5 0-6-16,0-4 9 0,5 0-8 0,-3 3-2 0,5 0 6 15,-2 1-11-15,4-3-3 0,-1 2-4 0,1-2-2 16,3-1 3-16,0 3-79 0,-2 0 146 0,2 4-54 16,-3 3-7-16,1 0-9 0,-6 0 4 0,6 3 0 15,-3-2-9-15,-2 1 4 0,2 2 6 0,-5 0-7 16,0 1-4-16,1 1-16 0,-4-2 5 0,4 3-6 0,-6-6 20 16,5 5 19-16,-2-2-21 0,-17-5 0 15,22-5-3-15,4-6 1 0,1 0-2 0,7-5 14 0,-5-8-8 16,2-3-17-16,5-4-51 0,6-4 8 0,4-6-17 15,17-32-20-15,-35 45-18 0,35-45-12 0,-21 27-57 16,21-27-34-16,0 0-52 0,0 0-42 0,0 0-98 16,0 0-265-16,0 0-134 0,0 0-17 0,-20-42-760 15,20 42-509-15</inkml:trace>
  <inkml:trace contextRef="#ctx0" brushRef="#br0" timeOffset="1652.43">20303 6589 145 0,'0'0'491'0,"-14"-38"77"0,14 38 24 0,-15-31-51 0,15 31-60 0,0 0 5 15,-20-44-30-15,20 44-51 0,0 0-33 0,-19-30-43 0,19 30-33 0,0 0-24 0,0 0-62 0,0 0-29 0,-15-31-26 0,15 31-17 0,0 0-32 16,0 0-18-16,0 0-30 0,0 0 3 0,0 0 8 16,0 0-47-16,0 0 0 0,0 0-11 15,0 0 0-15,0 0-11 0,0 0 46 0,0 0-62 16,0 0 2-16,0 0 8 0,10 52 2 0,-10-52 8 0,12 57 11 15,-12-57 5-15,17 74-2 0,-7-33 18 0,0 6-1 16,2 1 18-16,3-7 0 0,-3 16-11 0,10 2 10 0,-10 0 24 16,5 4-3-16,-3-1-2 15,1 3 1-15,-1 1 14 0,-21 1 7 0,22 2-6 0,2-2 13 0,2 2 23 16,-2 3 7-16,0-1-15 0,5 4 2 0,-5 0 16 16,2 1-18-16,3 0 0 0,3-3 6 0,-1 7-3 0,0-2 13 15,3-5-4-15,2 0-10 0,0 1-3 0,3 2 87 16,2-2-98-16,-5-1 7 15,0 0-4-15,3-2-32 0,-1-1 33 0,1 2 1 0,-3-5-12 0,0 3 5 16,-2 3 18-16,0-2 5 0,-8 3-8 0,3-2-18 16,-3 1 2-16,-1-1-30 0,1 1-2 0,-14-2 25 0,12 1 51 15,-5 0-75-15,5-3-2 16,-2 2 2-16,-1-4 6 0,1-2-7 16,-1 2-4-16,1-5-10 0,2 0 11 0,-3-2-14 0,8-3-10 0,-2 3-1 15,2 0-1-15,-3-9 0 16,3-2-1-16,2 1-16 0,-4-6-4 0,-1 1-12 15,3-1 9-15,-5-3-8 0,5 1 95 0,-8-5-123 0,-1 3 21 16,-1-3 5-16,0-3-5 0,2 0 1 0,-14-34-1 16,17 63 3-16,-17-63-27 0,8 58-52 15,-8-58-69-15,7 52-86 0,-7-52-75 0,-2 47-98 0,2-47-79 16,-10 37-155-16,10-37 79 0,-29 25-159 16,29-25-278-16,-39 21-215 0,39-21 32 0,-63-3-908 0,63 3-702 15</inkml:trace>
  <inkml:trace contextRef="#ctx0" brushRef="#br0" timeOffset="2380.71">17079 9801 217 0,'0'0'390'0,"0"0"65"0,-54 9 33 0,54-9-26 0,0 0-57 0,0 0-83 0,0 0-62 0,0 0-86 0,0 0-3 0,0 0-28 0,0 0-30 0,0 0-12 16,0 0 5-16,61-21 20 0,-61 21 21 0,100-23 12 0,-42 7 1 0,10 6 1 15,10-15-3-15,2 0 0 0,10-1 1 0,9-3-7 16,11-1-20-16,2-1-15 16,2-1-22-16,19 2-20 0,-18-1-6 0,1 2-13 15,-2 0-13-15,1 4-5 0,-4-1-3 0,-1 1-8 0,-6 3-4 16,1 0-2-16,-15 5-4 0,-3-1-5 0,-2 4 1 0,-5-2-6 15,-4 5 4-15,-11-1-5 0,-2 5-4 0,-7-4 10 16,-56 11-6-16,93-10-5 0,-93 10 9 0,80-8-1 16,-80 8-65-16,0 0 82 0,70-8 22 15,-70 8 21-15,0 0 4 0,54-7-5 0,-54 7-7 16,0 0 8-16,0 0-4 0,65-9 2 16,-65 9 1-16,0 0-17 0,81-14 7 0,-81 14-8 0,63-13-14 0,-63 13 7 0,75-19-20 15,-75 19 12-15,75-21-8 0,-75 21-5 0,73-16-14 16,-73 16 10-16,66-16 40 0,-66 16-54 0,0 0-2 15,63-13-1-15,-63 13 14 16,0 0 1-16,0 0 5 0,0 0-19 0,0 0 0 16,0 0-34-16,0 0-73 0,0 0-139 0,0 0-173 0,0 0-212 15,0 0-160-15,-61 20-6 0,18-8-121 0,43-12-373 0,-83 11-406 16</inkml:trace>
  <inkml:trace contextRef="#ctx0" brushRef="#br0" timeOffset="2738.72">18109 9121 258 0,'0'0'736'0,"-83"11"-10"0,83-11-88 0,0 0-71 0,-68 0 11 0,68 0-124 0,0 0-6 0,0 0-77 0,0 0-75 0,-60-4-62 0,60 4-61 0,0 0-27 0,0 0-30 16,0 0-23-16,0 0-21 0,0 0-13 0,0 0-16 0,0 0-10 16,0 0-9-16,0 0-5 0,65 6-4 0,-65-6-9 15,0 0 3-15,58 15-5 0,-58-15 2 0,47 20 4 16,-47-20 18 0,53 25 6-16,-53-25 19 0,56 37 13 0,-27-16 7 0,-2 4 4 0,2 0 4 0,-2 5 14 15,-5 3 14-15,-3 0 2 0,-4 0 21 0,-8 9 18 0,-2 1-35 31,-10 2-5-31,-2 5-18 0,-8-2-16 0,-7 5-11 0,-9 1-12 0,-3 3-61 0,-8-2-116 0,-6-2-125 16,9 1-296-16,-22-1-358 0,15 2-195 16,5-10-863-16,9-3-642 0</inkml:trace>
  <inkml:trace contextRef="#ctx0" brushRef="#br0" timeOffset="4191.43">27320 6897 341 0,'-48'-18'505'0,"-1"6"36"0,8-2 18 0,-8-1-50 0,49 15-9 0,-77-24 48 0,77 24-32 0,-69-18-34 0,69 18-40 0,-53-16-55 0,53 16-44 0,0 0-53 0,-53-18-52 0,53 18-41 0,0 0-42 0,0 0-25 15,0 0-9-15,0 0-23 0,-42-19-4 0,42 19-23 16,0 0-24-16,0 0-18 0,0 0-2 0,0 0-26 15,0 0-1-15,0 0-1 0,0 0 1 0,0 0-4 16,0 0-9-16,0 0 12 0,0 0 9 16,0 0-50-16,42 30 53 0,-42-30-19 0,43 25 0 0,-11-2 8 0,4 0-131 15,-4 3 167-15,12 6-5 0,2 4-18 16,0 0-9-16,7 7 13 0,1 1 6 0,4 4 0 0,1 0-11 16,4 3 19-16,0-1-7 0,10 4 22 0,-5 0-22 15,7-2-1-15,5 2 0 0,5 1 13 16,-12 0 2-16,22 2 9 0,5-2-5 0,-1 3-20 0,8 2 32 0,-2 0-15 15,2-2 4-15,-3 2-11 0,8 3-9 0,0-2-4 16,-3 3 20-16,8 0 0 0,-6 4 22 16,4 1 41-16,-4 2-63 0,-4-4 1 0,3 4 0 15,-4 1-13-15,-1-4 8 0,-1 0 5 0,-6 1-18 0,1-2-3 0,-4-3 2 16,5 1-4-16,-8 0 2 0,5-1-14 16,0 0 23-16,-7 5-5 0,5 0 20 0,5-2 62 15,-10 5-10-15,4-3-2 0,1 5-18 0,-3 0-13 0,3-1-6 16,-5 3-10-16,0 5-9 0,-3-3-6 15,-2 1-5-15,1 2 2 0,-1-3-4 16,0 0-8-16,-3-3 3 0,-2-4-4 0,-2-1 1 0,-5-4-2 0,-2-5 9 16,-1-3-2-16,-7-5 2 15,0-5 1-15,-4-4-49 0,-8-5 43 0,-3-2-9 0,-2-7-10 16,-2 0-4-16,-7-7-64 0,-6-1-30 0,-31-22-18 0,54 31-25 16,-54-31-11-16,34 22-50 0,-34-22 18 0,0 0 2 0,0 0-61 15,0 0-77-15,0 0-195 16,0 0-161-16,0 0-212 0,0 0-37 0,-61-32-164 15,27 14-305-15,-7-3-444 0</inkml:trace>
  <inkml:trace contextRef="#ctx0" brushRef="#br0" timeOffset="4861.39">31794 6180 172 0,'24'-48'510'0,"-24"48"-78"0,15-42 90 0,-15 42-33 0,0 0 14 0,2-48 1 0,-2 48 28 0,0 0-41 0,-12-34-62 0,12 34-62 0,0 0-71 0,0 0-49 15,0 0-56-15,0 0-42 16,0 0-36-16,-10-35-30 0,10 35-25 16,0 0-7-16,0 0-21 0,-27 42 0 0,27-42-7 0,-36 60-12 0,9-19 19 0,5 8-20 31,-7 4 1-31,-2 9 28 0,-8 4-12 0,-3 5 8 0,1 6 23 16,-8 2-25-16,-4 8 7 0,0 0 6 0,-1 10 3 15,-2-2 6-15,-2 0 10 0,-5 3 12 0,4 3-15 16,-9 2 5-16,3 0 26 0,2 3-41 0,-10 0 45 0,5 7-16 15,0 0 5-15,-8 3-10 0,3 0-16 0,-2 6-7 16,-3 5 5-16,-2 0 23 0,-5 4-53 0,-5 1-1 16,-5 3 3-16,-4 2-21 0,-13 5 1 15,3 5-20-15,-3-1 29 0,-5 3-32 0,1 6 16 0,-1 0-10 16,-4-1 3-16,1-1-6 0,-1-2 3 0,4-5 3 16,1-5-17-16,9-2 74 0,-7-4-51 0,7-5-25 15,2-3-1-15,3-5 21 0,3-2-90 0,4-3 2 0,0-5 8 16,5-9-26-16,5-4-5 0,-5-7-19 0,17-6-23 15,3-8-43-15,9-10-49 0,8-10-75 0,4-7-48 16,13-8-191-16,4-8-122 0,5-10-33 0,27-25-82 16,-31 21-448-16,31-21-390 0</inkml:trace>
  <inkml:trace contextRef="#ctx0" brushRef="#br0" timeOffset="5536.59">29716 6361 132 0,'-31'-44'558'0,"31"44"51"0,-15-38-43 0,15 38-58 0,-12-33-28 0,12 33 73 0,0 0-3 0,-20-43-36 0,20 43-46 0,0 0-76 0,0 0-62 0,-12-33-61 0,12 33-49 16,0 0-1-16,0 0-83 0,0 0-23 0,0 0-25 0,0 0-26 0,0 0-39 15,0 0 10-15,0 0-4 0,0 0-16 0,0 0 0 16,0 0-2-16,0 0-8 0,17 48 4 0,-17-48-6 15,22 71-4-15,-2-26 3 16,-8 5-59-16,12 7 78 0,-2 7-5 0,0 8 7 16,0 5 11-16,9 10 15 0,-2 2 0 0,1 8 17 15,1 2 4-15,1 7 21 0,4 2 43 0,-4 1 2 0,-1 8 24 0,6 3 30 0,4 5 32 16,3 3-26 0,-3 4-4-16,-9 4 1 0,11 5 5 0,-6 2-6 0,9 1 8 0,-2 2 3 0,2 4-3 15,-2-4-5-15,7 5 7 16,-3 5-30-16,-2-1-32 0,-2 0-28 0,2-1-16 0,-12-5 0 15,8-1 5-15,-11-7-53 0,1-4-3 0,-5-8-42 0,-6-5-19 16,4-4-26-16,-8-11-25 0,-3-5-26 0,-1-7-21 0,-4-10-14 16,-1-9-30-16,-6-8-43 15,-2-5-66-15,-15-15-37 16,15-11-33-16,0-39 8 0,-4 59-13 0,4-59-79 0,0 0-205 0,-18 36-243 16,18-36-159-16,-36-22-7 0,36 22-786 0,-22-44-595 15</inkml:trace>
  <inkml:trace contextRef="#ctx0" brushRef="#br0" timeOffset="6207.87">26363 9547 223 0,'0'0'425'0,"-46"12"-43"0,46-12-19 0,0 0-43 0,0 0-63 0,0 0-58 0,-44 10-30 0,44-10 9 0,0 0 30 0,58-17-46 0,-58 17 104 0,90-24-12 0,-26 4-7 0,16-1-8 15,5-3-15-15,14 0-5 0,6-5-12 0,11-1-12 0,1-3-16 0,9-2-16 16,1 2-6-16,-3 4-20 0,0-6-12 0,0-1-23 16,2 3-16-16,-5 0-48 0,1-1 33 0,-8 2-7 15,-2 2-10-15,-13 2-12 16,4-1 3-16,-14-1-20 0,-1 7 2 0,-8 4-10 0,-12 3 2 0,3 2-8 0,1 0-2 15,-23 3 4-15,-49 11 3 0,88-14-10 0,-88 14 10 16,65-12 19-16,-65 12-2 0,58-7-8 0,-58 7 7 16,0 0-13-16,73-18-9 15,-73 18 6-15,0 0 2 0,68-4-7 16,-68 4 57-16,0 0-144 0,0 0 88 0,64-2 4 0,-64 2-7 0,0 0-11 16,0 0 12-16,0 0 4 0,0 0-3 0,53-5 0 15,-53 5 1-15,0 0-2 0,0 0 8 0,0 0-2 0,0 0-22 0,0 0-38 16,0 0-77-16,0 0-186 15,0 0-220-15,0 0-233 0,-68 2-56 0,68-2-796 16,-75 8-519-16</inkml:trace>
  <inkml:trace contextRef="#ctx0" brushRef="#br0" timeOffset="6664.26">27906 8621 404 0,'-58'-17'888'0,"58"17"-40"0,0 0-103 0,-42-16-7 0,42 16-97 0,0 0-81 0,0 0-81 0,0 0-87 0,0 0-73 0,-43-11-65 0,43 11-51 0,0 0-49 16,0 0-39-16,0 0-28 0,0 0-12 0,0 0-23 0,0 0-11 0,0 0-14 16,0 0-3-16,0 0-3 0,0 0 2 0,68 0-11 0,-68 0 10 15,48 15-10-15,-48-15-4 0,63 13-7 16,-63-13 4-16,64 16-5 0,-64-16-6 0,75 19 16 0,-75-19-4 16,68 23 2-16,-68-23 16 0,78 22-12 15,-78-22 16-15,70 26-17 0,-70-26 6 0,58 22 26 0,-58-22 7 16,51 35-13-16,-51-35 6 0,44 33 20 0,-44-33 26 15,22 41 37-15,-22-41 91 0,-2 52 6 16,2-52 12-16,-32 61-10 0,8-26-40 0,-8 5-32 0,-7-2-25 16,-7 0-31-16,2 2-22 0,-7 4-30 0,3-3-68 15,2 1-135-15,2-1-113 0,3-2 50 0,-3 1-231 16,12 3-239-16,13-1-143 0,2-6-107 0,17-36-24 16,-20 68-153-16,20-68-372 0,10 55-477 0</inkml:trace>
  <inkml:trace contextRef="#ctx0" brushRef="#br0" timeOffset="7473.51">29058 10093 250 0,'0'0'789'0,"0"0"11"0,0 0-96 0,0 0-39 0,0 0-27 0,0 0-80 0,0 0-76 0,46-11-82 0,-46 11-61 0,0 0-80 0,0 0-54 0,0 0-47 0,0 0-32 0,0 0-15 15,-27 34-34-15,27-34-9 0,-31 37-18 16,31-37-5-16,-42 57-14 0,15-26 1 0,-4 3-2 0,-1 7 14 16,-4 0-16-16,-3 1 16 15,-7-3 4-15,5 3-12 0,-3-1-3 0,-10-1 4 16,8-3 4-16,5-5-22 0,-3-2 2 0,3-1-10 0,9-6 2 0,-4-3-4 15,36-20-1-15,-44 30-2 0,44-30-25 0,0 0-33 16,-32 20 21-16,32-20-60 0,0 0-35 16,0 0 13-16,0 0-2 0,10-60 6 15,12 30 3-15,0 0 3 0,0-2 5 0,2-2 14 16,-7-1 14-16,15-2 10 0,4 6 12 16,-4-3 9-16,-1 0 9 0,-4 4-21 0,5 0 36 0,-6 2 6 0,1 3 3 0,-27 25-22 15,41-46 23-15,-41 46 62 0,44-42-17 0,-44 42 7 16,32-20 11-16,-32 20 16 0,0 0-2 15,36-31-8-15,-36 31-4 0,0 0 1 0,0 0 3 0,41-23-25 16,-41 23-6-16,0 0-4 0,0 0 10 0,0 0-4 16,0 0-6-16,0 0-2 0,0 0 3 15,59 3-13-15,-59-3 7 0,0 0 6 0,48 30 6 0,-48-30 28 0,32 33 13 16,-32-33 21-16,41 58 25 0,-24-25-26 0,-2 4-57 0,7-2 11 16,4 4-21-16,-16 2-4 15,2-6 80-15,-2 7-97 0,-5 3-6 0,0 0 8 16,0-2-11-16,2-2-3 0,-10-1-57 0,3-40-77 15,0 76-123-15,0-76-139 0,3 77-179 16,-3-77-232-16,5 49-57 0,-5-49-150 0,0 0-370 16,5 47-439-16</inkml:trace>
  <inkml:trace contextRef="#ctx0" brushRef="#br0" timeOffset="8053.58">30720 10351 280 0,'0'0'726'0,"0"0"59"0,0 0-64 0,0 0-40 0,0 0-24 0,0 0-83 0,0 0-96 0,0 0-80 0,0 0-79 0,0 0-58 0,0 0-41 0,0 0 84 0,0 0-200 0,0 0-27 0,0 0-16 15,0 0-15-15,-15 48-11 0,15-48-10 16,-36 48-9-16,14-18 6 0,0-4-9 0,0 7 0 0,-2-3-8 16,-3 2 11-16,0-1-7 0,1-1-4 15,-1-4-1-15,0 2-4 0,0-4 34 0,27-24-29 16,-46 38 0-16,46-38-36 0,-36 28-33 0,36-28-25 15,0 0-45-15,-32 20-58 0,32-20-83 0,0 0-68 16,0 0-16-16,0 0 26 0,-7-50 28 0,7 50 21 0,22-47 133 16,-22 47-122-16,31-60 15 0,-14 26 27 0,15 0 47 15,-13 1 17-15,-2-4 64 0,3 2 62 0,-8 1-46 16,5 0 35-16,-2 1 53 0,2 1 58 0,-17 32 49 16,24-55 39-16,-24 55 47 0,27-46 23 0,-27 46 8 0,17-46 9 15,-17 46-5-15,14-33-6 0,-14 33-8 16,0 0-9-16,0 0-9 0,22-34-18 0,-22 34-17 15,0 0-32-15,0 0-25 0,0 0-21 0,0 0-12 16,0 0 5-16,0 0 20 0,0 0-2 16,0 0-2-16,53 25-3 0,-53-25-13 0,25 39-4 0,-25-39-17 0,17 51-7 15,-17-51-9-15,22 63-5 0,-8-23 0 16,-2-5-5-16,3 1-14 0,-5 0 0 0,-3-1 2 16,-7-35-68-16,10 60-135 0,-10-60-174 0,22 57-219 0,-22-57-225 0,14 39-36 15,-14-39-818-15,0 0-536 0</inkml:trace>
  <inkml:trace contextRef="#ctx0" brushRef="#br0" timeOffset="8435.7">31876 9561 451 0,'0'0'809'0,"0"0"-26"0,0 0-79 0,0 0 13 0,-5-42-187 0,5 42 43 0,0 0-72 0,0 0-135 0,0 0-71 0,0 0-86 0,0 0-13 0,0 0-62 0,0 0-27 0,0 0-9 0,0 0-32 0,0 0-3 16,-19 30-13-16,19-30-9 0,-17 35-7 0,17-35-19 15,-17 45 6-15,-5-19 20 0,22-26-5 0,-29 55 4 16,12-25 0-1,2 1-5-15,-7 3 11 0,1-1-5 0,4-4 7 0,-3 5-8 0,6-3 0 0,-3-1-12 0,17-30 7 16,-17 58-16-16,17-58-23 0,-5 60 28 0,5-60-5 16,19 55-11-16,-19-55-2 0,44 48-9 0,-10-25 19 15,10-2-17-15,7-5 6 0,7-5-21 0,8-6-55 16,9-1-94-16,-7-10-244 0,5-10-412 16,-12 15-308-16,4-12-826 0,6 2-638 15</inkml:trace>
  <inkml:trace contextRef="#ctx0" brushRef="#br0" timeOffset="11385.94">3209 6524 38 0,'-63'4'213'0,"63"-4"55"0,0 0 34 0,0 0-32 0,0 0 14 0,-61 5-7 0,61-5-18 0,0 0-23 0,0 0-32 0,0 0 2 0,0 0-20 15,0 0-6-15,0 0 11 0,0 0-7 0,0 0-20 0,0 0-1 16,0 0-13-16,0 0-10 0,0 0-19 0,0 0 11 15,0 0-2-15,0 0-4 0,0 0-1 0,0 0-7 16,0 0-8-16,0 0 12 0,0 0-1 0,0 0-3 16,0 0-5-16,0 0-9 0,0 0-12 0,0 0 11 15,0 0-7-15,0 0-7 0,0 0-8 0,0 0 2 0,0 0-8 16,0 0-8-16,0 0-9 0,0 0-9 0,0 0-15 16,0 0 1-16,0 0-16 0,0 0-10 0,0 0-5 15,0 0-6-15,0 0-3 0,0 0-4 0,52-9-10 16,-52 9-8-16,0 0 4 0,0 0 14 0,0 0 4 15,0 0 3-15,80 0 7 0,-80 0 11 0,82 4 0 16,-82-4-3-16,80 1 4 0,-80-1-5 0,100 4 1 0,-100-4-5 16,107 10-2-16,-107-10 3 0,124 5-6 15,-58-5-71-15,4 0 92 0,-2 2-11 0,3-1 0 16,-6-1-3-16,3 2 4 0,-2-2-4 0,-3 1 3 0,0-1 19 16,-2-3 2-16,0 5-12 0,-61-2 13 0,114-2-7 15,-114 2-5-15,109 0-1 0,-109 0-2 0,105 0-2 16,-105 0-10-16,102-1 4 0,-102 1-7 0,107 3 7 0,-54-9-15 15,-53 6 4-15,117 0 23 0,-117 0-27 16,116 1 1-16,-55 1-1 0,2-4 4 0,3 2 6 16,-3 0-2-16,3 0-1 0,7-6-4 0,-13 11 4 0,6-4-9 15,-3-2 3-15,-63 1 25 0,119 0-22 0,-119 0-11 16,119 0 3-16,-119 0 13 0,114-4-11 0,-114 4 1 16,110-1 4-16,-110 1-5 0,102 0 4 15,-102 0 2-15,97 0-6 0,-97 0 11 0,97-4-4 0,-97 4-10 16,97 0 11-16,-97 0-7 0,98 0 2 15,-98 0 1-15,97 0-2 0,-97 0 10 0,97 0-3 0,-97 0-3 16,95 4-3-16,-95-4 3 0,94 6-6 16,-94-6 3-16,100 5 11 0,-100-5-1 0,97 6-8 0,-97-6 0 0,102 9 11 15,-102-9-5-15,102 9-12 0,-43-7-63 0,-59-2 91 16,99 9-10-16,-99-9 17 0,107 1-20 16,-107-1 0-16,122 6-3 0,-122-6 2 0,119 6-10 0,-59-7 4 0,6-3-2 15,-3-1 10-15,3 3-7 16,2-3-1-16,-2-6-5 0,-1 9 8 0,3-1-11 15,-7 1 8-15,9-3 2 0,-9 0 37 0,-61 5 18 0,114-5-7 16,-114 5 27-16,95-4 3 0,-95 4-56 0,100-5 6 16,-100 5-1-16,90-6 143 0,-90 6-191 15,87-3 27-15,-87 3 11 0,85-7 1 0,-85 7 33 0,85-8-22 16,-85 8 13-16,83-8-26 0,-83 8 2 0,80-9-14 0,-80 9 5 16,75-11 20-16,-75 11-25 0,76-5 21 15,-76 5-14-15,75-12-4 0,-75 12 3 16,66-6-9-16,-66 6 22 0,72-5-24 0,-72 5 5 15,98-3 33-15,-98 3-3 0,60-4 7 0,-60 4-2 0,61-7 14 16,-61 7 20-16,66-2-3 0,-66 2 6 0,63-4-10 0,-63 4 10 0,0 0-2 16,85-5 6-16,-85 5-5 0,0 0-6 0,70-5 3 15,-70 5 4-15,0 0 11 0,0 0 14 16,68 5 6-16,-68-5 19 0,0 0 13 16,0 0 3-16,56 4-4 0,-56-4 0 0,0 0-5 15,0 0 8-15,0 0 5 0,0 0 10 0,0 0-1 16,0 0-8-16,0 0 11 0,0 0-63 0,0 0-19 0,56 5-26 0,-56-5 3 0,0 0-88 15,0 0-140-15,0 0-181 16,0 0-188-16,0 0-74 0,0 0-292 0,0 0-412 16,-53 44-86-16,53-44-915 0,-25 28-920 15</inkml:trace>
  <inkml:trace contextRef="#ctx0" brushRef="#br0" timeOffset="22827.31">19652 10762 4 0,'-10'-47'579'0,"10"47"103"0,0 0-34 0,-24-30-67 0,24 30-14 0,0 0 23 0,0 0-63 0,0 0-48 0,-24-26-74 0,24 26-58 0,0 0-67 0,0 0-58 0,0 0-48 0,0 0-36 16,0 0-36-16,0 0 0 0,0 0-33 0,0 0-14 16,0 0-8-16,0 0-19 0,-66 15-3 0,66-15-5 15,-39 33-2-15,39-33-2 0,-46 38 0 0,46-38-9 16,-51 45-6-16,51-45 6 0,-49 43-9 0,49-43-1 0,-43 41 6 15,43-41-2-15,-37 37-6 0,37-37 2 0,-29 23-32 16,29-23-14-16,0 0-25 0,0 0-13 0,0 0-34 16,0 0-7-16,0 0 6 0,0 0 20 15,0 0 21-15,0 0 5 0,0 0 15 0,27-36 6 16,-27 36 6-16,43-50 8 0,-21 20 11 0,0-1 3 16,-2-1 9-16,1-1 4 0,11 3 2 0,-15-2 4 0,-17 32 2 15,29-54 4-15,-29 54-1 0,25-46 6 16,-25 46 4-16,19-37 1 0,-19 37 9 0,19-30-8 15,-19 30-2-15,0 0 37 0,22-31-44 0,-22 31 0 0,0 0-5 16,0 0-2-16,0 0 2 0,37-15-2 0,-37 15 4 0,0 0-1 16,0 0 9-16,0 0 2 0,60 17 42 0,-60-17-27 15,34 25 19-15,-34-25 6 0,37 32 5 0,-37-32-1 16,36 45-6-16,-36-45-4 0,32 52-8 0,-32-52-7 16,36 53-2-16,-36-53-7 0,27 58 2 0,-27-58-5 15,27 56 1-15,-27-56-8 0,22 55-85 16,-22-55-134-16,24 46-162 0,-24-46-189 0,22 43-137 0,-22-43-16 0,0 0-708 15,19 46-451-15</inkml:trace>
  <inkml:trace contextRef="#ctx0" brushRef="#br0" timeOffset="23374.4">20952 10407 247 0,'0'0'533'0,"0"0"26"0,41-14-3 0,-41 14-40 0,0 0-14 0,0 0-18 0,0 0-61 0,0 0-73 0,0 0-85 0,0 0-41 0,0 0-46 0,0 0-38 0,0 0-21 0,0 0-17 15,39 20-3-15,-39-20 5 0,0 0-5 16,0 46-12-16,0-46-8 0,-15 42-11 0,15-42 11 0,-19 46-3 15,19-46-10-15,-22 49-2 0,22-49-12 0,-27 52-4 16,27-52-12-16,-41 44 1 16,41-44-5-16,-27 48-7 0,27-48-2 0,-24 39-7 15,24-39-5-15,-17 30 0 0,17-30 8 0,0 0-16 16,0 0-6-16,-19 33 2 0,19-33-5 0,0 0-3 16,0 0-25-16,0 0 10 0,0 0 2 0,0 0-3 0,0 0-1 15,0 0-8-15,19-44-1 0,-19 44 4 0,17-43 6 16,-17 43 6-16,24-47-1 0,-24 47 3 15,22-49-61-15,-22 49 79 0,17-53-1 0,-17 53-1 0,22-52 6 0,-22 52-5 0,24-48 0 16,-24 48-2-16,25-42 6 0,-25 42-23 16,22-35 12-16,-22 35 3 0,19-37 9 15,-19 37-4-15,0 0-2 0,39-28-4 0,-39 28 10 16,0 0-17-16,41-20 3 0,-41 20-1 0,0 0 4 16,0 0-1-16,76-4 0 0,-76 4 0 0,0 0 3 0,63 17 0 15,-63-17 4-15,51 20 0 0,-51-20 2 0,53 30 0 16,-53-30 2-16,51 36-1 0,-51-36 1 0,56 40 0 15,-56-40-4-15,46 40 2 0,-46-40-1 16,44 43 5-16,-44-43-23 0,32 43-79 0,-32-43-112 0,26 39-118 0,-26-39-165 16,0 0-137-16,15 42-31 0,-15-42-149 0,0 0-285 0,0 0-285 0</inkml:trace>
  <inkml:trace contextRef="#ctx0" brushRef="#br0" timeOffset="23740.11">22247 9853 465 0,'0'0'727'0,"0"0"-55"0,0 0-103 0,0 0-68 0,29-27-8 0,-29 27-67 0,0 0-71 0,0 0-64 0,0 0-72 0,0 0-48 0,0 0-38 0,0 0-36 0,0 0-16 15,0 0-16-15,0 0-10 0,0 0-15 16,-22 45-5-16,22-45-4 0,-22 30-7 0,22-30-20 0,-29 33 11 0,29-33 0 16,-27 28-3-16,27-28 2 0,-26 35-3 0,26-35-3 15,-27 33 7-15,27-33 1 0,-24 26-2 0,24-26-4 16,0 0-5-16,-20 29-4 0,20-29-7 16,0 0-1-16,0 0 0 0,0 0 0 0,17 31 0 0,-17-31 3 15,0 0 0-15,46 19 6 0,-46-19-6 0,56 11 4 0,-56-11 0 16,59 16 0-16,-59-16 2 0,63 11 1 0,-63-11-11 15,68 18 11-15,-68-18 1 0,63 25 1 16,-63-25-4-16,56 27-22 0,-56-27-166 0,58 36-207 0,-58-36-252 16,34 33-61-16,0-10-775 0,-34-23-474 0</inkml:trace>
  <inkml:trace contextRef="#ctx0" brushRef="#br0" timeOffset="25347.11">18967 12562 425 0,'0'0'821'0,"-22"-29"18"0,22 29-68 0,0 0 20 0,-27-31-74 0,27 31-74 0,0 0-49 0,-19-29-37 0,19 29-78 0,0 0-42 0,0 0 16 0,0 0-134 0,0 0-68 16,0 0-57-16,0 0-44 0,0 0-40 0,0 0-36 0,0 0-22 15,0 0-25-15,0 0-17 16,0 0-1-16,0 0 1 0,0 0 7 0,14 39 4 0,-14-39 2 0,29 53-7 15,-29-53-1-15,17 62 7 0,-7-31-5 0,2 5-3 0,0 1 3 16,-2 0 1-16,2 0 1 16,-4 2-5-16,4-1-7 0,-3-2-6 0,-1-2 4 0,-8-34-50 0,14 60-74 15,-14-60-65-15,12 42-5 16,-12-42-71-16,0 0-39 0,10 36 16 0,-10-36-11 16,0 0-47-16,0 0-19 0,0 0-62 0,0 0-76 15,-31-41-1-15,31 41 39 0,-20-60 25 0,8 25 17 16,5-6 57-16,-5 0 52 0,-1-1 62 0,-1 1 79 0,2-1 88 15,-3 6 83-15,3-6 71 0,0 8 53 0,0-1 74 16,12 35 47-16,-15-60 2 0,15 60-15 16,-12-53 14-16,12 53-25 0,-2-46-18 0,2 46-26 0,29-39-12 15,-29 39-20-15,19-37-7 0,-19 37 8 0,34-33-9 16,-34 33-12-16,54-30-16 0,-54 30-3 0,60-25-14 16,-60 25 15-16,85-17-29 0,-85 17-12 0,81-17-2 0,-81 17-24 15,82-8 4-15,-82 8-10 0,83 0-4 0,-83 0-6 16,78 8-1-16,-78-8-8 0,75 20 1 0,-31-5 2 15,-10 3-2-15,0 0 10 0,-3 7-8 0,1 2 9 16,-5 6 1-16,-1-3-11 0,-6 5 0 0,-1 3 3 0,-7 0 7 16,0 3-2-16,-2 0-10 0,-10 0 16 15,0 1-6-15,-2 0 4 0,-6 0 6 0,-4-1 12 16,0 1 12-16,-7-2 3 0,-1-5-13 0,-6 0 15 0,-4-5-12 16,1 1-3-16,-2-6 22 0,-1 0-29 15,-2-5 18-15,0-2-73 0,34-18-32 0,-68 23-36 0,68-23-30 16,-66 12-101-16,66-12-132 0,-60 3-60 0,60-3-142 0,0 0-233 15,-56-19-60-15,56 19-175 0,0 0-260 0,-12-41-399 16</inkml:trace>
  <inkml:trace contextRef="#ctx0" brushRef="#br0" timeOffset="26244.03">23729 11436 184 0,'15'-34'623'0,"-15"34"66"0,0 0 22 0,0 0-51 0,12-33 36 0,-12 33-70 0,0 0-59 0,0 0-86 0,0 0-74 0,0 0-71 0,0 0-50 0,-12-34-47 16,12 34-18-16,0 0-51 0,0 0 50 0,0 0-74 15,0 0-12-15,0 0 2 0,0 0-78 0,-54-17 10 16,54 17-15-16,0 0-10 0,0 0-18 0,0 0 6 16,0 0-12-16,-61 10-17 0,61-10 13 0,-46 11-15 15,46-11 15-15,-53 20-19 0,7-10 5 0,46-10 3 0,-66 23 2 16,66-23-77-16,-70 22 90 0,70-22-17 16,-61 25-2-16,61-25 7 0,-56 23 7 0,56-23-18 15,-39 18-3-15,39-18-17 0,0 0 8 0,-39 27 5 16,39-27-5-16,0 0 0 0,-24 26-1 0,24-26 9 15,0 0 20-15,0 0-24 0,-7 35 7 0,7-35-20 0,0 0 15 0,0 0 6 0,7 46-6 16,-7-46 13-16,0 0-13 16,5 39 19-16,-5-39-4 0,10 39-8 0,-10-39-4 0,9 41 2 15,-9-41 10-15,8 44-2 0,-8-44-1 16,9 46 0-16,-9-46 1 0,8 53-3 0,-8-53 3 0,12 54 10 16,-12-54 18-16,2 59-32 0,-2-59-16 0,3 57 13 15,-3-57-7-15,2 56 40 0,-2-56-40 0,5 53-7 16,-5-53 35-16,2 53-19 0,-2-53-13 0,10 55 14 15,-10-55-16-15,5 44 13 0,-5-44 10 16,5 48 15-16,-5-48-14 0,7 41-32 0,-7-41 14 16,12 36 17-16,-12-36-21 0,17 29 30 0,-17-29-36 15,0 0 19-15,37 30-13 0,-37-30 14 0,0 0 17 16,60 19-24-16,-60-19 24 0,0 0-6 0,85 0 6 0,-85 0 23 16,61-11-48-16,-61 11 7 0,68-8 2 0,-68 8 11 15,66-16-16-15,-66 16 2 0,65-14-11 0,-65 14 22 16,56-15-13-16,-56 15 3 0,51-14-10 0,-51 14-31 15,0 0-5-15,46-16 6 0,-46 16-29 0,0 0-40 16,0 0-144-16,25-28-146 0,-25 28-149 16,0 0-161-16,0 0-94 0,-15-40 7 0,15 40-121 0,0 0-279 15,-31-38-373-15</inkml:trace>
  <inkml:trace contextRef="#ctx0" brushRef="#br0" timeOffset="26478.83">23338 12076 166 0,'0'0'726'0,"0"0"56"0,-61 3-45 0,61-3-68 0,0 0-39 0,0 0-124 0,0 0-102 0,0 0-78 0,0 0-69 0,0 0-115 0,17-48 55 0,-17 48-31 0,63-38-20 16,-21 20 47-16,1-2-188 0,1 1 90 16,0 1-28-16,2 0-4 0,-2 5-16 0,-5-4-5 15,-39 17-7-15,70-20-11 0,-70 20-22 0,54-16-56 0,-54 16-70 16,0 0-73-16,48-15-54 0,-48 15-55 0,0 0-67 15,0 0-156-15,0 0-63 0,0 0 19 0,-22 28-4 16,22-28-66-16,-56 27-306 0,56-27-147 0</inkml:trace>
  <inkml:trace contextRef="#ctx0" brushRef="#br0" timeOffset="26911.34">21338 12373 224 0,'0'0'891'16,"0"0"77"-16,-22-27-128 0,22 27-13 0,0 0-102 0,0 0-102 16,0 0-70-16,0 0-86 0,0 0-72 0,-26-25-70 15,26 25-37-15,0 0-62 0,0 0-66 0,0 0-30 16,0 0-43-16,0 0-10 0,0 0-11 0,7 40-10 0,-7-40-7 15,7 48-10-15,-7-48-1 0,17 64 8 0,-17-64-15 16,10 74 2-16,-3-33-11 0,-2 6-9 0,0-4 5 0,0 5 2 0,-13 12-8 16,13-16 4-16,0 3-3 0,0-6-68 15,-3 1-93-15,-2-42-59 0,-2 70-54 0,2-70-158 16,0 60-142-16,0-60-132 0,0 42-144 0,0-42-24 16,0 0-127-16,-27 32-345 0,27-32-419 0</inkml:trace>
  <inkml:trace contextRef="#ctx0" brushRef="#br0" timeOffset="27389.94">21112 12439 48 0,'0'0'479'0,"-5"-42"153"0,5 42 45 16,0 0-61-16,0-51-44 0,0 51-7 15,12-33-87-15,-12 33-77 0,18-36-72 0,-18 36-60 16,26-35-47-16,-26 35-38 0,42-37-33 0,-42 37-33 15,55-34-16-15,-55 34-27 0,66-34 0 0,-32 17-21 16,-34 17-9-16,78-29-10 0,-78 29-4 0,75-24-11 16,-31 11-10-16,-44 13 4 0,78-13-6 0,-78 13 0 15,70-5-2-15,-70 5 3 0,63 2-6 0,-63-2 1 0,54 6-4 16,-54-6-13-16,46 14 3 0,-46-14 28 0,0 0-13 16,58 25 2-16,-58-25 4 0,32 26-2 0,-32-26 5 15,19 35-2-15,-19-35 3 0,12 36-4 0,-12-36-3 16,8 40-69-16,-8-40 87 0,-15 41-5 0,15-41 9 15,-10 46-23-15,10-46 21 0,-26 42-9 0,26-42 2 0,-27 42-6 16,27-42-5-16,-20 33 4 0,20-33-3 0,0 0-12 16,-12 44 2-16,12-44-2 0,0 0-3 0,0 0 4 15,8 49-5-15,-8-49 1 0,0 0-7 0,36 27 9 16,-36-27-105-16,34 23 132 0,-34-23-7 0,39 25 4 16,-39-25-2-16,39 26 15 0,-39-26 58 0,36 37-46 15,-36-37 7-15,32 35 0 0,-32-35 20 0,24 44 7 16,-24-44 15-16,7 47 9 0,-7-47 25 0,-9 53 45 15,9-53 18-15,-29 54 28 0,4-24 2 0,-6 0-70 0,-8 4 56 16,-10-3-27-16,-4 0-34 0,-6-1-30 0,-1-2-24 16,-3 1-66-16,-3-5-8 0,0 0-155 15,1-7-142-15,-8-5-146 0,5 2-314 0,68-14-330 0,-97 11-120 16,36-10-928-16,3-9-733 0</inkml:trace>
  <inkml:trace contextRef="#ctx0" brushRef="#br0" timeOffset="28783.51">28044 12593 137 0,'30'-23'504'0,"-30"23"101"0,0 0 36 0,0 0-38 0,31-26-13 0,-31 26 17 0,0 0-53 0,0 0-67 0,0 0-70 0,0 0-66 16,0 0-63-16,0 0-23 0,0 0 81 16,0 0-208-16,0 0-10 0,0 0-12 0,0 0 10 0,0 0 1 0,0 0-26 15,0 0-7-15,0 0-35 0,0 0-9 16,0 0 2-16,0 0-16 0,-78 11-3 0,78-11-1 0,-58 20 3 16,58-20-6-16,-58 22 35 15,58-22-43-15,-73 25-21 0,73-25 6 0,-75 26 23 0,75-26-14 0,-78 27-1 0,78-27-17 16,-75 23 17-16,75-23-5 15,-64 24-9-15,64-24 8 0,-58 25-21 0,58-25 17 16,-46 17 62-16,46-17-86 0,0 0 5 0,-49 17-9 0,49-17 6 16,0 0-12-16,0 0 6 0,0 0 16 15,-36 19 0-15,36-19 5 0,0 0-13 0,0 0-3 0,0 0-2 16,-22 30 29-16,22-30-16 0,0 0-13 0,0 0 29 0,10 35-11 16,-10-35 3-16,0 0 3 0,0 0-7 15,0 48-3-15,0-48-12 0,0 0 28 16,12 47-3-16,-12-47-11 0,0 0 10 0,5 41 2 0,-5-41 2 0,0 48-30 15,0-48 4-15,5 49 20 16,-5-49 9-16,0 52-12 0,0-52-3 0,4 51 1 0,-4-51-15 16,-4 55 30-16,4-55-10 0,-5 56 0 0,5-56-4 15,0 57 2-15,0-57-1 0,-5 51 7 0,5-51 2 0,0 44-6 16,0-44-6-16,5 39-10 0,-5-39 1 16,0 0 2-16,14 41 2 0,-14-41-7 0,0 0 6 15,22 28 17-15,-22-28-7 0,0 0-1 0,0 0-6 0,44 21-3 16,-44-21 15-16,0 0-2 0,56 2 4 15,-56-2-6-15,58-5 0 0,-58 5 93 0,61-13-128 0,-61 13 21 16,78-18-5-16,-78 18 1 0,77-22-8 0,-77 22-3 16,80-23-37-16,-80 23-33 0,69-18-51 0,-69 18-65 0,63-18-63 0,-63 18-90 15,53-12-111-15,-53 12-102 0,0 0-76 0,58-16-45 16,-58 16 47-16,0 0-677 0,0 0-421 0</inkml:trace>
  <inkml:trace contextRef="#ctx0" brushRef="#br0" timeOffset="28948.37">27447 13464 293 0,'0'0'655'0,"-54"7"36"0,54-7-39 0,0 0-110 0,0 0-52 0,0 0-93 0,0 0-78 0,-53-5-70 0,53 5-39 0,27-21-21 0,-27 21-29 0,68-30-15 16,-20 8-29-16,10-2-19 0,6-1-29 0,9-3-8 0,2 2-8 0,5-1-18 0,8-1-96 15,-3 1-95-15,9 4-140 16,-4 0-162-16,5-2-125 0,-10-3-48 0,0 14-692 0,0-7-417 0</inkml:trace>
  <inkml:trace contextRef="#ctx0" brushRef="#br0" timeOffset="29527.48">32421 12250 394 0,'0'0'895'0,"0"0"16"0,0 0-97 0,0 0-17 0,0 0-75 0,0 0-72 0,0 0-67 0,0 0-73 0,0 0-86 0,0 0-72 0,0 0-53 0,0 0-70 0,0 0-49 0,0 0-50 0,0 0-35 16,0 0-29-16,0 0-30 0,0 0 9 0,0 0-8 15,0 0-2-15,12 41-7 0,-12-41 4 0,19 48 4 16,-19-48-12-16,20 60 0 0,-8-27-3 0,-12-33-6 0,14 70 4 15,-6-32-8-15,-4-1 3 0,-4-37 4 16,5 69-3-16,-5-69-4 0,0 69-19 0,0-69-64 16,-5 60-52-16,5-60-53 0,-9 48-14 0,9-48-62 15,-12 35-105-15,12-35-93 0,-25 24-94 0,25-24-251 16,0 0-23-16,-63 6 60 0,63-6 72 0,-53-21 64 16,53 21-462-16,-49-38-276 0</inkml:trace>
  <inkml:trace contextRef="#ctx0" brushRef="#br0" timeOffset="29788.95">32280 12313 20 0,'24'-52'247'0,"-24"52"90"16,27-41 61-16,-27 41 35 0,31-33 14 0,-31 33-7 15,37-25-46-15,-37 25 2 0,43-16 4 0,-43 16-32 0,42-12-28 16,-42 12-22-16,0 0-30 0,85-5-29 0,-85 5-29 0,68-2-20 0,-68 2-31 16,68 3-20-16,-68-3-31 15,63 14-22-15,-63-14-3 0,75 23 0 0,-75-23-40 0,63 36 2 16,-31-12 3-16,-8 3-4 0,1 3 22 15,-11 5-27-15,3 2 15 0,-14 3 9 0,-6 2-34 0,-2 0 16 0,-12-5-9 0,-2 11-25 16,-10 2 9 0,-8-3 1-16,-4 4-9 0,-8-1-13 0,-6-1-12 15,-4-3 11-15,-2 2-160 0,-2-7 144 0,-10-3-40 0,10-4-54 16,-2-2-84-16,-1-4-114 0,8-3-149 0,-3-4-170 0,3-2-138 16,-3-9-15-16,0-7-31 0,5 4-492 0,56-7-404 15</inkml:trace>
  <inkml:trace contextRef="#ctx0" brushRef="#br0" timeOffset="30235.12">30489 12577 203 0,'0'0'872'0,"0"0"41"0,0 0-126 0,0 0-34 0,0 0-80 0,0 0-257 0,-44 15 84 0,44-15-115 0,0 0-81 0,0 0-75 0,0 0-35 16,0 0-34-16,0 0-41 0,0 56-16 0,0-56-33 16,10 51-6-16,-10-51-8 0,12 69 2 0,-2-32-4 0,-1 4-2 15,4-2-31-15,-9 6 11 0,1-2-3 16,3 1-2-16,1-5 35 0,1 3-57 0,-5-3 9 0,-5 3-9 15,0-42-12-15,7 71 7 0,-7-71-3 0,-7 64-57 16,7-64-77-16,-5 48-94 0,5-48-149 0,0 41-166 0,0-41-224 16,0 0-66-16,-41 28-88 0,41-28-416 0,0 0-423 15</inkml:trace>
  <inkml:trace contextRef="#ctx0" brushRef="#br0" timeOffset="30759.12">30282 12741 63 0,'0'0'455'0,"0"0"155"16,0-49 42-16,0 49-45 0,0 0-74 0,-5-39-15 15,5 39-57-15,0 0-78 0,0-38-62 0,0 38-57 0,0 0-33 16,25-41-38-16,-25 41-27 0,31-22-23 0,-31 22-26 16,34-24-15-16,-34 24-8 0,51-26-9 0,-51 26-14 15,44-22-12-15,-44 22-5 0,58-16-12 0,-58 16-8 16,59-12 0-16,-59 12-5 0,63-3 0 0,-63 3-9 15,63-5 7-15,-63 5-14 0,58 3 2 16,-58-3-6-16,64 7 0 0,-64-7 0 0,53 8-3 0,-53-8-2 16,56 17-1-16,-56-17-4 0,53 17 0 0,-53-17 32 15,49 21-29-15,-49-21 1 0,36 30 2 0,-36-30 4 0,22 35 7 0,-22-35-8 16,5 45-1-16,-5-45 6 16,-5 48 8-16,5-48 9 0,-26 54-6 0,26-54-10 0,-37 59 32 15,15-31 108-15,-4 0-159 0,4-5-5 0,22-23 1 0,-37 39-3 16,37-39 8-16,-27 30-26 15,27-30 26-15,0 0-1 0,-26 29 0 0,26-29-7 16,0 0 2-16,0 0 0 0,0 0 6 0,0 0 0 0,0 0-12 16,0 0 6-16,0 0 10 0,0 0 1 15,0 0-1-15,31 20 5 0,-31-20-15 0,0 0 6 16,0 0-18-16,0 0 16 0,0 0 12 0,0 0-7 0,71-3 24 0,-71 3-11 0,0 0 1 16,0 0 31-16,46 7 120 0,-46-7-158 15,0 0-7-15,53 23 8 0,-53-23 35 0,32 23-17 16,-32-23 16-16,27 25 56 0,-27-25-25 15,26 30 20-15,-26-30 60 0,10 31 12 0,-10-31 57 0,0 0 45 0,-5 55 11 16,5-55 33-16,-34 44-93 0,3-24-19 0,-11 5-64 16,-4-2-47-16,-12 3-134 15,-8-5-197-15,-16-1-161 0,6 1-428 0,-16-11-559 0,-10 2-1160 0,2-4-1140 0</inkml:trace>
  <inkml:trace contextRef="#ctx0" brushRef="#br0" timeOffset="34699.94">11578 6044 94 0,'0'0'510'0,"-51"-15"70"0,51 15-12 0,0 0-65 0,-78 3-55 0,78-3-17 0,-56 8-33 0,56-8-64 0,-51 10-59 0,51-10-72 0,-39 15-44 0,39-15-40 0,0 0-30 0,-36 25-17 0,36-25-14 0,0 0-13 16,-3 50-4-16,3-50-11 0,17 53-4 16,-5-21-3-16,13 0 3 0,-6 4-6 15,3-3-4-15,2 0-1 0,3 0-7 0,5 0-2 0,4-3 0 16,-2 0-3-16,0-3-1 0,0-3-1 0,3-2 3 0,-3-1-4 0,-34-21 0 15,75 35 8-15,-75-35-3 16,70 17 0-16,-70-17 6 0,68 13-3 0,-68-13 1 16,64 4 27-16,-64-4 40 0,48-12 44 0,-48 12 41 15,37-18 17-15,-37 18 11 0,26-30 6 16,-26 30-19-16,22-40 6 0,-22 40 3 0,-14-40-7 0,14 40 20 16,-27-38-5-16,27 38 24 0,-58-41-69 0,14 24-34 15,-17 2-54-15,-9 10-38 0,-18 5-64 0,-14 13-75 16,-12 7-110-16,-5 17-238 0,-5 11-228 0,-12 7-320 15,5 6-1138-15,-20 14-765 0</inkml:trace>
  <inkml:trace contextRef="#ctx0" brushRef="#br0" timeOffset="44594.39">22470 9655 9 0,'0'0'397'0,"0"0"140"0,0 0-33 0,0 0-43 0,34-18-57 0,-34 18-43 0,0 0 0 0,0 0-39 0,0 0-50 0,0 0-26 0,0 0-69 0,0 0-32 0,0 0-33 16,0 0-20-16,0 0-14 15,0 0-13-15,0 0-9 0,0 0-7 0,0 0-8 0,0 0-10 16,0 0-4-16,0 0 13 0,0 0-26 16,-36 27 8-16,36-27 2 0,-34 24-8 0,34-24-10 0,-49 27 11 15,49-27-9-15,-34 35-4 0,34-35 4 0,-51 36-8 16,51-36 2-16,-51 37-2 0,51-37 5 0,-56 40-10 16,56-40 9-16,-53 39-8 0,53-39 4 0,-49 35 0 15,49-35-5-15,-34 32 1 0,34-32-2 0,-29 28 2 16,29-28-4-16,0 0-1 0,-29 38-1 0,29-38-3 0,0 0 0 15,0 0-11-15,7 44 17 0,-7-44-1 0,0 0 4 16,30 37 2-16,-30-37-3 0,31 34 1 0,-31-34 4 16,44 31-3-16,-44-31 3 0,46 35 2 0,-12-15-6 0,-34-20 9 15,51 39-4-15,-51-39-10 0,54 41 16 16,-54-41-2-16,48 38 0 0,-48-38-9 16,44 34 4-16,-44-34 5 0,29 35-2 0,-29-35 4 0,32 29 0 15,-32-29-4-15,0 0 3 0,29 38-2 0,-29-38-25 16,0 0-36-16,17 28-54 0,-17-28-68 0,0 0-90 15,0 0-108-15,0 0-91 0,0 0-27 0,0 0-34 16,-5 36-456-16,5-36-183 0</inkml:trace>
  <inkml:trace contextRef="#ctx0" brushRef="#br0" timeOffset="45122.35">22378 10644 191 0,'0'0'431'0,"0"0"38"0,0 0 44 0,15-33-9 0,-15 33-23 0,0 0-7 0,0 0-5 0,0 0-55 0,0 0-61 0,0 0-60 0,0 0-49 0,0 0-53 0,14-32-41 0,-14 32-35 0,0 0-24 0,0 0-28 0,0 0-15 0,0 0-17 16,0 0-13-16,0 0-9 0,0 0-10 0,0 0 9 15,0 0 3-15,0 0-7 0,15 34 13 0,-15-34-14 16,17 35-2-16,-17-35-2 0,19 37 2 15,-19-37-1-15,20 46 6 0,-20-46-3 0,17 51-1 16,-17-51-1-16,14 51 6 0,-14-51-7 0,12 59 1 0,-12-59 0 16,13 47 0-16,-13-47 1 0,7 52-1 0,-7-52 0 0,10 42 14 15,-10-42-5-15,0 0-15 0,9 46 0 0,-9-46 0 16,0 0 0-16,0 0 7 0,10 33-6 16,-10-33 11-16,0 0-13 0,0 0 2 0,0 0-2 0,0 0 5 15,0 0 7-15,0 0-5 0,0 0 3 0,0 0 2 0,61-8 17 16,-61 8-20-16,0 0-2 15,39-29-2-15,-39 29-1 0,0 0-38 0,41-28-41 0,-41 28-118 16,0 0-99-16,36-16-115 0,-36 16-106 16,0 0-38-16,0 0 12 0,49-21 48 0,-49 21-553 15,0 0-243-15</inkml:trace>
  <inkml:trace contextRef="#ctx0" brushRef="#br0" timeOffset="45829.09">21358 11012 176 0,'0'0'105'0,"-25"-26"-27"0,25 26-120 0,0 0-91 0,-65 21 112 0</inkml:trace>
  <inkml:trace contextRef="#ctx0" brushRef="#br0" timeOffset="46971.25">15995 10565 502 0,'0'0'841'0,"-24"-32"-49"15,24 32-88-15,0 0 9 0,-27-37-87 0,27 37-70 0,0 0-77 16,0 0-68-16,0 0-59 0,-19-41-58 0,19 41-46 16,0 0-48-16,0 0-47 0,0 0-25 0,0 0-30 15,0 0-24-15,0 0 71 0,0 0-129 0,-17 51 15 16,17-51-8-16,-10 70-10 0,3-28-8 15,-1 2-23-15,1 4 25 0,0-1 1 0,-3 3 5 0,-2-1-3 16,5-1-1-16,-3-1 7 0,0 0-5 0,3-6-17 16,4-1 6-16,3-40-21 0,-9 63-2 0,9-63-45 15,-8 48-41-15,8-48-40 0,0 0-4 0,-19 38-3 0,19-38 30 16,0 0 5-16,0 0 26 0,0 0 19 0,0 0 48 16,27-38-91-16,-27 38 73 0,2-58 10 0,-2 58 7 15,5-76 9-15,-5 36 22 0,-2-8-76 0,-1-2 67 16,1-1 1-16,-1-1 6 0,-2-1-22 0,5-1 20 15,-4 1 4-15,4 4 4 0,0-3 5 0,2-1 9 0,5 4 7 16,-12-1 19-16,18 2 11 0,-1-1-1 16,5 13 6-16,0-9-1 0,2 4-4 0,1 2 6 15,4 0-4-15,0 2 1 0,5 7-8 0,-2-3-1 0,2 1-8 16,0 2-3-16,3 1-10 0,2 5-3 16,-5 1-12-16,-29 23-3 0,58-36-3 0,-58 36 2 0,44-24-8 15,-44 24 3-15,44-16-6 0,-44 16 1 0,0 0 4 0,61-7-6 16,-61 7-1-16,48 11 8 15,-48-11-1-15,49 21 5 0,-49-21-9 0,48 40-1 0,-48-40 21 0,51 48 1 16,-24-20 14-16,0 4-17 0,0 5 13 16,-1 0 6-16,1 4 10 0,0 5 9 0,0-2-7 15,-6 6-6-15,1-1 9 0,0 0-20 0,0-1-4 16,-3 17-6-16,-4-22-12 0,7 2 10 0,-5 0-1 16,0-2 10-16,0-5-16 0,-5 0-12 0,0-1 4 15,-2-4 6-15,19 2-8 0,-29-35-35 0,3 61 0 0,-3-61-61 16,-3 50-74-16,3-50-120 0,-17 43-107 0,17-43-174 15,-29 41-206-15,29-41-71 0,-63 27-116 16,63-27-421-16,-66 15-438 0</inkml:trace>
  <inkml:trace contextRef="#ctx0" brushRef="#br0" timeOffset="47131.12">15808 10948 153 0,'-68'8'681'0,"68"-8"0"0,0 0-83 0,0 0-66 0,14-40 0 0,18 16-22 0,14-8-69 0,13-5-68 0,-1-6-65 0,34-3-61 16,-7 1-51-16,3 4-39 0,4-5-39 0,-4 10-219 15,4 5-343-15,-22-4-404 0,-4 8-861 16,-3 13-553-16</inkml:trace>
  <inkml:trace contextRef="#ctx0" brushRef="#br0" timeOffset="53279.57">28909 5709 191 0,'0'0'861'0,"0"0"26"0,-31-21-111 0,31 21-22 0,0 0-58 0,0 0-97 0,0 0-67 0,0 0-222 0,0 0 72 0,0 0-96 0,0 0-44 0,0 0-60 0,0 0-38 15,0 0-33-15,0 0-24 0,0 0-27 0,0 0-8 16,0 0-16-16,0 0-5 0,0 0-4 0,19 32 12 16,-19-32-29-16,17 48-4 0,-17-48 46 0,15 62-42 15,-15-62-5-15,7 68 5 0,-7-68-8 0,0 82 1 0,0-82 15 16,-7 69 5-16,-3-31-23 0,0-2 9 0,-2 3 0 16,3-3-16-16,-6-3-1 0,15-33 14 0,-22 55-21 15,22-55 1-15,-22 42 23 0,22-42-20 16,0 0 19-16,-14 31-28 0,14-31 9 0,0 0 4 0,0 0-10 15,0 0-10-15,0 0 35 0,0 0-45 0,-22-30 3 16,22 30 0-16,5-53 9 16,-5 53 7-16,12-70 1 0,2 31 3 0,-18-5-2 0,18 1 0 15,3 1 21-15,-7-4-19 0,2 2 23 0,3-2-10 0,-6 0 12 16,-1 3 18-16,1-2 26 0,1 1-8 0,2 2 15 0,-7 2 9 16,0-2-4-16,5 5 20 0,-3-4-5 0,-24 6 4 0,27 1 23 15,-3-1-24-15,-7 35-7 0,19-63 9 0,-19 63 2 16,17-56 3-16,-17 56-11 0,20-52 1 15,-20 52-5-15,22-48-6 0,-22 48 9 16,17-38-15-16,-17 38-55 0,0 0 74 0,19-40-8 16,-19 40-8-16,0 0-20 0,0 0-13 0,17-30-7 15,-17 30-6-15,0 0-8 0,0 0-10 0,0 0-7 16,0 0-11-16,0 0-8 0,0 0-1 0,0 0-12 0,0 0 8 0,0 0 9 16,0 0 0-16,37 23 7 15,-37-23 1-15,26 29-2 0,-26-29 1 0,32 31 45 0,-32-31-7 0,46 48-43 0,-24-20 11 16,5 4-6-16,4 1-31 0,1 3 48 0,-1 1-9 15,1 3 0 1,0 3 5-16,16 3 2 0,-21-2-2 0,4-1 22 0,1 4-21 0,-5-4 0 16,4-1 5-16,-4-1-10 0,-3-1 0 0,-2-6-99 0,-7 5-82 0,-3-8-65 0,-12-31-30 15,15 59-175-15,-15-59-85 0,7 60-126 16,-7-60-156 0,-12 50-53-16,12-50 9 0,-37 31-749 0,37-31-520 15</inkml:trace>
  <inkml:trace contextRef="#ctx0" brushRef="#br0" timeOffset="53483.77">28703 6049 112 0,'0'0'606'0,"0"0"54"0,-63-11-73 0,63 11-111 0,0 0-70 0,0 0 4 0,9-44-44 0,-9 44-44 0,59-40-42 0,-15 18-52 0,7-3-15 0,2 1-61 0,10 1-28 16,5-2-21-16,3 2-26 0,-3 1-13 0,-5 0-20 15,5 4-68-15,-5 4-96 0,-5 3-103 0,-4 4-103 0,-54 7-118 16,90 6-58-16,-90-6-31 0,53 8-61 0,-53-8-442 16,37 31-229-16</inkml:trace>
  <inkml:trace contextRef="#ctx0" brushRef="#br0" timeOffset="54033.63">29279 7258 402 0,'0'0'842'0,"0"0"-7"0,0 0-106 15,0 0-5-15,0 0-80 0,0 0-90 0,0 0-92 0,0 0 56 16,0 0-225-16,0 0-57 0,0 0-49 0,0 0-30 0,0 0-40 16,0 0-25-16,0 0-25 0,0 0-5 0,0 0-22 15,0 0 3-15,0 0 9 0,0 0-15 0,0 0 17 16,78 6-13-16,-78-6 3 0,48 19-9 0,-48-19 14 0,44 23-10 15,-44-23-12-15,51 25 0 16,-51-25-4-16,53 30 5 0,-53-30-4 16,54 32-14-16,-54-32 14 0,58 32-28 0,-58-32 58 0,58 37-61 15,-58-37 17-15,56 34-24 0,-56-34 23 0,54 33-14 0,-54-33 69 0,58 27-82 16,-58-27 11-16,49 26-2 16,-49-26 3-16,41 18-10 0,-41-18 10 0,0 0 9 0,49 16 6 15,-49-16 10-15,0 0-12 0,0 0 50 16,0 0 69-16,0 0 57 0,0 0 52 0,0 0 52 0,51-16 8 15,-51 16-6-15,17-40-30 0,-17 40-24 0,24-58-30 16,-12 18-24-16,5-6-31 0,-2-4-60 0,2-4 29 16,2-1-17-16,3 0-17 0,0 0-22 15,-3-1-11-15,3 5-14 0,-2-2-16 0,-3 5-72 16,0 2-164-16,-3-12-190 0,-2 14-131 0,3 7-245 0,12-3-546 0,-27 40-216 16,36-54-810-16,-14 22-956 0</inkml:trace>
  <inkml:trace contextRef="#ctx0" brushRef="#br0" timeOffset="57468.81">12759 4508 176 0,'0'0'593'0,"-32"-22"94"0,32 22 23 0,0 0-52 0,-44-27 25 0,44 27-55 0,0 0-74 0,-46-15-96 0,46 15-76 0,0 0-57 0,0 0-84 16,0 0-33-16,-53-6-40 0,53 6-38 16,0 0-4-16,-27 24-65 0,27-24-18 0,-29 59-9 15,12-16-9-15,-3 10 17 0,1 5 41 0,2 7-63 16,2 1 0-16,6 0-11 0,1 6 1 0,6-4-1 15,4 0 4-15,6-4-23 0,4 1 21 0,7-6-15 16,3-5-6-16,12-2 17 0,-2-6-7 0,4-6-13 16,5-8 13-16,3-3 6 0,0-7-12 0,2-4 16 15,3-9 10-15,-49-9-13 0,94 4 5 0,-94-4 17 0,88-10 2 16,-88 10 6-16,73-26 30 0,-73 26 18 0,60-39 53 16,-60 39 53-16,42-46 42 0,-42 46 33 15,7-49 9-15,-7 49 8 0,-17-53-67 0,-5 24 57 0,-7 4-47 16,-10 2-36-16,-14 4-43 0,-15 8-47 0,-13 6-58 15,-16 13-103-15,-19 18-146 0,-18 10-133 0,-31 17-98 16,-10 13-243-16,-12 16-439 0,-10-4-182 0,0 13-1045 16,12 7-949-16</inkml:trace>
  <inkml:trace contextRef="#ctx0" brushRef="#br0" timeOffset="62996.29">10693 12761 50 0,'7'-43'528'0,"-7"43"103"0,0 0 15 0,0 0-46 0,-9-42-6 0,9 42 13 0,0 0-122 0,0 0 26 0,0 0-68 0,-12-31-63 0,12 31-67 0,0 0-54 0,0 0-47 0,0 0-33 0,0 0-21 16,0 0-26-16,0 0-58 0,0 0-8 0,0 0 16 0,0 0-15 0,0 0-9 15,0 0-17-15,0 0 7 0,0 0-25 0,0 0 0 16,0 0-23-16,0 0 13 0,0 0 7 0,0 0-5 16,0 0 2-16,0 0-4 0,0 0 17 0,41 24 38 15,-41-24-62-15,27 29 18 0,-27-29-1 0,26 38 2 16,-26-38-8-16,27 41 41 0,-27-41-36 0,24 52 1 15,-24-52 2-15,25 56-7 0,-11-26 33 16,-14-30-31-16,29 62 8 0,-12-32-25 0,-4 1 10 0,4 2-16 0,-3 0 9 16,3-1 8-16,-2-1-8 15,-1-1 6-15,3 2 2 0,-2-2-10 0,-3 2 8 0,-12-32-3 0,32 59-8 16,-32-59 2-16,36 60-13 0,-36-60 12 16,5 54-6-16,10-19 13 0,-15-35-6 0,29 55 3 0,-29-55-1 15,24 53 5-15,-24-53-2 16,19 57-15-16,-19-57 21 0,20 54-11 0,-10-22 13 15,-10-32 0-15,19 54-5 0,-19-54-4 0,19 52-3 0,-19-52-7 0,18 52 7 16,-18-52 5-16,21 53-3 0,-21-53 38 16,22 49-39-16,-22-49-6 0,20 48 0 15,-20-48-3-15,24 45 4 0,-24-45-13 0,24 43 12 0,-24-43-9 0,25 40 8 0,-25-40 8 0,24 35-19 16,-24-35 12 0,27 37 8-16,-27-37-4 0,21 35 9 0,-21-35-25 15,20 34 14-15,-20-34 7 0,0 0 0 0,24 43 0 0,-24-43-11 16,29 29 4-16,-29-29 6 15,0 0-4-15,0 0 6 0,10 39-10 0,-10-39-35 0,0 0-50 0,0 0-42 0,0 0-15 0,3 45-76 0,-3-45-122 16,0 0-130-16,0 0-205 0,0 0-205 0,-30 28-28 31,30-28-785-31,0 0-547 0</inkml:trace>
  <inkml:trace contextRef="#ctx0" brushRef="#br0" timeOffset="63234.27">10749 14549 195 0,'0'0'517'0,"0"0"-4"0,0 0-98 0,0 0-13 0,0 0-64 15,0 0-38-15,0 0-73 0,0 0 83 0,0 0-35 0,56 14-46 0,-56-14-46 0,0 0-42 0,73 9-18 0,-73-9-27 0,58 16-22 0,-58-16-12 16,66 18-7-16,-66-18-13 0,80 23-5 0,-80-23-8 0,83 18-45 15,-83-18-107-15,87 13-112 0,-87-13-113 0,95 7-97 16,-95-7-12-16,90-10 38 0,-90 10-79 0,80-18-384 16,-80 18-95-16</inkml:trace>
  <inkml:trace contextRef="#ctx0" brushRef="#br0" timeOffset="63460.29">11920 14138 7 0,'0'0'422'15,"-17"-41"248"-15,17 41 57 0,0 0-33 0,0 0-14 16,-17-34-24-16,17 34-81 0,0 0-98 0,0 0-64 0,0 0-80 16,0 0-53-16,0 0-52 0,0 0-62 0,0 0-18 15,0 0-28-15,0 0-35 0,0 0-34 0,0 0 2 0,0 0 2 16,0 0-3-16,0 0 10 16,22 55-1-16,-22-55-36 0,15 53 1 0,-15-53 10 0,14 63-7 15,-14-63-15-15,12 71 12 0,-4-34-25 0,-6 1 10 16,3 0-6-16,-5-38-80 0,0 76-48 0,-2-37-87 15,-1 2-156-15,3 1-190 0,-2-3-255 0,2-39-45 16,-32 67-877-16,18-34-562 0</inkml:trace>
  <inkml:trace contextRef="#ctx0" brushRef="#br0" timeOffset="64454.84">9303 13247 244 0,'0'0'648'0,"-22"-39"20"0,22 39 28 0,-17-29-4 0,17 29 3 0,0 0-60 0,-19-29-80 0,19 29-86 0,0 0-70 0,0 0-75 0,-19-39-50 0,19 39-67 0,0 0-16 0,0 0 4 0,0 0-58 0,0 0-28 16,0 0-24-16,0 0-9 0,0 0-29 0,0 0-10 16,0 0-26-16,0 0 13 0,29 26-7 0,-29-26 10 0,17 43-21 15,-17-43 19-15,26 60 28 0,-8-21 5 0,3 2 7 16,4 4 32-16,-1 6-7 0,5 2-25 0,3 6 3 15,-1 0 0-15,8 1 38 0,-5 1-55 0,0 3-3 16,3 1-2-16,-1-1 2 0,10 2 9 0,-12-3 2 16,-2-2-9-16,4 1-3 0,1 0-14 0,-8 0 0 0,15-2-4 15,-27 2-12-15,9-9 4 0,4-2-3 0,-1 0 0 16,-5-3 45-16,0-3-29 0,-2 0-38 16,-7-6 4-16,2-2 2 0,-5-2-73 0,2-3-22 0,-14-32-61 15,13 55-68-15,-13-55-20 0,7 44-27 0,-7-44-74 16,0 0-95-16,-2 52-100 0,2-52-164 15,0 0-172-15,-30 24 34 0,30-24-154 0,0 0-255 16,-68 2-392-16</inkml:trace>
  <inkml:trace contextRef="#ctx0" brushRef="#br0" timeOffset="64694.52">9325 14869 377 0,'0'0'642'0,"0"0"-23"0,0 0-83 15,0 0-91-15,0 0-69 0,0 0-39 0,0 0-72 0,0 0-50 16,0 0-21-16,0 0 15 16,37 25-1-16,-37-25-43 0,51 22-21 0,-51-22-34 0,65 29-6 0,-23-13-21 15,-1-3-19-15,3 18-7 0,2-15-12 16,7-4-7-16,-2 1-6 0,5-1-20 0,-2-1-58 16,-1-3-102-16,1-4-97 0,4 0-124 0,-58-4-55 15,114-4-118-15,-63-5 3 0,-7-6 77 16,-3-2-586-16,3-1-243 0</inkml:trace>
  <inkml:trace contextRef="#ctx0" brushRef="#br0" timeOffset="64884.2">10475 14425 289 0,'0'0'681'0,"-37"-38"48"0,37 38 7 16,-32-29-27-16,32 29-21 0,0 0-96 0,-36-23-114 0,36 23-98 15,0 0-67-15,0 0-74 0,0 0-64 0,0 0-29 16,0 0-33-16,-19 29-22 0,19-29-18 0,21 60-15 0,-8-23-19 15,4 9-11-15,0 0-4 0,0 2-3 16,2-3-56-16,-2 10-107 0,3-1-128 0,1 5-160 16,-4 1-180-16,3 0-141 0,-18-3-16 0,1 7-714 15,4-8-472-15</inkml:trace>
  <inkml:trace contextRef="#ctx0" brushRef="#br0" timeOffset="65665.03">7466 13660 171 0,'-38'-43'621'0,"38"43"71"0,-37-38 11 0,37 38-54 0,-29-30 13 0,29 30-70 0,0 0-85 0,-32-32-87 0,32 32-139 0,0 0 16 0,0 0-64 15,0 0-33-15,-26-23-59 0,26 23-61 0,0 0 38 0,0 0-71 16,0 0-7-16,0 0-3 0,0 0-11 0,29 30-9 16,-29-30-4-16,34 38 16 0,-7-12 28 0,-3 4-30 0,5 7 32 15,3 3-25-15,2 3 6 0,2 8 9 0,5 1 25 16,-2 4 5-16,5 2-12 0,-3 2 12 0,3 4 7 16,0 3 0-16,-1-1-31 0,1 3 3 0,0 0-24 15,0 3 5-15,-1-3 2 0,1 3-2 0,0-3-14 16,-3 2-6-16,-2-4 11 0,2 2-25 0,-4-7 11 0,-3 5-1 15,2-5-2 1,-4 0-7-16,4-2 15 0,-11-6-6 0,-1 1-8 0,-2-7 27 16,-3-2-57-16,-4-4-55 0,-3-4-48 0,-12-38-38 15,15 65-86-15,-15-65-103 0,7 55-120 0,-7-55-191 16,-12 40-187-16,12-40-55 0,-39 25-702 16,39-25-518-16</inkml:trace>
  <inkml:trace contextRef="#ctx0" brushRef="#br0" timeOffset="65842.16">7637 15312 206 0,'0'0'550'0,"0"0"-14"0,0 0-45 16,0 0-84 0,0 0-46-16,31 25-47 0,-31-25-13 0,44 20-44 0,-44-20-48 0,65 25-36 15,-23-5-32-15,4-7-29 0,5 3-25 0,0-4-8 0,5 4 25 0,2-2-68 31,3-2 0-31,0 3-6 0,4-5 8 0,-2 1-106 16,1 0-112-16,-1-3-151 0,-5-5-115 0,-58-3-45 0,105 0 37 16,-105 0-593-16,89-15-241 0</inkml:trace>
  <inkml:trace contextRef="#ctx0" brushRef="#br0" timeOffset="66063.62">8638 14885 86 0,'-22'-27'641'0,"22"27"154"0,-32-40 16 0,32 40-75 16,0 0-26-16,-34-34-118 0,34 34-119 0,0 0-100 16,0 0-78-16,0 0-59 0,0 0-45 0,0 0-25 15,0 0-19-15,27 51-29 0,-3-19-24 0,3 9-16 16,2 1-17-16,3 8-10 0,2 2-14 0,2 6-15 0,1 3-17 16,-1-8-77-16,0 9-121 0,3-2-142 0,0 2-183 15,-2-2-204-15,-8-7-71 0,-5 5-226 16,3-8-236-16,-5 12-393 0</inkml:trace>
  <inkml:trace contextRef="#ctx0" brushRef="#br0" timeOffset="67808.22">7734 12663 145 0,'0'0'335'0,"0"0"123"0,0 0 0 0,0 0 6 0,0 0-47 0,0 0-49 0,-15-31-8 0,15 31-11 0,0 0-38 0,0 0-37 0,0 0-26 0,0 0-22 0,0 0-22 0,0 0-22 0,0 0-24 16,0 0-9-16,0 0-18 0,0 0-4 0,0 0-7 15,0 0-9-15,0 0 2 0,0 0-11 0,0 0 2 16,0 0 1-16,-31-28-72 0,31 28 84 16,0 0 9-16,0 0-8 0,0 0-19 0,0 0-2 15,0 0-24-15,0 0-4 0,0 0 11 0,0 0-14 0,0 0 18 0,0 0 15 16,0 0-45-16,0 0 2 0,0 0-9 0,0 0-6 16,0 0-14-16,0 0-10 0,0 0-7 0,0 0 3 15,-32 21 6-15,32-21-12 0,0 0-3 0,0 0-3 16,-41 16 2-16,41-16-2 0,0 0-7 0,-34 30 59 15,34-30-61-15,0 0 13 0,-32 34 41 0,32-34-40 16,0 0-20-16,-29 31 24 0,29-31-7 0,0 0-6 0,-24 35-1 16,24-35-16-16,0 0 20 0,-15 40-15 0,15-40 15 15,-2 38 10-15,2-38-11 16,0 0-5-16,0 0-8 0,-3 48-1 0,3-48 11 0,0 0-3 0,10 38 7 16,-10-38 52-16,0 0-53 0,10 33 3 15,-10-33-15-15,0 0 13 0,0 0 2 0,14 33 9 16,-14-33 2-16,0 0-27 0,15 32 4 0,-15-32 4 0,0 0 7 0,24 27 1 15,-24-27 5-15,0 0-16 0,27 30 19 16,-27-30-28-16,0 0 19 0,36 21-5 0,-36-21 12 16,0 0 5-16,46 25-8 0,-46-25-4 0,0 0 32 0,51 16-38 15,-51-16 6-15,0 0 2 0,64 12-5 0,-64-12 41 16,0 0-42-16,60 3 12 16,-60-3-5-16,0 0-8 0,68 4-14 0,-68-4 75 0,0 0-43 0,68-4-13 0,-68 4 17 15,0 0-2-15,66-6-16 0,-66 6 63 0,0 0-43 16,58-11-10-16,-58 11 5 0,0 0 19 0,0 0-3 15,54-11 1-15,-54 11 2 0,0 0-5 0,0 0-2 16,0 0 4 0,0 0 13-16,0 0 0 0,0 0 1 0,0 0 2 0,0 0 1 0,0 0 13 0,0 0-11 15,46-8 1 1,-46 8-17-16,0 0-5 0,0 0-5 0,0 0-14 0,0 0 0 0,0 0-65 0,0 0-123 0,0 0-63 16,0 0-152-1,0 0-270-15,0 0-187 0,0 0-150 0,0 0-1092 0,0 0-708 0</inkml:trace>
  <inkml:trace contextRef="#ctx0" brushRef="#br0" timeOffset="71985.31">10368 11883 80 0,'0'0'369'0,"0"0"77"0,-34-28 86 0,34 28 11 0,0 0-63 0,-30-25-59 0,30 25 11 0,0 0-38 0,-31-21-71 0,31 21-9 0,0 0-35 16,0 0-25-16,-39-22-20 0,39 22-10 0,0 0-20 15,0 0-7-15,0 0-24 0,0 0-22 0,0 0-15 0,0 0-20 16,0 0-17-16,0 0-27 0,0 0 1 0,-51-7-17 15,51 7-20-15,0 0-26 0,0 0 23 16,0 0-1-16,0 0-11 0,-22 29-5 0,22-29 3 0,0 0-16 16,-17 42 1-16,17-42-3 0,-10 41 7 0,10-41-3 15,-5 48 16-15,5-48-31 0,-2 56-1 0,2-56 8 16,5 65 1-16,-5-65 2 0,12 69 1 0,-7-32-7 0,0-1 3 16,2 3 3-16,5-1 3 0,3 1-12 15,-1 0-1-15,8-3 7 0,-5-1 1 0,5-2-12 0,0 1 9 0,2-4-9 16,1-2 2-16,1-1 11 0,3-3-2 15,-2-1-1-15,-27-23 7 0,56 30-7 0,-56-30 8 0,61 23-2 16,-61-23-8-16,56 13-3 0,-56-13 10 0,0 0 4 16,75 4 2-16,-75-4-1 0,0 0 4 0,56-13-9 15,-56 13 13-15,0 0 2 16,46-27-3-16,-46 27 6 0,0 0 5 0,27-36 0 0,-27 36 6 16,0 0-5-16,12-39 18 0,-12 39 11 15,0 0-6-15,-2-38 3 0,2 38-1 0,0 0-1 16,-10-36 9-16,10 36-22 0,0 0 4 0,-27-24 5 0,27 24-29 0,0 0-8 0,-27-31-82 15,27 31 107-15,-51-15 1 16,51 15-21-16,0 0 10 0,0 0-20 0,-41-23 8 16,41 23-2-16,0 0 2 0,0 0-5 0,-56-12-2 15,56 12 9-15,0 0-9 0,-51 12 4 0,51-12-22 0,0 0 10 16,0 0-2-16,-68 0 1 0,68 0 12 16,0 0-24-16,0 0 15 0,0 0-6 0,0 0-11 0,0 0-7 15,0 0-17-15,0 0-2 0,0 0-13 16,0 0-7-16,0 0-24 0,0 0 3 0,0 0 13 15,0 0 16-15,0 0 18 0,0 0 15 16,0 0 11-16,0 0 0 0,0 0-9 0,20-37 17 0,-20 37 4 16,36-18 19-16,-36 18-36 0,39-22 17 0,-39 22 4 15,34-25-1-15,-34 25 6 0,39-21-2 0,-39 21-1 16,31-21 17-16,-31 21 108 0,37-23-127 0,-37 23-11 16,31-24 13-16,-31 24 12 0,34-23 1 0,-34 23-1 15,39-22-6-15,-39 22 4 0,37-21 19 0,-37 21-22 0,39-22-4 16,-39 22 30-16,36-23-19 0,-36 23-17 0,41-20 22 15,-41 20-7-15,0 0-7 0,51-24-7 0,-51 24-1 16,0 0 11-16,49-21-1 0,-49 21-4 0,0 0-5 16,0 0-42-16,53-13 43 0,-53 13 6 0,0 0-8 15,0 0 4-15,0 0-9 0,0 0 57 0,0 0-71 16,0 0 6-16,0 0 5 0,61 5 13 0,-61-5 19 16,0 0 8-16,27 24 32 0,-27-24 4 0,29 29 27 15,-29-29 5-15,34 36 35 0,-34-36 17 0,41 52 19 0,-16-22-3 16,-3 0-20-16,2 0-17 0,-2 3-30 0,2 1-8 15,0 0-16-15,3-1 1 0,0 0-36 0,-3 1-8 16,3 2-78-16,2-5-164 0,-2 3-131 0,-1-3-255 0,6 0-520 16,-20 9-206-16,20-15-879 0,-8 0-807 15</inkml:trace>
  <inkml:trace contextRef="#ctx0" brushRef="#br0" timeOffset="74364.36">14656 3590 326 0,'0'0'495'0,"-12"-33"22"0,12 33 37 0,0 0-8 0,-15-37-39 0,15 37 5 0,0 0-44 0,0 0-49 0,-21-38-69 0,21 38-62 0,0 0-33 0,-32-27-37 16,32 27-18-16,0 0-37 0,-29-23-18 0,29 23-30 0,0 0 20 16,-24-25-24-16,24 25-15 0,0 0-13 0,-32-39-22 15,32 39-4-15,0 0 27 0,-46-26-46 0,46 26 4 16,-39-27-15-16,39 27 12 0,-49-19 9 0,49 19 49 15,-56-14-76-15,56 14 12 0,-65-18 4 16,65 18 10-16,-73-16 3 0,73 16-128 0,-75-8 119 0,75 8 21 16,-78-6-28-16,78 6 1 0,-83-4-16 0,83 4-126 0,-77 5 136 15,77-5 9-15,-83 8 2 0,83-8-24 16,-78 16-6-16,78-16 1 0,-75 19-21 0,34-4 13 16,41-15 4-16,-73 33-19 0,34-12 7 0,2 4 5 15,3 1 0-15,0 2-1 0,3 1-10 0,-1 5 1 0,5 2 0 16,-2 7 2-16,7-1-3 0,3-1 0 0,-1 6 5 15,8 5 12-15,-2-3-24 0,-3 3 16 0,17 1-8 0,5 0-6 16,-1 0 17-16,9 1-1 16,-16 0-17-16,13-7 25 0,12 3-11 0,4 2-5 0,1 0-2 0,7-4 20 15,0 11-26-15,3-18 40 0,2 1-32 0,4-1 4 16,8-5 21-16,5-1 3 0,0-7-11 0,2-1-3 16,3-3 8-16,5-8-3 0,2 1-1 0,2-9 0 0,3-1-4 15,0-5 8-15,0-9 0 0,2-2-30 0,-2-2 18 16,0-4-10-16,0-3 16 0,-5-3 2 0,0-6 5 15,-5 1 5-15,-9 7-26 0,6-10 12 16,-6-6 4-16,-3-4 28 0,-7 1-16 0,-18-2 33 16,6 2-5-16,2-2 18 0,-5-2 39 0,-9 1-10 0,1 0 68 0,-23-4-29 15,9 2 32 1,-2 1-12-16,-5-2 5 0,-5-1 8 0,-4 2 10 0,-4-2 5 0,-4 3-1 16,-2-1 12-16,-5-3 20 0,-5 6 9 15,-1 3-9-15,-6 0-14 0,-1 1-24 16,-4 15-33-16,-3-14-4 0,-2 3-11 0,3 0-26 15,-4 2-30-15,-1 3-28 0,-3 3-61 0,-5 1-54 0,15 5-104 16,-3 6-145-16,-2-1-124 0,46 13-99 0,-98-14-65 16,98 14-202-16,-94 11-273 0,43 5-110 0,-3 3-2 0,8 8-760 15,-3 3-638-15</inkml:trace>
  <inkml:trace contextRef="#ctx0" brushRef="#br0" timeOffset="75381.1">15179 4867 134 0,'0'0'496'0,"0"0"81"0,0 0 46 0,0 0-45 0,0 0-32 0,0 0 9 0,0 0-77 0,0 0-75 0,0 0-47 0,0 0-69 16,-8-38-57-16,8 38-38 0,0 0-19 0,0 0-7 15,0 0 12-15,0 0-22 0,0 0-16 0,-5-35-2 16,5 35-7-16,0 0-7 0,0 0-5 0,0 0-14 0,0 0 16 16,-31-26 1-16,31 26-8 0,0 0-3 0,0 0 12 15,0 0 7-15,0 0 46 0,-51-18-11 0,51 18-23 16,0 0-18-16,0 0-19 15,-63 0-21-15,63 0 17 0,0 0-58 0,-71 8-9 0,71-8-12 0,-56 18-8 16,56-18 0-16,-58 27-19 0,58-27 6 0,-56 35 5 16,29-12-1-16,1 0-16 0,6 5 1 0,-2 4-6 15,-2-4 0-15,24-28-5 0,-15 59 3 0,15-59 29 16,-9 65-33-16,9-65 3 0,19 65-3 16,-4-34 8-16,2-1-15 0,7 2 21 0,0-6-10 0,3-3 8 0,2 2 0 15,3-2-9-15,-1-6-13 0,-31-17 7 16,73 29 1-16,-73-29 3 0,68 21-2 0,-68-21 6 0,66 10 6 15,-66-10 0-15,61 6-7 16,-61-6-15-16,0 0-16 0,73-4-21 0,-73 4-9 16,56-3-51-16,-56 3-123 0,0 0 17 0,0 0-151 0,0 0-156 0,0 0-194 0,51-17-166 15,-51 17-84-15,0 0-578 0,0 0-503 16</inkml:trace>
  <inkml:trace contextRef="#ctx0" brushRef="#br0" timeOffset="78223.53">5783 14728 4 0,'0'0'259'0,"0"0"87"0,0 0 31 0,0 0 24 0,0 0 24 0,0 0-10 0,-20-32-15 0,20 32 1 0,0 0 8 0,0 0-24 0,0 0-22 15,0 0-19-15,0 0-23 0,0 0-17 0,0 0-33 16,0 0-15-16,0 0-19 0,0 0-16 0,0 0-9 15,0 0-21-15,0 0 9 0,0 0 2 0,-17-30 26 16,17 30 15-16,0 0-5 0,0 0 1 0,0 0 0 16,0 0-9-16,0 0-18 0,0 0-11 0,0 0 22 15,0 0-81-15,0 0-3 0,0 0-52 0,0 0-23 0,0 0-13 16,0 0-20-16,0 0-4 0,0 0-14 16,0 0-16-16,0 0-10 0,0 0-5 0,0 0-8 0,0 0 0 15,20 26 8-15,-20-26 8 0,0 0 3 0,26 28 65 16,-26-28-79-16,29 29 9 0,-29-29-1 0,37 37 8 15,-37-37-1-15,46 47 0 0,-24-18 8 0,5-1 3 16,2 3 3-16,-2 0 0 0,2 3 1 0,0-1-1 16,2 2-2-16,-1-8 3 0,-1 12-11 0,2-2 21 15,-1 0-6-15,1 0 4 0,-2 0-9 0,3-3-1 0,2 5-1 16,-3-4 7-16,-1-1-6 0,1-1-4 0,-2 1 3 16,1-1 0-16,-1-3-1 0,-5 3 2 15,3-4-2-15,-3 1-3 0,0-3 13 0,-2-1-7 16,-2 3-8-16,-20-29 6 0,41 45 0 0,-41-45-2 15,36 41 0-15,-36-41 1 0,32 39-5 0,-32-39 0 16,29 34 0-16,-29-34 8 0,27 35-6 0,-27-35 1 0,24 32-6 16,-24-32 3-16,24 30-2 0,-24-30 6 0,22 28-3 15,-22-28-2-15,27 28-1 0,-27-28 1 0,27 28-1 16,-27-28 8-16,26 29-6 0,-26-29 6 0,27 30-5 16,-27-30-2-16,22 30 31 0,-22-30-36 15,29 37 5-15,-29-37 1 0,22 28-2 0,-22-28 0 0,20 27-28 0,-20-27-83 16,19 28-70-16,-19-28-104 0,0 0-33 0,5 40-56 15,-5-40-91-15,0 0-179 0,7 36-212 0,-7-36-183 0,0 0-55 16,-36 23-672-16,36-23-572 0</inkml:trace>
  <inkml:trace contextRef="#ctx0" brushRef="#br0" timeOffset="78438.44">6531 16334 179 0,'0'0'776'0,"-22"28"-10"0,22-28-129 0,0 0-132 0,0 0-44 0,0 0-66 0,0 0-70 0,27 23-52 15,-27-23-40-15,0 0-39 0,65 12-42 0,-65-12-21 0,66 7-27 0,-66-7-24 16,73 5-40-16,-73-5-43 0,80 3-34 16,-80-3-82-16,83 0-87 0,-83 0-92 0,82 0-114 15,-82 0-77-15,73-3 15 0,-73 3-14 16,61-15-42-16,-61 15-414 0,49-15-144 0</inkml:trace>
  <inkml:trace contextRef="#ctx0" brushRef="#br0" timeOffset="78650.34">7092 15970 284 0,'0'0'836'0,"0"0"64"16,-41-20-98-16,41 20-17 0,0 0-104 0,0 0-108 15,0 0-98-15,-37-22-89 0,37 22-80 0,0 0-68 16,0 0-57-16,0 0-43 0,0 0-35 0,0 0-16 0,0 0-13 15,32 23-17-15,-32-23-2 0,49 50 0 0,-20-17-25 0,5 5 27 16,0 5-6-16,2 2-21 0,-2 0-62 0,-2-1-50 16,-1 5-72-1,-1-3-76-15,-1 0-140 0,-5 3-150 0,-2-4-181 16,0-1-70-16,-8-7-17 0,-6 1-667 0,-8-38-463 0</inkml:trace>
  <inkml:trace contextRef="#ctx0" brushRef="#br0" timeOffset="79589.73">5340 13362 207 0,'0'0'707'0,"0"0"50"0,0 0-17 0,0 0-42 0,0 0-3 0,-7-37-97 0,7 37-83 0,0 0-127 0,0 0-20 0,0 0-56 0,0 0-100 0,0 0-21 0,0 0-48 0,0 0 39 0,0 0-113 0,0 0 0 0,0 0-18 0,0 0-23 16,0 0-31-16,0 0 30 0,-39-16-11 15,39 16 5-15,0 0-11 0,0 0-10 0,-58 21-7 16,58-21 28-16,-46 20-19 0,46-20-7 0,-56 30-3 0,22-12 14 16,2 4 1-16,1-2 2 0,-3 3-12 0,2-2-7 15,-2 1 14-15,5 1-8 0,-3-3-5 16,32-20 25-16,-46 38-4 0,46-38 144 0,-39 36-191 0,39-36 6 0,-27 32 9 15,27-32-17-15,-19 27 9 0,19-27 6 0,0 0 1 16,-15 36 4-16,15-36-1 0,0 0 6 0,5 38 3 16,-5-38 5-16,0 0-5 15,12 44 19-15,-12-44-9 0,13 31 6 16,-13-31-20-16,12 36 24 0,-12-36-9 0,14 41-2 0,-14-41 27 16,27 41-24-16,-27-41 5 0,24 45-12 0,-24-45-6 15,32 41 10-15,-32-41 10 0,36 46-3 0,-36-46-11 0,42 49 8 0,-42-49 6 0,39 50-5 16,-15-26-5-16,0 3 15 0,0 0-9 15,3-1 1-15,-2 1 6 0,1-3 22 0,-4 1-20 16,2 2 5-16,1-1 2 0,-3 1 28 0,-22-27-29 16,41 51 22-16,-41-51-9 0,36 35 11 0,-36-35-14 15,29 53 14-15,-29-53-13 0,25 46-1 16,-25-46 10-16,17 46-20 0,-17-46-4 0,17 36 27 0,-17-36-40 0,0 0-3 16,12 45 3-16,-12-45-75 0,0 0 9 15,0 0-74-15,0 0-96 0,10 41-152 16,-10-41-184-16,0 0-227 0,0 0-80 0,0 0-157 0,0 0-384 15,0 0-448-15</inkml:trace>
  <inkml:trace contextRef="#ctx0" brushRef="#br0" timeOffset="79780.44">5229 14360 296 0,'0'0'843'0,"0"0"-29"0,0 0-164 0,0 0-94 0,0 0-73 0,0-48-76 0,0 48-77 0,36-48-69 0,-4 18-53 0,2 2-44 0,5-4-31 0,4 1-30 0,6 3-30 0,-1 1-111 0,3 6-174 0,0-1-210 0,-2 3-196 16,-5-2-81-16,2 7-668 0,-46 14-435 0</inkml:trace>
  <inkml:trace contextRef="#ctx0" brushRef="#br0" timeOffset="86116.44">9505 12521 47 0,'0'0'275'0,"0"0"111"0,0 0 27 0,0 0 40 0,0 0-40 0,0 0-41 0,0 0-28 0,0 0-10 0,-44-19-32 0,44 19-56 0,0 0-19 0,0 0-12 0,0 0-19 0,0 0-4 16,-29-22 1-16,29 22-13 0,0 0-5 0,0 0 3 0,0 0-13 0,-34-26-13 0,34 26-11 15,0 0-21 1,-31-27-8-16,31 27 3 0,0 0 1 0,0 0-11 16,-56-18-10-16,56 18-13 0,0 0-9 0,-56-12-6 0,56 12-18 0,0 0-10 0,-63-5-4 15,63 5-9 1,0 0-2-16,-73-1-9 0,73 1-10 0,0 0-11 0,-63 6 14 16,63-6-5-16,0 0 2 0,-59 12-11 0,59-12-1 0,0 0 4 0,-51 20-2 0,51-20 1 31,0 0-1-31,-44 28-4 0,44-28 2 0,-26 23 5 15,26-23-6-15,-25 30 3 0,25-30 1 0,-21 34-1 16,21-34-9-16,-25 33-9 0,25-33 25 0,-19 36 0 16,19-36-3-16,-20 38-1 0,20-38 5 0,-17 39-2 0,17-39-3 15,-12 31 6-15,12-31-4 0,-10 38 0 0,10-38-4 16,-9 35-5-16,9-35 1 0,0 43 14 0,0-43-12 16,0 0 3-16,7 37-6 0,-7-37 8 0,0 0-1 15,20 33-7-15,-20-33 3 0,0 0 7 0,0 0-19 16,21 31 12-16,-21-31-3 0,0 0 1 0,0 0-5 0,0 0 2 15,37 25-6-15,-37-25 11 0,0 0 4 0,29 24-14 16,-29-24 4-16,0 0 4 0,0 0 1 0,56 4 9 16,-56-4-2-16,0 0-4 0,61 4-4 0,-61-4 3 15,0 0 4-15,68-2-8 0,-68 2 3 0,0 0-5 16,68-4 1-16,-68 4-77 0,0 0 87 0,73-5-3 0,-73 5 3 16,0 0-4-16,63-11-5 0,-63 11 5 0,0 0 6 15,53-23-2-15,-53 23-5 0,0 0 1 0,51-16 1 16,-51 16 3-16,37-17-2 0,-37 17-13 0,41-20 21 15,-41 20-8-15,29-21 10 0,-29 21-8 0,0 0 18 16,41-32-18-16,-41 32 4 0,0 0 3 0,30-21 1 16,-30 21 13-16,0 0 15 0,0 0 37 0,19-30 8 15,-19 30-31-15,0 0-9 0,0 0 6 0,0 0-3 16,0 0-12-16,0 0-11 0,7-42 4 0,-7 42 8 0,0 0-2 16,0 0 9-16,0 0-17 0,3-41 15 0,-3 41-15 15,0 0 4-15,0 0 14 0,-10-41 5 16,10 41-22-16,0 0 16 0,-17-33 3 0,17 33-13 0,0 0-1 0,-27-36 3 15,27 36-15-15,-24-23 1 16,24 23 22-16,-29-22-39 0,29 22 25 0,-32-22-7 16,32 22-9-16,0 0 1 0,-53-24 26 0,53 24-11 15,0 0-31-15,-56-22 9 0,56 22 14 0,0 0-20 0,-58-16 19 0,58 16-10 16,0 0 4-16,-54-7-15 0,54 7 13 16,0 0 3-16,0 0-23 0,0 0 7 0,0 0-42 0,0 0 10 15,-58-3-8-15,58 3-8 0,0 0-19 0,0 0-39 0,0 0-25 16,0 0 2-16,-32 21-9 0,32-21-12 15,0 0-29-15,-24 28-57 0,24-28-33 0,0 0-55 16,-19 35-73-16,19-35-62 0,0 0-78 0,-22 36-16 0,22-36-5 16,-34 19 9-16,34-19-485 0,-30 22-232 0</inkml:trace>
  <inkml:trace contextRef="#ctx0" brushRef="#br0" timeOffset="89662.28">23401 5575 114 0,'-41'-34'381'0,"-3"4"74"0,3 2-33 16,-5 0-3-16,2 0-43 0,-5-2-18 0,5 3-25 0,1-3 0 0,-8 5-23 0,7-3-22 0,0 2-27 0,1 1-27 0,-23 0-20 0,29 2-30 0,1-2-18 0,2 3-23 15,0 0-4-15,2 1-19 0,32 21-1 0,-58-37-7 0,58 37 17 16,-63-34-5-16,63 34-9 0,-68-32-10 15,68 32-18-15,-80-28-17 0,36 14-13 0,-5 3-33 16,-4 1 19-16,-1-8-12 0,-6 6-8 0,-6 5-3 0,-2 3-5 16,-2-3-4-16,-6 5-3 0,1 9-4 0,-3-14 0 15,-4 7 2-15,-1 0-4 0,-2 2 0 0,0 2 9 16,-3 2-11-16,3-5-4 0,0 4 6 0,-2 1-6 16,4 2 7-16,1-3-4 0,-1-1 0 0,0 5 2 15,-2-2-7-15,5 2 1 0,-2-4 2 0,1 4 7 0,-1-2-3 16,-3-1 1-16,2 1-7 0,-2 1-6 0,-2 1 13 15,-3-3-4-15,-5 2-4 0,-5 3 4 0,3 1-12 16,-10 0 9-16,5 1 0 0,0 3 0 0,-2-2 1 16,4 3 5-16,-12 0-9 0,27-1 6 0,-12 4 2 15,-3-2-8-15,1 5 8 0,-3-3-19 16,2 4 14-16,0 1-4 0,6 0 12 0,-1-2-18 0,3 2 9 16,4-2 3-16,3 3-1 0,5-1-3 15,2 2 2-15,3-1 0 0,2 2-15 0,7-6 14 16,3 6 10-16,5 0-9 0,4 2-2 0,3 0-13 0,-2-7 24 15,2 17-7-15,5-4 3 0,4-1 0 0,1-1-4 16,-3 3-59-16,8-3 70 0,-3 3-1 0,0-1 0 16,3 2-20-16,-1-1 27 0,3-5-4 0,0 3-9 15,3 6 2-15,-1-3-2 0,-2 3 0 0,5-4-5 0,9 4 7 16,-11 5 0-16,-1-7 5 0,6 1-7 0,4-6-4 0,-3 6-1 16,6 0-2-16,4-3 1 0,1 3 3 0,6-3-5 15,1 0 3-15,2 4 0 0,3 0 2 0,4-4 0 0,1 3-1 16,2 0 3-16,-1-2-9 0,1 3 10 15,5 3-4-15,5-5 2 16,2-5 2-16,-3 3-3 0,8-6-1 0,0 3 3 0,2-8 0 0,1 2-5 0,1 0 6 16,3-2 0-16,3 2-2 15,4 2 2-15,-2-9-1 0,3 2 2 0,2 2-2 0,0-2 0 0,2 2-2 16,-2 3 2-16,0-5 1 0,4 0-3 0,-1 2 3 16,4-1 7-16,0-1-10 15,3-2 2-15,-18 4 0 0,25-2 2 16,0-7-9-16,5 5 0 0,-3 2 9 0,5-1-2 0,0-4 3 0,6-3-2 0,3-1 1 15,1 0 2-15,5-1 0 16,2-4 3-16,3-1-1 0,-1-3-5 0,6 0 0 16,2-2-2-16,2-1-6 0,-7-1 14 0,3 1-5 15,6-2 0-15,1-2 3 0,0 1-2 0,2 1-2 0,0-2 0 0,10-1 0 0,-14 3-1 16,-1-3 2-16,3 1-1 0,-5-3 20 16,2 3-19-16,0-4-2 0,5 0 1 0,-4 3 0 15,6-5-5-15,-1 2 5 0,-4-5 1 16,4 5-1-16,-4-4 1 0,1 3 3 0,-5-6-2 15,0 8-2-15,2-7 1 0,-2 1 2 0,2 3-3 0,-6-6-11 0,11 6 15 0,-15-6 0 16,-1 7-1-16,1-4-19 16,3 1 21-16,0-3 1 0,-2 3-5 0,4-3-1 15,-2 0 0-15,0-4-3 16,3 0-2-16,-6 4-3 0,1-2 9 0,-3-5-4 0,-2 4 3 16,-3-3-4-16,-2 0 3 0,-2-1 3 0,-1-1 1 15,-7-2-3-15,3 4 2 0,-5-5-1 0,2 3 3 16,-5-2 1-16,-2 2 0 0,-2-2-6 0,-6 2 4 15,-7-4-62-15,10 2 76 0,-4 2-2 0,-4-6 1 16,4 2-3-16,-4 0-3 0,-1 1 0 0,-8 0 6 0,2-3 17 16,-2 1 7-16,2-1 5 0,-4 1 1 15,-5-3 8-15,0-1 1 0,-3-1 101 0,0-2-143 0,0 0 13 16,-2-4-11-16,3 3 5 0,-6-6 2 0,0-1-2 16,-2 4 12-16,0-5 0 0,-7 3 22 0,2 0 14 15,-4 0 7-15,-13-3 47 0,0 2-59 0,7-2 16 16,-2 1-10-16,-5 1 113 0,-2-1-112 0,-7 3 13 15,1-5 12-15,-16-1 2 0,3 1 5 0,-8 3 13 16,-5-3 12-16,-10 1-16 0,-2-2 4 0,-7 0 4 0,-5 0-16 16,-3 1-8-16,-4 0-26 0,-6 3-7 0,-2-4-14 15,-7 3-16-15,-7 2-2 0,2 4-15 0,-9-13-30 16,-4 18-60-16,-6 0-72 0,-12 4-80 0,-8 4-102 16,-10 5-211-16,6 10-299 0,-3 5-225 15,-13 11-99-15,6 1-708 0,2 3-609 0</inkml:trace>
  <inkml:trace contextRef="#ctx0" brushRef="#br0" timeOffset="91534.44">18133 13694 580 0,'-70'-9'1050'0,"-1"2"-108"0,1 2-88 16,7 2-61-16,2 3-98 0,61 0-88 0,-97-3-71 0,97 3-93 0,-66 0-101 0,66 0-53 0,0 0-67 0,-56 15-60 0,56-15-35 0,8 41-31 16,13-8-58-16,13 9 93 0,10 4-67 0,14 9 22 0,18 1 4 15,11 8 27-15,13 5 28 0,9 7 47 0,8 7 8 16,2 7 19-16,10 4-6 0,0 8-25 0,2 1-12 15,0 6-30-15,-5 4-14 0,1 3-18 0,-3 3-18 0,-8-4-12 16,-4 1-22-16,-3-6-9 0,-7-4-5 16,13-2-73-16,-26-4-95 0,-1-7-46 0,-3-10-71 0,-2-5-52 15,-13-9-40-15,-7-9-75 0,-7-12-38 0,-7-10-127 16,-1-4-140-16,6-13-74 0,14-10-133 0,-68-11 25 16,63-6-953-16,-63 6-601 0</inkml:trace>
  <inkml:trace contextRef="#ctx0" brushRef="#br0" timeOffset="91751.89">20723 14134 223 0,'-12'-49'1016'16,"-7"6"57"-16,-3 4-102 0,3 11 24 0,19 28-43 0,-51-41-90 0,51 41-111 15,-76-3-26-15,28 15-110 0,-13 13-95 0,-7 19-69 16,-17 18-76-16,-10 17-66 0,-17 26-64 15,-19 20-35-15,-32 28-53 0,-7 25-48 0,-17 19-196 0,-22 26-292 16,-31 10-154-16,-18 21-243 0,-4 18-515 0,-40 13-187 16,-4 7-940-16,-7 7-1016 0</inkml:trace>
  <inkml:trace contextRef="#ctx0" brushRef="#br0" timeOffset="94251.79">25350 9030 144 0,'0'0'752'0,"-20"-36"62"0,20 36-39 0,-12-30-14 0,12 30-18 0,-22-27-115 0,22 27-73 0,0 0-87 0,-22-28-83 0,22 28-67 0,0 0-64 0,0 0-41 0,-29-23-30 0,29 23-6 0,0 0-50 0,0 0-9 0,0 0-23 15,0 0-27-15,0 0 3 0,-73-3-25 16,73 3-12-16,-48 11-7 0,48-11-5 0,-54 18-4 16,54-18 3-16,-53 20-13 0,53-20 3 15,-61 21-1-15,61-21-5 0,-56 29 3 0,56-29-5 0,-53 33-6 0,53-33 14 16,-51 34-23-16,51-34 3 0,-54 30 8 0,54-30-11 16,-41 28 5-16,41-28 7 0,-32 32-7 0,32-32 34 0,-41 35-37 15,41-35-9 1,-12 34 27-16,12-34-28 0,0 0 9 0,-10 53-4 15,10-53 7-15,3 41-5 0,-3-41 3 0,12 43 3 16,-12-43-3-16,17 50 21 0,-17-50-11 0,24 51 90 16,-24-51-92-16,34 55 9 0,-19-23 4 0,4-2-15 0,1 2 8 0,-1 2 26 0,3 2-20 15,-3 0 13 1,-2-1 13-16,8 4 20 0,-8-3 34 0,0 2-22 0,-3 3-18 16,-4-4-10-16,7 3 0 0,-7-2 18 0,2 1-25 0,-7-3-6 0,2 0-1 0,-7-36-5 15,10 67-8-15,-10-67 3 16,5 62 2-16,-5-62-10 0,4 49 0 0,-4-49-14 15,17 34-41-15,-17-34-70 0,0 0-61 16,-12 36-43-16,12-36-35 0,0 0-82 0,0 0-160 0,0 0-114 0,0 0-254 0,0 0-59 0,-51-36-921 16,51 36-603-1</inkml:trace>
  <inkml:trace contextRef="#ctx0" brushRef="#br0" timeOffset="94420.39">24820 9957 69 0,'0'0'372'16,"0"0"127"-16,0 0-4 0,24-37-12 0,-24 37-40 0,42-30-59 16,-42 30 30-16,68-46-13 0,-34 23-37 0,-34 23-43 15,73-50-44-15,-25 26-41 0,3-5-40 0,3 6-41 0,-3-1-26 16,2 0-24-16,-11 2-32 0,1 2-147 16,-1 4-197-16,-6-4-148 0,-2-3-303 0,-34 23-901 15,27-24-521-15</inkml:trace>
  <inkml:trace contextRef="#ctx0" brushRef="#br0" timeOffset="95212.46">26373 6029 302 0,'0'0'735'0,"-5"-42"64"0,5 42-32 0,-10-36 11 0,10 36-157 0,-17-35 54 0,17 35-80 0,-24-28-87 0,24 28-66 0,-32-25-56 0,32 25-32 0,0 0 1 15,-41-23-66-15,41 23-47 0,0 0-38 16,-58-12-51-16,58 12-16 0,0 0-51 0,-81 9-3 0,81-9-43 0,-68 19 0 0,32-3-19 16,-8 2-1-16,3 5-9 0,-3 0-7 0,3 20 9 15,-8-14-14-15,-2 3 1 0,3 1 0 0,4 6 33 16,3-1-39-16,4 0-11 0,6-1-6 0,-1-5-6 15,10 7-43-15,3-1 44 16,7-2 12-16,2 1-10 0,10-37 11 0,0 63-4 0,0-63 4 16,19 59-5-16,-19-59 6 0,34 54 2 15,-34-54 2-15,56 40 4 0,-56-40 12 0,66 30 3 0,-66-30-2 0,78 19 9 0,-78-19 6 16,85 12-15-16,-85-12 10 16,70 5-12-16,-70-5 1 0,61 3 8 0,-61-3-12 0,0 0-13 0,63 0-20 15,-63 0-29-15,0 0 0 0,0 0-100 16,0 0-31-16,0 0-42 15,0 0-80-15,0 0-153 0,70 0-132 0,-70 0-191 0,0 0-152 0,0 0-976 0,81-13-625 16</inkml:trace>
  <inkml:trace contextRef="#ctx0" brushRef="#br0" timeOffset="96105.23">31993 5301 170 0,'-75'-32'659'0,"33"18"9"0,42 14-32 0,-73-23-56 0,73 23-13 0,-70-14-75 0,70 14-77 0,-63-9-84 0,63 9-73 0,0 0-57 0,-78 11-47 0,78-11-34 0,-49 29-24 15,49-29-21-15,-48 45-10 0,23-13-38 0,11-2 4 16,-3 11-7-16,5-1-7 0,-3 1 1 0,10 3-8 0,3-5-4 16,-1 7-3-16,8-2-2 0,-5-1-2 0,10-5 3 0,7-2-2 15,-2 1 0-15,4 0 3 0,8-7-3 16,-3-4 7-16,-24-26-3 0,56 45 7 0,-56-45-4 0,58 23 6 16,-58-23-2-16,54 13 21 0,-54-13 1 0,68-1-8 15,-68 1 5-15,68-16 0 0,-68 16 13 0,58-23 23 16,-58 23 11-16,49-30 10 0,-49 30 7 0,41-37 0 0,-41 37-8 15,34-42-13-15,-34 42 18 0,24-43 5 0,-24 43 6 16,15-44 14-16,-15 44 9 16,5-37 2-16,-5 37-26 0,0 0 12 0,-12-46-89 0,12 46 73 0,0 0-14 15,-17-30-15-15,17 30-7 0,0 0-24 16,0 0 33-16,0 0-67 0,0 0-26 16,0 0-12-16,0 0-2 0,4-42-15 0,-4 42 44 0,0 0-35 0,0 0-1 15,44-17 10-15,-44 17-6 0,46-10 24 0,-46 10-1 16,47-15 8-16,-47 15-1 15,48-10-1-15,-48 10 8 0,51-12 3 0,-51 12-1 0,0 0-1 0,61-13 16 0,-61 13-18 16,0 0 7 0,0 0 8-16,61-5 3 0,-61 5 1 0,0 0-3 0,0 0-10 15,51 7 0-15,-51-7 3 0,0 0 6 0,51 23-8 0,-51-23 4 16,39 28-5-16,-39-28 5 0,41 38 18 16,-22-11 27-16,3 1 4 0,0 9-4 0,2-6 7 0,1 6 20 15,-6 1-16-15,3 4-8 0,-3-1-7 0,-2 2-4 16,3 4-11-16,-8 0-77 0,-7 0 118 0,2 0-176 0,-7 9-127 0,-7-1-245 15,7-4-342 1,-17-6-295-16,-5 4-1081 0,-7 3-801 0</inkml:trace>
  <inkml:trace contextRef="#ctx0" brushRef="#br0" timeOffset="96740.22">26088 10863 694 0,'0'0'1054'0,"-55"5"-128"0,55-5-59 0,0 0-70 0,-54 6-108 0,54-6-102 0,0 0-94 0,0 0-95 0,0 0-86 0,0 0-51 16,0 0-60-16,-36 16-31 0,36-16-46 0,0 0-21 15,24 26-19-15,-24-26-14 0,39 36-13 0,-39-36-18 16,46 52-4-16,-19-25-3 0,4 1-5 0,-4 5-1 0,5-2 0 16,-1-1-14-16,1 0 16 0,-5 0 0 0,-1-5 3 15,6-2 36-15,-32-23-54 0,41 37 27 0,-41-37 31 16,37 21 65-16,-37-21 80 0,0 0 94 16,0 0 106-16,0 0 96 0,80-19 52 0,-58-8-38 15,4-11-60-15,11-2-64 0,-6-20-68 0,6-5-76 16,4-11-45-16,8-14-55 0,4-11-31 0,15-13-34 0,0-14-35 15,17-11-17-15,10-14-57 0,5 0-214 0,16-8-261 0,6-5-300 16,-6-1-140-16,23 9-542 0,2-4-553 0,-15 16-835 0,1 10-1349 16</inkml:trace>
  <inkml:trace contextRef="#ctx0" brushRef="#br0" timeOffset="133643.76">12958 10599 81 0,'0'0'340'0,"0"0"157"0,-56 7-23 0,56-7 2 0,0 0-27 0,0 0-51 0,-71-2-14 0,71 2-42 0,0 0-47 0,0 0-51 0,-63-3-35 0,63 3-23 16,0 0-16-16,0 0-26 0,0 0-26 0,0 0-26 16,0 0-28-16,0 0-7 0,0 0-16 0,0 0-14 15,0 0-6-15,-43-13-5 0,43 13-10 0,0 0 0 16,0 0-3-16,0 0-3 0,0 0 6 0,0 0 1 0,12 37-14 15,-12-37 14-15,0 0-2 0,17 37-2 0,-17-37 2 16,19 34-1-16,-19-34-1 0,32 36-1 16,-32-36-5-16,17 30 4 0,-17-30-2 0,19 27 1 15,-19-27-14-15,0 0 15 0,37 27 0 0,-37-27 19 0,0 0 60 16,60 7 57-16,-60-7-36 0,59-25 97 0,-11 0-13 0,6-10 7 16,9-7 86-16,5-10-153 0,10-8 32 15,2-3-63-15,2-6-1 0,1-2-16 0,7-1 12 16,-3-1-18-16,-1 1-35 0,-1-1 16 0,0 6-5 15,0 0-16-15,-3 2 37 0,-4 8 23 0,-3 2-59 0,-4 8-3 16,-8 4-13-16,-2 5 1 0,-8 5 0 0,-4 7-23 16,-10 2 21-16,-3 4 28 0,-36 20-53 0,49-28 9 15,-49 28 6-15,0 0 4 0,46-23 1 0,-46 23-6 16,0 0 1-16,0 0 1 0,0 0-2 0,39-18 3 16,-39 18-6-16,0 0 15 0,0 0-24 0,0 0 13 15,0 0-2-15,0 0 0 0,0 0 16 0,0 0 17 16,0 0-31-16,0 0-31 0,0 0 26 0,0 0 8 0,0 0-3 15,0 0 2-15,0 0-10 0,0 0 1 0,0 0 0 16,0 0 5-16,0 0-3 0,0 0-1 0,0 0-10 0,0 0-30 16,0 0-53-16,0 0-79 0,0 0-185 15,0 0-190-15,0 0-222 0,0 0-146 0,0 0-1051 0,-5 46-645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4:01:25.372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15626 8414 83 0,'0'0'299'0,"-20"-29"146"0,20 29-11 0,-29-34 76 0,29 34-20 0,0 0-6 0,-46-36 29 0,46 36 1 0,-37-35-22 0,37 35-43 0,-38-33-48 0,38 33-50 0,-37-35-28 0,37 35-9 0,-39-31-58 15,39 31-56-15,-43-27-20 0,43 27-26 0,-32-24 21 16,32 24-27-16,0 0-16 0,-49-19-14 15,49 19-10-15,0 0 8 0,0 0-54 0,-43-18-25 16,43 18-18-16,0 0-25 0,0 0-45 0,0 0 18 0,0 0-4 16,0 0-23-16,0 0 33 0,0 0 13 0,0 0-2 15,7 46 16-15,-7-46-3 0,34 42-18 16,-10-17 11-16,5 3 7 0,5 3 5 0,10 2 9 16,2 7 3-16,8 0-1 0,7 0-2 0,7 6-14 0,9 4 9 0,8 4 9 15,-2 5-12-15,12 2 8 0,9 2-16 0,6 5 9 16,9 1-6-16,2 5 23 15,8 4-23-15,5 1-3 0,-1 8 23 0,3 4-21 16,5 4-22-16,-5 0 5 0,5 9 3 0,-2-1 5 0,4 4 14 16,-2 12-15-16,0-1 13 0,0 2-5 0,-3-1-4 15,3-1 11-15,5 0-6 0,-5 17 9 0,-15-28 19 0,13 0-8 16,-6-1-10-16,4-9 27 16,-9 0-24-16,-1-7 4 0,-1-3-7 0,-5-6 2 0,-6-1-16 15,-4-7 4-15,-4-10 15 0,-5 2-7 0,-4-14 4 0,-8 2-10 0,-8-7-7 16,-11-2-41-16,-3-6 4 15,-10-5-40-15,-9-6-35 0,11-4-122 0,-60-23-53 0,56 33-33 16,-56-33-59-16,27 27-131 0,-27-27-204 0,0 0-55 16,0 0-65-16,0 0-482 0,-78-17-419 0</inkml:trace>
  <inkml:trace contextRef="#ctx0" brushRef="#br0" timeOffset="433.29">20067 7609 259 0,'0'0'456'0,"-24"-57"16"0,24 57 6 0,-31-42-27 0,31 42-47 0,-39-32-28 0,39 32 7 0,-44-19-41 0,44 19-61 0,0 0-67 0,-66-9-27 0,66 9-40 0,-51 9-18 0,51-9-8 0,-48 37 7 16,26-11 10-16,0 7 10 0,0 21 17 0,-5-1 6 15,1 3-4-15,4 8-9 0,-7 14 40 0,-8 8-13 16,1 11-19-16,-13 11-3 0,-4 9-23 0,-6 12-37 15,-9 8 13-15,-12 9-15 0,-5 7 2 0,-7 9-17 16,-8 9-17-16,-9 8-16 0,-5 5-6 0,-10 7-12 16,-5 2 42-16,-2-1-46 0,-5-3-9 15,-3 0-10-15,-4-3 30 0,-3-4-15 0,-2-5-10 16,2-7-5-16,-17-6-25 0,27-11-14 0,7-7-20 0,5-14-37 16,15-14-63-16,9-13-18 0,8-9-114 0,14-14-107 0,15-10-164 15,7-12-189-15,13-17-65 0,-4-6-143 16,18-14-447-16,29-23-441 0</inkml:trace>
  <inkml:trace contextRef="#ctx0" brushRef="#br0" timeOffset="919.59">18172 7872 264 0,'-31'-33'443'0,"-1"6"22"0,-4 1 53 0,2 2-40 0,-3 3-15 0,1 2-12 15,-1 1-12 1,37 18-56-16,-68-25-33 0,68 25-12 0,-48-23-9 0,48 23-30 15,-44-21-25-15,44 21-53 0,0 0-39 0,-42-17-8 16,42 17-57-16,0 0-21 0,0 0-19 0,0 0-24 0,0 0-12 16,0 0-89-16,0 0 82 0,0 0-18 0,0 0 0 0,0 0 25 0,-26 32 17 15,26-32 5 1,17 65 37-16,-5-19-3 0,5 9 2 0,-2 8 34 16,6 11 4-16,-1 11 15 0,4 7 8 0,3 10 2 0,2 15-12 15,0 10-6-15,3 7 6 0,-1 7 9 0,3 8-19 16,0 7 2-16,3 8-5 0,4 8-22 0,-7 10-24 0,17 7-18 15,-2 3-12-15,2 3-14 0,0 6-16 16,0-1 22-16,0 1-18 0,0-5-7 0,-5-2-12 16,0-5-3-16,0-6-26 0,-4-10-75 0,-3-7-73 15,-3-7-63-15,-4-7-61 0,-8-11-75 0,-5 4 16 16,-9-20-94-16,-5-9-147 0,-3-5-128 0,-7-11-201 16,-21-13-16-16,1-8-809 0,1-10-564 0</inkml:trace>
  <inkml:trace contextRef="#ctx0" brushRef="#br0" timeOffset="1258.98">15618 10742 73 0,'-72'-5'589'0,"6"-1"97"0,66 6-44 0,-100-9-129 0,100 9-110 0,-60-7-42 0,60 7-72 0,0 0-49 0,0 0-30 0,65-26 8 0,10 11 10 0,28-4-8 0,28-6 0 0,29-7-14 16,27-5-22-16,15-6-32 0,17-2-27 0,4-3-18 15,6-1-28-15,21-3 10 0,-15 3 0 16,-4 1-17-16,0 1-15 0,-10 2-10 0,-2 1-17 0,-8 5-6 16,-11 2 0-16,-21 2 8 0,-9 4-66 0,-16 4-72 0,-21 6-124 15,-14 3-167-15,-17 1-244 0,-19-5-142 0,-18 9-877 16,-16 5-535-16</inkml:trace>
  <inkml:trace contextRef="#ctx0" brushRef="#br0" timeOffset="2093.89">24937 8066 300 0,'-71'-17'535'0,"11"3"-3"0,-9 0-24 0,14 6-59 0,4 0 8 0,51 8 39 0,-78-15-33 0,78 15-80 0,-54-8-76 0,54 8-70 0,0 0-58 0,0 0-37 0,0 0-35 0,-48 8-2 0,48-8 50 16,36 25 26-16,-4-5-96 0,12 6 104 0,9 4-6 15,10 9-14-15,10 5-9 0,7 7-14 0,10 8-8 0,10 5 3 0,12 11 33 0,14 8-13 16,8 8 6-16,-13 7-14 0,35 7-20 16,9 4-13-1,7 8-9-15,6 10-7 0,4 6-2 0,-5 3-17 0,1 5-20 0,-3 4-11 16,-3 3-15-16,-7 1 5 0,-2-8-10 0,-5 4-8 0,-5-1-4 16,-5-2-4-16,-9-2-2 15,-8-2-27-15,-5-7-30 0,-14-8-40 0,-5-6-61 0,-12-6-13 16,0-6-41-16,-18-9-99 0,-1-13-143 0,-8-1-164 15,-10-11-184-15,-7-6-73 0,-24-14 11 0,0-7-771 16,-1-7-520-16</inkml:trace>
  <inkml:trace contextRef="#ctx0" brushRef="#br0" timeOffset="2477.21">29121 7902 274 0,'10'-81'661'0,"-6"6"-22"16,9 10-97-16,-9 10-109 0,1 8-76 15,-5 5-5-15,0 42 16 0,-5-57-2 0,5 57-32 0,-21-39-43 16,21 39-35-16,0 0-71 0,0 0-40 0,-90 9-23 15,90-9-32-15,-78 40-21 0,29-8-13 0,-9 9-11 0,-22 16 19 16,17 9-5-16,-5 12 8 0,-5 13 10 0,-3 11 6 16,-1 12-14-16,-4 14 29 0,-8 11-22 0,-6 8-6 15,0 8 16-15,-12 10-5 0,-2 8 20 0,-8 5-51 16,-9 5 1-16,-5 7-8 0,-3 5-5 0,-7-3-7 16,-2 1-3-16,-1-4-3 0,-9-2-19 0,5-3-14 0,-3-9-11 15,6-9-26-15,4-5-46 0,0-6-61 16,12-8-76-16,3-6-79 0,4-11-77 0,8-9-94 15,12-11-108-15,5-13-44 0,4-14-34 0,13-7-646 0,17-14-413 16</inkml:trace>
  <inkml:trace contextRef="#ctx0" brushRef="#br0" timeOffset="2904.85">27097 7662 371 0,'-32'-62'820'0,"3"7"-39"0,2 6-149 16,-2 3-76-16,5 10-14 0,2-1-35 0,-5 6-49 0,27 31-42 0,-36-48-72 15,36 48-23-15,-27-37-57 0,27 37-63 16,0 0-42-16,-27-31-32 0,27 31-43 0,0 0-20 16,0 0-20-16,0 0-12 0,0 0-17 0,-9 41 9 15,14 0-6-15,-1 13-8 0,4 5 36 0,6 18-47 16,3 5 2-16,8 10-1 0,1 9 26 0,1 8-2 0,9 11 23 0,1 10-155 16,2 6 165-16,2 12 1 0,3 2 3 15,2 4-4-15,-5 12 6 0,8 5-46 0,-1 7 6 16,4 1-13-16,1 10 23 0,5 5 2 0,1 1-8 15,-1-3-16-15,-2 1-3 0,0 0 38 0,12-6-24 0,-17-7-32 16,-8 1-45-16,-1-9-43 0,-6-4-68 16,-4-9-81-16,-5-5-68 0,-6-6-100 0,-11-6-103 15,-3-13-149-15,-7-13-78 0,-12-8-111 0,-10-9-482 16,3-11-422-16</inkml:trace>
  <inkml:trace contextRef="#ctx0" brushRef="#br0" timeOffset="3287.33">24235 10251 280 0,'-52'10'514'0,"52"-10"-26"0,-60 14-35 0,60-14-84 0,0 0 16 0,97-11 10 0,-7-8 17 0,31-7-36 0,32-10-23 0,32-9-47 0,19-5-49 0,34-6-33 16,17-2-26-16,20-5-25 0,12 1-10 0,-15-3-17 15,19 3-13-15,-1-10-13 0,1 13-9 0,-11 1-26 0,-6 1-14 16,-4-1-26-16,-13 5 17 0,-9 3-33 0,-14 3-2 16,-18 1-10-16,-10 7-50 0,-26 5-90 0,-27 4 8 15,-22 6-71-15,-14 4-87 0,-22 5-91 0,-20 0-63 16,-12 3-49-16,-17-1-84 0,-46 13-43 0,44-17-638 16,-44 17-387-16</inkml:trace>
  <inkml:trace contextRef="#ctx0" brushRef="#br0" timeOffset="3391">30071 9083 172 0,'0'0'235'0,"0"0"-75"15,0 0-405-15,0 0 86 0</inkml:trace>
  <inkml:trace contextRef="#ctx0" brushRef="#br0" timeOffset="4860.52">16284 10266 395 0,'0'0'780'0,"0"0"-13"0,-63 0-100 0,63 0-14 0,0 0-34 0,0 0-74 0,0 0-73 0,0 0-78 0,0 0-70 0,0 0-75 0,0 0-32 0,0 0-60 0,0 0-37 0,0 0-27 0,0 0-17 16,0 0-23-16,0 0-22 0,0 0 0 0,0 0-13 15,0 0-6-15,0 0-3 0,0 0-15 0,0 0 8 16,0 0 6-16,66-9-1 0,-66 9 11 0,0 0-7 16,77 6 1-16,-77-6-3 0,54 5 0 0,-54-5 7 0,61 7-4 15,-61-7-2-15,65 11-9 16,-65-11-47-16,66 16 60 0,-66-16 3 0,61 21-7 16,-61-21-3-16,60 26 7 0,-60-26 15 0,49 38-18 15,-49-38-5-15,41 48 12 0,-41-48 1 0,32 59 15 16,-32-59 7-16,12 72 5 0,-12-72-7 0,-3 78-6 0,-1-33-2 0,-6-5-2 15,-5 3 2-15,1 0-12 0,-6-2-69 16,-2 0-111-16,1 0-214 0,8 7-342 0,-16-10-299 0,10-4-1007 0,7 0-665 16</inkml:trace>
  <inkml:trace contextRef="#ctx0" brushRef="#br0" timeOffset="7284">2709 7194 100 0,'0'0'115'0,"0"0"9"0,0 0-15 0,0 0 13 0,0 0-15 0,0 0-22 0,56 8 16 0,-56-8-46 0,0 0-3 0,0 0-10 0,0 0-1 15,0 0 10-15,0 0 49 0,0 0-2 0,0 0-13 16,0 0 15-16,63-3 0 0,-63 3-9 0,0 0-11 16,0 0 14-16,0 0-14 0,66 3-8 0,-66-3 7 0,0 0 15 0,58 1 33 15,-58-1-7-15,0 0-15 0,61 5-13 0,-61-5-9 16,0 0 12-16,68 5-15 16,-68-5-2-16,0 0 28 0,73 7-15 0,-73-7 13 15,55 9-23-15,-55-9-8 0,68 7-3 0,-68-7 37 16,81 11-3-16,-81-11-22 0,94 8-1 0,-94-8 43 0,110 9-59 0,-52-5 16 15,0 1 11-15,3-1 5 0,2 1-19 16,-2-4-10-16,-3 4-7 0,3-4-1 0,-61-1 2 0,117 2 1 0,-59 1 7 16,-58-3 9-16,114 2-7 15,-114-2-4-15,105 2-8 0,-105-2-17 0,102 0-1 0,-102 0-8 0,95 0-2 0,-95 0-7 16,92-4-1-16,-92 4 6 0,92 0-24 16,-92 0 23-16,102-3 19 0,-102 3 4 0,102-3 1 0,-41-1-12 15,-61 4-55-15,117 0 57 16,-54 0-6-16,2-1-9 0,1 0 0 0,0 1-7 0,4-7 12 15,-2 7-14-15,3-2-4 0,-1 0 4 0,5 1-4 0,-4-3 22 0,2 2-5 32,0-3-6-32,0 4-4 0,-3-2 0 0,3 0-30 0,-7 1 14 0,4-1 22 0,-4-1-7 15,-1 1-3-15,-2-1 2 16,-63 4-4-16,115-5-3 0,-57 3 0 0,0 2 3 16,-58 0-2-16,114-4-4 0,-53 2 9 0,0-1 13 0,4 1 10 0,-1-3 14 0,-4 2-7 31,6 1-4-31,-3-3-8 0,3 2-14 0,4-2 3 15,1 0-1-15,-3 2-3 0,5-4-6 0,-5 3-7 0,5-2-2 0,-5 1 9 0,2-2-8 0,-2 9-1 0,0-15-3 32,-2 8 5-32,2 2-8 0,-5-4 30 0,0 5-33 15,0 2 2-15,0-5 0 0,1-1-4 0,-1 1 0 16,0 2 2-16,3-3 11 0,2-1-4 0,-5 3-1 16,2-1-10-16,3 0 44 0,-4-4-51 0,4 4 11 15,-5 1 4-15,-2-1-4 0,2-4 2 0,-2 4 2 0,-61 5 2 16,114-13 1-16,-61 7-3 0,-53 6-5 0,100-13 1 15,-100 13 0-15,87-9-4 0,-87 9 2 0,76-8 8 16,-76 8-7-16,65-7 0 0,-65 7 4 0,63-10 11 16,-63 10-25-16,61-7 13 0,-61 7 13 0,68-12 33 15,-68 12 12-15,75-9-3 0,-75 9-16 0,90-8-21 16,-34 1 4-16,-56 7 29 0,100-11 2 0,-100 11-38 0,104-11 11 16,-104 11-3-16,112-10-1 0,-112 10 3 0,107-4-8 15,-107 4 9-15,102-11-9 0,-102 11-9 16,97-6 13-16,-97 6-12 0,90-8-2 0,-90 8-6 0,76-7 18 0,-76 7-5 15,60-3-6-15,-60 3 8 0,0 0-5 0,61-5 0 16,-61 5-6-16,0 0 7 16,0 0 0-16,0 0 4 0,0 0-5 0,56-9-2 0,-56 9-12 0,0 0 2 15,0 0-19-15,0 0-61 0,0 0-200 16,0 0-249-16,0 0-400 0,0 0-210 0,0 0-638 0,0 0-577 16</inkml:trace>
  <inkml:trace contextRef="#ctx0" brushRef="#br0" timeOffset="10699.21">16114 13667 48 0,'0'0'526'0,"-31"-49"165"0,31 49 30 0,-32-34-52 0,32 34 7 0,-29-32-31 0,29 32-68 0,-27-24-74 0,27 24-59 0,0 0-12 0,-32-29-97 0,32 29-56 16,0 0-52-16,0 0-49 0,0 0-9 0,0 0-52 15,0 0-31-15,0 0-24 0,0 0-28 0,0 0-15 16,0 0-1-16,0 0-12 0,0 0-2 0,0 0 7 15,0 0-11-15,27 40 12 0,-27-40-13 0,24 67 9 0,-9-30 8 0,0 9-14 16,-3 1 25-16,2 1-27 16,1 5 17-16,-3 0-1 0,0 2 11 0,3 0-9 15,-3-10 6-15,0 10-2 0,-5-2-6 0,1 2-8 0,6-4 2 16,-9 1 5-16,0-6-8 0,0 0-23 0,0-6 16 16,0-1-34-16,-5-39-52 0,-3 56-60 0,3-56-67 0,-7 52-86 0,7-52-56 0,-7 41-139 15,7-41-178-15,0 0-142 0,-37 23-18 16,37-23-718-1,-53-11-497-15</inkml:trace>
  <inkml:trace contextRef="#ctx0" brushRef="#br0" timeOffset="11033.34">15424 13807 202 0,'0'0'792'0,"-51"-18"16"0,51 18-111 0,0 0-84 0,0 0-50 16,0 0-149-16,-58-5-30 0,58 5-79 0,0 0-68 16,0 0-47-16,0 0-31 0,34-31-12 0,5 13-4 15,4-5-18-15,11 0-16 0,9-7-3 0,-2 0-15 16,14 0 2-16,0 0-11 0,6-8 11 0,-4 10-14 0,1-2 3 16,0 3 23-16,-3-1-50 0,-4 5 2 0,-1-1-8 15,-9 3 1-15,-3 3-28 0,-7 2 9 0,-10 3-6 16,-41 13 2-16,64-23 179 0,-64 23-187 0,43-13 109 15,-43 13-94-15,0 0 18 0,0 0 4 0,44-15 8 16,-44 15 16-16,0 0-12 0,0 0 5 16,0 0-32-16,0 0-3 0,0 0-4 0,0 0-52 0,0 0-25 15,0 0-51-15,0 0 101 0,0 0-261 0,0 0-227 16,41-14-180-16,-41 14-266 0,0 0-40 0,0 0-851 16,0 0-591-16</inkml:trace>
  <inkml:trace contextRef="#ctx0" brushRef="#br0" timeOffset="11738.46">21190 13008 222 0,'0'0'713'0,"-56"-17"65"0,56 17-28 0,0 0-37 0,0 0-45 0,-56-16-104 0,56 16-78 0,0 0-79 0,0 0-64 0,-56-9-67 0,56 9-64 0,0 0-50 0,0 0-30 16,0 0-29-16,0 0-24 0,0 0-20 16,-34 27-20-16,34-27-22 0,-7 42 5 0,7-42 0 15,-2 56 3-15,2-56 134 0,4 70-161 0,1-30-9 0,3 3-3 16,1 0-4-16,6 3 4 0,-3 1-5 0,5-3 14 16,2 5-4-1,1-5 3-15,2 1-5 0,2-5 11 0,0-5-4 0,8 4 8 0,-3-12-11 16,-2-2-7-16,2-3 2 0,-29-22-21 15,63 27 37-15,-63-27-34 0,71 7 7 0,-71-7 3 0,73-11 9 0,-35-6 1 0,1-3 13 16,-2-3 13-16,-3-5 10 0,0-2 9 0,-5-3 24 16,0-2-3-1,-2-5-1-15,-3-1 13 0,-4-2 1 0,-1-2 1 0,-2 0 12 0,-2-3 6 0,-1-2-5 0,-7 2 17 16,1 0 11-16,1 3 6 0,-6 2 8 16,-1 3 19-16,1 2-64 0,-3 38 67 0,2-68-14 15,-2 68 0-15,-2-53-47 0,2 53-21 16,-8-43-16-16,8 43-55 0,0 0-51 0,-2-44-49 0,2 44-72 15,0 0-32-15,0 0-53 0,-15-37-96 0,15 37-165 16,0 0-149-16,0 0-187 0,-58 6-42 0,58-6-76 16,-58 25-491-16,17-5-469 0</inkml:trace>
  <inkml:trace contextRef="#ctx0" brushRef="#br0" timeOffset="12575.86">18680 13911 250 0,'-19'-40'836'0,"19"40"65"0,0 0-138 0,0 0-42 0,0 0-97 0,-27-23-102 0,27 23-82 0,0 0-86 0,0 0-57 0,0 0 69 0,0 0-212 15,0 0-38-15,0 0-38 0,0 0-14 16,0 0 5-16,22 53-2 0,-22-53-1 0,24 58-19 0,-9-23 11 16,4 4 0-16,-2 3-4 0,0-1-6 0,0 5 11 15,0-5-8-15,-2 5-14 0,4 2-40 0,-4-1 44 16,-3 1-27-16,0-4-12 0,0-3 5 0,-5-6 3 15,8-3 7-15,-15-32-9 0,-5 55 1 16,5-55 1-16,10 37 7 0,-10-37-15 0,0 0 19 16,0 0-1-16,10 37 10 0,-10-37-6 0,0 0-21 0,0 0-47 15,-22-29-21-15,22 29 17 0,-27-47-2 0,10 15-10 0,-3 0-10 16,20 32-4-16,-31-78 2 0,11 29-22 0,-4 0 1 16,5-3-1-16,-6-2 16 0,6-3 14 0,-3 4 12 15,0-2 7-15,-12 4 10 0,22 0 56 0,7 1-52 0,-5 5-1 16,6 4 13-16,4 0-5 0,2 2 15 0,0 2-12 15,-2 37 2-15,25-64 1 0,-25 64 3 0,31-56 3 16,-6 29 7-16,-25 27 10 0,53-40 3 0,-21 17 1 16,-1 5-8-16,-31 18-11 0,66-34 11 0,-66 34 14 15,63-23 21-15,-63 23-49 0,56-12 6 16,-56 12-3-16,0 0 2 0,66-7-21 0,-66 7 36 0,0 0 43 0,0 0-35 16,53 19 20-16,-53-19 20 0,0 0-18 15,2 47 26-15,-2-47 4 16,-14 42-18-16,14-42 4 0,-37 47-12 0,16-18-10 0,-6 1 14 0,-5-4-7 0,-2 2-6 15,0-3-13-15,3 0-3 0,-8 0 11 0,5-2-8 16,2-2-16-16,32-21 2 0,-53 34 13 0,53-34-8 16,-37 23 4-16,37-23-24 0,0 0 4 0,-31 19 7 15,31-19-6-15,0 0-17 16,0 0 1-16,0 0-5 0,0 0 24 0,0 0-9 0,22 29 15 16,-22-29 9-16,43 12-5 0,-43-12 2 0,63 18-14 15,-63-18 6-15,76 26 18 0,-33-10-20 0,1 1 17 0,7 1 6 16,-2 3 53-16,-3 2-46 0,5 0 0 0,0 2-7 15,-5 2-4-15,0-3 12 16,-2 5 30-16,-5-3-17 0,0 1-3 0,-5-3 16 0,-7 3 1 0,-1-4 32 16,-26-23-8-16,42 40 6 0,-42-40 7 0,31 30-7 0,-31-30-4 15,0 0-19-15,29 34 3 0,-29-34-88 0,0 0 153 16,0 0-50-16,0 0-9 0,0 0-9 0,27 21-9 0,-27-21-19 16,0 0-4-16,0 0-51 0,0 0-106 15,0 0-86-15,0 0-65 0,0 0-280 0,0 0-323 16,0 0-205-16,-36 16-1091 0,36-16-785 0</inkml:trace>
  <inkml:trace contextRef="#ctx0" brushRef="#br0" timeOffset="13649.26">25126 12726 157 0,'0'0'491'0,"-51"-13"83"0,51 13 70 0,0 0-46 0,0 0-50 0,-48-12 15 0,48 12-69 0,0 0-60 0,0 0-69 0,0 0-71 0,0 0-49 0,0 0-51 0,0 0-42 0,0 0-29 0,0 0-43 16,0 0-10-16,0 0-26 0,0 0-9 0,0 0-5 16,0 0-7-16,-42 16-2 0,42-16 17 0,0 0 3 15,0 51-5-15,0-51 5 0,5 36 11 0,-5-36 4 16,7 49-1-16,-7-49-9 0,15 59 1 15,-15-59 13-15,15 70-11 0,-3-33-4 0,-3 0-8 0,-1 3 2 0,6 1-12 16,-1 1-2-16,6-1 2 0,-4 0-7 16,6-2-8-16,6 1-1 0,0-4-4 15,-3-2-6-15,5-4 20 0,-2-4-14 0,5-3 5 0,2-3-3 0,-34-20-8 16,70 31 4-16,-70-31-7 0,68 16-1 0,-68-16 13 16,61 0-14-16,-61 0 32 0,73-17 9 0,-73 17-14 0,73-33 155 15,-42 8-155 1,6-2 21-16,-6-3-9 0,-4 1 29 0,0-4-44 15,-5-4 98-15,-1-1-8 0,-1 3 3 0,-6-2 10 0,4-2-3 16,-6 2 1-16,-3-1 9 0,-4-2-18 0,0 4 16 0,0-2 30 0,-5 38-33 16,2-72-1-16,-2 72-10 15,0-69 5-15,0 69-5 0,-2-65 8 0,2 65 18 16,-19-57-6-16,19 57 0 0,-10-49 3 0,10 49 7 16,-12-41 0-16,12 41-14 0,-10-37-12 0,10 37-14 0,0 0 5 0,-17-42-3 15,17 42-18-15,0 0-9 0,-17-31-8 0,17 31-25 16,0 0-7-16,0 0-3 0,0 0-19 0,0 0-17 15,0 0-35-15,-37-21-34 0,37 21-56 16,0 0-46-16,0 0-67 0,0 0-71 0,0 0-71 0,0 0-64 16,0 0 12-16,0 0-46 0,0 0-120 0,0 0-184 15,0 0-65-15,0 0-74 0,10 36 14 16,-10-36-126-16,0 0-372 0,24 38-444 0</inkml:trace>
  <inkml:trace contextRef="#ctx0" brushRef="#br0" timeOffset="14214.95">30134 12492 389 0,'-63'-19'780'0,"63"19"37"0,-63-19-83 0,63 19-10 0,-54-22-74 0,54 22-92 0,-41-12-51 0,41 12-67 0,0 0-70 0,-44-21-76 0,44 21-57 0,0 0-50 0,0 0-51 0,0 0-16 16,0 0-33-16,0 0-37 0,0 0-20 0,0 0 15 15,0 0-13-15,0 0 0 0,0 0-155 0,0 0 169 16,17 53-8-16,10-30 3 0,-27-23-6 0,27 58-69 16,-13-26 85-16,3 7 3 0,-2-2-2 0,-1 5-15 15,-6 4 13-15,6 0-20 0,-6 3 2 0,6 1-19 16,-4-2 23-16,-3 0-9 0,3 0-25 0,0-5 2 16,-1 2 0-16,-6-1-14 0,2-7 9 0,-5-37-35 15,4 70-66-15,-4-70-61 0,0 59-104 0,0-59-108 0,0 42-93 16,0-42-210-16,0 0-173 0,-31 22-26 0,31-22-684 0,0 0-501 15</inkml:trace>
  <inkml:trace contextRef="#ctx0" brushRef="#br0" timeOffset="14461.33">29395 12521 587 0,'-68'-25'870'0,"68"25"-8"16,-43-21-112-1,43 21-64-15,-37-21-123 0,37 21-117 0,0 0-73 0,22-52-52 16,2 29-55-16,15-3 9 0,12-2-80 0,8-2-28 0,11 0-24 0,3 0-8 16,0 8 20-16,-3-6-62 0,8 0 2 15,2 1-20-15,-12 6-25 0,0 1-4 0,-2 1 1 16,-10 3-14-16,-3 3-9 0,-4 3-9 16,-49 10-38-16,73-19-14 0,-73 19-55 0,0 0-52 0,63-11-52 15,-63 11-61-15,0 0-51 0,0 0-76 0,36 22-108 0,-36-22-108 16,-22 31-59-16,22-31 27 0,-60 41-90 0,21-12-403 0,-2-1-313 15</inkml:trace>
  <inkml:trace contextRef="#ctx0" brushRef="#br0" timeOffset="15387.11">27442 13339 21 0,'0'0'632'0,"0"0"186"0,0 0-43 0,-32-23-108 0,32 23-3 0,0 0-85 0,0 0-83 0,0 0-80 0,0 0-84 0,0 0-72 0,0 0-64 0,0 0-38 0,0 0-38 0,0 0-25 0,0 0 1 0,0 0-29 0,0 0 3 15,27 42 22-15,-27-42-29 0,24 40-12 16,-24-40 15-16,32 52 3 0,-15-24 8 0,-3 4 4 15,-1 5-9-15,6 2-13 0,-7-5 11 0,3 5-17 0,-8-3-22 0,8 0-4 16,-6-1 12-16,-1 0 0 0,-8-35-27 0,19 63 17 16,-19-63-70-16,7 51 62 0,-7-51 15 0,5 40-46 15,-5-40 19-15,0 0 20 0,0 0-3 16,5 47-16-16,-5-47 15 0,0 0-8 0,0 0-11 0,0 0 14 0,0 0-45 16,0 0-24-16,0 0-21 0,-44-29 176 0,44 29-210 15,-29-49 3-15,17 17 10 16,-5-4 6-16,2-2 9 0,-2-3-14 0,3-6 32 0,-1 6 16 15,3-1 10-15,-2-1 5 0,6-1-2 0,-6 5 13 16,9-1 5-16,-7 2 0 0,2 1 9 0,5 0-17 16,5 37-37-16,-7-71 82 0,7 71 8 0,2-67 9 15,-2 67-13-15,10-64 8 0,-10 64 35 0,22-59-37 0,-22 59-6 0,31-60-16 16,-6 31-19-16,-25 29 10 16,53-49-9-16,-26 22 9 0,5 1 4 0,-1 1-153 15,8 7 182-15,-3-2-26 0,1 3 12 0,-37 17-9 0,68-30 5 16,-68 30 35-16,63-13-65 0,-63 13 0 0,54-13-16 0,-54 13 27 15,0 0-7-15,58-4 4 0,-58 4 3 16,0 0 0-16,0 0-3 0,46 22 20 0,-46-22-8 0,0 0-19 0,17 36 19 16,-17-36-6-16,0 0 20 15,-10 53 1-15,10-53-13 0,-22 42 5 16,22-42-14-16,-36 45 13 0,36-45-2 0,-39 48-3 0,39-48 6 0,-46 44 1 16,46-44-9-16,-54 42-20 0,54-42 17 15,-46 37 7-15,46-37-20 0,-34 33 1 0,34-33 76 0,-36 25-83 16,36-25-11-16,0 0 14 0,-37 27 2 0,37-27-10 15,0 0 9-15,0 0-1 0,0 0-22 0,0 0 21 0,-4 37 3 16,4-37-9-16,0 0 9 0,21 30-2 16,-21-30 1-16,32 25 3 0,-32-25 6 15,46 32 11-15,-46-32-7 0,58 37-26 0,-26-18 12 0,5 1 30 0,1 3 9 16,-1-1 12-16,-1-2-12 0,6 3 9 0,1-2 7 16,-6 3 9-16,4-4-11 0,-2 0 4 15,19-1 44-15,-21-1-26 0,-37-18 5 0,63 35 10 16,-63-35 7-16,58 32 15 0,-58-32 11 0,46 27 12 15,-46-27 37-15,39 21 42 0,-39-21 15 0,46 21 12 16,-46-21-13-16,0 0-31 0,27 23-33 0,-27-23-29 16,0 0-27-16,0 0-22 0,0 0-13 0,32 21-16 15,-32-21-96-15,0 0-230 0,0 0-166 0,0 0-342 0,0 0-579 16,0 0-1373-16,41 16-1303 0</inkml:trace>
  <inkml:trace contextRef="#ctx0" brushRef="#br0" timeOffset="39430.25">20787 9542 83 0,'0'0'642'15,"-30"-48"67"-15,30 48-58 0,-38-28-68 0,38 28 0 0,0 0-17 0,-30-38-61 0,30 38 26 0,0 0-277 0,-34-28 80 0,34 28-69 0,0 0-42 0,0 0-52 0,-34-20-12 0,34 20-29 0,0 0-60 0,0 0 19 16,0 0-12-16,0 0-21 0,0 0-22 0,0 0 27 15,0 0-49-15,0 0-7 0,0 0-2 0,0 0 34 0,-48 30-39 0,48-30-2 0,-27 38 2 16,27-38-2-16,-29 55 0 0,14-22-6 0,1 3-24 16,-3 6 22-16,2-1 13 15,-2 5-25-15,3 1 10 0,-1 1-4 0,8 0 5 0,-3 2 2 0,3-5 3 16,4 1-1-16,1-4 71 0,2-42-82 0,2 73-6 16,-2-73 6-16,12 63-24 0,-12-63 15 15,20 47 0-15,-20-47-7 0,27 31 11 0,-27-31 0 0,0 0-9 16,51 11 23-16,-51-11 3 0,51-11 12 0,-51 11-4 0,56-31 2 15,-27 9 8-15,-5-3 0 16,0 0 22-16,-2-4-16 0,-2 0 3 16,-3-1 35-16,-17 30-25 0,21-63 8 0,-21 63 11 15,17-63-7-15,-17 63-6 0,8-64 6 0,-8 64-8 16,-3-64 1-16,3 64 50 0,-12-63-26 16,12 63 12-16,-24-59-4 0,24 59-21 0,-32-55-8 0,32 55-5 15,-41-50 2-15,41 50-11 0,-44-40-15 0,44 40-8 16,-48-33 0-16,48 33 52 0,-42-27-52 0,42 27 4 15,-43-16-6-15,43 16 0 0,0 0-14 0,-59-14 10 16,59 14-3-16,0 0 0 0,-56 6 2 0,56-6 2 16,0 0-11-16,-55 21 13 0,55-21 3 0,-37 25-18 0,37-25 18 15,-36 38 16-15,36-38-49 0,-30 45-14 0,30-45 5 16,-7 47 16-16,7-47-9 0,-24 44 1 0,24-44-6 16,-5 38-3-16,5-38 2 0,10 35 2 0,-10-35-7 15,14 30 13-15,-14-30-2 0,0 0 0 0,42 28 6 16,-42-28 2-16,0 0-3 0,41 16 11 0,-41-16 6 0,0 0 0 15,0 0 11-15,68 0-8 0,-68 0 22 16,0 0-11-16,0 0 1 0,44-19 50 0,-44 19-36 0,0 0 4 16,26-25 4-16,-26 25-7 0,0 0-3 0,27-28 10 15,-27 28-2-15,0 0 2 0,27-30 0 0,-27 30 0 16,0 0 7-16,24-25-17 0,-24 25 20 0,0 0-7 16,0 0-9-16,29-23-14 0,-29 23 9 0,0 0 2 15,0 0-4-15,34-16-9 0,-34 16-10 0,0 0 6 16,0 0 4-16,68-4-39 0,-68 4 40 0,47 13-35 15,-47-13 8-15,53 27 1 0,-53-27 6 0,58 38 19 0,-29-11 141 16,1-1-174-16,1 6-2 0,-2 1-8 0,3 10 24 16,2-4 17-16,-5 3-6 0,0 1 12 0,3 1-11 15,-3 2-2-15,0-2 7 0,-2 3 4 0,-3 3-2 16,3-4-22-16,-3 0-66 0,-7 0-83 0,5 0-131 0,-7 2-165 16,2 2-180-16,-5-5-136 0,-10-6-43 15,3-2-685-15,-5-37-482 0</inkml:trace>
  <inkml:trace contextRef="#ctx0" brushRef="#br0" timeOffset="40508.35">19472 9471 26 0,'0'0'418'0,"0"0"176"0,0 0-23 0,0 0-41 0,0 0-41 0,0 0 1 0,0 0-15 0,0 0-66 0,0 0-72 0,0 0-73 0,32-19-58 0,-32 19-40 0,0 0-39 0,0 0-23 0,0 0-23 15,0 0-16 1,0 0-17-16,0 0-4 0,0 0-13 0,0 0-4 15,0 0-2-15,0 0 0 0,-22 29 8 0,22-29-1 0,0 0 3 16,-29 38 4-16,29-38 5 0,-37 17-52 0,37-17 69 16,-29 41-5-16,29-41-3 0,-39 42-6 0,39-42-5 15,-46 46-5-15,19-23-7 0,3 2-10 0,-8-2 4 16,8 4 11-16,2-2 25 0,22-25-62 0,-51 49 2 16,29-25 5-16,0 5-5 0,-2-3-5 0,24-26 5 0,-39 51-8 15,39-51 8-15,-36 48-5 0,36-48 0 0,-24 45 0 16,24-45 0-16,-20 40 5 0,20-40-4 0,-19 32 1 15,19-32-4-15,0 0 6 0,-15 36-3 0,15-36 0 16,0 0 2-16,0 0-8 0,0 0 7 0,-12 36 2 16,12-36 1-16,0 0-4 0,0 0 5 0,0 0-7 15,0 0 3-15,0 0-6 0,0 0-5 0,0 0 1 16,0 0 9-16,0 0 8 0,0 0-6 0,0 0 0 16,34 23 5-16,-34-23 7 0,0 0 0 0,0 0 4 15,61 13-1-15,-61-13 5 0,0 0-6 0,56 7 11 0,-56-7-17 16,0 0-2-16,65 14-5 0,-65-14 4 15,51 12-2-15,-51-12 7 0,0 0-9 0,56 14 1 16,-56-14 13-16,0 0-16 0,54 20 6 0,-54-20-6 0,0 0-2 16,38 17 13-16,-38-17 7 0,0 0-12 0,0 0-3 15,42 18 2-15,-42-18-1 0,0 0 0 0,0 0 3 16,0 0 5-16,0 0 19 0,0 0 4 0,0 0 19 0,0 0 4 16,0 0 13-16,0 0-2 0,0 0 8 0,0 0 6 15,0 0-9-15,0 0 50 0,0 0-28 0,0 0-16 16,0 0-6-16,0 0-8 0,0 0 3 0,0 0-29 15,0 0-9-15,0 0-4 0,0 0-9 0,0 0-15 16,0 0-16-16,0 0-98 0,0 0-73 0,0 0-117 16,0 0-145-16,0 0-222 0,0 0-181 0,0 0 2 0,0 0-768 15,53 7-520-15</inkml:trace>
  <inkml:trace contextRef="#ctx0" brushRef="#br0" timeOffset="41429.4">20507 10327 78 0,'0'0'338'0,"0"0"131"0,0 0-24 0,0 0-3 0,0 0-48 0,0 0-47 0,0 0-43 0,0 0-22 0,0 0-40 0,0 0-46 0,0 0-37 0,0 0 0 0,0 0 11 0,0 0 2 0,0 0-12 0,0 0-12 16,0 0-8-16,0 0-21 0,0 0 1 0,63 0-1 15,-63 0-19-15,0 0-18 0,0 0-15 0,47 20-7 16,-47-20-7-16,0 0-12 0,41 25-3 0,-41-25-8 0,0 0-2 16,41 30-14-16,-41-30-3 0,27 23 5 0,-27-23 0 15,24 30-3-15,-24-30-1 0,24 34-1 16,-24-34 1-16,39 37 2 0,-39-37-10 0,20 40 8 0,-20-40-12 15,17 47 13-15,-17-47-7 0,12 46-2 0,-12-46 6 16,5 48-5-16,-5-48-52 0,7 48 63 0,-7-48-2 16,5 48-3-16,-5-48-5 0,5 50 5 0,-5-50-1 15,0 46-5-15,0-46 2 0,-3 46-15 0,3-46 16 16,0 0-1-16,0 67-1 0,0-67 3 0,-2 42-7 0,2-42 2 16,2 41 3-16,-2-41-11 0,-2 44 13 0,2-44-8 15,0 0 3-15,0 59-3 0,0-59 3 0,-5 45-1 16,5-45 11-16,0 0 1 0,-5 51-9 0,5-51-3 15,0 0-1-15,-12 41 0 0,12-41 5 0,0 0 1 16,-15 37-3-16,15-37 1 0,0 0-1 0,-19 30 4 0,19-30-16 16,0 0 15-16,-24 29 0 15,24-29 1-15,0 0-2 0,-29 19 9 0,29-19-11 0,0 0-1 16,0 0-1-16,-37 22-9 0,37-22-48 0,0 0-56 0,0 0-72 16,0 0-91-16,-58 8-77 0,58-8-117 15,0 0-85-15,0 0-30 0,0 0 5 0,-71-3-13 0,71 3-340 16,0 0-130-16</inkml:trace>
  <inkml:trace contextRef="#ctx0" brushRef="#br0" timeOffset="41737.14">20425 11358 216 0,'0'0'487'0,"-22"-28"43"0,22 28 45 0,0 0-48 15,0 0-47-15,0 0-18 0,0 0-67 0,0 0-93 0,0 0-53 0,0 0-54 0,0 0-41 0,0 0-39 0,0 0-28 0,0 0-52 0,0 0 23 16,0 0-12-16,0 0-2 0,0 0-12 0,22 29-9 0,-22-29-3 16,0 0-1-16,19 48 7 0,-19-48-12 0,15 43 0 15,-15-43-6-15,29 48 10 0,-29-48-6 0,17 53 1 16,-17-53 2-16,14 55-13 0,-14-55 3 0,22 53-1 0,-22-53 0 16,17 50 0-16,-17-50-2 0,29 42-8 0,-29-42 10 15,15 35 1-15,-15-35-10 0,27 23 7 0,-27-23-6 0,0 0 6 16,51 19-6-16,-51-19 1 15,0 0 8-15,65-12-36 0,-65 12-63 0,73-22-108 0,-39 3-183 0,5 3-130 0,-39 16-110 16,68-32 16 0,-68 32-516-16,46-23-314 0</inkml:trace>
  <inkml:trace contextRef="#ctx0" brushRef="#br0" timeOffset="42811.95">14068 7554 166 0,'-95'-44'359'0,"6"8"79"0,1 3 9 0,3 3-23 0,5 5-23 0,0 2-15 0,-18 2 4 0,40 5 70 0,7 4-72 0,7 1-60 0,44 11-72 0,-63-15-63 0,63 15-57 0,0 0-50 0,-53-6-17 16,53 6-13-16,0 0-38 0,12 64 20 0,15-21-14 15,12 9-8-15,9 9 1 0,20 9-4 16,12 9 1-16,15 16-2 0,12 6-4 0,14 10 0 0,8 10 0 16,10 12 13-16,9 6-11 0,5 7 31 0,7 5-1 0,3 2-3 15,10 5-3-15,-6 2 15 0,-1 3-9 0,23 7 5 0,6 7 3 0,6 2 32 16,3 2 24-16,3 3 4 0,-3 1 8 0,-2 4 35 16,4 4-16-16,-2 1 8 0,3 6-7 0,4-2-14 15,-4 3-15-15,2-7-24 0,-3 4-5 0,-7 1 6 16,-7-2 45-16,-7-4-87 0,-8-1 16 0,-14-1-12 15,10-2-17-15,-44-1-1 16,-3-5-13-16,-12-5 2 0,-9-4 3 0,-13-1-12 16,-5-9 15-16,-16-8-75 0,-6-5-11 0,-11-9 11 0,-8-9-25 0,-5-8 1 15,-9-10 6-15,-8-14-2 0,-7-8 5 16,-5-15 10-16,-16-11 14 16,16-12-37-16,-15-9-34 0,-6-11-52 0,9-35-78 0,-27 42-96 0,27-42-118 15,0 0-120-15,-54-31-68 0,37-11 0 0,-14-17-5 16,19-6-510-16,-13-17-349 0</inkml:trace>
  <inkml:trace contextRef="#ctx0" brushRef="#br0" timeOffset="43145.86">21110 8245 8 0,'24'-88'458'0,"-7"13"156"0,-5 12-2 0,0 12-86 0,-2 8-36 0,-10 43 2 0,10-65 9 0,-10 65-51 0,0-44-62 0,0 44-65 0,0 0-59 0,-24-37-68 16,24 37-36-16,0 0-43 0,-78 13-30 0,34 21-20 16,-9 12-19-16,-6 16 19 0,-14 17 13 0,-7 19 25 15,-10 22 5-15,-4 19 31 0,-16 17 8 0,-9 17 5 0,-12 18 16 16,-17 24 53-16,-18 20 50 0,-16 20 31 0,-17 17 42 15,-12 14 15-15,-6 21 36 0,-28 15-41 0,-13 10-58 16,-14 13-83-16,-22 12-75 0,-14 10-168 0,-35 4-156 16,20 0-176-16,-15 2-56 0,-4 2-185 0,1-4-244 15,1-12-211-15,-5-13-30 0,15-12-1026 0,7-5-727 0</inkml:trace>
  <inkml:trace contextRef="#ctx0" brushRef="#br0" timeOffset="47354.82">23685 10030 373 0,'0'0'639'0,"-56"-15"-36"0,56 15-40 0,0 0-25 0,0 0-1 15,0 0-85-15,-46-13 0 0,46 13-75 0,0 0-72 0,0 0-58 0,0 0-51 0,0 0-47 0,0 0-36 0,-48 13-20 0,48-13-30 0,0 0 11 16,-34 41 1-16,34-41-8 0,-25 44 10 0,25-44-7 16,-31 53-3-16,31-53 30 0,-29 63-30 0,12-25 6 0,5 2-23 15,-6 1 6-15,6 3-3 0,3 2 2 0,-1 2-19 16,0-2-12-16,0 5 9 0,8 0-15 0,-8-1-12 0,10-1 12 0,5 3-4 0,0-4-2 31,2-1-4-31,1-1-3 0,4-8-5 0,2 5 8 16,1-6 133-16,0-5-178 0,4 0 22 0,-2-4-6 0,-17-28-6 15,46 44-2-15,-46-44 6 0,51 20 5 0,-51-20 6 16,63 5 1-16,-63-5 6 0,76-23 6 0,-33 7-1 16,-1-7-2-16,-1-5-4 0,5-2 7 0,-9-5-1 15,4-1 5-15,-5 3 12 0,-4-9 2 0,0 2 23 16,-6-2-14-16,-1 1 13 0,-6-1 9 0,-4 1 19 0,-3 1 7 16,-5 3 14-16,-5-2-2 0,-2 39 15 15,-4-68-2-15,4 68 15 0,-17-66 15 0,17 66-17 16,-20-45-29-16,20 45-22 0,-34-53-2 0,34 53-28 0,-39-44-6 15,39 44 3-15,-43-30-14 0,43 30-14 0,-44-23-20 16,44 23-12-16,-54-9-8 0,54 9 6 0,0 0-1 16,-82 8-2-16,82-8 35 0,-68 22-48 0,68-22 6 15,-71 31 25-15,30-11 3 0,4 2 24 0,3-1-38 16,-2 6 16-16,7-4-12 0,-3 3 16 0,6-1-4 0,4 2-22 16,-3-2 0-16,25-25 3 0,-31 41-5 0,31-41-5 15,-12 43-11-15,12-43 9 0,4 40 2 0,-4-40-1 16,20 29 17-16,-20-29-8 0,27 26 3 0,-27-26 2 15,46 15-18-15,-46-15 36 0,56 8-15 0,-56-8 13 16,60 7 1-16,-60-7 6 0,61 0-6 0,-61 0 5 0,68 3-3 16,-68-3 11-16,61 0 1 0,-61 0 8 15,63 6-17-15,-63-6-5 0,61 7 14 0,-61-7-6 16,63 14 13-16,-63-14 1 0,66 23 9 0,-66-23-1 0,70 32 16 16,-36-13 23-16,3-1 20 0,-1 9 6 15,0 1 21-15,6 7 6 0,-8 0-13 0,0 1 0 0,19 4-22 0,-26 1-16 16,0 5 8-16,4-3-16 0,-6 4-29 15,-1-3-111-15,-5-3-102 0,-6 1-200 16,6 3-355-16,-4-7-318 0,-3-5-1231 0,-12-33-899 16</inkml:trace>
  <inkml:trace contextRef="#ctx0" brushRef="#br0" timeOffset="55424.08">18362 5990 1 0,'0'0'248'0,"0"0"63"0,0 0 26 0,0 0-24 0,0 0 18 0,0 0-8 0,0 0-28 0,0 0-18 0,0 0-31 0,0 0-29 0,0 0-8 16,0 0-37-16,0 0-11 0,0 0-26 0,0 0 1 0,0 0-2 0,0 0-5 15,0 0-8-15,0 0 3 0,0 0-9 0,0 0-1 16,0 0-9-16,0 0-4 0,0 0-14 0,0 0-11 16,0 0-13-16,0 0-7 0,0 0-10 0,0 0-14 15,0 0-5-15,0 0-11 0,0 0-8 0,0 0-12 16,0 0-3-16,0 0-4 0,0 0-2 0,0 0 6 0,0 0 10 15,46 13 3-15,-46-13 13 0,0 0-5 16,0 0 28-16,70 0-15 0,-70 0-4 0,0 0-5 16,73 0-3-16,-73 0-3 0,0 0-2 15,80 5 0-15,-80-5-33 0,61 2 24 0,-61-2 34 0,68 7-30 0,-68-7 2 16,68 3 5-16,-68-3 1 0,68 6 26 0,-68-6-3 16,71-2-6-16,-71 2-3 0,65 5-6 0,-65-5-18 15,63 3 14-15,-63-3-3 0,61 5-3 0,-61-5-1 16,59 3-2-16,-59-3-1 0,0 0-1 0,72 0-3 0,-72 0 2 15,0 0-1-15,76 2-2 16,-76-2 2-16,0 0-4 0,77 0 4 0,-77 0-2 0,0 0 1 0,81-4-1 16,-81 4-2-16,0 0 0 0,80-1 4 15,-80 1 0-15,0 0-6 0,87-5 0 0,-87 5 2 0,0 0 4 16,73 0-6-16,-73 0 0 0,0 0 2 0,73-3-1 16,-73 3-2-16,0 0 3 0,61-9 4 0,-61 9-5 0,0 0-11 15,58 6 17-15,-58-6-1 0,0 0-1 16,0 0-1-16,97 3-1 0,-97-3 33 0,54 8-42 0,-54-8 5 15,0 0 3 1,87-5-5-16,-87 5 10 0,66-5-9 0,-66 5 2 0,68 0 3 0,-68 0 0 16,70-1-1-16,-70 1-2 0,71-4 3 0,-71 4-4 0,73 0 12 15,-73 0-9-15,65-2 6 0,-65 2-7 0,64-3 0 16,-64 3 7-16,63 3-5 0,-63-3 1 0,0 0 6 0,82-3-6 16,-82 3 1-16,56-3 4 15,-56 3-6-15,0 0 6 0,85-13-3 0,-85 13 0 0,59 2 0 0,-59-2-4 31,0 0 0-31,92 0 3 0,-92 0 0 0,61 0 5 0,-61 0-2 16,0 0-5-16,90-2 5 0,-90 2-1 0,0 0 3 0,92-2-1 0,-92 2 0 0,63-3 0 16,-63 3 2-1,61-2-2-15,-61 2 7 0,65-4 0 0,-65 4 2 16,71-5 5-16,-71 5 8 0,68-6 0 0,-68 6-2 16,75-5-9-16,-75 5 5 0,85-5-8 0,-85 5 1 15,63-8-1-15,-63 8 15 0,73-2-22 0,-73 2-54 16,61-2 65-16,-61 2 1 0,58-4 14 0,-58 4-13 15,59-7 7-15,-59 7 37 0,60-7-48 0,-60 7 3 0,0 0 5 16,86-7-6-16,-86 7-3 0,53-6-1 0,-53 6-2 16,58-5 3-16,-58 5-15 0,63-5 2 0,-63 5 3 15,59-3-2-15,-59 3 11 0,58-4-14 0,-58 4-6 0,61-5 5 0,-61 5 1 0,63-2 4 16,-63 2-7 0,70-4 2-16,-70 4-1 0,71-7 4 0,-71 7-4 0,70-1 2 15,-70 1 0-15,56-6 0 0,-56 6-2 16,71-1 1-16,-71 1 17 0,68-5 18 0,-68 5-39 15,63-2 48-15,-63 2-60 0,58-4 7 0,-58 4-4 16,56 0 7-16,-56 0 0 0,56-7 2 0,-56 7-1 16,0 0 0-16,80-4 1 0,-80 4 2 0,0 0 3 0,63 0-2 15,-63 0 3-15,56-5-4 0,-56 5 3 0,59-5 0 16,-59 5-3-16,0 0 4 0,82-3-2 0,-82 3-1 16,0 0 1-16,76-13 2 0,-76 13 2 0,0 0-1 15,77-4-5-15,-77 4 0 0,66-3-1 0,-66 3 2 16,0 0 1-16,70-4-20 0,-70 4 20 0,0 0-3 15,71-5 3-15,-71 5-1 0,0 0 2 0,75-2-2 16,-75 2 0-16,0 0 3 0,80-2-1 0,-80 2-1 0,0 0-2 16,78 0-13-16,-78 0 18 0,0 0 3 0,73 2-4 15,-73-2-5-15,0 0 3 0,75 1 14 0,-75-1-14 16,0 0-5-16,68 1 5 0,-68-1-4 0,0 0 10 0,64-4-3 16,-64 4-6-16,0 0 0 0,0 0 2 15,65 4 2-15,-65-4-1 0,0 0-3 0,0 0 4 16,66 5-2-16,-66-5 4 0,0 0-6 0,0 0 2 0,0 0-3 15,68 6 4-15,-68-6-1 16,0 0 2-16,0 0-4 0,44 13 5 0,-44-13-6 0,0 0 4 16,0 0 0-16,53 5-58 0,-53-5 71 0,0 0-3 0,0 0-4 15,68 8-1-15,-68-8 0 0,0 0 3 0,58 9-3 16,-58-9-5-16,0 0 4 0,63 7-2 0,-63-7 2 16,0 0-3-16,61 9-1 0,-61-9 1 0,0 0-2 15,56 10 6-15,-56-10-4 0,0 0 10 0,54 7-13 16,-54-7 6-16,0 0-4 0,68 4 3 0,-68-4-3 0,0 0 4 15,0 0-4-15,58-3-63 0,-58 3 82 0,0 0-7 16,0 0-1-16,73-1-2 0,-73 1-23 0,0 0 19 16,63-2-2-16,-63 2-3 0,0 0 6 0,63-5-4 15,-63 5 1-15,0 0 0 0,63-8 5 0,-63 8-6 16,0 0 2-16,0 0-4 0,76 0 3 0,-76 0-2 0,0 0 4 16,0 0-1-16,63-2 6 0,-63 2-14 0,0 0 5 15,0 0 2-15,68-5-1 0,-68 5 1 0,0 0 10 16,0 0-20-16,80-4 2 0,-80 4 2 0,68-6 0 15,-68 6 0-15,75-5-2 0,-75 5 3 0,78-3 3 16,-78 3 3-16,80-5-2 0,-80 5-2 0,73-4 5 16,-73 4-10-16,76-5 5 0,-76 5 3 0,72-2-3 0,-72 2 5 15,69-4-7-15,-69 4 4 0,60-5 62 0,-60 5-80 16,56-5-60-16,-56 5 81 0,63-7 3 0,-63 7-3 16,54-4 3-16,-54 4 11 0,53-5-3 15,-53 5 9-15,0 0-2 0,63-9-4 0,-63 9 1 16,0 0-1-16,68-7 2 0,-68 7-2 15,0 0-13-15,0 0 8 0,68-5-7 0,-68 5 3 0,0 0 4 0,0 0-1 16,0 0-5-16,0 0-2 0,0 0-1 0,0 0 5 0,59-4-3 16,-59 4-1-16,0 0-6 0,0 0 7 15,0 0 3-15,0 0 8 0,0 0-27 0,0 0 13 0,44-14-10 16,-44 14 3-16,0 0 8 0,0 0-7 0,0 0 4 16,51-13 7-16,-51 13-6 0,0 0 0 15,0 0 0-15,0 0-6 0,0 0 0 0,0 0 4 0,53-6 1 0,-53 6-4 16,0 0 6-16,0 0-4 0,0 0-4 0,0 0 5 15,0 0 3-15,0 0-3 0,0 0-6 0,0 0 1 16,0 0-2-16,0 0 1 0,0 0 0 0,0 0 1 16,0 0 4-16,0 0-3 0,0 0 1 0,0 0 0 15,0 0 6-15,63 0-4 0,-63 0 3 0,0 0-8 0,0 0 3 16,0 0-3 0,0 0 6-16,0 0-2 0,0 0 2 0,63 1 0 0,-63-1-6 0,0 0 8 0,0 0-21 15,0 0 23-15,0 0-7 0,0 0 4 0,0 0-6 16,0 0-3-1,0 0-2-15,0 0 8 0,0 0-9 0,0 0-10 16,0 0 0-16,0 0-3 0,0 0-5 0,0 0 3 16,0 0-7-16,0 0 1 0,0 0 3 0,0 0-2 15,0 0 8-15,0 0 1 0,0 0 3 0,0 0 7 0,0 0-3 0,0 0 7 0,0 0 0 16,0 0 5 0,0 0-2-16,0 0 3 0,0 0 3 0,0 0-2 15,0 0 5-15,0 0-12 0,0 0 16 0,0 0-1 16,0 0 1-16,0 0 4 0,0 0-2 0,0 0 9 15,0 0 1-15,0 0 3 0,0 0 26 0,0 0 31 16,0 0 19-16,0 0-67 0,0 0 108 0,0 0-33 0,37-23-15 16,-37 23-19-16,0 0-24 0,-15-42 62 0,15 42-76 15,-10-37 0-15,10 37 2 0,-12-46-1 16,12 46 0-16,-9-49 8 0,9 49-10 0,-22-53 13 0,22 53-16 16,-17-54 14-16,17 54 6 0,-20-47-3 0,20 47-6 15,-22-52-4-15,22 52-10 0,-24-43-10 0,24 43 11 16,-22-38-4-16,22 38-11 0,-17-39 1 0,17 39-5 15,0 0 0-15,-36-41-6 0,36 41-4 0,-12-36-4 0,12 36 3 16,-10-37-2-16,10 37-5 0,-10-34-15 0,10 34 9 16,0 0-23-16,-5-48 13 0,5 48 6 0,0 0 15 15,-4-44 22-15,4 44-45 0,0 0 2 0,-5-42 11 0,5 42-5 16,0 0-30-16,-3-36 53 0,3 36-12 16,0 0 9-16,-9-38-3 0,9 38-11 0,0 0 7 15,-20-40 11-15,20 40-5 0,0 0-6 0,-17-33 19 0,17 33-6 16,0 0 7-16,-17-28-12 0,17 28-6 0,0 0-16 15,0 0 26-15,-32-29-3 0,32 29-9 0,0 0-3 0,0 0-14 16,-36-19 11-16,36 19 30 0,0 0-22 16,0 0-12-16,-51-14-12 0,51 14 15 0,0 0 18 15,0 0 0-15,-44-18 0 0,44 18-15 0,0 0 1 0,-48-8 2 16,48 8 13-16,0 0-17 0,-68-11 5 0,68 11 2 16,-59-6 5-16,59 6-11 15,-73-5 3-15,73 5-8 0,-85 0 9 0,85 0-6 0,-102 0-9 0,102 0 10 16,-109 0 12-16,109 0 8 0,-122 5-8 15,59-3-8-15,0-2-4 0,63 0 10 0,-134 3 21 16,66-2-10-16,5-1-19 0,0 2-3 0,-5-2 9 0,0 3 5 16,2-4-10-16,-2-4 25 0,5 5-30 0,-10 0 5 15,5-3 19-15,0 0 10 0,-2 1-30 0,-3-2 7 16,0-1 11-16,-2 4-2 0,2-5-23 0,-3 5 0 0,-4-2 25 0,7 2-30 16,-2-3 9-16,-3 4 4 15,-4-2 26-15,-1 4-18 0,-2-2-19 0,2 0 16 0,-6 4-2 0,-1-3 7 16,-3-1-4-16,-4-1 6 0,0 2-5 0,0 5 27 15,0-1-46-15,-3 0 17 16,3-1-36-16,0 1 46 0,21-1-11 0,-23 3 2 0,6-3-8 0,-2-1 2 16,6 0 4-16,1-1 10 0,5 2-8 15,1-1-7-15,-3-3 7 0,10 0-10 0,2 2 32 16,2-2-29-16,1 0 7 0,9 0 14 0,-5-2-19 16,3 2 20-16,63 0-27 0,-116 0 10 0,116 0-1 0,-112-3 7 0,112 3 2 15,-102-6-39 1,102 6 133-16,-100-6-110 0,100 6-6 0,-95 0 11 0,95 0 8 15,-97-12-18-15,97 12 2 0,-92-12 4 0,92 12 18 0,-95-10-21 0,95 10-3 0,-95-11 3 16,95 11 43-16,-90-7-46 0,90 7 20 16,-90-7-22-16,90 7 7 15,-89-5 1-15,89 5 14 0,-98-2-10 0,98 2-8 0,-94-2 9 16,94 2-8-16,-95 0 17 0,95 0-24 16,-100 8 8-16,100-8 2 0,-95-4 4 0,95 4-7 0,-92 4-97 15,92-4 116-15,-92 1-9 0,92-1 0 16,-88 2 8-16,88-2-25 0,-85 2 27 0,85-2-6 0,-82 0-16 0,82 0 18 15,-83 0-10 1,83 0 11-16,-80-2-8 0,80 2 0 0,-78 2-6 0,78-2-3 0,-75 0 29 0,75 0-47 16,-76 1-3-16,76-1-4 15,-75 6 1-15,75-6 27 0,-70 14-11 0,70-14 21 0,-76 7-19 0,76-7-10 0,-65 0 8 0,65 0 8 16,-68 2 8 0,68-2-23-16,-71 0 14 0,71 0-16 15,-75 0 12-15,75 0 18 0,-83 1-14 0,83-1 2 0,-85-3 0 16,85 3 1-16,-77-2-9 0,77 2 10 0,-73 0 12 15,73 0 12-15,-66-1 5 0,66 1-14 0,-58-6-11 16,58 6 67-16,0 0-66 0,-76-4-7 0,76 4-15 16,0 0 23-16,-68-5 2 0,68 5-6 0,0 0 4 15,0 0-2-15,-68-3-8 0,68 3 26 0,0 0-15 16,0 0 5-16,0 0 5 0,-65-4-20 0,65 4 15 16,0 0-11-16,0 0 6 0,0 0-4 0,0 0-2 15,-73 0 14-15,73 0 11 0,0 0-25 0,0 0 16 0,-58 5-6 16,58-5 7-16,0 0-23 0,0 0-126 0,-61 6 164 15,61-6-8-15,0 0-1 0,0 0-3 0,0 0 6 16,-63 5 0-16,63-5-8 0,0 0-10 0,0 0 8 16,0 0-15-16,0 0 5 0,-49 14-6 0,49-14-1 15,0 0 17-15,0 0-12 0,0 0-16 0,0 0 3 16,0 0 13-16,-34 22 4 0,34-22-3 0,0 0-3 0,0 0 31 16,-27 36-26-16,27-36 8 0,0 0-1 15,-26 35 2-15,26-35-7 0,-25 33 7 0,25-33 12 16,-22 35 17-16,22-35-38 0,-19 39-3 0,19-39-4 15,-17 37-1-15,17-37 1 0,-22 39-2 0,22-39-2 0,-15 39 23 16,15-39-162-16,-12 39 174 0,12-39 61 0,-5 36-85 0,5-36-3 16,-7 36 9-16,7-36-5 0,0 0-3 15,0 50 3-15,0-50-2 0,0 0-4 0,7 50 7 16,-7-50-3-16,5 41-2 0,-5-41 7 0,10 42-6 0,-10-42 6 16,7 41-6-16,-7-41 6 0,12 47-4 15,-12-47-2-15,13 45 0 0,-13-45 4 0,12 46-28 0,-12-46 20 0,14 48 15 16,-14-48-8-16,17 50 4 0,-17-50 1 0,25 43 26 15,-25-43-28-15,22 47-9 0,-22-47 3 16,19 41 3-16,-19-41 38 0,24 45-45 0,-24-45-3 0,20 41 5 16,-20-41 0-16,17 44 10 0,-17-44 25 0,14 37-30 15,-14-37-6-15,12 42-2 0,-12-42 14 0,10 40-6 16,-10-40 51-16,5 38-62 16,-5-38 4-16,0 0 2 0,12 51 0 0,-12-51-6 0,0 0 16 0,0 45-12 15,0-45-2-15,0 0 9 0,0 42 32 0,0-42-53 0,0 0 20 16,3 37 0-16,-3-37-8 0,0 0 7 15,9 36 0-15,-9-36 0 0,0 0 2 0,0 0-7 0,12 42-8 16,-12-42-7-16,0 0 20 0,0 0 4 0,22 26-6 16,-22-26 6-16,0 0 3 0,0 0-5 15,51 32 6-15,-51-32-12 0,0 0 1 16,47 14 5-16,-47-14 4 0,51 5 4 0,-51-5-9 0,65 4 3 0,-65-4 3 16,83 0 0-16,-83 0-5 15,99 3 12-15,-99-3 5 0,105-7 6 0,-105 7-2 0,107-1 153 16,-107 1-178-16,104-5-7 0,-104 5-5 0,100-7 8 0,-100 7 10 0,97-6-1 15,-97 6 7-15,85-2-14 0,-85 2 4 0,71-5 0 16,-71 5 1-16,55-4 4 0,-55 4 0 16,0 0-7-16,61-10 7 0,-61 10-1 0,0 0-11 0,0 0 19 15,0 0 1-15,0 0 4 0,56-3-4 0,-56 3-7 16,0 0-26-16,0 0-81 16,0 0-142-16,0 0-238 0,0 0-397 0,0 0-250 0,0 0-654 0,0 0-578 0</inkml:trace>
  <inkml:trace contextRef="#ctx0" brushRef="#br0" timeOffset="57947.4">28239 14586 237 0,'0'0'277'0,"0"0"-13"0,0 0-52 0,0 0-40 0,46 16-8 0,-46-16-28 0,0 0-20 0,49-7-3 0,-49 7-8 0,0 0-1 0,72-18-16 0,-72 18-12 0,54-17-9 16,-54 17-4-16,63-19-9 0,-63 19-12 0,63-25-3 16,-63 25-5-16,59-25-6 0,-59 25-1 0,43-18-4 0,-43 18-9 15,0 0 6-15,37-18 0 0,-37 18-2 16,0 0-2-16,0 0-6 0,0 0-46 0,0 0-42 0,0 0-25 15,-44 23-4-15,12-5 4 0,-9 4 16 0,-7 2 15 16,-11 1 15-16,-2 3 10 0,-4 2 10 0,7 0 8 16,-15 0 6-16,5 2 10 0,4-2 2 0,6 0 19 15,-5-2 5-15,10-7 21 0,4 4 13 0,8-5 18 16,4-3 18-16,37-17 9 0,-63 27 6 0,63-27-19 0,-41 16-4 16,41-16 5-16,0 0-9 0,0 0 75 15,0 0-85-15,0 0 13 0,0 0 5 0,46-13-1 16,-46 13 7-16,53-26-10 0,-53 26 9 0,78-28 2 0,-41 12-4 15,1 1 5-15,4-4-8 0,-1 5-4 0,-2-2 4 16,-3-5 8-16,-36 21-39 0,64-23-13 0,-64 23-3 16,48-18-1-16,-48 18 0 0,0 0-4 0,56-19 13 15,-56 19 48-15,0 0 2 0,0 0 0 0,0 0-10 16,0 0-20-16,0 0-13 0,0 0-11 0,0 0-5 0,0 0-11 16,0 0-2-16,-73 4-6 0,73-4-3 0,-41 20-9 15,41-20-30-15,0 0-59 0,-54 10-79 0,54-10-129 16,0 0-125-16,-41 15-83 0,41-15 4 0,0 0-564 15,0 0-258-15</inkml:trace>
  <inkml:trace contextRef="#ctx0" brushRef="#br0" timeOffset="60913.94">30552 8888 341 0,'0'0'536'15,"-27"-26"38"-15,27 26 2 0,0 0-92 0,-31-28 4 0,31 28 23 0,0 0-51 0,-27-27-59 0,27 27-35 0,0 0-51 0,0 0-47 0,0 0-52 0,0 0-32 0,-22-29-37 16,22 29-11-16,0 0-11 0,0 0-18 0,0 0-18 16,0 0-11-16,0 0-13 0,0 0 1 0,0 0-12 15,0 0-4-15,0 0-15 0,0 0-5 0,0 0-4 16,0 0 8-16,0 0-29 0,0 0-11 0,0 0-2 15,0 0 8-15,0 0-26 0,0 0 18 0,0 0 13 0,0 0 22 16,27 45 5-16,-27-45-3 0,31 37 8 0,-31-37 13 16,37 52 4-16,-15-25 6 0,0 1 2 15,-3 3-2-15,3-3-7 0,0 6-7 0,2-3 2 0,-7 1-17 16,5 0-4-16,5-2 4 0,-8-1-16 0,-2 1 3 16,5-1 7-16,-3 0-6 0,-19-29-12 0,34 49 8 15,-34-49-4-15,32 44 13 0,-32-44-27 0,24 32 3 0,-24-32-8 16,0 0 7-16,27 31 4 15,-27-31 23-15,0 0 53 0,0 0 28 0,0 0 46 0,0 0 49 16,0 0 40-16,0 0 27 0,0 0 22 0,0 0-53 0,49-12-56 16,-49 12-37-16,31-51-30 0,-21 18-27 0,7-6-18 0,-2-4-14 15,2 2-14-15,4-4-10 16,-1 0-7-16,2 1-8 0,2-1 15 16,-7 2-16-16,5 1 12 0,0 6 50 0,2-6-34 0,-2-2 14 0,0 8 14 15,-3 5-4-15,-2 3 4 0,-17 28-21 0,32-47 3 16,-32 47 6-16,27-36 3 0,-27 36-12 15,0 0 1-15,26-30-6 0,-26 30-8 0,0 0-14 0,0 0 3 16,0 0-13-16,0 0-10 0,25-27 0 16,-25 27-6-16,0 0-7 0,0 0-5 0,0 0-5 0,0 0 4 0,0 0-13 15,0 0 21-15,0 0-245 0,0 0-132 0,0 0-112 16,0 0-74-16,0 0-81 0,0 0-171 0,7 39-227 16,-7-39-77-16,17 31-1079 0,-17-31-814 0</inkml:trace>
  <inkml:trace contextRef="#ctx0" brushRef="#br0" timeOffset="71131.22">3931 4040 4 0,'0'0'252'0,"0"0"91"0,0 0 48 0,-63-11 33 0,63 11 77 0,0 0-78 0,0 0-60 0,0 0-30 0,0 0-11 0,0 0-47 0,0 0-21 15,0 0-65-15,0 0-23 0,0 0-27 0,0 0-26 0,0 0-22 0,0 0-25 16,0 0-8-16,0 0-21 0,0 0-5 16,0 0-17-16,0 0-3 0,0 0 3 15,0 0-2-15,0 0-5 0,48-14 0 0,-48 14-1 16,0 0-5-16,78 3-1 0,-78-3 4 0,61 5-6 0,-61-5-2 0,0 0-7 16,92 5 15-16,-92-5 5 0,90 0-4 0,-90 0 4 0,93 0-6 15,-93 0 19-15,106 0-2 0,-106 0 4 0,103 0 16 16,-103 0-10-16,106-4 1 0,-106 4-6 15,124 0-10-15,-60-1 19 0,6 0 3 16,0-3 4-16,6 4-5 0,-1-3-5 0,3-1-3 0,4 1-4 16,-6 1-9-16,4-1-1 0,-2 3-6 15,-3-5 6-15,5 2-5 0,-7 0 0 0,5-1 2 16,0-1-4-16,-5 0 2 0,-3 3-5 0,5-1 4 16,-7 0 1-16,0 0-5 0,-4 1 2 0,-4-1-2 0,-1 1 0 15,-59 2 5-15,116-3-7 0,-116 3-2 0,110-4 4 16,-110 4-11-16,111-5 11 0,-111 5-3 0,105-5 2 0,-105 5 1 15,114-8 1-15,-114 8-1 0,136-5-3 0,-136 5-45 16,107-5 57-16,-107 5-3 0,105-9 2 0,-105 9 0 0,80-7 1 16,-22 3 54-16,-58 4-36 0,107-7 8 15,-107 7-5-15,107-5-8 16,-107 5-2-16,104-5 26 0,-104 5-41 0,102 2-3 16,-102-2 3-16,102-6-2 0,-102 6-1 0,100-5-4 15,-47 13-4-15,-4-16 7 0,-49 8-5 0,100-4 0 0,-100 4-1 16,102-5-1-16,-102 5 3 0,104-1-1 0,-104 1-3 15,105-4-23-15,-105 4 34 0,107 0-4 0,-107 0 1 16,99 0 2-16,-99 0 5 0,97-2-37 0,-38 0 37 16,-59 2-9-16,78 2-4 0,-78-2-1 0,77-6 5 15,-77 6-2-15,68-6-1 0,-68 6 1 0,66-9 5 16,-66 9-6-16,61-8 3 0,-61 8-4 0,56-6 1 0,-56 6-2 16,53-7 1-16,-53 7-2 0,0 0 2 15,73-9 2-15,-73 9-3 0,0 0 2 0,75 3-3 16,-75-3 0-16,0 0 2 0,71-9 0 0,-71 9 2 0,0 0 0 15,53-7-2-15,-53 7 6 0,58-1-1 0,-58 1-8 16,64-4-1-16,-64 4 3 0,65 0 4 0,-65 0-5 0,80-2-1 16,-80 2 3-16,66-6 2 0,-66 6-2 0,70-2-4 15,-70 2 8-15,73-2-1 0,-73 2 1 16,73 9-5-16,-73-9 6 0,68-4-9 0,-68 4 7 16,66-3-1-16,-66 3 1 0,0 0-5 0,58-4 2 0,-58 4 2 15,0 0-2-15,78 0 0 0,-78 0 16 0,0 0 1 16,0 0-22-16,87 0 0 0,-87 0 2 0,0 0 3 15,61 2 0-15,-61-2 21 0,0 0-72 16,71 0 53-16,-71 0 10 0,0 0-6 0,87 4-5 0,-87-4 27 16,68 1-84-16,-68-1 69 0,73 0 1 0,-73 0-1 0,75 0-8 15,-75 0 4-15,73 4-5 16,-73-4-3-16,73 1 2 0,-73-1 0 0,68 2-5 16,-68-2-7-16,71 4 12 0,-71-4-1 0,65 1-3 0,-65-1 4 15,68 4-2-15,-68-4 0 0,63 1 5 0,-63-1-6 0,66 5-1 16,-66-5 1-16,68 3 0 0,-68-3 4 0,68 5-7 15,-68-5 6-15,71 11-1 0,-71-11-2 0,68 1 3 0,-68-1-2 16,70 4-4-16,-70-4 6 0,66-2-4 16,-66 2-10-16,60 3 14 0,-60-3-3 0,0 0 8 0,86 5-6 15,-86-5 3-15,0 0 1 0,68 1-13 0,-68-1 8 16,0 0-1-16,72 4 5 0,-72-4-4 0,0 0-2 16,56 3 4-16,-56-3-1 0,0 0 2 0,78 5-1 0,-78-5-3 15,0 0 2-15,80 5 2 0,-80-5 1 16,61 4-3-16,-61-4-3 0,61 4 3 0,-61-4-9 0,85-4 13 15,-85 4-5-15,58 8 1 0,-58-8 1 0,63 5 1 16,-63-5-49-16,85 5 56 0,-85-5-4 0,51 8-4 16,-51-8 4-16,56 6-16 0,-56-6 19 15,0 0-5-15,76 9-3 0,-76-9-3 0,51 7 4 16,-51-7 2-16,0 0 2 0,77 7-7 0,-77-7 2 0,0 0-1 0,71 6 0 16,-71-6-1-1,0 0-1-15,63 3 0 0,-63-3 1 0,0 0 1 16,0 0 4-16,73-3 0 0,-73 3-5 0,0 0 4 0,0 0-7 15,61 8 4-15,-61-8 1 0,0 0-1 0,0 0 3 16,58 5-3-16,-58-5-1 0,0 0 1 0,0 0-54 16,53 7 68-16,-53-7-2 0,0 0 0 0,56 4 4 0,-56-4 13 15,0 0 4-15,66 2 8 16,-66-2-5-16,0 0 5 0,63-2 39 0,-63 2-2 0,0 0-6 16,75-3-21-16,-75 3-8 0,0 0-15 0,73-4-8 0,-73 4-11 15,0 0 13-15,68-4 7 0,-68 4 14 0,0 0-2 0,73-5 3 0,-73 5-17 16,0 0 0-16,59-5-8 0,-59 5-2 0,0 0 3 15,0 0-12 1,0 0-52-16,63 0 51 0,-63 0 9 0,0 0-5 0,0 0-8 0,0 0-3 0,0 0 2 16,0 0-1-16,0 0 13 0,56-7-23 0,-56 7 174 15,0 0-181-15,0 0-7 0,0 0 1 0,0 0 6 0,0 0-7 32,0 0 13-32,58-2 0 0,-58 2-7 0,0 0 18 0,0 0-9 0,0 0-2 15,0 0 20-15,0 0-3 0,0 0 3 16,61-2-20-16,-61 2 16 0,0 0 30 15,0 0-5-15,0 0-22 0,0 0 8 0,0 0 1 0,0 0-19 16,0 0 28-16,0 0-14 0,0 0-3 0,0 0-1 16,0 0-12-16,0 0 13 0,0 0 13 0,0 0 14 15,0 0 11-15,0 0 1 0,0 0-19 0,0 0 1 16,0 0-3-16,0 0 4 0,0 0-8 0,0 0 1 16,0 0-11-16,0 0 27 0,0 0-2 0,0 0-5 15,0 0-5-15,0 0-3 0,0 0-12 0,0 0 12 16,60-2-17-16,-60 2-2 0,0 0 0 0,0 0 7 0,0 0-9 15,0 0 2-15,0 0-20 0,0 0 17 0,0 0 0 16,0 0-7-16,0 0 2 0,0 0-8 0,0 0 29 16,0 0-29-16,0 0 9 0,0 0-19 0,0 0 9 15,0 0 4-15,0 0 10 0,0 0-7 0,0 0 13 16,0 0-20-16,0 0 4 0,0 0 10 0,0 0 22 16,0 0-25-16,0 0-10 0,0 0-6 0,0 0 22 0,0 0 18 15,0 0-21-15,0 0-30 0,0 0 27 0,0 0-23 16,0 0-2-16,0 0-5 15,0 0 2-15,0 0-9 0,0 0-12 0,0 0-10 0,0 0 11 0,0 0 1 16,0 0-16-16,0 0 24 0,0 0-6 0,0 0-7 16,0 0 15-16,0 0 24 0,0 0 8 0,0 0-28 15,0 0 6-15,0 0 3 0,0 0 1 0,0 0-30 16,0 0 59-16,0 0-8 0,0 0-12 0,0 0 33 16,0 0-13-16,54-7-14 0,-54 7 13 0,0 0-9 0,0 0-13 15,0 0 165-15,0 0-171 0,0 0-11 0,0 0 15 16,0 0-1-16,0 0-4 0,0 0 22 0,0 0-6 15,0 0 2-15,0 0-3 0,0 0-9 16,0 0 9-16,0 0 1 0,0 0 5 0,0 0 9 0,0 0-9 16,0 0-10-16,0 0 2 0,0 0 8 0,0 0 2 0,0 0-1 15,0 0-9-15,0 0 12 16,0 0 7-16,0 0-44 0,0 0 45 0,0 0 12 16,0 0-10-16,0 0 7 0,0 0-32 0,0 0 20 0,0 0-8 15,0 0 3-15,0 0-8 0,0 0 153 0,0 0-163 0,0 0 6 16,0 0-14-16,0 0 8 15,0 0 11-15,0 0 150 0,0 0-187 0,0 0 18 0,0 0-3 0,0 0 8 0,0 0 8 16,0 0-1 0,0 0-3-16,0 0 0 0,0 0 3 0,0 0 9 0,0 0-8 0,0 0-8 0,0 0 14 15,0 0-15-15,0 0 22 0,0 0-2 0,0 0 0 16,0 0 6-16,0 0-12 0,0 0 9 0,0 0-15 16,0 0 9-16,0 0 1 15,0 0 23-15,0 0-18 0,0 0-1 0,0 0-10 0,0 0 12 0,0 0 2 0,0 0-1 16,0 0-11-16,0 0 8 15,0 0-8-15,0 0 5 0,0 0 0 0,0 0-8 0,0 0 7 16,0 0 3-16,0 0-4 0,0 0-14 0,0 0 22 16,0 0-6-16,0 0-7 0,0 0-14 0,0 0 4 0,0 0 13 15,0 0-16-15,0 0 8 0,0 0-7 16,0 0 9-16,0 0 7 0,0 0-10 0,0 0 9 0,0 0 9 0,0 0-16 16,0 0-10-1,0 0 26-15,0 0-7 0,0 0-2 16,0 0-3-16,0 0 13 0,0 0-12 0,0 0 4 0,0 0-3 15,0 0 6-15,0 0 3 0,0 0-3 0,0 0-8 0,0 0 4 16,0 0 3-16,0 0-15 0,0 0 23 0,0 0-17 0,0 0 2 16,0 0 0-16,0 0-19 15,0 0 12-15,0 0 1 0,0 0-9 0,0 0 3 16,0 0-8-16,0 0 14 0,0 0 11 0,0 0-2 16,0 0-10-16,0 0 3 0,0 0 17 0,0 0-129 15,0 0 141-15,0 0-3 0,0 0-6 0,0 0-2 0,0 0 110 0,0 0-130 16,0 0 4-16,0 0-12 0,0 0 15 0,0 0 2 15,0 0 100-15,0 0-116 0,0 0-67 16,0 0 62-16,0 0-1 0,0 0-22 0,0 0-46 0,0 0-85 0,0 0-157 0,0 0-280 16,0 0-221-1,0 0-227-15,-22-36-389 0,22 36-462 0</inkml:trace>
  <inkml:trace contextRef="#ctx0" brushRef="#br0" timeOffset="72955.88">29544 5133 171 0,'0'0'534'0,"0"0"23"0,-54-12 33 0,54 12-30 0,0 0-35 0,0 0 21 0,0 0-72 0,0 0-77 0,0 0-77 0,0 0-71 0,0 0-51 0,0 0-44 0,0 0-34 0,0 0-24 0,0 0-24 0,0 0-10 16,0 0-12-16,0 0 23 15,0 0 37-15,0 0-2 0,-27 25 0 0,27-25 8 0,0 0 2 16,0 0-79-16,0 0 83 0,10 42 0 0,-10-42-3 16,0 0 126-16,7 38-173 0,-7-38 25 0,0 0-9 15,10 45-4-15,-10-45-12 0,5 38-7 0,-5-38 7 16,5 46-15-16,-5-46 1 0,5 55 24 0,-5-55 16 0,12 59 2 16,-12-59 0-16,5 65-3 0,-5-65-8 15,5 70 4-15,-5-70-4 0,4 65-4 0,-4-65 1 16,5 58-4-16,-5-58-5 0,8 58-2 0,-8-58-10 15,0 50 0-15,0-50 3 0,0 48-12 16,0-48-4-16,0 38-6 0,0-38-12 0,0 0-2 0,4 41-12 16,-4-41-1-16,0 0-5 0,0 0 2 0,0 0-5 15,0 0 5-15,0 0-8 0,0 0-30 0,-4 41-58 0,4-41-61 16,0 0-66-16,0 0-69 0,0 0-64 0,0 0-104 16,-44-25-103-16,44 25-53 0,0 0-29 15,-32-41-74-15,32 41 30 0,-31-41-20 0,31 41 42 0,-37-53 43 16,20 25-13-16,-2 0-277 0,19 28-101 0</inkml:trace>
  <inkml:trace contextRef="#ctx0" brushRef="#br0" timeOffset="73300.27">29293 5435 45 0,'17'-55'158'0,"-17"55"55"0,32-58 51 16,-32 58-11-16,46-54 16 0,-46 54 45 0,34-48 19 0,-34 48-16 16,27-48-8-16,-27 48-38 0,31-39 49 15,-31 39 9-15,30-33-10 0,-30 33-9 0,17-27-19 0,-17 27-6 16,0 0-82-16,21-31 42 0,-21 31-27 0,0 0-39 15,20-29-29-15,-20 29-34 0,0 0-15 0,22-36-19 16,-22 36-11-16,0 0 2 0,44-27 22 0,-44 27-10 16,0 0-25-16,0 0-19 0,46-11-6 0,-46 11-38 15,0 0 26-15,0 0-6 0,0 0-17 0,0 0 8 0,0 0-12 16,58-3 8-16,-58 3-12 0,0 0-1 16,0 0-6-16,0 0 0 0,49 12 8 0,-49-12-1 0,0 0-2 15,0 0 1-15,36 29 3 0,-36-29 2 16,0 0 3-16,22 47-9 0,-22-47 8 0,0 0 6 15,10 41 5-15,-10-41-8 0,0 0 8 0,-5 51 0 16,5-51 3-16,-12 35-24 0,12-35 33 0,0 0-12 16,-32 41 9-16,32-41-8 0,-19 28-6 0,19-28-9 0,0 0-22 15,-22 35-46-15,22-35-53 0,0 0-73 16,0 0-96-16,0 0-106 0,-27 27-119 0,27-27-60 16,0 0-3-16,0 0 10 0,0 0 30 0,0 0-493 15,0 0-229-15</inkml:trace>
  <inkml:trace contextRef="#ctx0" brushRef="#br0" timeOffset="73730.52">30399 5141 391 0,'0'0'665'0,"0"0"22"0,0 0-51 0,0-39-52 0,0 39 6 0,0 0-73 0,0 0-84 0,0 0-92 0,0 0-62 0,0 0-70 16,0 0-44-16,0 0-45 0,0 0-31 0,0 0-31 15,0 0-18-15,0 0-14 0,0 0-6 0,0 0 1 16,0 0-4-16,0 0-7 0,5 46 10 15,-5-46 7-15,0 0 37 0,5 54-72 0,-5-54 59 0,0 39-5 0,0-39 1 16,4 50 35-16,-4-50 7 0,0 54 3 0,0-54-4 16,-4 65 0-16,4-65-7 0,-10 68-8 0,7-33-15 15,3-35 7-15,-9 71-16 16,9-71-6-16,-15 69-3 0,10-37-18 0,5-32 4 0,-12 65 6 0,12-65-18 0,-14 62 3 16,14-62-8-16,-17 54 6 0,17-54-5 0,-10 48 4 15,10-48 125-15,-17 41-162 16,17-41-45-16,-15 35-58 0,15-35-83 0,0 0-65 15,-22 34-99-15,22-34-76 0,0 0-118 0,0 0-76 16,-36 20-7-16,36-20 26 0,0 0 29 0,-53-15-48 0,53 15-250 16,-42-15-98-16</inkml:trace>
  <inkml:trace contextRef="#ctx0" brushRef="#br0" timeOffset="74127.75">29966 5909 8 0,'-29'-26'281'0,"29"26"134"0,0 0 44 15,0 0 64-15,-24-27-40 0,24 27-15 0,0 0-16 0,0 0-11 0,0 0-64 16,0 0-58-16,0 0-31 15,0 0-85-15,0 0-44 0,0 0-41 16,0 0-29-16,0 0-27 0,0 0-20 0,0 0-9 0,0 0-2 16,0 0 15-16,0 0-21 0,0 0 70 0,36 27-14 0,-36-27-5 15,27 30 4-15,-27-30 15 0,24 38-6 0,-24-38-16 16,22 50-8-16,-22-50-8 0,32 49-15 16,-32-49-4-16,31 55-7 0,-31-55-6 0,13 60-2 15,6-27-31-15,-2-5 24 0,0 3 7 0,-2 11-11 0,2-13-3 0,-17-29 4 16,31 54-4-16,-31-54-2 15,32 48-7-15,-32-48 1 0,19 41 9 0,-19-41-10 16,22 32 0-16,-22-32 0 0,0 0 4 0,27 33-4 0,-27-33 6 16,0 0-3-16,0 0-1 0,0 0 11 15,0 0 2-15,0 0 5 0,27 22 8 0,-27-22 4 0,0 0 2 16,24-29 91-16,-24 29-239 0,17-35 166 16,-17 35-3-16,27-49 12 0,-27 49-23 0,26-55 2 0,-6 17 5 15,-20 38-2-15,34-54-5 0,-34 54-10 16,31-53-8-16,-31 53-1 0,37-52-2 0,-37 52-5 15,31-43 16-15,-31 43-28 0,32-38 30 0,-32 38-47 0,19-33-32 16,-19 33-32-16,0 0-63 0,34-39-96 0,-34 39-109 16,0 0-144-16,37-23-127 0,-37 23-74 0,0 0-85 15,0 0-80-15,15-30-239 0,-15 30-288 0</inkml:trace>
  <inkml:trace contextRef="#ctx0" brushRef="#br0" timeOffset="75444.12">31218 5262 145 0,'0'0'312'0,"5"-40"142"0,-5 40 41 0,0 0 50 0,0 0-1 0,-3-41 24 0,3 41 20 0,0 0-38 0,0 0-59 0,-19-30-56 0,19 30-61 0,0 0-203 0,0 0 104 0,0 0-59 0,0 0-41 0,0 0-50 0,0 0-26 16,0 0-15-16,0 0-32 0,0 0-23 0,0 0-9 15,0 0-12-15,0 0 10 0,0 0-6 0,-12 51 3 0,12-51-6 16,-3 50-8-16,3-50-1 0,-7 62 5 0,7-62 1 15,0 60 15-15,0-60 127 0,5 67-200 16,-5-67 33-16,7 67-8 0,-7-67 5 0,19 55 14 16,-19-55-8-16,17 41 1 0,-17-41-21 0,20 37-2 15,-20-37 0-15,0 0 1 0,22 31-6 0,-22-31 7 0,0 0 9 16,46 11 10-16,-46-11 20 0,0 0 9 16,0 0-14-16,29-28-3 0,-29 28 10 0,15-29 2 15,-15 29-22-15,14-33 67 0,-14 33-40 0,0 0-17 0,8-59 10 16,-8 59 5-16,0 0 19 0,0-58 2 0,0 58 16 15,0 0 2-15,0-42-7 0,0 42-21 0,0 0 12 0,0 0-12 16,-13-36-11-16,13 36-1 0,0 0-18 16,0 0 7-16,0 0-4 0,0 0-17 0,0 0 0 15,0 0-2-15,0 0 15 0,0 0-6 0,0 0-2 0,0 0 5 16,66 18 8-16,-66-18-3 0,32 32 4 0,-32-32-19 16,36 37 15-16,-36-37 1 0,41 39 4 0,-41-39 0 15,44 39 0-15,-44-39 12 0,46 33-10 16,-46-33-10-16,39 27 5 0,-39-27 0 0,34 19 0 0,-34-19 4 15,0 0 10-15,0 0 1 0,39 18 11 0,-39-18 6 16,0 0 30-16,0 0 17 0,0 0 72 0,0 0-44 0,24-36 57 16,-24 36-28-16,0 0 46 0,8-53 12 0,-8 53 7 15,0-49-8-15,0 49-1 0,-5-56-28 0,5 56-18 16,-17-59-26-16,7 20-20 0,10 39-23 16,-17-61-26-16,17 61-48 0,-17-53-119 0,17 53-108 0,-29-52-81 15,29 52-222-15,-22-36-319 0,22 36-221 0,0 0-161 16,-51-17-682-16,51 17-625 0</inkml:trace>
  <inkml:trace contextRef="#ctx0" brushRef="#br0" timeOffset="92667.66">32158 6103 162 0,'56'-10'323'0,"-56"10"84"0,0 0 9 0,0 0 21 0,0 0-14 0,0 0-41 0,0 0-42 0,0 0 26 0,0 0-42 0,0 0-39 0,0 0-21 0,0 0-24 0,0 0 14 0,0 0-60 0,0 0-23 16,0 0-23-16,0 0-21 0,0 0-19 0,0 0-14 16,0 0-11-16,0 0-6 0,0 0-6 0,0 0-8 15,0 0-1-15,0 0-12 0,0 0-8 0,0 0-8 0,0 0-12 16,0 0-3-16,0 0-4 0,0 0-4 16,0 0-7-16,-53 14 20 0,53-14-25 0,-37 25-9 15,37-25 9-15,-41 28-5 0,41-28 2 0,-46 33-5 16,46-33 3-16,-44 38-5 0,44-38 3 0,-54 40 1 15,54-40 0-15,-36 36 0 0,36-36-3 0,-36 32-1 16,36-32 14-16,-22 26-62 0,22-26 49 0,0 0-5 16,-17 30 1-16,17-30-31 0,0 0 31 0,0 0-2 0,0 0 3 0,0 0-2 0,7 35-4 15,-7-35 12-15,0 0 4 0,0 0 1 0,0 0 0 16,58 11-6-16,-58-11 8 0,0 0-54 0,51-12 66 16,-51 12-4-16,0 0 2 0,68 12-2 0,-68-12 2 0,0 0-5 15,76 7 1-15,-76-7-1 0,48 11-1 16,-48-11-2-1,46 8-1-15,-46-8 2 0,0 0-1 0,76 11-16 0,-76-11 20 0,0 0-3 0,63 16-1 0,-63-16 1 16,0 0-1-16,53 18 0 0,-53-18-3 16,0 0 1-16,42 21 1 0,-42-21-2 0,0 0 12 0,29 33-6 15,-29-33-2-15,0 0-1 16,7 48 0-16,-7-48 1 0,0 0 3 0,-14 52 1 0,14-52 2 0,-17 30 11 16,17-30 7-16,-27 28 12 15,27-28 7-15,-32 33 7 0,32-33 2 16,-44 25-2-16,44-25 8 0,-46 21-1 0,46-21-17 15,-56 18 0-15,56-18-5 0,-58 11-6 0,58-11-85 0,-63 8 85 16,63-8-6-16,-61 10-7 0,61-10-9 16,-56 5-15-16,56-5-29 0,-56 7-20 0,56-7-39 0,0 0-40 15,-68 6-35-15,68-6-12 0,0 0-46 0,0 0-65 16,0 0-116-16,-53 9-59 0,53-9-51 0,0 0 10 16,0 0 42-16,0 0 79 0,0 0-15 0,0 0-493 0,0 0-98 15</inkml:trace>
  <inkml:trace contextRef="#ctx0" brushRef="#br0" timeOffset="93075.42">31930 7180 300 0,'0'0'529'0,"0"0"9"0,0 0-26 0,0 0-83 0,0 0-61 0,0 0-114 0,0 0 67 0,0 0-81 0,0 0 56 0,0 0-6 0,51 22-39 0,-51-22-27 0,48 23-32 0,-48-23 8 16,68 18-46-16,-68-18-19 0,76 30-13 0,-76-30-7 0,85 30-6 16,-44-14-39-16,3-2-4 15,-3 0-12-15,13 2 5 0,-54-16-27 0,77 16-6 16,-77-16-4-16,78 27-4 0,-78-27 28 0,61 19-124 16,-61-19-40-16,53 18-52 0,-53-18-95 0,46 12-60 15,-46-12-42-15,0 0-129 0,47 14 0 16,-47-14 28-16,0 0 35 0,0 0 47 0,0 0-12 0,0 0-104 0,0 0-132 0,0 0-39 15</inkml:trace>
  <inkml:trace contextRef="#ctx0" brushRef="#br0" timeOffset="93299.74">32581 7240 107 0,'0'0'242'16,"-39"-34"95"-16,39 34 39 0,-27-25 54 0,27 25 4 0,0 0-9 16,0 0-36-16,-26-28-18 0,26 28-34 0,0 0-73 0,0 0-32 0,0 0-38 15,0 0-53-15,0 0-29 16,0 0-24-16,0 0-9 0,0 0-1 0,0 0-7 0,0 0-9 0,14 42-3 15,-14-42 2-15,7 46 13 16,-7-46-4-16,0 59-11 0,0-59 9 0,-4 66-8 16,-4-30-8-16,-1 5-11 0,-6 0-7 0,-2 1-8 0,-2-1-5 0,-3 1-9 15,5-3-38-15,-8-1-109 0,13-2-81 0,-7-1-93 0,-1-3-100 32,1-4-80-32,19-28-15 0,-27 45 20 0,27-45 40 15,-31 21-566-15,31-21-207 0</inkml:trace>
  <inkml:trace contextRef="#ctx0" brushRef="#br0" timeOffset="93781.45">32848 6142 296 0,'0'0'496'0,"0"0"60"0,0 0 57 0,0 0-22 0,7-42-7 0,-7 42-9 0,0 0-68 0,0 0-76 0,0 0-64 0,0 0-47 0,0 0-80 0,0 0-51 0,0 0-22 16,0 0-56-16,0 0-31 0,0 0-7 0,0 0-34 16,0 0-1-16,0 0-27 0,20-27-7 0,-20 27-2 15,0 0 18-15,0 0-9 0,22 42-13 0,-22-42 4 16,22 35 0-16,-22-35-1 0,19 42 2 0,-19-42 4 15,20 47 3-15,-20-47-2 0,19 57-6 0,-19-57-17 0,15 56 23 16,-15-56-7-16,4 66 7 0,-4-66-32 0,5 49-44 16,-5-49-45-16,-5 43-64 0,5-43-48 0,0 0-64 15,-4 48-49-15,4-48-46 0,0 0-64 16,0 0-106-16,0 0 2 0,-39 17 40 0,39-17 12 16,-37-17-436-16,37 17-137 0</inkml:trace>
  <inkml:trace contextRef="#ctx0" brushRef="#br0" timeOffset="94011.56">32484 6155 108 0,'0'0'371'15,"0"0"78"-15,-32-23 173 0,32 23-44 0,0 0-36 0,0 0-6 16,0 0-40-16,0 0-81 0,-5-37-77 0,5 37-73 16,0 0-56-16,0 0-42 0,15-36-31 15,-15 36-17-15,0 0-34 0,22-27-16 0,-22 27-17 0,22-28-10 16,-22 28-11-16,29-25-15 0,-29 25-41 0,0 0-109 0,34-25-37 0,-34 25-28 15,0 0-69-15,0 0-43 16,48-11-67-16,-48 11-32 0,0 0 16 0,0 0 21 0,46 12 35 0,-46-12 22 16,0 0 7-16,32 25-32 15,-32-25-388-15,20 28-58 0</inkml:trace>
  <inkml:trace contextRef="#ctx0" brushRef="#br0" timeOffset="94279.45">32892 6248 106 0,'0'0'318'0,"0"0"130"0,0 0-12 15,0 0 4-15,0 0-57 0,0 0-58 0,0 0-61 16,0 0-55-16,0 0-24 0,0 0-47 0,0 0-27 16,0 0-23-16,24 25-17 0,-24-25-7 0,0 0-21 0,0 0-1 0,44 30-3 15,-44-30-5-15,41 23 14 0,-41-23 11 16,39 26-14-16,-39-26 53 0,46 30-31 0,-46-30-9 0,46 32-7 15,-46-32-12-15,54 31-14 0,-54-31-4 16,53 28 2-16,-53-28-3 0,56 30 4 0,-56-30-10 0,54 25 14 0,-54-25-18 0,48 20-71 16,-48-20-87-1,44 11-93-15,-44-11-112 0,0 0-37 0,46 16 8 16,-46-16 35-16,0 0-6 0,0 0-62 0,0 0-316 0,0 0-59 16</inkml:trace>
  <inkml:trace contextRef="#ctx0" brushRef="#br0" timeOffset="94472.97">33239 6312 212 0,'0'0'315'16,"-31"-30"83"-16,31 30 42 0,-27-25 13 0,27 25-43 0,0 0-15 15,-27-30 9-15,27 30 33 0,0 0-32 0,0 0-41 0,0 0-55 0,-12-32-56 16,12 32-52-16,0 0-47 16,0 0-88-16,0 0 30 0,0 0-33 0,0 0-15 15,0 0-1-15,0 0 8 0,12 53 9 0,-12-53-2 0,5 86-8 16,-10-28-9-16,5 12-5 0,-17 11-13 0,-9 7-136 15,-4 5-238-15,-4 5-339 0,-7-4-172 0,5 11-716 0,-1-7-506 16</inkml:trace>
  <inkml:trace contextRef="#ctx0" brushRef="#br0" timeOffset="100520.39">23906 7312 136 0,'0'0'147'16,"0"0"-5"-16,0 0 59 0,0 0-23 0,0 0-21 0,0 0-14 0,0 0 5 0,0 0 28 0,0 0-48 0,0 0-7 0,0 0-17 0,0 0-9 0,0 0-29 0,34-21 3 15,-34 21-10-15,0 0-16 0,0 0-10 0,0 0-7 0,0 0-11 16,0 0-7-16,0 0-3 0,0 0-5 0,0 0 34 16,0 0-40-16,0 0 6 0,20 27 11 0,-20-27 1 0,0 0 5 15,22 26-5-15,-22-26-2 16,0 0 5-16,31 42-4 0,-31-42 2 0,22 33 4 0,-22-33-9 16,32 35 3-16,-32-35-13 0,24 35 13 0,-24-35 1 0,27 37 0 15,-27-37-1-15,31 35-4 0,-31-35-4 0,30 34 4 16,-30-34-3-16,0 0-1 0,26 40-2 0,-26-40 3 15,0 0-34-15,30 28-23 0,-30-28-12 0,0 0-8 16,0 0-11-16,0 0 1 0,0 0-20 16,0 0-19-16,0 0-24 0,0 0-8 0,0 0-1 15,0 0 11-15,0 0 7 0,-27-42-22 0,27 42-81 16,-34-30-72-16,34 30 97 0</inkml:trace>
  <inkml:trace contextRef="#ctx0" brushRef="#br0" timeOffset="100809.65">24013 7312 77 0,'0'0'98'0,"0"0"35"16,0-48-18-16,0 48 20 0,0 0-16 0,8-41-11 16,-8 41-1-16,0 0-5 0,7-38-12 0,-7 38-12 0,0 0 4 15,0 0-7-15,7-39-3 0,-7 39-18 0,0 0 9 16,12-34-8-16,-12 34-1 0,0 0-6 16,0 0-14-16,20-31-5 0,-20 31-5 0,0 0-20 0,0 0 11 15,24-30-3-15,-24 30 14 0,0 0-23 0,41-22 3 16,-41 22-2-16,0 0-5 0,49-16-2 0,-49 16 2 15,0 0 0-15,51-9-3 0,-51 9 1 0,0 0-15 16,0 0 21-16,0 0-5 0,61 11 5 0,-61-11 2 16,0 0 4-16,24 27-10 0,-24-27 15 0,0 0-7 0,-14 45 6 15,14-45-7-15,-13 36 2 0,13-36-2 16,-29 44 1-16,29-44-12 0,-36 43-21 0,36-43-42 0,-49 40-18 16,49-40-12-16,-46 34-22 0,46-34-36 0,-44 32-68 15,44-32-245-15,-39 23 15 0</inkml:trace>
  <inkml:trace contextRef="#ctx0" brushRef="#br0" timeOffset="102017.46">26312 6762 153 0,'0'0'359'0,"0"0"97"0,-44-20-3 0,44 20 60 0,0 0-117 0,0 0-89 0,-36-20-52 0,36 20-23 0,0 0-54 0,0 0-33 0,0 0-47 0,0 0-18 0,0 0-25 16,0 0-21-16,0 0-15 0,0 0-12 0,0 0-6 16,0 0-1-16,0 0 0 0,0 0 9 15,0 0-11-15,0 0 4 0,0 0 3 0,0 0-99 16,10 45 120-16,-10-45-9 0,0 0 1 0,17 41 6 0,-17-41-13 16,0 0-33-16,21 45 24 0,-21-45 23 0,20 33-20 15,-20-33-7-15,22 30 9 0,-22-30-16 0,22 30 9 0,-22-30 5 16,0 0-5-16,41 30 4 0,-41-30-85 15,0 0 80-15,46 18 9 0,-46-18-8 0,0 0-1 0,0 0 6 16,61 5-5-16,-61-5 4 0,0 0 6 0,46-19 2 16,-46 19-4-16,0 0-3 0,27-23 8 0,-27 23-5 15,0 0-2-15,22-34 5 0,-22 34 2 0,0 0-6 16,19-44 5-16,-19 44-1 0,0 0-6 0,0-41 0 16,0 41 13-16,0 0-2 0,0 0 29 15,2-40 5-15,-2 40-9 0,0 0 2 0,0 0-9 0,0 0-12 0,0 0-7 16,0 0-2-16,0 0-20 0,0 0 5 0,0 0-12 15,0 0 3-15,0 0 2 0,0 0 9 0,0 0 2 16,0 0-15-16,0 0 2 0,20-26 3 16,-20 26-9-16,0 0 9 0,0 0 0 0,0 0 3 0,41 15 2 15,-41-15-3-15,0 0 11 0,39 21-5 0,-39-21 9 16,0 0-19-16,51 22 6 0,-51-22 36 0,37 15-46 16,-37-15 7-16,38 17 5 0,-38-17-3 0,49 15-8 15,-49-15 4-15,51 9-4 0,-51-9-2 0,0 0-7 0,73 11 8 16,-73-11-2-16,0 0 5 0,0 0 1 15,75 0 5-15,-75 0 7 0,0 0 8 0,0 0-1 0,46-14 6 16,-46 14-86-16,0 0 163 0,0 0-74 16,22-36-5-16,-22 36 3 0,0 0 23 0,5-40-12 15,-5 40 56-15,0 0-10 0,-10-46-4 0,10 46-10 16,0 0-1-16,-21-48-6 0,21 48 0 0,-15-34-3 0,15 34-4 0,-22-30 0 16,22 30-18-16,0 0-12 0,-27-37 14 0,27 37-2 15,0 0-11-15,-24-24-6 0,24 24 1 0,0 0-9 16,0 0 2-16,0 0-17 0,0 0-40 15,-29-23-36-15,29 23-43 0,0 0-47 0,0 0-45 0,0 0-42 16,0 0-41-16,0 0-4 0,0 0 24 16,0 0 49-16,0 0 19 0,0 0-3 15,0 0-1-15,17 26 2 0,-17-26-2 0,0 0 32 0,0 0-168 0,0 0-91 0,32 30 39 16</inkml:trace>
  <inkml:trace contextRef="#ctx0" brushRef="#br0" timeOffset="109792.78">26470 6559 276 0,'0'0'507'0,"0"0"85"0,0 0 53 0,-32-35-48 0,32 35-18 0,0 0-25 0,0 0-64 0,-22-23-73 0,22 23-63 0,0 0-55 0,0 0-58 0,0 0-30 0,0 0-41 16,0 0-7-16,0 0-39 0,0 0-28 0,0 0-9 16,0 0-1-16,0 0-13 0,0 0-9 0,0 0-10 0,0 0-6 15,0 0-3-15,0 0-13 0,0 0 10 0,0 0-29 16,0 0-111-16,0 0 137 0,0 0-16 0,0 0 10 16,0 0-14-16,0 0-31 0,0 0 62 0,0 0-60 15,0 0 13-15,0 0-15 0,0 0 10 0,0 0-3 16,0 0 0-16,0 0 13 0,0 0-13 15,10 42-6-15,-10-42 27 0,22 45-30 0,-22-45 8 0,32 58 8 0,-23-26 161 16,8 3-171-16,0-1-15 0,3 4-2 0,-3-1 34 16,0 3-3-16,2 0-6 0,-4-3 24 0,2 5-38 15,0-2 20-15,-3-2 4 0,1-2-3 0,2 1-16 16,0-2 24-16,-17-35-19 0,22 60 5 16,-22-60 11-16,19 55 11 0,-19-55-14 0,10 44-6 0,-10-44 24 15,0 0-29-15,5 46 6 0,-5-46 10 0,0 0-18 0,0 0 19 16,5 39-9-16,-5-39 43 0,0 0-47 0,0 0-6 15,0 0 8-15,0 0 3 0,0 0-4 0,0 0 14 16,0 0-7-16,0 0-1 0,0 0-6 0,0 0-24 0,0 0-20 16,0 0-22-16,0 0-31 0,-32-27 9 15,32 27 8-15,-14-37-2 0,14 37 15 0,-27-42 7 16,27 42-2-16,-24-52-1 0,24 52 6 0,-30-58 7 16,30 58 6-16,-19-55 7 0,4 27 7 0,3-2 5 0,12 30 14 15,-31-56-8-15,31 56 4 0,-27-57 2 16,5 27 4-16,22 30-6 0,-31-54 56 0,31 54-63 0,-15-53 6 0,15 53 0 15,-17-53 4-15,17 53 13 16,-5-57-17-16,5 57 1 0,0-51 2 0,0 51 2 0,5-53 2 16,-10 14-5-16,5 39 3 0,22-46-3 0,-22 46 8 15,22-39 1-15,-22 39-5 0,29-41 23 0,-29 41-14 0,32-36-3 0,-32 36-4 16,31-33 9-16,-31 33 1 16,39-19 5-16,-39 19-5 0,46-31 2 0,-46 31-4 0,44-24 2 15,-44 24 0-15,51-21-8 0,-51 21 3 0,53-16 13 16,-53 16-18-16,54-14 0 0,-54 14 2 15,58-11-3-15,-58 11 7 0,58-9-3 0,-58 9 1 16,59-5-3-16,-59 5-4 0,0 0 2 0,73 0-1 0,-73 0 11 16,0 0 4-16,73-1 13 0,-73 1-32 15,0 0-3-15,60 12 2 0,-60-12 0 0,0 0 10 16,51 18-8-16,-51-18 10 0,0 0-1 0,42 30 3 16,-42-30 7-16,22 26 9 0,-22-26 6 0,7 39 9 15,-7-39-3-15,0 0 19 0,-7 60 19 0,7-60 14 0,-27 52-21 0,7-26 23 16,-2 4 6-16,-14-3-2 15,0 3 6-15,-3-4 4 0,-7 2-9 0,-3 1 5 0,-2-3 3 16,-3-3 9-16,1 1-12 0,4 1-26 0,-6-7-8 0,1-2 3 16,1 3 4-16,-1-4-33 0,-9 0-13 0,17-2-27 15,-3-5-56-15,-7 2-77 0,8-2-131 0,48-8-246 16,-85 20-212-16,85-20-242 0,-95 15-78 16,95-15-615-16,-80 13-537 0</inkml:trace>
  <inkml:trace contextRef="#ctx0" brushRef="#br0" timeOffset="111182.92">28771 6631 41 0,'0'0'227'0,"-15"-36"117"0,15 36 88 0,0 0-10 0,-21-36 77 0,21 36-25 0,0 0-18 0,-18-33 30 0,18 33-36 0,0 0-28 0,0 0-33 0,-14-32-28 0,14 32-48 16,0 0-40-16,0 0-50 0,0 0-107 16,0 0 41-16,0 0-28 0,0 0-38 0,0 0-8 0,0 0-30 15,-22-27-11-15,22 27-14 0,0 0-10 16,0 0-8-16,0 0-7 0,0 0-9 0,0 0-2 0,0 0 12 0,12 43-3 15,-12-43 5-15,0 40-72 0,0-40 84 0,15 51-1 16,-15-51 4-16,12 65-4 16,-2-30-1-16,-5 2 1 0,4 0-11 0,-1 0 5 15,1 1 0-15,1 0-10 0,2 2-3 0,3-4-2 16,-3-1 4-16,7 0 105 0,-19-35-232 0,27 59 131 16,-27-59-5-16,36 47 10 0,-36-47-8 0,32 38 7 15,-32-38-1-15,27 24-9 0,-27-24-2 0,0 0 5 0,36 28 5 16,-36-28-3-16,0 0-2 0,0 0 4 0,0 0 10 15,0 0-11-15,0 0 7 0,0 0 12 0,0 0-21 0,0 0 6 0,54-22 0 16,-54 22 10-16,0 0-6 0,17-46-2 16,-17 46-3-16,5-37 14 0,-5 37-5 0,4-36 9 0,-4 36-20 15,5-42 33-15,-5 42-30 0,0-43 0 0,0 43 3 16,-5-40-14-16,5 40 10 0,0 0 9 16,0-55 26-16,0 55-40 0,0 0-15 0,-4-47 25 0,4 47-17 15,0 0 0-15,0 0 15 0,-5-41-15 0,5 41 17 0,0 0-12 0,0 0-6 16,0 0 12-16,0 0-9 0,0 0 0 0,0 0-2 15,0 0-12-15,0 0-12 0,0 0 20 16,0 0-6-16,0 0 8 16,0 0-7-16,0 0-1 0,0 0 16 0,0 0-3 0,36 17-10 0,-36-17 6 0,22 29-9 15,-22-29 14 1,32 26-9-16,-32-26 7 0,36 38 2 0,-36-38 6 16,32 45 1-16,-32-45-9 0,36 48 3 0,-36-48 10 15,41 50-6-15,-19-26-7 0,-22-24-1 0,44 49-6 0,-44-49 10 16,41 48 11-16,-41-48-16 0,37 40 37 15,-37-40-45-15,41 42 15 0,-41-42-3 0,34 26-7 0,-34-26 3 16,0 0 1-16,32 33-9 0,-32-33 15 0,0 0-1 0,0 0 0 16,0 0 13-16,41 11-9 15,-41-11 10-15,0 0-14 0,32-33 17 0,-32 33-8 0,21-41-1 16,-21 41 8-16,15-53 3 0,-15 53 15 0,17-63 9 16,-17 63 6-16,5-70-4 0,-5 70 14 0,5-70-6 15,-5 70 65-15,-10-67-67 0,10 67 27 0,-12-67 31 16,12 67 10-16,-20-66 21 0,20 66 24 0,-21-56 6 15,21 56 14-15,-22-52 8 0,22 52-10 0,-25-43-8 0,25 43 1 16,-22-35-21-16,22 35-14 0,0 0-17 0,-21-42-22 16,21 42-18-16,0 0-15 0,0 0-26 0,0 0-6 15,-15-33-18-15,15 33-16 0,0 0-18 0,0 0-63 16,0 0-79-16,0 0-95 0,0 0-59 0,0 0-45 16,0 0-51-16,0 0-138 0,0 0-174 0,0 0-64 15,0 0-155-15,-49 27 0 0,49-27-851 0,-36 29-581 16</inkml:trace>
  <inkml:trace contextRef="#ctx0" brushRef="#br0" timeOffset="112352.65">24414 6883 379 0,'0'0'608'0,"0"0"24"0,8-43-45 0,-8 43-39 0,0 0-23 0,-5-38-53 0,5 38-79 0,0 0-72 15,-12-35-54-15,12 35-53 0,0 0-42 0,0 0-24 16,-5-36-13-16,5 36-22 0,0 0-15 0,0 0-9 0,-15-34-16 0,15 34 8 16,0 0 12-16,0 0 11 0,0 0-3 0,-19-28-16 15,19 28-14-15,0 0 8 0,0 0-39 0,0 0-5 16,0 0-9-16,-61-9 2 15,61 9-3-15,0 0 36 0,-58 0-68 0,58 0 17 0,-54 14-15 0,54-14-11 0,-75 20 3 16,36-5 4-16,0 1 9 0,-7 4-2 0,2 2-12 16,8 0 4-16,-8 4 7 0,3 3-3 15,-1 1-4-15,1 0 6 0,-10 4 4 16,22-3 2-16,-3 4-15 0,6 1 8 0,4-2-3 16,5-3 1-16,0-1 21 0,17-30-32 0,-20 60 11 0,20-60 2 0,-2 52-7 0,2-52 0 15,19 47 2-15,-19-47-1 0,25 39 8 0,-25-39-1 16,26 33 2-16,-26-33-1 0,54 25-1 0,-54-25 4 15,68 18 7 1,-68-18-3-16,70 10 1 0,-70-10-9 0,83 1 11 0,-83-1-6 0,87-1 9 0,-40-11-5 0,-47 12 3 16,85-1-5-16,-85 1-2 15,87-13 8-15,-87 13-9 0,85-16 6 0,-85 16-1 16,71-10-7-16,-71 10 7 16,58-7 2-16,-58 7 15 0,0 0-37 0,61-11 15 15,-61 11-1-15,0 0 2 0,0 0-5 0,65-2-1 0,-65 2-9 16,0 0 9-16,0 0 0 0,0 0 1 0,0 0 9 15,49 14-6-15,-49-14-5 0,0 0 7 0,0 0 0 16,0 0-1-16,14 30 1 0,-14-30-1 0,0 0 10 16,0 0 2-16,0 0 26 0,0 50 2 0,0-50 9 15,-17 28 21-15,17-28-7 0,-41 34 13 0,9-2 1 16,32-32 57-16,-85 33-10 0,32-11 19 0,-5-2 3 16,-5 2 26-16,2 1 32 0,-5-5 6 0,-2 1 1 15,5-5-8-15,-10 6-14 0,7-7 8 0,3 0-10 0,0-4-9 16,2-1-10-16,8 0-11 0,53-8 11 0,-92 12-18 15,92-12-8-15,-76 5 2 0,76-5 6 0,0 0-30 16,-73 4-1-16,73-4-27 0,0 0-19 0,0 0-25 16,0 0-4-16,0 0-17 0,-63 0-12 0,63 0-26 15,0 0-18-15,0 0-27 0,0 0-17 16,0 0-16-16,0 0-12 0,0 0-7 0,0 0 38 0,0 0-57 0,0 0-7 16,0 0 6-16,0 0-26 15,0 0-14-15,0 0-21 0,0 0-20 0,0 0-23 0,0 0-45 16,0 0-43-16,0 0-80 0,0 0-133 0,-70 2-147 15,70-2-95-15,0 0-119 0,-66 9 7 0,66-9-833 16,-53 15-557-16</inkml:trace>
  <inkml:trace contextRef="#ctx0" brushRef="#br0" timeOffset="113209.56">24181 14259 355 0,'0'0'777'15,"0"0"20"-15,-75 5-83 0,75-5-17 0,0 0-55 0,0 0-81 0,-71 0-91 0,71 0-86 0,0 0-71 0,0 0-67 0,0 0 90 0,0 0-205 0,0 0-33 0,0 0-37 0,0 0-4 0,0 0-24 16,0 0-17-16,0 0 9 0,0 0-11 0,0 0 5 16,0 0 7-16,25 29-15 0,-25-29 10 0,41 28-15 15,-41-28 9-15,46 39-13 0,-17-12 6 0,-5-1-1 16,3 4-8-16,-2 4 7 0,-4 3-5 0,4 2 8 15,-1-1-1-15,3 2 0 0,-3 2 4 0,0-1-5 16,1 0 4-16,-4-3-1 0,-1 2-2 0,2 0-3 16,-3-5 2-16,-2-2 138 0,3-5-166 0,-20-28-6 0,29 47 7 15,-29-47 11-15,27 30 8 0,-27-30 14 0,0 0 32 16,41 17 39-16,-41-17 59 0,46-26 54 0,-7-7 25 16,7-15-28-16,12-16-35 0,10-14-34 0,10-14-7 0,19-14 3 15,5-12-60-15,17-13-14 0,10-7-19 0,12-1-36 16,3 1-170-16,-4 4-82 0,9 6-262 0,4-6-429 15,-32 21-286-15,10 10-972 0,-7 10-820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4:05:48.705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17171 7799 102 0,'-32'-24'175'0,"32"24"57"0,-19-28 37 0,19 28 21 0,-27-21 19 0,27 21 14 0,-31-29 9 0,31 29-7 0,-42-26 17 0,42 26 19 0,-24-27 2 0,24 27-16 0,-31-28-11 0,31 28-22 0,-32-30-32 16,32 30 9-16,-29-28-37 0,29 28-36 16,-32-28-17-16,32 28-27 0,-27-27 14 15,27 27-24-15,0 0-12 0,-34-31-18 0,34 31 0 16,0 0-5-16,0 0 4 0,0 0-37 0,-31-22-31 16,31 22 4-16,0 0-10 0,0 0-26 0,0 0 31 15,0 0-57-15,0 0-1 0,0 0-6 0,0 0 130 0,0 0-162 16,0 0 8-16,0 0-1 0,0 0 15 15,48 17 10-15,-48-17-7 0,66 35-7 0,-25-15 9 16,3 3-2-16,7 5 10 0,5 1 3 0,7 4 5 0,8 5-3 16,2 2 9-16,9 3 26 0,6 4 5 0,4 5 18 15,5-2-7-15,10 5-8 0,5 4-1 16,7-1 3-16,2 4 24 0,3 1 8 0,5 3-15 0,2 10-11 16,5-2 5-16,5 2-17 0,3 7 77 0,4 7 9 15,0 1 0-15,5 4-18 0,3 0-16 0,2 7-16 16,4 8 31-16,6 7-6 0,2 6-7 0,-2 6-16 15,2 6-15-15,2 1-13 0,-6 7-7 0,1-3-14 16,1 1-5-16,-8-1 37 0,-2-6-60 0,-7-5 9 16,-8-1-6-16,-4-9 6 0,-10-4-4 0,-6-7-3 0,-6-6-3 15,-8-7-2-15,-11-10-6 0,-6-5-9 0,-9-6-2 16,-11-9-47-16,-8-5-65 0,-8-10-62 0,-8-11-31 16,-11-7-77-16,-6-4 10 0,-31-28 9 0,39 35-55 15,-39-35-151-15,0 0-143 0,0 0-70 0,0 0-121 0,0 0 25 16,-46-26 51-16,14-1-44 0,-2 1-392 15,-5-8-360-15</inkml:trace>
  <inkml:trace contextRef="#ctx0" brushRef="#br0" timeOffset="492.78">21725 6826 104 0,'9'-35'381'0,"-9"35"122"0,15-64 35 0,-15 64-24 0,-15-48-69 0,15 48-92 0,-9-37 86 0,9 37-66 0,-27-24-56 0,27 24-60 15,0 0-61-15,-42-17-41 0,42 17-33 0,0 0-20 16,-60 36-20-16,28-7-31 0,1 6 6 0,-1 11 15 16,-4 9 29-16,-1 6 12 0,-2 8-7 0,0 12 25 0,0 1 18 15,1 11-1-15,-11 3-17 16,3 11 16-16,0 5 1 0,-10 10 20 0,-5 5-17 0,-5 14-11 0,-4 9 37 15,-10 11 7-15,-8 7-31 0,-6 11-2 16,-11 3-12-16,-7 12-30 0,-7 7-19 0,-10 3-31 0,-2 3 3 16,-10 2 45-16,0-8-90 0,-2 1 2 15,5-1-4-15,1-4 12 0,6-6-7 0,5-10-9 0,9-7 6 16,8-8-12-16,12-9 2 16,12-12-8-16,19 6-29 0,-4-31-61 0,9-8-43 0,5-12-78 0,15-10-99 0,4-13-151 15,10-10-87-15,10-10-103 16,0-15-79-16,10-6 12 0,7-36 31 0,-14 31-97 0,14-31-330 0,0 0-305 15</inkml:trace>
  <inkml:trace contextRef="#ctx0" brushRef="#br0" timeOffset="997.23">19377 7323 209 0,'-19'-62'598'0,"-5"6"38"0,-10 4-36 0,12 3-59 0,5 6-11 0,2 1 2 0,-4 3-37 0,4 5-56 0,15 34-42 0,-22-55-22 0,22 55-70 0,-17-36-44 0,17 36-51 0,0 0-44 0,-17-38-33 0,17 38-28 15,0 0-38-15,0 0-14 0,0 0-9 0,0 0-6 16,0 0-9-16,0 0-10 0,0 0 0 0,32 21 13 16,-13 8-8-16,1 6 4 0,4 9 11 0,0 4 9 15,5 12 13-15,-2 5 8 0,2 11 21 0,3 7 12 0,-1 10-6 16,1 8 11-16,0 7-54 0,7 9 157 0,-8 14-6 15,3 5-16-15,0 7 30 0,-2 11-23 0,-1 3-12 16,1 5-27-16,-3 14 37 0,3 4 122 0,-3 7-1 16,0 7-52-16,0 3 4 0,10 1-125 15,2-2-30-15,5-1-22 0,10-5-20 0,5-3-24 0,5-5 10 16,7-4-19-16,0-17-7 0,7 3-9 0,0-8-13 0,-10-5-39 16,1-12-130-16,-8-6-106 0,-7-14-95 0,-5-7-79 15,-5-13-12-15,-17-6-29 0,-12-11-71 0,-7-6-158 16,-10-7-151-16,-12-9-97 0,-10-11 10 0,-17-1-156 15,-7-11-336-15,-3-7-460 0</inkml:trace>
  <inkml:trace contextRef="#ctx0" brushRef="#br0" timeOffset="1375.61">16250 10218 23 0,'-75'11'635'0,"75"-11"79"0,0 0-76 0,0 0-120 0,0 0 10 0,10-31 82 0,55 9-50 0,25-3-28 0,27-6-110 0,21-6-45 0,20-6-39 0,44-5-36 0,-42-5 5 15,47-2-58-15,4 9 30 0,8-10-26 0,-1 1-54 16,-1 2-18-16,-6 4-56 0,-9 5-19 16,-8 2-24-16,-14 8-21 0,-15 2-112 0,-17 4-98 0,-12 5-70 15,-16-1-79-15,-18 11-146 0,-10 3-47 16,-14 2-240-16,-10 3-99 0,-15-4 18 0,-53 9-149 0,78 5-288 15,-78-5-392-15</inkml:trace>
  <inkml:trace contextRef="#ctx0" brushRef="#br0" timeOffset="2287.69">26084 7176 156 0,'-32'-51'364'0,"0"3"135"0,1 5 17 0,4 5 0 0,3 4-46 0,2 3-14 0,22 31 43 0,-34-48-66 0,34 48-77 0,-20-32-77 0,20 32-66 0,0 0-54 16,0 0-42-16,-12-37-20 0,12 37-22 0,0 0-14 0,0 0-11 0,61 39 3 16,-24-9-11-16,11 10 4 0,13 10 3 15,0 11 0-15,21 5-3 0,1 12 14 0,14 2 33 0,12 4 8 16,13 11 75-16,7 6-174 0,7 11 178 0,7 4-35 15,0 4 13-15,15 7-7 0,0 8-1 16,10 8-8-16,7-2 22 0,0 4-14 0,5 2-8 0,-1 5-16 16,-16 3-14-16,22 1-30 0,0 7-11 0,-6-3-16 0,-4 2-7 15,-2 3-11-15,-13-5-3 0,-2-4-13 0,-10 0 4 16,-7-6-9-16,-7-3-2 16,-3 9 13-16,-9-21-9 0,-6-3-5 0,1-8-5 0,-13 0-68 0,-9-11-70 15,-5-3-17-15,-10-7-5 0,-2-7-38 0,-12-9-36 16,2-10-70-16,-17-10-38 0,-8-11-63 0,-6-7-69 0,-6-12-8 15,-4-5-12 1,-27-32-52-16,27 42-36 0,-27-42-9 0,0 0-14 16,0 0-441-16,-54-16-233 0</inkml:trace>
  <inkml:trace contextRef="#ctx0" brushRef="#br0" timeOffset="2651.85">30963 7271 104 0,'31'-91'283'0,"-4"16"154"0,0 12-14 0,-5 10 1 0,-13 10-6 0,6 5-29 0,-15 38-25 16,7-55-10-16,-7 55-43 0,5-36-59 0,-5 36-56 15,0 0-51-15,0 0-32 0,-58 9-27 0,21 18-22 0,-11 13-13 16,1 15-12-16,-11 8-8 0,-5 10 18 0,0 10-10 0,-8 14-1 16,-2 8 49-16,1 13-33 0,-4 13 48 0,-4 12 21 0,-7 14-9 0,-6 13 19 15,-2 7 22 1,-9 8-2-16,0 2 15 0,-3 9-17 0,-5 7-10 0,-2 8 7 0,-3 5-15 0,-4 4-22 16,4 1-3-16,-5-2-25 0,-4-3 1 15,0-4-7 1,-1-6-45-16,6-11-19 0,-1-5-55 0,6-8-44 0,-1-14-70 15,5-7-80-15,13-14-90 0,4-7-97 0,5-14-159 16,10-14-93-16,2-17-38 0,3-5-130 0,16-21-272 16,4-21-305-16</inkml:trace>
  <inkml:trace contextRef="#ctx0" brushRef="#br0" timeOffset="3115.33">28465 6533 377 0,'0'0'722'0,"5"-39"-50"0,-5 39-128 0,2-39-103 0,-2 39-31 15,0 0-27-15,10-40-52 0,-10 40-76 0,0 0-45 0,0 0-56 0,0 0-43 0,0 0-24 0,0 0-15 0,19 38-7 0,-7 4 14 0,8 14 9 0,-3 18-10 16,0 15-6-16,7 14 63 0,3 18 13 0,0 11-16 15,9 18-9-15,3 9 19 0,2 16 28 16,5 9-7-16,8 14 2 0,-1 7 4 0,1 5-13 0,4 16 20 16,0 6-40-16,-2 12 101 0,-2 8-7 15,4 6 3-15,-9-3-6 0,7 2 11 0,-8-5-59 0,-4-9-58 16,-3-11-29-16,0-3-6 16,1-9-104-16,-8-12-33 0,-3-14-97 0,-4-10-39 0,0-13-75 0,2-12-103 15,-12-12-168-15,-2-11-80 0,-3-16-184 0,-7-14-85 16,-10-14-110-16,-5-13-558 0,-7-18-498 15</inkml:trace>
  <inkml:trace contextRef="#ctx0" brushRef="#br0" timeOffset="3513.88">25911 10273 32 0,'0'0'568'0,"0"0"90"0,0 0-46 0,34-24-96 0,24 11-53 0,23-5 1 0,16-1-41 0,17 0-53 0,15-4-68 0,7 1-28 16,10 2-18-16,-1-5-36 0,1 3-37 0,-2-1-30 15,-4 0-33-15,-1 0-3 0,-8 2-5 0,-2 0-60 16,-3 1-11-16,-11-1-59 0,-4 2-141 0,-4 5-153 0,-2-8-153 15,-6 2-231-15,-14-9-28 0,5 12-742 0,-10-3-467 16</inkml:trace>
  <inkml:trace contextRef="#ctx0" brushRef="#br0" timeOffset="4511.67">17251 9547 395 0,'0'0'607'0,"-46"-16"6"0,46 16-25 0,0 0-62 0,-51-17-14 0,51 17-63 0,0 0-58 0,0 0-73 0,0 0-62 0,-34-20-59 0,34 20-55 0,0 0-39 0,0 0-32 0,0 0-16 15,0 0-13-15,0 0-26 0,0 0 9 0,0 0-3 16,61-5-2-16,-61 5-7 0,0 0-1 0,82 10-5 15,-82-10 0-15,64 7-2 0,-64-7-3 0,65 13 1 0,-65-13 1 16,71 16 5-16,-71-16 3 0,68 21 13 0,-68-21 5 16,65 33-1-16,-65-33 13 0,63 53-3 0,-36-30 2 15,0 4 4 1,-3 6 8-16,-4 3 11 0,-6 8 7 0,-2-1 4 16,-9 6 71-16,-3 3-187 0,-3 4 105 0,-11 0-6 15,2 4-11-15,-10-1-19 0,5 1 1 0,-10-2-6 16,3-2-6-16,-1-1-57 0,1-4-116 0,5-1-121 0,2-2-156 15,5-4-190-15,2-2-73 0,-2-6-14 0,2 3-675 16,10-39-439-16</inkml:trace>
  <inkml:trace contextRef="#ctx0" brushRef="#br0" timeOffset="5135.41">18721 11256 163 0,'0'0'542'0,"0"0"46"0,3-38 18 0,-3 38-41 0,0 0-65 0,0 0-31 0,0 0-74 0,-34-20-73 0,34 20-56 0,0 0-40 0,0 0-44 0,0 0-34 0,-63-2-33 16,63 2-17-16,0 0-21 0,-56 32-12 0,56-32-7 15,0 0-2-15,-59 8-2 0,59-8 1 0,-41 16 1 16,41-16 9-16,0 0-10 0,0 0-2 0,-49 13-14 0,49-13-8 16,0 0-7-16,0 0-13 0,0 0-4 0,0 0-8 15,0 0-1-15,0 0-7 0,0 0 9 0,0 0 9 16,0 0 26-16,0 0 11 0,42-29 5 0,-42 29 3 16,0 0-1-16,48-23 0 0,-48 23 0 15,44-15-2-15,-44 15 8 0,46-15-10 0,-46 15 24 0,0 0-49 16,56-14 3-16,-56 14-6 0,0 0-3 15,56-16-4-15,-56 16-54 0,0 0 65 0,49-8-7 0,-49 8-5 0,0 0-1 16,0 0 8-16,63 3-15 16,-63-3 21-16,0 0-11 0,56 16 11 0,-56-16-7 15,41 23 4-15,-41-23 4 0,44 37 6 0,-44-37 12 0,48 42-9 16,-26-14 3-16,2 2-14 0,-2 0 4 0,0 2-10 0,-2 2-2 0,-1 3-1 16,-7 2 8-16,5-7-4 0,0 1-19 15,-2-1 3-15,-1 1 3 0,-4 0-10 16,-10-33-21-16,17 56 8 0,-17-56-176 0,10 48-97 0,-10-48-155 15,14 41-203-15,-14-41-147 0,0 0-23 0,5 36-770 0,-5-36-510 16</inkml:trace>
  <inkml:trace contextRef="#ctx0" brushRef="#br0" timeOffset="5721.19">20065 11004 101 0,'12'-47'382'0,"-12"47"122"0,0 0 8 16,10-36-2-16,-10 36-36 0,0 0-35 0,0 0 11 0,0 0-46 0,0 0-51 0,17-31-40 0,-17 31-43 0,0 0-36 0,0 0-27 0,0 0-33 0,0 0-20 0,0 0-23 15,0 0-21-15,0 0-8 0,0 0-13 0,0 0-13 0,0 0 19 16,0 0-8-16,29 25-6 0,-29-25-10 0,0 0 29 0,17 41-45 0,-17-41 0 16,7 42 10-16,-7-42 2 0,5 49-19 15,-5-49 10-15,-5 64-13 16,5-64-6-16,-14 60 0 0,4-25 150 0,-2 2-182 16,-5-3 17-16,5 0-13 0,-8-3 11 0,20-31-5 15,-31 52-2-15,31-52-4 0,-27 38-5 0,27-38 7 16,0 0 5-16,-27 35 3 0,27-35-13 0,0 0-1 15,0 0-7-15,0 0 5 0,0 0-11 0,0 0-17 0,0 0-28 16,0 0-17-16,-27-30 10 0,27 30 2 0,8-43 11 16,-8 43-68-16,12-52 75 0,-12 52-1 0,24-53 13 15,-24 53 5-15,32-54 29 0,-32 54-30 0,34-52-1 16,-34 52 4-16,39-51 16 0,-39 51-19 0,39-46 92 16,-39 46-92-16,36-37 8 0,-36 37-3 0,36-33 4 0,-36 33 4 15,37-29 4-15,-37 29-11 0,32-19 18 16,-32 19 0-16,0 0-6 0,48-23 4 0,-48 23-1 15,0 0 17-15,56-11-20 0,-56 11 54 0,0 0-30 0,0 0 10 16,80 0 3-16,-80 0 8 0,49 11 16 16,-49-11 31-16,51 17-40 0,-51-17-8 0,58 20-2 15,-58-20 3-15,68 34 7 0,-68-34-17 0,51 38-19 0,-51-38 6 16,58 41 5-16,-31-18-12 0,0 1-1 0,-27-24-55 16,51 45-91-16,-51-45-170 0,46 42-231 0,-46-42-321 0,34 37-122 15,-34-37-844-15,44 16-594 0</inkml:trace>
  <inkml:trace contextRef="#ctx0" brushRef="#br0" timeOffset="6258.96">21639 10224 155 0,'0'0'683'0,"-24"-33"72"0,24 33-41 0,0 0-85 0,0 0-8 0,0 0-101 0,0 0-105 0,0 0-83 0,0 0-70 0,-17-29-56 0,17 29-42 0,0 0-33 0,0 0-29 0,0 0-24 0,0 0-19 0,0 0-4 15,-29 30-15-15,29-30-1 16,-19 35-6-16,19-35-5 0,-44 42 14 0,44-42 25 0,-41 48-50 0,16-19-1 0,-1-3 5 15,-1 1 5-15,0-1 2 0,-2-1-4 16,5-2-4-16,24-23 0 0,-42 42-10 0,42-42 5 0,-22 38-17 16,22-38 1-16,-24 31-2 15,24-31-6-15,0 0 11 0,-5 43-9 0,5-43-3 0,0 0 1 0,27 39-1 16,-27-39 5-16,39 26-66 0,-39-26 82 0,75 27 6 16,-31-15-12-16,5-3-5 0,2 3 9 0,0-2-4 15,2 0-5-15,0 0 8 0,1-1-7 0,-3 0-1 16,0 0-45-16,-2 0-86 0,-49-9-122 0,85 17-166 0,-85-17-240 15,73 8-113-15,-73-8-871 0,48 8-530 16</inkml:trace>
  <inkml:trace contextRef="#ctx0" brushRef="#br0" timeOffset="7015.46">27367 9547 123 0,'0'0'665'0,"-69"-14"82"0,69 14-6 0,-58-12-62 0,58 12 18 0,-53-10-79 0,53 10-87 0,0 0-72 0,-63-10-77 0,63 10-64 0,0 0-71 0,0 0-62 15,0 0-31-15,0 0-37 0,0 0-33 0,0 0-24 16,0 0-10-16,0 0-7 0,0 0-13 0,0 0 7 15,12 39 140-15,-12-39-191 0,53 29 7 0,-53-29-3 0,63 30 1 16,-63-30-34-16,73 36 5 0,-73-36 15 0,68 36 7 16,-31-19-3-16,-6 1 4 0,3 3 3 0,-5-1-2 15,-29-20 9-15,61 39 5 0,-61-39-11 0,61 40 16 0,-61-40-40 16,32 40 31-16,-32-40 20 0,21 43 7 0,-21-43-12 16,0 52 14-16,0-52 8 0,-21 63-3 15,6-31-12-15,-12 0 13 0,1 5-17 16,-11-4-2-16,1 3 1 0,-8 3-55 0,3-6-69 0,-3 3-86 0,3-3-142 15,9 6-186-15,0-9-231 0,8-4-89 0,-3 8-222 16,27-34-253-16,-17 42-415 0</inkml:trace>
  <inkml:trace contextRef="#ctx0" brushRef="#br0" timeOffset="7636.95">28613 10844 382 0,'0'0'771'0,"0"0"-32"0,0 0-92 0,0 0-45 0,0 0-37 0,0 0-87 16,-41-21-84-16,41 21-70 0,0 0-74 0,0 0-40 0,0 0-43 0,0 0-41 0,-49 14-28 0,49-14-20 16,-27 25-15-16,27-25-11 15,-31 30-9-15,31-30-13 0,-42 39-7 0,42-39-3 16,-43 44-4-16,43-44-2 0,-51 44-4 15,51-44 2-15,-44 44 43 0,44-44-125 0,-51 41 86 0,51-41-4 16,-36 30 3-16,36-30-9 0,0 0 5 0,-35 24 27 16,35-24-42-16,0 0-10 0,0 0-3 0,0 0-6 15,0 0 5-15,0 0 1 0,0 0 2 0,0 0 8 0,22-53-1 16,0 18-4-16,-22 35 5 0,42-37 1 16,-21 11 0-16,1 1 4 0,3-1 2 15,1-1 0-15,-9-1 0 0,5 1 1 0,-22 27 12 0,46-51 19 0,-46 51 14 0,42-48 9 0,-42 48 5 16,39-41 11-16,-39 41-11 15,26-37 4-15,-26 37 0 0,25-28 5 16,-25 28-20-16,0 0 4 0,26-26-5 0,-26 26 2 0,0 0-1 16,0 0-15-16,0 0-12 0,0 0 3 0,0 0-16 15,0 0 0-15,0 0-12 0,0 0 24 0,0 0 20 16,49 17-9-16,-49-17 5 0,19 29 8 0,-19-29-6 0,22 49-14 16,-22-49-7-16,27 62 3 15,-17-29 4-15,7 4-8 0,-3-1 1 0,-2 3-7 0,3 2 4 16,-3-3-2-16,3 0-29 0,-3-3-87 0,-2 2-101 15,4-6-120-15,3 3-189 0,5-4-249 0,-22-30-105 16,32 50-231-16,-13-17-304 0,-19-33-445 0</inkml:trace>
  <inkml:trace contextRef="#ctx0" brushRef="#br0" timeOffset="8132.05">29765 10959 177 0,'0'0'631'0,"0"0"66"0,0 0-13 0,0 0-75 0,0 0-21 0,0 0-85 0,0 0-93 0,0 0-85 0,0 0-70 0,0 0-49 0,0 0-46 15,0 0-39-15,0 0-27 0,0 0-10 16,0 0-28-16,0 0-7 0,-37 20-12 0,37-20-8 15,-26 37-3-15,26-37 0 0,-37 46-5 0,15-20 3 0,0 2 5 0,-9 2 14 16,-1 0 12-16,1 2 11 0,4 0-1 0,-10-1-14 16,-6-1-7-16,1 0-17 0,-4-2 6 0,7-1-4 15,-7-2-10-15,10-4 1 0,-3-3-3 0,39-18-4 16,-63 30 7-16,63-30-2 0,-37 21-6 16,37-21-7-16,0 0 8 0,-51 16-3 0,51-16 7 0,0 0 3 15,0 0 4-15,0 0-13 0,0 0-11 0,0 0 8 16,0 0-11-16,0 0 3 0,0 0-2 0,0 0-1 0,15-44-3 15,-15 44-4-15,0 0 10 16,27-19 0-16,-27 19-14 0,0 0 61 0,41-27-64 16,-41 27-2-16,0 0 6 0,53-7 5 0,-53 7 1 0,0 0-5 0,0 0 6 15,78 4 13-15,-78-4-4 0,0 0 1 0,53 15-1 0,-53-15 5 16,54 16-4-16,-54-16 10 0,53 23-8 0,-53-23-4 16,59 25 5-16,-59-25-1 0,58 30 0 15,-58-30-5-15,63 27-15 0,-63-27-74 0,51 19-97 16,-51-19-112-16,49 18-148 0,-49-18-164 0,51 7-92 0,-51-7-45 15,0 0-649-15,0 0-441 0</inkml:trace>
  <inkml:trace contextRef="#ctx0" brushRef="#br0" timeOffset="8719.32">30545 10357 373 0,'0'0'756'0,"7"-38"11"0,-7 38-89 0,0 0-31 0,0 0-34 0,0 0-87 0,0 0-72 0,0 0-81 0,0 0-54 0,0 0-71 0,0 0-42 0,0 0-36 16,0 0-61-16,0 0-3 0,-32 27-25 0,32-27-9 16,-31 41-13-16,31-41-14 0,-39 48-18 0,12-19 1 15,-2 3-6-15,-3 0-1 0,-6 1-9 0,6-1 0 0,0 1 0 16,-4-4-5-16,4 1 3 0,1-2-6 16,4-1 21-16,0 0-31 0,27-27 6 0,-41 40-9 15,41-40 5-15,-27 35-24 0,27-35 52 0,0 0-49 0,-12 41-1 16,12-41-4-16,0 0 13 0,12 32 2 0,-12-32 0 15,0 0-2-15,37 30-1 0,-37-30 2 0,36 23 32 16,-36-23-24-16,42 24 5 0,-42-24-3 0,43 27 7 16,-43-27-7-16,49 33 13 0,-49-33-7 0,46 36-1 15,-46-36-7-15,49 39 8 0,-49-39-2 0,41 38 8 0,-41-38-8 16,49 36 9-16,-49-36-85 0,46 30-80 16,-46-30-129-16,43 16-141 0,-43-16-179 0,47 18-111 0,-47-18-22 15,0 0-726-15,0 0-470 0</inkml:trace>
  <inkml:trace contextRef="#ctx0" brushRef="#br0" timeOffset="9467.37">29536 11279 129 0,'-36'-25'734'0,"36"25"92"0,0 0-59 0,0 0-66 0,-51-6-56 0,51 6-106 0,0 0-83 0,0 0-78 0,0 0-73 0,0 0-59 0,0 0-52 0,0 0-48 0,-54 17-35 0,54-17 25 16,-17 29-64-16,17-29-4 0,-21 43-15 15,21-43-12-15,-30 57-1 0,13-22-15 0,0 2 2 16,3 0-9-16,-3 0-17 0,2 1 6 0,-2 2 5 16,3-2 4-16,-8-2 132 0,12-2-169 0,-7-3 4 15,17-31 1-15,-19 52-4 0,19-52-12 0,-22 41-42 0,22-41-48 0,0 0-51 0,0 0-59 16,-17 31-22-16,17-31-5 15,0 0 74-15,0 0 19 0,31-46 33 0,-31 46 22 0,39-49 6 16,-19 19 16-16,1-4 14 0,1-1 24 0,3-1 11 16,-8-1 6-16,5 2 5 15,-1-4 10-15,-21 39 22 0,37-56 33 0,-18 20 21 0,-7 5 36 16,-12 31 11-16,25-58 15 0,-25 58 15 16,22-47 11-16,-22 47 6 0,17-39-5 0,-17 39 6 0,0 0-18 0,19-38-18 0,-19 38-12 0,0 0-18 31,0 0-17-31,22-39-9 0,-22 39-14 0,0 0 4 15,0 0 2-15,36-14-4 0,-36 14 9 0,0 0 9 16,0 0 10-16,76 10 13 0,-76-10 19 0,46 16 20 16,-46-16-23-16,58 32 39 0,-58-32-10 0,63 39-25 15,-31-12-21-15,7 2-12 0,-3 3-16 0,1 2-44 0,4 2 35 16,-2 4-19-16,7-3-49 0,-5 0-104 0,-7-2-159 16,8 2-255-16,1 2-245 0,-9-9-239 0,5 4-1081 15,-7-4-713-15</inkml:trace>
  <inkml:trace contextRef="#ctx0" brushRef="#br0" timeOffset="39394.15">17730 13454 135 0,'-22'-27'801'0,"22"27"89"0,-36-17-79 0,36 17-24 0,0 0-90 0,-47-17-103 0,47 17-56 0,0 0-126 0,0 0-56 0,0 0-48 0,-63-1-43 0,63 1 2 0,0 0-65 16,-14 30-51-16,14-30-29 0,0 0-23 0,0 0-12 0,-17 41-24 15,17-41-21-15,-17 58-10 0,5-17 1 0,-1 8-6 0,-1-1 0 16,-6 5 5-16,3 0-6 15,0 0 32-15,-2 1-73 0,2 1 30 0,-3 2-9 16,6-9 6-16,-3 1 5 0,0-3-17 0,5-5-5 0,2-3-14 16,10-38-25-16,-10 58-48 0,10-58 12 0,-7 40-21 0,7-40-6 15,0 0 25-15,0 0 17 0,0 0 14 16,0 0 6-16,0 0 11 0,58-17 19 0,-33-12-16 0,-6-7 2 16,3-3-2-16,2-6-2 15,-4-3-5-15,-1-4 8 0,3-1-9 0,-5-5-6 0,2 0 50 16,-4 2-32-16,0-3 17 0,-1 5-18 0,-2-3 17 15,-2 4-1-15,0 5 24 0,2 2-15 0,-5 4 0 16,0 6 2-16,6 1-7 0</inkml:trace>
  <inkml:trace contextRef="#ctx0" brushRef="#br0" timeOffset="39734.26">17108 14341 178 0,'0'0'867'0,"0"0"14"0,0 0-164 16,0 0-108-16,0 0-102 0,0 0-105 0,0 0-84 16,0 0-69-16,0 0-96 0,0 0-126 0,34-36-109 15,12 22-101-15,17-2-174 0,0-12-4 0,15 5-84 16,12-3-64-16,-2 2-138 0,14-9-340 0,7-4-187 0</inkml:trace>
  <inkml:trace contextRef="#ctx0" brushRef="#br0" timeOffset="40980.46">17893 13494 527 0,'0'0'818'0,"0"0"-73"0,-29-25-103 0,29 25-11 0,0 0-54 0,0 0-94 0,-51-8-90 0,51 8-71 0,0 0-61 0,-56 20-79 0,56-20 15 0,-39 31-72 0,39-31-23 0,-39 46-23 0,39-46-10 0,-27 57-13 0,15-20-13 15,-3 3 0-15,6 4-4 0,-8 4 5 0,9 0 15 16,4 6-4-16,-6-1-26 0,-2 2 7 0,0 4-1 16,2 1 1-16,-5 1-25 0,-2-1 15 0,3-1-14 15,-6 1-8-15,1 0-2 0,-1-3 20 0,1-4-25 16,-1-4 0-16,1-5 9 0,0-6-14 0,4-7 7 16,15-31 1-16,-22 52 2 0,22-52-4 0,0 0-15 15,-22 26-13-15,22-26-21 0,0 0-13 0,-17-35-13 0,17 35 5 16,12-68 16-16,-4 22 17 0,-1-8 3 0,-2-8 5 15,2-5 6-15,3-7-4 0,0-4 11 0,7-3-3 16,-3-6 7-16,1 1 2 0,7 0-3 0,-3 2 6 16,5 2 3-16,-2 5-2 0,3 1 6 0,4 5 12 15,0 4 1-15,2 7 3 0,3 1 7 0,0 8 9 0,-14 2 4 16,19 3-8-16,0 8 66 0,0 2-49 0,2 2 1 16,-2 8-14-16,4 3-6 0,-9 5-13 0,-34 18 7 15,73-25 8-15,-73 25-2 0,68-9 2 16,-68 9-12-16,78 13 4 0,-78-13 1 0,63 42-1 0,-34-12 2 15,3 8 1-15,-3 4-3 0,-2 7 2 0,0 6 15 0,-3 7-149 16,-2 3 160-16,-5 7-13 0,0 4-8 0,-7 1 15 16,-1-3-9-16,1 4-12 0,-5-10-14 15,0 7 6-15,0-3 10 0,-1-3-14 0,1-3-7 16,-2-3-2-16,-1-3-9 0,-2-3-40 0,0-4-75 16,0-7-76-16,0-3-103 0,0-43-97 0,0 68-97 15,0-68-65-15,5 44-44 0,-5-44-6 0,0 0 5 0,-34 29-562 0,34-29-357 16</inkml:trace>
  <inkml:trace contextRef="#ctx0" brushRef="#br0" timeOffset="41163.15">17472 14422 323 0,'0'0'643'0,"-87"13"10"0,87-13-52 0,-58 3-80 0,58-3-45 0,0 0-96 0,0 0-66 0,-42-16 1 0,42 16 16 0,37-44-4 0,2 13-18 0,14-9-35 0,13-6-47 15,19-7-32-15,19-5-40 0,10-6-32 0,20-5-24 0,12 1-44 16,4-3-2-16,13 0-36 0,5 2-98 0,9 2-137 16,3 7-189-16,-3 0-257 0,1-2-141 15,-3 19-244-15,2-10-248 0,-2 6-410 0</inkml:trace>
  <inkml:trace contextRef="#ctx0" brushRef="#br0" timeOffset="41797.14">23887 12900 85 0,'-95'-28'734'0,"39"14"128"16,5 3-63-16,10-2-51 15,41 13-39-15,-73-22-103 0,73 22-87 0,-53-14-87 16,53 14-100-16,0 0-54 0,-49-17-53 0,49 17-46 0,0 0-46 0,0 0-38 0,0 0-121 0,0 0 138 16,17 51-4-16,0-19 1 0,3 8-35 0,1 6-10 31,-4 7-27-31,5 5 15 0,-7 6-13 0,-1 2-2 0,-6 4-23 0,-3 8-8 15,-5-2 3-15,0 0-4 16,-5 2-3-16,-3-6-5 0,-6-3-4 0,-1-4-2 16,-7-10 19-16,3-4-12 0,-3-8 0 0,0-10-36 0,-4-6-43 15,26-27-31-15,-49 26-57 0,49-26-28 0,0 0-25 16,-61-31-12-16,47-3 1 0,4-9-36 0,-2-6 54 16,2-8 16-16,5-6-6 0,0-5 1 0,0-9-8 15,5-1-18-15,-2-5 35 0,2-2 16 0,2-1 50 16,-2-3 17-16,8 3 23 0,-3 5 28 0,9 1 40 0,-2 9 40 15,3 4 30-15,2 6 24 0,2 4 19 0,6 6 9 16,1 3 14-16,6 5 5 0,4 5 10 0,3 4 5 16,-7-7 29-16,7 23 0 0,12 0 8 15,-3 6 7-15,3 4-12 0,-51 8-16 0,110-2-9 0,-54 9-13 16,4 4-16-16,-1 6-6 0,1 6-19 16,-1 0 2-16,-1 7-15 0,-7 11-5 0,-2 8-20 0,-8 6 4 0,-7 4-23 15,-5 6-3-15,-12 6-1 0,-14 6 4 0,-6 4-9 16,-9-3-7-16,-15 7 1 0,-7 0 0 15,-9 5-16-15,-8-2 2 0,-8 1-24 0,-11-5-41 0,-8-2-79 16,-5-1-112-16,-4-5-136 0,-8-3-148 0,-2-6-177 16,-8-11-2-16,-6-6 15 0,-1-3-590 0,3-6-406 15</inkml:trace>
  <inkml:trace contextRef="#ctx0" brushRef="#br0" timeOffset="42243.26">21263 13303 139 0,'0'-42'535'0,"-5"7"60"0,0-4 8 0,-2 6-57 0,7 33-76 0,-22-56 14 16,22 56-51-16,-34-45-44 0,34 45-37 0,-46-23-27 0,46 23-42 0,-63-22-59 0,63 22-18 0,-73-1-53 16,73 1-25-16,-80 12-17 0,36 6-14 0,2 1-31 15,-1 8 5-15,-1 1 1 0,5 11-4 0,0 7 10 16,3 5-3-16,2 7-1 0,5 6-5 15,2 3 12-15,7 6-2 0,3 4-19 0,10-1-15 0,5 2 13 0,4-4 0 16,5 2-1-16,8 1-28 0,0-6 18 16,14 2-25-16,5-8 10 0,5-3-14 0,2-7 129 0,5-2-188 15,0-9 10-15,0-5-3 0,8-7-24 0,-5-2-15 16,2-10-28-16,-3-7-38 16,-48-13-29-16,95 9-66 0,-95-9-72 0,80-12-87 0,-80 12-95 0,63-32-48 0,-63 32-44 15,39-46 31 1,-39 46-2-16,3-60 65 0,-3 60-20 0,-34-60-408 0,-3 30-114 15</inkml:trace>
  <inkml:trace contextRef="#ctx0" brushRef="#br0" timeOffset="42357.19">20512 14113 381 0,'-51'-10'522'0,"51"10"-11"16,0 0-104-16,0 0 68 0,53-40-51 0,-1 22-40 0,11-10-50 16,14-4-68-16,13-4-55 0,10-4-193 0,7-2-269 0,5-4-234 15,-5 11-221 1,12-9-339-16,-5 2-238 0</inkml:trace>
  <inkml:trace contextRef="#ctx0" brushRef="#br0" timeOffset="43606.17">27425 12807 126 0,'-68'-19'640'0,"68"19"106"0,-59-17 5 0,59 17-81 0,0 0 12 0,-58-17-94 0,58 17-73 0,0 0-91 0,0 0-69 0,0 0-72 0,0 0-29 0,-51 14-43 0,51-14-15 16,5 43-24-16,-5-43-8 0,15 68-39 0,-6-29 2 15,-4 8-21-15,7 3 0 0,-2 3-7 0,-5 2-40 16,-3 1 4-16,3 5-27 0,0 1 11 0,-5 1 6 0,0-1 44 16,0-2-87-16,-7 0-4 0,2-3 3 15,0-8 8-15,-5-2-17 0,5-5-3 0,-7-7 11 16,12-35 10-16,-14 57-25 0,14-57 4 0,-17 35-50 0,17-35-34 16,0 0-34-16,0 0-4 0,-56-9-35 0,56 9-33 15,-22-54-9-15,15 14-8 0,2-6-16 0,5-4-29 16,0-8-18-16,2-5-7 0,1-5 0 0,4-2 28 15,-2 5 41-15,5-7 37 0,-6-3 39 0,4 3 32 16,6 5 16-16,-4-2 18 0,2 5-60 0,3 8 118 16,-3-1 38-16,7 6 16 0,-7 6 36 0,8 3 27 0,2 7 19 0,-5 3 10 0,2 4 14 15,3-1-13 1,-22 29-5-16,49-42-9 0,-49 42-6 0,53-26-5 0,-53 26-11 16,61-15-4-16,-61 15 3 0,70 2 15 0,-70-2-8 15,68 20-27-15,-31-4-13 0,-1 5 33 0,3 7-7 0,-2 4-12 0,-6 10 2 16,1 1-8-16,-1 8 8 0,-14 6-16 0,13 3-1 15,-9 6 13-15,-11 2-25 16,2 1 0-16,-12 7 151 0,-5-2-186 0,-7 4-12 0,-2 1 8 0,-13 3-4 0,-5-3-4 16,-9 1-1-16,-8-8 15 0,1 4-19 0,-10-5 8 15,-3-3-16-15,0-2 14 0,-2-6-25 0,0-3 27 0,0-6-17 32,-1-7-44-32,6-3-71 0,2-8-148 15,8-5-14-15,4-3-133 0,44-25-151 0,-59 27-173 0,59-27-25 16,0 0-130-16,-36-18-342 0,36 18-389 0</inkml:trace>
  <inkml:trace contextRef="#ctx0" brushRef="#br0" timeOffset="44301.02">31713 12781 581 0,'0'0'1036'0,"0"0"-147"0,0 0-99 0,0 0-131 0,0 0-106 0,-36 21-92 0,36-21-73 0,0 0-68 0,-27 39-34 0,27-39-32 0,-12 47-48 0,12-47-37 0,-10 60-35 16,10-60-12-16,-4 77-30 0,4-37-14 15,-5 3 1-15,2 0-13 0,-2 3-8 0,1 1-22 0,-6-1-21 16,3 3-2-16,-1-7 14 0,1 1-7 0,-3-3-16 0,10-40 0 15,-14 65-2-15,14-65 8 0,-22 45 0 16,22-45-3-16,0 0-24 0,-5 38-24 0,5-38-18 0,0 0-17 16,0 0-8-16,-22-31 27 0,22 31-29 0,-5-52 13 15,5 52 5-15,0-75 0 0,0 32 9 0,5-5 10 16,0-3 4-16,7 6 1 0,-5-15 14 16,-4-1 8-16,6-1 4 0,-4-1-2 0,5 1-6 0,-7 0 14 0,6 0 4 15,-4 1 2-15,2 5-3 0,-2 0 18 0,5 1 14 16,0 4 10-16,-1 5 12 0,4 5 5 0,1 1 14 15,-2 2-19-15,3 5 160 16,-15 33-185-16,34-50 13 0,-34 50-26 0,39-40 16 0,-39 40 0 16,43-25 9-16,-43 25 25 0,54-8-28 0,-54 8 1 15,63 12-16-15,-63-12 6 0,78 28 27 0,-37-5-36 0,3 4-7 0,0 6 5 16,-3 5 12-16,5 16-32 16,-7-10 31-16,2 2-13 0,1 9-21 15,-6 1 29-15,-2 3 11 0,-2 1-14 0,-3-3-6 0,-2-1-12 0,-6 1-17 0,-4-2-28 16,3-2-12-16,-13-3-52 0,-2-7-46 0,-5 3-66 15,0-4-52-15,-5-3-50 0,5-39-56 0,-5 67-65 0,5-67-124 16,-26 48-29 0,26-48 10-16,-44 27 23 0,44-27 21 0,-61 10-441 0,61-10-186 15</inkml:trace>
  <inkml:trace contextRef="#ctx0" brushRef="#br0" timeOffset="44483.13">31344 13279 77 0,'-65'-2'411'0,"65"2"70"0,0 0-54 0,-30-21-28 0,30 21-16 0,30-36-50 0,1 10-22 0,8-2-14 0,14-4-20 0,11-4-17 0,4-2-35 0,7-3-17 16,8 2-36-16,2-1-47 0,0 4-3 0,-8-1-26 0,1 7-60 16,-7 0-92-16,-8 7-70 0,-10 5-93 0,-9 3-98 15,-44 15-69-15,61-22-36 0,-61 22-50 0,0 0-104 16,0 0-326-16,-51 27-99 0</inkml:trace>
  <inkml:trace contextRef="#ctx0" brushRef="#br0" timeOffset="45118.09">29694 13680 379 0,'29'-43'660'15,"-29"43"-25"-15,20-50-70 0,-20 50-64 0,22-41-14 0,-22 41-14 16,14-32-93-16,-14 32 22 0,0 0-50 0,8-38-55 16,-8 38-33-16,0 0-34 0,0 0-25 0,0 0-26 0,0 0-2 15,0 0-21-15,-3-36-25 0,3 36-28 0,0 0-19 16,0 0-22-16,0 0 122 0,0 0-163 0,-82 1-11 16,82-1-15-16,-54 13 15 0,54-13-17 0,-68 21 17 15,68-21-13-15,-80 26-1 0,39-10 17 0,-3 1-10 16,-2 1-13-16,-3 0 4 0,3 0 29 0,7 1-19 15,-2 3 8-15,41-22 11 0,-68 31-30 0,68-31 21 0,-59 29-17 0,59-29 10 16,-41 19-8-16,41-19-19 0,0 0 18 16,-27 34-7-16,27-34 6 0,0 0-6 15,-12 42 1-15,12-42 2 0,0 0 0 0,7 58 9 16,-7-58 1-16,15 47-4 0,-15-47 0 16,17 51 10-16,-17-51-5 0,15 56-14 0,-15-56 45 0,12 69-26 0,-12-69-21 15,10 69 15-15,-10-29-8 0,0-2 10 0,0 4 48 0,-10 9-59 16,3-9-13-16,2-2 27 0,-5-2-23 15,5-2 10-15,5-36-1 0,-12 67-12 0,12-67 2 16,-10 55 4-16,10-55 1 0,-12 42-1 0,12-42-6 0,17 30 0 16,-17-30 8-16,0 0 11 0,49 22-12 0,-49-22 4 0,68-6 9 15,-68 6-11-15,85-25 5 0,-29 8 0 0,-8-5-16 16,11-1-39-16,-6 0-51 0,5-2-62 0,1 0-76 16,-8-2-87-16,7 1-73 0,0-1-103 0,-21 4-119 0,2-3 11 15,-13-3-70-15,-26 29-579 16,34-36-399-16</inkml:trace>
  <inkml:trace contextRef="#ctx0" brushRef="#br0" timeOffset="45226.68">29388 14272 154 0,'0'0'736'0,"0"0"32"0,3-44-58 0,43 15-90 0,2-1-57 0,15-1-107 0,1-7-96 0,13 0-178 0,4-1-317 0,-6-9-467 0,3 12-970 0,-3-1-505 0</inkml:trace>
  <inkml:trace contextRef="#ctx0" brushRef="#br0" timeOffset="57895.51">18085 15473 45 0,'-51'-19'238'0,"51"19"24"0,-54-20 140 0,54 20-91 0,-48-17 30 0,48 17 2 0,-37-16-12 0,37 16 15 0,0 0-3 0,-51-23 16 0,51 23-10 0,0 0-15 0,0 0-16 0,-39-19-17 0,39 19-37 15,0 0-40-15,0 0-32 0,0 0-20 16,0 0-35-16,0 0-24 0,0 0-19 0,0 0-18 15,0 0-12-15,-24-25-14 0,24 25-4 16,0 0-20-16,0 0 13 0,0 0-26 0,0 0-7 0,0 0-1 16,0 0-4-16,0 0-7 0,0 0 9 15,7 45-2-15,-7-45 1 0,0 0-4 0,22 52 4 0,-22-52-4 16,17 49 4-16,-17-49-4 0,32 68 1 0,-13-31-2 16,1-4 8-16,6 1-10 0,-4 5-1 0,7-1 2 15,5 3-4-15,0-1 26 0,5 1 17 0,0 3-47 16,5-3 3-16,0 1-1 0,2-1 4 0,0-1 6 15,5-2-17-15,0-1 52 0,0-11-42 0,2 14 4 0,3-9-3 16,3 1-12-16,1-2 30 0,1-2-17 0,7-3 1 16,0-2 0-16,0-2 3 0,8-3-7 0,1 5 8 15,-1-12-3-15,1-3 2 0,4-4-2 0,1-1-4 16,-2-3 15-16,1-1-6 0,-1-5-5 0,0-4 1 16,-5 2-8-16,5-2-1 0,-7-3-2 0,-2 10-6 0,-6-13-4 15,3-1 1-15,-7-1-5 0,-2-3 4 16,-4 0 3-16,-4-2 2 0,-4-4 1 0,6-14 6 15,-53 41-7-15,71-40 6 0,-37 8 4 0,-3 0-1 0,-2 0 1 16,-4-1-1-16,1-3 2 0,-6 0 5 0,-6 3 3 16,-2 0 0-16,-12 33 7 0,20-64-2 0,-20 64 2 15,5-56 2-15,-5 56 0 0,-5-51 5 0,5 51 0 16,-10-50-1-16,10 50-1 0,-14-46-13 16,14 46 22-16,-20-40 0 0,20 40-4 0,-24-40-1 15,24 40-7-15,-20-36-59 0,20 36 67 0,-29-30-1 0,29 30-4 16,-22-29-8-16,22 29 1 0,0 0 7 0,-31-35-6 0,31 35-4 15,0 0 1-15,-32-25-2 0,32 25 2 0,0 0 1 16,0 0-1-16,0 0 3 0,-31-18-3 0,31 18 3 16,0 0-2-16,0 0-7 0,0 0-10 0,0 0 1 15,0 0-2-15,-66-5 2 0,66 5-3 0,-44 16 2 16,44-16 2-16,-48 21-64 0,48-21 81 0,-63 27-5 0,29-9 7 16,34-18-10-16,-76 31 6 0,40-13-1 0,-3 1-6 15,2-3 0-15,-1 2 6 0,38-18-3 16,-64 34 2-16,64-34-3 0,-65 26 4 0,65-26 2 15,-51 20-1-15,51-20-1 0,0 0-1 0,-49 19-4 0,49-19-4 16,0 0-6-16,0 0-5 0,0 0-3 16,-31 19-7-16,31-19 5 0,0 0 7 0,0 0 0 0,26-36 8 15,-26 36-6-15,49-48 13 16,-18 21 4-16,8-6-70 0,-2 0 63 0,4-2 4 0,3-2 0 0,0 1-30 0,-1 0 24 16,3-1 13-16,-2 2-6 0,0 8 0 15,-3-5-4-15,-2-3 4 0,0 5 2 0,-3 1-2 0,-2 3 2 16,0-1-5-16,-2 6 0 0,0-2 2 0,-1-7-4 15,-31 30 4-15,42-19-2 0,-42 19-5 16,31-25 4-16,-31 25-4 0,0 0-1 0,32-23 0 16,-32 23-6-16,0 0 2 0,0 0 4 0,0 0 1 0,0 0-2 15,0 0 7-15,65-3 5 0,-65 3-3 16,46 19 8-16,-46-19 8 0,59 32 17 0,-28-5 3 0,6 4 5 16,-1 8-4-16,1 9 3 0,2 0-7 0,4 5-9 15,-4 1-3-15,5 5 0 0,5 2-7 0,-1 3 2 0,1-2 29 16,4 7-117-16,3-5 90 0,-2 1-41 0,1-2-125 15,-1-1-142-15,2 3-183 0,-3 2-205 0,-4-12-59 0,-5 14-806 16,-6-9-496-16</inkml:trace>
  <inkml:trace contextRef="#ctx0" brushRef="#br0" timeOffset="58708.06">14226 13617 17 0,'-46'-27'413'0,"5"6"185"0,4-1-5 0,37 22-45 0,-51-30-92 0,51 30-63 0,-34-21-40 0,34 21-73 0,0 0-55 0,-29-20-52 0,29 20-37 0,0 0-27 0,0 0-10 16,0 0-43-16,0 0-35 0,0 0-7 0,51-17 5 0,-51 17 0 16,75 17-2-16,-24 0-4 0,10 2-12 0,10 8 11 15,9 6 8-15,10 7-5 0,4 7-2 0,6 4 9 16,12 5-2-16,-3 6-2 0,5 2 6 0,5 3-12 15,1 2 9-15,-4 3-10 0,1-3 1 16,-1 2-3-16,-6 1 4 0,2-4 40 0,-8-1-45 0,-4-2-2 16,2-3 4-16,-8 0-4 0,-6-6 2 0,-3-5 18 0,-5 3-96 15,-12-8-53-15,0-1-103 0,-9-4-57 0,-6-2-127 16,-9-8-58-16,-8-4-12 0,-36-27-4 0,46 41-512 0,-46-41-193 16</inkml:trace>
  <inkml:trace contextRef="#ctx0" brushRef="#br0" timeOffset="58944.35">16564 12420 451 0,'-32'-42'692'0,"0"8"-15"16,-2 6-136-16,0 7-139 0,34 21-17 0,-70-15-58 15,70 15-72-15,-85 36-48 0,31 11-6 0,-6 22-16 16,-13 31 4-16,-12 32 10 0,-12 34-31 0,-13 34 16 0,-6 27 28 16,-11 26 10-16,-9 30 2 0,-14 27-31 15,-8 18-44-15,-17 21-73 0,-17 19-62 0,-3 16-232 0,-6 7-257 0,-18 2-340 16,-2 17-289-16,-5-17-353 0,0-13-464 0</inkml:trace>
  <inkml:trace contextRef="#ctx0" brushRef="#br0" timeOffset="61057.28">32187 6137 228 0,'0'0'391'0,"0"0"38"0,0 0-42 0,-24-25-42 0,24 25-42 0,0 0-52 0,0 0-40 0,0 0-28 0,-63 2-23 0,63-2 24 16,0 0-24-16,-44 14-13 0,44-14-20 0,0 0 3 0,-49 14 9 0,49-14 28 0,-41 16-62 16,41-16-8-16,-44 12 12 0,44-12-38 15,-41 22 33-15,41-22-12 0,-46 24-4 0,46-24-14 0,-39 22-12 0,39-22-13 16,-41 21-9-16,41-21-15 0,-32 27 1 16,32-27-9-16,-31 26-1 0,31-26 5 0,-27 32-11 0,27-32 0 15,-22 33-5-15,22-33 0 0,-15 32-5 16,15-32 0-16,-9 32-1 0,9-32-7 0,-10 35 27 15,10-35 11-15,2 42 4 0,-2-42 9 0,3 40 8 0,-3-40 4 0,7 49 7 16,-7-49 4-16,7 59 0 0,-7-59 20 0,13 66 20 16,-11-30-8-16,15 4-6 0,-12-1-9 0,-5 2-1 31,0 2-21-31,0-1 16 0,7 2 0 0,-7 0-12 0,3 2-20 16,-3 0 3-16,2 0-9 0,3-2-5 0,-5 4 7 15,5-6-9-15,0 2-10 0,-5-2-3 0,0-2-12 16,12 0 7-16,-5-2 6 0,0 0-9 0,-2-3-7 0,-5-35-126 0,20 69 159 0,-20-69-8 15,12 62-10-15,-12-62 2 16,5 53 4-16,-5-53-71 0,-5 41-125 0,5-41-100 16,-5 44-135-16,5-44-132 0,0 0-129 0,-15 44-43 15,15-44-33-15,0 0-486 0,-56 13-384 0</inkml:trace>
  <inkml:trace contextRef="#ctx0" brushRef="#br0" timeOffset="61263.85">31585 7223 131 0,'26'-24'605'0,"-26"24"24"0,27-37-35 0,-27 37-71 0,37-40-66 0,-37 40 5 0,48-48-51 0,-4 18-57 0,-44 30-57 0,73-45-54 0,-22 14-48 0,2 1-38 0,1-4-33 0,9 5-26 16,3 1-11-16,-3-2-15 0,0 4-21 0,-2 1-29 15,-6 2-85-15,1 5-111 0,-5 2-115 0,-4 4-99 16,-47 12-218-16,70-18-26 0,-70 18-41 0,0 0-438 0,0 0-302 16</inkml:trace>
  <inkml:trace contextRef="#ctx0" brushRef="#br0" timeOffset="62749.99">29869 8187 155 0,'0'0'520'0,"-9"-39"75"0,9 39 75 0,0 0-103 0,0 0-25 0,0 0 9 0,0 0-66 0,0 0-77 0,0 0-53 0,0 0-58 0,0 0-64 0,0 0-39 0,0 0-37 0,0 0-47 0,0 0-9 0,0 0-23 0,0 0-22 0,0 0-11 0,0 0-6 15,0 0-19-15,0 0-5 0,0 0 1 0,0 0 2 16,0 0-6-16,17 33-3 0,-17-33 1 0,14 46 4 0,-14-46 1 15,10 57 11-15,-10-57 8 16,7 64-7-16,-2-26 2 0,0 2-13 0,-5 0 4 16,0 0-2-16,0 1 3 0,5 0-9 0,-5 1-3 0,5-2 3 15,2-2-17-15,-7-38 12 0,-3 70-3 0,3-70-3 16,8 55-2-16,-8-55-10 16,9 39 8-16,-9-39-8 0,27 28 13 0,-27-28 3 0,0 0 3 0,63 0 6 15,-21-14-7-15,11-14-2 0,10-6 79 0,10-4-124 0,7-5-110 16,5-1-172-16,5 3-258 0,-5-3-288 0,-7 14-188 15,2-10-426-15,-7 5-474 0</inkml:trace>
  <inkml:trace contextRef="#ctx0" brushRef="#br0" timeOffset="73878.58">2787 5232 5 0,'-39'14'191'0,"39"-14"22"0,0 0 30 0,0 0-31 0,0 0-28 0,0 0-13 0,0 0-8 0,0 0-29 0,0 0-38 0,0 0-16 0,0 0 7 0,0 0-23 0,0 0 0 16,0 0-15-16,0 0-4 0,0 0 11 0,0 0 16 15,0 0-14-15,0 0 23 0,0 0 11 0,0 0 2 0,0 0 15 16,0 0 72-16,0 0-100 0,0 0-7 0,0 0 11 15,0 0-11-15,0 0-5 0,0 0-4 0,0 0-18 16,0 0 22-16,0 0-30 0,0 0-8 0,0 0-7 16,0 0-2-16,0 0-11 0,0 0 2 15,0 0-6-15,0 0-4 0,0 0 10 0,0 0-6 0,0 0 7 16,0 0 26-16,0 0 19 0,0 0 13 0,29-24 3 16,-29 24 5-16,0 0-27 0,48-8-5 0,-48 8 3 15,0 0-24-15,0 0 1 0,54-8-13 0,-54 8-2 0,0 0 3 16,63-7-10-16,-63 7 5 0,51-7 20 0,-51 7-28 15,54-7-3-15,-54 7 10 0,58-7-2 0,-58 7 2 16,66-9 20-16,-66 9 6 0,60-6 1 0,-60 6-15 16,66-7-10-16,-66 7 28 0,68-5-19 0,-68 5-14 15,70-2-5-15,-70 2 5 0,73-1-5 0,-73 1 20 16,78-4-29-16,-78 4 31 0,80 0-20 0,-80 0-7 16,76-1 4-16,-76 1-11 0,72-5 8 0,-72 5-1 0,68-1 2 15,-68 1 9-15,64 0-11 0,-64 0 4 0,0 0-2 16,80-6 2-16,-80 6-1 0,0 0-16 15,68-3 20-15,-68 3 42 0,0 0-55 0,63-3-1 0,-63 3 7 16,0 0 1-16,0 0 0 0,58-4-1 0,-58 4 3 16,0 0 3-16,0 0-1 15,61 0-4-15,-61 0-3 0,0 0 1 0,0 0 13 0,78-5-15 0,-78 5 7 0,0 0 1 16,68-2-9-16,-68 2 5 16,0 0 8-16,75-4-9 0,-75 4 3 0,0 0 1 0,76-3-48 15,-76 3 58-15,0 0-3 0,68-5-4 0,-68 5-4 0,0 0 5 16,65 1 4-16,-65-1-3 0,0 0-4 0,56-7 4 0,-56 7-8 15,0 0 7-15,0 0 1 0,83-5-5 16,-83 5 5-16,0 0 9 16,0 0-5-16,73-5-3 0,-73 5-1 0,0 0 5 0,55-6 62 0,-55 6-18 15,0 0-3-15,66-10-6 0,-66 10-12 0,0 0-1 16,73-5-7-16,-73 5-8 0,0 0 0 0,70-10-6 16,-70 10 1-16,56-12-16 0,-56 12 15 0,0 0-7 0,76-7 3 15,-76 7-2-15,0 0-4 0,68-11 3 16,-68 11-8-16,65-8-2 0,-65 8 7 0,68-9-2 15,-68 9-15-15,78-7 3 0,-78 7 19 0,78-11 1 0,-78 11-1 16,75-10-1-16,-75 10-3 0,80-8 23 16,-80 8-27-16,78-7 3 0,-78 7 0 0,71-6-6 0,-71 6 0 0,68-6 4 15,-68 6-4-15,60 9 0 0,-60-9 6 0,61-9-2 16,-61 9-6 0,61-5 10-16,-61 5-4 0,0 0-2 0,78-6-28 0,-78 6 34 0,58-5 2 0,-58 5-3 0,58-5 0 15,-58 5-40 1,58-2 53-16,-58 2 4 0,0 0-22 0,83-3 5 15,-83 3-1-15,0 0 0 0,83-2 2 0,-83 2-12 0,0 0 15 0,77-2-2 0,-77 2-4 16,0 0-4-16,81 0 5 0,-81 0-4 0,0 0 5 16,70 0 6-16,-70 0 3 0,0 0 26 0,83 0-48 15,-83 0 0-15,0 0 0 0,77 0 8 16,-77 0-4-16,61 2 2 16,-61-2 3-16,63 0 2 0,-63 0-4 0,68 5-11 15,-68-5 15-15,66 0 3 0,-66 0-4 0,68 2 0 16,-68-2 1-16,66 4 4 0,-66-4-5 0,60 0-4 15,-60 0 8-15,59 14-6 0,-59-14 3 0,0 0-4 16,80 0 3-16,-80 0 0 0,0 0 5 0,66-9-1 16,-66 9 6-16,0 0-15 0,72 7-1 0,-72-7 0 15,0 0 3-15,59 5 2 0,-59-5-2 0,0 0-3 16,68 6 2-16,-68-6 1 0,0 0 13 0,58 6-15 0,-58-6 0 16,0 0 0-16,71 2-2 0,-71-2 9 15,0 0 4-15,82 8 9 0,-82-8-20 0,56 7-9 16,-56-7 12-16,71 5 2 0,-71-5 0 0,82 5 1 0,-82-5-4 15,90 7 6-15,-90-7-1 0,90 2-2 0,-90-2-7 16,90 5 6-16,-90-5-2 0,97 7 3 0,-97-7 8 16,95 7-7-16,-95-7-14 0,90 9 20 0,-90-9-5 15,87 7 3-15,-87-7-7 0,88 7 3 0,-88-7 1 16,80 11 0-16,-80-11-4 0,87 6 1 0,-87-6 5 0,88 6-2 16,-88-6-2-16,87 7-6 0,-87-7 6 0,90 4 5 15,-90-4 4-15,92-4-13 0,-92 4 5 0,93 2 2 16,-93-2-3-16,97-2-8 0,-97 2 11 0,97 2 3 15,-97-2 40-15,93 0-57 0,-93 0 7 0,85 0 1 16,-85 0-4-16,80 2 6 0,-80-2 0 0,78 0 5 16,-78 0 3-16,70 0-4 0,-70 0-3 0,0 0 2 0,100 0 1 15,-100 0-3-15,65 5 3 0,-65-5 0 0,66-4 0 16,-66 4 0-16,65-3 3 0,-65 3-3 0,68-2-6 16,-68 2 1-16,71-5-5 0,-71 5 8 0,70-7-1 15,-70 7 18-15,68-1-15 0,-68 1 6 0,68-5 16 16,-68 5-33-16,85-8-1 0,-85 8 2 15,66-4 7-15,-66 4 4 0,68-7-8 0,-68 7-1 0,68-5-3 16,-68 5 8-16,66 0-6 0,-66 0 6 0,68-6 6 0,-68 6-8 16,75-6-1-16,-75 6 0 0,83-11-2 0,-83 11 3 15,85-7 4-15,-85 7-1 0,87-9 9 16,-87 9-10-16,90-10-3 0,-90 10-3 0,92-5 1 16,-92 5 4-16,86-3 2 0,-86 3-1 0,80-9 0 0,-80 9-12 15,80-6 12-15,-80 6 3 0,68-6 11 16,-68 6-4-16,78-5-16 0,-78 5 11 0,0 0-5 0,75-6-3 0,-75 6 7 15,0 0-23-15,97-3 18 0,-97 3 1 16,0 0 3-16,68-3-4 0,-68 3 7 0,0 0-9 16,78-4 6-16,-78 4-21 0,61-3 42 0,-61 3-20 0,68-2-3 15,-68 2-4-15,78-4 1 0,-78 4-4 0,72-2 3 16,-72 2 0-16,73 2 5 0,-73-2-6 16,73-2 3-16,-73 2-2 0,73-2 2 0,-73 2 9 15,75-7-3-15,-75 7-9 0,71-1 5 0,-71 1-2 16,73 12 2-16,-73-12 8 0,75-4-12 0,-75 4 7 0,68-5-8 0,-68 5 4 15,71-5 2-15,-71 5 3 16,70-9-9-16,-70 9 43 0,75-6-45 0,-75 6-1 16,66-10 11-16,-66 10-5 0,63-8 1 0,-63 8 0 0,58-11 1 0,-58 11-2 0,54-11 2 15,-54 11 4 1,49-14-3-16,-49 14 0 0,43-12 5 0,-43 12 1 16,0 0-5-16,61-18-1 0,-61 18 4 0,0 0 0 15,41-23 3-15,-41 23-4 0,0 0 0 0,0 0 1 0,46-23-1 0,-46 23 3 16,0 0-9-16,32-19 11 0,-32 19 1 15,0 0-14-15,37-27 9 0,-37 27-4 0,0 0 4 16,38-26-25-16,-38 26 35 0,0 0-9 0,30-29-1 0,-30 29 7 0,0 0-9 16,0 0 2-16,24-30 2 0,-24 30 4 0,0 0 6 15,0 0-11-15,17-33-1 16,-17 33 3-16,0 0 42 0,0 0 42 16,0 0-2-16,10-41-4 0,-10 41-1 0,0 0 4 0,0 0-24 15,-8-35-6-15,8 35-12 0,0 0 3 0,-17-35 5 16,17 35-5-16,0 0 13 0,-19-33-12 0,19 33-6 0,0 0 14 15,-27-30 47-15,27 30-83 0,0 0 7 16,0 0-11-16,-41-24-2 0,41 24 6 0,0 0-2 0,-37-21 9 16,37 21-3-16,0 0-12 0,-43-14 2 15,43 14-16-15,0 0-4 0,-59-14 14 0,59 14-8 16,0 0-10-16,-63-10 7 0,63 10 2 0,0 0 4 16,-68-6-7-16,68 6-3 0,0 0 6 0,-65-6 1 15,65 6 6-15,0 0-14 0,-76-6 4 0,76 6 9 0,0 0-2 16,-73-3-9-16,73 3 0 0,0 0 7 0,-68-7 4 15,68 7-15-15,0 0 5 0,-70-5-2 16,70 5 7-16,-56-7-4 0,56 7 8 0,-61-7 0 0,61 7 1 16,-61-11 10-16,61 11-4 0,-65-12 5 0,65 12-18 15,-71-7 8-15,71 7-2 0,-80-11-3 0,80 11 8 16,-68-8-6-16,68 8-5 0,-68-6-4 0,68 6-4 0,-66-7 9 16,66 7-5-16,-60-7 1 0,60 7-3 0,-59-5 4 15,59 5 6-15,0 0-2 0,-80-7-13 16,80 7 7-16,0 0-1 0,-70-6-18 0,70 6 71 15,0 0-61-15,-78-5 12 0,78 5-4 0,0 0-2 16,-70-10-20-16,70 10 30 0,-54-7 4 0,54 7-7 0,-53-4 3 16,53 4-15-16,-59-9 14 0,59 9-10 0,-58-3-1 15,58 3 11-15,-66-7 1 0,66 7-7 0,-60-4 4 16,60 4 0-16,-68-6-13 0,68 6 11 0,-73-5-3 16,73 5-3-16,-71-5 45 0,71 5-38 0,-73-2-9 15,73 2 12-15,-75-7-16 0,75 7 5 0,-73 0 16 16,73 0 17-16,-75-2-34 0,75 2 1 0,-75-3-1 15,75 3 4-15,-66 3 20 0,66-3-10 0,-71-7-12 16,71 7 4-16,-75-5-3 0,75 5 23 0,-70-7-23 0,70 7 7 16,-66-5-5-16,66 5 4 0,-61-6-3 0,61 6 4 15,-58-3-4-15,58 3 10 0,-51-9-17 0,51 9 2 16,-53-7 9-16,53 7 6 0,-52-7-15 0,52 7 19 16,0 0-15-16,-68-11-2 0,68 11 6 0,0 0 6 15,-75-12-6-15,75 12-5 0,0 0 0 16,-61-11-2-16,61 11-60 0,0 0 79 0,-65-12-3 0,65 12-12 0,-51-7 15 15,51 7-16-15,-54-6-51 0,54 6 66 0,-56-5-3 16,56 5 6-16,0 0 0 0,-87-5-12 0,87 5-62 16,-63 0 86-16,63 0-5 0,0 0-15 0,-76-2-2 15,76 2-4-15,0 0 5 0,-80 4 10 16,80-4-15-16,0 0 6 0,-75 1-7 0,75-1 2 16,0 0 0-16,-75 4-2 0,75-4 3 0,0 0-1 0,-78 8-18 15,78-8 7-15,0 0 6 0,-73 10 6 0,73-10-2 16,-53 8 5-16,53-8-8 0,0 0 0 0,-73 17 4 15,73-17-3-15,0 0 10 0,-59 5 112 0,59-5-264 0,0 0 151 16,0 0-3-16,-53 10-10 0,53-10-8 16,0 0 12-16,0 0 2 0,0 0-7 0,0 0-1 0,0 0 3 0,-49 11-1 15,49-11-3-15,0 0-7 0,0 0 10 16,0 0-1-16,0 0-2 0,0 0 8 0,-14 37-3 16,14-37-4-16,0 0 6 0,0 0-4 0,-12 33-5 0,12-33 4 15,0 0 6-15,0 0-5 16,-8 36-9-16,8-36 13 0,0 0-9 0,0 0 5 0,3 44 5 0,-3-44-8 15,0 0 10-15,0 0-8 0,14 43 0 16,-14-43 11-16,0 0-11 16,20 38-2-16,-20-38 12 0,0 0-5 0,26 40-4 0,-26-40 1 0,22 26 8 15,-22-26-6-15,0 0-3 0,29 40-9 0,-29-40 43 0,30 29-37 0,-30-29 10 16,26 26-6 0,-26-26-1-16,27 27-29 0,-27-27 51 0,29 28-10 0,-29-28-9 15,27 26 12-15,-27-26 1 0,22 29-9 0,-22-29 2 16,29 19-1-16,-29-19-4 0,24 28 6 0,-24-28-12 15,0 0 9-15,39 39-2 0,-39-39 9 0,0 0 0 0,27 39-9 0,-27-39-92 0,0 0 107 16,29 35 2-16,-29-35 5 16,0 0-11-16,27 37 2 0,-27-37-2 0,0 0 39 0,19 27-51 0,-19-27-9 15,0 0 9-15,22 25 1 0,-22-25-2 16,0 0 5-16,0 0-3 0,0 0-4 16,24 31 8-16,-24-31-25 0,0 0 23 15,0 0 6-15,0 0-12 0,0 0 11 0,0 0-5 16,0 0-6-16,27 25-2 0,-27-25 7 0,0 0-2 0,0 0 2 15,0 0-6-15,0 0 5 0,0 0-1 0,0 0 1 0,49 15 0 0,-49-15-94 0,0 0 120 16,0 0-1-16,0 0-9 0,75 0-15 0,-75 0-9 31,0 0 18-31,61-4-4 0,-61 4-4 0,0 0 1 0,63-7-9 16,-63 7 16-16,0 0-3 0,58-4 0 16,-58 4-21-16,0 0 19 0,0 0 1 0,63-7 2 0,-63 7-3 15,0 0-3-15,0 0 1 0,0 0 2 0,0 0 2 16,0 0 0-16,0 0-9 0,0 0 11 0,0 0 7 15,54-8 18-15,-54 8 8 0,0 0 10 0,0 0-3 16,0 0 3-16,0 0-2 0,0 0 8 0,0 0-2 16,0 0-4-16,0 0 6 0,0 0 0 0,0 0-14 15,0 0 17-15,0 0-14 0,0 0 6 0,0 0-5 0,0 0 0 16,0 0-8-16,0 0-15 0,0 0-3 0,0 0 2 16,0 0-9-16,0 0-10 0,0 0-1 0,0 0-19 15,0 0-46-15,0 0-60 0,0 0-62 0,0 0-138 0,0 0-133 16,0 0-164-16,0 0-147 0,-49 13-39 15,49-13 48-15,0 0-707 0,-65 10-468 0</inkml:trace>
  <inkml:trace contextRef="#ctx0" brushRef="#br0" timeOffset="74755.2">10166 4135 21 0,'0'0'211'0,"0"0"57"0,0 0 44 0,0 0-25 0,12-32 41 0,-12 32 3 0,0 0-39 0,0 0-33 0,0 0-36 0,0 0-28 0,0-39-41 0,0 39 4 0,0 0-5 0,0 0 6 0,0 0-3 0,0 0 8 15,0-46-9-15,0 46-6 0,0 0-12 0,0 0 4 16,-19-30-46-16,19 30 36 16,0 0-2-16,0 0-12 0,-30-31-19 0,30 31-17 15,0 0-1-15,-43-29-14 0,43 29-17 0,-39-28-1 0,39 28-8 16,-46-19 8-16,46 19 25 0,-54-22 1 16,54 22-14-16,-60-20-13 0,60 20 8 0,-69-22-29 15,69 22-4-15,-85-19-2 0,39 7-7 0,-2 2-13 16,-3 2 10-16,-8-3-10 0,-1 4 15 0,-4-2-9 0,-4 2-5 15,-2 0 0-15,-3 3-1 0,-7 1 3 16,2-1-3-16,-5 3-1 0,1 1 2 0,-8 1-4 0,-2 1 3 0,-3 3-4 16,-2 1 4-16,2 3-3 15,-5 3-2-15,-2-3 3 0,0 6-3 0,-5-2 8 16,5 6-4-16,-2-1 1 0,-3 5-5 16,0-1 4-16,2-1-9 0,3 3 9 0,0-3-2 0,5 2 7 15,5-1-17-15,-1-1 13 0,6 0 0 0,2 4 2 16,2-8-2-16,8 1 5 0,-12 1 0 0,19-1-5 15,-3 0-45-15,1 1 61 0,6-4-6 0,-4 4 0 16,3 0 1-16,-1-1 2 0,-2 2-13 0,3 0 15 16,-1 2 18-16,3-4 34 0,-3-2 8 0,8-1 5 0,0 2-4 15,-3 3 12-15,5-9-10 0,2 1 4 0,3-2 3 16,51-10 4-16,-87 18-5 0,87-18-9 0,-75 12 117 16,75-12-156-16,-54 6-3 0,54-6 14 0,0 0-11 15,-53 9 15-15,53-9-11 0,0 0 0 0,0 0-34 16,0 0 25-16,0 0-96 0,0 0-185 0,-49 14-255 0,49-14-359 15,0 0-166-15,-12 46-776 0,12-46-589 0</inkml:trace>
  <inkml:trace contextRef="#ctx0" brushRef="#br0" timeOffset="80270.82">26147 5787 246 0,'0'0'534'0,"0"0"10"0,0-46 26 0,0 46-40 0,0 0-32 0,-10-41 39 0,10 41-44 0,0 0-27 0,-19-36-51 0,19 36-61 16,0 0-40-16,-27-30-36 0,27 30-39 0,0 0-18 0,-29-30-37 0,29 30-24 15,0 0-9-15,-37-27-30 0,37 27 9 16,0 0-9-16,-48-19-29 0,48 19 1 0,0 0-9 15,-56-15-4-15,56 15 4 0,-54-14-19 0,54 14-12 16,-58 5-15-16,58-5 1 0,-58 7-6 0,58-7-16 16,-63 11-4-16,63-11-3 0,-59 14 0 0,59-14 3 0,-56 20 3 0,56-20-4 15,-51 21-2-15,10-5-2 0,41-16 3 16,-46 30 4-16,46-30 6 0,-34 32-17 16,34-32-5-16,-29 40 1 0,29-40-1 0,-27 46-16 0,27-46 23 15,-20 53-11-15,20-53-7 0,-17 60-1 0,17-60 16 0,-9 65 70 16,9-65-104-16,-5 66 22 0,5-66 25 15,0 58-26-15,0-58 9 0,5 62-11 0,-5-62 12 16,14 57-15-16,-14-57 4 0,17 49 10 0,-17-49-8 0,30 46-81 16,-30-46 32-16,38 41 85 0,-38-41-18 0,49 31 13 15,-49-31-8-15,61 29 39 0,-61-29-50 0,70 17-1 16,-70-17 6-16,78 9 1 0,-78-9-5 0,0 0-8 0,109-2 15 16,-109 2-5-16,102-12-8 0,-102 12 18 15,90-12 3-15,-90 12-7 0,78-23-12 16,-78 23 38-16,75-16-29 0,-75 16 0 0,59-15-8 0,-59 15 24 0,43-17-20 15,-43 17 38-15,51-14 16 0,-51 14-8 0,0 0 15 0,0 0 31 16,0 0 11-16,37-17 8 16,-37 17 13-16,0 0 1 0,0 0-1 0,0 0-5 0,0 0 7 0,0 0-9 15,0 0-3-15,0 0-13 0,0 0-70 16,0 0 65-16,0 0-17 0,0 0-11 16,0 0-12-16,0 0-10 0,0 0-8 0,0 0-13 0,0 0-10 15,0 0 0-15,0 0-10 0,0 0-5 0,0 0 0 0,0 0-17 16,0 0-61-16,0 0-104 0,0 0-113 15,0 0-113-15,0 0-104 0,0 0-286 0,0 0-348 0,0 0-28 16,0 0-1083-16,0 43-862 0</inkml:trace>
  <inkml:trace contextRef="#ctx0" brushRef="#br0" timeOffset="83807.72">27325 3965 191 0,'0'0'419'0,"-27"-30"42"0,27 30 41 0,0 0-16 0,0 0-55 0,-36-19-46 0,36 19-2 0,0 0-55 0,0 0-45 0,0 0-41 0,0 0-29 0,0 0-27 0,-68 6-27 0,68-6-19 0,0 0-47 0,0 0-16 0,-32 26-13 16,32-26-10-1,0 0-10-15,-21 42-12 0,21-42-2 0,-13 38-7 0,13-38-4 0,-9 50-4 0,9-50 0 16,-10 63-3-1,10-63 1-15,0 74 7 0,0-34-7 0,0 1-34 0,5 3 45 16,5 0-5-16,-3 2 3 0,3-2-8 0,4-3 1 16,3 3-12-16,-2-5 0 0,7-2 1 0,-1-2-1 0,1-5-12 15,7-1 16-15,-2-5-2 0,5-1 1 16,-32-23 2-16,53 32 6 0,-53-32 7 0,68 20 9 16,-68-20-4-16,68 7 8 0,-68-7-5 0,66-6 1 0,-66 6-4 15,63-17 5-15,-63 17 7 0,49-21-7 0,-49 21 21 0,41-32-3 16,-41 32 0-16,32-37-9 0,-32 37-3 0,19-47-1 0,-19 47-15 15,17-45-1 1,-17 45 4-16,0-55-6 0,0 55 0 0,-17-49-65 16,17 49 69-16,-19-48 0 0,19 48-6 0,-22-40-21 0,22 40 6 15,-32-36 57-15,32 36-53 0,-31-27 7 0,31 27-10 16,-32-25 2-16,32 25-8 0,-36-22 5 0,36 22-2 16,0 0-1-16,-32-25-6 0,32 25 1 0,0 0-1 15,0 0-16-15,0 0-18 0,-63-18-6 0,63 18-10 16,0 0-2-16,0 0 4 0,0 0 7 0,0 0 9 15,0 0 5-15,0 0 1 0,0 0 3 0,0 0 5 16,0 0 8-16,0 0-11 0,0 0 27 0,0 0 8 16,0 0 3-16,0 0 12 0,0 0-1 0,0 0 13 0,24-42-5 15,-24 42-5-15,0 0-1 0,0 0-8 0,0 0-3 16,0 0-4-16,0 0-3 0,0 0 5 0,0 0 5 16,44-14-4-16,-44 14 3 0,0 0-6 0,58-16 3 15,-58 16-4-15,0 0 6 0,68-16-12 0,-68 16 6 16,0 0-2-16,73-11-4 0,-73 11-3 0,0 0 3 15,58 1 4-15,-58-1-5 0,0 0-3 0,54 12 3 16,-54-12 1-16,0 0-5 0,41 28-9 0,-41-28 18 0,27 28-1 16,-27-28 1-16,17 39 15 0,-17-39-3 0,17 44 14 15,-17-44-1-15,14 55-3 0,-14-55-5 0,15 60 0 16,-15-60 11-16,17 64-5 0,-17-64 0 0,15 69-2 16,-15-69-5-16,7 63 0 0,-7-63-4 0,10 64-4 15,-10-64 1-15,21 55 1 0,-21-55-79 0,15 55 86 0,-15-55-5 16,12 44-2-16,-12-44-18 0,15 39 1 0,-15-39 13 15,0 0-5-15,17 36 1 16,-17-36-40-16,0 0-82 0,0 0-65 0,0 0-66 0,0 0-67 16,0 0-76-16,0 0-71 0,19 27-30 0,-19-27-30 15,0 0 6-15,0 0 34 0,-5-37-571 0,5 37-245 16</inkml:trace>
  <inkml:trace contextRef="#ctx0" brushRef="#br0" timeOffset="84190.15">27884 3939 76 0,'0'0'455'0,"-41"-39"135"0,41 39 49 0,-42-26-35 0,42 26-72 0,0 0 23 0,-38-27-73 0,38 27-61 0,0 0-75 0,0 0-68 0,0 0-61 16,-42-19-47-16,42 19-38 0,0 0-35 0,0 0-25 0,0 0-24 0,0 0-26 0,0 0 0 15,0 0-2-15,0 0-10 0,32 19-2 0,-32-19-1 16,36 22-3-16,-36-22 1 16,49 24 0-16,-49-24-3 0,53 35-2 0,-53-35-1 15,68 24 14-15,-68-24 15 0,73 29 10 16,-73-29-3-16,85 29-1 0,-85-29-6 0,54 30-10 16,-54-30 19-16,87 21 2 0,-87-21-30 0,71 21-1 0,-71-21 2 0,63 18-5 0,-63-18 12 15,58 14-17-15,-58-14 6 0,0 0-2 16,59 12 0-16,-59-12-7 0,0 0 10 15,0 0 7-15,36 15-8 0,-36-15 4 0,0 0-36 0,0 0-29 16,0 0-55-16,0 0-72 0,0 0-82 0,0 0-177 16,0 0-106-16,0 0-35 0,-17-40 31 0,17 40 44 0,-27-24 72 15,27 24-30-15,-41-34-416 0,41 34-95 16</inkml:trace>
  <inkml:trace contextRef="#ctx0" brushRef="#br0" timeOffset="84388.04">28122 3734 95 0,'-31'-25'259'0,"-1"1"76"15,5 1-1-15,1-1 46 0,26 24 16 0,-54-42-29 16,54 42 10-16,-19-35-23 0,19 35 36 0,-37-36-37 0,37 36-30 0,-22-33-15 16,22 33-16-16,0 0-13 0,-22-37-28 15,22 37-12-15,0 0-30 0,0 0-20 0,0 0-36 0,0 0-21 0,0 0-24 0,0 0-33 16,0 0 3-16,0 0-33 16,0 0-14-16,0 0-8 0,0 0 21 15,0 0 24-15,-4 76-16 0,8-23 67 0,1 12-6 0,-10 13-11 0,-4 10-28 16,-3 8 6-16,-8 4-29 0,-2 7 5 15,0 2-19-15,-4 4-118 0,1 3-240 0,4 3-325 0,-1-7-351 0,2 2-1118 0,13 3-733 16</inkml:trace>
  <inkml:trace contextRef="#ctx0" brushRef="#br0" timeOffset="87276.33">28270 7610 59 0,'0'0'679'0,"0"0"66"0,0 0-95 0,0 0-138 0,0 0-84 0,0 0-66 0,-53 11-81 0,53-11-60 0,0 0-29 0,0 0-58 0,44 20-12 0,-44-20-19 16,56 25-31-16,-56-25-10 0,70 31-11 0,-29-10-6 16,-4 0-7-16,7 1-7 15,-3 4-9-15,3-1 2 0,-3 2-15 0,5-1 3 0,-10 2 0 0,3 1-5 16,-7-6-6-16,0-4 4 0,-32-19-2 16,58 34-2-16,-58-34-38 0,41 21 43 15,-41-21 4-15,0 0 11 0,41 17 42 0,-41-17 37 16,0 0-18-16,0 0-27 0,32-35 3 0,-32 35-7 0,12-56-15 15,-2 20-38-15,-20-4-79 0,20-7-96 0,-5-1-115 0,2-8-152 0,3-6-106 16,-5 1-15-16,-5-8-31 0,5 2-492 0,-5-1-282 16</inkml:trace>
  <inkml:trace contextRef="#ctx0" brushRef="#br0" timeOffset="87992.82">28905 5848 318 0,'-13'-40'759'0,"13"40"11"0,0 0-108 15,0 0-74-15,-14-31-35 0,14 31-96 0,0 0-70 16,0 0-72-16,0 0-68 0,0 0-57 0,0 0-45 0,0 0-45 15,0 0-9-15,0 0-24 0,0 0-1 0,27 33-7 16,-27-33-3-16,4 51-8 0,28-19-1 0,-17 1-9 16,-3 3-6-16,-3 1-2 0,1 1 2 0,-3 0-9 15,-7-38-4-15,10 65-3 0,-10-65-4 0,10 55 0 0,-10-55-68 16,0 0 83-16,7 46 0 16,-7-46-6-16,0 0 8 0,10 35 1 0,-10-35 2 0,0 0 8 0,0 0-39 15,0 0-52-15,0 0-54 0,-39-24-2 0,39 24 8 16,-36-44 18-16,36 44 12 0,-64-58 10 15,45 23 3-15,-3-1 9 0,0-5-9 0,0-3 18 0,-2 3 2 16,2-5 13-16,0 5 20 0,3 1-2 0,7 3 19 16,-3 3 14-16,15 34 17 0,-22-60-6 0,22 60-11 0,-5-49-5 15,5 49-8-15,10-48-2 0,-10 48-1 0,27-47 7 16,-5 22 3-16,9 4 1 0,1-1-5 0,0-1-3 16,9 2 2-16,7 2 0 0,11-9 1 0,-1 6 4 0,5 3-16 15,5 0 3-15,-5-8 0 16,5 14 2-16,1-2-9 0,-4 0 0 0,-7 7-1 0,-7-2 5 0,-51 10-7 15,90-13 2-15,-90 13-19 0,64-5 8 0,-64 5 5 16,0 0 7-16,0 0 4 16,63 5-5-16,-63-5 15 0,0 0-3 0,5 37-3 0,-5-37 5 0,-37 34-4 0,37-34 5 15,-51 38-6-15,51-38-1 16,-58 42-4-16,58-42-1 0,-54 38-1 0,54-38-8 0,-43 33-4 0,43-33-10 16,0 0 3-1,-30 30-2-15,30-30 1 0,0 0 6 0,0 0 0 0,20 32 7 0,-20-32 5 0,0 0 14 16,58 18 20-16,-58-18 5 0,68 7 1 15,-68-7-2-15,76 6-59 0,-76-6 55 0,85 10-4 16,-85-10 0-16,82 10-7 0,-82-10-24 0,76 11 21 0,-76-11-3 0,63 25 0 16,-63-25-4-16,46 33-9 15,-46-33 24-15,34 47 5 0,-34-47 15 16,-12 61 12-16,-5-26 18 0,-12 2 9 0,-10 1-1 16,-7 5-1-16,-13-2-26 0,-9 6-10 0,-12-2-3 0,0-1-8 0,-5-2-13 15,-8 5-74-15,8-6-27 0,0-3-153 16,10 0-116-16,7-1-191 0,5-9-279 0,0-5-110 0,4 2-720 15,18-3-531-15</inkml:trace>
  <inkml:trace contextRef="#ctx0" brushRef="#br0" timeOffset="88994.15">25012 9166 517 0,'-24'-70'819'0,"4"39"-163"0,1 4-132 0,19 27-92 0,-49-38 3 0,49 38-87 0,-60-22-34 0,60 22-44 0,-71-3-43 0,71 3-39 0,-80 15-29 16,80-15-32-16,-85 40-21 0,46-10-20 0,-5 8-14 0,8 5-15 0,-1 6-4 16,1 6-2-16,9 5 20 15,3 5 7-15,9 6-2 0,-2 4-8 0,22 3-17 0,-7 4-11 0,7 1-5 16,7-1-14-16,12 1-5 15,-2-2 5-15,14-1-9 0,1-3 1 0,-6-8-8 0,13-6-21 16,10-8 61-16,1-5-44 0,-1-8-3 0,-3-6 6 16,2-7 5-16,1-7 1 0,-1-6-5 0,-2-9 3 0,-51-7 11 15,90-7-6-15,-41-13-69 0,-5-1 80 16,-3 0-1-16,0-6-4 0,-9-3 1 0,-1-3-6 16,-9-2 0-16,-2-3 3 0,-3-2-1 0,-12 1-12 15,7-2 6-15,-15 2 3 0,-2-6-8 0,-4 9 2 0,-6-1 1 16,-2 3-2-16,-5 1 3 0,-5 4 4 0,3 3 9 15,-7 3 19-15,31 23-10 0,-59-31-8 0,11 19-6 16,48 12 0-16,-93-10-9 0,93 10-5 16,-102 7 3-16,51 2-7 0,3-2 1 0,48-7 1 0,-90 19-2 0,90-19-3 15,-54 15-2-15,54-15-3 0,-48 10-2 16,48-10-14-16,0 0-2 0,0 0-3 0,0 0-3 0,0 0-5 0,0 0-6 16,0 0 17-16,0 0-4 0,0 0 3 0,85-3 3 15,-85 3 4-15,80-27-3 16,-34 11 18-16,0-5 1 0,3 2 0 0,4-5 0 0,-7 1-9 0,3-1 13 15,5-1 6-15,-8-2 6 0,-3 1 39 0,-1 5 44 0,-6 0-109 16,1 5 102-16,-37 16-4 16,53-29 5-16,-53 29 5 0,39-17-13 0,-39 17 30 15,0 0-19-15,0 0-10 0,0 0-22 16,0 0-7-16,61 9 15 0,-61-9 30 0,19 56-4 0,-9-13 1 0,0 12-21 16,2 10-8-16,2 13-9 0,-4 11-2 15,0 11-12-15,2 7-10 0,7 3-120 0,-11 5-191 0,11 1-336 16,-2-12-444-16,10 15-1204 0,-10-1-870 0</inkml:trace>
  <inkml:trace contextRef="#ctx0" brushRef="#br0" timeOffset="89789.05">25568 15495 686 0,'0'0'948'0,"0"0"-130"0,-38 15-144 0,38-15-88 0,0 0-124 0,0 0-89 0,0 0-78 0,0 0-58 0,14 48-44 0,-14-48-37 0,54 37-10 0,-20-11 6 0,12 1-38 0,2 5-20 16,8 7-11-16,3 1-5 0,4 1-15 0,5 4-11 0,-5 0-13 16,3-1-10-16,2 3-8 0,0-4 12 0,-5 0-4 15,2-4-12-15,-1-6-4 16,1-5 20-16,1-6 31 0,-3-11 18 0,0-10 15 15,5-13 48-15,0-17-14 0,12-13 18 0,10-22-10 16,10-19-22-16,12-21-17 0,14-23-21 0,22-14-28 0,15-16-49 0,7-17-139 0,25-2-382 16,-11-17-590-16,18 1-1241 0,4-1-952 15</inkml:trace>
  <inkml:trace contextRef="#ctx0" brushRef="#br0" timeOffset="123179.79">12992 12124 39 0,'0'0'626'0,"0"0"121"0,0 0-56 0,0 0-83 0,-59-15 2 15,59 15-41-15,0 0-60 0,0 0-61 16,0 0-82-16,0 0-57 0,-55-7-66 0,55 7-55 0,0 0-42 16,0 0-22-16,0 0-50 0,0 0-13 0,0 0-12 15,0 0 9-15,0 0-32 0,0 0-11 0,0 0-9 0,0 0 34 16,0 0-20-16,43 12 1 0,-43-12 3 15,0 0-16-15,44 16 0 0,-44-16 7 16,34 18-13-16,-34-18 2 0,51 24 5 16,-51-24-7-16,54 29 0 0,-54-29 9 0,63 28 2 0,-63-28-7 0,63 37 3 15,-29-17 7-15,0 1-7 0,-2-2-3 0,-32-19-7 0,60 37 3 0,-60-37-2 16,54 31 12-16,-54-31-6 16,43 28-6-16,-43-28 11 0,42 19 2 0,-42-19-13 0,0 0 0 0,0 0 15 15,61-2 0-15,-61 2-3 16,41-35 4-16,-10 0 3 0,1-15 2 0,7-8-11 0,2-11 4 0,5-4 8 15,5-10-4-15,0-3 12 0,3-7-17 0,-1-5 15 16,1 0 3-16,-3-3-3 0,0-4-18 0,0 1 3 16,2 0-11-16,1 3 4 0,-6 6-3 0,3 5 5 15,-4 3-8-15,-9 20 0 0,-1-3 0 0,2 11-1 16,-3 7 6-16,-9 7-7 0,-3 8-113 16,-2 8 138-16,-22 29 15 0,32-45-9 0,-32 45-10 15,22-30 1-15,-22 30 34 0,0 0-62 0,0 0-2 0,26-29 12 0,-26 29 1 16,0 0-12-16,0 0-6 0,0 0 6 15,0 0 1-15,0 0 4 0,0 0-10 0,0 0 12 0,25-24 10 0,-25 24-34 16,0 0-73 0,0 0-72-16,0 0-85 0,0 0-186 0,0 0-272 0,0 0-161 0,0 0-210 0,0 0-333 15,14 31-451-15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4:10:05.429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2913 8883 163 0,'-36'-21'226'0,"36"21"89"0,0 0 29 0,0 0 1 0,-42-21 48 0,42 21-5 0,0 0-48 0,0 0-20 0,-31-24 49 0,31 24 36 0,0 0-68 16,0 0-31-16,0 0-35 0,-42-23-32 15,42 23-29-15,0 0-9 0,0 0-5 0,-43-16 2 0,43 16-15 0,0 0 0 16,0 0-4-16,-56-8-14 0,56 8-3 0,0 0-20 16,0 0-9-16,-54-12-28 0,54 12 39 0,0 0-62 15,0 0-14-15,0 0 0 0,0 0 0 0,0 0-30 0,0 0 18 16,-65 1-30-16,65-1 0 0,0 0 5 0,0 0-13 15,0 0-31-15,0 0 21 16,0 0-2-16,0 0 2 0,0 0 2 0,0 0-18 0,0 0 19 0,0 0-22 0,0 0 0 16,0 0-17-16,0 0 26 0,0 0-17 0,0 0 10 0,0 0-4 15,0 0-1-15,0 0 3 0,0 0 0 16,0 0 4-16,0 0-5 0,0 0-15 0,0 0 10 16,0 0 16-16,0 0 0 0,0 0-5 0,70 12 8 15,-70-12-4-15,61 11 2 16,-61-11-5-16,78 14-11 0,-78-14 29 0,92 11-12 15,-92-11 9-15,102 16-7 0,-49-8-2 16,6-2-2-16,-1 1-3 0,5 2 2 0,3-3 4 16,-1 0-7-16,8 1 14 0,0 0-9 0,7 0 0 0,-2-3 2 15,2 1 0-15,1 0-2 0,-1-1 2 0,-3-2 6 16,4-1 9-16,-6 4-17 0,0-3 5 0,-2-2-10 16,-2 1 14-16,-6-1-26 0,1 2 28 0,-3-2 6 15,-2 1-12-15,0-1 5 0,-1 2 31 0,1 0-51 16,-61-2-2-16,114 2 7 0,-114-2 2 0,114 3-3 15,-114-3-14-15,112 3 12 0,-112-3 13 0,112 2-19 0,-112-2 15 16,109 2-2-16,-109-2 7 0,115 2-3 0,-115-2 5 16,114-2-16-16,-56 0 16 0,3 0-12 0,0 1 34 15,2-1-11-15,-3-3 4 0,1 1-3 0,0 3-4 16,-3-2-3-16,3-2 4 0,0 2-7 0,-3-1 1 16,0 2-18-16,3-3 31 0,-5 0 20 0,2 2-56 0,-2-1 2 15,3 0 9-15,-4 1 2 0,-55 3 18 16,112-9-147-16,-112 9 143 0,107-5 1 0,-107 5-9 15,105-4 3-15,-105 4 3 0,102-5-6 0,-102 5-1 16,102-4 2-16,-102 4-7 0,102-3 2 0,-102 3 13 0,102-2-9 16,-102 2-5-16,99-3 3 0,-99 3-10 0,100-4 16 15,-100 4-4-15,75-3-9 0,-75 3-3 0,95-1 20 16,-95 1 112-16,68-4-147 0,-68 4 53 0,90-3-66 16,-90 3 20-16,88-7-5 0,-88 7-1 0,82-7 11 15,-82 7 51-15,80-6-61 0,-80 6 18 0,76-6 5 0,-76 6 9 16,73 5 20-16,-73-5-19 0,65-9 3 15,-65 9-5-15,58-3-97 0,-58 3 122 0,56-7-4 0,-56 7-18 16,0 0 1-16,73-5-11 0,-73 5 1 0,0 0-2 16,61-5 8-16,-61 5-15 0,0 0 3 0,51-15 16 15,-51 15-2-15,0 0 24 0,0 0 6 0,0 0-3 16,68 3-6-16,-68-3-6 0,0 0-11 0,0 0 10 16,0 0-7-16,0 0 7 0,0 0-31 0,0 0 39 15,0 0-4-15,56-3 0 0,-56 3-2 0,0 0 16 0,0 0-17 16,0 0-2-16,0 0-6 0,0 0 1 15,0 0 2-15,0 0 2 0,0 0-2 16,0 0 8-16,0 0 7 0,0 0 6 0,0 0 6 0,0 0 1 16,0 0-13-16,0 0-4 0,0 0-3 0,0 0-56 0,0 0 104 15,0 0-65-15,0 0 2 0,0 0-9 16,0 0-4-16,0 0-10 0,0 0-49 0,0 0-72 0,0 0-86 16,0 0-60-16,0 0-211 0,0 0-324 0,0 0-316 0,19-38-1225 15,-19 38-948-15</inkml:trace>
  <inkml:trace contextRef="#ctx0" brushRef="#br0" timeOffset="984.82">18571 7167 159 0,'-51'11'505'0,"51"-11"57"0,0 0 34 0,0 0-50 0,0 0-46 0,-47 12 26 0,47-12-49 0,0 0-62 0,0 0-65 0,0 0-55 0,0 0-50 0,0 0-27 0,0 0-27 0,0 0-22 16,0 0-42-16,0 0-119 0,0 0 88 0,0 0-11 15,0 0-16-15,0 0-7 0,81-2 13 0,-81 2-22 0,90-3-4 16,-90 3-1-16,121-5 9 0,-55 5-3 0,14 0 1 0,-2 0-1 16,7 0-1-16,5 0 1 0,-1 0-22 0,6 0 8 15,0 7 2-15,-5-6 10 0,0-1-11 0,0 2-13 16,-3-2 56-16,-4 4-53 0,-1-4-11 16,1 0 9-16,19 0-4 0,-32 0 35 0,1 0 56 0,-5 0-75 15,-1-4-3-15,-65 4-18 0,114-2 33 0,-114 2-13 16,95-1-19-16,-95 1 2 0,78-2 29 15,-78 2 2-15,0 0 16 0,68-4 5 0,-68 4 27 16,0 0 16-16,0 0 39 0,0 0-8 0,61 2 8 16,-61-2 3-16,0 0 3 0,0 0-22 0,0 0-26 0,0 0-21 0,0 0-22 15,0 0-19-15,0 0-98 16,0 0-131-16,0 0-101 0,0 0-94 0,0 0-275 0,0 0-370 16,0 0-174-16,0 0-1088 0,0 0-881 0</inkml:trace>
  <inkml:trace contextRef="#ctx0" brushRef="#br0" timeOffset="2844.34">23797 5607 444 0,'-27'-33'948'0,"27"33"-68"0,-34-34-110 0,34 34-24 0,-31-29-84 0,31 29-44 0,-32-26-146 0,32 26-49 16,0 0-48-16,-34-25-48 0,34 25-38 15,0 0-18-15,0 0-48 0,0 0-47 16,-36-19-46-16,36 19-26 0,0 0-33 0,0 0-15 16,0 0-15-16,0 0-37 0,0 0 8 0,0 0 3 15,0 0-12-15,0 0-12 0,0 0-19 0,0 0 14 0,0 0-8 0,0 0 1 16,0 0 1-16,0 0-5 0,0 0 14 16,36 30 4-16,-36-30-3 0,39 30-8 15,-39-30 16-15,66 40 25 0,-27-17-38 0,4 6 14 0,3-3-4 16,8 6-7-16,7 0 10 0,7 5 4 15,-5-3-17-15,15 3 21 0,9 9 3 0,-2 0 3 16,3 0 4-16,9 4-5 0,2 3 8 0,3 2 2 16,8 1-1-16,-1 4 40 0,8 3-66 0,9 0 20 15,3 0-2-15,2 5 6 0,8 0 9 0,-23 0-3 0,28 2-3 0,1-2-14 0,4 3 16 16,4-1-5-16,-5-4-11 0,-5 3 6 0,-2-5 6 16,-5-1-11-16,-7-1-3 15,-3-8 7-15,-4-7-7 0,-18 0 10 0,-2 3-1 0,-7 0-7 0,-5-7-9 16,-17 0 7-16,-5-8-3 0,-10-1 3 15,-4-3 5-15,-10-2-4 0,-3-6 0 0,-10-4-5 0,-31-19 3 0,47 32 5 16,-47-32-16 0,0 0-2-16,38 25-35 0,-38-25-29 0,0 0-39 0,0 0-123 0,0 0-32 15,0 0-247-15,0 0-131 0,0 0-138 0,-63-2-83 0,63 2-4 16,-70-25-742-16,38 9-519 16</inkml:trace>
  <inkml:trace contextRef="#ctx0" brushRef="#br0" timeOffset="3292.17">27204 5060 61 0,'-5'-47'638'0,"5"47"82"0,-32-38-62 0,32 38-108 0,-36-31-63 0,36 31-44 0,-54-21-80 0,54 21-67 0,-58-12-48 0,58 12-52 0,0 0-55 0,-85 3-21 0,85-3-26 0,-58 18-21 0,58-18-21 15,-59 39-30-15,28-11 13 0,-1 3-7 0,1 7-7 16,-6 7 3-16,6 5 1 0,-16 5 22 15,9 9 20-15,1 3 30 0,-11 4 21 0,-6 8 18 0,-4 6 18 16,-5 3-15-16,-10 3 2 0,-10 6 2 0,3 2-7 16,-17 5-11-16,-8 2-1 0,-4 3-11 0,-3 1 5 0,-9 5 11 15,-1 3-21-15,-4-1-9 0,-10-2 8 0,7 0-19 0,-2-2-6 16,4-6-2 0,1 1-24-16,5-9-14 0,6 2-10 0,4-7 33 0,1-3-31 0,13-10 12 0,7-3-21 0,5-5-74 15,5-3-47-15,7-10-25 16,5-7-81-16,7-5-93 0,8-5-97 0,7-6-65 0,7-7-101 15,5-9-145-15,34-21-55 16,-59 23-11-16,59-23-101 0,0 0-237 0,-60-18-299 16</inkml:trace>
  <inkml:trace contextRef="#ctx0" brushRef="#br0" timeOffset="3846.53">24971 5084 94 0,'29'-59'497'0,"-29"59"107"0,19-54 58 0,-19 54-36 0,12-44-3 0,-12 44 30 0,0 0-57 0,13-46-70 0,-13 46-79 0,0 0-54 0,0 0-60 0,0 0-45 16,4-43-54-16,-4 43-33 0,0 0-9 0,0 0-27 16,0 0-16-16,0 0-34 0,0 0-14 0,0 0-23 0,0 0-24 15,0 0-22-15,0 0-3 0,0 0-10 0,0 0 15 16,0 0-52-16,0 0 2 0,0 0 10 0,0 0-7 15,0 0 7-15,27 34 28 0,-27-34 12 0,22 49-10 16,-5-17 20-16,3 7 3 0,6 0 19 0,-6 10 5 16,4 4 31-16,0 5-11 0,3 6 4 0,12 7-15 0,-10 7-6 15,-2 3 4-15,0 5 11 0,4 10 6 0,-4 2-6 16,0 9-11-16,-6 1 9 0,4 12-11 0,-3 5 1 16,4 8 6-16,1 3-5 0,0 2-8 0,4 5-8 15,6 0-5-15,-6 3-10 0,11-4-10 16,-8-1 21-16,2 2-24 0,1-7-6 0,-1-10-3 0,1-6-12 0,-6-9 0 15,1-3-21-15,-1-12-53 16,-4-8-60-16,-5-8-15 0,-5-9-105 0,2-10-61 0,-11-10-27 16,1-9-65-16,6-4-105 0,-15-38-139 0,14 55-128 15,-14-55-209-15,0 0-37 0,0 0-737 0,0 0-567 16</inkml:trace>
  <inkml:trace contextRef="#ctx0" brushRef="#br0" timeOffset="5411.74">24592 11745 166 0,'-44'-19'349'0,"3"-4"103"0,-3 5 8 0,7-1 35 0,-1 4-12 0,38 15-25 0,-71-28 36 0,71 28-25 15,-61-20-30-15,61 20-37 16,-41-19-32-16,41 19-45 0,0 0-63 0,-49-16-36 0,49 16-27 0,0 0-50 0,0 0-32 15,0 0-23 1,-43-13-24-16,43 13-6 0,0 0-26 0,0 0-12 16,0 0-19-16,0 0 12 0,0 0 10 0,39 18-5 0,-39-18 3 0,58 30 2 0,-24-12-14 15,7 5-5-15,10 7 96 16,3-1-44-16,9 7-6 0,3 5 2 16,2 6 27-16,9 6-7 0,3 5 1 0,3 5 10 15,7 3-25-15,7 6 15 0,-4 6 8 0,1 1 1 16,8 4 9-16,5 6-8 0,7 1-11 0,-2 7 20 0,7 2-9 15,0 2 11-15,3 1-4 0,-1 1-21 0,1 1-1 16,-6 2-6-16,4 0-5 0,-4-3-69 0,1 2 151 16,-10-6-67-16,2-1-11 0,-9-5-10 0,-6 0-6 15,-4-5-12-15,-5-5 0 0,-4-4-9 0,-4-3 2 16,-11-5-13-16,-3-6-15 0,-7-10-56 0,-7-1-30 0,-6-8-33 16,-1-5-22-16,-16-7-26 0,6-8-35 0,-32-26-21 15,41 42-6-15,-41-42 13 0,17 28-36 16,-17-28-99-16,0 0-117 0,0 0-120 0,0 0-123 0,0 0-77 15,-58-8 21-15,58 8-87 0,-39-35-389 16,15 10-389-16</inkml:trace>
  <inkml:trace contextRef="#ctx0" brushRef="#br0" timeOffset="5792.5">27969 11855 182 0,'-17'-36'706'0,"3"3"-11"0,-3 3-84 0,-8 1-129 0,25 29-41 0,-22-42 2 0,22 42-4 0,-31-34-6 0,31 34-33 0,-32-20-158 0,32 20 99 0,0 0-77 15,-36-17-50-15,36 17-64 0,0 0-35 16,-49 11-24-16,49-11-8 0,-48 36-16 0,16-3-28 0,-4 9 11 15,-11 9-26-15,4 8 13 0,-11 8-4 0,-4 9 12 0,2 5 17 16,-17 4 22-16,3 7-2 0,-15 4 14 0,-1 5 14 0,-6 6 9 16,-5 4 14-16,-3 2-16 0,-2 6-15 0,-2 2-20 15,-8 1-23-15,3 0-4 0,2-1-12 0,2-2-4 0,1-6-15 16,2-2-58-16,-3-2 25 16,6-7-32-16,1-3-52 0,4-4-35 0,-1-6-72 15,0-4-82-15,10-9-58 0,0-6-79 0,12-6-125 0,0-7-153 16,5-12-72-16,3-12-38 0,11 0-621 15,3-12-452-15</inkml:trace>
  <inkml:trace contextRef="#ctx0" brushRef="#br0" timeOffset="6223.04">26006 11890 96 0,'-17'-71'737'0,"0"38"62"16,2 3-110-16,15 30-97 0,-36-48 60 15,36 48-74-15,-34-41-61 0,34 41-63 0,-34-35-61 16,34 35-10-16,-29-21-72 0,29 21-26 0,0 0-66 15,0 0-25-15,-34-25-16 0,34 25-45 0,0 0-46 0,0 0-33 16,0 0-9-16,0 0 6 0,0 0-19 0,-8 50-5 16,8-50-4-16,3 75-17 0,4-27 14 0,10 12-22 15,-2 1-7-15,2 7 21 0,4 7-1 0,4 2 12 0,4 6 22 0,0 6-21 0,5 2 6 16,7 7 18-16,1 3 2 16,-3 8 5-16,7 2 12 0,-10 4-14 0,3-4 13 0,-2 12-3 15,-1 3-1-15,0-3-11 0,-2 3-5 0,-4-3-1 16,8 2-5-16,-13-1 35 15,-3-2-57-15,-5-2-2 0,-3-1 0 0,-2-5 14 0,3-2-27 0,-5-5 2 16,2-5-64-16,-2-6-65 0,-6-4-55 0,1-9-38 0,7-12-87 16,-19-4 29-16,14-7-70 0,-2-9-49 15,-5-5-72-15,5-10-83 0,-5-36-119 0,-5 53-64 0,5-53-23 0,-26 24-656 16,26-24-446-16</inkml:trace>
  <inkml:trace contextRef="#ctx0" brushRef="#br0" timeOffset="8689.12">25355 13970 158 0,'0'0'396'0,"-37"-20"95"0,37 20 43 0,0 0 9 0,0 0-17 0,0 0 2 0,0 0 1 0,-41-16-43 0,41 16-45 0,0 0-53 0,0 0-47 0,0 0-50 16,0 0-22-16,0 0 72 0,0 0-196 0,0 0-20 0,0 0-32 15,0 0-36-15,0 0-3 0,0 0-27 0,0 0 5 16,0 0-4-16,0 0-11 0,0 0-24 0,0 0-5 16,0 0 16-16,0 0 8 0,0 0-1 0,0 0-21 15,0 0 28-15,78 4-7 0,-78-4-2 16,0 0 5-16,70 2-14 0,-70-2 21 0,0 0-8 0,78 5 22 15,-78-5-28-15,0 0-3 0,65 0 10 0,-65 0-13 16,0 0 4-16,61 4 15 0,-61-4-17 0,0 0 2 16,0 0-8-16,63 1 14 0,-63-1 2 0,0 0-19 0,0 0 15 15,0 0-7-15,0 0-11 0,0 0 16 0,59 7 0 16,-59-7-16-16,0 0 13 0,0 0 77 0,0 0-76 0,31 28 6 16,-31-28 0-16,0 0 30 0,27 43-25 15,-27-43 7-15,17 47 5 0,-17-47-15 16,15 59 15-16,-6-10 5 0,-9-49-11 0,17 62-6 0,-9-20-12 0,-1-1-2 15,0 5 10-15,-2-3-31 0,-5 5-33 0,0-5-57 16,5 3-79 0,-5-3-104-16,0 1-162 0,5-1-233 0,-5-43-184 0,-17 68-36 0,17-68-664 0,-10 58-506 15</inkml:trace>
  <inkml:trace contextRef="#ctx0" brushRef="#br0" timeOffset="18196.41">23117 6999 253 0,'-54'-5'512'0,"54"5"42"0,-53-8 13 0,53 8-42 0,0 0-34 0,-54-10 18 0,54 10-56 0,0 0-72 0,0 0-69 0,0 0-117 0,-46-12 31 0,46 12-31 0,0 0-18 0,0 0-33 0,0 0-33 0,0 0-25 0,0 0-23 16,0 0-16-16,0 0-8 0,0 0-12 0,0 0-6 16,37-25-5-16,-37 25-2 0,46-12 2 0,-46 12 6 0,73-23 22 15,-27 12 13-15,5-3-3 0,7 2 10 16,5-4 19-16,5-2-16 0,-2 0 10 0,12-1-14 0,2 2-17 15,0-1 6-15,3-1-13 0,9-1-6 0,-4 7-3 16,-6-7-14-16,6 0 9 0,-3 4 14 0,0-1-25 16,2-1-4-16,-2 1 3 0,-9 0-5 0,-3 1-21 0,-1 1 54 15,-11-5-32-15,0 16-9 0,-8-7 4 0,-4 1-10 16,-49 10 4-16,78-14 6 0,-78 14-1 0,51-16 0 16,-51 16 0-16,0 0-67 0,58-11 82 0,-58 11 17 15,0 0 6-15,0 0-1 0,0 0-3 0,0 0 3 16,0 0-30-16,0 0-2 0,0 0 4 0,46-8 10 0,-46 8 33 15,0 0-63-15,0 0-2 0,0 0-61 0,0 0-59 16,0 0-45-16,0 0-113 0,0 0-121 0,0 0-110 16,0 0-178-16,0 0-79 0,0 0-239 15,-58 11-208-15,58-11-383 0</inkml:trace>
  <inkml:trace contextRef="#ctx0" brushRef="#br0" timeOffset="18567.58">23608 6524 117 0,'-51'-6'798'0,"51"6"67"0,0 0-99 0,0 0-54 0,-59-12-45 0,59 12-89 0,0 0-58 0,0 0-134 0,0 0-73 0,0 0-85 0,-48-10-46 0,48 10-38 0,0 0-38 0,0 0-26 15,0 0-14-15,0 0-30 0,0 0-23 0,0 0 9 16,0 0 0-16,0 0-10 0,46 14-7 0,-46-14 19 16,48 14-123-16,-48-14 132 0,54 11 6 0,-54-11-9 15,61 13 7-15,-61-13-12 0,63 11 1 16,-63-11-6-16,58 9 0 0,-58-9-25 0,56 13 18 0,-56-13 1 0,53 17-9 16,-53-17 11-16,47 16-2 0,-47-16-26 0,36 18 23 15,-36-18-10 1,0 0 6-16,37 28 3 0,-37-28 6 0,0 0 28 0,19 37 14 15,-19-37 15-15,-15 37-8 0,15-37-1 0,-34 41-18 0,13-14-1 0,-11 1-17 16,0 2-6-16,-2-2 6 16,-2 5-33-16,-3-3-104 0,0 2-140 0,0 2-198 0,8 0-271 0,-1-11-223 15,5 15-1089-15,27-38-664 0</inkml:trace>
  <inkml:trace contextRef="#ctx0" brushRef="#br0" timeOffset="19551.66">23649 13587 238 0,'-66'13'459'0,"66"-13"10"0,-70 15 38 0,70-15-32 0,-61 10-50 0,61-10-27 0,-48 12 5 0,48-12-40 0,0 0-59 0,-54 10-63 0,54-10-40 0,0 0-46 15,0 0 5-15,0 0-57 0,0 0-26 0,0 0-12 16,0 0-42-16,0 0 28 0,0 0 23 0,58-6-20 0,-58 6 11 0,78-6 24 16,-78 6 17-16,109-12-4 0,-40 6 2 15,1-4 1-15,8 2 15 0,4-1 7 0,11-2-91 16,4 1 75-16,0-3-12 0,5-1-24 15,-2 1-11-15,-1-2-16 0,3 2 3 0,-7-2-5 0,0 0-11 16,-10-2-5-16,10 6-5 0,-5-5 5 16,0 4-19-16,-8-5 0 0,3 2 135 0,0 1-165 0,0 0 8 15,-5-1 3-15,-2 0-10 0,-7 2 20 0,2 1-4 0,-10 0 0 0,-5 4 1 16,-9-2-12 0,-49 10 15-16,77-11-2 0,-77 11-4 0,54-7 9 15,-54 7 8-15,0 0-2 0,0 0-5 0,68-7 23 0,-68 7-26 16,0 0-6-16,0 0-32 0,0 0-51 0,0 0-92 15,0 0-166-15,0 0-203 0,0 0-216 0,0 0-57 16,-54 29-169-16,54-29-284 0,-51 16-400 0</inkml:trace>
  <inkml:trace contextRef="#ctx0" brushRef="#br0" timeOffset="19985.16">24021 13227 421 0,'0'0'923'0,"0"0"-72"0,0 0-127 0,-49-7-5 0,49 7-89 0,0 0-81 0,0 0-106 0,0 0-78 0,0 0-15 0,0 0-137 16,0 0-27-16,0 0-53 0,0 0-11 16,0 0-54-16,0 0-9 0,0 0 6 0,0 0-29 0,0 0 20 15,0 0-5-15,44 27 7 0,-44-27-23 0,63 14-8 16,-63-14 24-16,78 18-15 0,-78-18 1 0,85 16-6 16,-85-16-5-16,92 20-6 0,-46-10-9 0,-46-10-13 15,93 21 13-15,-93-21-4 0,99 23 23 0,-99-23-16 16,76 23 39-16,-76-23-65 0,58 21 1 0,-58-21 18 0,48 23 4 15,-48-23-7-15,34 27 17 0,-34-27 34 16,20 36 38-16,-20-36 89 0,0 48-13 0,0-48 46 0,-24 67 35 16,-1-29 11-16,-6 4-19 0,-8 2-42 0,-2 2-40 15,-10 0-27-15,-3 2-40 0,5-4-49 16,-4 2-158-16,4-2-188 0,-2-7-128 0,3 11-331 0,14-11-318 16,-5 0-211-16,19-9-970 0,20-28-867 0</inkml:trace>
  <inkml:trace contextRef="#ctx0" brushRef="#br0" timeOffset="24902.03">23134 8381 418 0,'-7'-44'664'0,"7"44"18"0,-13-37-10 0,13 37-8 0,0 0 4 0,-17-38-66 0,17 38-75 0,0 0-76 0,0 0-56 0,-22-33-75 0,22 33-55 0,0 0-44 0,0 0-38 16,0 0-25-16,0 0-7 0,0 0-34 0,0 0-13 0,0 0-3 15,0 0-31-15,0 0 2 0,0 0-27 16,0 0 35-16,0 0-69 0,-43 32-6 0,43-32 0 0,-10 37-5 15,10-37-2-15,-7 57 10 0,7-57-6 0,-5 68-4 0,5-68-4 16,5 76-7 0,0-35 5-16,7 7-2 0,-3-9-2 0,6 1-16 0,4-6 6 15,-2 1-4-15,5-3-9 0,-22-32 10 0,42 51-29 0,-13-28 29 16,-29-23-22-16,48 37 4 0,-48-37 6 16,49 23 9-16,-49-23-7 0,0 0 14 0,51 20 5 0,-51-20-50 0,0 0 84 15,0 0-2-15,58-4 10 16,-58 4 146-16,0 0-186 0,37-30 12 0,-37 30 9 0,19-29 6 15,-19 29-3-15,17-30 6 0,-17 30-4 0,0 0 1 16,15-51 8-16,-15 51 1 0,0 0-7 0,7-49 44 0,-7 49-50 0,0 0-8 16,-5-42 7-16,5 42-14 0,0 0 17 0,-14-39-130 15,14 39 149-15,0 0-2 0,-20-30-21 0,20 30 10 16,0 0 0-16,0 0-11 16,-31-23-6-16,31 23-9 0,0 0-11 0,0 0 4 15,-59-13 2-15,59 13-14 0,0 0 9 0,0 0-23 0,0 0 20 0,0 0-5 16,0 0 5-16,0 0-37 0,0 0-15 15,0 0-22-15,0 0-20 0,0 0-21 0,0 0 30 0,0 0 19 0,0 0 23 16,0 0 10-16,0 0 23 0,51-25 14 0,-51 25 20 16,0 0-10-1,66-12 20-15,-66 12 8 0,53-7 9 0,-53 7 3 16,54-16 13-16,-54 16-22 0,58-13 24 0,-58 13-5 16,56-15-2-16,-56 15-5 0,54-9 2 0,-54 9-15 0,51-5-5 15,-51 5 11-15,0 0-9 0,68-7-2 0,-68 7 1 16,0 0-15-16,70 1 5 0,-70-1 2 15,0 0 0-15,63 11-10 0,-63-11 10 0,39 14-5 0,-39-14-6 16,37 22 7-16,-37-22 5 0,36 26-6 0,-36-26 21 16,32 37 2-16,-32-37-1 0,31 44 15 0,-31-44 19 15,22 59-9-15,-22-59 11 0,15 64-1 0,-15-64 10 16,12 68-17-16,-12-68-8 0,0 68 7 0,0-68-14 16,0 66 14-16,0-66-33 0,-5 64-19 0,5-64 6 15,-7 56 6-15,7-56-38 0,12 46-86 0,-12-46-66 0,0 41-147 16,0-41-201-16,7 39-213 0,-7-39-120 0,0 0-46 15,37 27-777-15,-37-27-542 0</inkml:trace>
  <inkml:trace contextRef="#ctx0" brushRef="#br0" timeOffset="25629.48">28270 7826 328 0,'0'0'615'0,"0"0"14"0,0 0-5 0,0-49-51 0,0 49 4 0,0 0-30 0,0 0-100 0,-12-32-68 0,12 32-72 0,0 0-48 0,0 0-30 0,-9-32-19 0,9 32-16 0,0 0-27 0,0 0 132 0,0 0-189 0,0 0-19 0,0 0-4 15,-32-25-1-15,32 25-17 0,0 0 30 0,0 0 5 0,0 0 13 0,-54-12-22 16,54 12-18-16,0 0-22 0,-72 10-2 15,72-10-22-15,-64 20 7 0,64-20-7 16,-75 21-22-16,75-21 11 0,-63 20-18 0,63-20 19 0,-58 28-22 0,58-28-10 16,-47 30 1-16,47-30 14 0,-43 34-4 0,43-34 25 15,-34 36-27-15,34-36-11 0,-17 36 9 0,17-36-5 0,-12 42 4 16,12-42 9-16,0 43-5 16,0-43 48-16,7 49-71 0,-7-49 20 15,14 50 7-15,13-27-10 0,-27-23 4 0,15 54 4 0,-15-54 5 16,22 55-8-16,-22-55-10 0,21 57 1 0,-21-57 17 15,22 60-2-15,-22-60-4 0,25 58-2 16,-25-58 13-16,17 62-7 0,-17-62 0 0,9 67 26 0,-9-67 80 0,5 61-231 16,-5-61 135-16,0 65-6 0,0-65 10 0,-2 60-16 0,2-60 6 15,-8 54-11-15,8-54 6 0,-4 52 0 0,4-52-34 0,-10 41-42 16,10-41-89-16,0 0-69 0,-7 48-160 16,7-48-113-16,0 0-174 0,0 0-92 0,0 0 8 0,0 0-16 0,0 0-563 15,0 0-424-15</inkml:trace>
  <inkml:trace contextRef="#ctx0" brushRef="#br0" timeOffset="25819.66">27748 8551 46 0,'0'0'500'16,"0"0"123"-16,-17-41 12 16,17 41-91-16,0 0-59 0,12-44-6 0,-12 44-36 15,41-40-49-15,-4 18-54 0,4-3-36 0,8 2-54 0,-1-5-50 0,8 3-33 0,-2 2-33 0,4 4-27 16,-4-4-19-16,-1 5-15 15,-2 0-22-15,-2 5-73 16,-49 13 7-16,58-25-124 0,-58 25-109 0,41-13-98 0,-41 13-127 16,0 0-112-16,0 0-66 0,0 0-129 15,0 0-303-15,-53 14-275 0</inkml:trace>
  <inkml:trace contextRef="#ctx0" brushRef="#br0" timeOffset="26464.5">26633 8565 293 0,'12'-38'552'0,"-12"38"65"16,0 0 35-16,0 0-38 0,0 0 14 0,0 0-32 0,0 0-21 15,2-40-141-15,-2 40-53 0,0 0-52 0,0 0-42 16,0 0-33-16,0 0-46 0,0 0-27 0,0 0-29 16,0 0-23-16,0 0 15 0,0 0-23 0,0 0-19 0,0 0 4 15,0 0-129-15,0 0 88 0,0 0-6 16,0 0-13-16,-51-7-3 0,51 7-15 0,0 0-16 0,-63 12 12 15,63-12-19-15,-53 17 6 0,53-17-5 16,-59 20 5-16,59-20-15 0,-58 22 17 0,58-22-15 16,-53 24 99-16,53-24-115 0,-51 25-10 0,51-25 23 15,-32 27-17-15,32-27 13 0,-44 24 25 0,44-24-39 16,-31 30 12-16,31-30-7 0,-20 27 14 0,20-27-6 0,-14 30 4 0,14-30-25 16,-13 33 31-16,13-33-16 0,-14 36 21 15,14-36 3-15,-3 39-11 0,3-39 5 0,-9 42-2 0,9-42 11 16,-5 42-8-16,5-42-11 0,-10 48 6 0,10-48 4 0,-2 48-1 15,2-48 108-15,-10 47-124 0,10-47-2 0,-5 46 3 16,5-46 6-16,-5 41-3 16,5-41 1-16,-9 41 10 0,9-41-13 0,0 0 6 15,0 51-12-15,0-51 19 0,0 0 0 0,-13 39-2 16,13-39-10-16,0 0 9 0,27 30-5 0,-27-30-2 16,0 0-1-16,41 19 0 0,-41-19 9 0,0 0-5 15,64 5 20-15,-64-5-22 0,58-17-2 0,-58 17-9 0,70-11 26 0,-70 11-4 0,68-19-14 16,-68 19-30-16,73-21 2 15,-73 21-22-15,64-23-31 0,-64 23-57 0,48-25-69 0,-48 25-79 16,41-23-113-16,-41 23-143 0,32-21-121 0,-32 21-34 16,0 0 22-16,0 0 8 0,-22-44-491 15,22 44-356-15</inkml:trace>
  <inkml:trace contextRef="#ctx0" brushRef="#br0" timeOffset="26585.31">26232 9132 62 0,'0'0'521'0,"0"0"194"0,0 0 29 0,0 0-99 0,-63-4-41 0,63 4-73 0,0 0-82 0,0 0-63 0,0 0-44 0,17-44-62 0,19 28-30 0,-36 16-44 0,61-33-45 0,-22 15-30 0,2-4-29 16,0 2-81-1,8 0-204-15,-5 7-268 0,2-5-341 16,-46 18-221-16,73-27-516 0,-30 13-490 0</inkml:trace>
  <inkml:trace contextRef="#ctx0" brushRef="#br0" timeOffset="27660.17">24485 15314 313 0,'0'0'514'0,"24"-35"46"0,-24 35 8 0,20-26-54 0,-20 26-64 0,0 0 68 0,0 0-46 0,29-30-58 0,-29 30-53 0,0 0-58 0,0 0-47 15,0 0-34-15,0 0-27 0,0 0-21 0,0 0-19 16,0 0-16-16,0 0-23 0,0 0-8 0,0 0-8 0,0 0 30 0,0 0-60 15,0 0-16-15,0 0-18 16,-42-15-5-16,42 15-6 0,-41 15-3 0,41-15-12 0,-61 26 9 0,61-26-1 0,-65 28-17 16,65-28 9-1,-71 32-7-15,71-32-2 0,-68 33-1 0,68-33-2 0,-63 38 7 0,63-38 2 0,-53 32-7 16,53-32-5-16,-47 31 4 16,47-31-2-16,-38 32 1 0,38-32 1 0,-30 28 3 0,30-28-11 0,0 0-8 15,-24 40 20-15,24-40-9 0,0 0-5 16,-7 36 2-16,7-36 3 0,0 0 1 15,2 42-5-15,-2-42 13 0,0 0-8 0,15 52-11 0,-15-52 9 16,12 37 7-16,-12-37 6 0,19 46-9 0,-19-46 1 16,25 48 31-16,-25-48-26 0,19 51 8 0,-19-51 1 0,22 60 2 0,-22-60 9 15,17 61-14-15,-17-61 2 16,10 61 5-16,-10-61 27 0,5 72-17 0,-5-72-7 16,-3 69 6-16,3-69 43 0,-2 64 77 15,2-64-186-15,-5 54-24 0,5-54-56 0,-10 43-94 0,10-43-109 0,0 0-154 16,-2 44-154-16,2-44-106 0,0 0-5 0,0 0-55 0,0 0-467 15,0 0-394-15</inkml:trace>
  <inkml:trace contextRef="#ctx0" brushRef="#br0" timeOffset="27820.5">24232 16034 261 0,'0'0'523'0,"0"0"34"16,0 0-73-16,-2-36-75 0,2 36-61 0,24-27-55 15,-24 27-8-15,56-35-44 0,-17 16-41 0,12-5-49 16,7 0-26-16,13-2-24 0,1 1-23 0,13-1-89 16,3 1-143-16,2 2-164 0,2 0-148 0,0-4-4 15,-6 7-154-15,8-2-253 0,1 2-96 0</inkml:trace>
  <inkml:trace contextRef="#ctx0" brushRef="#br0" timeOffset="28712.9">28433 14844 25 0,'0'0'378'0,"0"0"165"15,-36-35 34-15,36 35-29 0,0 0 0 0,-22-32-16 16,22 32-25-16,0 0-51 0,-27-25-56 0,27 25-61 16,0 0-32-16,0 0-44 0,0 0-28 0,0 0-28 0,0 0-28 15,-29-26-29-15,29 26-31 0,0 0-19 0,0 0-23 16,0 0-14-16,0 0-8 0,0 0-64 0,0 0 42 16,0 0-4-16,0 0-4 0,-7 41-6 0,7-41-3 15,-15 36-13-15,15-36 14 0,-12 53-6 0,12-53-2 16,-15 62 1-16,3-28 27 0,7 5-44 0,5-39 8 15,-9 69-3-15,4-30 25 0,5 0-34 0,0-1 7 16,10-1 29-16,-1-4-36 0,-9-33-8 0,22 56 10 0,-22-56-3 16,32 49 7-16,-32-49-5 0,43 32-12 0,-43-32 14 15,47 23-8-15,-47-23-3 16,53 7 9-16,-53-7 0 0,0 0-1 0,85-6 1 0,-85 6 1 0,41-13 6 16,-41 13 11-16,37-18 0 0,-37 18-10 15,0 0 4-15,36-34 12 0,-36 34-19 0,0 0 9 0,17-38-3 0,-17 38 1 0,0 0 0 16,0-43 2-16,0 43 5 15,0 0-2-15,-9-38-12 0,9 38 19 16,0 0 8-16,-22-35 1 0,22 35 7 0,0 0-16 0,-22-26 10 0,22 26-1 0,0 0-12 0,0 0 57 16,-41-22-62-1,41 22-2-15,0 0-5 0,0 0 7 0,0 0 3 0,0 0-25 0,0 0 0 0,-32-22 1 16,32 22-11-16,0 0-5 0,0 0-1 16,0 0 10-16,0 0 1 15,27-23 117-15,-27 23-254 0,0 0 145 0,46-28-3 0,-46 28-3 16,36-18-11-16,-36 18 21 0,39-22 3 0,-39 22-2 15,37-22 1-15,-37 22 7 0,36-18-1 0,-36 18 1 0,32-18-3 16,-32 18 2-16,0 0-4 0,43-24 7 0,-43 24-63 16,0 0 71-16,42-19 5 0,-42 19-12 0,0 0 4 0,0 0-1 0,0 0 3 15,0 0 9-15,41-20-11 0,-41 20 24 0,0 0-4 16,0 0 0-16,0 0 2 16,0 0-6-16,0 0 9 0,0 0-6 0,0 0-8 15,0 0-3-15,0 0 1 0,0 0-11 16,0 0 30-16,0 0-3 0,32 25 16 0,-32-25 4 15,0 0-3-15,21 40-15 0,-21-40-7 0,17 41 5 16,-17-41-3-16,20 43-10 0,-20-43 1 0,22 58-3 16,-22-58-3-16,10 50-1 0,-10-50-14 0,21 50-28 15,-21-50-78-15,15 46-132 0,-15-46-147 0,12 48-244 0,-12-48-264 16,-10 42-80-16,10-42-686 0,-7 34-535 0</inkml:trace>
  <inkml:trace contextRef="#ctx0" brushRef="#br0" timeOffset="29516.29">26898 15682 394 0,'0'0'785'0,"0"0"12"0,0 0-87 0,0 0-24 0,0 0-49 0,0 0-87 0,0 0-72 0,0 0-90 0,0 0-60 0,14-30-64 0,-14 30 69 0,0 0-181 0,0 0-19 0,0 0-15 0,0 0-22 16,0 0-13-16,0 0 1 0,0 0 28 0,0 0-47 0,0 0-23 16,0 0-6-16,0 0 31 0,0 0-69 15,-58 16 6-15,58-16-4 16,-37 17 16-16,37-17-19 0,-51 34 1 0,51-34 2 0,-60 21-5 16,60-21 7-16,-68 30-3 0,68-30 5 0,-68 30-8 0,24-12 4 15,7-1 4-15,37-17-2 0,-68 32-2 0,32-16 2 0,36-16 17 16,-58 28-28-16,58-28 7 0,-49 23-8 0,49-23 3 15,0 0-1-15,-41 25-1 0,41-25-7 0,0 0 8 0,0 0 5 16,-32 19-8-16,32-19 14 16,0 0-9-16,0 0-10 0,0 0 7 0,0 39-8 0,0-39 12 0,0 0-11 15,15 32 16-15,-15-32-2 16,0 0 10-16,24 41-4 0,-24-41-4 0,19 34 6 16,-19-34 25-16,15 33 4 0,-15-33-11 15,17 38-23-15,-17-38 14 0,7 36-113 0,-7-36 150 0,10 41-19 16,-10-41-15-16,5 41 6 0,-5-41-44 0,0 45 93 0,0-45-76 15,-5 45 4-15,5-45 8 0,0 0-2 16,5 54 20-16,-5-54-35 0,0 0 5 0,10 40-7 0,-10-40-14 0,0 0 18 16,43 24-11-16,-43-24 16 0,0 0-8 15,68 0-5-15,-68 0-5 0,68-19-18 0,-31 4-3 0,4 0-28 16,3-5-33-16,-3 0-68 0,8-1-41 16,-13-3-87-16,1-1-85 0,-3 9-106 0,-34 16-121 15,56-37-56-15,-56 37 8 0,26-30 34 0,-26 30-24 0,0 0-355 16,-31-28-199-16</inkml:trace>
  <inkml:trace contextRef="#ctx0" brushRef="#br0" timeOffset="29648.31">26426 16263 171 0,'0'0'434'0,"0"0"152"0,0 0 98 0,34-16-24 0,-34 16-24 0,73-28-45 0,-32 9-104 0,18-1-100 0,-1 0-79 16,5-1-62-16,0-1-249 0,3 2-492 0,-66 20-434 15,100-26-622-15,-54 4-498 0</inkml:trace>
  <inkml:trace contextRef="#ctx0" brushRef="#br0" timeOffset="40510.1">22342 6837 176 0,'0'0'275'0,"-39"-35"88"0,39 35 38 0,-37-35-29 0,37 35-15 0,-34-33 30 0,34 33-13 0,-34-33-6 0,34 33 30 0,-31-30-19 0,31 30-28 0,-29-34-8 16,29 34-10-16,-39-30-9 0,39 30-18 0,0 0-22 0,-37-30 97 0,37 30-184 16,0 0-18-16,-31-26-21 0,31 26-24 15,0 0 2-15,0 0 2 0,0 0-13 0,-34-18-33 16,34 18-6-16,0 0-16 0,0 0-18 16,0 0-22-16,0 0-10 0,0 0 1 0,0 0 0 15,-10 42-4-15,10-42-8 0,-7 43 10 0,7-43-11 0,22 53 7 0,-13-16 3 0,6-2 50 16,-5 9-33-1,4-1 1-15,-2 4-4 0,0 1 5 16,1 3-14-16,1 1 2 0,1-3-13 0,-6-1 4 0,1 5-6 0,2-2 25 16,-2-3-27-16,0-4-6 0,-1 1 9 0,-1-2-7 0,-1-2-7 15,0-4 8-15,-7-37-3 0,8 67-2 16,-8-67-2-16,12 53 4 0,-12-53-4 0,7 39 2 0,-7-39-24 16,0 0-37-16,7 35-20 0,-7-35 8 0,0 0 0 0,0 0-5 0,0 0-48 15,0 0-29-15,0 0-57 16,0 0-13-16,-29-46 21 0,19 9-44 15,10 37 59-15,-17-61-32 0,13 20 2 0,-1-5 0 0,0-2 10 0,0-1 28 16,5-3 36-16,-5 4 18 0,0 0 12 0,3 5 66 16,-3-2 3-1,-5 3 32-15,3 5 37 0,0 2 37 0,-5 3 41 0,12 32 4 0,-17-60 13 0,17 60-8 16,-20-44 5-16,20 44 3 0,-12-41 3 0,12 41 0 0,0-41-2 0,0 41-14 16,0 0-16-16,0 0-15 0,0-47-13 0,0 47-7 31,0 0-4-31,34-46 22 0,-34 46-26 0,41-23-4 15,-41 23-4-15,54-21-6 0,-54 21-13 0,65-12 0 16,-65 12-7-16,66-4 4 0,-66 4 3 0,73 12 1 0,-73-12 8 16,75 16 5-16,-75-16 25 0,73 32-37 0,-36-9-8 15,-6 1 12-15,6 3 10 0,-11 3 8 0,-1 6-4 16,-6 0-16-16,-2 5 2 0,-7 0 7 0,-5 1-14 16,-3 4 24-16,-7 3-38 0,-9-1 2 0,-6 0-52 15,-11 2-109-15,-11 1-149 0,-1 7-237 0,-16-6-266 16,-9 1-97-16,-7 5-895 0,-8 0-585 0</inkml:trace>
  <inkml:trace contextRef="#ctx0" brushRef="#br0" timeOffset="42690.46">22740 4734 169 0,'-31'-39'437'0,"1"2"78"0,6 6 64 0,-3-2-28 0,6 3-40 0,21 30 14 0,-37-50-12 0,37 50-40 0,-27-43-40 0,27 43-42 0,-19-33-54 0,19 33-49 0,0 0-64 0,-15-33-33 0,15 33-39 16,0 0-40-16,0 0-17 0,0 0-28 0,0 0-28 0,0 0-19 16,0 0 6-16,0 0-6 0,27-22-7 15,-27 22 0-15,63 15 8 0,-19-2-9 0,14 8 3 16,8 3 4-16,17 6 12 0,4 10-2 0,8 2-8 16,7 9 81-16,0 5-58 0,5 2 1 0,2 8-13 0,3 1-5 15,-3 6-7-15,3 1-6 0,-3-3-4 16,6 1 6-16,-11 1-10 0,3-1 7 0,-12-5 6 0,2 2-25 15,0-5 15-15,-9-4 2 0,-6-4-101 0,-11-2-55 16,-6-7-92-16,-2 0-127 0,-9-4-139 0,-6-7-185 16,-11 3-104-16,-37-39-80 0,31 48-573 0,-31-48-460 15</inkml:trace>
  <inkml:trace contextRef="#ctx0" brushRef="#br0" timeOffset="42907.72">24832 3750 68 0,'-17'-39'635'0,"-2"9"72"16,19 30-81-16,-51-25-127 0,51 25-85 0,-71 39 23 0,40 5-13 16,-40 23-30-16,-7 14-43 0,-11 19-43 0,-21 16-21 0,-11 23-46 0,-18 27-25 15,-21 23-45-15,-13 26-40 16,-19 21-28-16,-12 19-28 0,-29 24-41 0,-17 20-282 0,-13 8-429 0,-23 17-323 15,-1-4-736-15,-2-5-561 0</inkml:trace>
  <inkml:trace contextRef="#ctx0" brushRef="#br0" timeOffset="44572.01">28185 11492 725 0,'0'0'995'0,"0"0"-113"0,-14-37-71 0,14 37-67 0,0 0-102 0,0 0-75 0,0 0-86 0,0 0-66 0,0 0-78 0,0 0-53 0,0 0-47 0,0 0-54 0,0 0-30 0,0 0 24 0,0 0 60 15,0 0 5-15,14 59-9 0,-14-59-28 0,32 59-13 16,-20-21 19-16,8 4-12 0,-3 4-13 0,2 4-24 15,-7 1-27-15,8 7-31 0,-3-1-16 0,-3 3-18 0,-2-4-20 16,3 1-9-16,-3-3-8 0,-2-1-62 16,4-3-110-16,-2-4-85 0,-7-12-91 0,-5-34-46 0,12 63-49 0,-12-63-84 0,0 41-80 15,0-41-53-15,0 0-13 0,0 0-108 16,0 0-23-16,0 0 52 0,0 0 69 16,0 0 124-16,-34-41 78 0,25 11 53 0,-8-7 22 0,2-1 74 15,-7-3 109-15,3-6 140 0,-3 0 78 16,-5-1 37-16,1 2 86 0,4 2 65 15,2 0 48-15,8 3 50 0,-7 4 14 0,6 2 12 0,13 35 12 16,-19-58-18-16,19 58-43 0,-5-51-33 0,5 51-33 0,10-41-9 16,-10 41-7-16,22-36 8 0,-22 36 2 15,36-31-18-15,-36 31-10 0,51-33-8 0,-51 33-17 16,54-22-10-16,-54 22-22 0,68-18 2 0,-68 18 4 16,70-12-25-16,-70 12 0 0,68 0 0 0,-68 0-3 15,76 5-12-15,-76-5 32 0,77 21-10 0,-77-21 11 16,64 43-1-16,-28-19 29 0,3 5-1 0,-8 6 16 15,-6 2 5-15,-3 11-6 0,-13-1-11 0,-1 5-21 0,-13 4-25 16,-7 1-17-16,-8 3-23 0,-2 0-87 0,-14-3-235 16,-18-1-147-16,11 2-609 0,-21 2-403 0,1-12-963 15,0-2-964-15</inkml:trace>
  <inkml:trace contextRef="#ctx0" brushRef="#br0" timeOffset="49135.8">10902 9068 90 0,'-70'-15'537'0,"70"15"67"0,-63-11-5 0,63 11-89 0,-49-12-25 0,49 12 34 0,0 0-29 16,-44-13-69-16,44 13-97 0,0 0-41 0,0 0-67 0,0 0-47 0,0 0-31 0,42-22-31 0,-42 22-13 0,102-12 0 0,-37 4-3 0,20 2 6 0,25-4 9 16,18-4-6-1,23-1-5-15,14 2-4 0,22-4 6 0,20 0-11 16,24-7 17-16,14 2-14 0,25-1 3 0,19-2-18 0,12 6-13 0,13-5 12 0,-3 2 2 15,7 2 1-15,3 4-9 0,-1-2-3 0,4 1 1 0,-11 4-1 16,1 0-1-16,-11 2-2 0,-11-1 4 16,-3-4 8-1,-14 3-46-15,-8 1 9 0,-14 1-3 0,-20-4 0 16,-17 2 21-16,-24 3-23 0,-22 0-17 0,-31 0-38 0,-20 5 7 0,-20-2 1 16,-16 3-4-16,-15-1-28 0,-68 5-45 0,90-11-129 0,-90 11-309 0,0 0-275 15,0 0-177-15,0 0-143 0,-76 18-505 16,16-6-525-1</inkml:trace>
  <inkml:trace contextRef="#ctx0" brushRef="#br0" timeOffset="49425.57">14576 8685 119 0,'-107'-28'748'0,"15"-1"64"0,9 6-28 16,13 0-16-16,7 3-15 0,9 3-70 0,8 1-92 15,46 16-80-15,-68-15-106 0,68 15-75 0,-44-15-92 16,44 15 33-16,0 0-233 0,0 0 109 0,0 0-56 0,0 0-16 16,39 52-4-16,7-19-33 0,8 8 4 0,9 9-1 15,7 4-17-15,3 6-1 0,7 4 4 16,-9-3-15-16,11 5 3 0,8 7-6 0,0-7 1 15,0 2-5-15,0 2-51 0,2 1-44 0,-4-1-170 16,-1 1-163-16,3-1-149 0,-5-5-301 0,-17-16-81 0,17 1-895 16,-24-13-602-16</inkml:trace>
  <inkml:trace contextRef="#ctx0" brushRef="#br0" timeOffset="49610.93">16151 8491 349 0,'-30'-55'1102'0,"-1"7"-19"0,-3 8-45 16,-3 11-138-16,1 5-139 0,-13 6-136 0,1 9-133 0,-11 13-111 16,-9 8-39-16,-7 14-60 0,-12 12-53 0,-11 16-45 15,-11 18-38-15,-8 16-34 0,-9 13-25 0,-15 9-22 16,-10 14-11-16,-11 5-29 0,-11 9-174 0,-9 3-119 0,-10 9-248 16,2 7-340-16,-14-10-284 0,5 10-1045 15,-10-8-795-15</inkml:trace>
  <inkml:trace contextRef="#ctx0" brushRef="#br0" timeOffset="50169.46">5148 8215 385 0,'-29'-43'991'0,"15"13"-71"0,14 30-144 0,-27-28-31 0,27 28-105 0,0 0-101 0,-24-28-88 0,24 28-91 0,0 0-79 0,0 0-70 0,0 0-42 0,0 0-50 16,0 0-17-16,0 0-28 0,53-9-20 0,-9 21 144 16,17 6-180-16,4 7 77 0,1 7-100 0,16 6-6 15,3 3 20-15,8 6-16 0,2 3-27 0,4 3 49 16,3 4-13-16,0 0-2 0,3 4 3 0,-1-1 5 15,3 2-14-15,-7-4-90 0,-3 1-135 0,-2-1-142 16,2-3-193-16,-5-6-206 0,-7-10-44 0,-9-2-141 0,-1-10-393 16,-7-15-428-16</inkml:trace>
  <inkml:trace contextRef="#ctx0" brushRef="#br0" timeOffset="50372.87">7542 7768 182 0,'-29'-71'792'0,"4"9"130"0,1 11-54 0,0 10-12 16,4 6-114-16,20 35-136 0,-31-51-113 0,31 51-108 16,-27-23-88-16,27 23-61 0,-54 33-51 0,18 10-27 15,-10 15-14-15,-8 17 23 0,-9 15 19 0,-17 16-37 0,-5 15-27 16,-19 15-12-16,-16 13-23 0,-6 8-26 16,-15 9-39-16,-14 4-119 0,-13 7-244 0,3 10-458 0,-42 8-442 15,30-16-931-15,7 0-785 0</inkml:trace>
  <inkml:trace contextRef="#ctx0" brushRef="#br0" timeOffset="63663">5452 5697 159 0,'0'0'254'0,"0"0"95"0,-46-21-7 0,46 21 45 0,0 0 5 0,0 0 32 0,0 0-65 0,0 0-33 0,0 0 16 0,0 0-10 0,0 0-29 0,0 0-1 0,0 0-23 0,0 0 23 0,0 0-69 0,0 0-23 0,-17-29-25 0,17 29-24 16,0 0-24-16,0 0-34 16,0 0-19-16,0 0-14 0,0 0-17 0,0 0-9 0,0 0-11 15,0 0-6-15,0 0-9 0,0 0-5 0,0 0-3 16,0 0 0-16,0 0 2 0,0 0-10 0,0 0-2 15,0 0-5-15,0 0 0 0,0 0-2 0,0 0 2 16,0 0 24-16,0 0-3 0,0 0-9 0,0 0-5 16,0 0 0-16,0 0-2 0,0 0-4 0,0 0 0 15,53 6-2-15,-53-6 6 0,0 0-1 0,0 0 9 0,68 7-9 16,-68-7 6-16,56 7-1 0,-56-7 6 16,78 5-3-16,-78-5 7 0,102 7 21 0,-102-7-5 15,112 3-6-15,-112-3 0 0,119 1-4 0,-53-1-4 16,-3 2-20-16,0-4 0 0,3 2 12 0,-3 2-3 15,-3-2 0-15,4 3 7 0,-1-3-6 0,-2 0-4 0,-61 0 6 16,114 2-6-16,-54 2 1 0,-60-4-2 0,107 5-2 16,-107-5 0-16,100 3 4 0,-100-3-4 0,95 7 2 0,-95-7-1 0,92 6 1 15,-92-6 4 1,88 5-4-16,-88-5 8 0,85 7-10 16,-85-7 1-16,87 5-1 0,-87-5 2 0,90-3-1 0,-90 3 9 15,100-5-1-15,-100 5 4 0,90-4-11 0,-90 4 2 0,87-5-6 16,-87 5 9-16,78 0-11 0,-78 0 5 15,87-8-2-15,-87 8 3 0,68-5 0 0,-68 5 7 16,90-2-8-16,-90 2-9 0,68 2 8 0,-68-2-1 0,63 0 1 16,-63 0 2-16,0 0-3 0,88 4 1 15,-88-4-1-15,0 0 1 0,92 3 0 0,-92-3 2 16,63 0 3-16,-63 0-2 0,68 3-4 0,-68-3-76 0,71 3 97 16,-71-3-7-16,78 0-4 0,-78 0 0 0,80 0 4 15,-80 0-11-15,78 2 4 0,-78-2-3 0,77-2 4 16,-77 2-6-16,83-2 1 0,-83 2 11 0,85 0-15 15,-85 0 4-15,75-4 1 0,-75 4-3 0,66-12 1 16,-66 12 3-16,75-3-3 0,-75 3 5 0,66-4 71 0,-66 4-87 16,65-2-79-16,-65 2 107 0,66-3-5 15,-66 3-6-15,63-3-4 0,-63 3-19 0,56-5 29 16,-56 5-7-16,0 0 0 0,78-5-7 0,-78 5 2 16,0 0 0-16,73-3-1 0,-73 3 3 0,0 0-8 0,63-2 11 15,-63 2-4-15,0 0 4 0,0 0-3 16,68 0-3-16,-68 0 1 0,0 0 1 0,0 0 11 0,0 0-90 15,66 0 98-15,-66 0 3 0,0 0-2 0,0 0-10 16,0 0 4-16,0 0-6 0,72 4 2 0,-72-4-7 16,0 0 0-16,0 0-6 0,61 0 9 0,-61 0-3 15,0 0-3-15,0 0 2 0,61 1-2 0,-61-1 5 16,0 0-3-16,0 0 30 0,0 0-52 0,0 0 22 16,70-1-1-16,-70 1-3 0,0 0 20 0,0 0-17 0,0 0 5 15,0 0 18-15,0 0-6 0,0 0 3 0,0 0 0 16,0 0-5-16,0 0-5 0,0 0-10 0,64 1 3 15,-64-1 6-15,0 0-3 0,0 0-4 0,0 0 14 16,0 0-32-16,0 0 12 0,70 4 33 0,-70-4-39 16,0 0 1-16,0 0 10 0,0 0-5 0,0 0-5 0,61-7 5 15,-61 7 4-15,0 0-4 0,0 0 5 16,0 0 1-16,0 0-3 0,0 0 27 16,0 0-31-16,0 0-1 0,61 2 4 0,-61-2-9 0,0 0 9 15,0 0 41-15,0 0-49 0,0 0 5 0,0 0-6 0,0 0 8 16,63 1 1-16,-63-1 1 0,0 0-6 15,0 0 3-15,65 0 5 0,-65 0 1 0,0 0-6 0,66 0-1 0,-66 0 4 16,0 0-2-16,70-1 7 0,-70 1-6 16,0 0 3-16,61-2-6 0,-61 2 9 15,0 0-1-15,0 0-10 0,68-2 2 0,-68 2 1 0,0 0 2 0,0 0-1 16,49-10 2-16,-49 10-3 0,0 0 1 16,0 0 1-16,0 0 1 0,0 0-3 0,0 0 5 15,60 3 0-15,-60-3 4 0,0 0-8 0,0 0 3 16,0 0 1-16,0 0-8 0,0 0 7 0,0 0-21 15,0 0 16-15,0 0 6 0,66-3 6 0,-66 3-10 16,0 0 7-16,0 0-2 0,0 0-3 0,0 0 7 0,0 0-11 0,68 0 2 16,-68 0-4-16,0 0 6 0,0 0 4 0,0 0-7 15,66 0-4-15,-66 0-1 0,0 0 15 0,0 0-11 16,73 0-3-16,-73 0 9 0,0 0-5 16,70 1-1-16,-70-1-14 0,0 0 23 0,73 0-8 0,-73 0 4 15,0 0-2-15,83 0 23 0,-83 0 0 0,0 0-25 0,75 0-1 16,-75 0-9-16,0 0 15 0,66-1-3 0,-66 1 41 15,0 0-56-15,68-2 7 0,-68 2 2 16,0 0 23-16,63-1-19 0,-63 1-4 16,0 0 14-16,68-3-10 0,-68 3-2 15,0 0-6-15,78-5 6 0,-78 5 6 0,0 0-1 0,68-4-1 0,-68 4 14 0,0 0 136 0,68 0-168 16,-68 0-7-16,0 0 0 0,68-1 8 16,-68 1 3-16,0 0-1 15,65-4 0-15,-65 4 5 0,0 0 8 0,0 0-13 0,76-3 14 16,-76 3 1-16,0 0-3 0,0 0-10 0,63 0 18 15,-63 0-4-15,0 0-3 0,0 0 37 0,0 0-42 0,0 0 1 0,63-4 2 16,-63 4 2-16,0 0-1 0,0 0 1 16,0 0 3-16,0 0-11 0,0 0 3 0,58-6 13 0,-58 6-11 15,0 0 8-15,0 0-2 0,0 0-11 0,0 0 13 16,66-1-7-16,-66 1 14 16,0 0 26-16,0 0-41 0,0 0 5 0,75 0-7 0,-75 0 4 0,0 0-1 15,0 0 38-15,75 0-55 0,-75 0 16 0,0 0 1 16,66-2-5-16,-66 2 7 0,0 0 5 0,63 2-1 0,-63-2-5 15,0 0-4-15,61-4 9 0,-61 4-1 16,0 0-2-16,63-2 9 16,-63 2 0-16,0 0 0 0,66-6 8 0,-66 6 132 0,0 0-166 0,61-6-14 0,-61 6 8 15,0 0 6-15,58-5 8 0,-58 5-6 0,0 0 13 16,68-4 12 0,-68 4-11-16,0 0-5 0,73-3-3 15,-73 3 10-15,0 0 1 0,82-7 26 0,-82 7-29 0,61-4 0 16,-61 4 1-16,63 0 1 0,-63 0-1 0,68-1 7 0,-68 1-4 0,66-6-6 15,-66 6 8-15,63-4 7 0,-63 4-11 16,71-5 5-16,-71 5 36 0,75-5-40 16,-75 5-9-16,80-5-4 0,-80 5 2 0,71-7 8 15,-71 7 3-15,72-3-11 0,-72 3 4 0,66-5-23 0,-66 5 33 16,58-3-13-16,-58 3 9 0,59-4 3 16,-59 4 15-16,0 0-16 0,80-3-4 0,-80 3 3 0,0 0 0 15,73-3-3-15,-73 3 4 0,0 0 0 0,60 1 1 16,-60-1 1-16,0 0-17 0,59-3 16 0,-59 3-2 15,0 0 1-15,0 0 1 0,70-4-9 0,-70 4 6 16,0 0 10-16,59-1-161 0,-59 1 185 0,0 0-13 16,58-3 2-16,-58 3-11 0,0 0 7 0,63-3-17 0,-63 3 6 15,0 0 3-15,61-4-12 0,-61 4 10 0,0 0-2 16,61-3-4-16,-61 3 2 0,0 0-5 16,0 0 7-16,75-2-22 0,-75 2 27 0,0 0 4 0,66-5 43 15,-66 5-10-15,0 0-12 0,65-7 2 0,-65 7 39 16,0 0-68-16,75 0 1 0,-75 0-2 0,0 0-4 15,81-2 2-15,-81 2-144 0,0 0 166 0,85-2-3 16,-85 2-6-16,0 0 6 0,82-3-9 0,-82 3-9 0,0 0 11 16,80-4-18-16,-80 4-4 0,0 0 5 0,66-3-2 15,-66 3 5-15,0 0-10 0,0 0 13 0,75-2-8 16,-75 2 4-16,0 0-7 0,0 0 10 0,73-3-3 16,-73 3-4-16,0 0-7 0,59-6 23 0,-59 6-19 15,0 0 35-15,75 2-43 0,-75-2 0 16,0 0 26-16,87-2-17 0,-87 2-36 0,68-1 43 0,-68 1-3 15,81-4 6-15,-81 4-8 0,87-4-55 0,-87 4 110 0,90-2-54 16,-90 2 2-16,90-5 1 0,-90 5-11 0,92-5 39 16,-92 5 4-16,90-14 8 0,-90 14-15 0,85-7 31 15,-85 7-37-15,75 1-18 0,-75-1 13 0,66-1-18 16,-66 1 1-16,0 0 6 0,85 1-5 16,-85-1 4-16,0 0 2 0,73-1-3 0,-73 1-32 15,0 0 24-15,0 0 9 0,73 0 1 0,-73 0-14 16,0 0 16-16,0 0 19 0,0 0-23 0,0 0-19 0,73 1 21 0,-73-1 82 15,0 0-186-15,0 0 99 0,61 2 10 0,-61-2 6 16,0 0-3-16,0 0-6 0,68 7 10 0,-68-7-8 16,0 0 7-16,0 0 2 0,80 0 17 0,-80 0 34 15,0 0 1-15,78 1-23 0,-78-1-2 0,0 0-13 16,92-1 7-16,-92 1-13 0,68 1 16 0,-68-1-14 0,70-1 11 16,-70 1 5-16,68 1-10 0,-68-1-7 15,66 0-1-15,-66 0 5 0,63-1-14 16,-63 1 40-16,0 0-55 0,85 0 8 0,-85 0 3 15,0 0 8-15,73 0-1 0,-73 0 7 0,0 0 8 0,0 0-4 0,63-7-7 16,-63 7-2-16,0 0 4 16,0 0 1-16,0 0-3 0,0 0 4 15,0 0 4-15,0 0 45 0,0 0-51 0,0 0-4 0,0 0-1 0,0 0-10 0,0 0-38 0,0 0 59 16,0 0-21-16,0 0 2 0,61-2-4 0,-61 2-11 16,0 0 28-16,0 0-28 15,0 0-6-15,0 0 4 0,0 0-67 0,0 0 80 0,0 0-2 0,0 0 12 0,0 0-15 31,0 0-2-31,0 0 3 0,0 0-1 0,0 0 4 0,0 0 64 16,0 0 37-16,0 0 11 0,0 0 19 0,0 0 19 16,0 0 4-16,0 0 12 0,0 0-22 0,0 0 23 15,0 0-3-15,0 0-22 0,0 0-31 0,0 0-19 0,0 0-23 0,0 0-21 0,0 0-1 0,0 0-16 16,0 0-12 0,0 0-13-16,0 0-6 0,0 0 1 0,56-5-10 15,-56 5 4-15,0 0-19 0,0 0-1 0,0 0-8 0,0 0-46 0,0 0-84 0,0 0-121 31,0 0-104-31,0 0-109 0,0 0-92 0,-54 11-373 0,54-11-481 16,0 0-93-16,0 0-678 0,-38 34-814 16</inkml:trace>
  <inkml:trace contextRef="#ctx0" brushRef="#br0" timeOffset="65011.98">14092 14971 139 0,'-29'-38'846'0,"29"38"100"0,-41-43-101 0,41 43-16 0,-36-30-59 0,36 30-73 0,-32-23-42 0,32 23-39 0,0 0-117 0,-41-23 108 0,41 23-71 16,0 0-72-16,0 0-82 0,0 0-77 0,0 0-60 0,-34-17-54 15,34 17-50-15,0 0-31 0,0 0-38 0,0 0-26 16,0 0-26-16,0 0-11 0,0 0-14 15,0 0 1-15,0 0 3 0,0 0 6 0,29 36 99 0,-29-36-82 16,29 40 16-16,-29-40 14 0,32 48-19 0,-15-20 45 16,2 3 40-16,0 5-31 0,3-10 9 0,0 13 5 15,0 0-2-15,2 4-3 0,1 0 4 0,-1 4-7 16,3 0-17-16,-1 1-7 0,1 1-7 0,-3-1-11 16,6-2-2-16,-1 6-2 0,-5-4 3 0,3 0-12 15,2 2-1-15,-2-4-3 0,2 1-3 16,-5 1-5-16,0-2-2 0,-2 4 2 0,0-1 6 15,2-12-8-15,1 10 24 0,-6-4-19 0,1 2-4 0,-1-7-5 16,3 1 24-16,-5 0-3 0,2 0-76 0,1-5 65 16,-6-1 1-16,6 2-8 0,-3-7-7 0,-17-28-12 0,31 48-98 15,-31-48 4-15,27 41-26 0,-27-41-29 16,34 32-58-16,-34-32-18 0,0 0-73 0,22 39-52 0,-22-39-63 16,0 0-68-16,0 0-8 0,0 0-175 0,0 0-319 15,-17 36-272-15,17-36 18 0,0 0-851 0,-70-6-700 16</inkml:trace>
  <inkml:trace contextRef="#ctx0" brushRef="#br0" timeOffset="65378.13">14328 16291 107 0,'-61'18'608'0,"61"-18"112"0,0 0 14 0,-51 19-74 0,51-19-7 0,0 0-77 0,0 0-99 0,0 0-93 0,-43 15-67 0,43-15-74 0,0 0-53 0,0 0-40 0,0 0-18 0,0 0 91 15,39 26-113-15,-39-26-15 0,41 27 12 16,-41-27-17-16,58 33-18 0,-21-12-13 16,-3-1 3-16,7 4-25 0,0-1-8 0,3 7-8 0,2-3 12 15,0 2-7-15,-4 4-6 0,4 0-4 0,-2-1-3 16,-3 2-1-16,0-3 13 0,0-2-16 0,-7 1-1 15,3-2-3-15,-3-3-15 0,-5-2 26 0,-29-23-4 0,46 34-12 16,-46-34 5-16,34 20 19 0,-34-20 9 0,0 0 17 0,0 0 22 16,0 0 8-16,0 0 2 0,49-22-27 0,-49 22-15 15,12-71-32-15,-5 28-60 0,5-12-18 0,3-3-83 16,21-7-112-16,-16 0-109 0,-3-1-128 0,2-4-181 16,3 3-105-16,-2-4-68 0,4 6-688 0,0-1-496 15</inkml:trace>
  <inkml:trace contextRef="#ctx0" brushRef="#br0" timeOffset="65981.36">12802 13996 102 0,'0'0'908'0,"-34"-17"92"16,34 17-135-16,0 0-29 0,-43-20-116 0,43 20-104 0,0 0-81 0,0 0-64 0,0 0-102 0,0 0-65 0,0 0-63 0,0 0-44 0,0 0-50 0,0 0-39 0,0 0-43 0,0 0-17 15,0 0 0-15,0 0 2 0,0 0-21 0,24 51 1 16,-2-23-4-16,-22-28-3 0,41 55 0 0,-14-25-4 15,-5 6 2-15,2-1-12 0,3 2-1 0,-18-2 8 0,11-1-2 16,-1 3 1-16,-4 1-5 0,-1 0 3 16,-4-1-15-16,0-3 4 0,-10-34-37 0,7 65-63 15,-7-65-46-15,-10 58-33 0,10-58-59 0,-12 48-70 16,12-48-36-16,-19 37-48 0,19-37-154 16,0 0-107-16,-37 30-32 0,37-30 46 0,0 0 53 0,-58-19 40 0,58 19-509 15,-46-37-246-15</inkml:trace>
  <inkml:trace contextRef="#ctx0" brushRef="#br0" timeOffset="66443.28">12625 14291 48 0,'0'0'256'16,"-29"-57"93"-16,29 57 26 0,-20-48 48 0,20 48 1 0,-5-47-12 0,5 47-11 15,5-42-16-15,-5 42 9 0,12-44-37 0,-12 44-28 16,20-45-47-16,-20 45-43 0,29-47-27 0,-29 47-25 16,41-48-23-16,-19 21-23 0,-22 27-24 0,49-47-22 15,-22 22-10-15,-1 4-17 0,-26 21-13 16,56-42-9-16,-56 42-9 0,56-36-5 0,-56 36-9 0,56-26-6 0,-56 26-3 15,41-22-6-15,-41 22 0 0,0 0-7 0,51-20 0 16,-51 20 18-16,0 0-63 0,0 0 72 0,0 0-5 16,0 0 1-16,0 0 5 0,0 0-9 0,44 15 3 15,-44-15 5-15,0 0 6 0,5 41-3 0,-5-41-1 16,-7 37-5-16,7-37 0 0,-13 43-1 0,13-43-4 16,-14 43-5-16,14-43-4 0,-15 38-4 15,15-38-5-15,0 0 0 0,-5 44-6 0,5-44 4 0,0 0-5 0,0 0-2 16,3 44-10-16,-3-44 5 0,0 0 6 0,24 23 9 15,-24-23-8-15,0 0-4 0,54 17 0 0,-54-17 1 16,0 0 4-16,70 16 0 0,-70-16 3 0,54 11-5 16,-54-11 6-16,53 16-1 0,-53-16-3 15,53 20 6-15,-53-20-3 0,49 26 4 0,-49-26 3 0,29 30-15 16,-29-30 19-16,44 35-2 0,-44-35 8 0,17 41 6 0,-17-41 20 16,7 47 19-16,-7-47 0 0,-14 50 13 0,14-50 0 15,-34 51-2-15,12-24-2 0,-3-2-2 0,-6-2-20 16,-1 2 6-16,-4-5-27 0,2-2 54 0,34-18-90 0,-66 30-45 15,66-30-42-15,-65 21-46 0,9-14-105 0,56-7-119 16,0 0-169 0,-46 15-155-16,46-15-77 0,0 0 6 0,0 0-629 0,0 0-441 0</inkml:trace>
  <inkml:trace contextRef="#ctx0" brushRef="#br0" timeOffset="67031.58">15497 14752 419 0,'0'0'798'0,"-10"-44"21"0,10 44-74 16,0 0 0-16,-31-19-81 0,31 19-51 0,0 0-108 0,-32-23-77 0,32 23-40 0,0 0-28 0,0 0-17 0,-29-27 28 0,29 27-3 15,0 0-20-15,0 0 27 0,0 0-61 0,0 0-32 0,0 0-14 16,0 0-25-16,0 0-39 0,0 0-32 0,0 0-19 16,0 0-26-16,0 0-34 0,0 0-28 0,0 0-33 15,0 0-27-15,0 0-13 0,0 0 12 16,0 0-55-16,0 0 66 0,29 46-2 0,-29-46-3 0,36 37 2 16,-36-37-7-16,47 48-16 0,-23-20 22 0,5 0 4 15,0 6-4-15,3-2-1 0,-3 3 0 0,0 2-1 16,12 3-6-16,-9 2 13 0,-3-5-7 0,-2 5 1 0,2 3 1 15,3-2-1-15,-3 0-8 0,0 0 2 0,-2 0 4 16,2 0 1-16,2-1-5 0,-4-3 6 0,-2-3-5 16,-4 0 7-16,1 0-7 0,-2 1 1 0,2-5 3 15,-8 3-2-15,1-3-4 0,-15-32 4 0,22 64 6 0,-10-34-1 16,-12-30-3-16,19 60-41 0,-19-60-85 16,17 60-91-16,-17-60-80 0,5 57-77 0,-5-57-54 15,-5 45-2-15,5-45-29 0,0 0-88 16,-2 57-140-16,2-57-77 0,0 0-157 0,0 0 6 15,-20 34-99-15,20-34-389 0,0 0-441 0</inkml:trace>
  <inkml:trace contextRef="#ctx0" brushRef="#br0" timeOffset="67346.94">15932 15834 81 0,'0'0'765'0,"0"0"134"16,-41-18-58-16,41 18-55 0,0 0-64 15,0 0-119-15,-49-9-114 0,49 9-98 0,0 0-93 16,0 0-66-16,0 0-55 0,0 0-38 0,0 0-40 0,0 0 5 0,0 0-32 16,39 23-17-16,-39-23-15 0,44 27-8 15,-44-27-1-15,55 33 16 0,-55-33-29 0,61 48 1 0,-27-25-8 0,-2-2 10 16,2 4-8-16,0-2 49 0,-3 0-65 16,-1-4 0-16,-1 3 1 0,5-2-11 0,-34-20 20 0,43 31-36 15,-43-31 9-15,35 23 6 16,-35-23-3-16,0 0-12 0,31 19 18 0,-31-19-8 0,0 0 25 15,0 0-14-15,0 0 15 0,27-27-4 0,-27 27 6 0,17-60 4 16,-17 60 3-16,14-63-1 0,-1 26-17 0,-4-4 8 16,6 0-6-16,-1-2 1 0,1-2-48 0,2 3-23 0,5 3-52 15,-3-1-97 1,1 4-132-16,7 4-195 0,-6 0-143 0,4 1-67 0,-8 1-68 16,-17 30-546-16,43-48-433 0</inkml:trace>
  <inkml:trace contextRef="#ctx0" brushRef="#br0" timeOffset="67932.25">17249 13932 331 0,'-17'-38'697'16,"17"38"72"-16,-24-27-25 0,24 27-27 0,0 0-18 0,-32-28-107 0,32 28-83 0,0 0-67 0,0 0-84 0,0 0-74 0,0 0-23 0,0 0-85 0,0 0-26 0,0 0-41 0,0 0-14 0,0 0 4 0,0 0-58 15,0 0 0-15,0 0 3 0,7 35-2 0,-7-35 0 16,22 45-9-16,-22-45 30 0,29 53 9 0,-12-25 41 16,3 7-41-16,-1 4 17 0,3-4 1 0,0 9 4 15,0 1-24-15,-5 2 64 0,9 5-26 0,1 1 14 16,-3 3-5-16,3 4 3 0,0 0-23 16,0 0-11-16,-1 2-18 0,-1 2-12 0,1-3-16 0,-4 4 17 15,0 1-41-15,0-2 9 0,0-2 0 0,-3 0-12 16,-2-4-6-16,3-2-3 0,-6-3-82 0,-1-5-93 0,-4-4-87 15,-6-6-55-15,19-7-82 0,-22-31-167 0,7 60-171 16,-7-60-184-16,-7 36-54 0,7-36-951 0,-27 27-628 0</inkml:trace>
  <inkml:trace contextRef="#ctx0" brushRef="#br0" timeOffset="68236.03">17407 15379 160 0,'0'0'844'0,"0"0"82"0,-61 10-115 0,61-10-112 16,0 0-41-16,0 0-141 0,0 0-109 0,-46 10-83 15,46-10-67-15,0 0-50 0,0 0-38 0,27 32-34 16,-27-32-21-16,38 28-21 0,-38-28-16 0,56 36-12 0,-24-15-17 16,4 1-3-16,-2 1-7 0,3 4-13 0,-3 0-5 0,2 1 6 15,1-2-11-15,-3 4 5 0,0-5-10 0,0 3-2 16,-3-1 9-16,-1-2-15 15,8-2 4-15,-6-2-50 0,-32-21 100 0,41 39 0 0,-41-39-8 16,34 26-11-16,-34-26-7 0,0 0-10 0,37 25-2 16,-37-25-4-16,0 0 8 0,0 0 7 0,53-15-7 0,-53 15-5 15,39-50-25-15,-17 17-44 0,5-3-44 0,-1-6-56 16,1-3-73-16,0 1-117 0,0 0-146 16,-3 1-178-16,-2 0-105 0,-10 0-19 0,-12 43-660 0,2-69-463 0</inkml:trace>
  <inkml:trace contextRef="#ctx0" brushRef="#br0" timeOffset="69571.95">16624 13208 499 0,'0'0'967'0,"0"0"-89"0,0 0-130 0,0 0-49 0,0 0-101 0,0 0-81 0,0 0-93 0,0 0-85 0,-58 12-83 0,58-12-34 0,0 0-37 0,-10 52-25 0,10-52-25 0,-5 53-27 0,5-53-16 0,-4 67-8 0,4-67 9 16,-3 74-17-16,-2-33-31 0,0-1-20 0,1 1 29 0,-4 0-7 16,8 0-9-1,-5-8-11-15,-7 2-21 0,12-35 6 0,-12 57-4 0,12-57 1 16,-7 41 8-16,7-41-5 0,0 0 6 0,-12 33-22 0,12-33 0 0,0 0-21 16,0 0-24-1,0 0-32-15,0 0 8 0,0 0-15 0,14-39 13 0,-4 5-67 16,-10 34 102-16,19-70 14 0,-6 29 7 0,1-1 8 15,-2 1 2-15,3-2 3 0,-8 0-9 0,3 0 7 0,2-3-7 0,-7 4 10 0,2-1-5 16,3-1 11-16,-3 3 18 16,-2-2 2-16,-2-2 12 0,4 3-5 0,0 1 18 15,0-7-4-15,3 6-4 16,2 1 17-16,0-1-19 0,5 3 44 0,-2-1-54 0,4 0 26 0,-2 0 3 0,13 4 16 16,-16-1 26-16,3 1-9 0,0 2 8 0,-17 34 43 0,32-53 4 0,-32 53 20 31,26-37 14-31,-26 37 17 0,0 0 19 0,37-39 16 0,-37 39 8 0,0 0 1 0,0 0-9 0,0 0-21 15,0 0-43-15,0 0-4 0,0 0-1 0,22-30-70 32,-22 30-25-32,0 0-28 0,0 0-4 0,0 0 1 0,24 28-3 0,-24-28 0 0,29 34-12 15,-29-34 2 1,42 37-2-16,-18-7-4 0,3-2 0 0,2 8 1 0,0 0-2 16,5 4-2-16,2 0-8 0,1 3 9 0,-1 2-6 15,3-2-1-15,-10 3 3 0,8-2-7 0,2 0 12 16,-3 1-7-16,3-5 4 0,0 1 4 0,-8-6-5 15,-1 5-58-15,-6-6-81 0,-2 2-94 0,-5-5-95 0,-17-31-76 16,17 58-69-16,-17-58-54 0,5 54-165 16,-5-54-234-16,0 49-147 0,0-49 2 0,-37 40-1002 0,37-40-680 15</inkml:trace>
  <inkml:trace contextRef="#ctx0" brushRef="#br0" timeOffset="69725.25">16573 13422 724 0,'-56'-9'1038'0,"56"9"-135"0,-29-20-92 0,29 20-98 0,0 0-65 16,20-54-134-16,16 25-77 0,15 1-65 0,10-4-74 0,2 2-67 0,8 1-48 0,-1 0-29 0,3 4-114 0,-10-1-202 0,8 11-310 16,-3-3-454-16,-10 11-1319 0,-2-8-853 0</inkml:trace>
  <inkml:trace contextRef="#ctx0" brushRef="#br0" timeOffset="75276.69">14967 13748 235 0,'0'0'563'0,"-12"-35"67"0,12 35 41 0,-14-37-38 0,14 37 7 0,0 0-28 0,0 0-54 0,-20-35-76 0,20 35-39 0,0 0-52 0,0 0-45 0,0 0-31 0,0 0-25 0,0 0 3 0,0 0 1 16,0 0-20-16,0 0-23 0,0 0-26 16,0 0-42-16,0 0-34 0,0 0-31 0,0 0-29 15,0 0-27-15,0 0 24 0,0 0-56 16,0 0-4-16,0 0-8 0,0 0 24 0,0 0-37 15,0 0 0-15,0 0 3 0,0 0-2 0,0 0 2 0,5 59-7 16,-5-59 10-16,-3 54-6 0,3-54-5 0,3 55 7 16,-3-55-6-16,5 58 5 0,-5-58-2 0,2 55-4 0,-2-55 7 0,0 42-4 15,0-42-5 1,0 0 7-16,-2 41-6 0,2-41-5 0,0 0-51 0,0 0-56 16,0 0-93-16,0 0-58 0,0 0-115 0,0 0-323 15,0 0-467-15,0 0-1289 0,0 0-1053 0</inkml:trace>
  <inkml:trace contextRef="#ctx0" brushRef="#br0" timeOffset="75789.74">15494 13303 376 0,'0'0'604'0,"0"0"-13"0,0 0-38 0,5-40-28 0,-5 40-45 0,0 0-36 0,-39-25-65 0,39 25-49 0,-41-11-32 0,41 11-17 16,0 0-35-16,-65-13-16 0,65 13-17 0,0 0-29 15,-66-6-8-15,66 6-5 0,0 0-20 0,-66 12-14 16,66-12-9-16,0 0-38 0,-60 20-19 0,60-20-13 16,-49 28 3-16,49-28-1 0,-49 44-16 0,49-44 19 15,-43 50-19-15,18-20 30 0,4 0 6 0,1 2-29 16,1 1 10-16,2 3-8 0,0 1-4 0,2 2-27 0,5-8 36 15,1 9-52-15,-1 0 8 0,7 0 5 0,1-2 0 16,4 0-31-16,-2-38 2 0,10 71 13 0,-10-71-1 16,32 64-3-16,-32-64 4 0,26 54-20 15,-26-54 14-15,39 41 0 0,8-25-4 0,-47-16 12 16,48 26-3-16,-48-26-9 0,61 13 2 0,-61-13-3 0,75-2-12 16,-75 2 2-16,88-12 3 0,-88 12-34 15,85-22-25-15,-85 22-39 0,82-26-65 0,-82 26-65 0,64-21-85 16,-64 21-116-16,51-11-119 0,-51 11-104 15,0 0-7-15,43-17 21 0,-43 17-110 0,0 0-330 0,0 0-285 16</inkml:trace>
  <inkml:trace contextRef="#ctx0" brushRef="#br0" timeOffset="76101.78">15349 13466 468 0,'0'0'710'0,"0"0"-23"16,-42-26-85-16,42 26-85 0,0 0-1 0,-38-22-79 0,38 22-30 15,0 0-22-15,0 0-26 0,-59-15-40 0,59 15-68 16,0 0-26-16,0 0-19 0,0 0-33 0,-73 8-51 16,73-8-17-16,-39 25-18 0,39-25-6 15,-41 40 2-15,19-13-8 0,0 3-8 0,5 2-2 0,-2 7 4 0,2 0-20 16,7 3-14-16,1 1 9 0,1 2-14 15,3 0-11-15,8-3 4 0,7 2-14 0,2-3 8 16,5-1-21-16,9-4 15 0,1-1 5 0,27-5-24 0,-30-1 14 0,22-10-32 16,7 0 44-1,6-8-21-15,6-6-5 0,1-6-44 0,7-8-45 0,2-4-111 0,3-6-137 16,7-4-258-16,-10-9-333 0,-4 4-1138 0,-8-2-692 16</inkml:trace>
  <inkml:trace contextRef="#ctx0" brushRef="#br0" timeOffset="79020.44">22116 13587 271 0,'0'0'848'0,"0"0"67"0,-15-33-139 0,15 33-24 0,0 0-95 0,0 0-73 0,0 0-97 0,0 0-77 0,0 0-74 0,0 0-73 0,0 0-65 0,0 0-44 0,0 0-30 16,0 0-43-16,0 0 6 0,0 0-4 0,0 0-22 15,24 46-12-15,-24-46-14 0,25 62 6 0,-13-24-15 16,2 0 3-16,1 5 11 0,-3 2-19 0,0 0 3 15,0-1-12-15,-4 0 7 0,4 2-97 0,-5-4 102 0,1 1 15 16,1-5-21-16,-1 2 14 0,-8-40-36 16,9 66 46-16,-9-66-34 0,5 53 5 0,-5-53-11 0,0 0-15 15,5 45-11-15,-5-45-38 0,0 0 5 0,0 0-11 16,0 0-59-16,0 0-64 0,0 0-19 16,-32-20 5-16,32 20 7 0,-19-51 27 0,19 51 22 0,-22-67 16 15,5 30 1-15,2-4 28 0,1 1 15 0,-1 2 10 16,-2-6 37-16,3 9 8 0,-1 1 34 0,-2 5 35 0,17 29 28 15,-27-57 15-15,27 57 13 0,-24-51 2 0,24 51 0 16,-10-43 11-16,10 43-9 16,-7-42-33-16,7 42-9 0,10-39-18 0,-10 39 0 0,24-44-11 0,-24 44-3 15,49-43-5-15,-49 43 4 0,60-42-4 16,-26 21 2-16,3-4-9 0,4 5-3 0,-4-1-2 0,6 2 1 16,6 3 3-16,-5 1-4 0,-44 15-5 15,73-25 6-15,-73 25-20 0,63-15 21 0,-63 15-12 16,0 0 0-16,68-8 7 0,-68 8 4 0,0 0 5 15,46 12-5-15,-46-12 9 0,17 30 0 0,-17-30 0 0,10 32 0 16,-10-32-14-16,-8 45 16 0,8-45 2 16,-17 48 20-16,17-48 64 0,-19 52-109 0,19-52 2 0,-17 49-11 0,17-49 11 0,-15 47-3 15,15-47-1-15,-7 38-1 16,7-38 4-16,0 0 1 0,-5 51-1 0,5-51-3 0,0 0 3 0,12 44 1 16,-12-44 0-16,0 0 0 0,30 39 3 15,-30-39 2-15,29 27-8 0,-29-27 4 0,41 25 4 0,-41-25 6 16,41 30-7-16,-41-30-5 0,39 30 13 0,-39-30-7 15,22 35 1-15,-22-35 4 0,34 41 2 0,-34-41 16 16,20 43 31-16,-20-43 144 0,2 53-168 0,-2-53 1 0,-10 59 19 16,10-59-2-16,-39 54 8 0,18-24-40 0,-9-5 87 15,-6 9-71 1,-3-5-13-16,0-6-4 0,-7 2 5 0,2-5 0 0,-2-4-7 0,2-2-19 0,44-14-64 16,-82 11-69-16,82-11-173 15,-100-3-39-15,100 3-199 0,-78-33-187 16,44 3-53-16,5-8-4 0,2 0-641 0,10-7-457 15</inkml:trace>
  <inkml:trace contextRef="#ctx0" brushRef="#br0" timeOffset="79527.89">23739 10828 549 0,'0'0'759'0,"-58"-25"-45"0,58 25-104 0,-54-12-33 0,54 12-40 0,-58-4-77 0,58 4-63 0,-66 4-66 0,66-4-60 0,-87 14-51 0,87-14-41 15,-73 30-29-15,31-15-14 0,1 5-11 0,0 0 25 0,2 5-42 0,-2-1-18 16,4 6-12-16,8 5-6 0,-5-2-15 0,2 2 38 15,6 4-69-15,4-4 15 0,2 2-2 0,11-2-22 0,9-35-11 16,-10 66 0-16,10-66 19 0,17 64-30 16,5-36 8-16,-3-2 6 0,8-1-20 0,5-5-1 15,4-1 19-15,3-5-12 0,-39-14 16 0,90 16-11 0,-90-16 9 16,99 4 10-16,-99-4-6 0,103-8 6 16,-52 0-9-16,-51 8-3 0,94-17 13 0,-94 17-6 0,80-22 0 15,-80 22-37-15,69-21-27 0,-69 21-58 0,55-22-82 16,-55 22-126-16,61-18-95 0,-61 18-147 0,58-15-120 15,-58 15-42-15,68-16-44 0,-68 16-518 0,81-16-402 16</inkml:trace>
  <inkml:trace contextRef="#ctx0" brushRef="#br0" timeOffset="80117.11">25768 10837 168 0,'0'0'921'0,"0"0"84"0,0 0-147 0,0 0-28 15,-17-34-134-15,17 34-110 0,0 0-105 0,0 0-90 0,0 0-84 16,0 0-62-16,0 0-59 0,0 0-40 0,0 0-29 16,0 0-21-16,0 0-11 0,0 0-15 15,12 55-21-15,-12-55-35 0,14 51 32 0,-14-51-6 0,8 66-6 16,-8-66-7-16,7 74-17 0,-7-33 15 15,-24-1 44-15,24 1-47 0,0 1-7 0,-8-3 21 0,1 0 12 16,0-2-48-16,7-37 12 0,-15 61 0 0,15-61-8 0,-12 43 2 16,12-43-27-16,-10 41-25 15,10-41 1-15,0 0-16 0,0 0-21 0,0 0-18 0,0 0 6 16,0 0 10-16,0 0 5 0,17-36 11 16,-17 36 23-16,25-53-4 0,-18 13 1 0,12 5 9 0,-11-1 12 15,1-2 33-15,1 1-20 0,-5 1 0 0,2-3 3 0,1 2 1 0,4 2 18 16,-17-4 13-16,5 39 16 15,5-71 1-15,-5 71 8 0,0-73 130 0,0 73-147 0,5-70 0 16,-5 70 6-16,4-66 21 0,-4 66-16 0,8-63 5 16,-8 63 59-16,9-55-68 0,-9 55-14 0,17-44 0 15,-17 44-2-15,20-39 3 0,-20 39-12 0,22-28-12 16,-22 28-6-16,0 0 5 16,0 0-5-16,36-18 2 0,-36 18-7 0,0 0 6 0,0 0 1 0,59 4 19 0,-59-4 5 15,36 24 8-15,-36-24 25 0,46 36 6 0,-46-36-2 0,51 46 13 16,-22-15-9-16,-2-2 4 0,5 8 8 15,-6 3-6-15,1 1 5 0,0 2 3 0,0 3-10 0,9 0-1 16,0 2-15-16,-14-3-9 16,-2 6 1-16,7-6 4 0,-10 0-9 0,0 0-9 0,2-1-5 15,-7-2-8-15,-2-3-75 0,-10-39-81 0,10 65-73 0,-10-65-96 0,-5 37-32 16,5-37-121-16,0 40-98 0,0-40-125 0,0 0-131 16,-22 38-2-16,22-38-42 0,0 0-483 0,-73 0-423 0</inkml:trace>
  <inkml:trace contextRef="#ctx0" brushRef="#br0" timeOffset="80273.92">26008 11354 273 0,'-87'-19'865'0,"87"19"87"0,-85-17-94 0,85 17-27 0,-54-17-91 0,54 17-118 0,-36-28-97 0,36 28-123 0,-5-38-48 0,5 38-49 0,27-52-22 16,4 22-18-16,13-1-28 0,12-4-42 16,7-1-41-16,5-3-37 15,0 3-12-15,15-1-26 0,4 2-22 0,8 4-47 0,-3 1-102 16,-4 2-97-16,-3 3-102 0,0 7-243 0,5 8-266 15,-10-7-273-15,7 12-1086 0,-16 3-769 0</inkml:trace>
  <inkml:trace contextRef="#ctx0" brushRef="#br0" timeOffset="80861.39">29225 13459 133 0,'0'0'913'0,"-19"-36"131"0,19 36-258 0,0 0 99 16,0 0-114-16,0 0-116 0,0 0-99 0,0 0-71 15,-27-22-129-15,27 22-87 0,0 0-32 0,0 0-56 16,0 0-28-16,0 0-59 0,0 0-17 0,0 0-25 0,0 0-16 0,0 0 15 15,46 17-29-15,-46-17 6 0,54 25 5 0,-54-25-26 16,63 35 3-16,-31-4-3 0,-1-7 13 0,6 1-5 16,-6-6-5-16,6 4-12 0,-6-1 6 0,-31-22 4 15,59 38 10-15,-59-38-20 0,53 29 2 0,-53-29 50 16,49 11 101-16,-49-11 83 0,58-8 54 0,-17-11 40 16,8-11 88-16,9-11-160 0,5-14-36 0,10-8-25 0,7-11-23 15,15-15-32-15,5-6 19 0,9-10-45 0,8-9-7 16,11-14-23-16,9-10-25 0,6-8-20 15,10-6-5-15,0-3-7 0,5-1-12 0,0 7 4 0,-10 5-2 16,-4 9-5-16,-8 15-11 0,-15 14-12 0,-14 12-32 0,-12 16-79 16,-8 8-106-16,-16 16-150 0,-13 7-110 0,-12 5-26 15,-2 12-58-15,-13 7-37 0,-31 23-77 0,44-12-90 16,-44 12-77-16,0 0-40 0,0 0 22 0,15 35-783 16,-15-35-534-16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4:14:07.914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25175 5192 483 0,'-37'-18'736'0,"37"18"-46"0,-53-28-75 0,53 28 27 0,-41-27-11 0,41 27-54 0,0 0-68 0,-49-17-73 0,49 17-66 0,0 0-68 0,0 0-60 0,0 0-58 0,0 0-23 0,0 0-158 0,-41-14 142 0,41 14-44 15,0 0-17-15,0 0-13 0,0 0-7 0,0 0-27 16,0 0-33-16,0 0 25 0,0 0-3 0,0 0-11 16,0 0-10-16,0 0-17 0,0 0 5 0,0 0 6 0,19 26 150 15,-19-26-172-15,34 25 3 0,-34-25 29 16,49 33 7-16,-18-13 12 0,3 2-23 0,5 5 45 0,5 1-50 15,2 4 48-15,5 0-17 0,5 5 31 0,2 3-52 16,8 0 7-16,2 0-7 0,2 4 0 0,6-1 1 16,-6 3 5-16,6 2-3 0,4-1 10 0,-7 1 25 15,7 3-4-15,0 0-11 0,3 2 17 0,7-1 26 16,4 1 13-16,-4 1 0 0,10 5-27 0,2-3-12 16,-2 1-6-16,-1-2-8 0,-4 1 0 0,0-1-5 0,-3-3-7 15,-2 2-4-15,-7-3-6 0,-3-3-3 0,-3 0 21 16,-11-4-20-16,2 0 1 0,-5-5-8 0,-4 1 13 15,-8-1-12-15,-3-7-2 0,-6 4-6 0,-4-8 10 16,-1-2-8-16,-6 1 9 0,-31-27-8 0,47 43 0 0,-47-43 6 16,38 26-9-16,-38-26-5 0,32 30-74 15,-32-30-13-15,0 0-20 0,27 33-46 0,-27-33-11 0,0 0-24 16,0 0-56-16,0 0-80 0,0 0-76 16,0 0-115-16,0 0-181 0,0 0-129 0,0 0-57 0,0 0-643 15,0 0-492-15</inkml:trace>
  <inkml:trace contextRef="#ctx0" brushRef="#br0" timeOffset="438.85">28195 4941 136 0,'0'0'294'0,"0"0"85"0,-19-44-44 0,19 44 50 0,0 0-46 0,-32-28-24 0,32 28-26 0,0 0-45 0,0 0-26 0,-53-11-20 0,53 11-38 0,0 0-19 0,-54 8-11 0,54-8-34 0,-41 22-1 0,41-22 11 15,-49 33 8-15,23-6 10 0,-6-3 23 0,0 5 8 16,1 1-11-16,-6 7 11 0,1 5 8 0,-8 4 23 15,3 6-9-15,-13 8-11 0,-4 2 18 0,-5 8-9 16,-5 1-6-16,-12 9-5 0,-15 3 5 0,3 1-7 16,-10 6-8-16,-8 1-12 0,-2 4-6 0,-4 2 1 0,11 0 18 15,-45 2-21-15,31 2-21 0,7-4-14 0,-2-1-20 16,2 2-17-16,0 3-12 16,8-3-20-16,4-2 10 0,3-3-16 0,7-3-32 0,0-4-70 0,7-3-4 15,3-12-24-15,7-1-43 0,5-7-60 0,7-7-47 16,1-3-83-16,6-7-34 15,11-5-100-15,-1-6-102 0,3-7-71 0,9-5 5 16,32-23 21-16,-63 28-3 0,63-28-456 0,0 0-270 16</inkml:trace>
  <inkml:trace contextRef="#ctx0" brushRef="#br0" timeOffset="953.72">25994 4695 371 0,'0'0'577'0,"-22"-53"80"0,22 53-23 0,-5-42-24 0,5 42 24 0,-19-30-61 0,19 30-50 0,0 0-82 0,-22-28-60 0,22 28-61 0,0 0-55 0,0 0-57 0,0 0-52 0,-22-27 8 0,22 27-75 16,0 0-24-16,0 0-2 0,0 0-17 0,0 0-27 15,0 0 10-15,0 0-31 0,0 0 16 16,0 0-9-16,17 30-1 0,-17-30 7 0,14 41 15 0,-14-41-3 0,27 63 67 15,-10-25-57-15,3 2 16 0,-3 4-14 0,9 6 5 16,-1 5 15-16,1-2 27 0,3 10-8 16,-2 6-21-16,2 7 20 0,5 1 30 0,-2 10 8 0,2 4-20 15,5 2 7-15,-8 10-9 0,6 3 4 0,-1 8-4 16,-9 7 4-16,10 2-9 0,-11 5-17 0,8-1-15 16,-2-2-1-16,-3 2-11 0,-2 0-5 0,4-6-5 15,1-3-1-15,-10-5-9 0,4-9-2 0,-4-3-1 16,3-11-6-16,-8-4 44 0,-3-8-53 0,3-2-22 0,-7-14-46 15,-8-5-36-15,3-8-32 0,-5-10-53 0,0-39 15 16,0 59-98-16,0-59-102 0,-5 40-202 0,5-40-215 0,0 0-206 16,0 0-199-16,0 0-413 0,-58-4-516 0</inkml:trace>
  <inkml:trace contextRef="#ctx0" brushRef="#br0" timeOffset="1743.98">23637 11148 16 0,'0'0'145'0,"0"0"9"0,0 0-25 0,0 0 12 0,0 0-36 0,0 0-25 0,0 0-18 0,0 0-15 0,0 0-14 0,0 0-5 0,0 0-6 0,0 0-10 15,0 0-3-15,0 0-21 0,0 0 2 16,0 0-8-16,51 17-14 0,-51-17-14 0,0 0-39 0,0 0-66 16,31 27-128-16,-31-27 92 0</inkml:trace>
  <inkml:trace contextRef="#ctx0" brushRef="#br0" timeOffset="2200.64">23309 10915 151 0,'-56'-41'485'0,"56"41"76"16,-54-32 45-16,54 32-50 0,-43-32-47 0,43 32 33 0,-39-20-86 15,39 20-31-15,0 0-34 0,-39-28-49 0,39 28-46 0,0 0-45 16,0 0-43-16,0 0-41 0,-41-25-44 16,41 25-21-16,0 0-31 0,0 0-16 0,0 0-20 0,0 0-19 15,0 0-105-15,0 0 129 0,43 30-7 16,-43-30-4-16,64 40-6 0,-23-14 4 0,0 8 19 0,10 3 15 16,10 5 13-16,2 6-3 0,8 0-6 15,6 7 28-15,1 3 21 0,10 4-19 0,4-1 22 16,5 5-21-16,8 4 6 0,4 3-9 0,5 0 10 0,0 6 10 0,25 4 18 15,-27 7-3-15,2-2 22 0,2 8-30 0,-1-3-10 0,1 5-8 16,1 5 24 0,4-2-1-16,-4 4-17 0,4 3-10 0,-4-4-15 0,-3 0-13 15,3-1-9-15,-5 0-17 0,-8-5-4 0,-2 1-9 16,-7-4-7-16,-10-4-6 0,-5-5-37 0,-2-8-27 16,-15-2-18-16,-5-5-8 0,-9-6-25 0,-3-5-27 15,-9-8-25-15,-11-3 37 0,-4-8-206 0,-10-6 136 16,3-4-44-16,-15-31-8 0,5 46-57 0,-5-46-106 15,-15 36-64-15,15-36-118 0,0 0-145 0,0 0-42 0,-53 7 6 16,53-7-121-16,-41-30-242 0,41 30-312 16</inkml:trace>
  <inkml:trace contextRef="#ctx0" brushRef="#br0" timeOffset="2535.85">26951 10906 273 0,'-2'-63'630'0,"-3"5"-60"0,-5 10-26 0,0 7-69 0,-7 4-22 0,17 37 26 0,-26-53-53 0,26 53-62 0,-42-40-63 0,42 40-69 0,-46-17-32 0,46 17-42 15,-56 5-32-15,56-5-29 0,-68 32-15 0,27-5-17 16,4 4-15-16,-9 9-1 0,7 5 9 0,-12 6 14 15,3 6 23-15,-1 7 14 0,-7 10 9 0,-2 7 15 16,2 8 13-16,-14 4 3 0,-1 6-35 0,-4 7 25 0,-3 7-30 16,-7 7-14-16,-2 4 20 0,-6 6-16 0,-2 6-19 0,-4 3-10 0,-6 4-27 15,-2 3 25 1,1-1-35-16,-6 0 7 0,-2 1-5 0,-1 0-16 0,6-2 6 16,0-6-7-16,-1 0-23 0,8-11-31 0,8 3-35 0,-11-14 2 15,13-5-52-15,2-8-50 16,2-5-57-16,11-9-50 0,1-6-87 0,13-11-102 0,5-9-111 0,7-10-90 0,5-10-14 15,4-11-60-15,11-5-517 0,-1-4-394 0</inkml:trace>
  <inkml:trace contextRef="#ctx0" brushRef="#br0" timeOffset="2988.71">24932 10717 147 0,'10'-57'688'15,"-3"6"12"-15,-7 8-79 0,5 3-76 0,-5 40 6 16,0-63 5-16,0 63-40 0,0-40-59 0,0 40-62 15,0 0-55-15,-10-40-58 0,10 40-72 0,0 0-41 0,0 0-49 16,0 0-8-16,0 0-33 0,0 0-16 0,-2 46-23 16,2-46-5-16,7 79-5 0,-2-26-5 0,4 7 4 15,4 9-5-15,1 8 3 0,8 9 22 0,-5 2-2 16,7 8 39-16,3 6 66 0,2 2-28 0,3 7-31 0,4 7 19 16,3 1-1-16,0 4-10 0,7 2-13 15,-2-1 24-15,-3 4 10 0,8 3 9 0,-8 3 3 0,3 1 12 16,-3 1-10-16,3 0-16 0,-5 1-14 15,0 6-23-15,0-2-12 0,-3-2-8 0,-7-3-14 16,3 0-11-16,-3-7-6 0,-2 0-7 0,-3-9-90 0,-2-7-9 0,-5 9-54 16,-3-21-51-16,3-8-32 0,-7-11-44 15,0-5-11-15,-3-7-53 0,-4-12-84 0,1-5-118 16,-1-9-123-16,-3-44-201 0,0 64-33 0,0-64-903 16,-17 36-579-16</inkml:trace>
  <inkml:trace contextRef="#ctx0" brushRef="#br0" timeOffset="6730.25">12409 7181 35 0,'0'0'303'0,"-42"-14"100"0,42 14-20 15,0 0 30-15,-43-12-54 0,43 12-43 0,0 0-12 0,0 0-26 0,-44-9 19 0,44 9-20 0,0 0-25 0,0 0-33 0,0 0-32 0,0 0-28 0,0 0-20 0,0 0-15 16,0 0-19-16,0 0-19 0,0 0-22 0,0 0-15 15,0 0-24 1,0 0 5-16,0 0-15 0,0 0-11 0,0 0-4 0,0 0 2 16,0 0-14-16,0 0 3 0,0 0 10 0,0 0-1 0,0 0-9 0,0 0 8 15,0 0 2-15,65 0 2 0,-65 0-4 0,0 0 7 16,88 1 1-16,-88-1 5 0,87 1 6 0,-87-1 6 16,93 5-10-16,-93-5 1 0,112-1-6 15,-47-3-2-15,3 3 9 0,0 0-3 16,5 1-6-16,2-4 7 0,6 2 5 0,-1-1-5 15,5-2-22-15,-5 3 26 0,3-3 3 0,2 3-13 0,-3 1 23 0,3-4 8 16,-4 2 31-16,1 1-27 0,-2-3-1 0,-2 3 0 0,-5-3-7 16,0 3-4-16,2-1 0 0,-7 3-3 0,-2 3 40 15,2-6 28-15,-3 1-16 0,-1 0-15 0,-1-2-8 16,-2 1-9-16,2-4 0 16,-3 4-17-16,-60 3 3 0,124 0 6 0,-58-4 32 0,0 3-10 0,-3 1-3 15,-63 0-13-15,119-3-9 16,-51 1-10-16,-5 8-6 0,5-7-2 0,-2-1 67 15,-1 2-81-15,-2-1-7 0,3-1 2 0,-3 2 0 0,3 0 0 0,-3 0 1 16,0 3 19-16,0-3-28 0,5 2 10 0,-2-2 3 0,0 1-5 0,-1 3-13 16,6-3 27-16,-3 1-6 15,2 2 27-15,1-3 6 16,-1 1 2-16,1 1-8 0,-1-1 6 0,5 0 22 16,-2-2 4-16,5-7 2 0,-5 7-19 0,2 0-6 15,3 0-20-15,2-3 44 0,0-1-11 0,1 1-5 16,-13-2-10-16,17 2 3 0,2-2-16 0,3 3-14 15,-3-3-5-15,1 2 10 0,-1-1-18 0,-4 2 36 0,0-1 31 16,-1 1-48-16,-2 0 12 0,-2 0-23 0,0-5 63 16,-3 2-47-16,-2 3-28 0,2 1-5 0,-2 1 29 15,0-4 8-15,-5 2 18 0,-2-14-1 0,0 16 0 16,-66 0-15-16,111-3-19 0,-111 3 6 0,105-2 0 16,-105 2 17-16,87-2 11 0,-87 2 15 0,66-3 5 0,-66 3-5 15,0 0 2-15,80-3 8 0,-80 3 4 0,0 0-12 16,0 0 1-16,58-5-1 0,-58 5 6 0,0 0 5 15,0 0-11-15,0 0-1 0,0 0-2 0,0 0-14 16,0 0 2-16,0 0-15 0,0 0 5 0,0 0-16 16,0 0-3-16,0 0 30 0,0 0-41 0,0 0-73 15,0 0-99-15,0 0-133 0,0 0-112 0,0 0-319 0,59-8-391 16,-59 8-129-16,0 0-862 0,0 0-724 16</inkml:trace>
  <inkml:trace contextRef="#ctx0" brushRef="#br0" timeOffset="7966.48">22750 15163 168 0,'7'-50'946'0,"-7"50"83"0,0 0-160 0,0 0-47 0,-10-38-128 0,10 38-92 0,0 0-80 0,0 0-60 0,0 0-60 0,0 0-67 0,0 0-24 0,0 0-55 0,0 0-62 15,0 0-44-15,0 0-26 0,0 0-44 0,0 0-14 16,0 0-51-16,0 0 87 0,32 30-34 0,-32-30 5 0,17 63-15 16,-10-26-11-16,3 1-9 0,0 3 1 15,4 4-5-15,-4-2-13 0,0-2 1 0,0 1 2 0,4-2-12 16,-2-3-31-16,-2-2-97 0,-10-35-125 15,12 60-6-15,-12-60-11 0,3 47-139 0,-3-47-93 0,0 0-19 0,-3 47-30 16,3-47-97-16,0 0-47 0,0 0 27 16,-36 14 48-16,36-14 71 0,-39-21 30 0,39 21-38 0,-49-35-146 15,22 8-52-15</inkml:trace>
  <inkml:trace contextRef="#ctx0" brushRef="#br0" timeOffset="8189.94">22650 15445 381 0,'-14'-39'221'0,"4"2"26"0,5 0-40 0,5 37 23 15,0-62 16-15,0 62 2 0,7-53 7 0,-7 53-21 0,27-46 15 16,-27 46 5-16,39-33 30 0,-39 33 12 0,56-36-8 15,-20 17-6-15,-36 19-20 16,73-28-13-16,-73 28-2 0,80-22-39 0,-80 22-25 0,85-9-14 16,-85 9-27-16,95-2-10 0,-95 2-23 15,93 8 0-15,-47 4-8 0,2 1 2 0,-4 7-9 16,-3 0-3-16,3 7-5 0,-7 1-3 0,-3 4 5 0,-5 3 6 16,-5 1-2-16,-2 2 12 0,-20 5 8 0,3 1-11 0,-10-2 18 0,-4 4-15 15,-11 2-26-15,-7-4-9 0,-2-3-8 0,-7 1-6 16,-5-3-15-16,-3 0-12 0,0-6 1 15,3-4-23-15,-5-3-57 0,2-6-57 0,3-4-107 16,-1-1-189-16,42-15-206 0,-65 20-249 0,65-20-36 0,0 0-896 0,-61 0-583 16</inkml:trace>
  <inkml:trace contextRef="#ctx0" brushRef="#br0" timeOffset="8825.01">28049 14322 186 0,'0'0'900'0,"-65"-11"80"16,65 11-150-16,-37-18-29 0,37 18-96 0,0 0-123 0,0 0-95 0,-41-18-80 0,41 18-67 0,0 0-90 0,0 0-61 0,0 0-16 0,0 0-37 0,0 0-20 0,0 0-48 0,0 0 34 0,15 47-1 15,-15-47 28-15,26 52-24 0,-26-52 7 0,32 69 15 16,-10-28 18-16,0 5 20 0,-8 0-50 0,3 3-15 0,3 0-19 16,-3 3-8-16,-8-1-12 0,8-2-15 0,-2 5-9 15,-10-5-11-15,2-7-3 0,-2 9-5 0,0-3-21 16,-5-2-80-16,-5-2-88 0,0-8-78 0,-7-1-8 15,12-35 19-15,-32 53-200 0,32-53-96 16,-41 37-82-16,41-37-150 0,-49 11-43 0,49-11 39 16,-58-25 9-16,29 4-475 0,-3 0-386 0</inkml:trace>
  <inkml:trace contextRef="#ctx0" brushRef="#br0" timeOffset="9047.37">27731 14365 182 0,'22'-42'374'0,"5"3"74"0,4 2 22 15,1 2-6-15,4 3-34 0,6-2-31 16,-4 4 2-16,4 4-28 0,-1 3-38 0,-2 0-75 0,12 1 9 0,-7 3-44 16,2 5-38-16,-46 14-41 0,80-19-26 15,-80 19-1-15,68-3 15 0,-68 3 4 0,53 12-8 0,-53-12-10 16,47 35 2-16,-47-35-17 0,22 49-15 0,-22-49 47 16,-10 75-93-16,-12-33-7 0,-5 0-6 0,-9 5-9 0,-10 5-61 15,-8-1-69-15,-4 1-77 0,-5-3-94 0,-5 2-106 16,2-1-99-16,-7 0-99 15,-2-8-30-15,-3-5-34 0,0 3-574 0,8-6-384 0</inkml:trace>
  <inkml:trace contextRef="#ctx0" brushRef="#br0" timeOffset="9586.79">26105 15185 365 0,'27'-37'798'16,"-27"37"-12"-16,17-41-106 0,-17 41-21 0,0 0-27 0,15-44-64 0,-15 44-64 16,0 0-77-16,0 0-75 15,0-41-50-15,0 41 32 0,0 0-125 0,0 0-31 0,0 0-8 16,0 0-30-16,0 0-102 0,-27-23 69 0,27 23-44 0,0 0-13 0,0 0-34 16,-53 20 3-16,53-20-13 15,-42 27 23-15,42-27-36 0,-58 33 0 16,26-12-3-16,6 1 3 0,-6 1-2 0,0 3 9 15,6-3-6-15,-1 2 5 0,27-25 2 0,-49 49-4 0,49-49-9 16,-31 41 3-16,31-41-5 0,-15 33 1 0,15-33 14 16,0 0-15-16,5 48 8 0,-5-48-5 0,32 29 3 15,-32-29 42-15,41 23-42 0,-41-23 3 0,58 19-7 16,-58-19 7-16,93 12-5 0,-93-12 75 0,68 14-79 16,-68-14-5-16,63 15 2 0,-63-15 8 0,53 16 92 15,-53-16-110-15,42 22 32 0,-42-22 31 0,17 30 38 16,-17-30 20-16,-8 41 33 0,8-41 17 0,-36 57 0 0,-1-22-19 15,-11 2-24-15,-10 5-22 0,-1-8-11 0,-6 1-85 16,-1 4 57-16,-2-6-119 0,-5-5-126 0,-2-4-123 16,-1-1-278-16,8-7-330 0,-12-7-165 15,7-1-1012-15,10-8-729 0</inkml:trace>
  <inkml:trace contextRef="#ctx0" brushRef="#br0" timeOffset="10848.17">24310 7354 93 0,'0'0'799'0,"0"0"75"0,0 0-138 0,0 0-118 0,0 0-45 0,0 0-81 0,0 0-74 0,0 0-80 0,0 0-63 0,0 0-68 0,0 0-43 0,0 0-27 15,31 41 7-15,-31-41 28 0,25 59-38 0,-13-24-11 16,7 3 6-16,-2 3-2 0,0 5-6 0,3 3-10 16,-3 4-29-16,0-1 4 0,0-3 7 0,7 6-5 15,-14 0-19-15,-3-6 59 0,3 3-87 0,-5-8 2 16,-3 5-4-16,1-5-15 0,-3-3 4 0,0-41-7 15,-3 69 5-15,3-69-31 0,3 51 31 0,-3-51-23 16,-10 39 15-16,10-39-10 0,0 0 14 0,0 0-22 0,-10 37 21 16,10-37-31-16,0 0-18 0,0 0-44 15,-36-24-21-15,36 24 26 0,-32-45-47 0,13 14 12 16,2-3-17-16,-3-7-9 0,-2-5-9 0,-2-3 57 0,0-1-33 16,-1-8 20-16,-1 5 18 0,-1-5 13 0,-2 7 14 15,2-8 17-15,0 12 12 0,1 0 26 0,6 3 4 0,-4 2 10 16,7 5-3-16,0 3 2 0,5-3-2 0,12 37-10 15,-17-61-5-15,17 61-2 0,2-61 0 16,-2 61-5-16,22-60 2 0,-3 32 1 0,1 0-2 0,19-6-2 16,-8 9 2-16,1 2-5 0,7-2 3 0,5 2 5 15,-1 4-7-15,-4 3 0 0,7-1 2 16,-4 6-1-16,-42 11-27 0,68-20 21 0,-68 20 18 0,0 0-2 16,82-3 18-16,-82 3 7 0,0 0 22 0,51 28-12 15,-51-28 7-15,8 46-3 0,-8-46 8 0,-22 67-2 0,0-26 11 16,-5 5-17-16,-9 3 4 0,-8 1-9 0,-2-2-10 15,-8 1 0-15,1 1-11 0,-1-2 5 0,1-3-25 16,2 1 7-16,-5-4-14 0,7-2-24 16,1-7-45-16,11-1-90 0,3-8-118 0,8 0-179 15,26-24-187-15,-42 33-97 0,42-33 26 0,0 0-807 0,0 0-489 16</inkml:trace>
  <inkml:trace contextRef="#ctx0" brushRef="#br0" timeOffset="11315.41">28909 7052 599 0,'0'0'988'0,"0"0"-104"0,-53-16-80 0,53 16-54 0,0 0-120 0,0 0-127 0,0 0-72 0,-41-15-88 0,41 15-66 0,0 0-69 0,0 0-64 16,0 0-17-16,0 0-20 0,0 0-31 0,-5 48 0 0,5-48-56 0,14 56 31 15,-14-56-7-15,17 70-16 0,-7-29 29 16,0 1-29-16,2 1 0 16,-7 2-5-16,5 3-1 0,-6-3-7 0,1-1 1 0,-5 3-6 15,8-11-5-15,-13 4-9 0,5 3 28 0,0-43 7 0,-8 70-99 0,8-70-43 0,-9 55-96 0,9-55-80 31,-10 36-105-31,10-36-130 0,0 0-178 0,0 0-43 16,0 0 20-16,0 0 15 0,-58-18-470 0,58 18-365 16</inkml:trace>
  <inkml:trace contextRef="#ctx0" brushRef="#br0" timeOffset="11523.68">28841 7067 37 0,'10'-38'214'0,"5"3"66"0,7 5 57 16,-22 30-12-16,17-53 52 0,-17 53-38 0,31-36 43 0,-31 36-67 15,41-28-37-15,-41 28 11 0,49-15-10 0,-49 15-26 16,63-4-17-16,-63 4-20 0,68-2-23 16,-26 27-21-16,-42-25-19 0,89 26-13 0,-45-6-21 0,-2 4-14 15,-1 5-17-15,-10 7-9 0,-4-1-10 0,-5 8-7 16,-5 2-14-16,-12 6-7 0,-10-6-2 0,-7 7-4 0,-15 3-66 16,-9-1-38-16,-18 0-84 0,-9 3-83 0,-5-1-96 15,-17-3-98-15,-5 2-47 0,-10-4-22 0,-4-4 6 16,-3-4-34-16,3 3-437 0,-3-11-162 0</inkml:trace>
  <inkml:trace contextRef="#ctx0" brushRef="#br0" timeOffset="12005.44">27038 7741 211 0,'0'0'823'16,"0"-49"-15"-16,0 49-138 0,0 0-78 0,0-42-12 0,0 42-58 0,0 0-81 16,0 0-68-16,-2-50-72 0,2 50-61 15,0 0-56-15,0 0-29 0,-2-40-14 0,2 40-8 0,0 0-10 16,0 0-14-16,0 0 18 0,0 0 5 15,0 0-1-15,0 0-19 0,0 0 9 0,0 0-25 0,0 0-4 0,0 0-26 16,-51-6-25-16,51 6-13 0,-39 19-21 0,39-19 19 16,-51 27-10-16,51-27-2 0,-54 35 3 15,54-35-10-15,-58 27-17 0,58-27 14 0,-44 35-8 0,44-35-11 16,-29 32 18-16,29-32-21 0,0 0 16 0,-17 45-9 16,17-45 0-16,0 0-11 0,27 40 45 0,-27-40-23 15,36 25-14-15,-36-25 8 0,59 24-10 16,-59-24 7-16,72 25 0 0,-28-11 0 0,2-3 12 15,-2 4 8-15,2 2-9 0,-2-4 12 0,2 4 2 16,-2 1-23-16,-3 1 27 0,-9 0-6 0,-32-19-33 0,58 39 24 16,-58-39 19-16,37 42-2 0,-37-42 35 15,9 48 31-15,-9-48 66 0,-29 59 39 0,-3-28 4 0,-11 3-9 0,-20 1-45 16,-13 2-26-16,-11 2-29 0,-10 0-35 16,-3 0-137-16,-22-6-124 0,-9-6-127 0,5 8-356 0,-8-10-440 15,-2-6-288-15,-2 3-585 0,7-11-657 16</inkml:trace>
  <inkml:trace contextRef="#ctx0" brushRef="#br0" timeOffset="19827.08">22087 10941 442 0,'-25'-33'682'0,"25"33"-2"0,0 0-52 0,-26-37-20 0,26 37-37 0,0 0-17 0,-27-27-70 0,27 27-48 0,0 0 51 0,0 0-223 0,0 0-41 0,0 0-42 15,-24-23-43-15,24 23-28 0,0 0-19 0,0 0-18 16,0 0-20-16,0 0-12 0,0 0-7 0,0 0-8 15,0 0-7-15,0 0-12 0,0 0-7 0,0 0 3 0,0 0-13 16,0 0 20-16,-10 58-7 0,10-58 1 16,-8 60-4-16,-1-24 152 0,1 5-167 15,1 1-15-15,-3 4 2 0,1 0 39 0,-1 2-7 0,-2 1 2 16,2-2-10-16,-2-2 19 0,-3-1-13 0,8-7 7 0,-3 2-8 16,10-39-12-16,-14 61 18 15,14-61-13-15,-15 40 5 0,15-40-33 0,0 0-18 0,-7 40 15 16,7-40-18-16,0 0 20 0,0 0 66 0,0 0-120 15,0 0-10-15,0 0 4 0,-2-45 4 0,2 45 18 0,4-60 18 16,-4 60 7-16,10-71 8 0,-5 33 13 0,0-2 6 16,0 0-5-16,0 2 13 0,-1-2 2 0,-4 40 1 0,13-71 7 15,-9 34-2-15,1-1-3 0,3 1 0 0,-8 37 5 16,17-66-3-16,-17 66 4 0,9-63 2 0,8 33 15 16,0 0-12-16,3 0 8 0,2 4 0 0,-22 26 2 15,41-48 3-15,-41 48 4 0,39-35-1 0,-39 35-6 16,36-25-15-16,-36 25 12 0,37-25 7 0,-37 25-10 15,0 0-1-15,51-8 0 0,-51 8 3 0,0 0 27 0,63 10-19 16,-63-10 21-16,51 23 5 0,-15-5 12 16,-36-18 1-16,42 52 9 0,-16-21-5 0,4 4 1 15,-1 4-13-15,-5 2-9 0,3 2-13 0,-5 0-24 0,0 3 31 16,-1 0-8-16,1 2 10 0,0-6 1 16,-5 6-5-16,0-7-12 0,-2 0-4 0,-1-3-2 15,1 2 5-15,-5-4-31 0,-10-36-62 0,-3 64-50 0,32-34-89 16,-29-30-86-16,-2 51-96 15,2-51-75-15,-7 43-95 0,7-43-57 0,0 0 19 0,-32 31-29 0,32-31-71 16,0 0-262-16,-68 5-165 0</inkml:trace>
  <inkml:trace contextRef="#ctx0" brushRef="#br0" timeOffset="20002.18">21943 11530 85 0,'-82'-8'467'0,"82"8"107"0,-66-5 30 0,66 5-86 0,0 0-107 0,-58-14-73 0,58 14-32 0,0 0-73 0,0 0-29 0,17-37-24 0,-17 37-25 0,63-41-31 0,-17 20-30 0,5 0-13 16,2-3-7-16,8 0-14 0,0 7-16 16,0 0-11-16,2 4-1 0,-5 3-16 0,1 5 0 0,-59 5-26 15,104 6-41-15,-58 6-68 0,-7 9-66 0,7 8-140 0,-26 13-42 16,-1 0-38-16,-4 10-3 0,-13 2 20 0,-9 6-112 0,-8 8-324 16,-7 2-80-16</inkml:trace>
  <inkml:trace contextRef="#ctx0" brushRef="#br0" timeOffset="20282.11">21022 12915 135 0,'-87'-30'630'0,"46"9"114"0,41 21 13 15,-66-23-26-15,66 23 12 0,-41-17-112 0,41 17-98 0,0 0-95 16,-47-19-89-16,47 19-80 0,0 0-70 0,0 0-56 15,0 0-27-15,0 0-13 0,0 0-43 0,0 0-4 0,0 0-17 0,66 14-3 0,-66-14 3 0,83 35-13 32,-35-10 3-32,8 4 3 0,2 8 16 0,6 3-8 15,4 5-7-15,0 3 9 0,5 5-149 16,-1 3 164-16,4 4-1 0,4 2-18 0,0 3 7 0,-2 2-28 16,0-1 30-16,-1 3-24 0,4-4-13 0,-8-3-21 15,-1-7-70-15,-1 1-128 0,-6-4-135 0,4-5-231 16,-4-10-240-16,-2-12-43 0,-4-4-170 0,-1-12-312 15,-58-9-423-15</inkml:trace>
  <inkml:trace contextRef="#ctx0" brushRef="#br0" timeOffset="20483.66">22767 12510 45 0,'-17'-44'708'0,"0"5"139"0,0 9-3 16,17 30-26-16,-20-48-86 0,20 48-41 0,-24-33-61 0,24 33-70 15,0 0-123-15,0 0-75 0,-65 7-65 0,33 21-24 16,-7 17-29-16,-12 16-28 0,-7 21-27 0,-18 18-15 16,-11 20-43-16,-10 21-24 0,-15 19-92 15,-14 17 49-15,-6 17-50 0,-16 18-178 0,-10 12-123 16,-9 13-234-16,1 16-384 0,-9-11-271 0,0-2-1015 16,5 8-800-16</inkml:trace>
  <inkml:trace contextRef="#ctx0" brushRef="#br0" timeOffset="21989.25">28666 4899 113 0,'0'0'777'0,"0"0"108"0,0 0-93 0,0 0-36 0,0 0 47 0,0-38-217 0,0 38-73 0,0 0-74 0,0 0-75 0,0 0-53 0,0 0-72 0,0 0-46 0,0 0-31 0,0 0-12 0,0 0-37 0,0 0-10 0,0 0-35 15,0 0 0-15,0 0 7 0,15 38 24 16,-15-38 6-16,0 51-15 0,0-51-13 0,7 74-13 0,-7-37-9 16,-2 10 12-16,-3 0-40 0,5-3-3 0,-5 7 1 15,0-5-9-15,0 3-4 0,1-1-5 0,-4-2 6 16,3 0-1-16,1-10 2 15,-1 1-11-15,5-37-24 0,-32 63-25 0,32-63-13 0,0 43-26 16,0-43-17-16,0 0-11 0,-5 36-1 0,5-36 1 0,0 0 2 0,0 0-7 16,0 0-33-16,0 0-24 0,0 0 14 0,-5-63 42 15,5 63 22 1,0-63 17-16,0 63 19 0,10-69 3 0,-5 30 15 0,-5 39 13 0,10-68 11 16,-8 32 7-16,8 0 20 0,-10 36 18 15,14-74 17-15,-14 74 7 0,13-67 18 0,-13 67 22 16,19-64-42-16,-7 31 3 0,-2-1 2 0,7 0 10 0,-2 3-39 0,2 1 73 15,-3-4-44-15,-14 34 8 0,41-49 0 0,-41 49 3 0,34-47-10 16,-34 47-37-16,42-42 9 0,-42 42 20 16,36-30-30-16,-36 30 47 0,37-26-63 0,-37 26 8 0,0 0-11 15,48-20 20-15,-48 20-52 0,0 0 42 0,0 0 1 16,0 0 21-16,73 2 2 0,-73-2 2 0,0 0 33 0,49 23 1 16,-49-23-2-16,41 30 2 0,-41-30 46 15,44 42-59-15,-44-42-13 0,46 51-7 0,-19-22 4 0,-1 2-12 16,-4 0 1-16,-2 11-12 15,6-10 3-15,-4 1-5 16,10-1-3-16,-5 4 5 0,-6-5-30 0,4 1-57 0,-3-2-34 16,-22-30-53-16,31 51-55 0,-31-51-91 0,22 50-110 15,-22-50-52-15,27 36-137 0,-27-36-95 0,0 0-16 16,14 38 3-16,-14-38-93 0,0 0-375 0,-41 18-367 0</inkml:trace>
  <inkml:trace contextRef="#ctx0" brushRef="#br0" timeOffset="22181.73">28343 5411 148 0,'0'0'550'0,"-58"-1"-13"0,58 1-21 0,0 0-101 0,-32-22-83 0,32 22-49 0,32-32-24 0,0 11-24 0,6 0-43 0,13-8-30 0,13 3-11 0,6-4 24 0,8-2-61 15,7 1 32-15,-5 2-18 0,5-1-27 0,3-2-47 0,-8 7 23 16,-2 0-23-16,-8 5-23 0,-12 4-81 0,1-1-92 15,-59 17-140-15,77-19-77 0,-77 19-55 16,0 0-65-16,0 0-14 0,0 0-536 0,0 0-220 0</inkml:trace>
  <inkml:trace contextRef="#ctx0" brushRef="#br0" timeOffset="22673.49">27384 5209 226 0,'0'0'671'0,"0"0"47"16,0 0-35-16,0 0-75 0,0 0 9 0,0 0-55 15,0 0-93-15,14-33-82 0,-14 33-76 0,0 0-84 0,0 0-29 16,0 0-46-16,0 0-30 0,0 0-31 16,0 0-19-16,0 0-19 0,0 0-12 0,0 0-14 0,0 0-4 15,0 0-1-15,22 30-3 0,-22-30 6 16,0 0 7-16,10 49 14 0,-10-49-2 0,0 48 7 15,0-48-19-15,2 60 15 0,-2-60-6 0,-7 65-8 0,7-65 4 0,-5 64-27 16,0-23 8-16,0-3-2 0,0 0-2 16,-2-1-1-16,-3-4 31 0,10-33-40 0,-9 68 6 15,9-68-10-15,-12 58 0 0,12-58-4 0,-10 44 3 16,10-44 1-16,0 0 5 0,-5 52 103 0,5-52-142 16,0 0 3-16,0 0 9 0,15 38 5 0,-15-38 3 0,0 0-12 0,58 7 67 15,-58-7-27-15,80-19-2 0,-22 1 3 16,10-7 8-16,5-3-65 0,7-4-122 15,10 1-241-15,5-5-429 0,-10 11-313 0,24-10-630 0,-28 2-576 0</inkml:trace>
  <inkml:trace contextRef="#ctx0" brushRef="#br0" timeOffset="29599.53">6840 5464 101 0,'-22'-27'100'0,"22"27"34"0,0 0-14 0,-32-21 16 0,32 21-28 0,0 0-10 0,0 0-13 0,-27-26-12 0,27 26-32 0,0 0 33 0,0 0-4 0,-36-22-9 0,36 22 16 0,0 0 6 0,0 0-12 0,-37-16 28 0,37 16 2 16,0 0-16-16,0 0 18 0,0 0-16 15,0 0-12-15,0 0-14 0,0 0-5 0,0 0-13 0,0 0-9 0,-51-12-4 31,51 12-11-31,0 0-4 0,0 0-4 0,0 0-14 0,0 0 12 16,0 0-1-16,0 0 12 0,0 0-21 0,0 0 4 16,0 0-5-16,0 0 0 0,0 0-11 15,0 0 33-15,0 0-25 0,0 0 3 0,0 0 1 0,0 0 2 16,0 0 1-16,0 0-4 0,0 0 0 0,0 0-2 16,0 0 3-16,0 0-2 0,0 0-6 15,0 0 6-15,0 0 5 0,0 0 3 0,0 0 1 0,54 12 21 16,-54-12 7-16,0 0 5 0,58 11 5 15,-58-11-5-15,0 0 4 0,76 12 6 0,-76-12-9 0,60 10 4 16,-60-10 3-16,68 8 1 0,-68-8 2 0,71 7-1 16,-71-7 14-16,90 10 11 0,-90-10 14 0,102 6 4 0,-102-6 16 15,114 6-17-15,-51-5-17 0,5-1-4 0,3 0-14 16,-1 0-10-16,3 0-6 0,0-1-5 0,2-1 37 16,0 0-30-16,-4-1 71 0,4-1 2 0,-2 3-1 15,-5-4-51-15,0 4-3 0,0-5-23 0,-2 5 7 16,-5-4-14-16,-1-1-8 0,-1 5 4 0,-1-2-10 15,-58 3 1-15,112-5-3 0,-112 5 0 0,112-7-4 16,-112 7 4-16,114-5-7 0,-56 3-6 0,0 1 7 16,3-6 3-16,0 4-3 0,0 0 45 0,2-1-46 15,0-1-9-15,0 3 6 0,-5-3-3 0,6 4 4 16,-6-4 0-16,5 0 8 0,-5 0 3 0,1 3-7 0,-1-4 6 16,-2 0-2-16,0 4 3 0,-56 2 4 0,107-9-20 15,-107 9 21-15,97-10 4 0,-97 10-38 16,97-5 30-16,-97 5-8 0,95-9-4 0,-95 9 7 0,97-6 3 0,-43-1-29 15,-54 7 18-15,106-8 0 16,-106 8 2-16,112-6-5 0,-112 6 7 0,114-3-2 16,-58-3-4-16,-56 6 0 0,115-3-1 0,-115 3 5 0,111-7-3 15,-111 7 2-15,112-6 4 0,-112 6-6 0,109-5 4 16,-109 5-10-16,107-12 11 0,-107 12-26 0,100-2 18 16,-100 2 8-16,100-5-5 0,-52 17 5 0,-48-12-3 15,100-8 0-15,-100 8-1 0,97-10 4 0,-97 10-1 16,102-10 75-16,-49 5 6 0,3 0-19 0,-56 5-6 15,98-10-20-15,-98 10-2 0,89-8-11 0,-89 8 0 16,83-4-15-16,-83 4 3 0,71-5-2 0,-71 5 0 0,75-2-6 0,-75 2-4 16,70-4-4-16,-70 4 6 15,0 0 0-15,93 0-4 0,-93 0 1 0,0 0-32 16,85 0 33-16,-85 0 1 0,0 0-4 0,77 0 0 16,-77 0 1-16,0 0-20 0,76 0 18 0,-76 0-1 15,0 0 5-15,82 4 0 0,-82-4-3 0,0 0 1 16,66 0-7-16,-66 0 10 0,58 2-3 0,-58-2-5 15,0 0 4-15,83 4-5 0,-83-4 2 0,0 0-6 16,73 5 8-16,-73-5-6 0,0 0-1 0,0 0 5 16,65 1 33-16,-65-1-37 0,0 0 3 0,81-1-2 15,-81 1 1-15,0 0 4 0,77 3-4 0,-77-3 4 0,0 0-5 16,81 4 1-16,-81-4 2 0,0 0-1 0,85 0 2 0,-85 0-2 0,0 0 4 16,82 0-2-16,-82 0-1 15,0 0 4-15,85 0 0 0,-85 0-4 0,0 0 2 0,83-6 0 0,-83 6-1 16,0 0-1-16,82-1 2 0,-82 1-4 15,0 0 4-15,83 0 2 0,-83 0-4 0,0 0 0 16,88 1-2-16,-88-1 0 0,0 0 2 16,85 0 0-16,-85 0 5 0,68 2-3 0,-68-2-3 0,65 5-3 15,-65-5 4-15,76 4-2 0,-76-4 2 0,63 3 2 0,-63-3 2 0,68 3-4 0,-68-3 11 16,68 1-13 0,-68-1 2-16,63 4 2 0,-63-4-3 0,66 1 1 0,-66-1 1 0,68 2 1 31,-68-2-2-31,58 2 5 0,-58-2-14 0,61 3 15 0,-61-3-2 0,0 0-5 15,85 0 1-15,-85 0 2 0,63 2 3 0,-63-2-4 16,61 0-2-16,-61 0 2 0,63 0-1 0,-63 0 3 16,65 0 0-16,-65 0-1 0,68 4-1 0,-68-4-1 0,0 0-3 15,93 0 1-15,-93 0 1 0,0 0 4 0,87 0 0 16,-87 0-6-16,54 6 14 0,-54-6-14 16,0 0-1-16,85 0 6 0,-85 0 0 0,63-5 3 0,-63 5-4 15,63 2-3-15,-63-2-1 0,78 0 5 0,-78 0-4 16,68 0 6-16,-68 0-14 0,70 2 7 0,-70-2 3 15,81 0 2-15,-81 0-1 0,85 1-2 0,-85-1 2 16,82 1 5-16,-82-1-6 0,88 0 0 0,-88 0 8 16,87 4-28-16,-87-4 23 0,95 0 5 0,-95 0-9 15,90 3 5-15,-90-3 1 0,87 3-3 0,-87-3-4 0,88 4 8 16,-88-4-2-16,87 2-6 0,-87-2 2 0,90 3 0 16,-90-3 2-16,88 3-2 0,-88-3 0 15,87 2 2-15,-87-2-2 0,85 2 4 0,-85-2-5 0,80-7 1 16,-80 7-3-16,80 3-7 0,-80-3 15 0,78 2-4 15,-78-2 7-15,0 0-6 0,90-2-5 0,-90 2 6 16,80-3 2-16,-80 3-2 0,68 5 0 0,-68-5-1 0,68-2 2 16,-68 2-4-16,66-3 2 0,-66 3 2 0,70-2-1 15,-70 2-1-15,73-1-6 0,-73 1 6 0,78-2 2 16,-78 2-8-16,75 0 4 0,-75 0 0 16,85 2 4-16,-85-2-6 0,78 3 6 0,-78-3-1 15,83 3-1-15,-83-3-6 0,87 6 3 0,-87-6 2 16,90 6-17-16,-90-6 17 0,95 3 9 0,-95-3-9 15,109 3-1-15,-109-3 0 0,110 2 1 16,-110-2-3-16,114 0 4 0,-114 0-2 0,119-2-1 0,-119 2 6 0,119-3-19 0,-119 3 20 16,117-3 0-16,-117 3 0 0,114-6-18 15,-114 6 16-15,109-6-4 0,-109 6 3 0,105-3-1 16,-105 3 2-16,102-3-32 0,-102 3 35 0,94-2-1 0,-94 2 4 0,98 0-7 16,-98 0-1-16,99-4 3 15,-99 4-4-15,97-6-2 0,-97 6 3 0,98-4-2 0,-98 4-6 0,97-1 8 16,-97 1-4-16,87-1 12 15,-87 1-8-15,78 9-4 0,-78-9-1 0,75-3 3 16,-75 3-2-16,66 0-1 0,-66 0 7 0,0 0-6 0,83 0 0 0,-83 0-2 16,0 0 1-16,75 0 5 0,-75 0-2 0,0 0 0 0,58 3-4 15,-58-3 6 1,0 0-2-16,59 7 0 0,-59-7-2 0,0 0 1 16,0 0 2-16,0 0-5 0,0 0 4 0,0 0-3 0,65 2 1 0,-65-2 6 0,0 0-8 15,0 0 6-15,0 0 0 0,0 0-1 0,0 0 0 16,0 0 1-16,0 0-1 15,0 0 1-15,0 0-2 0,0 0-1 0,0 0-14 0,0 0 16 16,0 0-3-16,0 0-2 0,0 0 5 0,0 0 1 0,56 18 1 0,-56-18-97 16,0 0-182-16,0 0-211 15,0 0-168-15,0 0-128 0,22 42-555 16,-22-42-423-16</inkml:trace>
  <inkml:trace contextRef="#ctx0" brushRef="#br0" timeOffset="35563.31">9760 9273 159 0,'0'0'208'0,"0"0"70"0,0 0-31 0,0 0-22 0,-56-5 20 0,56 5 10 0,0 0-87 0,0 0 90 0,0 0-10 0,-58-7-19 0,58 7-13 0,0 0-14 15,0 0 16-15,0 0-13 16,0 0 4-16,0 0-18 0,0 0 0 0,0 0 3 0,0 0 0 0,0 0-10 15,0 0-5-15,0 0-25 0,0 0-10 16,0 0-24-16,0 0-16 0,0 0-23 0,0 0-16 16,0 0-8-16,0 0-16 0,-41-16-8 0,41 16-9 0,0 0-10 15,0 0-8-15,0 0-7 0,0 0-4 16,0 0-6-16,0 0-1 0,0 0-4 0,0 0-1 0,0 0 14 0,0 0-20 16,0 0 15-16,0 0 4 0,63 5-1 0,-63-5-2 15,0 0 7-15,73 0-3 16,-73 0 6-16,70 0-3 0,-70 0 2 0,76 0-9 15,-76 0 9-15,80-5-3 0,-80 5 3 0,94-3 0 0,-94 3-8 16,100-2 9-16,-100 2-34 0,105-1 41 0,-105 1-3 0,104 3 2 16,-104-3-4-16,107 2-10 0,-107-2 13 15,102 5-3-15,-102-5-2 0,109 5 20 0,-109-5 43 16,112 3-8-16,-46 1-8 0,-66-4-14 0,109 7-3 0,-109-7-7 16,109-2 0-16,-45 0-6 0,-64 2 3 0,116 2-5 0,-55-6-1 15,2-1 3-15,-2 2-7 16,0-1 0-16,-3-8 13 0,3 8-11 0,-61 4-5 0,111-7 3 0,-111 7 2 15,110-7-11-15,-57-2 14 0,-53 9-12 16,102-3 6-16,-102 3-4 0,93-2 1 0,-93 2-5 16,90 5-2-16,-90-5 5 0,89-3-2 0,-89 3-1 0,90-4 1 0,-90 4-2 15,95 4 0 1,-95-4 1-16,97-5 2 0,-97 5-5 0,102-6 0 0,-102 6 4 0,110-7-1 16,-110 7 1-16,104-5-5 0,-104 5 3 0,105-6-1 0,-105 6-5 15,102 0 4 1,-102 0-1-16,102-6-2 0,-102 6 1 0,95-4 3 15,-95 4 1-15,87-3-12 0,-87 3 8 0,83-6 1 0,-83 6-1 0,85 0 6 0,-85 0-9 0,85-2 10 16,-85 2 13 0,85-5-83-16,-85 5 73 0,87-4-4 15,-87 4 3-15,93-5-15 0,-93 5 16 0,89-12-2 0,-89 12-3 0,93 0-3 0,-93 0 3 0,87-4-5 16,-87 4 6 0,88-2-4-16,-88 2-2 0,82-5 3 0,-82 5 0 15,85-2 0-15,-85 2 2 0,83-6-4 0,-83 6 0 0,80 3 5 16,-80-3-4-16,85-3 2 0,-85 3 109 15,95-7-10-15,-95 7-23 0,102-4-27 0,-102 4 9 0,109-9-26 0,-109 9-2 16,115-7-11-16,-60 4 7 0,6-1-6 16,5 2-4-16,-5 0-7 0,-6-1-8 0,4-1 2 0,-3-1 98 15,-56 5-118-15,111-3 9 16,-111 3-5-16,102-4 6 0,-102 4-8 0,93-3 12 0,-93 3-9 16,78 0 6-16,-78 0-1 0,75 0 1 0,-75 0-2 15,65 0 9-15,-65 0-7 0,61 0 3 0,-61 0-2 16,0 0 2-16,80 3-6 0,-80-3 2 0,0 0 5 15,66 4 8-15,-66-4-18 0,0 0 13 0,53 5-8 16,-53-5 5-16,0 0 1 0,0 0-2 0,61 7-2 16,-61-7-9-16,0 0 21 0,0 0-12 0,0 0-2 15,66 3 3-15,-66-3 6 0,0 0-3 0,0 0-3 16,58-2 3-16,-58 2 1 0,0 0-1 0,0 0-8 16,0 0 7-16,68 2-1 0,-68-2 2 0,0 0-4 15,51 11 2-15,-51-11 2 0,0 0-123 0,78 7 145 16,-78-7 5-16,61 9-16 0,-61-9-1 0,75 1-3 0,-75-1-1 15,80 2 10-15,-80-2 17 0,95 0 0 0,-95 0-1 16,112-2-2-16,-56-3-18 0,-56 5 10 0,114-3-1 0,-53-1-3 16,-61 4-2-16,109-8-10 0,-109 8 8 0,109-8-5 15,-109 8-3-15,102-7-5 0,-102 7 49 0,95-7-45 16,-95 7-7-16,85-7-12 0,-85 7 18 0,85-5-14 16,-85 5 10-16,66-11-2 0,-66 11 0 0,56-5-3 15,-56 5-2-15,0 0 7 0,65-3-7 0,-65 3 7 16,0 0-5-16,0 0 2 0,59-6 45 0,-59 6-52 15,0 0-5-15,0 0 1 0,0 0 8 0,0 0-18 16,0 0 25-16,0 0-12 0,65 0 9 0,-65 0 5 0,0 0-7 16,0 0-7-16,0 0-1 0,0 0 10 0,0 0 8 15,0 0-16-15,56 6 13 16,-56-6-4-16,0 0-1 0,0 0 13 0,0 0-26 0,0 0 15 16,0 0-1-16,66-4 6 0,-66 4-2 0,0 0 12 15,0 0 26-15,0 0-12 0,0 0-12 0,0 0 6 0,0 0-11 16,60 4-1-16,-60-4-4 0,0 0 1 0,0 0-9 15,0 0 6-15,0 0-10 0,0 0-7 0,0 0 20 16,0 0-6-16,0 0-4 0,0 0-8 0,0 0 7 0,0 0 12 16,0 0-4-16,0 0-19 0,0 0 28 0,0 0-24 15,0 0 7-15,0 0-137 0,0 0 173 16,0 0-11-16,0 0-1 0,0 0-4 0,0 0 0 0,0 0 0 16,0 0-3-16,0 0-8 0,0 0 2 0,0 0-3 15,0 0-8-15,0 0 11 0,0 0-1 0,0 0-14 0,0 0-7 16,0 0 18-16,0 0-6 0,0 0-16 0,0 0 22 15,0 0-4-15,0 0 11 0,0 0-24 0,0 0 14 16,0 0-1-16,0 0-4 0,0 0 2 0,0 0-7 16,0 0 53-16,0 0-47 0,0 0 0 0,0 0-9 15,0 0 5-15,0 0 3 0,0 0-8 0,0 0 11 16,0 0-2-16,0 0-1 0,0 0-9 0,0 0 7 16,0 0 8-16,0 0-5 0,0 0 3 0,0 0-4 0,0 0-1 15,0 0 6-15,0 0-10 0,0 0-23 16,0 0-7-16,0 0-6 0,0 0-33 15,0 0-38-15,0 0-62 0,0 0-110 0,0 0-145 16,0 0-217-16,0 0-186 0,0 0-164 0,0 0-468 0,0 0-467 16</inkml:trace>
  <inkml:trace contextRef="#ctx0" brushRef="#br0" timeOffset="39819.22">25097 3646 310 0,'0'0'745'0,"-22"-29"40"0,22 29-38 0,0 0 3 0,-22-30-40 0,22 30-105 0,0 0-64 0,-26-25-88 0,26 25-65 0,0 0-66 0,0 0-61 0,0 0-60 0,0 0-24 16,0 0-22-16,0 0-33 0,0 0-39 16,0 0-24-16,0 0-11 0,0 0-14 0,0 0-7 15,0 0-26-15,0 0 4 0,0 0 2 0,0 0-3 0,0 0-68 16,29 46 94-16,-29-46-9 0,24 71 0 15,-12-34-16-15,3 4-13 0,-1 1 7 0,-1 1 19 16,1-1-12-16,-2-1 12 0,-2 1-20 0,2-3 14 16,-2 3-15-16,0-6 19 0,-1-1 89 0,-9-35-132 15,12 58 9-15,-12-58 18 0,10 50-11 0,-10-50-38 16,0 0-5-16,10 46-33 0,-10-46-17 0,0 0 15 16,0 0-29-16,0 0 7 0,0 0-49 0,0 0-44 0,0 0-56 15,0 0-44-15,0 0-16 0,-27-39 27 0,27 39 39 0,-14-63 38 16,4 25-4-16,5-4 24 0,0-1 17 0,-2-2 43 0,2 0 25 15,-5 1 17-15,5-1 30 0,-2 4 36 0,-3-1 15 16,6 2 16-16,-11 3 28 16,5 2 15-16,10 35 18 0,-19-51 18 0,19 51 20 15,-15-55 8-15,15 55 20 0,-14-41-4 0,14 41 3 0,-10-38-20 0,10 38-37 0,0 0-2 16,5-52-8-16,-5 52-16 0,7-35-4 16,-7 35-4-16,17-30-3 0,-17 30-4 15,22-34-3-15,-22 34-10 0,22-30-1 16,-22 30-5-16,29-25-2 0,-29 25-5 0,27-23-1 0,-27 23-3 15,0 0 8-15,29-25 15 0,-29 25-34 0,0 0-2 0,0 0-11 16,0 0 14-16,51-12 0 0,-51 12-2 0,0 0-3 0,0 0 5 0,0 0-3 16,0 0 4-1,0 0 2-15,0 0 4 0,0 0-1 0,0 0 18 0,17 37 5 0,-17-37-2 16,-5 40 14-16,5-40 3 0,-10 47-2 16,10-47 6-16,-22 59-7 0,22-59 1 15,-29 61-8-15,29-61 3 0,-36 60-6 0,21-30-1 16,-7 0 2-16,22-30-16 0,-31 53 2 0,31-53 3 15,-32 36-9-15,32-36-7 0,-17 30 4 0,17-30 0 16,0 0-4-16,-10 32 2 0,10-32-3 0,0 0-11 16,0 0 4-16,0 0-3 0,0 0 1 0,0 0-9 0,0 0 21 15,0 0-5-15,27 24 3 0,-27-24 4 0,0 0-1 16,49 12 1-16,-49-12 1 0,0 0 6 0,63 29 1 16,-63-29-9-16,49 12 3 0,-49-12 5 0,55 18-7 15,-55-18 3-15,54 18 0 0,-54-18 3 0,63 23-12 16,-63-23 10-16,58 24 0 0,-58-24 6 0,54 20-88 15,-54-20-67-15,53 19-77 0,-53-19-80 0,0 0-119 16,64 16-78-16,-64-16-10 0,0 0 5 0,0 0 64 16,0 0-92-16,51-7-347 0,-51 7-95 0</inkml:trace>
  <inkml:trace contextRef="#ctx0" brushRef="#br0" timeOffset="40026.87">25688 3524 128 0,'-5'-48'396'0,"5"48"84"0,0 0-19 0,0 0-68 0,0 0-17 16,5-39-58-16,-5 39-46 0,0 0-45 0,0 0-29 0,0 0-58 0,0 0 60 0,0 0 38 16,26 22 28-16,-26-22 5 0,27 35-6 0,-27-35-26 15,36 44-33-15,-36-44-30 0,27 52-34 0,-27-52-24 0,32 56-23 16,-32-56-18-16,31 58-10 0,-31-58-12 0,27 57-7 16,-27-57-10-16,17 51-4 0,-17-51-12 0,20 45-43 15,-20-45-142-15,12 35-127 0,-12-35-156 0,0 0-162 16,5 36-42-16,-5-36-44 0,0 0-564 15,0 0-395-15</inkml:trace>
  <inkml:trace contextRef="#ctx0" brushRef="#br0" timeOffset="40472.01">25782 3234 34 0,'0'0'92'16,"49"-24"2"-16,-49 24 2 0,48-13-23 0,-48 13-18 0,52-12-2 15,-52 12-45-15,53-9-23 0,-53 9-5 0,0 0 8 16,68-14 17-16,-68 14 46 0,44-13 25 0,-44 13 33 16,0 0-10-16,51-21-7 0,-51 21 37 0,0 0 28 15,36-23 69-15,-36 23 12 0,0 0 21 0,0 0 45 16,27-31-4-16,-27 31 18 0,0 0 53 0,0 0 23 0,0 0-1 0,0 0-9 16,0 0-18-16,0 0-38 0,0 0-46 15,0 0-45-15,0 0-37 0,0 0-38 0,0 0-36 0,0 0-31 16,0 0-18-16,0 0-21 0,0 0-11 0,-51 19-4 15,51-19-20-15,-22 28 7 16,22-28-8-16,-19 36-8 0,19-36-6 0,-8 40 28 0,8-40-41 0,-5 39 3 16,5-39-6-16,15 42-2 15,-15-42 8-15,27 40-7 0,-27-40 3 0,26 41 1 0,-26-41 12 16,37 37-7-16,-37-37-1 0,44 31-6 0,-44-31 6 0,46 39 10 0,-46-39-19 16,39 30 11-16,-39-30 3 15,34 35-5-15,-34-35 24 0,26 35-23 0,-26-35-14 16,22 39 72-16,-22-39-53 0,5 44 4 0,-5-44 3 0,0 46-15 15,0-46 12-15,-14 43 2 0,14-43 0 16,-22 42-4-16,22-42-5 0,-32 35-66 0,32-35-85 0,-31 20-104 16,31-20-109-16,0 0-130 0,0 0-138 15,0 0-13-15,-64-18 59 0,64 18 18 0,-21-44 51 0,21 44-444 16,-10-58-158-16</inkml:trace>
  <inkml:trace contextRef="#ctx0" brushRef="#br0" timeOffset="41155.96">26290 3128 79 0,'0'0'341'0,"5"-51"185"0,-5 51 23 0,0 0 3 0,5-48-40 16,-5 48-37-16,0 0-7 0,0 0-80 0,0 0-55 0,0 0-58 0,0 0-54 16,2-41-57-1,-2 41-12-15,0 0-85 0,0 0 34 0,0 0-25 16,0 0-18-16,0 0-4 0,0 0-5 0,0 0-5 16,0 0 11-16,42 30 6 0,-42-30 19 0,26 33 9 15,-26-33 5-15,25 38-7 0,-25-38-12 0,26 48-16 16,-26-48 0-16,22 55-12 0,-22-55-4 0,22 65-4 0,-22-65-8 15,20 61 6-15,-20-61-15 0,12 66-2 0,-12-66-4 16,14 60 13-16,-14-60-15 0,5 53-12 0,-5-53 4 16,12 45 2-16,-12-45-3 0,10 43-9 15,-10-43 0-15,0 0 3 0,10 36-11 0,-10-36 4 0,0 0-10 16,0 0 4-16,0 0-4 0,0 0-3 0,0 0-1 16,0 0-5-16,0 0 7 0,0 0-7 0,0 0 6 15,0 0-10-15,26-25 9 0,-26 25 5 0,0 0 0 16,13-51 3-16,-13 51 7 0,0 0 4 0,9-49 1 15,-9 49-3-15,0 0-3 0,15-42 0 0,-15 42 2 16,0 0 6-16,17-38 3 0,-17 38-9 0,0 0 2 16,27-32 1-16,-27 32 0 0,0 0-2 0,26-31 1 15,-26 31-1-15,0 0-4 0,37-35 8 0,-37 35-5 0,0 0-9 16,0 0 7-16,0 0-47 0,53-6 54 0,-53 6-4 0,0 0 7 16,0 0-3-16,51 9 21 0,-51-9-25 15,0 0 5-15,44 24 1 0,-44-24-2 0,0 0 8 0,41 31-7 16,-41-31-6-16,37 24 10 0,-37-24-2 0,39 27 1 15,-39-27-4-15,36 22 3 0,-36-22-3 16,46 18 4-16,-46-18-5 0,0 0 4 0,66 14-2 16,-66-14 5-16,0 0-5 0,61-5 12 0,-61 5-1 15,0 0-2-15,53-23 47 0,-53 23-54 0,32-30 1 0,-32 30 0 16,26-28 3-16,-26 28 1 0,17-30 0 0,-17 30 10 0,0 0-2 16,15-47-10-16,-15 47 28 0,7-43-4 15,-7 43-2-15,0 0-1 0,15-34-4 0,-15 34-27 16,0 0 37-16,0 0-16 0,17-34-3 0,-17 34 1 0,0 0-16 15,0 0 7-15,0 0-7 0,0 0-1 16,0 0-1-16,0 0 1 0,0 0-2 0,0 0-3 0,56-7 5 0,-56 7-2 16,0 0 1-16,39 17-5 0,-39-17 9 15,36 17 0-15,-36-17 5 0,41 25-7 16,-41-25 4-16,44 17-7 0,-44-17 8 0,51 18-3 0,-51-18 2 0,49 14-17 16,-49-14-69-16,0 0-70 0,63 5-108 0,-63-5-118 15,0 0-129-15,53-13-116 0,-53 13-3 0,0 0-5 16,32-22-614-16,-32 22-387 0</inkml:trace>
  <inkml:trace contextRef="#ctx0" brushRef="#br0" timeOffset="41428.39">27456 2750 200 0,'0'0'567'0,"-36"-30"111"0,36 30 16 0,0 0-73 0,-36-26-21 0,36 26-84 0,0 0-106 0,0 0-79 0,0 0-74 0,0 0-55 0,0 0-47 0,-37-16-43 0,37 16-24 0,0 0-21 0,0 0-10 16,10 38-11-16,-10-38-12 16,0 0-4-16,17 39-13 0,-17-39 2 0,0 0 9 0,31 35-11 0,-31-35-19 15,0 0 3-15,42 22 0 0,-42-22 1 16,0 0 1-16,0 0 6 0,58 3 31 16,-58-3 57-16,0 0 14 0,41-28 10 0,-41 28 10 0,27-35 0 0,-27 35 1 15,15-46 2-15,-15 46-11 0,7-43 3 0,-7 43-12 0,-10-42-11 16,10 42-38-16,-22-41-39 0,22 41-36 0,-39-37-119 15,39 37-195 1,-55-16-307-16,55 16-392 0,-93 0-202 0,37 18-373 16,-7 5-513-16</inkml:trace>
  <inkml:trace contextRef="#ctx0" brushRef="#br0" timeOffset="44821.42">23467 5404 200 0,'0'0'926'0,"0"0"13"0,0 0-182 0,0 0-73 0,-39-22-127 0,39 22-105 0,0 0-78 0,0 0-83 0,0 0-70 0,0 0-41 0,0 0-41 0,0 46-16 16,0-46 24-16,17 59-58 0,0-24-10 0,-5 2-12 0,5 2-12 15,-5 0-8-15,5 1-5 0,-5 1-9 16,5 1-10-16,-2-2 5 0,2 0-5 0,-7-2-8 15,4 0-1-15,-2-1 2 0,0-6 2 0,-12-31-8 0,15 60-6 16,-15-60 13-16,5 43 6 0,-5-43-15 0,0 0-11 16,0 0-18-16,2 45-20 0,-2-45-70 0,0 0-66 15,0 0-56-15,0 0-48 0,-53-11-58 0,53 11 2 16,-34-32 7-16,34 32-15 0,-37-51 15 0,18 20 22 0,2-3 34 16,-5-5 36-16,3 3 45 0,-3-1 37 15,-2-3 65-15,-1 6 38 0,3-3 40 0,-2 5 69 16,5-1-21-16,-3 2 28 0,5 4 19 0,17 27 72 0,-32-48 26 15,32 48 5-15,-22-39-1 0,22 39-11 0,-2-41-53 16,2 41-37-16,7-41-11 0,-7 41-10 0,15-47-15 0,-15 47-6 16,29-44-7-16,-29 44-15 0,44-48-6 15,-15 23 5-15,2 2-8 0,3-1 1 0,0 3-10 0,3 3-1 16,-3-2-1-16,-34 20 1 0,63-32 0 16,-63 32 62-16,56-19-86 0,-56 19 6 0,0 0 19 15,56-16-18-15,-56 16 3 0,0 0 3 0,0 0 18 0,41 16 23 16,-41-16 16-16,0 0 10 15,-2 55 6-15,2-55 13 0,-3 58 10 0,3-58-1 0,-9 67 0 16,4-29-20-16,-3 0-13 0,1-1-12 0,7 4-7 16,-5-4 0-16,5-37-14 0,0 73-5 0,0-73-1 15,12 61-4-15,-12-61-8 0,22 52-1 0,-22-52 1 0,32 36 5 0,-32-36-4 16,41 24 7-16,-41-24-5 0,0 0-9 16,78 6-10-16,-78-6-3 0,56-22-1 0,-56 22-4 0,53-29 2 15,-53 29 6-15,46-40 5 0,-46 40 7 0,32-40-38 16,-32 40 47-16,27-63-3 0,-27 63 3 0,12-58 12 15,-12 58 1-15,5-57 19 0,-5 57-4 0,-3-51 3 16,3 51-6-16,-12-44 0 0,12 44 0 0,-17-39 0 0,17 39-3 16,-19-32-1-16,19 32 3 0,0 0 21 0,-27-31 17 15,27 31 4-15,0 0-14 0,0 0-16 16,0 0-15-16,-32-23-17 0,32 23-12 0,0 0-1 0,0 0-45 16,0 0 52-16,-4 38 2 15,4-38-5-15,17 38 0 0,-17-38-6 0,26 48 7 0,-6-10-4 16,-20-38-5-16,39 45-7 0,-39-45-25 15,43 43-39-15,-43-43 0 0,51 40-4 0,-51-40-45 16,49 35-35-16,-49-35 68 0,53 25-68 0,-53-25-3 0,44 13 32 16,-44-13-2-16,0 0 26 0,0 0 35 0,63-19 17 15,-63 19 28-15,22-29 8 0,-22 29 28 0,12-38 25 16,-12 38 25-16,8-48 33 0,-8 48 14 0,2-49 12 16,-2 49-36-16,-2-49-11 0,2 49-6 0,-3-47 6 0,3 47-19 15,-5-38 38-15,5 38 6 0,0 0-4 0,0-41-11 0,0 41-15 0,0 0-17 0,0 0-14 31,0 0-16-31,0 0-9 0,0 0-22 0,0 0 21 0,0 0 1 16,0 0 15-16,0 0-12 0,49 8 0 0,-49-8-8 16,36 36 3-16,-36-36 3 0,42 37-7 15,-16-5-1-15,-26-32 2 0,47 33 4 0,-47-33-20 0,48 25-14 0,-48-25-3 0,41 16-20 16,-41-16-36-16,0 0 41 16,56 7 29-16,-56-7-6 0,0 0 4 15,47-26 5-15,-47 26 6 0,29-36 3 0,-29 36 7 16,14-38 18-16,-14 38 25 0,5-48 17 0,-5 48 30 0,10-41 6 15,-10 41 10-15,-10-42 9 0,10 42-6 0,-12-32-6 16,12 32 6-16,0 0 14 0,-17-30-8 0,17 30-13 16,0 0-32-16,0 0-13 0,0 0-20 0,0 0-19 15,0 0-1-15,0 0 1 0,0 0-8 0,-5 54 1 16,5-54-5-16,15 68 2 0,-3-26-4 0,-5 1 2 16,3 6-5-16,0 4 4 0,2 2 3 0,2 0-2 15,-4 0-8-15,-3-1 5 0,3-2 0 0,0 8 6 16,-1-13-8-16,-6-3-5 0,4-5 7 0,-7-39-6 0,15 66 5 15,-15-66 6-15,2 44-13 0,-2-44-2 0,0 0-3 16,5 35 9-16,-5-35-7 0,0 0-48 0,0 0-56 0,0 0-19 16,-10-45 0-16,10 45 15 0,-12-61 14 0,7 19 24 15,0-1-2-15,1-3 12 0,-1-4-39 0,-5-2 9 16,3-3 14-16,-1 1-7 0,-4-1 41 0,3 0 15 16,-4 6 7-16,-4 1 10 0,-2 0 8 0,-8 4 27 15,13-2 25-15,-3 7 1 0,0 5 1 0,7 3-8 0,10 31-12 16,-22-60-2-16,22 60-11 0,-10-53 1 15,10 53-6-15,3-47-21 0,-3 47 21 0,17-42 5 16,-17 42 0-16,29-39-8 0,-29 39 6 0,56-30-5 16,-56 30 1-16,48-25-6 0,-48 25-1 0,59-17 2 15,-59 17-8-15,58-7 1 0,-58 7 3 16,0 0 7-16,83 16 2 0,-83-16 7 0,43 25 5 0,-43-25-2 16,39 43 0-16,-24-2 7 0,-15-41-5 15,5 60-4-15,-5-60 0 0,-5 71-2 0,0-29-1 0,-2-3-3 0,-3 3 0 0,0-4-13 16,-2 1-70-16,2-4-77 15,10-35-77-15,-14 56-105 0,14-56-127 0,-12 46-73 0,12-46-2 16,0 0 24-16,-10 36 58 0,10-36-56 0,0 0-313 0,0 0-81 16</inkml:trace>
  <inkml:trace contextRef="#ctx0" brushRef="#br0" timeOffset="45866.08">25301 5151 131 0,'0'0'281'0,"0"0"81"0,0 0-52 0,0 0-23 0,0 0-43 0,22-30-47 0,-22 30-51 0,0 0-33 0,0 0-35 0,0 0 2 16,0 0-19-16,0 0-18 0,0 0 2 0,0 0 74 0,0 0-105 16,54 7-1-16,-54-7 9 0,0 0 18 0,0 0 38 15,0 0 47-15,51-9 18 0,-51 9 13 16,0 0-3-16,26-24-10 0,-26 24 13 0,17-30-16 0,-17 30-19 16,17-34-7-16,-17 34-1 0,20-39-52 0,-20 39 50 15,5-42-15-15,-5 42 6 0,0-43-77 16,0 43 32-16,0-42-5 0,0 42-10 0,-3-44 1 15,3 44-5-15,-2-38 15 0,2 38 38 0,0 0 27 0,-10-37 11 0,10 37 18 16,0 0-3-16,0 0-5 16,0 0-13-16,0 0-25 0,0 0-24 0,0 0-18 15,0 0-24-15,0 0-18 0,0 0 17 0,-51 9-31 0,51-9-3 0,-7 41-7 16,7-41-1-16,-5 50-1 0,5-50 1 0,5 72 1 16,-5-72 2-16,14 56 0 0,-14-56 1 15,22 57-1-15,-7-27 3 0,-3 4 7 0,-12-34-7 16,31 60 2-16,-31-60 32 0,32 54-40 0,-32-54 1 15,32 53 1-15,-32-53 4 0,31 48 0 0,-31-48 0 0,32 58 5 0,-32-58-2 16,27 43 2-16,-27-43 0 0,12 44 2 0,-12-44 4 16,9 53-3-16,-9-53-6 0,-14 51-30 0,14-51-22 15,-27 58-27-15,5-33-32 0,5 4-17 0,-7-3-23 0,24-26-7 16,-49 41 0-16,49-41 1 0,-39 30 19 0,39-30-19 16,-36 21 3-16,36-21-14 0,0 0-8 0,0 0-54 15,0 0-8-15,-36-26 28 16,36 26 37-16,9-48 27 0,-9 48 31 0,25-62 20 15,-6 23 30-15,-7 7 9 0,8-3 16 16,1-4 7-16,-4 2 16 0,3 0 27 0,-3 0 129 0,2 2-96 0,-4 1 37 0,2 2 16 0,-2 4 101 16,6-4-71-1,-21 32 34-15,27-57 8 0,-27 57-2 0,22-58-8 0,-22 58-4 16,10-56-5-16,-10 56-5 0,12-52-2 16,-12 52-4-16,5-48 5 0,-5 48-1 0,14-47-14 0,-14 47-10 15,-14-42-8-15,14 42 4 0,-12-34 21 0,12 34 20 16,0 0 6-16,-25-30 27 0,25 30-26 15,0 0-27-15,0 0-20 0,0 0-34 0,0 0-13 16,0 0-19-16,0 0-25 0,0 0-27 0,0 0-61 16,0 0 84-16,-17 37-5 0,17-37-9 0,10 45-30 15,-10-45-3-15,22 54 2 0,-22-54 6 0,31 54-4 0,-31-54-1 16,37 52-18-16,-37-52-10 0,39 44-14 0,-39-44 2 16,31 35-1-16,-31-35 1 0,0 0-13 0,32 28 8 15,-32-28 5-15,0 0 16 0,0 0 16 0,0 0 3 16,68-10 9-16,-68 10 5 0,19-30 7 0,-19 30 4 15,13-37 12-15,-13 37 15 0,4-46 3 0,-4 46 3 0,0-51 36 16,0 51-109-16,-4-50 105 0,4 50-4 16,-10-46-6-16,10 46 0 0,-12-44 21 0,12 44-8 0,0 0 9 15,-15-44-8-15,15 44-25 0,0 0-11 0,0 0-15 16,-17-32-6-16,17 32-19 0,0 0 5 0,0 0 11 16,0 0-104-16,32 22 135 0,-32-22-9 0,31 33-5 15,-31-33 0-15,34 43-7 0,-34-43 3 0,34 54-4 16,-12-22-2-16,-7 2-3 0,2 1 0 0,-5-2 4 15,2 5-8-15,8-3 1 0,-12 1-1 0,5 0 6 16,-3-2-5-16,0-1 29 0,-12-33-31 0,15 57-5 0,-15-57 11 16,4 41-13-16,-4-41-17 0,0 0-16 0,10 37-2 15,-10-37-24-15,0 0-1 0,0 0 1 0,0 0 12 16,0 0 4-16,0 0 12 0,32-25 6 16,-32 25 2-16,12-46 7 0,-12 46 3 0,24-56 6 0,-12 23-1 0,3 0 4 15,2-2-80-15,-3 0 94 0,3 1 2 16,0 0-11-16,-17 34-8 0,37-53 16 0,-37 53 19 0,32-45 14 15,-32 45-4-15,31-27-19 0,-31 27-1 16,0 0-14-16,0 0-2 0,37-16 10 0,-37 16 14 0,36 18 20 16,-36-18-99-16,53 55 113 0,-26-18-7 0,0 5-15 0,4 4-2 15,1 3-51-15,0 4-177 16,4 7-263-16,1-1-369 0,-11 13-232 0,16-14-550 16,-4 2-519-16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4:19:17.338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20869 6140 139 0,'0'0'503'0,"-39"-20"69"0,39 20 52 0,0 0-53 16,-46-25-44-16,46 25 22 0,-48-15-54 0,48 15-46 0,0 0-36 0,-34-21-42 0,34 21-33 0,0 0-45 0,0 0-53 15,-51-10-35-15,51 10-23 0,0 0-15 0,0 0 83 16,0 0-125-16,0 0-8 0,0 0-15 0,0 0-7 0,0 0-36 16,0 0 28-16,0 0-24 15,0 0 4-15,0 0-4 0,0 0-18 0,0 0 0 16,0 0-11-16,0 0-25 0,0 0 6 0,0 0 0 0,0 0-15 0,0 0-1 15,0 0-3-15,0 0-10 16,0 0 4-16,0 0-21 0,0 0 13 0,0 0-12 0,0 0 13 16,0 0-6-16,0 0 13 0,9 42 37 0,-9-42-38 15,0 0-5-15,46 29 13 0,-46-29-8 0,47 30 5 16,-47-30 4-16,51 31-16 0,-51-31 12 0,56 37 19 0,-25-17-21 16,6-1 15-16,-1 4 26 0,0 0-57 0,3 2 14 15,3-2 2-15,1 0-2 0,1 2 12 16,5-2-5-16,2 1 14 0,0 0-4 0,0 1 13 0,2 0-18 15,1-3 7-15,4 2-7 0,-2-1 5 0,2 0 1 0,1 1 16 16,1 0 20-16,-6-5-53 0,-1 4 1 0,1 0 28 16,-3 1-13-16,5-1-9 0,-5 0-1 15,0-1 13-15,-3-11-7 0,3 14-1 0,-2 0 7 0,-1 1-15 16,-4-2 12-16,5 3-1 0,-3-2 51 0,22-1-68 16,-24 1 11-16,2-3 3 15,2 4 1-15,-4 4-7 0,2-5-3 0,3-2 7 16,-3 2 4-16,0-2-13 0,-2 3 10 0,2-3-3 0,3-2 12 15,-6 0-1-15,4 3 10 0,-1-3-12 0,-5 1-17 0,8 0 16 0,-6-3-16 16,-1-1 11-16,2 6-2 16,-6-1 5-16,6-1-6 0,-3-1 14 0,3 2-15 15,-3-2 1-15,3-3 13 0,-2 3-20 0,4 4 12 16,-3 0-6-16,-16-2-1 0,24 3 7 0,3-3 3 0,-6 1-8 0,6 1 7 0,-3 0-15 16,-5 3 17-16,7 0 2 15,1-1-1-15,-8 0-2 0,5 1 8 0,0-2-4 16,0 4-8-16,-5-5 17 0,0 5-80 0,1 0 84 15,-4-2-9-15,3 3 2 0,-2-1-1 0,-3-4-24 0,-4 3 16 0,-1-3-14 16,1 1-38-16,-6-5-3 0,-1 1-12 16,1-5 40-16,-31-18 1 0,49 39 6 0,-49-39-17 0,41 30 25 15,-41-30 0-15,32 24 5 0,-32-24-8 16,0 0 1-16,41 20 6 0,-41-20 4 0,0 0-17 16,27 27-13-16,-27-27-7 0,0 0 6 0,0 0-28 15,26 24-1-15,-26-24-27 0,0 0-20 0,0 0-61 0,0 0-80 16,15 35-91-16,-15-35-111 0,0 0-133 0,0 0-139 15,0 0-21-15,-27 36-78 0,27-36-501 0,0 0-416 0</inkml:trace>
  <inkml:trace contextRef="#ctx0" brushRef="#br0" timeOffset="962.04">25581 5100 169 0,'0'0'361'0,"-20"-27"102"0,20 27-37 0,0 0-27 0,0 0-35 0,-53-13-56 0,53 13-44 0,0 0-126 0,0 0 83 0,-63 5-42 15,63-5-37-15,0 0-28 0,-49 19-27 0,49-19-20 0,-39 19-18 16,39-19-5-16,-32 28-4 0,32-28-1 0,-38 32 17 16,38-32 8-16,-44 41 6 0,44-41-9 0,-37 43 15 15,37-43 5-15,-46 50 23 0,20-21-20 0,-6 0-2 16,0 2 13-16,1 3 5 0,-6 1 6 0,1 0-3 0,-3 4-8 15,-2 3-8-15,-1-6-7 0,-6 3-6 16,2-3 9-16,2 2-2 0,-10 2 9 0,1-7 11 0,2 5-2 16,2-3-1-16,-7 1-21 0,3 1 11 15,0-3-8-15,2 0 0 0,-3-1-7 0,1 0-3 16,6-8-16-16,-13 9 4 0,14-4-10 0,-3 6-15 16,0-3 123-16,3 0-152 0,0 2 7 0,-3-6-15 15,3 6 6-15,0 2 5 0,-3 0 3 0,1-1-9 0,-1 3-4 16,-2-1 8-16,0 0-3 0,-9 0-2 0,11-2 6 15,0 3-11-15,3 1 8 0,0-2-7 0,2 0 19 0,8 1-15 16,-18 2 8-16,11-4-5 0,-4 2 2 16,6 1 13-16,0-2-7 0,0 2 6 0,-8-1-18 15,8-2 4-15,-6 4 4 0,6-2-3 0,-3-2 6 0,3 3-15 16,-3-1 1-16,3-1 13 0,-3 0-4 0,1 0 0 16,1-3-1-16,-1 3 11 0,-1-2-13 15,0 1 6-15,0 3-10 0,-4-4 0 0,4 4-7 0,-12-5-1 16,10 3 15-16,0 2-15 0,2-4 23 0,-2 4-126 15,2-2 173-15,3 1-26 0,-5-1-5 0,4 1-13 16,3-2 32-16,-4 1 9 0,6 0-2 0,-2-1-15 0,3-1-3 16,0 4-4-16,2-4-5 0,-1 1-6 0,1 3-5 15,3-4-2-15,-1-1-1 16,-2 6-11-16,3-4-3 0,-1 3 17 0,1-2-1 0,1 1-6 0,-1-3-10 16,-1 4-9-16,8-2 16 0,-8 2 0 0,-4-2 3 15,-3-2-1-15,3-1 127 0,2 2-127 16,-5-4-32-16,-3 1 11 0,8-2-17 0,-5 1 14 15,1-1 3-15,1-2 3 0,-4-2 4 0,4-1-1 16,-2-1 4-16,3-1 1 0,0-2 0 0,4 0-4 0,32-23 10 16,-63 32-12-16,63-32-8 0,-58 33-2 0,58-33 29 15,-47 20-60-15,47-20-9 0,-39 16-36 16,39-16 36-16,0 0-204 0,-38 18-82 0,38-18-127 0,0 0-141 16,0 0-111-16,0 0 8 0,-59-18-38 0,59 18-541 15,-19-28-408-15</inkml:trace>
  <inkml:trace contextRef="#ctx0" brushRef="#br0" timeOffset="1886.46">22750 5061 44 0,'10'-36'467'0,"-10"36"145"0,0 0 17 0,0 0-43 0,0 0-47 0,0 0 35 0,2-42-56 0,-2 42-43 0,0 0-104 0,0 0-65 0,0 0-63 0,0 0-52 0,0 0-41 0,0 0-37 0,0 0-3 16,0 0-55-16,0 0-18 0,0 0-15 0,0 0-12 16,0 0-7-16,0 0-1 0,0 0 3 15,0 0-3-15,0 0 2 0,29 47 6 0,-29-47-9 0,12 50 2 16,-12-50 4-16,17 61 1 0,-12-26 0 16,-5-35-2-16,15 74 25 0,-8-33 9 0,3 6 6 0,-5 3-22 15,4 1 33-15,1 2-18 0,0 4 2 0,2-1 4 16,-2 6 5-16,2-4 12 0,0 8-2 15,0-4-9-15,3 5 21 0,-1-2-6 0,1 6 6 0,-1-4-19 0,1 8-6 0,0-4 12 16,-1 2-1-16,3-1 13 0,-5-1-11 16,3 0 0-16,-5 1 2 0,7-3 0 15,0 2 15-15,2-1-15 0,-9 1 17 0,7 0 18 0,2-4-10 0,-4 0-23 16,-1-1-4-16,-1-3-8 16,1-5-3-16,1 2-9 0,-6-2-10 0,6 0 5 0,-5-5-3 15,2 3 8-15,-2-1-3 0,4-4 12 0,-7 4-4 16,1-2 16-16,-1-2-8 0,0-3-9 0,1-2-12 0,-3-1 6 15,-1 0-5-15,1-3-5 0,5 5 3 0,-3-9 3 16,-7-38 3-16,15 69 23 0,-15-69-27 16,12 64-16-16,-12-64 11 0,12 56-9 0,-12-56 3 15,17 47 0-15,-17-47 0 0,10 41-4 0,-10-41 0 16,12 35-3-16,-12-35 3 0,0 0-6 0,0 40-3 0,0-40-1 0,0 0 3 16,0 0 0-16,10 31-1 0,-10-31-2 0,0 0 6 0,0 0 25 15,0 0-35 1,0 0 6-16,0 0-7 0,0 0-47 0,0 0-65 15,0 0-84-15,0 0-62 0,0 0-75 0,0 0-278 0,0 0-358 0,0 0-201 0,-29-28-1071 16,29 28-845-16</inkml:trace>
  <inkml:trace contextRef="#ctx0" brushRef="#br0" timeOffset="3290.04">25403 11296 215 0,'0'0'543'0,"0"0"7"15,0 0 4-15,0 0-65 0,0 0-54 0,5-38 0 0,-5 38-15 0,0 0-52 0,0 0-38 0,0 0-50 0,0 0-52 0,0 0-42 0,0 0-33 16,0 0-34-16,0 0-27 0,0 0-22 0,0 0-17 16,0 0-17-16,0 0-16 0,0 0-1 0,0 0-10 15,0 0-7-15,0 0-4 0,0 0-5 0,0 0 9 16,0 0-1-16,0 0 0 0,58 19 12 16,-58-19 10-16,27 24 0 0,-27-24 6 0,41 31 2 0,-41-31-1 15,59 37 3-15,-13-16 27 0,5 3 6 0,-19 1-1 0,2 2-8 16,9-1 6-16,-1 2 33 15,11 2-19-15,-4 1-9 16,7-1-5-16,2 9-3 0,5-4-21 0,5 6 80 0,3-1-44 0,4 4-14 0,7-3-4 16,-4 5-26-16,7 0 7 0,5 0-3 0,0 4 5 0,2-1 8 0,18-1 7 15,-15 13-4 1,4-15-17-16,-2 4-9 0,8 0 18 16,-1-2-18-16,3 0-5 0,-2 2-12 0,2-2 16 15,2-2-7-15,-2 1 55 0,-3-1-78 0,-6 6 5 0,6-5 25 16,0-6-20-16,-1 1 24 0,-4 0 58 15,1-1-51-15,2 2-11 0,-3-2-2 0,1-1-12 0,-5-3 54 16,0 4-56-16,-1-8-8 0,-4 6 2 0,0-2-6 16,-5 1 7-16,0 0-12 0,-2-1 7 0,-3 1-10 15,0 0 31-15,-2-1 6 0,-8 1-34 0,3-2-4 16,-5 0 10-16,0 1 17 0,-2 0-24 0,-8 1 1 16,1-5 3-16,-3-5 16 0,-3 11-8 0,0-3-10 15,-11-3 9-15,6 2-6 0,-6-5 91 0,1 3-103 16,-6-6-3-16,-1 2-40 0,1-8-19 0,-37-21 16 15,53 41-18-15,-53-41 12 0,44 35-15 0,-44-35-43 0,32 26-19 16,-32-26 0-16,0 0-18 0,0 0-53 0,24 28-68 16,-24-28-61-16,0 0-85 0,0 0-4 0,0 0-223 15,0 0-14-15,48-17-39 0,-48 17-488 0,0-39-373 16</inkml:trace>
  <inkml:trace contextRef="#ctx0" brushRef="#br0" timeOffset="4022">31070 10133 15 0,'-27'-28'354'0,"27"28"118"0,-58-10-55 0,58 10-22 0,-59-7-47 0,59 7-53 0,-68-2-20 0,68 2-39 0,-65 4-69 0,65-4 86 0,-59 8-28 16,59-8-48-16,-56 15-35 0,56-15-34 0,-53 22-17 0,53-22-21 16,-51 29-17-16,51-29-10 0,-49 40-4 15,49-40-1-15,-48 48-2 0,26-21 3 0,-2 4 5 16,-3 3 9-16,0 1 17 0,0 3-32 0,-4 4 54 0,-1-1 8 16,1 3-2-16,-11 5-4 0,-1 2-9 15,-4 2-5-15,-1 2-3 0,-6 5 0 0,-2-2-7 0,-19 5 1 0,12 2 3 16,-5 0-1-16,0 7-1 15,-7-11 12-15,6 8 50 0,-6-4-41 0,2-1 1 0,0 1 3 16,3 1-2-16,-3 0-21 0,-2 1 3 0,2 1-20 0,0-1 4 16,-7 0-4-16,7 0-17 0,-2-1-26 15,16-3 19-15,-14 1-12 0,3-4 1 0,7 2-14 0,4-6-7 16,-4 4 10-16,0 0-11 0,7-5 13 16,-2 5-8-16,4-1-10 0,-4 0 14 0,5 3-6 15,-6 0 15-15,3 4-9 0,-2-3 1 0,0 1-14 0,-1 5 9 16,-11 0 5-16,2 1 17 0,-5 6 126 15,-7 0-155-15,-5 2 36 0,-5 0-56 0,-2 0 26 0,-6 1 4 0,-1-2-2 0,-6-2 3 16,3 1-1-16,-2 0 27 16,-3-2-15-16,7-3 22 0,-2-3 0 0,3-2 0 0,4-3 0 15,5 2-16-15,2-6-14 0,8-2 4 16,0-2-4-16,7-4 5 0,5 0-6 0,10-7-3 16,4-1 0-16,6-3-5 0,2-4-17 0,4-1 11 0,8-5-20 0,5 2 0 0,5-6-30 15,4 2-13-15,20-28-32 0,-39 52-14 16,39-52-97-16,-24 46 35 0,24-46-51 0,-14 44-75 0,14-44-153 0,-8 41-28 15,8-41-184 1,0 0-11-16,-14 48-47 0,14-48-489 0,0 0-378 0</inkml:trace>
  <inkml:trace contextRef="#ctx0" brushRef="#br0" timeOffset="4793.39">27955 10540 47 0,'0'0'436'0,"-27"-25"140"0,27 25 3 0,0 0-51 0,-32-30-53 0,32 30-9 0,0 0-43 0,0 0 12 0,-27-30-52 0,27 30-57 0,0 0-58 0,0 0-52 0,0 0-37 16,0 0-44-16,0 0-22 0,0 0-28 0,0 0-18 0,0 0-16 16,0 0-22-16,0 0-12 0,0 0-6 15,0 0-11-15,0 0 11 0,0 0-2 0,0 0-1 16,-9 39 1-16,9-39 0 0,31 48 23 0,-31-48-15 0,15 65 9 15,-5-24 9-15,2 3 7 0,2 1 13 16,-4 7 9-16,7 3 10 0,-2 5 14 0,2 5-2 0,-3 5 37 16,3 5-14-16,10 6 15 0,-5 2-9 0,2 4 14 0,3 7-3 15,0 3-7-15,-1 2-6 0,1 3 33 0,0-1-35 16,0 0-4-16,-1 1-5 0,-1-1 11 0,6-2 0 16,-4 1-33-16,0 1 29 0,-1-1 0 0,1 0-19 15,-5-1-12-15,10-2-10 16,4 0-31-16,-17-3 18 0,-2 1-26 0,0-4-7 0,3 2-4 15,-3-3-7-15,2-2 11 0,8 1-6 16,-5-2 38-16,0-1 4 0,0-1-7 0,7-4-13 0,-12-5-4 16,5 0-7-16,-3 0-5 0,3-4 8 0,0 1 10 0,-3-4 1 0,-2 2 1 15,0-6 2-15,3 2-5 0,-8-2-7 16,-2 1-7-16,-1-3-2 0,1 1-2 16,-8 0 24-16,3 3-34 0,-10-5 3 0,5 1-6 15,-2-3 0-15,-3-1-38 0,0-6 37 0,0-2 4 0,-4-7-10 16,9 0-30-16,0-44-52 0,-5 69-16 0,-12-40-51 15,17-29-30-15,5 41-25 0,-5-41-44 0,0 0-20 0,0 0-57 16,5 42-177-16,-5-42-307 0,0 0-328 0,0 0-1101 16,0 0-844-16</inkml:trace>
  <inkml:trace contextRef="#ctx0" brushRef="#br0" timeOffset="34556.03">3030 8340 150 0,'0'0'165'0,"0"0"-12"0,0 0 14 0,0 0-26 0,0 0-18 15,0 0-13-15,0 0-17 0,0 0-12 0,2-42-3 0,-2 42-15 0,0 0-10 0,0 0-6 0,0 0-13 0,41-20 13 0,-41 20-4 0,0 0 43 0,0 0-38 16,44-17-2-16,-44 17-5 0,0 0-2 16,0 0 4-1,56-19 49-15,-56 19-53 0,0 0-9 0,0 0-4 0,46-13-12 16,-46 13 11-16,0 0-3 0,0 0-3 16,0 0 0-16,0 0-21 0,54-5 13 0,-54 5-1 0,0 0 0 0,0 0-7 15,0 0 1-15,0 0-3 0,0 0 4 0,0 0-2 0,0 0 0 0,0 0 6 16,0 0-1-16,0 0 3 0,0 0-1 0,0 0 5 15,0 0 0-15,0 0 15 0,0 0 7 0,0 0 6 0,0 0 9 16,0 0-9 0,0 0-7-16,0 0-5 0,0 0-2 0,-42 14-5 0,42-14-4 0,0 0-10 0,0 0 3 31,0 0 3-31,-56-7-4 0,56 7-1 0,0 0 11 16,0 0-21-16,0 0 4 0,0 0-2 0,0 0-6 0,0 0 0 15,0 0 5-15,0 0 94 0,0 0-125 0,0 0-1 16,0 0 5-16,0 0 2 0,0 0-50 0,0 0 74 0,0 0-18 15,0 0 26-15,0 0-6 0,51 7 2 16,-51-7-1-16,0 0-1 0,71 7 6 0,-71-7-6 0,0 0-2 0,73 3 0 16,-73-3 1-16,0 0-35 0,73 2 20 15,-73-2 18-15,0 0 4 0,63 4-1 0,-63-4-1 16,0 0-5-16,0 0 40 0,61 1-42 0,-61-1-4 16,0 0 2-16,0 0 0 0,0 0-7 0,0 0 32 0,0 0-13 15,0 0 14-15,0 0 32 16,0 0 26-16,0 0 10 0,0 0-27 0,0 0-7 0,0 0-25 0,0 0 1 15,0 0-1-15,-44-17-16 0,44 17-2 0,0 0 12 0,-68-9-12 0,68 9-8 16,0 0 1 0,-76-2-3-16,76 2-2 0,0 0-8 0,-75 7 12 15,75-7-16-15,0 0-1 0,-78 9 7 0,78-9 2 16,0 0-10-16,-60 16 11 0,60-16-4 0,0 0 0 16,0 0-3-16,-49 16-4 0,49-16-2 0,0 0-5 0,0 0-8 15,0 0-6-15,0 0 19 0,0 0 3 16,0 0 0-16,34 20-2 0,-34-20-11 0,0 0 77 15,61-4-76-15,-61 4 0 0,0 0 0 0,90-7 17 16,-90 7 100-16,60-9-123 0,-60 9 6 0,61-10 9 16,-61 10-3-16,56-10 18 0,-56 10-16 0,51-8 123 15,-51 8-147-15,0 0 4 0,56-5 21 0,-56 5 2 0,0 0 0 16,0 0-3-16,0 0 8 0,0 0 0 0,0 0 6 16,51-8 13-16,-51 8 7 0,0 0-11 0,0 0 14 15,0 0-1-15,0 0 17 0,0 0-1 0,0 0-5 16,0 0-15-16,-46 9-6 0,46-9 5 15,0 0-2-15,-54 7-13 0,54-7-2 0,0 0 0 0,-55 15 3 16,55-15-7-16,0 0 8 0,0 0 60 0,-47 15-166 16,47-15-29-16,0 0-29 0,0 0-9 0,0 0-8 15,25 41-2-15,-25-41-17 0,63 28-27 0,-19-14-37 16,9 2-187-16,13-2-100 0,7 1-19 0</inkml:trace>
  <inkml:trace contextRef="#ctx0" brushRef="#br0" timeOffset="41034.3">23384 8789 152 0,'0'0'539'0,"-36"-23"22"0,36 23 29 0,0 0-32 0,-32-32-53 0,32 32 18 0,-39-17-51 0,39 17-62 0,0 0-58 0,0 0-50 0,-14-32-45 0,14 32-44 0,0 0-26 0,0 0-25 0,0 0-17 16,0 0-9-16,0 0-5 0,-27-37-11 0,27 37-8 16,0 0-5-16,0 0-22 0,0 0 1 15,0 0-24-15,-49-9-9 0,49 9-6 0,0 0-20 0,0 0 0 16,-73 4-5-16,73-4-3 15,-51 8 0-15,51-8-23 0,-58 9 21 0,58-9-15 16,-49 13 2-16,49-13-3 0,-43 15-1 0,43-15 162 0,0 0-190 0,-56 20 5 0,56-20 3 16,0 0 1-16,-42 16-5 15,42-16 20-15,0 0-8 0,-36 27 5 0,36-27-3 0,0 0 6 16,-29 35-4-16,29-35-1 0,0 0 5 0,-22 37 1 16,22-37 5-16,0 0-17 0,-12 39 24 0,12-39-11 15,0 0-1-15,-5 50 12 0,5-50-7 16,0 0-1-16,0 57 12 0,0-57 9 0,2 34 13 0,-2-34 0 0,13 46 7 0,-13-46-1 15,9 46-8-15,-9-46 21 16,10 44-13-16,-10-44 3 0,15 48 1 0,-15-48-9 16,14 49-3-16,-14-49-8 0,17 51 12 0,-17-51-6 0,17 52 4 0,-17-52-3 15,17 53-21-15,-17-53 19 0,22 56-8 0,-22-56 16 16,17 58-16 0,-17-58-2-16,22 58-32 0,-22-58 6 0,19 55 2 0,-19-55 8 0,20 48-16 0,-20-48 11 0,12 48-12 31,-12-48 16-31,17 44 7 0,-17-44-3 0,15 32-44 0,-15-32 0 15,0 0 13-15,12 39-59 0,-12-39-47 0,0 0-66 0,0 0-106 0,0 0-75 0,0 0-115 16,2 41-174-16,-2-41-131 0,0 0 15 0,0 0-55 16,-27-33-383-16,27 33-381 0</inkml:trace>
  <inkml:trace contextRef="#ctx0" brushRef="#br0" timeOffset="41193.83">22726 9572 7 0,'0'0'380'0,"0"0"148"0,0 0-22 0,0 0-48 0,0 0-59 0,0 0-7 0,19-60 40 0,-19 60 7 0,61-27-51 0,-15 6-49 0,7-2-68 0,8-3-58 0,5 3-44 15,2-6-32-15,2 5-28 0,-4-1-50 0,-1 2-139 16,-9 4-132-16,-2 4-153 0,-6-2-188 0,-9 1-58 16,-39 16-165-16,51-18-315 0,-51 18-284 0</inkml:trace>
  <inkml:trace contextRef="#ctx0" brushRef="#br0" timeOffset="42227.9">19331 8764 229 0,'22'-26'741'0,"-22"26"20"0,0 0-63 0,0 0-16 0,19-37-73 0,-19 37-83 0,0 0-75 16,0 0-72-16,0 0-68 0,20-26-58 0,-20 26-60 0,0 0-25 0,0 0-32 0,0 0 5 0,0 0-44 0,0 0-13 0,0 0 8 16,0 0-6-16,0 0-12 0,0 0 45 0,0 0-57 0,0 0-1 15,0 0 9-15,0 0-41 0,0 0 0 0,0 0-3 0,-78 5-8 0,78-5-6 0,0 0 4 16,-70 12-43-16,70-12 37 0,-61 16 8 15,61-16-1-15,-68 20-11 16,68-20-8-16,-68 20 13 0,68-20-10 0,-71 18 2 16,71-18-7-16,-65 27 2 0,65-27 6 0,-61 26-12 15,61-26 3-15,-46 18-8 0,46-18 13 0,0 0 6 16,-46 25-22-16,46-25 7 0,0 0 4 0,-34 24 2 16,34-24-1-16,0 0 1 0,0 0-4 15,-20 34-1-15,20-34-1 0,0 0 15 0,0 0-67 16,-12 44 75-16,12-44-12 0,0 0 5 0,17 34 16 0,-17-34-173 15,0 0 177-15,22 42 2 0,-22-42-12 0,12 33 10 16,-12-33 2-16,17 36-19 0,-17-36 18 0,15 40-3 0,-15-40 8 16,14 43-2-16,-14-43 7 0,12 47-14 0,-12-47 3 15,13 48 5-15,-13-48 1 0,9 50-2 0,-9-50-4 16,3 51-16-16,-3-51 4 0,0 53 5 0,0-53-6 16,2 50-3-16,-2-50-8 0,0 51-30 0,0-51 33 15,0 40-30-15,0-40 8 0,7 40-6 0,-7-40 3 0,13 33 12 16,-13-33-16-16,17 28 16 0,-17-28 10 15,0 0-12-15,39 32-6 0,-39-32 2 0,0 0 10 16,58 21-2-16,-58-21 21 0,0 0-3 0,85 4-2 0,-85-4 33 16,73-9 1-16,-73 9-28 0,80-13 6 15,-80 13-22-15,70-10 4 0,-70 10 30 0,51-7-52 16,-51 7 8-16,0 0-27 0,68-16-32 0,-68 16-40 16,0 0-47-16,0 0-41 0,0 0-26 0,0 0-63 15,0 0-100-15,0 0-251 0,25-30-170 0,-25 30 44 16,-22-26-20-16,22 26-465 0,0 0-392 0</inkml:trace>
  <inkml:trace contextRef="#ctx0" brushRef="#br0" timeOffset="42400.18">18935 9559 25 0,'0'0'402'0,"0"0"197"0,-53-12 31 0,53 12-23 0,0 0-67 0,-25-28-11 0,25 28-83 0,0 0-96 0,0 0-48 0,3-39-55 0,-3 39-37 0,31-35-29 16,-6 12-21-16,6-4-31 0,11-3-24 0,4-2-22 15,10 1-14-15,4-5-17 0,8 1-4 16,10 1-19-16,2-1-99 0,-12 5-157 0,10 1-197 0,-5 1-182 0,0-4-127 16,-7 12-784-16,6 0-486 0</inkml:trace>
  <inkml:trace contextRef="#ctx0" brushRef="#br0" timeOffset="43170.47">25202 8153 68 0,'0'0'698'0,"0"0"123"0,-10-44-49 0,10 44-55 0,0 0-74 0,0 0-3 0,-12-32-100 0,12 32-82 0,0 0-85 0,0 0-80 0,0 0-74 0,0 0-35 15,0 0-38-15,0 0-31 0,0 0-34 16,0 0 17-16,0 0-56 0,0 0-26 0,0 0 3 0,0 0-9 16,0 0 6-16,0 0-4 0,34 19-8 15,-34-19 10-15,26 31 3 0,-26-31 11 0,32 44 10 16,-32-44 1-16,29 42-2 0,-29-42 26 0,29 60-18 16,-14-30 1-16,-3 5-13 0,0-3-3 0,0 0-3 0,-12-32-5 15,17 66 3-15,-17-66-8 0,15 56 1 0,-15-56-9 16,12 60-6-16,-12-60 8 0,5 56-4 0,-5-56-6 15,5 48 7-15,-5-48-75 0,0 36 18 0,0-36-47 16,0 0-43-16,-10 37-103 0,10-37-47 0,0 0-38 16,0 0-66-16,0 0-83 0,0 0-102 0,0 0-13 0,0 0-39 15,0 0 50-15,-36-33 77 0,36 33-9 0,-25-53-383 16,25 53-98-16</inkml:trace>
  <inkml:trace contextRef="#ctx0" brushRef="#br0" timeOffset="43433.74">25272 8212 67 0,'0'0'309'15,"-10"-55"118"-15,10 55 18 0,-2-41 50 0,2 41-42 0,5-39-17 16,-5 39-4-16,7-36 17 0,-7 36-85 16,15-40-28-16,-15 40-44 0,21-35-40 0,-21 35-26 0,32-36-26 15,-32 36-23-15,46-35-28 0,-46 35-26 0,54-32-16 16,-15 6-21-16,-39 26-20 0,58-9-18 0,-58 9-4 0,68-19-12 16,-68 19-84-16,85-6 84 0,-85 6-6 15,63 4-5-15,-63-4-14 0,71 19 64 0,-71-19 17 16,70 34 13-16,-33-9 15 0,-6 1 7 0,-4 8 1 0,0-1 2 15,-10 4 41-15,-17-37-51 0,29 64-1 0,-24-19 1 16,-5-2 10-16,-10 3-8 0,-5 2-11 16,-16-2-10-16,-6 3-35 0,-11 1-3 0,-6-4-10 0,-9 5-12 0,-5-5-76 15,-7-7-141-15,2 3-302 0,2-1-385 0,-11-13-260 16,2 2-1039-16,11-5-777 16</inkml:trace>
  <inkml:trace contextRef="#ctx0" brushRef="#br0" timeOffset="44880.75">28258 14874 316 0,'12'-51'692'0,"-12"51"57"0,0 0-22 0,15-35-17 0,-15 35-24 0,0 0-94 0,0 0-36 0,-15-38-112 0,15 38-34 0,0 0-45 0,0 0-40 0,0 0 14 0,0 0-71 0,0 0-48 0,0 0-33 0,0 0-20 0,0 0-33 0,-9-36-12 16,9 36-11-16,0 0-4 0,0 0 1 0,0 0-10 0,0 0-15 15,0 0-14-15,0 0-13 16,0 0-21-16,0 0-13 0,0 0-3 0,0 0-10 0,-59 8-3 0,59-8-1 15,0 0-9-15,-48 16 3 16,48-16 0-16,-37 18-13 0,37-18 5 16,-53 21-2-16,53-21 1 0,-49 25-1 0,49-25 7 0,-41 24-6 15,41-24 0-15,-27 24-8 0,27-24 21 0,-41 19-9 0,41-19-2 16,0 0-3-16,-41 25-6 0,41-25-3 0,0 0 7 0,0 0-15 16,-27 28 6-16,27-28 3 0,0 0 8 15,-7 35-7-15,7-35 7 0,0 0-6 0,0 0 6 0,12 47 5 0,-12-47-1 16,17 29-4-16,-17-29 5 15,14 39 3-15,-14-39-4 0,20 43 2 16,-20-43 6-16,22 48 3 0,-22-48-4 0,17 54 7 16,-17-54-7-16,19 62 4 0,-19-62 3 0,27 69-8 15,-27-69 5-15,0 67-2 0,0-67 2 0,12 69-2 16,-12-69 3-16,15 67-3 0,-15-67-2 0,4 64 5 0,-4-64-1 16,3 61-1-16,-3-61 3 0,10 53-1 0,-10-53-1 15,9 39-8-15,-9-39-155 0,5 41-46 0,-5-41-49 16,0 0-88-16,0 37-141 0,0-37-165 0,0 0-69 15,0 0-102-15,0 0 15 0,0 0-125 0,0 0-333 16,0 0-397-16</inkml:trace>
  <inkml:trace contextRef="#ctx0" brushRef="#br0" timeOffset="45041.53">27947 15528 273 0,'0'0'558'0,"22"-39"39"0,-22 39 6 0,37-39-62 0,-11 18-26 0,6-4-24 0,4-1-67 0,8-1-80 0,-3 0-68 0,3-1-54 0,7 3-43 0,-7 13-41 0,2-12-39 0,-2-1-119 0,-3 6-148 0,-41 19-166 0,73-28-226 15,-73 28-103-15,39-22-187 0,-39 22-254 16,0 0-294-16</inkml:trace>
  <inkml:trace contextRef="#ctx0" brushRef="#br0" timeOffset="45769.93">24737 15348 247 0,'0'0'708'0,"0"0"114"0,0 0-39 0,-38-16-18 0,38 16-213 0,0 0 79 0,0 0-91 0,0 0-83 0,0 0-94 15,0 0-64-15,0 0-58 16,0 0-61-16,0 0-33 0,0 0-39 0,0 0-8 16,0 0 13-16,0 0-6 0,-3 46 8 0,3-46-21 0,22 51-1 15,-7-19 42-15,-3-2-41 0,5 4 9 0,-3 4-12 0,6-2 3 0,-6 6 4 16,-1-3-12-16,1 3-8 16,1-5-7-16,-3 4-17 0,-2 1-2 0,-3-1-13 15,3 5-6-15,-6-5 1 0,-1-4-85 0,-3-37 90 0,5 76-13 0,-5-76-79 16,0 64-100-16,0-64-50 0,-8 47-45 0,8-47-74 15,-14 32-87-15,14-32-98 0,0 0-77 0,0 0-148 0,0 0-41 16,0 0 21-16,0 0-15 0,-68-16-476 0,68 16-389 16</inkml:trace>
  <inkml:trace contextRef="#ctx0" brushRef="#br0" timeOffset="46053.24">24626 15659 182 0,'-5'-50'453'0,"5"50"57"0,0-46 44 0,0 46-48 0,5-38-41 0,-5 38-3 0,22-41 2 0,-22 41-33 15,31-42-56-15,-31 42-55 0,39-45-49 0,-39 45-36 0,51-40-44 16,-19 20-35-16,2 2-26 0,-34 18-14 0,70-30-24 16,-70 30-11-16,75-19-10 0,-75 19-13 0,68-12-14 31,-68 12-4-31,69 7-4 0,-69-7 24 0,70 17 9 0,-70-17 0 16,61 39 13-16,-32-11 42 0,-2 2-44 0,-1 4-11 15,-1 3 3-15,9 4 4 0,-22 5-2 0,-5-2 80 16,-7 2-103-16,0 1-11 0,-7 1-2 0,-3-2 4 15,0 0-13-15,-7 4 2 0,3-6-8 0,-6-1-5 16,3-1-14-16,-5-4 14 0,22-38-3 0,-46 55-7 0,24-26 19 16,1-3-55-16,21-26-63 0,-49 39-81 0,49-39-122 15,-41 28-130-15,41-28-175 0,0 0-203 16,-47 18-60-16,47-18-894 0,0 0-569 0</inkml:trace>
  <inkml:trace contextRef="#ctx0" brushRef="#br0" timeOffset="47069.27">31692 14217 136 0,'0'0'702'0,"0"0"69"0,0 0-94 0,0 0-38 0,0 0-7 0,0 0-80 0,0 0-109 0,0 0-63 0,0 0-66 0,38-16-62 0,-38 16-40 0,0 0-36 0,0 0-37 0,0 0-13 0,0 0-32 16,0 0-18-16,0 0-19 0,0 0-8 16,0 0-13-16,0 0-16 0,-48 23 2 0,48-23 6 0,-37 21-24 0,37-21 21 15,-36 24-15-15,36-24-2 0,-49 24-1 0,49-24-14 16,-48 24 28-16,48-24 9 0,-49 25-26 0,49-25 4 0,-51 22-5 16,51-22-6-1,-36 19 1-15,36-19 0 0,0 0-4 0,-54 23 0 16,54-23 14-16,0 0-4 0,-36 23-6 0,36-23 3 15,0 0 155-15,0 0-318 0,0 0 161 0,-27 24-8 0,27-24 4 0,0 0-13 16,0 0-3-16,0 0 15 0,-7 43 0 16,7-43 9-16,0 0-6 0,0 0-24 0,7 48 25 15,-7-48-6-15,0 0 10 0,15 46-12 16,-15-46 15-16,0 0 6 0,17 47 6 0,-17-47 9 0,0 0 33 0,9 48-35 16,-9-48 9-16,15 41-6 0,-15-41-4 15,2 37 11-15,-2-37 146 0,5 42-173 0,-5-42 11 16,0 41 7-16,0-41 0 0,0 0-11 0,-5 58 7 0,5-58 6 15,-2 37 2-15,2-37-8 0,0 0-14 16,-7 53-6-16,7-53-1 0,0 0 5 0,-8 48 9 16,8-48-6-16,0 0-4 0,0 39-6 0,0-39-3 15,0 0 8-15,0 0-3 0,8 42 4 0,-8-42-8 16,0 0-1-16,14 30-6 0,-14-30 13 0,0 0 119 16,27 27-168-16,-27-27 30 0,0 0 1 0,41 14 3 15,-41-14-4-15,0 0 30 0,71 2-31 0,-71-2 20 0,65-9 5 16,-65 9-14-16,83-21 7 0,-37 8 11 15,3 1 2-15,-3-2-5 0,7-2-8 0,1-2-4 16,-3 4 8-16,-3-5-7 0,1-11 3 0,2 17 0 0,-5 0 1 16,-46 13-31-16,71-25-10 0,-71 25-31 0,56-22-30 15,-56 22-48-15,38-16-86 0,-38 16-10 16,0 0-122-16,32-19-136 0,-32 19-171 0,0 0-70 0,0 0 15 0,-44-31-633 16,44 31-431-16</inkml:trace>
  <inkml:trace contextRef="#ctx0" brushRef="#br0" timeOffset="47257.85">31354 14897 146 0,'0'0'255'0,"0"0"51"0,0 0-20 0,0 0 10 0,36-23 25 0,-36 23-13 0,66-31-34 0,-25 11-30 0,5 0-34 0,1 1-46 0,6-2-29 0,-4 1-20 0,4-1-84 0,-4 2-18 15,-3 1-236-15,0-1-43 0,-12 0-64 0,-34 19-161 16,46-25-289-16,-46 25-71 0</inkml:trace>
  <inkml:trace contextRef="#ctx0" brushRef="#br0" timeOffset="48837.36">30428 12985 223 0,'0'0'415'0,"0"0"67"0,0 0 52 0,0 0-5 0,0 0-30 0,0 0 0 0,0 0-10 0,0 0-53 0,0 0-39 0,0 0-42 0,0 0-31 0,0 0-45 0,0 0-41 0,0 0-28 0,0 0-32 16,0 0-20-16,0 0-12 0,0 0-21 15,0 0-23-15,0 0-2 0,0 0-17 0,0 0-2 0,0 0 6 16,0 0-23-16,0 0-51 0,0 0 136 0,0 0-88 16,0 0-12-16,0 0-6 0,-32 23 2 15,32-23 49-15,0 0-61 0,0 0-3 0,-63 11-11 0,63-11 18 16,0 0-13-16,-60 18-16 0,60-18 17 0,-44 14-15 15,44-14 7-15,-49 16-17 0,49-16 4 0,-51 12-10 0,51-12 4 16,-48 16 4-16,48-16 4 0,-59 16-5 0,59-16 11 16,-51 14 75-16,51-14-101 0,-53 12 42 0,53-12-8 15,-44 13 6-15,44-13-18 0,-46 11-7 0,46-11 12 16,0 0-2-16,-63 13-2 0,63-13 3 0,0 0-23 16,0 0 16-16,-49 11 1 0,49-11 6 0,0 0-1 0,0 0-16 15,0 0 8-15,-58 7-9 0,58-7 14 0,0 0-13 16,0 0-2-16,0 0 9 0,0 0-10 15,-56 12 13-15,56-12-3 0,0 0-2 0,0 0-6 0,-54 10 7 16,54-10 4-16,0 0-13 0,-48 12 6 16,48-12 1-16,0 0 10 0,-51 8-9 15,51-8 2-15,0 0 49 0,0 0-70 0,-44 11 17 0,44-11-5 16,0 0 3-16,0 0-3 0,0 0 1 0,0 0-6 0,0 0 6 16,0 0-9-16,0 0 13 0,0 0 9 0,0 0-17 0,0 0 2 15,0 0-6-15,0 0 11 0,0 0-18 16,0 0 26-16,0 0-7 0,0 0-7 0,0 0-13 15,0 0-31-15,0 0 54 0,0 0-21 0,0 0 15 0,0 0 13 16,0 0-4-16,0 0-24 0,0 0 18 16,0 0-14-16,0 0 13 0,-14 32 6 0,14-32 3 15,0 0 9-15,0 0-1 0,24 33 14 0,-24-33 44 0,0 0-69 0,17 30 13 16,-17-30-9-16,0 0 13 0,22 36-10 16,-22-36-7-16,0 0 6 0,26 34-10 0,-26-34 8 15,0 0 3-15,47 35 16 0,-47-35 45 0,0 0-91 16,21 31 6-16,-21-31-2 0,20 30 8 0,-20-30 9 0,0 0 6 15,32 29-14-15,-32-29 4 0,0 0-5 0,34 35 13 16,-34-35-5-16,0 0 3 0,29 36 13 0,-29-36-5 0,0 0-4 16,22 28 12-16,-22-28-1 15,0 0-13-15,21 25 8 0,-21-25-1 0,0 0-11 16,0 0 20-16,32 30-9 0,-32-30 17 0,0 0-13 0,0 0 7 0,32 31-15 16,-32-31 2-16,0 0-1 0,26 25-8 15,-26-25 14-15,0 0-1 0,0 0-9 0,37 32 8 0,-37-32-4 0,36 16-8 16,-36-16 8-16,0 0-12 0,0 0 14 0,32 33-15 15,-32-33 6-15,0 0 2 0,27 30 11 0,-27-30 0 16,0 0-22 0,43 27 23-16,-43-27-5 0,0 0-5 0,29 25 8 0,-29-25 3 0,0 0-5 0,30 24 5 15,-30-24-8-15,0 0 1 0,36 20 1 16,-36-20 2-16,0 0 3 0,36 21-11 16,-36-21 10-16,0 0-54 0,0 0 58 0,49 21 3 0,-49-21-5 0,0 0 1 0,0 0-7 15,0 0-9-15,46 20 9 16,-46-20-7-16,0 0 2 0,0 0-2 0,0 0 1 15,0 0 49-15,0 0-61 0,44 12 12 0,-44-12 35 16,0 0 47-16,0 0 15 0,0 0 16 0,0 0 26 0,0 0 11 0,0 0 45 16,0 0-62-16,0 0 55 0,0 0-51 15,0 0-19-15,0 0-25 0,0 0-15 16,0 0-18-16,0 0-13 0,0 0-67 0,0 0-171 16,0 0-158-16,0 0-120 0,0 0-194 0,0 0-439 0,0 0-353 15,0 0-1007-15,0 0-1050 0</inkml:trace>
  <inkml:trace contextRef="#ctx0" brushRef="#br0" timeOffset="50285.23">26188 12280 237 0,'0'0'351'0,"0"0"45"0,0 0 7 0,0 0-2 0,0 0-40 0,0 0-19 0,0 0-33 0,0 0-10 0,0 0-1 0,0 0-19 0,0 0-30 0,0 0 27 0,0 0-29 0,0 0-13 0,0 0-15 16,0 0-2-16,0 0-14 0,0 0-5 0,0 0-16 15,0 0-10-15,0 0-11 0,0 0-85 0,0 0 49 0,0 0-9 16,0 0-15-16,0 0-27 0,0 0-6 15,0 0-11-15,0 0-26 0,0 0 0 16,0 0-6-16,0 0-7 0,0 0-17 0,0 0-1 0,0 0 4 16,0 0-9-16,0 0 0 0,0 0 4 0,0 0-2 0,0 0 1 15,0 0-2-15,54 11-10 0,-54-11 28 16,0 0-20-16,63 14 11 0,-63-14-8 0,53 5 4 0,-53-5 27 16,68 8 6-16,-68-8-1 0,71 7-4 15,-71-7-13-15,77 7 12 0,-77-7 3 0,81 0-21 0,-81 0 9 0,82 5-3 16,-82-5 2-16,80 6-3 0,-80-6-4 15,71 1 4-15,-71-1-7 0,68 2 4 0,-68-2-11 16,0 0 4-16,78 2-2 0,-78-2 7 0,0 0-15 16,58 1 7-16,-58-1 1 0,0 0 0 0,0 0 16 0,0 0-24 15,66 9-36-15,-66-9 43 0,0 0 13 0,0 0-10 16,0 0-6-16,60 0 48 16,-60 0 5-16,0 0-3 0,0 0-26 0,0 0-4 0,59 3-2 0,-59-3-15 15,0 0 23-15,0 0-24 0,0 0 24 16,63 4-14-16,-63-4-7 0,0 0 11 0,0 0-13 0,68 4-3 15,-68-4-11-15,0 0 11 0,0 0 13 0,0 0-8 16,0 0-62-16,0 0-73 0,0 0-67 0,0 0-120 0,0 0-120 16,0 0-191-16,0 0-161 0,0 0-41 15,0 0-812-15,0 0-529 0</inkml:trace>
  <inkml:trace contextRef="#ctx0" brushRef="#br0" timeOffset="50927.25">27012 11634 39 0,'0'0'319'0,"0"0"161"0,-10-37 27 0,10 37 45 0,0 0-19 0,0 0-22 0,0 0 48 0,0 0-44 0,-10-36-27 0,10 36-42 0,0 0-43 0,0 0-44 16,0 0-35-16,0 0-45 0,0 0-21 0,0 0-10 15,0 0 25-15,0 0-14 0,0 0-25 0,-26-23-25 0,26 23-63 0,0 0 19 16,0 0-32-16,0 0-19 15,0 0-23-15,0 0-26 0,0 0-2 0,0 0-19 16,0 0-11-16,0 0-12 0,0 0 11 0,0 0-19 0,0 0-20 16,0 0 2-16,0 0-6 0,0 0-4 15,0 0-3-15,0 0-6 0,0 0 2 0,0 0 0 16,0 0 16-16,0 0 5 0,26 30-9 0,-26-30 5 0,0 0 5 0,27 32-7 0,-27-32-1 16,0 0 4-16,27 36 5 15,-27-36 2-15,27 28-6 0,-27-28-3 0,24 30 13 16,-24-30-5-16,22 33-4 0,-22-33 4 0,41 32 6 15,-41-32-3-15,17 34 5 0,-17-34 4 16,22 28 1-16,-22-28 9 0,19 36 0 0,-19-36-1 16,27 35 14-16,-27-35 0 0,17 33 6 0,-17-33 9 15,24 34-17-15,-24-34-7 0,17 34 9 0,-17-34-6 16,22 30 2-16,-22-30 2 0,15 26-1 0,-15-26 2 0,0 0 3 16,22 42 15-16,-22-42 19 0,0 0 2 0,22 33-2 0,-22-33 3 0,0 0 15 15,14 31 32-15,-14-31 17 16,0 0 21-16,17 30 6 0,-17-30-9 0,0 0-16 15,0 0-24-15,15 35-34 0,-15-35-6 0,0 0 6 16,0 0 2-16,0 0-9 0,12 35-17 0,-12-35-9 0,0 0-19 16,0 0-10-16,0 0 2 0,0 0-88 0,24 33-228 15,-24-33-222-15,0 0-151 0,0 0-411 16,17 30-613-16,-17-30-1033 0,0 0-1296 0</inkml:trace>
  <inkml:trace contextRef="#ctx0" brushRef="#br0" timeOffset="56991.49">25019 14569 78 0,'0'0'707'0,"0"0"112"0,-34-23-58 0,34 23-42 0,0 0 1 0,0 0-95 0,0 0-66 0,-29-23-91 0,29 23-69 0,0 0-53 0,0 0-61 0,0 0-66 16,0 0-20-16,0 0 3 0,0 0-45 0,0 0-27 0,0 0-48 15,0 0 23-15,0 0-32 0,0 0-34 16,0 0 1-16,0 0-23 0,0 0 5 0,0 0-8 16,0 0-19-16,0 0-10 0,0 0 15 0,0 0 4 0,7 42-2 15,-7-42 6-15,17 36 7 0,-17-36-5 0,20 47 10 16,-20-47-5-16,24 59 11 0,-9-26-1 0,-15-33-15 15,24 62 31-15,-12-29-24 0,3 1-11 0,2 1 0 16,-7-1 0-16,2-1 12 0,-3 0-14 0,6-2-4 16,-15-31 3-16,24 60 6 0,-24-60-8 0,25 62 9 15,-25-62-13-15,14 56 10 0,-14-56-11 0,20 52 25 16,-20-52-25-16,19 44-4 0,-19-44 4 0,12 40 5 0,-12-40 0 16,15 33-4-16,-15-33-2 0,0 0 3 0,9 31-7 15,-9-31 6-15,0 0-4 0,0 0 1 16,0 0-4-16,0 0 0 0,0 0-26 0,0 0-20 0,0 0 33 15,0 0 12-15,0 0 0 0,49-7 15 0,-49 7 1 16,46-49 16-16,-24 18-15 0,5-4-6 0,0 0-2 16,2-4 5-16,0 0-19 0,-7-3 22 0,4 3-1 15,4 0 2-15,-4 0 11 0,1-1-20 0,-7 6-2 16,4-3 3-16,-5 3 5 0,-4 3 4 0,-15 31 1 16,29-55-6-16,-29 55 2 0,24-66-7 0,-24 66 14 0,27-37-61 15,-27 37-32-15,17-41-10 0,-17 41-36 0,27-35-47 16,-27 35-122-16,41-35-118 0,-41 35-121 0,54-26-181 15,-54 26-113-15,55-32-38 0,-55 32-677 0,71-15-495 16</inkml:trace>
  <inkml:trace contextRef="#ctx0" brushRef="#br0" timeOffset="57827.71">28623 15321 382 0,'-25'28'857'0,"25"-28"37"0,0 0-86 0,0 0 1 0,0 0-93 0,-48-10-100 0,48 10-75 0,0 0-76 0,0 0-77 0,0 0-27 0,0 0 0 0,0 0-39 0,0 0-48 16,0 0-41-16,0 0-37 0,0 0-27 0,0 0-28 16,0 0-9-16,0 0-10 0,0 0 6 0,0 0 0 15,0 0 12-15,0 0-12 0,0 0-7 0,0 0-7 0,0 0-19 0,0 0-10 0,0 0-18 0,0 0 52 16,-27 28 81-1,27-28 10-15,0 0-40 0,22 37-26 0,-22-37-27 0,19 41-14 0,-19-41-24 0,22 50-14 16,-22-50-16-16,27 51-4 16,-27-51-10-16,36 56-7 0,-19-26-2 15,-17-30-11-15,32 66 3 0,-10-35-3 0,-3 2 10 16,8 0-12-16,-5 2-12 0,0-1-6 0,-8-3 9 16,8-3-10-16,-2 0-21 0,-20-28 16 0,39 49 5 15,-39-49-25-15,31 34-30 0,-31-34-36 0,27 26-36 16,-27-26-28-16,0 0 7 0,31 23 18 0,-31-23 28 0,0 0 52 15,0 0-7-15,59-25 14 0,-59 25 9 0,46-53 10 16,-19 19 2-16,-1-8 5 0,6-4-3 0,0-3-8 16,4-3-12-16,-4-3-30 0,4 2-25 0,-4-1-47 15,-1-5-52-15,-4 5-11 0,0 1-58 0,-5 1-34 16,-1 1 5-16,-6 0-59 0,2 4-144 0,2 7-201 16,3 2-169-16,-17-3-117 0,-5 41-173 0,17-64-388 0,-17 64-496 15</inkml:trace>
  <inkml:trace contextRef="#ctx0" brushRef="#br0" timeOffset="58855.59">30059 10191 275 0,'0'0'702'0,"0"0"67"0,0 0-60 0,-56-8-60 0,56 8-37 0,0 0-99 0,0 0-90 0,0 0-77 0,0 0-74 0,0 0-68 0,0 0-39 0,0 0-33 0,0 0-9 16,27-37 11-16,-27 37-14 0,89-25-16 0,-37 4 17 15,11 1 124-15,0 0-167 0,2 0-5 0,4-3-5 16,3 2 1-16,-1-2-10 0,2-1 15 0,0 2-11 16,-3 3-2-16,-9-5-14 0,0 7 10 0,-6 3-6 15,-6-1-16-15,-3 3 2 0,-46 12-20 0,68-18 3 0,-68 18 8 16,44-12 32-16,-44 12-46 0,0 0 23 0,0 0-8 15,0 0 3-15,53-10-12 0,-53 10 11 0,0 0-7 16,0 0-6-16,0 0 1 0,0 0-21 16,0 0 11-16,0 0-1 0,37 32 6 0,-37-32 34 0,5 42-17 15,-5-42-2-15,7 54 0 0,-7-54 4 0,7 71-4 16,-7-28 7-16,3 8-7 0,-6-3 6 0,3 8-13 16,0-3-4-16,8 5 44 0,-13-3-62 0,5 2-3 15,0-3-96-15,-3-2-89 0,3-1-85 0,-2-1-186 0,7-1-237 16,0-3-301-16,-15 1-103 0,8-9-702 0,2-38-587 15</inkml:trace>
  <inkml:trace contextRef="#ctx0" brushRef="#br0" timeOffset="59946.2">27891 10314 116 0,'0'0'577'0,"0"0"122"0,0 0 25 0,-34-20-69 0,34 20-15 0,0 0-71 15,0 0-91-15,0 0-82 0,0 0-75 0,0 0-71 0,0 0-47 0,0 0-43 0,0 0-34 0,0 0-21 0,0 0-26 0,0 0-17 0,0 0-21 16,0 0-6 0,0 0-6-16,0 0-4 0,0 0-16 15,-36 25-6-15,36-25 18 0,0 0 8 0,-10 53 11 0,10-53 4 0,-10 48 11 0,10-48 18 0,-21 62 1 16,4-29 7-16,2 1-14 0,-7 1 4 0,3 4 5 15,2-3 3-15,-5-3-1 16,5 1 20-16,2-5-67 0,-4 1 2 16,7 3-3-16,12-33-13 0,-22 40-2 0,22-40-6 15,-20 28 48-15,20-28-57 0,0 0-1 0,0 0-4 16,0 0 5-16,0 0-6 0,0 0 10 0,0 0-23 16,0 0 13-16,0 0-10 0,0 0 2 0,27-21 9 15,-27 21-10-15,37-53 3 0,-18 21 2 0,3-1 6 16,0 1 6-16,-5-3-12 0,2-8 2 0,3 12 8 15,-7-1-12-15,2 1 11 0,-3 1 1 0,-14 30 0 0,22-58 2 16,-22 58 109-16,22-53-139 0,-22 53 29 0,19-48 24 16,-19 48 15-16,5-38 22 0,-5 38 68 0,12-39-50 15,-12 39-1-15,5-37 12 0,-5 37 4 0,0 0 0 16,5-48 6-16,-5 48 7 0,0 0-3 0,5-41-9 16,-5 41 1-16,0 0 1 0,0 0 8 0,12-31-1 0,-12 31-5 15,0 0 4-15,0 0-7 0,0 0-13 0,0 0-5 16,0 0-6-16,0 0 4 0,0 0-3 0,0 0-3 15,0 0-13-15,0 0-17 0,0 0-9 0,0 0 107 16,0 0-75-16,37 30 64 0,-37-30 15 0,36 44 46 16,-9-14-16-16,4 5 8 0,6 4 8 0,-1 5-13 0,3 2-36 15,7 2-13-15,3 6-30 0,-1-2-19 0,8 2-184 16,3 1-235-16,4 1-230 0,-5-8-85 0,5 11-425 16,-4-18-616-16,9 8-1109 0,-5-5-1328 0</inkml:trace>
  <inkml:trace contextRef="#ctx0" brushRef="#br0" timeOffset="63317.2">21192 8008 329 0,'0'0'519'0,"0"0"65"0,0 0 1 0,-51 11-33 0,51-11-15 0,0 0-54 0,0 0-1 0,0 0-64 0,0 0-58 0,0 0-52 0,0 0-55 0,0 0-28 0,0 0-32 0,0 0-22 0,0 0-38 0,0 0-1 15,0 0-7-15,0 0-15 16,0 0-12-16,0 0 128 0,0 0-167 0,0 0 3 0,0 0-2 16,0 0-14-16,0 0 1 0,0 0-7 0,0 0-34 15,0 0 11-15,0 0-3 0,0 0-14 0,0 0 5 16,0 0-2-16,0 0 19 0,39 22-1 0,-39-22 12 0,0 0-6 16,93-5-5-16,-93 5 24 0,55-13-9 0,-55 13-8 15,95-15-12-15,-41 5-4 0,2 2 32 0,-3 1-23 0,3-3 10 16,-3 1-40-16,-2 0 14 0,0 0 15 0,-51 9-11 15,93-10-3-15,-93 10 4 0,77-13 34 16,-77 13-48-16,66-10-4 0,-66 10 13 0,0 0 0 0,63-9-70 16,-63 9 46-16,0 0 65 0,0 0-45 15,0 0 8-15,0 0-9 0,0 0 48 16,0 0-14-16,61-2 11 0,-61 2-5 0,0 0-14 0,0 0 31 0,0 0-38 0,0 0 7 16,0 0-8-16,0 0 1 0,0 0 0 15,0 0 76-15,-10 55-40 16,10-55 29-16,-9 49 3 0,9-49 13 0,-17 62-5 0,7-30-6 0,-2 9-3 0,2-4 0 0,-5-2-2 15,3 7 0 1,3-1-15-16,-11 0-11 0,10-4-9 0,3 3-11 0,-3-2 21 16,8 2-42-16,-3-3-3 0,5-37-59 15,0 69-122-15,0-69-95 0,0 62-87 0,0-62-209 16,7 53-317-16,-7-53-222 0,3 58-114 0,-3-58-737 0,10 38-636 16</inkml:trace>
  <inkml:trace contextRef="#ctx0" brushRef="#br0" timeOffset="65585.74">24026 5789 206 0,'31'-23'509'0,"-31"23"50"0,0 0 19 0,0 0-47 0,0 0-35 0,0 0 22 0,0 0-49 0,0 0-65 0,0 0-91 0,0 0-24 0,0 0-40 0,0 0-23 0,0 0-38 15,0 0-34-15,0 0 6 0,0 0-10 0,0 0-6 16,0 0-15-16,0 0-12 0,0 0-23 0,0 0-8 15,0 0-1-15,0 0-16 0,0 0 6 16,0 0-31-16,0 0 16 0,0 0-12 0,0 0 3 16,0 0-13-16,0 0-12 0,0 0-8 0,0 0 9 15,0 0-31-15,0 0 19 0,0 0-5 16,0 0 3-16,0 0-10 0,0 0-6 0,0 0 0 0,0 0 15 0,0 0 121 16,0 0-171-16,0 0 4 15,0 0 13-15,0 0 7 0,0 0 5 0,0 0 3 16,27 35 2-16,-27-35-15 0,0 0 20 0,-3 47-6 15,3-47 11-15,0 0 44 0,-2 56-45 0,2-56 6 0,-5 39 2 0,5-39-3 0,-2 37 12 16,2-37-22-16,-5 42 11 16,5-42 18-16,-10 45 9 0,10-45-1 0,-10 47-12 0,10-47 11 15,-12 44-21-15,12-44 12 0,-17 41-4 0,17-41 8 16,-9 58-23-16,9-58-7 0,-25 42-8 0,25-42 15 16,-12 40 91-16,12-40-130 0,-14 43 33 0,14-43-13 0,-13 36 16 0,13-36-36 0,-17 41 22 31,17-41 18-31,-9 36-18 0,9-36 4 0,-13 34 1 15,13-34 21-15,-26 32-16 0,26-32-17 0,0 0 24 16,-3 40-8-16,3-40-13 0,0 0 16 0,0 0-16 16,0 0 4-16,0 43 19 0,0-43-15 0,0 0 16 15,0 0-16-15,0 0-6 0,0 0 8 0,0 0 4 0,0 0-22 16,0 0 22-16,0 0-20 0,0 0 18 0,15 32-5 16,-15-32 115-16,0 0-128 0,0 0 4 15,0 0 20-15,0 0 7 0,0 0-14 0,78-4 21 0,-78 4 24 16,70-10 43-16,-70 10 6 0,90-18 0 0,-39 6 10 15,3 1-4-15,-1-5-7 0,5 2-7 0,-4-2 0 16,-1 0 29-16,1-1-58 0,-3 3-6 0,-10 1-8 16,-41 13-14-16,80-21 7 0,-80 21-12 0,58-18-10 15,-58 18 5-15,0 0-11 0,49-12 0 0,-49 12 3 16,0 0-14-16,0 0-43 0,0 0-51 0,0 0-98 16,0 0-39-16,0 0-161 0,0 0-256 0,0 0-293 15,37 14-185-15,-37-14-956 0,0 0-704 0</inkml:trace>
  <inkml:trace contextRef="#ctx0" brushRef="#br0" timeOffset="68490.98">23073 8494 367 0,'-32'-37'588'0,"32"37"58"0,0 0 16 16,-24-26-35-16,24 26 54 0,0 0-24 0,0 0-158 0,-19-32-66 0,19 32-68 0,0 0-51 0,0 0-50 0,0 0-52 0,0 0-22 0,0 0-22 0,0 0-25 15,0 0-27-15,0 0-15 0,-15-29 18 0,15 29-55 0,0 0-7 0,0 0-13 16,0 0-14-16,0 0 32 16,0 0-62-16,0 0 7 0,0 0-4 0,0 0-3 15,0 0 3-15,0 0-17 0,0 0 2 0,0 0 6 0,41 23 17 0,-41-23-154 0,0 0 170 0,56 21-1 16,-56-21-2-1,54 20-1-15,-54-20-19 0,63 25 24 0,-63-25-10 0,73 30 0 16,-73-30 3-16,78 32-2 0,-39-16 5 0,7 3-9 16,-3 0 8-16,4-1-17 0,-1 1 0 0,0 3 5 0,3-5 1 0,-6 2-1 15,3 1-7-15,1 0-3 16,-4-6 4-16,1 5-2 16,-8-4-3-16,-36-15 2 0,76 23 18 0,-76-23-20 15,63 24-2-15,-63-24 9 0,53 18-9 0,-53-18 27 0,0 0 14 16,54 11-41-16,-54-11-4 0,0 0-14 0,0 0 29 15,0 0 14-15,0 0 16 0,0 0 59 0,0 0 57 16,0 0-9-16,36-22-25 0,-36 22-31 0,-2-41-17 16,2 41-21-16,-7-56-2 0,7 56-11 0,-13-70-12 15,6 32-11-15,0 1 1 0,0-4 0 0,14 3 6 0,-19-2 26 16,4 2-59-16,-1-3-21 0,9 41-18 16,-15-69-9-16,15 69-31 0,-10-58-29 0,10 58-36 0,-12-53-30 15,12 53-38-15,-5-48-76 0,5 48-154 0,0 0-86 16,5-48-140-16,-5 48-117 0,0 0 35 0,20-35 11 15,-20 35-130-15,0 0-211 0,0 0-285 0</inkml:trace>
  <inkml:trace contextRef="#ctx0" brushRef="#br0" timeOffset="68983.98">24997 8526 626 0,'0'0'980'0,"0"0"-66"0,0 0-56 0,0 0-81 0,0 0-116 0,0 0-72 0,0 0-134 0,0 0-97 0,0 0-76 0,0 0-69 0,0 0 19 0,0 0-87 0,0 0-42 0,0 0-11 0,0 0-30 0,0 0-6 0,0 0-24 0,0 0-1 0,0 0-15 0,34 18 17 16,-34-18-19-16,0 0 13 0,52 21-25 0,-52-21 9 0,41 19-1 16,-41-19 0-16,46 30-14 0,-46-30-26 0,44 26 43 15,-44-26-6-15,48 23-5 0,-48-23 12 16,51 24-21-16,-51-24 17 0,42 21-13 0,-42-21-11 0,53 20 27 15,-53-20-17-15,0 0 2 0,37 20-11 0,-37-20 2 16,0 0-39-16,0 0 85 0,0 0-42 0,0 0 3 16,36 16 5-16,-36-16 25 0,0 0 44 0,0 0 55 15,0 0-25-15,0 0-14 0,12-54-27 0,-12 54-3 16,-12-52-1-16,12 52-3 0,-15-70-23 16,8 33 0-16,0-11-13 0,2-1-5 0,3-6-15 0,2 0-64 0,0-2-38 15,0-3-53-15,0-2-66 16,2 6-165-16,8 3-274 0,-1 2-193 0,-9-2-144 15,10 10-981-15,-7-1-648 0</inkml:trace>
  <inkml:trace contextRef="#ctx0" brushRef="#br0" timeOffset="70174.13">22784 4704 180 0,'0'0'560'0,"0"0"31"0,0 0 10 0,0 0-53 0,0 0-34 0,0 0 1 0,0 0-76 0,0 0-73 0,0 0-65 0,0 0-67 0,0 0-45 0,0 0-42 0,0 0-21 0,0 0-26 0,0 0-5 16,0 0 34-16,-10 42 2 15,10-42 9-15,-7 37 16 0,7-37-5 0,-12 48-2 0,12-48-6 0,-20 51-10 16,20-51-13-16,-29 59-19 0,29-59 10 0,-27 58-9 0,10-28-12 16,17-30-13-16,-26 55-34 0,26-55-3 15,-27 49-10-15,27-49-3 0,-22 39-8 0,22-39-16 0,-17 34 13 16,17-34 3-16,0 0-20 15,0 0-4-15,-14 35 4 0,14-35-6 0,0 0-12 0,0 0-16 16,0 0-9-16,0 0 5 0,0 0-12 0,0 0 3 0,0 0 6 16,0 0 16-16,19-27 4 0,-19 27 3 15,24-40 3-15,-24 40 1 0,25-46 13 16,-25 46 2-16,21-46-9 0,-21 46 9 16,22-57 6-16,-22 57 14 0,20-58-8 0,-20 58 5 0,22-58-7 0,-22 58 3 15,17-56 19-15,-17 56-25 0,14-57 13 0,-14 57 23 0,34-46-9 16,-34 46 55-16,17-44-55 15,-17 44 10-15,3-37 10 0,-3 37-19 0,29-30 34 0,-29 30 45 16,0 0-40-16,0 0 0 0,-10-39 3 0,10 39 0 16,0 0-7-16,0 0-8 0,0 0-3 0,0 0-11 15,0 0-6-15,0 0-20 0,0 0-2 16,0 0 1-16,0 0-13 0,0 0-5 0,0 0 2 16,0 0-14-16,0 0 5 0,0 0 7 0,0 0 2 0,37 27 6 15,-37-27-1-15,46 36 3 0,-20-12-8 0,6 0 7 16,2 1 1-16,5 3-2 0,2 2-9 0,1 0-2 15,1 0 9-15,3 4-9 0,1-4 11 0,4 0-10 0,0 0-80 16,-3 4-70-16,-4-6-45 0,-3 0-82 0,1 0-187 16,-4 4-208-16,-4-4-215 0,-7-6-92 15,-5 9-991-15,-22-31-646 0</inkml:trace>
  <inkml:trace contextRef="#ctx0" brushRef="#br0" timeOffset="70955.6">20619 5612 268 0,'0'0'552'0,"0"0"55"0,5-41 34 0,-5 41-62 0,0 0 37 0,0 0-4 0,7-37-64 0,-7 37-81 0,0 0-65 0,0 0-110 0,0 0 52 0,0 0-82 0,0 0-41 15,0 0-40-15,0 0-28 0,0 0-22 0,0 0-12 0,0 0-1 16,0 0-28-16,0 0 34 0,0 0-79 0,0 0 0 16,0 0 3-16,0 0-19 0,0 0 4 0,0 0-7 15,0 0 6-15,-27 36-13 0,27-36 76 0,-19 39-59 16,19-39 7-16,-27 48-14 0,27-48-18 0,-31 56 22 0,31-56-7 15,-34 55-11-15,17-27-2 0,-3 4-4 0,-4-2 2 16,2 2-8-16,0-2 1 0,-2-2-4 16,2 0 5-16,0-1-5 0,0 2-7 15,22-29 20-15,-36 48-15 0,36-48 16 0,-32 41-16 0,32-41-6 0,-22 37 9 16,22-37-5-16,0 0-40 0,-19 34 43 0,19-34-3 0,0 0 2 16,0 0-5-16,0 0 0 0,-7 34 38 0,7-34-63 15,0 0 7-15,0 0 10 16,34 31-3-16,-34-31 16 0,34 22-8 0,-34-22 5 0,46 20 0 0,-46-20 9 15,56 25-19-15,-56-25 36 0,65 28-42 0,-65-28 15 16,71 32-8-16,-37-16 57 0,-34-16-120 0,90 35 67 16,-90-35 6-16,63 32 6 0,-63-32 0 0,63 34-6 15,-63-34 13-15,61 32-9 0,-61-32 11 0,58 32-123 16,-58-32-111-16,54 30-311 0,-54-30-371 0,43 41-305 0,-43-41-762 16,66 1-646-16</inkml:trace>
  <inkml:trace contextRef="#ctx0" brushRef="#br0" timeOffset="85280.83">13794 6672 77 0,'0'0'547'0,"0"0"65"0,0 0 3 0,0 0-126 0,0 0-45 0,0 0 15 0,0 0-10 0,0 0-61 0,0 0-40 0,0 0-61 0,0 0-46 0,0 0-50 0,0 0-26 0,0 0-25 0,0 0 10 16,0 0-7-16,0 0-5 0,0 0-13 0,0 0-26 0,0 0-6 0,0 0-70 0,-10-36 83 15,10 36-9-15,0 0-10 16,0 0-19-16,0 0 3 0,0 0-10 0,0 0-17 0,0 0-15 0,0 0-14 16,-66-5 14-16,66 5-146 0,0 0 147 15,-53-10-1-15,53 10 3 0,0 0-20 16,-49-16 4-16,49 16 0 0,0 0-17 0,0 0 6 0,-36-21-6 0,36 21 16 0,0 0-25 16,0 0 6-16,0 0 25 0,0 0-29 15,0 0-4-15,0 0 0 16,-24-28 2-16,24 28-6 0,0 0 10 0,0 0 4 0,0 0-9 0,0 0-125 0,0 0 165 15,0 0-7 1,34-23-5-16,-34 23-24 0,0 0 13 0,51-20-4 0,-51 20-3 16,0 0-1-16,51-19 3 0,-51 19 0 0,0 0-16 0,55-21 25 15,-55 21-9-15,0 0-3 0,56-16 6 0,-56 16-3 0,0 0-4 0,51-11 5 16,-51 11-17-16,0 0 16 0,0 0-3 16,0 0-9-16,0 0 4 15,59-5 4-15,-59 5-7 0,0 0-2 0,0 0 2 16,0 0 1-16,0 0 18 0,19 29-18 0,-19-29 5 0,0 0 8 15,15 43-4-15,-15-43 9 0,9 45-6 16,-9-45 8-16,3 48-5 0,-3-48-1 0,2 56-27 0,-2-56 27 16,3 62-10-16,-3-62 2 0,5 67 11 15,-5-67-5-15,12 64 0 0,-12-64 2 0,17 63-3 0,-17-63-3 0,26 58-8 16,-9-28 4-16,-17-30 4 0,37 51 2 16,-15-26 1-16,-22-25-4 0,53 40-1 0,-53-40 20 15,56 35-26-15,-56-35-2 0,58 28 10 16,-58-28-17-16,71 23 13 0,-71-23-58 0,53 17 75 0,-53-17 3 15,51 8 9-15,-51-8-27 0,0 0 6 0,61 8-66 16,-61-8 86-16,0 0-12 0,0 0 15 0,0 0-5 16,61 6-3-16,-61-6 22 0,0 0 5 0,0 0 0 15,0 0-14-15,0 0 21 0,0 0 4 0,0 0 17 16,0 0-14-16,0 0-5 0,0 0-2 0,0 0 9 16,0 0-30-16,0 0 15 0,0 0-3 0,0 0 89 15,0 0-133-15,0 0-11 0,0 0 12 0,0 0-9 16,0 0-10-16,0 0 2 0,0 0 66 0,-20 31-79 15,20-31 16-15,-26 23-13 0,26-23 15 0,-32 30 10 16,32-30-9-16,-31 35 8 0,31-35-14 0,-27 35 13 16,27-35-6-16,-24 36 18 0,24-36-19 0,-20 35 10 0,20-35-9 15,0 0-13-15,-12 47 45 0,12-47-42 0,0 0 3 16,2 41 15-16,-2-41-4 0,0 0-12 0,20 38 14 16,-20-38-27-16,0 0-10 0,24 27 17 0,-24-27 18 15,0 0-19-15,0 0 26 0,34 30-10 0,-34-30-2 16,0 0 14-16,0 0-14 0,0 0 6 0,29 24 0 0,-29-24 21 15,0 0-24-15,0 0 15 0,0 0 10 16,0 0-4-16,0 0-9 0,0 0 2 0,0 0 4 16,0 0 7-16,0 0 14 0,-19 30-2 0,19-30 9 15,-56 10 27-15,56-10 1 0,-80 15 28 0,80-15 2 0,-100 13 21 16,42-3-10-16,0-1-15 0,-8-1 2 0,-2 0 43 16,-3 2-35-16,-1-2 14 0,-4 1 10 0,1 3 1 15,0-3-18-15,-3 0-15 0,-2-1-5 0,-1 2-11 0,4-2 16 16,4-1-49-16,-3 0 1 0,6-1-19 15,7 1-1-15,4-4-14 0,59-3 1 0,-92 7-10 16,92-7-13-16,-70 7-110 0,70-7-121 0,0 0-83 0,-71 0-156 16,71 0-350-16,0 0-394 0,-48 9-1195 15,48-9-1017-15</inkml:trace>
  <inkml:trace contextRef="#ctx0" brushRef="#br0" timeOffset="113654.79">13575 10261 58 0,'0'0'308'0,"0"0"81"0,0 0-27 0,-56 8 50 0,56-8-38 0,0 0-30 0,0 0-44 0,0 0-43 0,0 0-28 0,0 0-31 0,0 0-38 15,0 0-30-15,0 0-28 0,0 0-29 0,0 0-19 16,0 0-3-16,0 0-8 0,0 0-10 0,0 0-5 16,0 0-28-16,0 0 64 0,0 0 9 15,0 0 15-15,0 0-27 0,0 0 57 0,0 0 7 0,0 0 5 16,0 0 5-16,0 0-8 0,0 0-5 0,0 0-4 0,0 0-4 16,0 0-7-16,0 0-9 0,0 0-4 0,0 0-13 15,0 0-7-15,0 0-11 0,0 0-10 0,0 0-8 16,0 0-7-16,0 0-12 0,0 0-2 0,0 0-11 15,0 0-1-15,0 0-23 0,0 0 14 0,0 0-15 16,0 0 14-16,0 0 2 0,0 0-5 0,0 0-1 16,0 0 1-16,0 0-30 0,0 0 27 15,0 0-2-15,0 0 4 0,-22 27 2 0,22-27 2 0,0 0-2 16,0 0-2-16,0 0 2 0,20 28-4 16,-20-28-3-16,0 0 2 0,0 0 8 0,0 0 13 0,0 0 15 15,70 0 24-15,-70 0 14 0,68-25 6 16,-17 3 0-16,10-8-12 0,7-4-8 0,7-8 9 0,3-2-23 15,7-4-11-15,0-4 1 0,0 0-7 0,-5 1 2 16,5-1-2-16,0-2 27 0,-4 2-8 0,4 1-6 16,-8 3-14-16,-1 3 1 0,-1 4-3 0,-7-1-11 0,-5 8 5 15,-2 2-6-15,2 4 1 0,-19 1-5 0,-5 4 0 16,-39 23 2-16,63-30 0 0,-63 30-144 16,41-21 172-16,-41 21-8 0,0 0-6 0,34-19-6 0,-34 19 5 0,0 0-4 15,0 0-5-15,0 0-3 0,0 0 5 0,0 0-4 0,0 0 3 16,0 0-6-16,0 0 1 0,0 0-4 0,0 0 3 15,0 0 18-15,0 0-35 0,0 0-1 0,0 0 2 16,0 0 2-16,0 0-17 0,0 0-13 0,0 0-16 16,0 0-21-16,-12 33-10 0,-27-11-14 15,15 2-3-15,-8 2 0 16,-2 5 2-16,-9 4-2 0,-6 2 17 0,-4 4 8 0,2 3 4 0,-13 0 9 16,-9 0 8-16,-2 4 10 0,-3-6 11 15,-4 4-1-15,-3-2 16 0,-3 1 1 0,1-2 11 16,-13-3 1-16,13 0 0 0,7-4 22 0,7 1-14 15,2-4 2-15,3-1-1 0,5-5 7 0,5 0-2 16,2-4 7-16,14-1-1 0,1-6 0 0,41-16-15 0,-65 27 17 0,65-27-4 16,-42 20-8-16,42-20-11 0,0 0-9 15,0 0 1-15,-44 16 2 0,44-16-4 0,0 0-4 16,0 0-1-16,0 0 6 0,0 0 7 0,0 0 7 16,61-21 1-16,-61 21 7 0,54-25 6 0,-18 6 4 0,8-4-5 15,2-2 16-15,3-5-7 0,7 13 2 0,4-19 0 0,3-3 1 0,3-1 1 0,2-1 1 31,3-3-1-31,-6 19-2 0,-2-11-10 0,-2-2-2 0,0-1-3 0,-8 6 4 16,1 2 0-16,-11 0-2 16,-18 2-6-16,33 6-2 0,-21 1-46 0,-37 22 56 15,58-32-4-15,-58 32 11 0,36-24-10 0,-36 24-5 16,0 0 0-16,37-18 9 0,-37 18-1 0,0 0 1 16,0 0-2-16,0 0-18 0,0 0 25 0,0 0-4 0,0 0-7 15,0 0-9-15,0 0-15 0,0 0 1 0,-39 24-8 16,39-24-12-16,-61 35-30 0,25-10 2 0,-8 0 2 15,-5 5-7-15,-4-2 10 0,-3 7-5 0,-5 1 5 16,-4 1-8-16,-3 2 33 0,0 0 5 0,-3 3 4 16,3-3 8-16,0 0-5 0,7-3 13 15,1-3-13-15,6-1 22 0,8-4-1 0,5-5-2 0,4 0-3 0,37-23 7 16,-51 32-17-16,51-32 15 0,-41 21-13 0,41-21-3 16,0 0 1-16,0 0-19 0,0 0 2 0,0 0 17 15,0 0 2-15,0 0 23 0,0 0-4 0,70-18 11 16,-26 0-8-16,2-3 4 0,8-6-1 0,-1-1-9 15,5-2 8-15,6-5 2 0,1 2 8 0,3-2 3 16,-2-1 8-16,2-1-14 0,-5-1 15 0,-2 1-1 16,0 2-6-16,-6 0-14 0,16 5 14 0,-18 0-6 0,-11 1 0 15,-3 3-16-15,-5 1 3 0,-3 4 1 0,-31 21-2 16,46-32 5-16,-46 32 3 0,34-24 26 0,-34 24 24 16,0 0 6-16,37-21-9 0,-37 21-1 0,0 0-3 15,0 0-5-15,0 0-10 0,0 0-13 16,0 0-12-16,0 0-8 0,-59 6-5 0,59-6-7 15,-63 36-14-15,22-13-6 0,0 1-11 0,-8 5-7 0,0-1 13 16,-4 2-13-16,-3 2 43 0,0-8-27 0,-2 10-4 0,-3 0 3 16,3 1 2-16,-3 3 1 0,5-2 3 0,-2 1-2 15,2 1 1-15,5-1 2 0,2-4 3 0,8 0-2 16,2-3 5-16,8-1 5 0,4-6-3 0,27-23-12 0,-44 29-16 16,44-29-32-16,-27 37-21 15,27-37-9-15,0 0 19 0,0 0 15 0,0 0-7 0,0 0 40 0,42 15 17 16,-42-15 8-16,68-27 3 15,-27 7 3-15,5-5 5 0,5-1 7 0,5-6-17 0,0-1 34 0,0 0 10 16,5-4 6-16,-3 2 4 0,-2-1-9 16,0-1 27-16,0 1-8 0,-5-17 16 0,0 20 0 0,-3 3-7 0,-2 0 13 15,-7 0 0-15,-2 7-6 0,-6 4-14 0,-31 19-1 16,47-32-12-16,-47 32 2 0,31-21 21 0,-31 21 9 16,0 0 0-16,0 0-10 0,29-21-6 0,-29 21-3 15,0 0-7-15,0 0-12 0,0 0-16 0,0 0-7 16,0 0-17-16,0 0-29 15,-60 33-10-15,60-33-7 0,-47 27-14 0,47-27-15 0,-53 37 17 0,53-37-16 0,-56 37-5 16,5-14-23-16,22 0 6 16,0 1-23-16,-3-1 18 0,1 4 5 0,-1-4 5 0,3 2 48 0,0 0-48 15,-1-4 12-15,1 1 12 0,29-22 3 0,-46 40-10 16,46-40 54-16,-34 23-10 0,34-23 1 0,0 0-3 16,-27 25-4-16,27-25-5 0,0 0-10 0,0 0 7 15,0 0 12-15,0 0 16 0,0 0 13 0,0 0 14 0,44-18 11 16,-44 18 14-16,56-41-19 0,-22 18 83 15,2-3 13 1,1-1-48-16,2-3 2 0,5 2-8 0,-1-3 20 0,1 0 0 0,2-3-9 0,-2-1 2 0,0 3-4 16,-3 4-11-16,-2-2-20 0,0 3-6 0,-8 3 2 15,-31 24-6 1,54-38-8-16,-54 38-2 0,34-28 4 16,-34 28 1-16,0 0 15 0,41-21 1 0,-41 21 8 0,0 0-2 15,0 0 2-15,0 0-9 0,0 0-9 0,0 0-14 16,0 0-51-16,0 0-3 0,-80 25-11 0,46-7-3 15,-10 8-2-15,-2 1 8 0,-7 1 3 0,-1 3 9 16,-4 3 16-16,-5-4-3 0,-1 6-1 0,1-3 11 16,0 0-3-16,-3 1 14 0,8-4-4 0,7-4-2 0,3-1 7 15,4-3 1-15,12-5-3 0,32-17 3 0,-56 29-6 16,56-29-9-16,-31 18 1 0,31-18-11 0,0 0-14 16,0 0 27-16,0 0-3 0,0 0 13 0,0 0 5 15,46-17 2-15,-12-4-1 0,-34 21 4 0,75-40-1 16,-29 17 6-16,5-6 10 0,0 1 16 0,-2 0 4 15,2 0 0-15,-2-1 3 0,4 0 1 0,-7 1-8 0,0 0 26 16,-2 2-28-16,-7 8-7 0,-1-1-7 0,-36 19-22 16,54-34 6-16,-54 34 2 0,36-19 2 15,-36 19 9-15,0 0 14 0,34-19 18 0,-34 19-1 16,0 0 7-16,0 0-1 0,0 0-7 0,0 0 4 0,0 0-7 16,0 0-7-16,0 0-6 0,0 0-24 0,0 0 12 15,0 0-3-15,0 0-4 0,0 0-3 16,0 0-2-16,0 0-5 0,0 0-1 0,0 0-9 0,0 0 3 15,0 0-14-15,0 0 15 0,0 0-1 0,0 0 1 16,0 0 1-16,0 0-1 0,0 0-10 0,0 0 11 16,0 0 0-16,0 0 2 0,0 0-2 0,0 0 2 15,0 0 2-15,0 0 2 0,0 0-3 0,0 0 2 16,0 0 1-16,0 0-4 0,0 0 4 16,0 0-2-16,0 0-2 0,0 0 2 0,0 0-3 0,0 0 2 0,0 0 1 15,0 0-3-15,0 0 1 0,0 0-3 0,0 0-1 16,0 0 5-16,0 0-3 0,0 0 7 15,0 0-6-15,0 0-2 0,0 0 4 0,0 0 0 0,0 0-5 0,0 0 0 16,0 0 1-16,0 0 3 0,0 0-4 16,0 0-1-16,0 0 6 0,0 0-1 0,0 0-5 0,0 0 5 15,0 0-3-15,0 0-33 0,0 0 41 16,0 0-13-16,0 0 14 0,0 0-2 0,0 0 1 0,0 0-5 16,0 0 0-16,0 0 1 0,0 0-2 0,0 0-22 15,0 0 28-15,0 0-3 0,0 0-3 16,0 0-2-16,0 0 2 0,0 0-2 0,0 0 3 0,0 0-13 15,0 0-10-15,0 0-42 0,0 0-12 0,0 0-53 0,0 0-54 16,0 0-116-16,0 0-150 0,0 0-74 0,0 0-2 16,0 0-90-16,0 0-335 0,-19 30-153 0</inkml:trace>
  <inkml:trace contextRef="#ctx0" brushRef="#br0" timeOffset="162689.79">32129 8966 41 0,'34'-24'179'0,"-34"24"27"0,0 0 72 0,0 0-17 0,0 0-4 0,19-35 52 0,-19 35-10 0,0 0-20 0,0 0-11 0,13-31-18 0,-13 31-22 0,0 0 10 0,0 0 6 0,0 0-3 0,7-39-14 0,-7 39-18 0,0 0-22 16,0 0-25-16,2-37-1 0,-2 37-22 0,0 0-7 15,0 0-14-15,0 0-9 0,-2-46-24 0,2 46 19 16,0 0 22-16,0 0-14 0,0 0 0 0,0 0-13 0,0-41-14 16,0 41 20-16,0 0 0 0,0 0-20 15,0 0-11-15,0 0 8 0,0 0-26 0,-24-26 0 16,24 26-7-16,0 0-5 0,0 0 3 0,0 0 9 0,0 0 1 15,0 0 0-15,0 0-3 0,0 0-18 0,-42-14 22 16,42 14-14-16,0 0-4 0,0 0-7 0,0 0 161 16,0 0-169-16,-58 8 4 0,58-8 12 0,0 0 8 15,0 0 3-15,0 0-11 0,0 0 25 0,-49 17-47 16,49-17-8-16,0 0-7 0,0 0-4 0,-48 13 1 0,48-13-12 16,0 0 24-16,-46 13-1 0,46-13-14 15,0 0-10-15,-37 22 16 0,37-22-1 0,0 0-10 16,-34 27 6-16,34-27 5 0,0 0-5 0,-31 36-9 0,31-36 11 0,-20 32-5 15,20-32-6-15,-12 33 13 16,12-33-8-16,0 0-1 0,-15 50 3 0,15-50-35 16,0 0 31-16,0 53-2 0,0-53 12 0,0 0-8 0,-5 53 6 0,5-53 6 15,0 0-10-15,0 56 5 0,0-56-17 16,0 0 12-16,5 50-1 0,-5-50 3 0,0 0 2 0,10 51-12 16,-10-51-4-16,17 37 11 0,-17-37-10 15,0 0-2-15,22 42 8 0,-22-42-11 0,0 0 15 0,29 37-5 16,-29-37 2-16,34 25-2 0,-34-25 1 0,41 23-1 0,-41-23 2 15,44 19-12-15,-44-19 18 0,51 18 6 0,-51-18-15 16,54 15 10-16,-54-15 3 16,53 12-6-16,-53-12 10 0,61 10-16 15,-61-10-50-15,0 0 73 0,70 6-12 0,-70-6 8 0,0 0-1 16,66 5-5-16,-66-5-4 0,0 0 5 16,61 0-7-16,-61 0 8 0,0 0-3 0,73 3 1 0,-73-3-3 15,0 0 1-15,60-8 7 0,-60 8-167 0,0 0 198 0,0 0-14 16,63-6-6-16,-63 6 1 0,0 0-2 0,0 0-15 15,0 0-1-15,0 0 6 0,0 0-3 0,0 0 3 16,0 0 39-16,0 0-55 0,0 0-23 0,0 0-40 16,0 0-30-16,0 0-103 0,0 0-99 0,0 0-144 15,0 0-236-15,0 0-121 0,0 0-13 0,-63 23-725 16,63-23-496-16</inkml:trace>
  <inkml:trace contextRef="#ctx0" brushRef="#br0" timeOffset="164877.71">24443 11155 121 0,'0'0'587'0,"-34"-27"92"0,34 27 41 0,0 0-56 0,-19-29 32 0,19 29-53 0,0 0-80 0,0 0-33 0,0 0-117 0,-22-27-62 0,22 27-52 0,0 0-44 0,0 0-52 0,0 0-45 16,0 0 11-16,0 0-45 0,0 0-89 0,0 0-3 16,0 0 48-16,0 0-26 0,0 0-1 15,0 0-18-15,0 0-21 0,0 0-4 0,0 0-4 0,-19 30-1 16,19-30 0-16,-15 51 1 0,15-51 25 15,-19 69-27-15,19-69 11 0,-25 57-17 0,18-15 13 0,-7-1 6 16,1 1-9-16,1 1-15 0,0-1 23 0,0-5-18 16,-3-2 2-16,3-1-10 0,12-34-7 15,-19 46-22-15,19-46 10 0,-12 35 17 0,12-35-80 0,0 0-5 0,-10 35 29 0,10-35-3 16,0 0 0 0,0 0 3-16,0 0-19 0,0 0-15 0,-17-35-1 0,17 35-13 15,-5-58 36-15,5 58 7 0,-12-78 5 0,5 34-2 16,-1-2 2-16,3-15 5 0,-12 16 10 0,10 1 9 15,0-4 10-15,2 6 7 0,0-3 7 16,-2 2 4-16,7 43-1 0,-5-77 1 0,5 77 7 0,2-70 3 0,-2 70-4 16,10-71-3-16,-10 71 9 0,17-66 4 0,-17 66-5 0,27-61 10 15,-10 33-1-15,-17 28 4 0,29-53 2 16,-29 53-4-16,41-48 45 0,-41 48-55 0,49-44 0 0,-49 44-2 16,49-38 2-16,-49 38 15 0,41-28-17 0,-41 28-5 0,0 0 3 15,46-23 1-15,-46 23 4 0,0 0-2 16,0 0-1-16,0 0-2 0,0 0 3 0,0 0-8 0,0 0 5 15,32-17-8-15,-32 17 16 0,0 0 0 0,26 23-15 16,-26-23 55-16,27 33-34 0,-27-33 4 0,41 50 8 16,-19-24 13-1,0 4 3-15,2 2 3 0,1 5-2 0,4 1 0 0,-15 0-8 16,11-5 8-16,4 12 1 0,-2-2-6 0,2 2-5 0,0 3 82 16,-2-4-197-16,-1 4 117 0,-1-6-2 0,-3 3-8 15,-1-2-2-15,1-2 4 0,-5 1 4 16,3-2-2-16,-11-2-10 0,4-3-33 0,-1-2-107 0,-12-33-99 15,14 60-121-15,-14-60-160 0,15 51-133 0,-15-51-38 16,0 0-73-16,-5 44-538 0,5-44-406 0</inkml:trace>
  <inkml:trace contextRef="#ctx0" brushRef="#br0" timeOffset="165096.7">24283 11404 201 0,'0'0'503'0,"0"0"3"0,0 0-30 0,0 0-73 0,0 0-9 16,46-20-10-16,-2 5 40 0,2-5-9 0,10-5-12 0,7-1-40 0,0 1-44 0,3-1-52 0,-3 1-44 0,3-2-34 0,-13 3-42 0,3 6-21 16,-5 10-30-16,-51 8-15 0,71-29-23 0,-71 29-27 15,48-21-142-15,-48 21-183 0,0 0-283 0,0 0-266 16,0 0-888-16,0 0-559 0</inkml:trace>
  <inkml:trace contextRef="#ctx0" brushRef="#br0" timeOffset="169629.36">25607 4453 116 0,'-60'-21'588'0,"60"21"92"0,-44-12-24 0,44 12-98 0,0 0-64 0,0 0-89 0,-46-15-84 0,46 15-78 0,0 0-63 0,0 0-37 16,0 0-29-16,0 0-24 0,31 34-21 0,-31-34-18 16,59 50 32-16,-18-18-52 0,10 8-7 0,5 3-7 0,2 4 4 15,10 4-4-15,5 5-10 0,2 3 6 0,3 5-2 16,5 3 0-16,-1 0-2 16,6 4 0-16,2 3 6 0,-5-2-3 0,-5-3 1 0,3 0-20 0,-8-1 20 0,3 0-3 15,-10-8 2-15,2 0 0 16,-12-4-6-16,1-6 2 0,-6-4-8 0,-7-5-10 0,-2-4-111 15,-3-3-116-15,-9-10-142 0,0-2-127 0,-32-22-39 0,41 19-15 0,-41-19-555 16,0 0-304 0</inkml:trace>
  <inkml:trace contextRef="#ctx0" brushRef="#br0" timeOffset="169855.32">27371 4303 394 0,'-19'-30'790'0,"-3"0"72"0,22 30-87 0,-41-41 106 16,41 41-248-16,-27-30-66 0,27 30-117 0,0 0-86 15,-32-23-75-15,32 23-70 0,0 0-54 0,0 0-37 16,-63 46-26-16,22 6-2 0,-15 21-13 0,-12 23-1 16,-22 22 39-16,-9 18-21 0,-16 22-24 0,-13 15-13 0,-16 7-7 15,-14 16-53-15,-5 6-141 0,-4 14-361 0,-8-1-463 16,10 11-1370-16,-18-7-929 0</inkml:trace>
  <inkml:trace contextRef="#ctx0" brushRef="#br0" timeOffset="175409.84">22322 14936 625 0,'0'0'989'0,"0"0"-96"0,8-37-154 0,-8 37-91 0,0 0-94 0,0 0-70 0,0 0-61 0,0 0-58 0,0 0-60 0,0 0-37 0,7-37-67 0,-7 37-35 15,0 0-46-15,0 0-22 0,0 0-14 0,0 0-29 0,0 0-8 0,0 0-18 0,0 0 2 16,0 0-1-16,29 39-9 0,-29-39-8 0,29 63-8 15,-9-23-5-15,-1 3 0 0,5 3 2 16,1 4 3 0,-1 3 3-16,0 0-6 0,1 0-9 0,1-4 8 0,-1 1-10 15,-1-6 9-15,0-4 11 0,0-4 0 0,-2-6-18 0,-22-30 5 0,32 46 11 0,-32-46-12 0,0 0-2 32,22 35-11-32,-22-35 19 0,0 0-1 0,46-21 21 0,-24-9 11 15,-3-14 5-15,6-13-19 0,-1-6-10 0,5-6 13 0,0-7-12 0,-5-6 10 0,6-6-15 16,-1-4 2-16,2-3 32 0,-4-9 2 0,7 0-7 31,-5-8-40-31,5 0 13 0,-2-7 3 0,2-3 96 0,5 7-144 0,2 2 6 0,0 3 4 16,3 7 9-16,2 8 14 15,-7 11 0-15,2 6-8 0,-2 9 16 0,-7 10 35 16,-3 8 30-16,-2 9 45 0,-27 42 43 0,14-66 56 0,-1 36 43 0,-13 30 19 0,24-33-4 16,-24 33-13-1,0 0-26-15,14-33-25 0,-14 33-36 0,0 0-26 0,0 0 0 0,0 0-59 16,0 0-17-16,0 0-18 0,0 0-19 0,0 0-14 15,20-29-10-15,-20 29-61 16,0 0-106-16,0 0-135 0,0 0-133 0,0 0-93 0,0 0-298 16,0 0-487-16,-3 60-121 0,3-60-755 0,-19 69-791 0</inkml:trace>
  <inkml:trace contextRef="#ctx0" brushRef="#br0" timeOffset="180299.69">27879 8770 134 0,'-46'-52'613'0,"46"52"122"0,-44-45 24 0,44 45-66 0,-36-39 38 0,36 39-76 0,-32-30-79 0,32 30-75 0,0 0-91 0,-31-34-64 0,31 34-66 16,0 0-65-16,0 0-53 0,0 0-6 0,0 0-36 0,-27-26-19 16,27 26-34-16,0 0-16 15,0 0-21-15,0 0-14 0,0 0-5 0,5 35 13 0,-5-35-3 0,10 55-14 0,2-19 12 16,-7 4-7-16,4 2 1 16,-4 7-3-16,2 3-36 0,-2-3 32 0,0 4 16 15,0 0-2-15,-5-1 6 0,5-3-1 0,-5 2-22 0,0-2 8 0,0-1-5 0,0 0 13 16,-5-3-22-1,0-3-79-15,0-4-3 0,5-38-57 0,-14 68-91 16,14-68-67-16,-17 61-63 0,17-61-81 0,-17 43-83 0,17-43-81 16,0 0-47-16,-37 23-2 0,37-23 26 15,0 0-23-15,-46-36-290 0,46 36-145 0</inkml:trace>
  <inkml:trace contextRef="#ctx0" brushRef="#br0" timeOffset="180711.44">27578 8973 157 0,'5'-43'235'0,"0"3"40"15,2 3 46-15,8 0-74 0,-11 2-2 0,13 2-12 0,-17 33-2 16,32-60-29-16,-15 32 11 0,7-2-24 16,-2 4-8-16,5-1-15 0,4 6 12 0,1-2-24 0,0 4-4 15,-32 19-25-15,68-36 0 0,-68 36-15 0,68-27-36 16,-68 27-5-16,58-20-10 0,-58 20-4 0,53-11-23 16,-53 11-2-16,0 0 9 0,71-6-17 15,-71 6-3-15,0 0 30 0,46 17-33 0,-46-17 8 0,0 0 19 16,37 38 6-16,-37-38 14 0,9 40-9 0,-9-40 11 15,-5 53-12-15,5-53-5 0,-19 56-1 0,19-56-9 16,-5 67-4-16,-12-34 8 0,3-3-29 0,-3 8 1 16,17-38-28-16,-27 56 21 0,27-56-9 0,-15 48-2 15,15-48 2-15,-2 44-3 0,2-44-7 0,17 35 5 0,-17-35 0 16,27 27 3-16,-27-27 4 0,41 21 9 0,-41-21-15 16,58 13 2-16,-58-13 4 0,63 12 0 0,-63-12-5 15,68 7 2-15,-68-7-1 0,76 4-1 0,-76-4 4 16,77 8 23-16,-77-8-29 0,71 14 3 0,-71-14-1 15,58 16 7-15,-58-16 4 0,51 22-9 0,-51-22 31 0,39 26 42 16,-39-26 44-16,27 35 46 0,-27-35 39 0,-12 40 14 16,12-40 8-16,-5 47 7 0,5-47-16 0,-27 48-25 15,0-22-10-15,-4 1-34 0,-15-1-14 0,2-1-20 16,-7-2-11-16,-3 0-32 0,-4 1-15 0,0-4-4 16,-1-6-69-16,1 4-66 0,0-2-281 0,4-3-271 15,-2-8-331-15,-7 14-114 0,63-19-570 0,-107 5-534 16</inkml:trace>
  <inkml:trace contextRef="#ctx0" brushRef="#br0" timeOffset="185818.22">22497 17416 190 0,'0'0'607'0,"-34"-22"31"0,34 22-30 0,0 0-49 0,-41-21-15 0,41 21 12 0,0 0-45 0,0 0-49 0,0 0-54 0,0 0-65 0,-34-20-40 0,34 20-59 16,0 0-31-16,0 0-42 0,0 0-34 0,0 0-23 0,0 0-41 16,0 0 1-16,0 0-19 0,0 0-14 0,0 0-14 15,0 0 1-15,0 0-4 16,0 0-4-16,0 0-6 0,0 0 145 0,0 0-178 16,0 0-18-16,0 0 10 0,0 0-7 0,27 45 32 0,-27-45-12 15,29 42-5-15,-29-42 20 0,36 49-12 0,-14-21 1 0,0 2 23 16,2 0-33-16,3 0 18 15,0-1 0-15,4-1 6 0,6 1-1 0,-8-4-6 0,0 1 20 0,-2-4-1 16,-27-22 0-16,51 41-13 0,-51-41 5 0,46 30-1 16,-46-30-3-16,32 22 4 0,-32-22-4 0,0 0 2 15,41 19-22-15,-41-19 32 0,0 0 28 0,58-18 137 0,-29-5-193 16,3-10 34-16,9-15 0 16,8-12-1-16,2-9-4 0,5-14-7 0,4-14 8 0,-1-7 6 0,2-11-21 15,-1-4-3-15,-1-4-15 0,-16-4 12 0,18-4 3 16,0 1-6-16,-5 4 10 0,0 3 19 0,-1 4-1 15,1 3-4-15,-5 7 22 0,0 9 0 0,-7 7 9 16,0 8 21-16,-5 9 12 0,-3-2 28 0,-9 23 29 16,0 10 18-16,-8 4 29 0,1 11 14 0,-20 30 12 0,24-51-52 15,-24 51 72-15,14-32-17 0,-14 32-26 0,0 0-19 16,0 0-24-16,17-40-44 0,-17 40 11 0,0 0-21 16,0 0 3-16,0 0-19 0,0 0-4 0,0 0-5 15,0 0 27 1,0 0-29-16,0 0-11 0,0 0-10 0,0 0-8 0,0 0-3 0,0 0-5 0,0 0-6 0,0 0 3 15,25-23 8 1,-25 23 39-16,0 0-52 0,0 0 13 0,0 0 4 16,0 0-5-16,0 0-3 0,0 0-8 0,0 0-1 0,0 0-7 0,0 0-11 0,0 0-14 15,0 0-172-15,0 0-320 0,0 0-166 0,0 0-353 16,7 63-743-16,-7-63-994 16,27 48-1311-16</inkml:trace>
  <inkml:trace contextRef="#ctx0" brushRef="#br0" timeOffset="-164493.86">24514 16947 259 0,'-20'-42'440'16,"20"42"68"-16,0 0 60 0,-26-38-35 0,26 38-31 0,0 0 41 0,-32-26-21 0,32 26-38 0,0 0-46 0,-31-22-53 0,31 22-60 0,0 0-39 0,0 0-59 0,-42-20-8 15,42 20-34-15,0 0-22 0,0 0-32 0,0 0-24 0,0 0-24 0,0 0-22 16,0 0-7-16,0 0-28 0,0 0-10 0,0 0 0 0,0 0 7 15,0 0-11-15,-14 31 0 0,14-31 14 0,24 62-5 16,-7-24 0-16,-2 2-17 16,2 6-18-16,-3 1 37 0,1 1 6 0,2-2-9 15,-5 7-32-15,2 0 22 0,1 0-137 0,-5-1 170 0,4-4-22 0,-4 2-10 16,5-4 4-16,-3-1-28 16,-2-3 65-16,4 6-39 0,-7-12-6 0,8-4-54 0,-15-32-49 15,15 55-75-15,-15-55-72 0,17 41-67 0,-17-41-77 16,0 0-136-16,19 37 39 0,-19-37-70 15,0 0-43-15,0 0-20 0,0 0-95 0,0 0-348 16,-12-41-254-16</inkml:trace>
  <inkml:trace contextRef="#ctx0" brushRef="#br0" timeOffset="-163952.91">24543 17119 143 0,'-41'-18'254'0,"41"18"52"16,-44-23 10-16,44 23-91 0,-34-23-20 0,34 23-43 15,-27-25-30-15,27 25-28 0,-22-32-17 0,22 32-24 0,0 0-14 16,-2-51-10-16,2 51-4 0,0 0-9 0,19-53 0 16,-19 53 0-16,27-42-6 0,-27 42 13 0,37-45-5 15,-37 45 6-15,46-43 12 0,-46 43 15 0,56-42 23 16,-56 42 12-16,51-41 36 0,-20 17 3 0,3 3 28 15,-2 3-6-15,-32 18-24 0,63-35-20 0,-63 35-14 16,44-27-50-16,-44 27 20 0,51-16-9 0,-51 16-18 16,0 0-6-16,41-15-7 0,-41 15 9 0,0 0-18 0,0 0-1 15,0 0 9-15,49 17-8 0,-49-17 3 0,0 0-18 16,7 46 0-16,-7-46 2 0,-2 51-2 0,2-51 3 16,-10 60-1-16,10-60-8 0,-17 67 6 0,7-34-2 15,-4 2-2-15,1-2-1 0,-1 1-5 0,14-34-5 16,-17 55-5-16,17-55 9 0,-15 45-7 0,15-45 2 0,0 0-9 15,-2 54 9-15,2-54 36 0,0 0-25 0,27 31-27 16,-27-31 2-16,0 0 12 0,53 11-9 0,-53-11 14 16,0 0 0-16,73-6-1 0,-73 6 8 15,65-13 49-15,-65 13-61 0,59-12 6 0,-59 12 1 0,68-11-13 16,-68 11 10-16,63-7 1 0,-63 7 1 0,63 0 4 0,-63 0-5 16,59 8 14-16,-59-8 6 0,48 16-3 15,-48-16 15-15,41 25 16 0,-41-25 15 0,27 34 69 16,-27-34-32-16,15 40 48 0,-15-40 28 15,0 46 24-15,0-46-5 0,-20 51 9 0,20-51-17 0,-39 53-20 16,13-24-14-16,-6-5-16 0,-4 1-42 0,4 0-4 16,-14-2-19-16,2-4-22 0,-2-1-109 0,-3-3-141 0,8 0-216 15,41-15-252-15,-92 12-116 0,92-12-760 16,-78 4-498-16</inkml:trace>
  <inkml:trace contextRef="#ctx0" brushRef="#br0" timeOffset="-160414.06">29779 16565 272 0,'0'0'417'0,"54"-7"56"0,-54 7-57 0,0 0 17 0,0 0-53 0,0 0-52 15,0 0-29-15,0 0-25 0,0 0-43 0,-10-37-30 0,10 37-38 0,0 0-25 0,0 0-22 0,0 0 3 0,-17-29-5 0,17 29 10 16,0 0-28-16,0 0 22 0,0 0-13 0,0 0-1 0,0 0-29 15,0 0 0-15,0 0-28 0,-15-31 15 0,15 31 4 16,0 0 2-16,0 0 0 0,0 0-16 16,0 0-5-16,0 0-9 0,0 0-7 0,0 0-4 0,-48-21-12 15,48 21 3-15,0 0-8 0,0 0-9 0,-58-1 10 0,58 1-11 16,0 0 4-16,-68 5-5 0,68-5 2 0,0 0 7 16,-86 13-5-16,86-13 0 15,-58 30-3-15,58-30 4 0,-58 41 3 0,26-18 2 0,6 6 6 16,-4 1 3-16,9-1-2 0,-1 7 0 0,5-5 5 15,-3 10 2-15,10 0-11 0,-2 0 9 0,7-3-2 0,5 3-1 0,-9-1-2 0,14-2 1 16,-5-38-8-16,21 65 0 0,-1-26 1 16,2-13-1-1,9 1-2-15,6-6-1 0,-1-3 5 0,13-6-4 0,4-3 3 0,6-4 4 16,-1-8-11-16,-2-3-5 0,9-6-26 0,-4-2-83 16,0-4-115-16,0 2-196 0,-13-3-261 15,-11-4-122-15,-37 23-720 0,63-33-487 0</inkml:trace>
  <inkml:trace contextRef="#ctx0" brushRef="#br0" timeOffset="-153197.22">25228 14164 97 0,'0'-61'180'0,"0"61"62"0,5-40 31 0,-5 40-15 0,3-61 10 0,-3 61-3 0,4-57-10 0,-4 57-10 0,10-48-10 0,-10 48-20 0,10-42-6 0,-10 42-2 16,5-37 25 0,-5 37-27-16,0 0-19 0,7-46-23 0,-7 46-18 15,0 0-40-15,0 0-15 0,0 0-21 0,0 0-17 16,0 0-20-16,0 0-1 0,0 0 5 0,0 0-23 16,0 0 1-16,19 47-17 0,-9-13 18 0,-3 2-9 15,8 2 5-15,-3 2-4 0,3 1 2 0,-3-4-3 16,-12-37-1-16,24 71-3 0,-7-34 7 0,-2-4-3 15,2-2 4-15,-17-31-8 0,31 50 4 0,-31-50-5 16,22 38-11-16,-22-38 4 0,0 0-12 0,34 37 7 0,-34-37 2 16,0 0-1-16,0 0 4 0,0 0 30 0,0 0-94 15,15-33 3-15,-15 33-30 0,-17-40-45 0,17 40 59 16,-32-48 24-16,10 19 1 0,1-1-1 0,-9-2 13 16,1-1 4-16,0-8-1 0,-3 2-10 0,1-3 6 15,-3-2 4-15,10 2 1 0,-8 1 35 0,5 0-22 0,3 4 15 16,5 3 0-16,4 4-5 0,15 30 29 0,-17-56-31 15,17 56 14-15,-7-46-1 0,7 46-7 0,12-42 8 16,-12 42-1-16,27-33 1 0,-27 33-26 16,31-28 132-16,-31 28-116 0,51-25-2 0,-51 25 10 0,56-17-12 15,-56 17 17-15,58-13 12 0,-58 13-14 0,56-5 18 0,-56 5-18 16,0 0-2-16,80 4 7 0,-80-4-3 0,0 0 9 16,56 12-3-16,-56-12 76 15,0 0-107-15,44 30 23 0,-44-30 1 0,17 30 2 0,-17-30 5 16,10 42 6-16,-10-42 5 0,0 47 9 0,0-47-5 15,-5 49 12-15,5-49 2 0,-12 51 1 0,12-51 6 16,-20 50-4-16,20-50-8 0,-19 50 3 0,19-50-17 16,-20 47 3-16,20-47 1 0,-19 41-4 0,19-41-7 15,-22 40 1-15,22-40-5 0,-14 41 5 0,14-41 7 0,-13 35-19 16,13-35 4-16,0 0 2 0,-4 50 3 0,4-50-14 16,0 0-16-16,9 44 30 0,-9-44-2 0,0 0 2 15,27 41-5-15,-27-41 9 0,0 0-4 0,49 29-14 16,-49-29-6-16,43 15 22 0,-43-15 0 0,61 15-5 15,-61-15 13-15,68 7-4 0,-68-7-8 0,80 1 6 0,-80-1-36 0,85-2-27 16,-85 2-38-16,90-11-45 16,-90 11-38-16,80-5-31 0,-80 5-15 0,83-5-23 15,-83 5-16-15,63-3-33 0,-63 3-194 0,59 6-131 0,-59-6-34 16</inkml:trace>
  <inkml:trace contextRef="#ctx0" brushRef="#br0" timeOffset="-152792">26912 14692 95 0,'0'0'237'0,"-56"-12"42"0,56 12-10 0,-60-6-41 0,60 6 2 0,-61 0-33 0,61 0-71 0,-61-3 175 16,61 3-158-16,0 0-5 0,-78 2-16 0,78-2-3 15,0 0-19-15,0 0-22 0,-63 1-16 0,63-1-27 0,0 0-8 16,0 0-3-16,0 0-1 16,0 0-9-16,-31 27 3 0,31-27-3 0,0 0 3 0,4 42 8 0,-4-42 2 15,5 39 6-15,-5-39 15 16,5 53-3-16,-5-53-1 0,5 68 2 0,-5-68-3 0,-2 71-11 0,-1-33 21 0,3 4-5 31,-5-3 10-31,0 4-5 0,-4-1-2 0,1-3-42 16,8-39-66-16,-4 71 108 0,4-71-7 0,-5 58-12 0,5-58-11 0,7 44 6 15,-7-44-8-15,32 23 3 0,-32-23-4 16,77-11-3-16,-18-11-6 0,23-10-15 0,11-10-134 0,11-23-194 16,13 7-91-16,-1 2-85 0,11-1-470 0,-1 3-173 0</inkml:trace>
  <inkml:trace contextRef="#ctx0" brushRef="#br0" timeOffset="-147599.59">32049 15710 363 0,'-29'23'729'0,"29"-23"-51"0,0 0-126 0,-49-11-107 0,49 11-45 16,0 0-49-16,0 0-47 0,0 0-37 0,0 0-37 0,0 0-37 0,0 0-38 0,0 0-35 0,0 0-20 0,0 0 1 0,0 0 17 0,0 0-19 16,0 0-14-16,58 11-13 0,-58-11-11 0,59 16-12 0,-59-16-4 15,75 21-25-15,-75-21 6 0,68 22 0 0,-68-22-5 0,73 30-5 0,-73-30-2 16,68 33-4-16,-68-33-2 0,63 32 3 16,-63-32-7-16,61 28 3 15,-61-28 2-15,61 8-7 0,-61-8 2 0,38 20-1 16,-38-20 0-16,0 0 6 0,47 16 12 0,-47-16 27 15,0 0 36-15,0 0 12 0,39-31-5 0,-39 31 4 16,24-68-15-16,-12 22-11 0,3-11-13 0,-3-8-8 16,2-9-7-16,1-11-4 0,2-3-6 0,-3-6-7 15,3-4-8-15,-4-7-20 0,1-6 8 0,-2-4 28 0,0 3-19 16,1-1 3-16,1 0 2 0,-2 7-2 0,8 6-10 16,-3 9-13-16,-3 3 23 0,8 12-16 0,-12 9 5 15,2 5 0-15,0 11-11 0,-4 9 10 0,-1 7-4 16,-7 35 8-16,10-52-7 0,-10 52-4 0,0 0-21 15,-5-48-40-15,5 48-64 0,0 0-92 0,0 0-124 16,0 0-122-16,-49 30-154 0,49-30-81 0,-31 35-29 16,31-35-656-16,-47 47-439 0</inkml:trace>
  <inkml:trace contextRef="#ctx0" brushRef="#br0" timeOffset="-145025.12">4665 17884 111 0,'-34'-52'182'0,"34"52"38"0,-32-58 35 0,32 58-32 0,-26-59-17 0,26 59 49 0,-20-56 0 0,20 56 23 0,-12-59-6 0,12 59 8 0,-12-47-6 0,12 47 7 0,-7-36-1 0,7 36-5 0,0 0-32 0,-10-40-30 0,10 40-31 16,0 0-20-16,0 0-25 0,-25-28-14 16,25 28-13-16,0 0-34 0,0 0 13 0,0 0-21 0,0 0-13 15,0 0-10-15,0 0-17 0,0 0-29 0,0 0 14 0,0 0-15 16,0 0 1-16,0 0 1 0,-26 38-7 16,26-38 0-16,9 47 2 0,4-4 2 0,6 5 9 15,5 4-12-15,3 2 6 0,5 1-4 0,2-4 2 16,5 1-4-16,-1-4 5 0,4-6-8 0,-1-5 3 0,8-7 4 15,-3-2 0-15,7-10 7 0,8-7 8 16,7-11 7-16,7-11 11 0,8-18 15 0,4-9 8 16,13-24-4-16,7-12 4 0,-3-11-8 0,13-13-8 0,5-4-12 0,-1-9 0 15,3-2 2-15,-10 1-4 0,-4 1-2 16,-8 9-7-16,-8 3 1 0,-4 5-5 16,-12 6-3-16,-10 8-2 0,-5 8-10 0,-9 8-78 0,-6 13-136 0,-6 8-182 15,-8 8-229-15,-8 9-77 0,-26 26-162 0,39-16-270 16,-39 16-326-16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4:27:13.030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7678 8321 475 0,'0'0'1031'0,"-29"-31"-69"0,29 31-74 0,-27-22-68 0,27 22-94 0,-54-18-77 0,54 18-80 0,0 0-72 0,0 0-23 0,-29-23-21 0,29 23-58 0,0 0-64 0,0 0-66 0,0 0-67 0,0 0-42 16,0 0-45-16,0 0-23 0,0 0-36 0,0 0-13 0,0 0-24 16,0 0-11-16,0 0-15 15,0 0 1-15,0 0-1 0,0 0 11 0,0 0 15 0,5 57 2 0,-5-57 4 16,5 41-3-16,-5-41 3 0,5 49-3 0,-5-49-4 15,2 53 0-15,-2-53 5 16,5 53-12-16,-5-53 8 0,3 55-19 0,-3-55-69 0,-10 44-92 0,10-44-75 16,0 0-79-16,10 46-33 0,-10-46-102 0,0 0-100 15,0 0-21-15,14 35-29 0,-14-35 6 0,0 0 22 0,0 0 8 16,0 0-4-16,27-26 95 0,-27 26 57 16,10-42 116-16,-10 42 74 0,7-48 66 15,-7 48 63-15,-5-53 61 0,5 53 71 0,-2-55 88 16,2 55 88-16,-5-45 93 0,5 45 88 15,0 0 104-15,-3-47 5 0,3 47-22 0,0 0-41 0,0 0-45 0,0 0-51 16,0 0-58-16,-2-41-46 0,2 41-51 16,0 0-33-16,0 0-38 0,0 0-20 0,0 0-31 15,0 0-11-15,0 0-15 0,0 0-22 0,0 0 4 0,0 0-7 0,0 0 0 16,0 0 5-16,0 0 1 0,73-1-5 16,-73 1 15-16,0 0 6 0,51 17-19 15,-51-17 15-15,0 0 3 0,61 27-8 0,-61-27-3 0,31 21 3 16,-31-21 9-16,44 21 132 0,-44-21-175 0,44 26-13 0,-44-26 8 0,46 29 18 15,-46-29-18-15,44 19 1 0,-44-19 12 16,41 18-3-16,-41-18-7 0,0 0 10 0,46 17 5 16,-46-17-1-16,0 0 12 0,0 0 5 0,0 0-7 0,0 0 75 15,0 0 76-15,0 0 126 0,0 0 67 16,0 0 87-16,0 0 39 0,0 0 37 0,0 0 10 0,0 0-153 0,0 0-29 16,0 0-40-16,10-43-13 0,-10 43 12 0,-20-40-6 15,20 40-27-15,-12-44-43 0,12 44-47 0,-27-52-34 16,27 52-33-16,-21-56-16 0,21 56-4 0,-22-52-44 0,22 52 5 31,-20-45-19-31,20 45 7 0,-14-33 9 0,14 33-41 16,0 0-15-16,0 0-47 0,-17-36-116 0,17 36-150 15,0 0-140-15,0 0-159 0,0 0-115 0,0 0-22 16,0 0-54-16,0 0-224 0,0 0-156 0,0 0-7 16,0 0 100-16,56 10-990 0,-56-10-698 0</inkml:trace>
  <inkml:trace contextRef="#ctx0" brushRef="#br0" timeOffset="987.79">16872 8224 171 0,'0'0'810'0,"0"0"84"0,-17-32-68 0,17 32-30 0,0 0-82 0,-36-16-113 0,36 16-86 0,0 0-77 0,-42-23-74 0,42 23-25 0,0 0-24 0,0 0-7 0,-48-34-23 0,48 34-28 0,0 0-34 16,0 0-27-16,0 0-44 0,0 0-32 16,0 0-29-16,0 0-30 0,0 0 25 0,-63 7-73 0,63-7-7 15,0 0-4-15,-37 33-5 0,37-33-2 0,-29 42 7 16,29-42-12-16,-32 47-5 0,32-47-3 0,-26 62 11 16,14-28-5-1,2-4-4-15,3 7 7 0,7-37 2 0,-5 69-11 0,5-69 2 16,9 71 0-16,-9-71-18 0,20 59-21 0,-20-59-25 0,31 50 14 15,-31-50-48-15,27 37-6 0,-27-37-5 0,54 21 21 0,-54-21 170 0,58 11-168 16,-58-11 43-16,63-6-8 0,-63 6 3 0,63-22 27 16,-63 22 14-16,56-34 7 0,-56 34-1 0,46-42 30 15,-46 42 7-15,32-48 8 0,-32 48 9 16,22-50 11-16,-22 50 15 0,10-49 19 0,-10 49 12 0,-3-49 18 0,3 49 9 31,-12-46 5-31,12 46 14 0,-17-39 20 0,17 39 16 16,-27-41 18-16,27 41-27 0,-29-31 4 0,29 31-7 15,-32-29-16-15,32 29-19 0,-31-23-17 0,31 23-23 16,0 0 1-16,-46-28-60 0,46 28-77 0,0 0 11 0,0 0-59 16,-44-16-66-16,44 16-75 0,0 0-84 15,0 0-43-15,0 0-99 0,0 0-171 0,0 0-129 0,-63 5-59 16,63-5-51-16,0 0 18 0,-27 32-63 0,27-32-459 16,0 0-436-16</inkml:trace>
  <inkml:trace contextRef="#ctx0" brushRef="#br0" timeOffset="1689.85">18661 8374 448 0,'31'-23'784'0,"-31"23"-61"0,0 0-70 0,0 0-3 0,0 0-14 15,-7-37-72-15,7 37-81 0,0 0-64 0,0 0-62 0,0 0-59 0,-27-37-21 0,27 37-51 0,0 0 38 0,0 0-24 0,0 0 28 0,0 0-7 0,0 0 0 16,0 0-17-16,-34-18 1 0,34 18-13 0,0 0-28 15,0 0-20-15,0 0-33 0,0 0-40 0,0 0-11 16,0 0-25-16,0 0-21 0,0 0-14 0,-34 18-25 0,34-18-6 16,-46 33-3-16,46-33-8 15,-34 38-8-15,34-38-2 0,-34 50-2 0,7-19 0 0,10 1-2 16,5-1-6-16,0 8 0 0,5-2-14 0,2 0-24 0,5-37-11 16,0 75-18-16,0-75-21 15,9 68-10-15,-9-68 13 0,27 59-30 0,-5-32-4 16,-22-27 1-16,46 42 8 0,-46-42-6 0,63 39 21 15,-63-39 13-15,59 17 23 0,-59-17 18 0,63-2 129 0,-63 2-140 16,61-8 39-16,-61 8 30 0,58-22-12 16,-58 22 38-16,48-30 43 0,-48 30 25 0,37-39 34 0,-37 39 29 0,29-45 23 0,-29 45 21 15,17-52 13-15,-17 52-11 0,5-59-10 0,-5 59 4 16,-5-59 3-16,5 59 20 16,-17-64 24-16,17 64-5 0,-24-58 18 0,24 58-17 15,-29-53-10-15,29 53-29 0,-34-50-34 0,12 26-38 0,22 24-53 16,-42-36-117-16,42 36-132 0,-53-21-123 0,53 21-152 0,-75-15-114 15,75 15-111-15,-100 7-269 16,49 5-410-16,-19 5 7 0,14 0-907 0,0-2-860 0</inkml:trace>
  <inkml:trace contextRef="#ctx0" brushRef="#br0" timeOffset="48021.07">24788 5612 90 0,'0'0'649'0,"-31"-30"72"16,31 30-38-16,-29-24-44 0,29 24 21 0,0 0-51 0,-39-29-63 0,39 29-77 0,0 0-70 0,0 0-63 0,0 0-62 0,-37-21-52 0,37 21-43 0,0 0-33 0,0 0-26 0,0 0-20 16,0 0-11-16,0 0-27 0,0 0-10 0,0 0-11 0,0 0 2 0,0 0-12 15,0 0-14-15,0 0 41 0,0 0-60 0,0 0-14 16,0 0 8-16,0 0 2 0,0 0-4 0,0 0-19 0,0 0 19 31,0 0 3-31,39 16 12 0,-39-16-12 0,37 27 16 0,-37-27-13 0,56 33-2 0,-25-13 6 0,6 0-3 16,6 5 3-1,1 2 1-15,5-3-5 0,2 5 4 16,0-1 3-16,7 4-9 0,3-2 9 0,2 2 6 0,5 0 47 16,5 5-71-16,5-3 22 0,4 4-9 0,6-1 31 15,2 1-28-15,2 2 19 0,8 3-15 0,-1 2 1 16,6-1 6-16,7 3-153 0,2 1 170 16,7 6 1-16,3-5-6 0,2 4-1 0,6 4 1 0,-11-3 40 15,6 5-47-15,-1-4 6 0,-5 2 4 0,1 1-11 16,-5 0 4-16,-1 0 1 0,1-5-15 0,-8 2 7 15,3-2 9-15,-10-3-16 0,-2-4-6 0,-11-2 16 16,1-3-24-16,-2-3 7 0,-13 2-2 0,-7-11 43 16,0 8-54-16,-5-7 12 0,-4-2 7 0,-6 1 13 15,-4-3-19-15,-3-1-4 0,-7-4 14 0,2 2-75 0,-9-4-4 16,-1-1-20-16,-31-18-42 0,49 37-48 0,-49-37-68 0,36 30-92 16,-36-30-134-16,25 28-153 0,-25-28-118 15,0 0-28-15,0 0-793 0,-20 36-504 0</inkml:trace>
  <inkml:trace contextRef="#ctx0" brushRef="#br0" timeOffset="48559.15">29247 5315 87 0,'0'0'562'0,"-31"-23"117"0,31 23-8 0,0 0-77 0,-44-28-56 0,44 28-38 0,0 0-75 0,-51-18-73 0,51 18-117 0,0 0 24 0,-58-5-49 16,58 5-39-16,0 0-28 0,-69 6-40 0,69-6-17 0,-48 21-19 16,48-21-12-16,-58 28-6 0,26-9 14 0,0 6 14 15,-4 5 0-15,-5 5 9 0,2 5 17 0,-3 2-27 16,-6 4 59-16,-3 2-6 0,-3 5-7 0,-4 3-9 0,-5 2-8 15,-5 7 22-15,-7 3-14 0,-6 5 6 0,-6 5 21 16,2 5 3-16,-22 8-17 0,-12 2 5 16,-5 8-14-16,-7 2-10 0,-8 1-12 0,-2 6-8 15,-2 3-20-15,-3-4-6 0,3-3-19 0,-1 2-13 0,4-4-2 0,6-7-8 0,8-3-5 16,4-2-48-16,1-4-49 16,11-5 26-16,8-5-46 0,7-7-18 15,5-8-14-15,13-3-23 0,6-8-43 0,8-11-75 0,5-3-130 16,7 2-84-16,7-15-191 0,3-5-168 0,41-20-53 15,-80 8-725-15,80-8-523 0</inkml:trace>
  <inkml:trace contextRef="#ctx0" brushRef="#br0" timeOffset="49107.27">26764 5176 266 0,'0'-55'514'0,"0"55"71"0,-2-46 60 0,2 46-31 0,0 0 35 0,-13-50-25 0,13 50-78 0,0 0-56 0,-14-33-70 0,14 33-59 0,0 0-57 0,0 0-40 0,0 0-44 0,0 0-50 16,0 0-19-16,-17-30-24 0,17 30-12 0,0 0-84 15,0 0 39-15,0 0-15 0,0 0-27 0,0 0-12 16,0 0-6-16,0 0-12 0,0 0 2 0,0 0 12 15,0 0-19-15,36 23 12 0,-36-23-4 0,32 44 3 16,-15-16-9-16,5 4 7 0,12 5-1 16,-10 6 29-16,5 6 102 0,-2 7-96 0,0 8 8 0,4-2-6 15,-4 7 13-15,5 5 20 0,-1 6 29 0,1 6-15 16,-1 5-6-16,1 18-24 0,-1-8 4 16,1 7-2-16,-5 3-10 0,4 4-4 0,-4 8-8 0,5-1-1 15,-6 4-6-15,6-3-4 0,0-2 10 0,-1-3 10 16,-4-7-25-16,4-3 0 0,1-7 1 0,0-6-1 0,-1-4-2 15,6-8 1-15,-15-6 7 0,-1-6-19 16,1-6 9-16,3-9-8 0,-8-4-75 0,2-8-45 0,-7-5-28 16,3-9-36-16,-15-30-25 0,7 54-46 0,-7-54-113 15,15 36-153-15,-15-36-126 0,0 0-245 0,0 0-32 16,12 39-868-16,-12-39-578 0</inkml:trace>
  <inkml:trace contextRef="#ctx0" brushRef="#br0" timeOffset="50033.5">23766 11573 228 0,'-71'-12'727'0,"8"2"36"0,-10 2-37 0,73 8-43 0,-75-10-16 0,75 10-80 0,-56-14-70 0,56 14-225 0,0 0 79 0,-49-14-58 0,49 14-74 0,0 0-48 0,0 0-62 0,0 0 6 0,0 0-52 0,0 0-24 0,0 0 3 16,0 0-34-16,66 20 45 0,-15-7-49 0,7 5-8 16,8 5-3-16,12 2-34 0,7 7 65 0,4 3-3 0,11 3 15 15,2 5-2 1,7 5 18-16,3 3-11 0,2 8 5 0,3 1 9 0,5 5 0 0,-6 0-20 0,6 4 34 16,-1 0 2-16,6 6 9 15,-1 3-4-15,0 0 9 0,3 4-1 16,0 2-7-16,4 3 0 0,-1 5-4 0,1 1-37 15,3 0 27-15,-2 2-14 0,-3 1-18 0,0-1 5 16,8-1-11-16,-27-5-8 0,2 0-10 0,-2-6-2 16,-8-6-8-16,-9 0-3 0,-5-8 1 0,-10-4 0 15,-2 0-12-15,-3-6 4 0,-7-4-12 0,-10-5-92 0,-16 13-31 16,1-30-24-16,-1-3 12 0,-8-3-9 0,-34-27-9 16,51 36-13-16,-51-36-4 0,31 23-17 0,-31-23-34 15,0 0-65-15,0 0-108 0,27 25-155 0,-27-25-245 16,0 0-66-16,-10-38-24 0,10 38-553 0,-17-36-459 15</inkml:trace>
  <inkml:trace contextRef="#ctx0" brushRef="#br0" timeOffset="50400.49">28217 11362 483 0,'-10'-38'681'0,"-7"2"-28"0,3 0-139 0,-3 8-30 0,17 28 42 0,-37-49-33 0,37 49-47 0,-41-40-59 0,41 40-38 0,-49-28-55 0,49 28-41 0,-53-14-42 0,53 14-45 0,0 0-26 16,-85-3-24-16,85 3-33 0,-68 33-19 15,26-3 15-15,-4 7-23 0,3 8-22 0,-11 4 7 16,-2 11-2-16,-2 10-9 0,-3 8 11 0,-7 7 7 15,0 11 10-15,-12 5 4 0,-3 6 1 0,-7 6 28 0,-4 7 5 0,-4 4 9 16,-1 7 3-16,-11 2 5 16,-6 1-11-16,-15 11-18 0,19-8-3 0,-5 5-24 0,1 1-9 0,-1-4-13 15,-5-3-14-15,3-3 1 0,5-4-37 16,0-7-42-16,2-2-44 0,-2-5-67 0,2-11-70 0,3-10-132 16,7-1-114-16,2-8-189 0,8-12-161 15,2-13-9-15,3-4-840 0,28-15-545 0</inkml:trace>
  <inkml:trace contextRef="#ctx0" brushRef="#br0" timeOffset="50876.58">26127 11306 162 0,'-12'-36'844'0,"-7"4"25"0,19 32-123 0,-34-51-21 0,34 51-55 0,-42-41-66 0,42 41-83 0,-36-31-55 16,36 31-39-16,-36-22-52 0,36 22-55 0,0 0-39 0,-27-18-49 0,27 18-56 16,0 0-44-16,0 0-34 0,0 0-32 0,0 0-31 0,0 0 1 15,-27 32-21-15,27-32 5 16,10 68 7-16,2-19-7 0,3 9 0 0,2 11 2 16,-3 7-18-16,13 7 6 0,4 15 8 0,1 5 44 0,4 9 8 15,3 8 28-15,7 7 20 0,-2 8 14 0,7 9 7 16,-2 9-29-16,-1 3 21 0,3 10-30 15,-7-1-27-15,2 1-10 0,-4 0-2 0,6 0-17 0,-6-3-9 16,-6 0-3-16,3-6 6 0,-3-4-10 0,6-6-24 16,-11-4-100-16,-4-8-76 0,-5-6-79 0,-10-6-47 15,-5-8-20-15,-7-11-38 0,-5-12-85 0,1-5-120 16,-11-9-75-16,-2-13-154 0,-2-12-63 0,-3-11-84 0,-5-10-542 16,-5-5-473-16</inkml:trace>
  <inkml:trace contextRef="#ctx0" brushRef="#br0" timeOffset="51693.37">23780 10863 195 0,'0'0'827'0,"0"0"0"0,0 0-141 0,0-40-93 0,0 40-15 0,0 0-66 0,0 0-71 0,0 0-54 0,-7-34-50 0,7 34-47 0,0 0-45 0,0 0-50 0,0 0-44 0,0 0-26 15,0 0-20-15,0 0-33 0,0 0-13 0,-51 14-18 0,51-14-9 0,-39 30-1 16,39-30-13-16,-44 41-2 0,44-41-39 16,-48 52 50-16,14-26-17 0,0 4 4 0,-5 0-12 0,2 3 11 0,-9 3 3 15,2-3-11-15,-2 3 8 16,10 1 17-16,-3-4-19 15,-2-1-5-15,4-6 1 0,6 7-2 0,4-3-12 0,2-2-2 16,25-28 7-16,-34 51-6 0,34-51 6 0,-14 53 1 16,14-53-17-16,-7 49 16 0,7-49-6 0,21 48 4 15,-21-48-9-15,39 44-3 0,-39-44 11 0,54 44 2 16,-20-22-2-16,2-3-4 0,6 1 9 0,-42-20-5 0,82 38 9 16,-41-21-2-16,1 2 3 0,-3-3-6 15,4 2-128-15,-4-1 148 0,0-1-8 0,2 0 14 16,-41-16-45-16,61 30-32 0,-61-30-46 0,61 27-77 0,-61-27-100 15,58 22-132-15,-58-22-142 0,56 16-140 0,-56-16-38 16,0 0-175-16,78 0-256 0,-78 0-345 16</inkml:trace>
  <inkml:trace contextRef="#ctx0" brushRef="#br0" timeOffset="52337.72">25926 10908 234 0,'41'-15'709'0,"-41"15"93"0,0 0-56 0,0 0-35 0,0 0-29 0,0 0-101 0,0 0-54 0,0 0-109 0,0 0-85 0,0 0-62 0,0 0-66 0,0 0-46 0,0 0-23 0,-36 28-29 0,36-28-23 0,-32 36-20 0,32-36-8 16,-37 50-11-16,11-20-4 0,4 2-14 0,0 3 2 16,-5 0-6-16,8-3 14 0,-3 5-7 0,0-4-1 15,8-3 136-15,14-30-168 0,-27 48-23 16,27-48-19-16,-22 35-28 0,22-35-32 0,0 0-26 0,0 0 1 16,0 0 0-16,0 0 24 0,0 0 21 0,49 17 3 15,-11-34 14-15,-38 17 0 0,32-42 11 0,-32 42-6 0,41-51 28 16,-21 21 6-16,-3 4 9 0,2-4 2 0,-2 0 9 15,5 0-9-15,-22 30 9 0,27-54 8 0,-27 54-3 0,22-51 14 16,-22 51 18-16,19-42 10 0,-19 42 5 16,15-34 2-16,-15 34 3 0,0 0-13 0,22-36-9 0,-22 36 19 15,0 0-35-15,0 0-1 0,0 0-9 16,26-25 1-16,-26 25-17 0,0 0 10 0,0 0 8 0,0 0-7 16,49 10 3-16,-49-10 0 0,41 21 1 15,-41-21 9-15,49 30 6 0,-49-30 4 0,41 45 2 0,-14-20-1 16,0 0 0-16,-1 8-10 0,6-2 9 0,-8 8 14 0,3-2-9 15,0-1-8-15,-10 0-63 0,-8 1-174 16,13-1-182-16,-5 3-323 0,3-9-112 0,-20-30-898 0,26 53-562 16</inkml:trace>
  <inkml:trace contextRef="#ctx0" brushRef="#br0" timeOffset="52736.02">27447 10833 187 0,'-63'-7'817'0,"63"7"54"0,0 0-88 0,0 0-44 0,-59-5-85 0,59 5-127 0,0 0-113 0,0 0-80 0,0 0-77 0,0 0-66 0,0 0-30 0,0 0-26 0,0 0-15 0,78 5-11 0,-78-5-20 0,95 6-28 0,-95-6 17 0,112 1 8 31,-54 1-23-31,0 1-18 0,5-1-4 0,-63-2 1 16,112 4-15-16,-112-4-8 0,109 11 9 0,-109-11-17 15,95 8 2-15,-95-8-10 0,85 16 24 0,-85-16-9 16,54 18 2-16,-54-18 0 0,36 29 25 0,-36-29 16 15,22 38 30-15,-22-38 17 0,-5 53 1 0,-7-18 0 16,-7 1-14-16,-8 6-22 0,-5 3 2 0,-7 6-6 16,-2 0-24-16,-5-7-22 0,2 7-50 0,-2-3-101 0,2 2-129 15,3-5-228-15,9 1-212 0,1-4-265 0,-6-4-91 16,20-3-720-16,0 3-575 0</inkml:trace>
  <inkml:trace contextRef="#ctx0" brushRef="#br0" timeOffset="53451.42">23715 14503 512 0,'0'0'818'0,"-44"-15"-82"0,44 15-105 0,0 0-46 0,0 0-60 0,-49-18-86 0,49 18-81 0,0 0-80 0,0 0-65 0,0 0-56 0,0 0-27 0,0 0-25 0,0 0-16 0,22 26-14 15,-22-26-18-15,46 42-4 0,-21-17 3 0,4 0-19 16,2 5-7-16,3 0-3 0,0 4 0 0,0-1-7 16,3 2-6-16,-1-1-3 0,1 2 0 0,-1-3-2 0,-2-1-3 0,-2-6 0 15,-3 1-3-15,0-6 0 0,-29-21-1 0,46 35 0 16,-46-35-6-16,39 23 3 0,-39-23-18 16,0 0 6-16,0 0 3 0,61-12 8 15,-61 12 0-15,41-44 1 0,-19 10-5 0,2-5-16 0,1-5-29 0,1-2-32 0,-1-3-53 16,1-4-41-16,4 0-50 15,-1-2-46-15,5 3 37 0,7 4-218 16,-5 1-72-16,1 5-28 0,-1 0-68 0,13 13-462 0,-8 5-275 16</inkml:trace>
  <inkml:trace contextRef="#ctx0" brushRef="#br0" timeOffset="53832.5">26310 15171 220 0,'0'0'855'0,"0"0"14"0,0 0-154 0,0 0-73 0,0 0-81 16,0 0-118-16,0 0-88 0,0 0-79 0,0 0-65 15,0 0-41-15,-3 42-32 0,3-42-30 0,24 33-21 16,-24-33-23-16,32 42-11 0,-32-42-9 0,49 48-11 16,-28-22-2-16,-21-26-6 0,52 48-5 0,-26-24-4 15,-4 1-5-15,-22-25-5 0,46 39-1 0,-46-39-7 16,27 30-8-16,-27-30 55 0,49 20-57 0,-49-20 3 0,0 0 4 16,58 7-4-16,-58-7 19 0,41-18 14 0,-41 18 11 15,44-42 5-15,-20 9 0 0,3 0-10 0,-5-6 0 16,5 2-10-16,-1-7-1 0,-1 0-5 0,1-4-14 15,-4 2-56-15,5 2-81 0,-5 2-93 0,5 4-88 16,-3 3-267-16,-2-2-128 0,-8 3-43 0,-14 34-651 16,49-45-446-16</inkml:trace>
  <inkml:trace contextRef="#ctx0" brushRef="#br0" timeOffset="54178.8">27862 14546 491 0,'0'0'950'0,"0"0"-90"0,0 0-109 15,0 0-46-15,0 0-105 0,0 0-99 0,0 0-111 0,0 0-69 16,0 0-91-16,0 0-94 0,0 0 29 15,0 0-41-15,49 14-26 0,-49-14-14 0,36 24-23 16,-36-24-7-16,39 27-13 0,-39-27-6 0,46 32 14 0,-46-32-33 16,54 30-1-16,-54-30-4 0,51 24-6 0,-51-24 0 0,48 23 43 15,-48-23-49-15,42 17 1 16,-42-17 2-16,0 0-2 0,70 1 9 0,-70-1 12 0,46-21 6 0,-46 21-4 16,49-46 2-16,-22 14 1 0,-1-5 4 0,1-2 5 15,2-10-7-15,-2 0-55 0,-5-10-130 16,0-3-193-16,4-3-273 0,-1-4-299 0,-3 10-195 0,-1-11-440 0,1-1-498 15</inkml:trace>
  <inkml:trace contextRef="#ctx0" brushRef="#br0" timeOffset="55152.98">24835 4912 429 0,'0'0'711'0,"0"0"-12"0,0 0-103 0,0 0-97 0,0 0 22 0,0 0-100 0,0 0-89 0,0 0-70 0,0 0-61 0,-59 7-41 0,59-7-30 0,-29 34-27 0,29-34-22 0,-36 49-35 0,14-20 9 0,0 1-9 0,-2 0-8 0,2 4-13 16,-5-1 1-16,-4 1-6 0,4-6-4 0,-7 9-2 16,2 0 0-16,1-1 2 0,1-1 2 0,-4-2 5 15,5-1 2-15,-2-4-2 0,4 1-2 0,-7-5-7 16,7-1 1-16,27-23-8 0,-34 37 0 0,34-37-9 15,-24 27-5-15,24-27-6 0,0 0-37 16,-22 28 39-16,22-28 1 0,0 0 1 0,0 0 2 0,27 34-6 16,-27-34 5-16,46 19-1 0,-46-19-1 0,58 23 10 0,-58-23-3 15,76 22-2-15,-76-22 5 0,85 24-3 0,-85-24-4 0,75 30-6 16,-24-19-20-16,0 3-41 16,-7 7-45-16,7-2-83 0,-10-1-71 0,3 4-112 0,0-1-81 15,-3 0-49-15,-5-3-19 0,6 1-118 0,-13 6-287 16,-29-25-140-16</inkml:trace>
  <inkml:trace contextRef="#ctx0" brushRef="#br0" timeOffset="55622.48">24854 7526 332 0,'0'0'692'0,"0"0"-10"0,0 0-88 0,0 0-104 0,0 0-44 0,0 0-80 0,0 0-76 0,-39 12-65 0,39-12-53 0,0 0-27 0,0 0-30 0,29 23-9 0,-29-23-9 0,0 0-12 0,25 39-11 15,-25-39-1-15,22 43 3 0,-22-43 11 0,17 49 3 16,-17-49-16-16,19 49-12 16,-19 4-6-16,7-12-10 0,-4-1-14 0,4 1 2 0,-2 1-9 0,0-1-5 15,-5 0-2-15,2-2-12 0,-2-39 9 16,3 74 0-16,-3-74-8 0,7 60 4 0,-7-60-5 0,2 42-12 15,-2-42 8-15,0 0-7 0,12 43-4 0,-12-43 7 16,0 0-26-16,0 0 31 0,59-3-2 16,-28-19-7-16,6-1-37 0,7-12-44 0,7 1-76 0,7-10-80 0,5 2-147 15,0-7-183-15,0-3-71 16,-2 8-137-16,12-4-331 0,-5 3-303 0</inkml:trace>
  <inkml:trace contextRef="#ctx0" brushRef="#br0" timeOffset="56244.76">27226 8192 231 0,'0'0'819'0,"0"0"1"0,0 0-142 0,0 0-77 0,0 0-27 0,0 0-78 0,0 0-79 0,0 0-77 0,0 0-79 0,0 0-86 0,0 0-27 16,0 0-24-16,0 0-20 0,0 0-17 0,0 0-23 0,46 27-10 0,-46-27-6 16,43 23-16-16,-43-23-5 0,59 31-4 0,-59-31-73 15,51 34 82-15,-51-34-9 0,53 37-4 0,-53-37 3 16,59 39-7-16,-59-39-6 0,58 33 2 0,-58-33-2 16,41 28-4-16,-41-28 2 0,49 25-2 0,-49-25-3 0,0 0-1 15,46 16 34-15,-46-16-40 0,0 0 12 16,0 0 3-16,44-12 3 0,-44 12-3 0,19-37-4 0,-19 37 0 15,17-48 1-15,-17 48-1 0,20-67-5 0,-13 30-5 16,3-5-26-16,-6-1-43 16,6-2-45-16,-3 0-73 0,3 1-81 0,2 2-82 0,3 2-114 15,0 3-113-15,2 1-45 0,-3 1-47 0,13 2-527 16,-5 5-376-16</inkml:trace>
  <inkml:trace contextRef="#ctx0" brushRef="#br0" timeOffset="56674.81">29063 7195 32 0,'0'0'643'0,"0"0"173"0,0 0-51 0,-42-19-87 0,42 19-4 15,0 0-112-15,0 0-105 0,0 0-63 0,0 0-115 16,0 0-64-16,0 0-45 0,0 0-49 0,0 0-18 16,0 0-24-16,0 0-13 0,0 0-15 0,0 0-7 15,15 49-24-15,-15-49 8 0,36 33-10 0,-36-33-3 16,49 36-9-16,-49-36 2 0,58 36 0 0,-58-36-6 0,68 33 2 15,-27-17 0-15,-2 2 4 0,-2 1-5 0,-1 2-3 16,6 1 1-16,-6-4 6 0,-36-18-4 0,63 33 8 16,-63-33-2-16,44 42-4 0,-44-42 7 0,32 43 2 15,-32-43-1-15,14 49 1 0,-14-49-19 0,-14 53 16 16,4-21 4-16,-12 0-3 0,0 5-1 0,-10-5-3 0,1 0 1 16,-6-1 7-16,-11 3 2 0,16-3-8 0,-9 1-4 15,5-4-27-15,-3-3-47 0,-3-3-83 0,6-1-83 16,-1-3-119-16,37-18-155 0,-63 26-175 0,63-26-39 15,-58 7-78-15,58-7-398 0,0 0-374 0</inkml:trace>
  <inkml:trace contextRef="#ctx0" brushRef="#br0" timeOffset="57413.35">29046 5261 163 0,'0'0'414'0,"0"0"80"0,0 0 114 0,-54-11-102 0,54 11-49 0,0 0-31 0,-78 18-35 0,78-18-66 0,-68 23-45 0,25-11-45 0,-4 7-34 0,-1-1-29 16,2 5-36-16,-25-1-3 0,25-3-24 15,10 4-19-15,-3-4-13 0,2-1-27 0,37-18-7 0,-53 28-12 16,53-28-19-16,-37 19-15 0,37-19-22 0,0 0-15 15,0 0-8-15,0 0 19 0,0 0-1 16,0 0-1-16,85-17-18 0,-48-2-37 0,26-10-12 16,3-1-12-16,6 0 1 0,6-5-62 0,-2-1 105 15,-4 1 7-15,4-1 18 0,-3 3 3 0,-10-4 13 16,-10 7 9-16,-4 2-14 0,-3 3 24 0,-10 7 52 16,-36 18 79-16,54-31 65 0,-54 31 59 0,36-20 38 15,-36 20 3-15,0 0-10 0,32-20-30 0,-32 20-17 16,0 0-48-16,0 0 22 0,0 0-85 0,0 0-27 0,0 0-19 15,0 0-10-15,0 0-29 0,0 0-27 0,0 0 14 16,0 0 5-16,36 20-16 0,-36-20-6 0,13 39-5 16,-13-39 2-16,26 60 3 0,-11-25-21 0,7 1 21 15,-3 4 4-15,3 5-2 0,0 0-2 0,5 3-11 0,-1 0-3 16,-1-2 3-16,-8-2-79 0,9-1-75 16,-4-1-90-16,3-1-133 0,-4-3-156 0,-4-1-171 15,-17-37-68-15,5 59-97 0,-5-59-489 0,-9 51-431 0</inkml:trace>
  <inkml:trace contextRef="#ctx0" brushRef="#br0" timeOffset="57927.14">26766 5086 244 0,'0'0'725'0,"0"0"34"0,0 0-85 0,0 0-76 0,0 0-18 0,0 0-96 0,0 0-83 0,0 0-82 0,0 0-75 0,0 0-47 0,0 0-51 16,0 0-37-16,0 0-19 0,-36 22-18 0,36-22-10 15,-17 47-25-15,17-47 0 0,-17 61-5 16,2-28-8-16,6 3-3 0,-8 5-2 0,21-4-9 16,-16-2-1-16,-2 4-9 0,4-5-67 0,-5 1-49 0,15-35-91 0,-17 57-89 15,17-57-95-15,-14 42-95 0,14-42-33 16,0 0 9-16,-12 36 41 0,12-36 61 0,0 0-52 15,0 0-396-15,0 0-89 0</inkml:trace>
  <inkml:trace contextRef="#ctx0" brushRef="#br0" timeOffset="58110.35">26647 5161 166 0,'0'0'309'0,"0"-58"66"16,0 58 23-16,8-43 40 0,-8 43-15 0,0 0-19 15,14-40-44-15,-14 40 11 0,0 0-47 0,0 0-48 0,0 0-46 16,17-31-49-16,-17 31-34 0,0 0-27 0,0 0 61 15,0 0 22-15,0 0 13 0,78 6-1 0,-78-6-21 0,58 17-26 16,-14-4-31-16,-3 4-15 16,13 2 1-16,-3 4-26 0,5 7-12 0,7 4-14 15,-5 3-62-15,5 7-310 0,10-2-449 0,-14 2-347 16,9 3-638-16,-10-9-562 0</inkml:trace>
  <inkml:trace contextRef="#ctx0" brushRef="#br0" timeOffset="67412.89">6937 5315 59 0,'0'0'199'0,"0"0"33"0,0 0 44 0,0 0-21 0,0 0 13 0,0 0 5 0,0 0-13 0,0 0-27 0,0 0-41 0,0 0-10 0,0 0-26 0,0 0-26 0,0 0-12 0,0 0-23 15,0 0-5-15,0 0-17 0,0 0-28 0,0 0 3 16,0 0-11-16,0 0-21 0,0 0-5 0,0 0 4 15,0 0-114-15,0 0 138 0,0 0-26 0,0 0 14 16,0 0 27-16,0 0 35 0,0 0 12 0,65 4-16 16,-65-4 2-16,0 0 8 0,68 14 17 0,-68-14 19 0,59 7-8 15,-59-7-9-15,73 11 2 0,-73-11 19 0,89 5-7 16,-35 2-11-16,4-2-19 0,3 1-15 16,9 0-8-16,1-1-4 0,2 0-1 0,7 2-1 15,-2-4-14-15,-13 7 0 0,42-5-1 0,-24 2-9 16,2-2-8-16,-2 2-4 0,-1-3-3 0,3 3-6 0,3-1-5 15,-3 1-2-15,2-1 9 0,-2-2-11 0,0 3 0 16,0-2-2-16,-2-5 13 0,0 5 35 0,-6-2 2 16,1-1-2-16,0 0-13 0,9-9-9 0,-14 9 2 15,0 1 9-15,5-3 1 0,0 2 3 0,19 0 0 16,-7 3 0-16,-15-3-2 0,-2-2-3 0,-3 4 6 16,6-3-6-16,-6 1-4 0,1 1 6 0,-1-3-11 15,-4 0-3-15,-3 0-20 0,-63 0 9 16,119 2-9-16,-119-2 8 0,112 0-6 0,-112 0-1 0,107-2-7 0,-107 2-5 15,104-3-2-15,-104 3 10 16,105-3 0-16,-105 3-6 0,99-4-1 0,-99 4-3 0,102 4 0 16,-102-4-2-16,105-7 8 0,-105 7 3 0,107-4-138 0,-107 4 159 0,107-2-8 15,-107 2-7-15,104-2 5 0,-104 2 6 16,102 0-9-16,-102 0-11 0,105 0 8 0,-105 0 3 16,99 0-2-16,-99 0-16 0,97 0 46 0,-97 0-60 15,95 0 21-15,-95 0-12 0,100 0 0 0,-100 0 7 16,95 0-12-16,-95 0 11 0,97-2 11 0,-97 2-8 0,92-3 4 15,-92 3-11-15,88 0 5 0,-88 0-4 16,87 0 10-16,-87 0 15 0,95-4 37 0,-95 4-19 0,90-6-16 16,-90 6 21-16,85-6-15 0,-85 6 0 15,87-5-6-15,-87 5 1 0,83-9-21 0,-83 9 10 16,85-10 0-16,-85 10 7 0,90-8-9 0,-90 8-1 16,85-14-14-16,-85 14 15 0,87-16-13 0,-87 16 10 0,93-15 0 15,-93 15-16-15,89-18 14 0,-89 18-16 0,88-19 12 16,-88 19-4-16,85-17-8 0,-85 17 19 0,78-17-5 15,-78 17-12-15,73-18 3 0,-73 18-4 0,70-11-10 0,-70 11 18 16,66-15 0-16,-66 15-6 0,68-15 47 16,-68 15-65-16,75-13 17 0,-75 13 13 0,66-11-8 0,-66 11-6 0,65-9 121 0,-65 9-137 15,61-9 2-15,-61 9 7 0,58-9-3 16,-58 9 10 0,59-5-7-16,-59 5-78 0,53-9 96 0,-53 9 2 0,0 0-4 15,71-9 12-15,-71 9-10 0,0 0-8 0,60-7 13 16,-60 7-5-16,0 0-7 0,0 0 8 15,59-9-5-15,-59 9-3 0,0 0 14 0,0 0 34 0,41-12 63 16,-41 12 16-16,0 0 3 0,0 0 2 0,58-4 8 16,-58 4-1-16,0 0-28 0,0 0-20 0,0 0-22 15,59-5-7-15,-59 5-4 0,0 0 6 0,0 0 8 0,0 0-4 16,0 0 0-16,0 0-15 0,0 0 21 0,0 0-37 16,0 0 0-16,0 0-26 0,0 0-52 15,0 0-78-15,0 0-104 0,0 0-89 0,0 0-183 16,0 0-349-16,0 0-375 0,-15 35-134 0,15-35-593 15,-58 28-635-15</inkml:trace>
  <inkml:trace contextRef="#ctx0" brushRef="#br0" timeOffset="68584.16">20823 3776 88 0,'-34'22'202'0,"34"-22"32"0,0 0 34 0,0 0-4 0,22 33 28 0,-22-33 5 0,46 23 31 0,-46-23-7 0,88 23 0 0,-30-13 5 0,12-2 31 0,11-3-29 0,8 0-15 0,4-5-1 0,11-1-8 0,-2-5-31 16,5-2 7-16,-2 0-6 0,2-2-50 0,-3-1-27 16,-7 1-25-16,-7-2-27 0,0-3-13 0,-5 1 10 15,-5 5-45-15,-4-1-7 0,-11-1-4 0,-2 2-29 16,-9 2-13-16,-54 7-5 0,92-13-10 0,-92 13-8 15,68-8 3-15,-68 8-64 0,0 0 66 0,59-9-77 0,-59 9-114 16,0 0-161-16,0 0-245 0,0 0-275 16,43-14-42-16,-43 14-772 0,0 0-537 0</inkml:trace>
  <inkml:trace contextRef="#ctx0" brushRef="#br0" timeOffset="86075.16">28176 8657 108 0,'0'0'542'0,"0"0"93"0,0 0 0 0,0 0-78 0,0 0-46 16,0 0 12-16,0 0-54 0,41-17-65 0,-41 17-75 0,0 0-59 0,0 0-47 0,0 0-38 0,0 0-59 0,0 0-19 15,0 0 8-15,22-30 5 0,-22 30 10 0,0 0 8 16,0 0 7-16,0 0-15 0,0 0 17 0,0 0 0 16,0 0 3-16,0 0 8 0,0 0-5 0,0 0-19 15,0 0 48-15,0 0-117 0,0 0 55 16,0 0-33-16,0 0-12 0,0 0-2 0,0 0-6 0,0 0-7 0,0 0-12 16,0 0-14-16,0 0-5 0,0 0 0 0,-49-10-12 15,49 10-7-15,0 0 0 0,0 0-2 0,0 0-11 16,0 0 3-16,0 0-17 0,0 0-2 0,0 0 2 15,-19 35 5-15,19-35-8 16,-32 32 4-16,32-32 2 0,-31 44-2 0,31-44 51 16,-34 53-61-16,14-23 12 0,3 2 5 0,3 0-6 15,14-32 7-15,-27 60 7 0,10-26-5 0,17-34-10 0,-20 60-1 16,20-60 16-16,-7 49-9 0,7-49-1 0,0 52-2 0,0-52 0 16,7 47 10-16,-7-47-13 0,20 39-30 0,-20-39-4 0,34 32-2 15,-34-32 2-15,36 19 4 0,-36-19-7 16,42 18 69-16,-42-18-64 15,53 5-6-15,-53-5 12 0,68-5-11 0,-68 5-10 16,68-12 57-16,-68 12-58 0,75-27-3 0,-75 27 6 0,73-32 9 0,-41 14 0 16,0-3 3-16,-32 21 10 0,53-37-6 0,-53 37 10 15,41-42 16-15,-41 42 30 0,27-44-27 0,-27 44 14 0,17-43-6 0,-17 43 11 16,5-42 31-16,-5 42-34 0,0-41 2 16,0 41 1-16,-12-42 5 15,12 42 4-15,-37-38 3 0,37 38-3 0,-14-36 0 0,14 36-9 0,-22-37 1 0,22 37 2 0,-27-34-14 16,27 34 20-16,-27-32-11 0,27 32-1 0,-24-27 12 15,24 27-10-15,-34-29 6 16,34 29-5-16,-36-27 15 0,36 27-36 16,-37-19 24-16,37 19-14 0,0 0 10 0,-53-23-22 0,53 23 2 15,0 0 12-15,-54-14 7 0,54 14-2 0,0 0-10 16,0 0 2-16,-68 5 8 0,68-5-7 0,0 0 8 0,-53 19-13 0,53-19-62 0,-46 17 85 31,46-17 2-31,-42 22-7 0,42-22-5 0,-31 23 4 0,31-23 0 16,-27 28-5-16,27-28-1 0,-36 30 2 0,36-30-8 0,-17 34 2 0,17-34 3 0,0 0-3 15,-15 44 144 1,15-44-167-16,0 0-7 0,-2 43 13 16,2-43-7-16,0 0 8 0,17 38 5 0,-17-38 8 0,0 0 0 15,26 33 2-15,-26-33 0 0,0 0 4 0,37 30-6 16,-37-30 1-16,0 0 5 0,53 19 3 0,-53-19 136 16,0 0-284-16,63 3 181 0,-63-3-42 0,0 0 14 15,64-2-5-15,-64 2 0 0,0 0 1 0,63-8-10 16,-63 8 12-16,0 0-3 0,43-12-1 0,-43 12 5 0,0 0 4 15,0 0-8-15,0 0 2 0,0 0-6 0,0 0 8 16,51-11 1-16,-51 11-14 0,0 0 8 16,0 0-4-16,0 0 5 0,0 0 1 0,0 0-9 0,0 0 9 15,0 0-3-15,0 0 2 0,68-2-6 0,-68 2 8 16,0 0-13-16,0 0 12 0,49 8 127 16,-49-8-157-16,0 0-65 0,54 12 102 0,-54-12-3 0,51 12-5 15,-51-12 5-15,53 12 9 0,-53-12-14 0,58 23 3 16,-58-23-1-16,59 24 0 0,-59-24 8 0,58 31-7 15,-58-31-4-15,63 35 27 0,-63-35-81 0,54 37-127 16,-18-16-157-16,-9 3-199 0,4-3-213 0,-31-21-53 0,51 37-176 16,-51-37-343-16,59 30-417 0</inkml:trace>
  <inkml:trace contextRef="#ctx0" brushRef="#br0" timeOffset="88330.01">28450 9219 404 0,'0'0'670'0,"0"0"0"0,-39-22-74 0,39 22-58 0,0 0-6 0,0 0-85 0,0 0-79 0,0 0-79 0,0 0-68 0,0 0-44 0,0 0-44 15,0 0-28-15,0 0-25 0,0 0-15 0,0 0-18 16,-14 35-6-16,14-35-12 0,0 0-11 0,-5 38-9 0,5-38-2 16,0 0-3-16,0 0-7 0,0 0 1 0,0 0-4 0,27 28 1 15,-27-28 1-15,0 0 6 0,0 0 15 0,0 0 24 0,0 0 6 16,46-25-7-16,-46 25 32 0,17-26 3 0,-17 26 2 16,19-32-11-16,-19 32 21 15,17-44-6-15,-17 44-12 0,5-39 2 16,-5 39-3-16,5-39 7 0,-5 39 6 0,-5-40-22 15,5 40-1-15,0 0 3 0,-10-46 10 0,10 46 5 0,0 0 0 0,-26-30-8 0,26 30-10 0,0 0-12 16,-42-17-2-16,42 17-36 16,0 0 9-16,-70 11-11 0,70-11 2 0,-58 30-11 15,58-30 7-15,-59 39-8 0,28-18 1 16,31-21-1-16,-46 48-15 0,46-48 13 0,-37 44 4 0,37-44-17 0,-27 37 1 16,27-37-30-16,0 0-14 15,-5 49 1-15,5-49 12 0,0 0-20 0,0 0 3 16,0 0-9-16,0 0 36 0,15 29-10 0,-15-29 11 15,0 0-2-15,0 0 22 0,49-23 13 0,-49 23 0 16,31-25 2-16,-31 25 10 0,32-35-2 0,-32 35 1 0,31-46 5 16,-31 46 4-16,27-41 5 0,-27 41-2 0,15-48 19 15,-15 48 4-15,7-42 17 0,-7 42 3 0,0 0-12 16,-2-48 5-16,2 48-10 0,0 0-2 0,-20-42-5 16,20 42 9-16,0 0-13 0,-44-23-12 0,44 23-14 15,0 0-9-15,0 0-3 0,-68-3 1 0,68 3-80 16,0 0 89-16,-63 22-5 0,63-22-1 0,-36 28-24 15,36-28-9-15,-27 31-7 0,27-31-8 0,-10 35-12 0,10-35-6 16,0 0-5-16,-7 45-3 0,7-45 9 0,0 0 6 16,49 24 17-16,-49-24-21 0,0 0-1 0,85 2 1 15,-85-2 10-15,68-14 13 0,-68 14 7 0,73-27 3 16,-73 27 21-16,58-31 20 0,-58 31 16 0,48-38 13 16,-21 8 19-16,-27 30 22 0,20-39 17 0,-20 39 17 15,2-38-5-15,-2 38 3 0,-12-36 5 0,12 36-16 0,-27-37-5 16,27 37 2-16,-51-30-9 0,51 30-7 0,-53-28-25 15,53 28-6-15,-68-20-5 0,68 20-159 0,-66-10 158 16,66 10-12-16,-73 0-14 0,73 0 15 0,-63 12-37 16,63-12 0-16,-53 16-5 0,53-16-19 0,-47 32-10 15,47-32-8-15,-31 44 29 0,31-44-51 0,-12 48-14 16,12-48-35-16,5 49 17 0,-5-49-30 0,17 46-7 0,-17-46-7 16,41 42 18-16,-41-42 20 0,53 30 13 0,-53-30 8 15,63 25-5-15,-63-25-7 0,64 2 9 0,-64-2 3 16,70-12 13-16,-70 12 9 0,68-27-3 0,-31 9 33 15,-1-3 16-15,-9-1 18 0,4-1 14 0,-31 23 15 0,49-47 24 16,-49 47 21-16,32-51 14 0,-32 51 6 0,19-48 15 16,-19 48 0-16,12-40 20 0,-12 40-21 0,0 0 12 15,-7-43-20-15,7 43-2 0,0 0-4 16,-24-35-16-16,24 35-17 0,0 0-21 0,-59-18-18 16,59 18-18-16,0 0 15 0,-80-2-37 0,80 2-7 0,-73 8-8 0,73-8-16 15,-75 19-23-15,75-19 19 16,-63 16-29-16,63-16-45 0,-42 28-55 0,42-28-68 0,-36 18-63 0,36-18-57 15,0 0-62-15,-22 37-56 0,22-37-25 16,0 0-7-16,27 35-5 0,-27-35-44 0,41 16-414 0,-41-16-176 16</inkml:trace>
  <inkml:trace contextRef="#ctx0" brushRef="#br0" timeOffset="88691.29">29189 9144 402 0,'0'0'972'0,"-58"-16"-26"0,58 16-100 0,0 0 8 16,0 0-166-16,-42-15-100 0,42 15-115 0,0 0-103 0,0 0-84 0,0 0-50 0,0 0-49 0,0 0-28 0,0 0-30 0,0 0-40 0,0 0-20 0,0 0-8 0,0 0-14 16,0 0-22-16,0 0 6 0,20 45-11 0,-20-45 9 0,26 39 112 0,-26-39-161 15,27 53 25-15,-27-53-21 0,27 55 14 0,-13-21-4 16,-1-4 21-16,-13-30-14 0,21 65 9 0,-21-65-9 0,15 65 12 16,-15-65-31-16,17 64-12 0,-17-64 16 15,10 56 0-15,-10-56-41 0,0 46-45 0,0-46-45 0,0 0-78 0,0 48-80 16,0-48-72-16,0 0-91 0,0 0-137 15,0 0-102-15,0 0-11 0,0 0-2 0,0 0-34 16,-27-33-265-16,27 33-215 0</inkml:trace>
  <inkml:trace contextRef="#ctx0" brushRef="#br0" timeOffset="88931.38">29148 9257 66 0,'0'0'363'0,"-27"-42"190"0,27 42 60 16,-17-30-1-16,17 30-34 0,0 0 4 15,-10-32-54 1,10 32-82-16,0 0-72 0,0 0-73 0,0 0-47 15,0 0-68-15,0 0-38 0,0 0-28 0,0 0-40 16,0 0-16-16,0 0-8 0,15-30 20 0,-15 30-6 16,0 0 5-16,0 0 3 0,63 9 20 0,-63-9 13 15,44 12 11-15,-44-12-13 0,46 18-19 0,-46-18-1 16,48 23-11-16,-48-23-7 0,49 29-11 0,-49-29-4 0,56 36-16 16,-56-36-3-16,53 34-35 0,-53-34-41 0,49 33-62 15,-49-33-88-15,41 33-96 0,-41-33-124 0,49 31-159 16,-49-31-138-16,41 19-27 0,-41-19 10 0,0 0-95 15,58 6-269-15,-58-6-278 0</inkml:trace>
  <inkml:trace contextRef="#ctx0" brushRef="#br0" timeOffset="89319.97">29845 9102 382 0,'0'0'744'0,"-17"-41"87"16,17 41-77-16,0 0-14 0,0 0-85 15,-22-31-112-15,22 31-95 0,0 0-104 0,0 0-69 0,0 0-63 16,0 0-27-16,0 0-170 0,0 0 120 0,-32 26-35 15,32-26-15-15,-9 39-20 0,9-39-16 0,-17 44-5 16,17-44-11-16,-20 46-11 0,20-46 4 0,-22 49-11 16,22-49 4-16,-14 45-80 0,14-45 95 0,-22 36-23 0,22-36-22 15,0 0-21-15,-7 35-17 0,7-35-20 0,0 0-11 16,0 0-10-16,0 0-3 0,0 0 13 16,0 0 16-16,0 0 9 0,0 0 21 0,22-31-5 0,-22 31 13 15,21-39 6-15,-21 39 5 0,22-41 7 0,-22 41 22 0,25-47 18 16,-25 47 25-16,17-43 14 0,-17 43 2 0,14-40-8 15,-14 40 12-15,17-36-74 0,-17 36 98 0,12-40-13 16,-12 40-11-16,15-35-15 0,-15 35-9 0,14-34-8 16,-14 34-13-16,18-28-12 0,-18 28-3 15,0 0-12-15,31-34-1 0,-31 34-3 0,0 0 15 16,37-23-26-16,-37 23 3 0,0 0 1 0,0 0-13 0,48-15 16 16,-48 15 7-16,0 0 30 0,46 20 5 15,-46-20 20-15,39 30-7 0,-7-8 2 0,-32-22-26 0,41 54 23 0,-19-20-8 16,-3 7-10-16,3-1-5 0,-5 4-4 15,-2-1-54-15,-1 4-89 0,-1 1-147 0,1 4-161 16,3-3-258-16,-2-3-151 0,-20 0-151 0,22-4-625 16,-7-3-520-16</inkml:trace>
  <inkml:trace contextRef="#ctx0" brushRef="#br0" timeOffset="92720.07">27029 7817 152 0,'0'0'396'0,"0"0"92"0,0 0 34 0,-20-31-10 0,20 31-65 0,0 0-30 0,0 0-10 0,0 0-76 0,0 0-52 0,0 0-54 0,0 0-13 0,0 0-61 0,0 0-27 0,0 0-8 16,0 0-16-16,0 0-21 0,0 0-16 0,0 0-10 0,0 0-10 16,0 0-13-16,0 0-15 0,0 0-12 15,0 0-6-15,0 0 12 0,0 0 0 16,0 0 6-16,37 36 0 0,-37-36 0 0,19 35 1 15,-19-35-6-15,32 47-1 0,-32-47 2 0,27 51-5 0,-27-51 2 16,26 51-3-16,-26-51 2 0,27 47-1 0,-27-47 1 0,22 42-2 0,-22-42 1 16,22 34-5-16,-22-34-25 0,0 0 32 15,19 30 8-15,-19-30-2 16,0 0 2-16,0 0 3 0,0 0-9 0,0 0 16 0,0 0 8 16,0 0 0-16,0 0-18 0,0 0-49 0,0 0-24 0,0 0 1 0,0 0 3 15,-48-33-3-15,48 33-8 0,-25-38-22 0,25 38 4 0,-26-45-35 16,26 45 34-1,-32-49-8-15,32 49 10 0,-27-49 2 0,27 49 13 16,-22-46 21-16,22 46-3 0,-14-37 2 0,14 37 9 0,-17-38 8 16,17 38 2-16,-5-35 10 0,5 35-3 0,0 0 3 15,0-43-77-15,0 43 101 0,0 0-6 0,5-35-4 0,-5 35 0 16,0 0 9-16,0 0-9 0,17-40 11 16,-17 40-16-16,0 0-4 0,0 0 10 0,24-27 9 0,-24 27-8 15,0 0 3-15,0 0-7 0,0 0 10 0,27-24-7 0,-27 24 59 16,0 0-27-16,0 0-38 15,0 0-1-15,0 0 9 0,0 0-6 0,0 0 3 16,0 0 12-16,0 0-4 0,0 0-3 0,0 0 7 16,0 0-21-16,0 0 10 0,0 0-14 0,0 0 11 15,0 0 6-15,0 0 4 0,22 24-9 0,-22-24 11 16,0 0 5-16,0 0-14 0,7 41 12 0,-7-41 16 16,0 0-12-16,10 44 0 0,-10-44-9 0,0 0 22 15,0 45-8-15,0-45-2 0,0 0-10 0,-5 47 0 0,5-47 4 16,0 0-8-16,-7 36 3 0,7-36 4 0,0 0-5 15,0 0-9-15,0 0 7 0,-15 36-9 16,15-36 2-16,0 0 10 0,0 0-11 0,0 0-2 0,0 0 29 16,0 0 1-16,0 0-43 0,0 0-7 0,0 0 6 15,0 0-43-15,0 0 69 0,0 0-5 0,0 0-7 16,0 0-3-16,36 18 9 0,-36-18-6 0,0 0-6 16,0 0 4-16,59 16 9 0,-59-16 4 0,0 0-3 0,63 14 5 15,-63-14-10-15,46 19-6 0,-46-19-53 16,0 0 83-16,71 16-9 0,-71-16 14 0,0 0-24 15,58 17 2-15,-58-17-16 0,0 0 12 0,46 13-7 0,-46-13-23 16,0 0-93-16,0 0-82 0,0 0-82 0,41 13-55 16,-41-13-19-16,0 0 27 0,0 0-63 0,0 0-512 15,0 0-111-15</inkml:trace>
  <inkml:trace contextRef="#ctx0" brushRef="#br0" timeOffset="93422.96">27947 7613 162 0,'0'0'377'0,"0"0"80"0,0 0-5 0,0 0-25 0,0 0-46 0,0 0-48 0,0 0-42 0,0 0-5 0,0 0-96 0,0 0 79 0,0 0-89 15,0 0-16-15,0 0-27 16,0 0-2-16,0 0-6 0,0 0 0 0,0 0 7 0,0 0-3 0,0 0-4 15,0 0 1-15,0 0-11 0,0 0-7 0,0 0-4 16,0 0 0-16,0 0-10 0,0 0-7 0,0 0-65 16,0 0 60-16,0 0-9 0,0 0-10 0,0 0-7 0,0 0-6 15,0 0-7-15,0 0-8 0,0 0-13 0,0 0-2 16,0 0-5-16,0 0-10 0,0 0-6 16,0 0-7-16,0 0 7 0,0 0 5 0,0 0 13 0,0 43-4 15,0-43 6-15,0 0 1 0,27 36 67 16,-27-36-175-16,10 35 103 0,-10-35 5 0,17 39-4 0,-17-39-19 15,9 43 5-15,-9-43 27 0,13 40-20 0,-13-40-4 16,9 43 1-16,-9-43-6 16,0 38 6-16,0-38-4 0,0 0-12 0,10 38 5 0,-10-38-7 0,0 0 0 15,0 0-1-15,17 37-16 0,-17-37-2 0,0 0 2 0,0 0 2 16,0 0 9 0,0 0-10-16,0 0 13 0,78-11-4 0,-78 11-4 0,53-23-10 0,-53 23-26 0,68-35-67 15,-36 19-85-15,2-2-113 16,-34 18-144-16,68-30-160 0,-68 30-42 0,48-25-20 0,-48 25-569 0,42-17-393 0</inkml:trace>
  <inkml:trace contextRef="#ctx0" brushRef="#br0" timeOffset="97401.1">24584 4133 175 0,'0'0'664'0,"0"0"48"0,0 0-45 0,-14-32-59 0,14 32 28 0,0 0-93 0,0 0-75 0,0 0-62 16,0 0-54-16,0 0-63 0,0 0-53 0,-29-23-45 0,29 23-39 0,0 0 106 0,0 0-301 0,0 0 135 15,0 0-15-15,0 0-29 0,-42 18-16 16,42-18 3-16,-36 25-2 0,36-25-21 0,-51 35 1 0,51-35-7 16,-51 46 8-16,19-19-4 0,6 3-9 0,1 1-7 15,-1 2 11-15,1 2-8 0,1 0 8 0,9 4-16 0,-2-4 6 16,3 4-1-16,4-3 0 15,8 2 3-15,2-38 11 0,-3 70-7 0,3-70 4 0,15 60-14 0,-15-60 5 16,26 49-3-16,-26-49 6 0,42 35-1 0,-42-35-2 16,48 25 2-16,-48-25 11 0,56 12-12 0,-56-12 9 15,68-7-13-15,-68 7 20 0,71-23-23 0,-30 5 14 16,-2-2 24-16,2-5-36 0,-4 0-5 16,-6-1 2-16,8-3 17 0,-7-1 3 0,-8 2 4 0,0 0 5 15,-4-2-7-15,-1-1-2 0,-2 1 7 0,-5-1 5 16,-12 31 1-16,20-60-3 0,-20 60-11 0,7-59 31 0,-7 59-9 15,-2-53-9-15,2 53-2 0,-10-53-14 0,10 53 21 16,-15-46-2-16,15 46-5 0,-21-42 9 0,21 42 9 16,-27-34 23-16,27 34-9 0,-32-30-9 0,32 30-11 15,-31-22 2-15,31 22-16 0,0 0 12 0,-54-20-28 0,54 20 1 16,0 0 14-16,-78 2-24 16,78-2 13-16,-55 14 6 0,55-14-22 0,-61 23 10 0,61-23-4 0,-66 36-1 15,32-12 47-15,3-1-51 0,1 1-2 16,1 6-7-16,5-5 1 0,24-25 7 15,-34 52 0-15,34-52 7 0,-27 46-3 0,27-46-16 16,-12 43 11-16,12-43 4 0,0 0-35 0,2 48 29 0,-2-48-10 16,0 0 6-16,32 32 0 0,-32-32-2 15,0 0 12-15,58 11 4 0,-58-11-8 0,56-8 25 0,-56 8-26 16,66-13 8-16,-66 13 18 0,68-29-19 0,-68 29 154 16,66-33-156-16,-66 33-10 0,65-36 3 0,-33 17-12 0,-32 19 19 15,56-32-15-15,-56 32 17 0,48-32-6 0,-48 32-2 16,49-25-10-16,-49 25 32 0,39-22-15 15,-39 22-7-15,39-18 0 0,-39 18 1 0,0 0 154 16,53-18-174-16,-53 18 16 0,0 0-5 0,58-2 8 0,-58 2-3 0,0 0-6 16,63 9 18-16,-63-9-23 0,47 21 25 0,-47-21-8 0,56 32 7 15,-25-11 27 1,3 4-16-16,0 4 0 0,3 2 8 0,-1-1-8 0,1 6-12 0,-3-1-149 16,17 6-223-16,-3-1-421 0,-11 13-280 15,16-17-842-15,30-6-625 0</inkml:trace>
  <inkml:trace contextRef="#ctx0" brushRef="#br0" timeOffset="100051.06">28708 14987 168 0,'0'0'530'0,"0"0"63"0,0 0 8 0,0 0-61 0,0 0-57 0,0 0-14 0,0 0-69 0,0 0-70 0,0 0-65 0,0 0-54 0,0 0-44 0,0 0-35 15,0 0-29-15,0 0-23 0,0 0-25 0,0 0-16 0,0 0-10 0,0 0-11 16,0 0 2-16,0 0-2 0,0 0 11 0,0 0 51 15,-5 46 10-15,5-46-4 0,0 0 6 16,10 48 26-16,-10-48-12 0,12 44-14 16,-12-44-9-16,0 46-8 0,0-46-15 0,5 48-14 0,-5-48-2 15,0 51-12-15,0-51-1 0,0 48-9 0,0-48-3 0,0 0 79 16,5 54-201-16,-5-54 120 0,0 0 3 0,0 0-16 0,0 48-12 16,0-48-61-16,0 0-60 0,0 0-71 0,0 0-91 15,0 0-89-15,0 0-74 0,0 0-56 0,0 0-52 16,0 0 4-16,0 0 56 0,0 0 63 0,-5-42-116 0,5 42-198 15,-13-37-66-15</inkml:trace>
  <inkml:trace contextRef="#ctx0" brushRef="#br0" timeOffset="100256.62">28708 15087 148 0,'0'0'291'16,"0"0"103"-16,-10-32-17 0,10 32 41 16,0 0-18-16,0 0-20 0,0 0-23 0,0 0-9 0,0 0-30 0,15-33-54 15,-15 33-55-15,0 0-38 0,0 0-45 16,0 0-28-16,0 0-14 0,0 0-4 0,0 0 3 0,0 0 4 15,65-3-27 1,-65 3 24-16,0 0-24 0,63 7-5 0,-63-7-5 16,56 9-9-16,-56-9-2 0,59 16-11 0,-59-16-4 0,63 16-1 15,-63-16-7-15,65 18-47 0,-65-18-90 16,68 20-122-16,-68-20-121 0,64 17-109 16,-64-17-36-16,58 7 13 0,-58-7 74 0,0 0-610 0,63-14-227 15</inkml:trace>
  <inkml:trace contextRef="#ctx0" brushRef="#br0" timeOffset="100681.3">29531 14871 180 0,'5'-39'522'0,"-5"39"65"0,0 0 44 0,0 0-53 15,0 0-43-15,0 0-17 0,0 0-70 0,0 0-76 16,0 0-69-16,0 0-59 0,0 0-49 0,0 0-35 16,-36 21-18-16,36-21 2 0,-20 32-16 0,20-32 1 0,-12 41-35 15,12-41-21-15,-19 43-14 0,19-43-9 16,-22 50-9-16,22-50-5 0,-17 46-12 0,17-46-2 0,-15 46-7 15,15-46-3-15,-12 37-2 0,12-37-5 16,0 0 17-16,-14 37-27 0,14-37-14 0,0 0-41 16,0 0-48-16,0 0-39 0,0 0-8 0,0 0 28 0,0 0 21 15,0 0 16-15,31-32 11 0,-31 32 6 0,37-42 6 16,-37 42 19-16,22-46 7 0,-22 46 9 0,36-44 3 0,-36 44 9 16,32-46-1-16,-32 46 20 0,26-41 26 0,-26 41-33 15,22-37 11-15,-22 37 9 0,25-33-9 0,-25 33 33 16,21-32 12-16,-21 32-5 0,22-34-6 0,-22 34-12 15,27-25 15-15,-27 25-3 0,0 0-2 16,41-33 4-16,-41 33 2 0,32-23 2 0,-32 23-53 16,0 0 64-16,44-21-2 0,-44 21 0 0,0 0-10 0,0 0-3 15,46-16 5-15,-46 16 11 0,0 0 15 0,0 0 26 16,58 16 2-16,-58-16 0 0,32 21 16 0,-32-21-19 0,31 26-5 16,-31-26 33-16,32 47-64 0,-32-47-3 0,31 56-13 15,-14-22-7-15,3 1-21 0,-8 0 9 0,-2 2-85 0,4 6-130 16,3-4-208-16,0-1-285 15,-7-5-200-15,0 9-215 0,-10-42-356 0,27 54-464 16</inkml:trace>
  <inkml:trace contextRef="#ctx0" brushRef="#br0" timeOffset="102422.51">22373 10867 356 0,'0'0'699'0,"-31"-19"19"0,31 19-28 0,0 0-29 0,-39-18-17 0,39 18-83 0,0 0-89 0,0 0-70 0,0 0-76 0,-44-15-57 0,44 15-46 0,0 0-14 0,0 0-80 0,0 0-15 0,0 0-33 0,0 0-19 0,0 0-5 16,0 0 12-16,-44 27-54 0,44-27-1 0,-14 44-14 0,14-44 6 16,-22 60 32-16,15-24-33 0,-3 6-10 15,3 3 7-15,2 2 22 0,2 6-4 0,3-2-15 0,0 2 3 16,5 0-12-16,2 0 17 0,3 0-14 0,2-5-8 0,5 0 6 16,3-6 1-16,2-4-25 15,2-5-22-15,0-7-5 0,8-1-16 0,-32-25-19 16,68 29-9-16,-68-29 4 0,70 1-9 0,-70-1 20 15,78-23 19-15,-39 0 15 0,2-2 11 16,-12-6 8-16,8-16 10 0,-8 14 8 0,0-2 18 0,-2 2 15 0,-8-3 14 16,-7-3 4-16,1 1 4 0,-9 0-3 0,-1-1 6 0,-3 39-2 0,-3-71 6 15,3 71-11-15,-19-61 17 16,0 29-6-16,2 2 15 0,-5 4-35 0,-3-3 3 0,-1 6 13 16,26 23-1-16,-54-41-2 0,23 22-1 0,31 19 1 15,-61-30 16-15,61 30-11 0,-71-21-24 0,71 21 1 0,-80-6-1 16,80 6-7-16,-75 4 127 0,75-4-155 15,-78 12-17-15,78-12 19 0,-75 25 5 16,36-8-17-16,7 3 1 0,3 1 10 0,0 3 1 0,2 0 26 0,6 1-56 16,3 3-6-16,18-28-8 0,-19 55 14 0,19-55 7 15,-7 53-1-15,7-53-7 0,9 50-10 0,-9-50 3 0,30 43 7 16,-30-43-14-16,24 27 10 0,-24-27-2 0,39 32 11 0,-39-32-74 16,48 21 105-1,-48-21-8-15,49 16 6 0,-49-16 5 0,41 14-23 0,-41-14 55 0,0 0-37 0,61 20 2 16,-61-20 2-16,0 0-15 0,49 8 45 15,-49-8-31 1,0 0 17-16,53 13 4 0,-53-13 15 0,0 0-3 0,56 17 9 16,-56-17 10-16,0 0 14 0,63 22 157 15,-63-22-163-15,44 26 4 0,-44-26 0 0,46 39-1 0,-22-15 11 16,1 3 0-16,-1 5-15 0,3 7 5 0,-5 4-25 16,-1 2 11-16,1 6 0 0,0 2-30 0,-2 7 14 15,-1-5-20-15,-2 2-80 0,0-6-117 0,0 2-179 16,5-2-213-16,-3-3-306 0,-2-6-99 0,5-3-844 15,0-5-595-15</inkml:trace>
  <inkml:trace contextRef="#ctx0" brushRef="#br0" timeOffset="115665.87">22354 11565 208 0,'-66'-9'662'0,"66"9"-10"0,-73-1-87 0,73 1-105 0,-75 0-109 0,75 0-5 0,0 0-42 0,-83 3-47 0,83-3-43 0,0 0-48 0,0 0-38 0,0 0-34 0,0 0-23 0,-60 17-16 16,60-17-14-16,0 0-8 0,0 0-10 0,0 0 5 15,0 0-12-15,41 16-38 0,-41-16 41 0,0 0-8 16,58 12-3-16,-58-12-3 0,0 0 6 0,66-3 10 0,-66 3 40 15,51-16 13-15,-51 16-5 0,51-23-2 0,-51 23-9 32,46-30-17-32,-46 30-7 0,34-59-9 0,-34 59 2 0,29-40-12 15,-29 40 0-15,20-38 3 0,-20 38-3 0,0 0 6 0,14-36 12 16,-14 36-3-16,0 0 8 0,0 0 9 0,0 0-7 16,0 0-6-16,0 0-7 0,0 0-17 15,0 0-7-15,0 0-5 0,0 0-8 0,0 0-1 16,-41 39 3-16,41-39-4 0,-24 51 5 0,24-51-5 15,-17 55-8-15,17-55 5 0,-8 57-12 0,8-57-13 16,-2 54-17-16,2-54-20 0,2 44-33 0,-2-44 27 0,13 34 14 16,-13-34-1-16,0 0 3 0,17 30 2 0,-17-30 17 15,0 0-4-15,0 0 11 0,0 0 19 0,0 0 8 16,60-8 27-16,-60 8 11 0,27-38 3 0,-27 38 7 16,27-53 17-16,-27 53-11 0,19-55 9 0,-19 55 4 15,7-58-2-15,-7 58 3 0,3-53-5 0,-3 53 23 16,-5-40-6-16,5 40 11 0,0 0 9 0,-7-36-5 15,7 36-22-15,0 0-14 0,0 0-16 0,0 0-4 0,-46-14-29 0,46 14 12 16,0 0-2-16,-42 32-6 0,42-32-1 0,-31 37-2 0,31-37-8 0,-22 42-9 16,22-42-14-16,-12 47-13 0,12-47-10 0,-3 48-9 15,3-48-17 1,8 47-5-16,-8-47-4 0,14 35-34 0,-14-35 65 16,0 0 7-16,29 34-7 0,-29-34 23 15,0 0 12-15,49 14-2 0,-49-14 12 0,0 0 2 0,53-18 7 16,-53 18 9-16,34-23-1 0,-34 23 5 0,27-31 4 15,-27 31-2-15,15-31-9 0,-15 31 15 0,-3-42-3 16,3 42 0-16,-12-36 22 0,12 36 4 0,-27-38 13 16,27 38-3-16,-31-34 11 0,31 34-1 0,-39-23 9 15,39 23 15-15,0 0 12 0,-54-20-17 0,54 20-12 16,0 0-18-16,0 0-19 0,-60-5-9 0,60 5-6 0,-29 22-1 16,29-22-11-16,-27 35-4 0,27-35 2 15,-15 46-10-15,15-46 14 0,0 53-22 0,0-53-9 0,10 56-5 16,-10-56-42-16,29 57 36 0,-29-57-3 0,41 44-3 15,-41-44 7-15,44 42-25 0,-44-42 22 0,56 29 5 16,-56-29 1-16,58 14 15 0,-58-14 6 0,0 0 7 16,81-6-20-16,-81 6 33 0,48-24-3 0,-48 24 3 15,37-31 30-15,-37 31 21 0,24-42 26 0,-24 42 17 0,7-47 3 16,-7 47 10-16,0-53-6 0,0 53-1 0,-27-54-9 16,6 21-11-16,-4 3-10 0,-1 4-4 0,-1 1-9 15,-5-2 3-15,-2 6 3 0,0 0 0 0,34 21 9 16,-65-28-14-16,65 28-16 0,-61-20-6 0,61 20-13 15,0 0-3-15,-61-9-1 0,61 9-10 0,0 0 4 16,0 0-21-16,-61 28-7 0,61-28 7 0,-9 38 3 16,9-38-12-16,-3 49-30 0,3-49-21 0,15 49-55 0,-15-49 51 15,24 47-3-15,-24-47-8 0,37 41-40 0,-37-41 24 16,41 36 56-16,-41-36-24 0,51 32-3 16,-51-32-1-16,51 20 2 0,-51-20 19 0,0 0 8 0,68 3 14 0,-68-3-1 15,51-14 16-15,-51 14-1 0,27-23 8 0,-27 23 2 16,24-36-1-16,-24 36 4 0,7-42 6 15,-7 42-1-15,-7-51 1 0,7 51 1 0,-22-53 2 0,0 25-7 16,8-7 5-16,-11 3 2 0,-1 9-4 0,-6 2 6 16,32 21 6-16,-58-36 8 0,58 36-6 0,-76-21-6 15,76 21-10-15,-68-13 6 0,68 13-10 16,-85 0-3-16,85 0-20 0,-99 13-12 16,36-1-10-16,19 1-5 0,44-13-33 0,-73 23-28 0,73-23-54 0,-54 27-61 15,54-27-56-15,-31 26-59 0,31-26-68 0,0 0-31 0,-10 44 6 16,10-44 40-16,0 0-26 0,41 37-537 15,-41-37-153-15</inkml:trace>
  <inkml:trace contextRef="#ctx0" brushRef="#br0" timeOffset="117921.01">28244 9275 70 0,'0'0'181'0,"0"0"26"0,0 0 56 0,0 0-31 0,0 0-21 0,0 0 8 0,0 0-18 0,0 0-28 0,0 0-34 0,0 0-31 0,0 0-26 0,0 0-20 0,0 0-15 0,0 0-12 0,0 0-5 0,0 0-9 0,0 0-11 0,0 0-29 0,0 0-44 15,0 0-36-15,0 0-42 0,0 0 2 16,0 0-9-16,0 0-29 0,0 0-144 0,0 0-186 0,0 0-7 0</inkml:trace>
  <inkml:trace contextRef="#ctx0" brushRef="#br0" timeOffset="120297.64">23333 15039 584 0,'0'0'822'0,"7"-43"-112"0,-7 43-132 0,0 0-38 0,0 0-39 0,-14-37-75 0,14 37-53 0,0 0-53 0,0 0-41 0,-39-20-48 0,39 20-49 0,0 0-30 0,0 0-38 0,-61-1-22 15,61 1-23-15,0 0-16 0,-48 23-13 0,48-23-11 0,-44 39-5 0,22-13-10 16,7 3-10 0,-2 6 24-16,0 4-24 0,3 2 1 0,2 2-8 15,2 2-3-15,3-1 3 0,7 5 3 0,0-1-4 16,4-4-1-16,9 0 3 0,1 1-2 0,6-7-1 0,9-4-3 16,-2 0 7-16,14 2 0 0,-10-7-1 0,3-11 0 0,-34-18 2 0,76 23 0 0,-76-23-4 31,82 3 8-31,-82-3 26 0,81-21-28 0,-40 4 5 15,-5-5-2-15,-2-4 5 0,0-3-4 0,-5-4-6 16,-2 1 20-16,-5-3-5 0,-7-6-8 0,-3 4 1 16,0-4 6-16,-10 0-9 0,15-2 1 0,-21 0-2 0,-4 0 2 15,-4-1-13-15,-2 5 18 0,1-1-4 16,-8 1 8-16,-1 4-15 0,-5 1-2 0,-5 4 12 0,3 0-4 16,-7 5 15-16,-1 6 17 0,-2 1 7 0,-4 2 2 15,43 16-11-15,-83-21 12 0,83 21-14 0,-92-10 1 16,92 10 125-16,-97 5-304 0,97-5 155 0,-93 15-9 15,93-15 9-15,-75 23-26 0,75-23 25 0,-63 30 24 16,63-30-49-16,-44 34-6 0,44-34 13 0,-24 37-8 16,24-37 1-16,-5 41 2 0,5-41-4 0,14 44-11 15,-14-44-17-15,30 30-16 0,-4-2-4 0,-26-28 6 0,54 28 12 16,-54-28-10-16,63 24 0 0,-63-24-3 0,73 11 1 16,-73-11 10-16,68 6 2 0,-68-6 11 0,65 0 8 15,-65 0 5-15,0 0 8 0,81-6-2 16,-81 6 4-16,0 0 9 0,55-8-6 0,-55 8 8 0,0 0 2 0,0 0 2 15,0 0 16-15,52-9 3 0,-52 9-2 0,0 0-22 16,0 0 23-16,0 0 44 0,0 0-10 0,0 0-12 16,63-1-7-16,-63 1-1 0,0 0 0 0,65 5 2 15,-65-5-7-15,68 19-1 16,-68-19-6-16,81 24 0 0,-43-4-4 0,9-2-2 0,1 9 17 16,1-3 46-16,4 6-90 0,-4 2 1 0,-1 2 12 0,3 0-4 15,-2-3-86-15,-3 4-90 0,3-3-138 0,-3 4-161 16,-2-3-198-16,-3-3-35 0,-5-7-47 0,-2 2-555 15,-4-5-413-15</inkml:trace>
  <inkml:trace contextRef="#ctx0" brushRef="#br0" timeOffset="124940.86">22147 10157 56 0,'0'0'261'0,"-63"-29"67"0,63 29 38 0,-53-19 10 0,53 19-17 0,-49-23-41 0,49 23-42 0,-41-12-39 0,41 12-35 0,0 0-3 0,-46-19 9 0,46 19-22 0,0 0-18 0,0 0-21 15,0 0-22-15,0 0-91 0,-37-22 57 0,37 22-17 16,0 0-22-16,0 0-15 0,0 0-14 0,0 0-10 16,0 0-11-16,0 0-2 0,0 0-4 0,0 0-2 15,0 0-5-15,0 0-10 0,0 0 5 16,0 0 5-16,0 0 3 0,0 0 3 0,61-9-1 0,-61 9 14 0,63-2 0 16,-63 2 7-16,85 0 7 15,-24-2 4-15,-61 2 7 0,119-3 2 0,-49 1 7 0,8 2-65 0,2-7 84 16,5 4 12-16,8-3-4 0,-1-1-8 0,10 0-7 15,0 0-11-15,3 0-10 0,2-2-3 16,-3 2-4-16,-2 1-7 0,3-2-4 0,4 4 0 16,-7-2 0-16,-2-3-18 0,4 7 22 0,-9-2 30 15,2 1-45-15,-2-2 13 0,0-1 43 0,-1 1-8 16,-1 0 16-16,-1-1-3 0,-2-8-12 0,0 9-7 0,-3-2-5 0,1 1-9 16,-3 0-3-16,-8 0-9 15,-4 2 0-15,0-1 0 0,-2-2-9 0,-18 2 2 0,13 2-4 16,-5-1-2-16,-3 0 0 0,-58 4 5 0,104-5-1 0,-104 5-3 0,95-5-1 15,-95 5-2-15,85-2 2 0,-85 2 5 16,78-2 2-16,-78 2 11 0,75 0 1 16,-75 0-3-16,68 4-3 0,-68-4-3 0,73 5-3 15,-73-5-3-15,80 5 2 0,-80-5-5 0,98 6 0 0,-98-6 2 0,94 2-4 16,-94-2-11-16,105 3 10 0,-105-3 6 0,99 5-2 16,-99-5 3-16,107 4 21 0,-107-4 41 0,110 0-3 15,-110 0-3-15,99-5-16 0,-45 18-9 16,-54-13-8-16,94 4-6 0,-94-4-8 0,93 7-5 0,-93-7-3 0,87 11-2 31,-87-11 4-31,85 7-6 0,-85-7-2 0,85 14 7 16,-85-14 2-16,90 14 3 0,-90-14 5 0,90 14-3 15,-90-14 3-15,90 15-5 0,-90-15-14 0,95 15 14 0,-95-15 35 16,95 15-14-16,-47-2 22 0,-48-13-11 0,105 11-16 16,-52-4-9-16,-53-7 6 0,105 12 0 0,-52-6-9 15,1-1-1-15,9 2-61 0,-63-7 53 0,94 12 7 16,-35-7-16-16,-59-5 3 0,104 10 2 0,-104-10 2 15,95 13-4-15,-41-5 0 0,-1-1-1 0,-53-7-2 0,100 16-5 16,-52-4 5-16,-48-12-1 0,105 18 6 0,-57-2-4 16,8-2-1-16,-2 2-1 0,-1-2-8 15,5 2 8-15,1 2 2 0,-1-4 0 0,5 5-1 0,0 2-1 16,-4-6 0-16,4 0 25 0,5-2 6 0,-10 1 6 16,5-3-12-16,1 3 5 0,-1-3-12 0,0 1 7 0,0-2-14 15,-5 4-2-15,8-1-8 0,-5-2 2 16,2 2-4-16,0-2 7 0,-2 3-6 0,2-5 17 15,5 4-13-15,5-5-4 0,2 1-8 0,-2-2 19 0,2-2 16 16,3 2 19-16,2-5-16 0,3 1-3 0,-8-3-12 16,6 0-10-16,-9 0 5 0,4-3-4 0,-8-2-4 0,5 1 11 15,-3-1-6-15,-4-2 1 0,-1 2-4 16,-6-1 38-16,-3 0-50 0,-56 6 4 0,92-11-10 16,-92 11 10-16,73-7-1 0,-73 7-3 0,58-6 9 0,-58 6-11 15,0 0 6-15,63-6-90 0,-63 6-126 0,0 0-45 16,0 0-225-16,0 0-378 0,0 0-188 15,0 0-787-15,0 0-599 0</inkml:trace>
  <inkml:trace contextRef="#ctx0" brushRef="#br0" timeOffset="128653.79">17618 4171 117 0,'22'-27'413'0,"-22"27"40"0,0 0-44 0,0 0-31 0,0 0-19 0,0 0-15 0,0 0-19 0,5-38-5 0,-5 38-37 0,0 0-51 0,0 0-35 0,0 0-40 0,0 0-24 16,0 0-24-16,0 0 36 0,0 0 1 0,0 0 11 15,0 0 5-15,0 0 0 0,0 0-5 0,0 0-59 16,0 0 69-16,0 0-38 0,0 0-25 0,-22-27-17 15,22 27-16-15,0 0-29 0,-41-13-8 0,41 13-11 16,0 0-4-16,-56-16-8 0,56 16-6 0,-49-10 2 0,49 10-2 16,-53-17-2-16,53 17-3 0,-59-6 2 0,59 6-1 15,-63-7 2-15,63 7-5 0,-68-5 2 0,68 5 2 16,-65-6 1-16,65 6 0 0,-64-1 7 0,64 1-1 16,-70-3-17-16,70 3 22 0,0 0-70 0,-95 0 82 15,95 0-8-15,-65 3-2 0,65-3-8 0,-61 3-3 16,61-3-5-16,-61 7 1 0,61-7 2 0,-63 14-19 15,63-14 16-15,-66 14 4 0,66-14 2 0,-70 15-6 16,70-15 3-16,-66 15-12 0,66-15 17 0,-65 16-5 0,65-16 1 16,-63 18 0-16,63-18-2 0,-61 12 6 0,61-12-4 15,-56 14 1-15,56-14 3 0,-46 9 3 0,46-9-6 16,-46 13 11-16,46-13-16 0,0 0-4 0,-49 19 5 0,49-19-4 16,0 0 0-16,-68 19-18 0,68-19 18 0,0 0-1 15,-32 21-2-15,32-21 19 0,0 0 10 0,-53 32-33 16,53-32 50-16,-20 30-50 0,20-30-1 0,-21 27 1 15,21-27 1-15,-32 29 4 0,32-29-1 0,-32 33 4 16,32-33-1-16,-31 35 3 0,31-35-1 0,-32 33 1 0,32-33-3 16,-24 27 0-16,24-27-2 0,-22 30-1 0,22-30-3 15,0 0 0-15,-15 43 0 0,15-43 5 0,0 0 0 16,0 49-2-16,0-49 5 0,25 37-5 0,-25-37 4 16,9 39 0-16,-9-39-5 0,13 39 5 0,-13-39-3 15,19 40 2-15,-19-40 2 0,27 40 0 0,-27-40-1 0,27 36 4 16,-27-36-1-16,29 40-4 0,-29-40 5 0,29 38-2 15,-29-38-19-15,24 46 21 16,-24-46-2-16,37 32 2 0,-37-32-2 0,26 33 1 0,18-16 3 16,-44-17-4-16,41 31 1 15,-41-31 10-15,47 32 5 0,-47-32-23 0,41 33-55 16,-41-33 73-16,51 33-6 0,-51-33 1 0,56 30 1 0,-56-30-25 0,56 26 18 16,-56-26 5-16,56 25 9 0,-56-25-8 15,55 24 0-15,-55-24 1 0,56 16-2 0,-56-16-3 16,56 17 3-16,-56-17-3 0,63 17-2 0,-63-17 6 0,64 18 1 0,-64-18-6 15,53 12 3-15,-53-12 1 0,80 7-4 0,-80-7 3 16,83 22-4-16,-83-22 3 0,87 10-2 16,-87-10 4-16,90 9 0 0,-90-9-4 15,92 5 4-15,-92-5 10 0,88 3-21 0,-88-3 5 0,85-3-2 16,-85 3 3-16,83-9 0 0,-83 9 4 0,77-8-4 0,-77 8 4 0,71-18 1 16,-71 18 7-16,68-25-17 15,-68 25 19-15,61-34 0 0,-61 34-7 0,55-39 5 16,-55 39-4-16,39-55 5 0,-39 55 8 0,51-48 2 15,-29 19 0-15,-2 3-4 0,-20 26 5 0,34-57-3 0,-20 21 3 16,-14 36 2-16,27-47 23 0,-27 47 2 0,15-54 9 16,-15 54 2-16,12-48-1 0,-12 48-1 15,5-48-13-15,-5 48-1 0,0-48 44 0,0 48-40 0,-3-46-17 16,3 46 6-16,-14-51-11 0,14 51 1 0,-5-44-18 16,5 44 6-16,0-57-3 0,0 57 152 0,-3-55-163 0,3 55 5 15,-5-49 10-15,5 49 9 0,-14-55 22 16,14 55 2-16,-15-48 19 0,15 48-12 0,-19-47 25 15,19 47 2-15,-29-43 2 0,29 43 13 0,-27-42-5 16,27 42 37-16,-36-42 40 0,36 42 20 0,-32-41-8 0,32 41-4 0,-34-34-9 16,34 34-9-16,-37-32-42 0,37 32-12 0,-36-29-23 0,36 29-21 15,-51-30-17-15,51 30-9 16,-39-24-2-16,39 24-10 16,-46-21-16-16,46 21 84 0,-53-18-119 0,53 18-95 0,-59-8-143 0,59 8-110 0,-82-6-33 15,82 6-357-15,-88 18-387 0,30-7-47 0,2 8-1035 16,5 3-843-16</inkml:trace>
  <inkml:trace contextRef="#ctx0" brushRef="#br0" timeOffset="129956.42">17844 3900 39 0,'0'0'704'0,"0"0"131"0,-34-26-49 0,34 26-37 0,0 0-12 0,0 0-90 0,0 0-70 0,-29-23-126 0,29 23-42 0,0 0-99 0,0 0-67 0,0 0-49 0,0 0-48 15,0 0-23-15,0 0-27 0,0 0-19 0,0 0-28 16,0 0-16-16,0 0-13 0,0 0 6 0,-19 30-6 16,19-30-8-16,12 44 0 0,-12-44 5 0,-8 58-2 15,8-58-19-15,15 64 53 0,-15-64-65 0,15 62 16 16,-15-62-1-16,9 65-20 0,-9-65 30 0,8 63 4 15,-8-63-11-15,2 57-76 0,-2-57-28 0,-2 44-99 0,2-44-101 16,2 40-115-16,-2-40-130 0,0 0-97 0,15 33-34 16,-15-33 37-16,0 0 25 0,0 0 4 15,0 0-445-15,0 0-247 0</inkml:trace>
  <inkml:trace contextRef="#ctx0" brushRef="#br0" timeOffset="130371.1">17898 3995 163 0,'-3'-40'395'0,"3"40"62"0,0 0-1 0,3-43-44 15,-3 43-58-15,0 0-48 0,0 0-55 0,0 0-24 16,0 0-44-16,0 0-46 0,0 0-22 0,0 0 2 16,0 0 38-16,0 0-14 0,0 0-13 0,46 11-11 15,-46-11-7-15,41 29 7 0,-41-29-3 0,46 35-16 0,-46-35-18 16,44 36-13-16,-44-36-21 0,46 38 5 0,-46-38-6 16,39 39-10-16,-39-39-6 0,36 33 4 0,-36-33-9 15,39 31-5-15,-39-31 11 0,0 0-29 16,29 30-8-16,-29-30-41 0,0 0-24 0,0 0-12 0,0 0-16 15,0 0 2-15,0 0-24 0,0 0-35 0,0 0-25 0,0 0 33 16,25-27 12-16,-25 27 50 0,-10-34 5 16,10 34 42-16,-12-39-12 0,12 39 23 0,-15-47 27 0,15 47 0 15,-14-52 32-15,14 52 30 0,-12-49 35 0,12 49-63 16,-13-46 81-16,13 46 3 16,-12-43-4-16,12 43 0 0,8-35-5 0,-8 35-34 15,0 0 22-15,24-42-18 0,-24 42-4 0,0 0-4 0,36-29-9 16,-36 29-15-16,0 0 5 0,61-10 12 15,-61 10 1-15,0 0 2 0,75 15-10 0,-75-15-5 16,61 24-4-16,-61-24-4 0,61 41-4 0,-30-15-4 0,-4 4 5 16,2 5-8-16,-4 3-4 0,-6 2-22 0,1 3-159 15,-6 5-210-15,-2 1-247 0,-7-5-113 0,-7 4-751 16,-3-3-473-16</inkml:trace>
  <inkml:trace contextRef="#ctx0" brushRef="#br0" timeOffset="139755.85">23797 8287 200 0,'0'0'699'0,"0"0"55"0,0 0-49 15,0 0-68-15,0 0-3 0,0 0-70 0,-29-22-90 0,29 22-77 16,0 0-79-16,0 0-68 0,0 0-54 0,0 0-49 16,0 0-40-16,0 0-26 0,0 0-31 0,0 0 7 15,0 0 0-15,36 30 1 0,-36-30 11 0,32 49-126 16,-13-19 133-16,-2 5-10 0,3 2-3 0,-3 2-5 15,0 5-2-15,2-3-6 0,-4 3-10 0,2 0-6 16,-2-3-17-16,-3 1 1 0,7 1 3 0,-14-1-2 0,10-4-10 16,-1 0 10-16,1-1-9 0,-3-5 3 0,-2 0-7 15,-10-32-38-15,12 57-112 0,-12-57-88 16,9 47-158-16,-9-47-129 0,10 32-126 0,-10-32-41 0,0 0 7 16,0 0-19-16,0 0-506 0,0 0-376 15</inkml:trace>
  <inkml:trace contextRef="#ctx0" brushRef="#br0" timeOffset="140641.44">24067 8374 243 0,'-5'-37'712'0,"5"37"93"16,0 0-47-16,-10-46-24 16,10 46-36-16,0 0-95 0,0 0-104 0,-12-39-25 0,12 39-70 0,0 0-79 15,0 0-66-15,0 0-55 0,0 0-41 16,0 0-20-16,0 0-29 0,0 0-40 0,0 0-4 0,0 0-28 15,0 0-11-15,0 0-8 0,0 0-25 0,0 0 0 16,0 0 27-16,0 0 3 0,0 0-22 0,37 38 0 16,-37-38 3-16,26 47-9 15,-26-47 4-15,29 58-1 0,-12-30 2 0,0 11 19 0,0 2 31 16,5 5-67-16,-2 0 8 0,-1 2-3 16,-2 4 19-16,5-1-13 0,-5-1 42 0,3 7-56 0,1-8 17 15,-8 1-6-15,6-1-2 0,-7 6 12 0,-12-55-11 0,20 76 4 0,-6-39-6 16,-14-37 13-16,20 62-6 0,-20-62-8 15,17 49 8-15,-17-49-8 0,7 35 21 16,-7-35-9-16,0 0 20 0,17 32-18 0,-17-32 8 16,0 0 43-16,0 0-50 0,0 0 9 0,0 0 19 0,0 0 0 0,0 0-18 15,0 0-31-15,0 0 3 0,-66-15-3 0,66 15-1 16,-41-29-17-16,41 29-21 0,-49-35-20 16,18 12-27-16,4-2-39 0,3 2-31 0,-3-3-22 0,5-2-19 15,-2-2-13-15,2 1-32 0,0-2-22 0,0-2-28 16,5 0 14-16,-2-2-7 15,2 0 15-15,2 1 10 0,3-3-1 0,-2 0 66 0,-1 1 31 0,0 1 31 16,3-2 34-16,-2 6 37 0,14 31 10 0,-25-65 19 16,25 65 15-16,-19-60-4 0,19 60 40 0,-15-60 8 0,15 60 6 0,-14-56 11 0,14 56 18 15,-12-55-94-15,12 55 150 16,-8-49 20-16,8 49 20 0,-5-45 10 0,5 45 36 0,-9-45-8 16,9 45 8-1,0 0 4-15,-10-46 19 0,10 46 17 0,0 0-16 16,-7-35-10-16,7 35-2 0,0 0-15 0,0 0 8 15,0 0-47-15,0 0-7 0,0 0-20 0,-10-36-14 0,10 36-16 16,0 0-20-16,0 0-16 0,0 0 40 0,0 0-53 16,0 0-12-16,0 0-15 0,0 0 13 0,0 0-9 15,0 0-25-15,0 0 14 0,0 0 1 0,0 0-8 16,0 0 0-16,0 0 0 0,0 0-1 0,0 0-8 16,0 0 3-16,0 0 7 0,0 0-157 0,0 0 168 15,0 0-5-15,0 0 8 0,0 0-6 0,0 0 5 16,27 36-6-16,-27-36-9 0,19 29 12 0,-19-29 16 15,29 46-1-15,-29-46 0 0,20 58-9 0,-3-28 7 16,2 1-14-16,1 7 26 0,-1 2-15 0,1 2 10 16,-1 0-16-16,-2 4-6 0,0 2 6 0,0-6 14 0,-2 4-24 15,4-4 5-15,-2 0 1 0,-5-1-3 0,3 0-4 16,-1-5 8-16,3 0-9 0,-5-2-1 0,-12-34 12 16,25 62-33-16,-25-62 23 0,19 57 3 0,-19-57-7 15,15 45 4-15,-15-45-10 0,19 45 20 0,-19-45-14 16,15 36 1-16,-15-36 2 0,22 33-12 0,-22-33 15 0,0 0-3 15,9 42 5-15,-9-42 0 0,0 0-12 0,0 0 17 16,8 41-6-16,-8-41-4 0,0 0-4 0,0 0 2 16,0 0-13-16,0 0 0 0,0 0-11 15,0 0-2-15,0 0-36 0,0 0-24 0,0 0-37 0,0 0-47 16,0 0-46-16,0 0-134 0,0 0-137 0,0 0-119 16,0 0-81-16,0 0 21 0,-17-55-103 0,17 55-498 0,-10-50-397 15</inkml:trace>
  <inkml:trace contextRef="#ctx0" brushRef="#br0" timeOffset="141350.82">24098 8321 84 0,'0'0'411'0,"-9"-56"127"0,9 56 5 0,-15-59-9 0,15 59-23 0,0 0-23 0,-12-52-10 0,12 52-52 0,0 0-49 0,0 0-30 0,-5-45-34 0,5 45-37 0,0 0-35 0,0 0-52 16,0 0-20-16,0 0-32 0,0 0-24 16,0 0-29-16,0 0-16 0,0 0-17 0,0 0-9 0,0 0-31 0,0 0 9 15,0 0-7-15,0 0-15 0,0 0-1 0,0 0 9 16,0 0 1-16,0 0-6 16,0 0-1-16,0 0 5 0,0 0 0 0,22 35 2 15,-22-35 21-15,27 28-17 0,-27-28 4 0,17 34-2 16,-17-34 2-16,26 36 10 0,-26-36 6 0,34 43 2 0,-34-43 6 0,44 48 6 0,-44-48-3 15,51 52-4-15,-29-24-1 16,10 0-5-16,2 0-2 0,0 2 154 0,2 0-155 16,-4 3-12-16,4-3-1 0,1-1 6 0,-3 1-9 15,2 0-10-15,1 0 8 0,-6 0-4 0,1-3 5 16,2-1-11-16,0-1 3 0,-7-2 7 0,-1 2 0 0,-26-25-8 0,59 40 4 16,-59-40-4-16,51 36 1 0,-51-36 4 0,43 30 5 15,-43-30-10-15,34 25-6 0,-34-25-6 0,0 0 18 16,39 19-7-16,-39-19 7 15,0 0-9-15,0 0 3 0,0 0 79 0,0 0-84 16,39 18 52-16,-39-18 9 0,0 0 28 0,0 0 37 0,0 0 43 0,0 0 40 0,0 0 41 16,0 0 30-16,0 0 40 0,0 0 41 0,0 0 13 15,0 0-87-15,0 0-69 16,-12-57-36-16,12 57-28 0,-22-46-15 0,7 14-8 16,1-4-14-16,-3-5 75 0,-3-4-143 0,3-4 12 0,-4 1 2 0,-1-6 16 0,-3 1 3 15,4-7 12-15,-6 3 11 16,0-2 9-16,-2 1 16 0,5-2 8 15,-6 4 51-15,-1-3 29 0,-3 8-18 0,2-2-19 16,1 4-12-16,2 1 0 0,2 2-1 0,-2 3-3 0,0 3-23 16,2 3-21-16,5 1-19 0,-5 3-13 0,3 3-20 15,4 4 4-15,20 26-6 0,-38-48-1 0,38 48-29 0,-30-43 1 16,30 43-8-16,-24-28 1 0,24 28-7 0,0 0-20 0,-17-27 10 16,17 27-21-1,0 0 50-15,0 0-67 0,0 0 7 0,0 0-7 0,0 0 3 16,0 0-2-16,0 0-1 0,0 0 0 15,0 0-5-15,0 0-21 0,0 0-1 0,0 0-119 0,0 0 119 16,0 0-43-16,0 0-98 0,0 0-149 0,0 0-187 16,0 0-158-16,0 0-117 0,0 0-8 0,0 0-265 15,0 0-336-15,0 0-92 0,0 0-1015 0,0 0-1113 0</inkml:trace>
  <inkml:trace contextRef="#ctx0" brushRef="#br0" timeOffset="142678.12">26271 16000 108 0,'-25'-42'843'0,"25"42"94"0,0 0-114 0,-26-29-39 0,26 29-74 0,0 0-81 0,0 0-57 0,0 0-34 0,0 0-75 0,0 0-77 0,0 0-34 0,-25-23-65 0,25 23-64 0,0 0-53 0,0 0-45 15,0 0-41-15,0 0-10 0,0 0-1 16,20 48-5-16,-20-48 23 0,22 58 15 0,0-21-13 0,-27 6-3 16,19 2-16-16,-4 0-10 0,2 4-4 0,-2-1-18 15,2 4-5-15,-2-4-8 0,-5 2-11 0,4-2-4 0,-1-4 0 16,6 10-29-16,-19-11-99 0,15-6-93 0,-10-37-76 16,5 56-57-16,-5-56-108 0,7 38-122 0,-7-38-39 15,0 0-50-15,20 33-73 0,-20-33 37 0,0 0 48 16,0 0 37-16,-5-43 61 0,5 43-500 0,-20-56-242 15</inkml:trace>
  <inkml:trace contextRef="#ctx0" brushRef="#br0" timeOffset="142974.66">26268 16247 114 0,'-9'-40'566'15,"-1"4"143"-15,10 36 7 0,-12-57-66 16,12 57 7-16,-10-40-53 0,10 40-68 0,0 0-81 0,-15-40-72 0,15 40-59 16,0 0-171-16,0 0 79 0,0 0-34 0,0 0-48 15,0 0-27-15,10-41-12 0,-10 41 43 0,0 0-54 0,0 0 5 16,63-7 0-16,-63 7-1 15,0 0-18-15,95 7 6 0,-95-7 3 0,75 18-8 0,-75-18-2 0,88 38-18 16,-88-38 14-16,85 25-27 0,-37-9-20 0,3 3 8 16,-2-1-13-16,-3 3 4 0,3-1 2 0,-1 2-17 0,-1-2 0 15,-1 1 6-15,-2 2-23 0,-1 1 9 16,-43-24-13-16,73 29 29 0,-73-29-21 0,63 29-5 16,-63-29 3-16,42 20 6 15,-42-20-13-15,0 0 26 0,48 17-7 0,-48-17 0 0,0 0 16 0,0 0 91 0,0 0 118 16,0 0 76-16,0 0-52 0,22-30-41 0,-22 30-42 15,-7-53-38-15,2 17 10 0,0-1-55 0,-5-12-36 16,5-1-14-16,-2-8-44 0,2-1-66 0,0-6-117 16,5-2-142-16,-9-4-145 0,-8-5-116 0,22 5-382 0,-3-10-401 15,5 0-1107-15,10 12-1067 0</inkml:trace>
  <inkml:trace contextRef="#ctx0" brushRef="#br0" timeOffset="148131.1">30345 5091 338 0,'0'0'953'0,"-63"-7"-46"0,63 7-176 0,-53-11-63 0,53 11-110 0,0 0-90 0,0 0-98 0,-58 5-71 0,58-5-56 0,0 0-41 0,-22 47-19 0,22-47-24 0,-5 51-8 0,5-51-14 16,10 65-14-16,2-26 10 0,-3 7-13 15,8-2-15-15,5 2-8 0,-2 4-13 0,2 2-16 16,4 0-1-16,-1-1 0 0,1-1 4 15,-4-1-14-15,5 2-6 0,-5-4 5 0,2-4-16 0,-2 0-11 0,-10-1 40 16,8-4-54-16,-8-5-4 0,2 2-13 0,-14-35 21 16,17 53 5-16,-17-53-12 0,10 39-5 15,-10-39 7-15,0 0-1 0,15 37 19 0,-15-37 1 16,0 0-4-16,0 0-7 0,0 0-21 0,0 0-7 0,0 0-28 0,0 0-11 16,-42-39-2-16,42 39-6 0,-31-53-9 0,16 20-5 15,3-6 5-15,-3 2-2 0,8-7 15 0,-3-1 26 16,1-3-4-16,-1 0-10 0,5-2 13 15,-7 0 5-15,2 2 2 0,0-1 11 16,-2 2-2-16,3 1 8 0,-1 1 9 0,-2-4 7 16,2 8-4-16,-2 1 8 0,2 2-12 0,5 1 11 15,0 2 18-15,5 35-11 0,-7-69-1 0,7 69-5 0,0-67-14 16,0 67-1-16,7-69 15 16,3 36-24-16,7-1 57 0,-2-2-60 0,7 1 5 0,4 4-27 0,16-3-3 15,-16 5-12-15,1 3 95 0,0 3-91 0,-27 23 33 16,61-39-10-16,-61 39 10 0,55-26-10 0,-55 26 2 0,51-18 14 0,-51 18-17 0,64-5 4 15,-64 5 13-15,0 0 8 0,63 19-19 16,-63-19 39-16,31 35 12 16,-31-35 27-16,10 48-4 0,-10-48 13 0,-14 62 6 15,-1-25 25-15,-12 5-28 0,1 1-16 0,-11 2-12 16,-7 2-15-16,13 1-24 0,-32-2-54 0,-10 2-288 0,7 6-497 16,-26-3-384-16,7-1-1042 0,-5-8-858 0</inkml:trace>
  <inkml:trace contextRef="#ctx0" brushRef="#br0" timeOffset="159305.63">25809 9878 378 0,'0'0'657'0,"-51"-30"32"0,51 30-31 0,-44-27-59 0,44 27 9 0,-43-21-59 0,43 21-78 0,-32-18-82 0,32 18-50 0,0 0-45 0,0 0-58 0,-37-25-20 0,37 25-47 0,0 0-32 15,0 0-26-15,0 0-19 0,0 0-21 0,0 0-11 0,0 0-14 16,0 0-8-16,0 0-18 0,0 0-5 15,0 0 23-15,0 0-36 0,0 0-4 0,0 0-5 16,0 0-125-16,0 0 154 0,0 0-5 16,0 0-4-16,0 0 19 0,0 0 16 0,-4 51-13 0,4-51-3 15,7 41-1-15,-7-41-7 0,5 55-2 0,-5-55 5 0,9 69-22 16,-9-69 13-16,13 72-12 0,-8-32-9 0,-10 0 3 16,12-1 0-16,5 3 3 0,-2 3 1 0,-3-2-3 0,3-2 1 15,0 1-7-15,-1-2 14 0,3-2-2 0,1-3-3 16,-13-35-4-16,19 63-2 0,-19-63 11 0,10 45-1 15,-10-45-5-15,12 38 45 0,-12-38-67 0,0 0 15 16,0 0 3-16,27 42 5 0,-27-42 0 0,0 0 88 16,0 0-88-16,0 0-4 0,0 0 8 0,0 0-15 0,0 0-8 15,0 0-19-15,0 0-15 0,0 0-15 0,-37-30-4 16,37 30 16-16,-12-47 3 0,12 47 5 0,-17-57 17 16,17 57-5-1,-15-67 6-15,15 67 0 0,-7-71-12 0,0 34 20 0,7-4-1 0,-5 6 6 0,5 35 6 16,-7-77-2-16,7 77 1 0,-5-70 3 0,5 70 27 0,-5-72-25 15,5 72-9 1,-2-69 4-16,2 69 11 0,12-64-12 0,-12 64 9 16,5-67-6-16,-5 67-1 0,7-64 5 0,7 32 24 0,-14 32-5 0,17-63-8 0,-17 63 0 15,25-60-2 1,-25 60-2-16,26-56 7 0,-26 56-8 0,37-53 0 0,-37 53 6 0,34-47-7 0,-34 47 1 0,46-42-9 16,-46 42 3-16,37-35 1 0,-37 35-14 0,43-30 12 15,-43 30 2-15,37-25-6 0,-37 25 4 0,41-16 3 16,-41 16-12-16,0 0 9 0,0 0-3 0,63-11-8 15,-63 11 6-15,0 0-2 0,58 2 2 0,-58-2 0 16,0 0-1-16,59 14 3 0,-59-14 3 0,36 24 2 0,-36-24-1 16,32 35 0-1,-32-35 7-15,31 33-6 0,-31-33 20 0,17 38-18 0,-17-38 10 0,15 42 31 0,-15-42 23 16,-10 49-9-16,-7-19 25 0,-2 5 34 0,-20-3 4 16,-2 0-9-16,-13 7-54 0,-11-4 27 0,-6 4-41 31,-9 2-54-31,-20 0-140 0,6 7-330 0,-16-5-420 0,-2 14-290 15,6-13-740-15,-1-12-631 0</inkml:trace>
  <inkml:trace contextRef="#ctx0" brushRef="#br0" timeOffset="166625.13">29607 10923 22 0,'-22'-45'643'0,"22"45"126"0,-41-36-64 0,41 36-111 0,-49-32-47 0,49 32-62 0,-41-31-49 0,41 31-49 0,-39-32-48 0,39 32-38 0,-41-27-42 0,41 27-26 16,-42-24-30-16,42 24-24 0,-34-18-26 16,34 18-21-16,0 0-19 0,-41-23-6 0,41 23 23 0,0 0-57 0,0 0-12 15,0 0-5-15,-41-16-17 0,41 16-5 0,0 0-5 16,0 0-14-16,0 0 2 0,0 0-17 0,-49 27-12 0,49-27 13 16,-41 42-2-16,19-13-7 0,-5 1 11 0,13 3-2 31,-28 7-6-31,25 1-9 0,0 5 0 0,-2 5 15 0,11 2-8 0,-1 3 28 0,4 2-13 0,0-2 9 15,5 4-13 1,5 0 13-16,0-5-4 0,0 1-15 0,12-4 0 16,2-6 10-16,3-6-11 0,0 1-3 0,5-6 0 0,4-3 15 0,1-6-3 0,-1-1 7 15,6-5-2-15,-1-5-12 16,8 0 29-16,-44-15-5 0,90 1-7 0,-90-1 46 0,104-10-39 16,-45-3 13-16,-6-4-14 0,15-2 3 0,-19-5-2 0,2-4 95 0,-8-2-78 15,-1 2 4 1,-1-6-3-16,-7-3 2 0,-2-3-24 0,-6-3 15 0,-6 0-9 0,-3-2 30 0,-17 45 2 15,10-81 6-15,-15 31-9 0,0 0 5 0,-12 3-4 16,-10-1-1-16,0 0-8 0,-14 4-10 0,0-1-6 16,-3 2-10-16,-7 3 5 0,2 4-12 0,-4 9-21 15,0-1-88 1,-6 3-102-16,-2 8-1 0,-4 11-346 0,-3 10-334 16,-5 5-210-16,-2 21-1082 0,-15 3-783 0</inkml:trace>
  <inkml:trace contextRef="#ctx0" brushRef="#br0" timeOffset="178537.04">26946 3757 107 0,'0'0'538'0,"-7"-41"41"0,7 41 22 0,0 0-58 0,0 0-19 0,-15-31 53 0,15 31-35 0,0 0-53 0,0 0-66 0,0 0-59 0,0 0-51 16,-34-22-37-16,34 22-55 0,0 0-29 0,0 0-33 0,0 0-37 0,0 0-27 0,0 0-19 15,0 0-7 1,-63 2-17-16,63-2-25 0,0 0 8 0,-34 25-23 0,34-25-5 15,-29 31 3-15,29-31-14 0,-29 59-8 0,17-25 20 16,-3 6-10-16,5 4-5 0,3 1 14 0,7 4-15 0,0-1 11 0,5 0-5 16,0-1-2-1,7-3-1-15,2-3-3 0,-1-4 10 0,9 0-7 16,7-5 8-16,-3-5-20 0,6-2 7 0,0 0 4 16,4-7-9-16,-36-18 17 0,70 23 12 0,-70-23-1 15,73 9-9-15,-73-9 2 0,64-9-1 0,-64 9 12 0,63-23 62 16,-63 23-55-16,48-38 41 0,-48 38 21 0,37-50 13 15,-37 50 40-15,22-43-1 0,-22 43 5 16,9-66-6-16,-9 66-12 0,5-71 42 0,-10 32-40 16,0 2 8-16,1-4-16 0,-11 3 7 0,8-2-5 15,-8-2 6-15,3 7 4 0,-3-2 8 0,-2 2 8 16,-2-1-1-16,2 2-7 0,2 4-2 0,-14 0 3 0,10 0 25 16,19 30 7-16,-54-41-34 0,54 41-24 0,-41-35-35 15,41 35-59-15,-63-16-179 0,63 16-260 0,-105 11-113 16,35 6-170-16,-3 18-358 0,-12 1-335 0,15 17-1116 15,-13-3-1104-15</inkml:trace>
  <inkml:trace contextRef="#ctx0" brushRef="#br0" timeOffset="191522.11">24512 1554 229 0,'-49'-25'400'0,"49"25"79"0,-44-16 19 0,44 16-38 0,0 0-35 0,-46-18-28 0,46 18 38 0,0 0-48 0,0 0-70 0,-32-21-56 0,32 21-61 0,0 0-36 15,0 0-43-15,0 0-52 0,0 0 16 0,0 0-18 16,0 0-5-16,0 0-21 0,0 0-5 0,0 0 11 16,0 0-36-16,0 0-7 0,0 0-2 0,0 0-7 15,0 0-7-15,0 0 8 0,0 0-6 0,0 0-3 0,0 0-9 16,59-3 9-16,-59 3 8 0,53 26 5 0,-53-26-2 15,73 34 4-15,-29-13-4 0,7 2 3 0,7 3-2 16,0 7 5-16,6 2 3 0,-13 7 2 16,26 2 2-16,1 8 4 0,2 2 0 0,5 6 1 0,-2 0-8 0,-20 4 3 15,27 5-2-15,0-2 46 16,0 3-39-16,0-2 2 0,-3-1-2 0,-2-1-1 0,3-3 1 16,-6 0-1-16,-1-4 0 0,-4-3-3 0,-4-3-3 0,-2-2 1 15,2 13-1-15,-10-2-4 0,2-20-1 0,-4-1-1 16,0-2-6-16,-3 0 8 0,3-2 1 0,-8 0-2 15,1 0-5-15,-1-2 1 0,-7-3 5 0,-2 0 5 16,-2 0-3-16,-1-2-4 0,-7-2-3 0,-3-1 9 16,1-2-8-16,-3-6 0 0,-29-19 2 0,49 42 2 0,-49-42 0 15,31 34 1-15,-31-34-3 0,27 24-131 16,-27-24-65-16,0 0-65 0,12 35-82 0,-12-35-128 16,0 0-62-16,0 0 31 0,-17 30-16 0,17-30-113 0,0 0-219 15,0 0-87-15</inkml:trace>
  <inkml:trace contextRef="#ctx0" brushRef="#br0" timeOffset="192004.02">27034 1554 264 0,'0'0'731'0,"12"-50"23"0,-12 50-138 0,-8-47-140 16,8 47-30-16,-9-41-52 0,9 41-9 0,0 0 3 0,-25-46-19 0,25 46-67 0,0 0-26 0,-21-35-40 0,21 35-55 0,0 0-30 0,0 0-31 16,0 0-22-16,0 0-19 0,-27-21-13 0,27 21-16 0,0 0-9 15,0 0-25-15,0 0-4 0,0 0-4 0,-32 24-10 16,10 6 9-16,-21 18-4 0,-8 12-1 0,-22 20 5 15,-7 13 15-15,-15 17 19 0,-10 9 39 0,-16 9 16 16,-8 6 27-16,-12 7-7 0,-2 5 42 0,-22 7 21 16,7 1 27-16,-5 0 2 0,0-2 10 0,3-7 8 0,9-7 0 0,5-7-16 0,13-10-23 15,9-8-28 1,14-14-27-16,11-9-27 0,14-10-13 0,9-9-27 16,11-8-11-16,14-13-19 0,2-5-5 0,13-6-9 0,7-5-4 15,2-8-7-15,27-26-5 0,-34 41 3 0,34-41-8 16,-20 27 5-16,20-27-8 0,0 0-2 15,0 0-28-15,-22 25-39 0,22-25-12 0,0 0-33 0,0 0-35 0,0 0-40 0,0 0-46 16,0 0-54-16,0 0-53 16,0 0-126-16,-26 25-186 0,26-25-117 0,0 0-164 15,0 0-96-15,0 0-661 0,0 0-550 0</inkml:trace>
  <inkml:trace contextRef="#ctx0" brushRef="#br0" timeOffset="193158.33">16632 14060 513 0,'0'0'970'0,"-64"-27"-81"0,64 27-135 15,-68-25-25-15,68 25-112 0,-41-17-112 0,41 17-42 0,0 0-85 0,-46-16-59 0,46 16-45 0,0 0-66 0,0 0-21 0,0 0-46 0,0 0-21 0,0 0-32 0,-36-23-22 0,36 23-27 16,0 0-21-16,0 0 6 0,0 0-21 16,0 0-6-16,0 0 6 0,46 20 4 0,-46-20-6 15,39 22 10-15,-39-22-11 0,72 32-7 16,-28-13-3-16,0 3 32 0,0-1-32 0,4 4 4 16,-2 0 5-16,3 5-5 0,0 0-1 0,2 0-4 0,0 0 12 0,2 5-7 15,-2 0 20 1,3 4 31-16,-3 0-51 0,2 3-17 0,-4-1 12 0,-1 0 4 0,11-2-3 0,-13-1 3 0,-7-1 2 15,-3-3-5 1,1 0-10-16,-3-4 19 0,-5-4-3 16,-3-3 5-16,-26-23 2 0,42 37-3 0,-42-37 4 0,29 23-7 15,-29-23 12-15,0 0 1 0,0 0 19 0,0 0 8 16,36 20 62-16,-36-20-28 0,0 0-23 0,10-39 0 16,19-3-25-16,-24-11 7 0,2-10 13 0,3-14-17 15,5-6-7-15,9-13 14 0,3-6-30 0,9-10 10 16,5-6-18-16,3-1 6 0,7 1-2 0,-2 4-2 0,4 2 23 15,-4 10 19-15,4 5 14 0,1 6 12 0,-6 10 62 16,-4 5-33-16,-22 9-20 0,17 7-9 0,-5 7-9 16,-3 7-7-16,-1 8-17 0,-9 5-6 0,1 3-7 15,-22 30-9-15,34-45-9 0,-34 45 8 0,22-33-14 16,-22 33 4-16,20-30-43 0,-20 30-51 0,0 0-61 0,0 0-28 16,0 0-50-16,24-24-78 0,-24 24-75 0,0 0-73 15,0 0-134-15,0 0-194 0,0 0-93 16,56 11-930-16,-56-11-589 0</inkml:trace>
  <inkml:trace contextRef="#ctx0" brushRef="#br0" timeOffset="194374.11">21489 9701 315 0,'0'0'809'0,"0"0"49"0,-7-37-76 0,7 37 2 0,0 0-81 16,0 0-96-16,0 0-75 0,-15-32-52 0,15 32-82 0,0 0-72 0,0 0-54 0,0 0-25 0,0 0-54 0,0 0-35 0,0 0-37 0,0 0-30 0,0 0 3 16,0 0-44-16,0 0-23 0,0 0-12 0,0 0-35 15,0 0 14-15,0 0 19 0,0 0-13 0,0 0 2 16,0 0 9-16,0 0-42 0,15 35 28 0,-15-35-9 15,4 46-3-15,-4-46 10 0,8 62-4 0,-8-62 7 16,5 63 4-16,-5-63-9 0,2 70-4 0,3-29-2 0,0-3 17 16,2 2 36-16,0 5-55 0,-4-2 15 15,-1 0-3-15,5 2 8 0,-2-1-38 0,3 2 40 0,-4-4 1 16,-1 0 1-16,-1-1-9 0,-2 1 2 0,-2-4 8 16,4 0-1-16,-2-38-8 0,0 70-5 0,0-70 19 15,0 63-2-15,0-63-12 0,-2 60 5 0,2-60-4 16,-5 50-9-16,5-50 11 0,5 41 1 0,-5-41-16 15,0 0 4-15,0 43 2 0,0-43 27 0,0 0-44 16,0 0 1-16,7 34 14 0,-7-34-21 0,0 0 4 0,0 0-3 16,0 0 16-16,61 12 17 0,-61-12 2 15,61-11 1-15,-20-1 0 0,-41 12-4 0,90-18-4 16,-34-12 12-16,4 8-14 0,-1-1 2 0,2 0 0 0,-1 0 1 16,-1 2-1-16,-1-3 3 0,0 1-6 0,-4 3-59 15,-3-2 73-15,-3 4-9 0,-4 3 13 0,-3-1-6 0,-41 16 13 16,66-22-32-16,-66 22 2 0,46-19 15 0,-46 19-3 15,0 0-2-15,54-14-1 0,-54 14 11 0,0 0 0 16,0 0 4-16,0 0 17 0,0 0-27 0,0 0 4 16,0 0-11-16,0 0-66 0,0 0-29 0,0 0-93 15,0 0-142-15,0 0-171 0,0 0-158 0,0 0-181 0,-54-20-33 16,54 20-187-16,0 0-269 0,-68-7-418 16</inkml:trace>
  <inkml:trace contextRef="#ctx0" brushRef="#br0" timeOffset="195193.6">21486 9765 235 0,'-21'-40'538'0,"21"40"61"0,0 0 12 0,-20-35-45 0,20 35-31 0,0 0 1 0,0 0-42 0,0 0-54 0,0 0-51 0,-17-31-57 0,17 31-51 0,0 0-46 0,0 0-46 0,0 0-49 0,0 0-11 15,0 0-25-15,0 0-20 0,0 0-23 0,0 0-16 0,0 0-7 0,0 0-2 16,0 0-11-16,-12-34-10 15,12 34-4-15,0 0 4 0,0 0-6 0,0 0-20 16,0 0 26-16,0 0-8 0,0 0 6 0,0 0-82 0,0 0 96 0,0 0-12 16,0 0 3-16,0 0-4 0,0 0-6 15,0 0 3-15,0 0-9 0,0 0 1 0,0 0-3 16,0 0 0-16,0 0-19 0,0 0 6 0,-7 42-7 0,7-42 19 0,0 0-4 0,0 0 14 16,2 55-11-16,-2-55 8 15,3 37-1-15,-3-37 20 0,4 44 2 16,-4-44 1-16,5 50-5 0,-5-50-8 0,8 55 9 15,-8-55 2-15,2 56 7 0,-2-56-3 0,12 64-6 0,-12-64-3 0,10 65-12 0,-10-65 2 16,10 67 14-16,-10-67-11 0,7 64 1 0,-7-64-134 31,-3 70 149-31,3-70-2 0,13 68-4 0,-13-68-7 0,9 67-10 16,-9-67 7-16,8 61-3 0,-8-61 13 0,4 59-20 16,-4-59 4-16,5 58-4 0,-5-58 1 0,3 55 4 0,-3-55 0 15,2 53-11-15,-2-53-1 0,-7 52 12 16,7-52-8-16,0 45 2 0,0-45 2 0,0 43 50 15,0-43-66-15,-3 38-2 0,3-38 1 0,0 0 4 0,3 41 14 16,-3-41-12-16,0 0 10 0,0 0-1 0,-7 37 7 16,7-37-13-16,0 0-1 0,0 0 100 0,0 0-124 15,0 0 17-15,0 0 7 0,0 0-3 0,0 0 7 16,0 0-5-16,0 0 10 0,0 0 1 0,0 0 11 16,0 0-18-16,0 0-12 0,0 0 13 0,0 0-2 0,0 0 0 15,0 0-7-15,0 0 46 0,77-9-45 0,-77 9 4 16,61-17-2-16,-61 17 8 0,88-19-6 15,-42 8-13-15,0 0 19 0,5 0-5 0,2 1-1 0,1 0-1 16,-3-1 2-16,2-1 0 0,1 2 6 0,-3 0 4 16,0-2-14-16,2 3 55 0,-4-2-56 0,-3 2 0 0,-46 9 5 15,87-17-3-15,-87 17 15 0,73-17-9 16,-73 17 0-16,61-15 2 0,-61 15 2 0,0 0-8 16,56-9 10-16,-56 9 9 0,0 0-7 0,0 0 111 0,0 0-114 15,0 0-3-15,0 0 3 0,0 0 2 0,0 0 46 16,0 0-70-16,51-11 68 0,-51 11-87 15,0 0-50-15,0 0-90 0,0 0-161 0,0 0-130 16,0 0-163-16,-68 2-198 0,68-2-32 0,-61 4-818 16,61-4-542-16</inkml:trace>
  <inkml:trace contextRef="#ctx0" brushRef="#br0" timeOffset="195589.17">21175 9909 191 0,'-24'-26'471'0,"24"26"45"0,0 0 44 0,-24-29-45 0,24 29-52 15,0 0-43-15,-17-36-4 0,17 36-66 0,0 0-63 0,0 0-45 0,0 0-43 0,0 0-27 0,0 0-31 0,0 0-21 0,0 0-27 0,0 0-17 16,0 0-12-16,0 0-13 0,0 0-11 0,0 0-10 0,0 0-3 16,0 0-2-16,0 0-5 0,0 0-3 15,0 0-7-15,0 0 1 0,0 0-1 0,0 0-10 0,0 0 3 0,0 0 0 16,0 0-3-16,0 0-2 0,0 0 0 15,0 0-2-15,0 0-11 0,0 0-92 0,0 0-129 0,0 0-85 16,0 0-171-16,0 0-96 0,0 0-24 0,0 0-105 0,0 0-313 16,0 0-224-16</inkml:trace>
  <inkml:trace contextRef="#ctx0" brushRef="#br0" timeOffset="196541.34">21445 9674 119 0,'0'0'562'0,"0"0"110"0,0 0-1 0,0 0-95 0,32-22-33 0,-32 22-73 0,0 0-8 0,0 0-61 0,0 0-61 0,0 0-41 0,0 0-46 0,0 0-37 0,0 0-31 0,0 0-29 0,0 0-27 0,0 0-14 16,0 0 13-16,0 0-48 0,0 0-6 0,0 0-6 0,0 0-4 16,0 0-9-16,0 0-20 0,0 0 10 0,0 0-5 15,0 0-7-15,0 0-2 0,0 0 13 0,0 0-42 16,0 0-3-16,0 0 7 0,0 0-7 0,0 0-1 16,0 0-1-16,0 0-3 0,0 0-20 0,0 0 23 15,0 0-25-15,0 0 19 0,34 23 2 16,-34-23-4-16,0 0 5 0,17 40-6 0,-17-40 9 0,17 33 8 15,-17-33-5-15,12 41 12 0,-12-41-9 0,14 49 9 16,-14-49 3-16,13 52-6 0,-13-52 10 0,12 59-10 0,-12-59 3 16,9 61-3-16,-9-61 1 0,8 69-1 15,-8-69-2-15,5 62 43 0,-5-62-50 0,9 62-2 0,-9-62 7 16,5 60-5-16,-5-60 5 0,-5 58 38 0,5-58-55 16,10 55 5-16,-10-55 2 0,7 47-19 0,-7-47 21 15,5 45-3-15,-5-45 1 0,7 42 6 0,-7-42 4 0,8 34-1 16,-8-34-8-16,0 0 3 0,7 49 1 15,-7-49-5-15,0 0 5 0,12 37 6 0,-12-37-11 0,0 0 2 16,0 0 0-16,17 39-13 0,-17-39 22 16,0 0 3-16,0 0-8 0,15 35 2 0,-15-35 6 0,0 0-29 15,0 0 31-15,12 33-11 0,-12-33 6 16,0 0 1-16,0 0 0 0,0 0 0 0,0 0-11 0,5 43 8 16,-5-43-11-16,0 0 7 0,0 0 3 15,0 0-1-15,0 0-2 0,5 36-7 0,-5-36 0 16,0 0-1-16,0 0 8 0,0 0 5 0,0 0-1 15,0 0-16-15,0 0-29 0,0 0 60 0,0 0-19 0,0 0 2 0,0 0 0 16,0 0-8-16,0 0 2 0,0 0 4 0,0 0-4 16,0 0 1-16,39 17 6 0,-39-17-5 0,0 0 8 15,46-12 1-15,-46 12-2 0,53-18-9 0,-53 18 10 16,71-18 5-16,-71 18-5 0,77-33-1 16,-77 33 40-16,83-25-9 0,-39 13-48 0,-44 12-7 15,85-23 3-15,-85 23 0 0,82-23 6 0,-82 23 0 0,78-16 13 0,-78 16-5 16,75-21 20-16,-75 21-7 0,61-18-17 0,-61 18 48 15,56-16-55-15,-56 16 2 0,54-14 6 0,-54 14-9 16,0 0 16-16,55-16-4 0,-55 16 0 0,0 0 16 16,0 0 15-16,0 0 6 0,44-12-2 0,-44 12-2 15,0 0-3-15,0 0-2 0,0 0-7 0,0 0 3 0,0 0-17 16,0 0 14-16,0 0-6 0,0 0-12 0,0 0-27 16,0 0-48-16,0 0-68 15,0 0-99-15,0 0-310 0,0 0-215 0,-14-33-133 0,14 33-146 16,0 0-387-16,-54-20-455 0</inkml:trace>
  <inkml:trace contextRef="#ctx0" brushRef="#br0" timeOffset="197259.44">21545 9892 100 0,'0'0'504'15,"0"0"107"-15,-25-25 52 0,25 25-39 0,0 0-8 0,0 0-36 0,0 0-85 0,0 0-68 0,-14-37-81 0,14 37-52 0,0 0-52 0,0 0-46 0,0 0-42 0,0 0-39 0,0 0-16 16,0 0-20-16,0 0-23 0,0 0-19 0,0 0-2 16,0 0 2-16,0 0-22 0,0 0-11 0,0 0-1 15,0 0-6-15,0 0-3 0,0 0 26 0,0 0-21 16,0 0 3-16,0 0-14 0,22 30 15 0,-22-30 1 16,0 0-4-16,12 41 8 0,-12-41-3 0,0 0 6 15,12 48 1-15,-12-48 8 0,5 40-2 0,-5-40-5 16,-3 46 10-16,3-46-1 0,-2 53-1 0,2-53 4 0,2 56-3 15,-2-56-4-15,-4 60-113 0,4-60 132 0,-13 65-7 16,13-65-17-16,-12 71 17 0,0-34-6 0,2 3-14 16,-7-4 1-16,8 1-2 0,-3-3 2 0,2 2-4 15,-2-3-13-15,12-33 14 0,-20 60-8 0,20-60 1 16,-14 54 2-16,14-54-4 0,-15 48 9 0,15-48-8 16,-7 41-6-16,7-41 6 0,0 0-10 0,0 48 6 0,0-48-5 15,0 0 10-15,0 0-11 0,2 46 12 0,-2-46-1 16,0 0 2-16,0 0-11 0,0 0 24 15,22 33-22-15,-22-33 1 0,0 0 0 0,0 0 6 16,54 16 4-16,-54-16-1 0,53-6 12 16,-53 6-8-16,75-17 4 0,-75 17 4 0,97-19-9 0,-41 3 12 15,-2 2-9-15,7-2-1 0,-3 0-11 0,0-3 4 0,1 5 3 0,-4-3 34 16,1 4-39-16,0-4 1 0,-2 4 3 0,-3 0 3 16,5-1-5-16,-56 14 2 0,72-25-10 0,-72 25 26 15,73-21 11-15,-73 21 142 0,54-14-181 0,-54 14-2 16,0 0 18-16,51-14 25 0,-51 14 14 0,0 0-29 15,0 0 44-15,0 0 16 0,0 0 12 16,0 0 2-16,41-14 0 0,-41 14-12 0,0 0-24 0,0 0 2 0,0 0-20 16,0 0-6-16,0 0-33 0,0 0-42 0,0 0-58 15,0 0-137-15,0 0-164 0,-24-23-132 0,24 23-187 16,0 0-131-16,-44-16 1 0,44 16-813 0,-46-11-536 0</inkml:trace>
  <inkml:trace contextRef="#ctx0" brushRef="#br0" timeOffset="197877.11">21591 9844 152 0,'-7'-49'518'0,"7"49"108"0,0 0 26 0,0 0-45 0,0 0-18 0,7-38-17 0,-7 38-65 0,0 0-75 0,0 0-66 0,0 0-64 0,0 0-46 0,0 0-37 0,0 0-45 16,0 0-26-16,0 0-29 0,0 0-7 0,0 0-35 0,0 0-15 0,0 0-64 0,0 0 40 15,0 0 0-15,0 0-10 0,0 0-7 0,0 0-7 16,0 0-60-16,0 0 68 0,0 0-3 0,0 0-3 16,-7 43-5-16,7-43 1 0,-3 38-2 0,3-38-3 15,-5 45 9-15,5-45-10 0,-9 49 20 16,9-49-9-16,-10 55 9 0,10-55 0 0,-10 57-11 0,10-57 12 16,-12 59-5-16,12-59 5 15,-7 61-9-15,7-61 16 0,-8 63-19 16,8-63-2-16,-7 67 0 0,7-67-2 0,-2 68 0 0,2-68-6 0,5 67-15 15,-5-67 13-15,0 67-1 0,0-67 13 0,4 67-9 16,-4-67-11-16,8 67 75 0,-8-67-101 0,5 67 22 16,-5-67 2-16,7 70 0 0,-7-70 1 0,12 66-1 0,-12-66 3 0,7 64 4 15,-7-64-1-15,10 59 3 0,-10-59 10 0,12 51-9 16,-12-51-8 0,7 49 5-16,-7-49 5 0,8 37 3 0,-8-37-6 15,0 0 11-15,5 42 176 0,-5-42-229 0,0 0 87 16,0 0-86-16,0 0-5 0,9 34 18 0,-9-34 14 15,0 0-2-15,0 0 22 0,0 0 5 0,0 0-5 0,0 0-3 16,0 0 43-16,0 0 55 0,54-16 40 0,-54 16-10 16,75-30 9-16,-26 12 12 0,9-5 6 0,5 0 5 15,8-5 8-15,11 3 1 0,-9-1-5 0,2-2 4 16,6 2-61-16,-1 1-19 0,-2 0-16 0,-6 4-15 16,4-1-23-16,-6 4-144 0,-4-1-246 0,-13 5-240 0,6-9-790 15,-8 16-1318-15,-51 7-1281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4:33:29.328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6405 3197 71 0,'0'0'442'0,"0"0"137"0,-73 3 36 16,73-3-36-16,0 0-68 0,0 0-2 0,-59 7-50 0,59-7-65 0,0 0-54 0,0 0-46 0,0 0-46 0,0 0-57 0,0 0-33 0,0 0-33 0,0 0-15 15,0 0-24-15,81-5-7 0,-81 5-24 0,72-5 20 16,-72 5-67-16,86-2 85 0,-86 2-4 0,94-2 11 0,-94 2 4 16,107 0-7-16,-107 0-10 0,107 0 6 0,-107 0-11 0,105 0-25 15,-105 0 4-15,109 2-11 16,-109-2-28-16,109 2 21 0,-48-4 27 0,-61 2-16 16,119-3 3-16,-56 1-3 0,3 0-11 0,-1 1 16 15,3-3-27-15,-2 3-12 0,0-2-8 0,-3 1 24 16,0-1-20-16,-2 5 5 0,0-4-7 0,-61 2-9 0,114-2 45 0,-114 2-47 15,107 13-7-15,-107-13 22 0,102 0-11 16,-102 0-8-16,92-2-99 0,-92 2 136 16,90 0 12-16,-90 0-16 0,85-1 4 0,-85 1 31 0,80 1-64 0,-80-1 17 15,71 4-10-15,-71-4-6 0,75 1 16 0,-75-1 0 0,75 2 26 16,-75-2-25-16,73 2 10 0,-73-2 0 0,68 1-12 16,-68-1-9-16,61 2 6 0,-61-2 0 0,58 4 5 15,-58-4-30-15,59 1 47 0,-59-1-34 16,0 0-6-16,82 4 12 0,-82-4-5 0,0 0 1 0,83 2 11 15,-83-2 7-15,0 0 19 0,85 1-18 16,-85-1 8-16,65 0 7 0,-65 0 52 16,66 0 2-16,-66 0-19 0,78-1-16 0,-78 1-21 0,80-6 5 0,-80 6-3 0,87-8-2 15,-87 8-1 1,90-10-24-16,-90 10 10 0,95-10 38 0,-95 10-49 16,85-10 1-16,-85 10-4 0,80-8 13 0,-80 8-16 15,76-10 0-15,-76 10 1 0,63-9-2 0,-63 9 2 16,61-7 2-16,-61 7-6 0,48-9 0 0,-48 9 2 15,0 0-2-15,71-9 7 0,-71 9-5 0,0 0 40 0,63-6-40 0,-63 6 10 0,0 0 32 0,46-11 6 16,-46 11 4-16,0 0 55 16,0 0-92-16,53-12 8 0,-53 12-1 0,0 0-4 15,0 0 0-15,0 0 62 16,0 0-90-16,51-10 3 0,-51 10-1 0,0 0 2 0,0 0-10 0,0 0 82 0,0 0-81 16,0 0 0-16,0 0 5 0,0 0 0 15,0 0 5-15,0 0 77 0,0 0-76 0,0 0 54 16,54-7 37-16,-54 7 4 15,0 0 20-15,0 0 30 0,0 0 6 0,0 0 19 16,0 0 14-16,0 0 6 0,0 0 43 0,0 0-53 0,0 0-2 16,0 0 18-16,0 0 16 0,0 0 1 0,0 0 4 15,0 0-8-15,0 0-23 0,0 0 7 0,0 0-31 16,0 0-4-16,0 0-18 0,0 0-28 0,0 0-21 16,0 0-36-16,0 0-19 0,0 0-37 0,0 0-87 15,0 0-111-15,0 0-176 0,-49-13-169 0,49 13-165 16,0 0-108-16,0 0-40 0,-56-5-187 0,56 5-396 0,0 0-36 15,-58-6-918-15,58 6-992 0</inkml:trace>
  <inkml:trace contextRef="#ctx0" brushRef="#br0" timeOffset="1918.9">12209 2988 39 0,'0'0'277'16,"0"0"114"-16,-55 4 26 0,55-4 52 0,0 0 6 0,0 0-10 0,0 0-10 0,0 0 41 0,0 0-25 0,0 0-13 0,0 0-13 0,-52 7-123 16,52-7-42-16,0 0-49 0,0 0-28 0,0 0-35 0,0 0-20 0,0 0-15 0,0 0-23 15,0 0-26-15,0 0 4 0,0 0-22 0,0 0-16 16,0 0-4-16,0 0 20 15,0 0-49-15,0 0-7 0,0 0-1 16,0 0 6-16,0 0-23 0,0 0 25 0,0 0-17 0,0 0 13 0,66 4-8 16,-66-4-16-16,0 0 58 15,71 0-45-15,-71 0 20 0,63-4 16 0,-63 4-10 16,75-1 6-16,-75 1 54 0,83-4-64 0,-83 4-12 16,85-2 11-16,-85 2-13 0,99-7 14 0,-99 7 3 15,100-5-12-15,-100 5-7 0,100-6 15 0,-100 6-13 0,104-5 9 16,-53 17-17-16,-51-12 18 0,102-8-13 0,-102 8 0 15,105-5-3-15,-105 5 1 0,102 8 9 0,-102-8-12 16,104 0 7-16,-104 0-9 0,102-7 3 0,-102 7 54 16,97 0 28-16,-97 0-5 0,90 5-11 0,-90-5-7 15,85 2-11-15,-85-2-5 0,78 0-17 16,-78 0-3-16,75 5 5 0,-75-5-16 0,85 2 10 0,-85-2 9 16,0 0 55-16,86 2 26 0,-86-2-18 0,60 3-20 15,-60-3-12-15,0 0-13 0,88 0-1 0,-88 0-17 0,60-2-1 16,-60 2-46-16,59-3 67 0,-59 3-28 0,0 0-7 15,90 0-2-15,-90 0 6 0,0 0-7 0,80 0 2 16,-80 0-7-16,46-14 1 0,-46 14-7 0,0 0 0 16,73 5 48-16,-73-5-54 0,0 0 1 0,61 6-6 15,-61-6 10-15,0 0 42 0,0 0-57 0,65 1 0 16,-65-1 9-16,0 0 2 0,63 2 2 0,-63-2 47 0,0 0-58 16,0 0 5-16,78 2 0 0,-78-2 4 0,0 0-84 15,66 1 148-15,-66-1-58 0,0 0-4 0,65-5-2 16,-65 5 4-16,0 0-2 0,66 0 2 0,-66 0 0 15,0 0 0-15,68 0 8 0,-68 0-10 16,0 0 12-16,68-1-7 0,-68 1 7 0,0 0-4 16,68 0 12-16,-68 0 7 0,0 0 1 0,71-4-5 15,-71 4-9-15,0 0 14 0,75-3-8 0,-75 3-9 16,63-5 2-16,-63 5-3 0,0 0 0 0,85-5-4 0,-85 5-6 16,63-1 42-16,-63 1 11 0,66-4-66 15,-66 4-1-15,68-1 4 0,-68 1 4 0,66 0-3 0,-66 0 3 16,65 1-2-16,-65-1 3 0,66-8 6 0,-66 8 1 15,0 0-6-15,92 0 7 0,-92 0-1 0,0 0-5 16,85 0 2-16,-85 0 6 0,0 0 13 0,83 0 4 16,-83 0 22-16,0 0 21 0,85-7 3 0,-85 7-3 0,0 0-10 0,85-4-7 15,-85 4-8-15,56-2-3 0,-56 2-15 16,0 0 3-16,80-5-5 0,-80 5 2 0,0 0-8 0,78-5 2 16,-78 5 9-16,0 0-19 0,80-9 7 15,-80 9-2-15,53-8 2 0,-53 8-56 0,0 0 70 16,80-3-5-16,-80 3 1 0,52-12-8 15,-52 12 3-15,55-4 16 0,-55 4-1 0,56-5 8 0,-56 5 3 0,56-6-4 0,-56 6 8 16,58-7 1 0,-58 7-13-16,59-5 0 0,-59 5-18 0,63-7 37 0,-63 7 4 15,58-9-20-15,-58 9-2 0,61-5-4 0,-61 5-8 16,56-7-6-16,-56 7-3 0,0 0-1 0,73-9 1 16,-73 9-4-16,0 0 0 0,56-2-11 0,-56 2 8 0,0 0 3 15,0 0 0-15,58-9 2 0,-58 9 0 0,0 0 0 0,0 0-1 16,0 0 5-16,0 0 14 0,0 0 22 0,49-10 16 15,-49 10-5-15,0 0 10 0,0 0-13 16,0 0-9-16,0 0 37 0,0 0 6 0,0 0 8 16,0 0 14-16,0 0-3 0,0 0 56 0,0 0-54 0,0 0 12 15,0 0-1-15,0 0-9 0,0 0 39 16,0 0-64-16,0 0-10 0,0 0 1 0,0 0-24 16,0 0-11-16,0 0-12 0,0 0-7 0,0 0 1 0,0 0-14 15,0 0 0-15,0 0-14 0,0 0 6 0,0 0 5 16,0 0-2-16,0 0 81 15,0 0-100-15,0 0 2 0,0 0-4 0,0 0 3 0,0 0 5 16,0 0-2-16,0 0 1 0,0 0 1 0,0 0-4 16,0 0-7-16,0 0 9 0,0 0 3 0,0 0-1 0,0 0 1 0,0 0-2 0,0 0 8 15,0 0-9-15,0 0-7 0,0 0 16 0,0 0-9 16,0 0 4-16,0 0-4 0,0 0 2 0,0 0 4 16,0 0 3-1,0 0-3-15,0 0 2 0,0 0-4 0,0 0-9 0,0 0 3 0,0 0-21 0,0 0 28 16,0 0-3-1,0 0-9-15,0 0 6 0,0 0-3 0,0 0-5 16,0 0-15-16,0 0-147 0,0 0-226 0,0 0-216 0,0 0-220 0,0 0-56 0,0 0-283 0,0 0-519 16,0 0-1348-16,0 0-1418 0</inkml:trace>
  <inkml:trace contextRef="#ctx0" brushRef="#br0" timeOffset="3607.3">18780 8800 1 0,'-30'-29'553'0,"30"29"165"0,-34-23 14 0,34 23-41 0,0 0 22 0,-41-30-50 0,41 30-60 0,0 0-77 0,-36-28-72 0,36 28-82 0,0 0 24 0,-34-20-41 0,34 20-2 0,0 0-21 16,0 0-46-16,0 0-34 0,0 0-42 0,0 0-25 0,0 0-31 0,0 0-11 16,0 0-45-16,0 0-23 0,0 0-13 0,0 0-28 15,0 0-18-15,0 0-11 0,0 0-11 0,0 0 2 16,0 0-16-16,0 0-13 16,0 0 18-16,-22 29 7 0,22-29 3 0,5 52 11 0,-5-52 5 0,4 68-18 0,1-29 20 15,-2 0 15 1,2 6 11-16,-3-2 9 0,8 2 2 15,-17 0 0-15,11 3-5 0,-1-2-5 0,2-1-4 0,0 2 1 0,-3-6-11 0,-2 2 6 16,0-2 1-16,2-2-9 16,-2-39-6-16,5 69 6 0,-5-69-3 0,-5 62-6 0,5-62 2 15,3 48-3-15,-3-48 2 0,7 37-5 0,-7-37-9 0,0 0-40 0,0 0-95 16,-5 42-84-16,5-42-90 0,0 0-55 0,0 0-72 0,-29 23-190 16,29-23-213-1,0 0-168-15,-53-5-19 0,53 5-866 0,-47-26-616 16</inkml:trace>
  <inkml:trace contextRef="#ctx0" brushRef="#br0" timeOffset="3952.58">18563 8846 228 0,'0'0'515'15,"39"-50"23"-15,-39 50 17 0,44-48-53 0,-44 48-49 16,51-44-2-16,-51 44-32 0,49-37-48 0,-49 37-44 15,55-39-37-15,-55 39-25 0,56-24-43 0,-56 24-32 0,54-20-30 16,-54 20-2-16,58-14-48 0,-58 14-10 16,61-8-11-16,-61 8-5 0,0 0 58 0,90-3-83 0,-90 3-11 15,65 9-11-15,-65-9-3 0,66 19-6 0,-66-19 8 16,68 31-21-16,-34-9 2 0,0 3 7 0,-5 3-3 16,0 2 12-16,3 5 7 0,0 3-2 0,-11-3 1 15,-1 1 11-15,-6 3-1 0,1 2 5 0,-8-1 12 16,-4-1 8-16,-6 3 27 0,-6-3 24 0,-8 0 3 15,-5-2 20-15,-7 0 6 0,-3 0-10 0,-5-3-16 16,-6-3-5-16,-1-2-16 0,-5 0-27 0,-2-5-6 16,8 0-23-16,-8 0-4 0,2-10-18 0,3 5-77 0,2-5-57 15,44-14-65-15,-75 18-77 0,75-18-104 0,-54 12-166 16,54-12-103-16,0 0-170 0,0 0-66 0,0 0-30 16,0 0-672-16,0 0-501 0</inkml:trace>
  <inkml:trace contextRef="#ctx0" brushRef="#br0" timeOffset="4841.02">21416 8451 116 0,'0'0'691'0,"-29"-31"120"0,29 31-4 0,-29-25-135 0,29 25 100 0,-37-23-106 0,37 23-89 16,0 0-84-16,-51-24-73 0,51 24-62 0,0 0-49 0,-56-15-46 0,56 15-41 0,0 0-37 0,-68 2-53 0,68-2-25 15,-46 16-25-15,46-16-31 0,-61 37-8 16,30-9-14-16,-6 6 4 0,3 1-14 0,3 9-21 15,-3 6 12-15,2 5-1 0,3 1 0 0,0 5-3 16,4-1-3-16,6 1 1 0,2 1-10 0,7-4 29 16,1 0-35-16,9-3 3 0,2-5 3 0,5-1 0 0,3-3 16 15,7-5-21-15,-5 0-4 0,12-8-4 0,6-3 18 0,4 0-14 16,0-7 14-16,2-5-8 16,-36-18-5-16,78 33 7 0,-78-33 5 0,82 7-13 0,-82-7 18 0,86-7-3 15,-86 7 5-15,77-21 4 0,-38 4-8 0,-2 1 32 16,-3-6-32-16,-34 22 0 0,46-47 10 15,-46 47 1-15,29-51 17 0,-29 51-14 0,15-55 15 0,-15 55 26 0,-3-51-4 16,3 51 20-16,-12-50-3 0,12 50-12 0,-29-50-7 16,12 19-9-16,17 31-8 0,-39-35-11 0,39 35 8 15,-49-31-20-15,49 31-2 0,-51-26 1 0,51 26-15 16,-51-18-11-16,51 18-8 0,-41-16 0 0,41 16-42 16,0 0-36-16,0 0-35 15,-39-17-13-15,39 17-37 0,0 0-9 16,0 0 40-16,0 0 32 0,0 0-116 0,58-25 189 0,-58 25 6 0,71-14 19 0,-71 14-7 0,92-18 3 15,-43 6 16-15,2 3 6 16,2 0-5-16,1 0 39 0,-3-3-40 0,0 6 5 16,-3-2-1-16,1-3 6 0,-49 11-2 15,90-12 12-15,-90 12 1 0,78-14-5 0,-78 14 37 0,77-8 4 0,-77 8-18 16,64-7 9-16,-64 7-11 16,55-1-5-16,-55 1-2 0,0 0 3 0,78 3-19 0,-78-3 12 15,0 0 26-15,63 21-25 0,-63-21-20 16,34 22-7-16,-34-22 86 0,32 37-82 0,-32-37 5 0,22 47 1 15,-22-47-2-15,12 59 19 0,-12-59 23 0,0 71 7 16,-2-33 8-16,6 0-35 0,-16 2 20 0,7-1-11 16,-2 2 8-16,-3-1-19 0,3-3 2 0,2 2-14 15,0-1 13-15,5-38-9 0,-4 68 1 0,4-68-58 16,0 57-131-16,0-57-153 0,9 53-159 0,-9-53-217 0,34 31-183 0,-34-31-133 0,54 10-474 0,-54-10-480 16</inkml:trace>
  <inkml:trace contextRef="#ctx0" brushRef="#br0" timeOffset="5620.97">23819 8604 409 0,'-39'-34'957'0,"39"34"-21"0,0 0-78 0,-29-25-36 0,29 25-82 0,0 0-125 0,0 0-48 0,0 0-103 0,-32-21-86 0,32 21-58 0,0 0-51 0,0 0-75 0,0 0-49 15,0 0-40-15,0 0-33 0,0 0-2 0,0 0-14 16,0 0-5-16,10 53 2 0,-10-53-5 0,15 63-3 0,-8-27 2 16,-5 6-7-16,1-1-11 0,-1 1 6 15,-2 3-7-15,3-3-5 0,-3 4 0 0,-3-2-4 0,1-2-5 16,2 1-5-16,2-1 2 0,-7-3-2 15,-2-2-5-15,-3-3-28 0,10-34-64 0,-19 60-54 16,19-60-19-16,-22 44-58 0,22-44-12 0,0 0-33 0,-24 34-95 16,24-34-56-16,0 0-74 0,0 0-87 15,0 0-10-15,-56-25 55 0,56 25 57 0,-3-51 19 16,3 51 29-16,-4-74 77 0,8 29 47 0,-4-4 42 0,0-4 55 0,8 0 51 16,-3-2 52-16,2 4 57 0,-2 1 52 0,-3 3 62 15,-2 1 59-15,5 5 75 0,-5 41 50 0,2-71 12 16,-2 71-1-16,-2-56 15 0,2 56 10 15,2-46 10-15,-2 46 3 0,0 0-7 0,10-43-17 16,-10 43-34-16,0 0-40 0,15-38-40 0,-15 38-34 0,0 0-26 0,39-32-20 16,-39 32-10-16,39-23-3 15,-39 23 21-15,65-23 2 0,-65 23 0 0,80-16-5 0,-34 0 1 0,1 2-24 16,1 0 7-16,3 0-12 0,0 2 1 0,0-3-24 16,0 3-2-16,-2 3-12 0,0-3 16 0,-49 12-17 15,85-18-20-15,-85 18 6 0,72-14-4 16,-72 14-7-16,54-8-2 0,-54 8 2 0,0 0-4 0,0 0-3 15,0 0 2-15,73-5 5 0,-73 5 5 16,0 0 2-16,0 0 3 0,12 41 3 0,-12-41 2 16,0 0 10-16,-17 55 0 0,17-55-8 0,-39 50 11 15,15-24-8-15,-3 2 7 0,0 2-3 0,-2-3-1 0,2 3-18 0,3-5 10 16,2 1-12-16,22-26 4 16,-24 52-5-16,24-52-8 0,-15 48 8 0,15-48-12 0,15 47-1 0,-15-47 7 0,32 42 10 15,-32-42-14-15,63 41 20 16,-27-25-5-16,1 4-8 0,6-3 6 0,-4 2-2 15,3-1-5-15,-1 5 4 0,-5-2 0 0,-2-1 3 16,0-2-3-16,-34-18 7 0,54 38-1 0,-54-38 8 16,39 42 42-16,-39-42 36 0,14 46 51 0,-14-46 41 0,-14 48 53 0,14-48 18 15,-34 50 18-15,-8-26 2 0,-6 3-20 16,-6-4-24-16,-6-1-43 16,-8 2-36-16,0-5-36 0,-5-1-30 0,0-1-89 0,0-4-161 0,-5-4-141 15,3-4-98-15,-1 3-281 0,8-3-282 0,0-9-156 0,-2 11-213 16,9-10-434-16,61 3-573 0</inkml:trace>
  <inkml:trace contextRef="#ctx0" brushRef="#br0" timeOffset="6128.34">20463 10120 356 0,'0'0'739'0,"0"0"7"0,0 0-127 0,0 0-90 0,0 0 2 0,0 0-27 0,0 0-49 0,0 0-63 0,61-15-67 0,-61 15-41 0,76-17-48 0,-28 4-39 0,1 6-39 15,7-5-10-15,-56 12-13 0,92-14-23 0,-36 9-21 0,-3-2-16 16,3 1-21-16,-56 6-16 0,107-9 5 0,-51 4-18 16,-56 5-6-16,104-7-3 0,-104 7 5 0,102-7-8 15,-102 7-41-15,83-11-53 0,-83 11-65 0,61-5-99 16,-61 5-90-16,0 0-128 0,56-6-176 0,-56 6-116 0,0 0-68 15,0 0-551-15,0 0-435 0</inkml:trace>
  <inkml:trace contextRef="#ctx0" brushRef="#br0" timeOffset="6497.47">18238 10296 473 0,'-56'6'788'0,"56"-6"-40"0,0 0-133 15,0 0-53-15,0 0-113 0,0 0-5 0,0 0-70 0,0 0-74 0,0 0-64 16,0 0-43-16,0 0-43 0,0 0-25 16,0 0-5-16,0 0-31 0,0 0 3 15,65-20-21-15,-65 20-14 0,71-9-5 0,-71 9-6 0,92-12-9 0,-92 12-10 0,93-12-4 16,-33 6-2-16,4 6-3 16,-4-9-5-16,8-1 9 0,3 2-14 0,-1-2-17 0,3 3-117 0,5 0-118 15,0 1-134 1,2 1-195-16,-5-3-141 0,0 11-43 0,6-10-619 0,-16 0-437 15</inkml:trace>
  <inkml:trace contextRef="#ctx0" brushRef="#br0" timeOffset="6875.33">23190 9964 338 0,'0'0'848'0,"0"0"-43"0,0 0-111 0,56 11 7 0,-56-11-59 0,55-2-72 0,-55 2-72 0,83-9-87 0,-27 0-62 0,5 0 39 0,7-3-178 0,-10 2-42 0,22-1-33 0,5-1-20 16,0 1-27-16,-4-5-89 0,-4 7-148 0,3 0-343 15,-2-8-483-15,-12 4-1215 0,9 5-800 0</inkml:trace>
  <inkml:trace contextRef="#ctx0" brushRef="#br0" timeOffset="12102.33">30229 8079 58 0,'-10'-51'472'0,"-2"6"148"0,2 2 77 0,1 3-41 0,-4 2-8 0,13 38-3 15,-19-68-51-15,19 68-67 0,-17-58-79 0,17 58-53 0,-20-51-71 0,20 51 46 0,-17-42-22 0,17 42 7 0,0 0-90 16,-12-41 51-16,12 41-48 0,0 0-42 0,0 0-45 15,0 0-38-15,0 0-28 0,-14-32-25 0,14 32-28 16,0 0-17-16,0 0 12 16,0 0-41-16,0 0 4 0,14 33 2 0,-14-33-2 15,8 47 6-15,-8-47 2 0,19 76 14 0,-12-43-2 0,3 11 30 16,0 10 55-16,2 2 30 0,-2 6 4 16,-5 6 33-16,7 1 18 0,-7 9 30 0,4 5 8 0,-9 7 12 15,5 2 9-15,-5 4-9 0,0 1 20 0,0 1 63 16,0 0-96-16,0-3-31 0,5 2-25 0,-3-5-50 0,3-1-3 15,0-5 2-15,5 1-30 0,-5-8-27 16,7-3-10-16,-15-2-9 0,16-7-29 0,4 2-4 0,-3-14-8 16,1-11-14-16,-3 4-27 0,-2-8-94 0,2-6-72 15,-12-34-85-15,9 54-56 0,-9-54-40 16,17 36-30-16,-17-36-42 0,0 0-30 0,0 0-129 0,-21 27-46 0,21-27-123 16,0 0-185-16,-54-28-169 0,54 28 43 0,-53-64-3 15,33 28-851-15,-11-9-629 0</inkml:trace>
  <inkml:trace contextRef="#ctx0" brushRef="#br0" timeOffset="12591.79">29969 8035 293 0,'-10'-52'543'0,"0"4"48"0,6 6 28 0,-4 1-58 16,-1 5-27-16,9 36-9 0,-10-66-71 0,10 66-41 15,-10-47-32-15,10 47-54 0,-22-34-33 0,22 34-41 16,0 0-46-16,-17-28-40 0,17 28-30 0,0 0-42 0,0 0-18 16,0 0-16-16,0 0-17 0,-51 21-6 0,51-21-19 15,-48 51-2-15,16-18 1 0,0 7 2 16,-4 4-10-16,4 5 15 0,1 0-7 0,-1 6-3 0,1-3-3 16,-1 4-5-16,5-8-2 0,10-2 3 0,-5-4-8 15,8-4 0-15,4-5-3 0,10-33-2 16,-17 53-2-16,17-53-5 0,0 0-4 0,10 48 9 0,-10-48-2 0,0 0 6 15,75-4 3-15,-34-13-10 16,8-21-1-16,9 5-13 0,6-8-7 0,-1-1 7 0,5-6 4 16,-10-4-8-16,5-2 19 0,-4-1-2 0,-1-2-1 0,-5-2 13 0,-2 0-6 0,-2 3 6 15,0-2-5-15,-8 6 4 0,-5 3 12 0,1 3-15 16,-6 4 7 0,-4 7 18-16,0 5 1 0,-27 30 11 0,36-48-14 15,-36 48 7-15,27-31-14 0,-27 31-13 0,0 0 0 16,32-26-12-16,-32 26-4 0,0 0 16 0,0 0 11 15,0 0 23-15,68 24 26 0,-68-24 13 0,48 43 10 0,-21-13 19 16,0 5 99-16,-1 3-117 0,6 5-12 0,-5 3-1 16,-1 2 7-16,4 4-62 0,-4-4 22 0,1 6 9 0,-5-3-22 15,2-2 9-15,-7-1-5 0,5-1-1 0,-27-2-1 16,20-4-57-16,2 3-51 0,-12-12-82 0,-5-32-135 16,17 62-178-16,-17-62-204 15,2 49-255-15,-2-49-73 0,-41 29-689 0,41-29-548 16</inkml:trace>
  <inkml:trace contextRef="#ctx0" brushRef="#br0" timeOffset="13163.27">29357 6390 676 0,'-10'-36'1040'0,"10"36"-133"0,-10-55-89 0,10 55-104 0,-10-36-122 0,10 36-87 0,0 0-82 0,0 0-78 0,-12-37-84 0,12 37-52 0,0 0-53 0,0 0-35 0,0 0-18 0,0 0-20 0,12 54-4 0,-7-17-38 16,5 5-18-16,5 1 18 0,2 3-10 0,-8 0-28 16,3 2 21-16,3-1 8 0,2-5-34 0,-2-2-47 15,-3-2-20-15,2-6-44 0,-14-32-60 0,17 50-45 16,-17-50-53-16,20 35-57 0,-20-35-60 0,0 0-51 0,22 32-20 15,-22-32-62-15,0 0-41 0,0 0 11 0,9-37 71 16,-9 37 92-16,-9-57-8 0,9 57 105 0,-15-68 127 16,3 32 51-16,2-3 56 0,-7-1 37 15,7 1 47-15,-7 0 46 0,-2 3 51 16,7 6 65-16,12 30 63 0,-32-47 61 0,32 47 19 0,-19-32-3 16,19 32-11-16,0 0-47 0,-17-32-61 0,17 32-58 15,0 0-8-15,0 0-59 0,0 0-26 0,0 0-19 16,0 0-8-16,0 0-8 0,0 0 3 0,0 0-3 0,58 16 22 15,-58-16-10-15,54 28-4 0,-54-28-5 16,63 35-4-16,-63-35-12 0,68 32 0 0,-68-32 2 0,68 30 3 16,-68-30 7-16,75 27-17 0,-75-27 11 0,63 18-3 15,-63-18 11-15,51 8 49 0,-51-8 60 0,0 0 66 0,0 0 57 16,59 4 25-16,-59-4-40 0,0 0-40 16,17-39-36-16,-17 39-39 0,5-56 24 0,-5 56 25 0,-5-64-58 15,0 27-24-15,-5-4-11 0,-2 2-16 0,2-3-9 0,-2-2-8 16,2 0-19-16,-4 5-10 15,-3-2 4-15,7 6-37 0,10 35-64 0,-17-57-90 0,17 57-149 0,0 0-227 16,-5-48-238-16,5 48-69 0,0 0-46 16,0 0-512-16,0 0-446 0</inkml:trace>
  <inkml:trace contextRef="#ctx0" brushRef="#br0" timeOffset="13514.65">30452 6132 113 0,'0'0'725'0,"0"0"111"0,0 0-45 0,0 0-57 0,0 0-54 0,0 0-111 0,-43-22-104 0,43 22-105 0,0 0-72 0,0 0-75 0,-37 17-24 0,37-17 31 16,-36 28-135-16,36-28-15 0,-34 44-25 0,34-44-6 0,-32 49-30 16,32-49-42-16,-24 50-20 0,24-50-22 0,-7 41 4 15,7-41-8-15,17 31-10 0,-17-31-14 0,0 0-19 16,9 32-3-16,-9-32 20 0,0 0 19 0,0 0 17 15,0 0 8-15,71-10 7 0,-71 10-7 0,46-33 12 0,-15 14 10 16,-31 19 40-16,49-46 17 0,-49 46 41 16,41-42 17-16,-41 42-9 0,27-46 41 0,-27 46-8 0,27-44 3 15,-27 44-6-15,17-41-16 0,-17 41 15 0,14-41-5 16,-14 41-12-16,10-33-11 0,-10 33-10 0,0 0-13 16,0 0-11-16,0 0-13 0,0 0-8 0,-10-40 4 15,10 40-22-15,0 0-25 0,0 0-25 16,0 0-36-16,0 0-49 0,0 0-78 0,0 0-33 15,0 0-58-15,22 25-103 0,-22-25-118 0,-2 55-58 16,2-55-23-16,-10 73-680 0,17-30-404 0</inkml:trace>
  <inkml:trace contextRef="#ctx0" brushRef="#br0" timeOffset="14162.52">31709 8006 354 0,'0'0'1067'0,"0"0"-20"15,0 0-104-15,0 0-84 0,0 0-130 0,0 0-100 16,0 0-95-16,0 0-85 0,0 0-89 0,0 0-28 0,14 35-78 16,-14-35-67-16,0 0-65 0,0 0-6 0,0 0-36 15,10 55-13-15,-10-55-20 0,5 58-3 0,-5-58-2 0,12 70-15 16,-7-32-15-16,2 0 7 0,8 2-11 15,-11 1-47-15,6-1 94 0,-5-2-57 0,-5-38-15 0,7 72-9 16,-7-72-25-16,10 61-9 0,-10-61-25 0,10 42-18 16,-10-42 0-16,0 0-6 0,12 36-11 0,-12-36 2 15,0 0 3-15,0 0 15 0,0 0-29 16,0 0-92-16,0 0-62 0,0-45-50 0,0 45-6 0,5-63 40 16,0 23 10-16,2-2 0 0,-2-7-10 15,2-3 14-15,-4-2 11 0,6-3 32 0,1 1 70 0,0-2 39 0,-3 0 28 16,3 2 10-16,-3 3 23 0,3 0-53 15,4 0 121-15,-6 4 54 0,1 6 25 0,6 0 21 0,-3 8 13 16,5-2 11-16,-2 7 14 0,4 2 10 0,-19 28 12 16,39-46-9-16,-39 46-11 0,58-40-6 15,-58 40-22-15,54-31-10 0,-54 31-11 0,58-21-18 0,-58 21-14 16,61-12-14-16,-61 12-7 0,58-4-8 0,-58 4-3 16,0 0-42-16,71 12 43 0,-71-12 1 15,36 22 1-15,-36-22 15 0,27 30 42 0,-27-30 13 16,9 37 2-16,-9-37-5 0,-14 53-9 0,14-53-7 0,-34 55-2 0,10-27-4 15,-6 7-9-15,-4-7-10 0,0 1 10 0,-7 1-19 16,5-4-9-16,2-1-2 0,2-4-16 0,32-21-3 16,-46 37-5-16,46-37-5 0,-37 28-3 0,37-28 0 15,0 0-6-15,-9 40-2 0,9-40-2 0,19 26 8 16,-19-26-1-16,58 30 21 0,-16-14 34 16,11-4 21-16,1 8 11 0,14-6 14 0,0-3-26 0,2 1 31 15,10-2-56-15,-7 0 0 0,0-2-6 16,0 4-5-16,-5-2-32 0,-7-2 25 0,0 1-5 0,-8 4-7 0,-53-13-22 15,80 13-107-15,-80-13-142 0,54 18-139 16,-54-18-154-16,26 23-209 0,-26-23-79 16,-26 37-859-16,26-37-547 0</inkml:trace>
  <inkml:trace contextRef="#ctx0" brushRef="#br0" timeOffset="14754.1">28501 7769 359 0,'0'0'858'0,"17"-28"33"0,-17 28-97 0,0 0-19 0,0 0-85 0,-14-37-109 16,14 37-72-16,0 0-91 0,0 0-78 0,0 0-66 0,0 0-50 0,0 0-47 0,0 0-28 0,0 0-43 0,0 0-12 0,0 0-38 0,0 0 0 15,0 0-17-15,0 0-14 0,0 0 2 0,0 0 7 16,0 0-12-16,-3 58 9 0,3-58-16 0,12 66 9 0,-12-29 27 16,5 7-2-16,0 0-13 0,-5 4 4 0,0 0-15 15,5 3 41-15,-5 0-56 0,0-7 4 0,5 4-11 16,-3-1 1-16,3-2-4 0,5-6-3 0,4 1-2 16,-1-3-12-16,13-8-2 0,1 5 14 0,9-10 5 0,11 0 1 15,11-7 15-15,12-4-2 0,13-5-26 0,12-8-87 16,2-8-178-16,34 2-473 0,-19-6-440 15,24-6-1061-15,-5-3-855 0</inkml:trace>
  <inkml:trace contextRef="#ctx0" brushRef="#br0" timeOffset="24485.95">18590 2883 68 0,'0'0'124'0,"0"0"53"0,-17-29 22 0,17 29 6 0,0 0-16 0,0 0 4 0,-19-37 55 0,19 37 3 0,0 0 4 0,0 0 10 0,-13-30-21 0,13 30-7 0,0 0-14 0,0 0 33 0,0 0-34 0,-17-35-13 16,17 35 15-16,0 0-12 0,0 0-20 0,0 0-23 15,0 0-19-15,0 0-20 0,-24-28-28 0,24 28 2 16,0 0-19-16,0 0-11 0,0 0-20 0,0 0-10 16,0 0-9-16,0 0-3 0,0 0-11 0,0 0-8 0,0 0-3 15,0 0-5-15,0 0-4 0,0 0-2 16,0 0-3-16,0 0 2 0,0 0-8 0,0 0 8 0,0 0 0 16,0 0 26-16,0 0-36 0,0 0 7 15,0 0-7-15,0 0 16 0,0 0-2 0,0 0-4 16,0 0-2-16,61 12 0 0,-61-12 4 0,0 0-1 15,58 12-3-15,-58-12 4 0,0 0 0 0,71 16 1 16,-71-16-35-16,63 11 34 0,-63-11 7 0,78 15 3 16,-78-15-4-16,92 12 0 0,-92-12 4 0,100 10-3 15,-100-10-2-15,111 5 0 0,-52 0 0 0,-59-5 5 16,111 4-4-16,-55-10 3 0,-56 6-2 0,107 4 2 16,-107-4 1-16,95 0-6 0,-95 0 3 0,95-7-1 15,-95 7 1-15,87 7-5 0,-87-7 9 0,83-2-6 16,-83 2 1-16,73-2 0 0,-73 2-1 0,73 0 2 15,-73 0 4-15,68-3 6 0,-68 3 10 0,70 0-2 0,-70 0 4 16,73 0-3-16,-73 0-4 0,0 0-4 0,95-2-3 0,-95 2-6 0,70 2 5 0,-70-2-4 16,66 3-2-1,-66-3-1-15,87 7-5 0,-87-7 2 0,0 0 4 0,88 0-5 16,-88 0 5-16,61 2-9 0,-61-2 6 0,63 4 0 0,-63-4-4 16,65-2 4-16,-65 2-9 15,66 0 8-15,-66 0 6 0,63 0 6 0,-63 0 21 0,71-2 15 0,-71 2-71 16,65 0 75-16,-65 0-6 15,68 0 1-15,-68 0-71 0,71 0 53 0,-71 0-3 16,65-2-4-16,-65 2-8 0,68 0-20 0,-68 0 17 16,68 0-5-16,-68 0 5 0,0 0-9 0,88 2 3 15,-88-2-7-15,0 0 2 0,85-7 2 0,-85 7-3 16,56 4 2-16,-56-4-4 0,58 3-11 0,-58-3 15 16,0 0 0-16,85 2-2 0,-85-2 1 0,0 0 0 15,90 0 2-15,-90 0 1 0,61-4-2 0,-61 4 5 16,0 0 7-16,87 2 13 0,-87-2-1 0,0 0 1 0,88 0-7 15,-88 0 14-15,60 0 38 0,-60 0-76 0,0 0-5 16,85 2 8-16,-85-2-4 0,0 0 7 0,81 0 61 16,-81 0-77-16,0 0 2 0,70 7 4 0,-70-7 0 15,0 0-1-15,68 2 3 0,-68-2 3 0,0 0-5 0,68 2 6 16,-68-2 3-16,0 0 5 0,73 3 3 16,-73-3 33-16,0 0 1 0,73 4-8 0,-73-4 2 0,0 0-8 15,80-2-9-15,-80 2-12 0,0 0 3 0,68 5 6 16,-68-5-12-16,0 0-12 0,63-2 10 0,-63 2 7 0,0 0-9 15,64 0-3-15,-64 0 4 0,0 0 3 16,58 4-8-16,-58-4 3 0,0 0-8 0,63 2 5 16,-63-2 2-16,0 0-2 0,63 2 14 0,-63-2-12 15,0 0-13-15,68 3 6 0,-68-3 50 0,0 0-44 0,66 7-5 16,-66-7 1-16,0 0 0 0,68 0 4 0,-68 0 24 16,0 0-35-16,68 2 10 0,-68-2-2 0,0 0 2 15,70 5 3-15,-70-5-9 0,0 0 7 0,73 2 2 16,-73-2-1-16,0 0-2 0,61 3 0 0,-61-3-3 0,0 0-2 15,58 5 7-15,-58-5-7 0,0 0 31 0,59 6-30 16,-59-6 7-16,0 0-6 0,0 0 3 0,70 6-1 16,-70-6-128-16,0 0 154 0,56 5 2 0,-56-5-10 15,0 0-7-15,58 1-2 0,-58-1 2 0,0 0-7 16,59 7 5-16,-59-7-2 0,0 0-1 0,70 0-5 0,-70 0-1 16,0 0-1-16,71 6 2 0,-71-6-3 0,0 0-5 15,72 5 17-15,-72-5-5 0,0 0-4 0,66 7 1 16,-66-7-1-16,0 0 3 0,61 5-1 0,-61-5 3 15,0 0 12-15,63 0 110 0,-63 0-157 0,0 0 4 16,63 2 8-16,-63-2 2 0,0 0 12 0,63 3 3 16,-63-3 22-16,0 0-3 0,66 0-4 0,-66 0 3 0,0 0-6 15,73 1 8-15,-73-1-17 0,0 0 16 0,65 0-11 16,-65 0 0-16,0 0-3 0,68 0 10 0,-68 0-14 16,0 0 2-16,73 0 7 15,-73 0-8-15,0 0 1 0,73 2-13 0,-73-2 21 0,0 0-16 0,88 3 20 16,-88-3-6-16,0 0-1 15,82 9-5-15,-82-9-3 0,0 0-5 0,81 2 13 0,-81-2-7 0,0 0 5 0,82 3-3 16,-82-3-4-16,0 0 4 0,73 4 40 0,-73-4-53 16,56 3 6-16,-56-3-2 0,61 3 3 0,-61-3 37 15,0 0-40-15,85 1-4 0,-85-1 2 0,0 0 2 16,80 0 12-16,-80 0-7 0,0 0-1 0,80-3-19 0,-80 3 21 16,61-3-6-16,-61 3 13 0,58-5 0 0,-58 5-2 15,58-5-8-15,-58 5 8 0,59-7-35 0,-59 7 20 16,0 0 19-16,70-7 8 15,-70 7-14-15,56-7 6 0,-56 7 73 0,0 0-90 0,54-7 0 0,-54 7 1 16,0 0 7 0,0 0-13-16,58-9-3 0,-58 9 12 0,0 0 2 15,0 0 37-15,0 0-45 0,53-11 5 0,-53 11 14 0,0 0-8 0,0 0-11 0,0 0 7 16,64-7-5-16,-64 7 4 0,0 0 16 0,0 0-6 0,48-7-5 16,-48 7 0-16,0 0-7 15,0 0-3-15,0 0 18 16,56-3-5-16,-56 3 6 0,0 0-15 0,0 0-3 0,0 0 8 0,0 0-5 0,0 0 7 15,63-6 4-15,-63 6-20 0,0 0 16 16,0 0-1-16,0 0 0 0,0 0 153 16,0 0-177-16,59-3 7 0,-59 3-5 0,0 0 15 0,0 0-13 0,0 0 12 0,0 0-2 15,58-11-1 1,-58 11 6-16,0 0-1 0,0 0-8 0,0 0 4 16,0 0 25-16,0 0-8 0,0 0-8 0,0 0 5 0,0 0 10 0,0 0-22 0,0 0 5 15,0 0 9 1,0 0 6-16,0 0-12 0,0 0 5 0,0 0 24 15,0 0 47-15,0 0-63 0,0 0 0 0,0 0 0 16,0 0 7-16,0 0-3 0,0 0-22 0,0 0 22 0,0 0-15 0,0 0-4 0,0 0 13 16,0 0 1-16,0 0-12 15,0 0-5-15,0 0 8 0,0 0-1 16,0 0 12-16,0 0-17 0,0 0-1 0,0 0 3 16,0 0 3-16,0 0-117 0,0 0 150 0,0 0-29 0,0 0-1 15,0 0-1-15,0 0-6 0,0 0-3 0,0 0-13 16,0 0 17-16,0 0-23 0,0 0-3 0,0 0-5 15,0 0 3-15,0 0-17 0,0 0 3 0,0 0-20 16,0 0 4-16,0 0-6 0,0 0-15 16,0 0 16-16,0 0-9 0,0 0-12 0,0 0-6 0,0 0 5 15,0 0-32-15,0 0-11 0,0 0-18 0,0 0-21 16,0 0-25-16,0 0-37 0,0 0-50 0,0 0-63 16,0 0-65-16,0 0-37 0,0 0 5 0,0 0 12 0,0 0 58 15,0 0 22-15,0 0-165 0,-27 30-233 0,27-30-62 16</inkml:trace>
  <inkml:trace contextRef="#ctx0" brushRef="#br0" timeOffset="29609.48">1759 3741 26 0,'0'0'207'0,"0"0"35"0,0 0 60 0,0 0-22 0,0 0 17 0,0 0-9 0,0 0-27 0,-54-9-66 0,54 9 12 15,0 0-14-15,0 0-21 0,0 0-15 0,0 0-32 0,0 0-34 0,0 0-2 0,0 0-9 0,0 0-3 0,0 0-45 0,0 0 13 0,0 0 20 16,0 0-41-16,0 0-12 0,0 0 16 0,0 0 4 15,0 0-2-15,0 0-4 0,0 0-2 0,0 0 1 16,0 0-7-16,0 0-10 16,0 0-7-16,0 0 11 15,0 0-12-15,0 0-4 0,0 0 18 0,0 0-21 16,0 0 2-16,0 0 7 0,0 0 38 0,49 21 65 16,-49-21-17-16,46 11 2 0,-46-11-3 0,66 16-12 15,-66-16 8-15,77 14-9 0,-77-14 12 0,95 15-1 16,-41-9-12-16,2 0-6 0,2 1 1 0,3-1-13 0,-1-1-15 15,6-2-1-15,2 0-12 0,-5-1-2 0,8 2-1 16,-1-1 2-16,1-3-1 0,-3 3-2 0,-3-3 0 16,3 0 25-16,0 0-12 0,0 8 52 0,3-10 8 15,-1 2-17-15,1-1-15 0,2-2-9 0,0 3-9 16,-3-2-11-16,5 2 1 0,-2 0-9 16,-2-3-5-16,-3 0 1 0,2 3-5 0,1-4-6 0,-3 4 8 15,-3-2-3-15,1 2-4 0,-8-1-1 0,-58 1 0 16,119-4-16-16,-119 4 4 0,114 2 46 0,-114-2 54 0,110 0-10 15,-110 0-18-15,99 0-20 0,-99 0-13 0,90 5 7 16,-90-5-6-16,88 0-6 0,-88 0-12 0,82 5-5 16,-82-5 6-16,85 2-7 0,-85-2-8 0,90 8 34 15,-90-8 43-15,98 7-4 0,-98-7-17 0,94 8-7 16,-94-8-16-16,97 4 7 0,-97-4-32 0,100 6 9 16,-100-6-2-16,92 5-7 0,-92-5-3 0,103 3-10 15,-103-3 154-15,99 3-172 0,-99-3-12 0,97 2 5 16,-97-2 7-16,90 2 19 0,-90-2-14 0,93 2 16 0,-93-2-4 15,89-2 6-15,-89 2-24 0,98 0 95 16,-98 0-11-16,107-4-23 0,-107 4 28 0,104-3-49 0,-104 3-14 16,114-3 2-16,-58-2 45 0,-56 5-42 0,112-3-11 0,-112 3-4 15,107-5-8-15,-107 5 22 0,104-4-6 16,-104 4-7-16,100-5-3 0,-100 5 2 0,95-1 1 0,-95 1-7 16,92-4 8-16,-92 4 3 0,80 0-12 15,-80 0 12-15,102-2 5 0,-102 2 4 0,78-1-32 0,-78 1 13 16,95-5 12-16,-95 5-5 0,102-6-5 0,-102 6 10 0,102-6 16 15,-102 6-20-15,107-10-10 0,-107 10 15 16,99-6 49-16,-99 6-68 0,100-5-4 0,-100 5 1 16,87-2-3-16,-87 2 17 0,90-1 12 0,-90 1 20 0,81 0-37 15,-81 0 5-15,89 0-6 0,-89 0-12 0,78 0 15 16,-78 0 13-16,85-4-25 0,-85 4 7 0,97 0 17 16,-97 0-31-16,103 0 36 0,-103 0-14 0,109 0 13 15,-109 0-26-15,112 0 6 0,-112 0 11 0,109 0 3 16,-109 0-4-16,102 0 8 0,-102 0-6 15,100 0 41-15,-100 0-63 0,97 4 3 0,-97-4 8 0,92-4 2 0,-92 4-9 16,90 0-117-16,-90 0 162 16,83 4-19-16,-83-4 3 0,85 0-20 0,-85 0 149 0,73 0-170 0,-73 0 101 15,92 0-105-15,-92 0 15 0,92 0-12 0,-92 0 20 16,95-4 0-16,-95 4 6 0,90 4-14 0,-90-4-1 16,87-4-1-16,-87 4 14 0,78 0-8 0,-78 0 66 0,76 0-76 15,-76 0 5-15,70 0 0 0,-70 0-9 0,66-2 23 16,-66 2 9-16,58-1-7 0,-58 1-3 15,0 0 14-15,75 1-11 0,-75-1-2 16,0 0 11-16,0 0-26 0,68 2 5 0,-68-2 9 0,0 0 6 0,51 7-3 16,-51-7-8-16,0 0 9 0,0 0-13 0,73 4 34 15,-73-4-35-15,0 0 9 0,54 7 10 0,-54-7-11 0,0 0 8 16,70 9 4-16,-70-9-4 16,0 0-11-16,63 10-6 0,-63-10-3 15,61 8 24-15,-61-8-73 0,73 12 126 0,-73-12-49 0,73 8 7 0,-73-8-21 0,75 10-23 16,-75-10 29-16,75 8-5 0,-75-8 1 0,81 9-10 15,-81-9 13-15,77 7-8 0,-77-7 61 0,73 6-60 0,-73-6 19 16,66 8-24-16,-66-8 8 0,65 7-1 16,-65-7-2-16,56 8 8 0,-56-8-18 15,0 0 3-15,68 7-3 16,-68-7 28-16,0 0-3 0,51 6 5 0,-51-6-20 0,0 0-16 0,0 0 35 16,0 0-24-16,54 13 14 0,-54-13 3 15,0 0-9-15,0 0 43 0,0 0-54 0,0 0 0 0,61-9 23 0,-61 9-38 0,0 0 20 16,0 0 14-16,53 7-2 0,-53-7-1 0,0 0 3 15,0 0-29-15,58 1 23 0,-58-1-21 0,0 0 9 0,54 6 7 16,-54-6-2-16,53 7 17 0,-53-7 7 0,0 0-22 31,0 0 4-31,56 7-6 0,-56-7 5 0,0 0 8 16,0 0 0-16,0 0 78 0,63 5-106 0,-63-5 1 16,0 0 17-16,0 0-25 0,0 0 33 0,0 0 2 15,0 0-20-15,68 0-2 0,-68 0 12 0,0 0 11 16,0 0-1-16,0 0-7 0,0 0-2 0,0 0-3 15,66-1-7-15,-66 1 9 0,0 0 9 0,0 0-2 16,0 0-6-16,0 0-7 0,0 0 9 0,66 0-18 0,-66 0 27 16,0 0-6-16,0 0 15 0,0 0-30 0,0 0 23 15,0 0-8-15,0 0-5 0,0 0-1 0,0 0-8 0,65 0-2 0,-65 0 12 0,0 0-1 16,0 0-9 0,0 0 5-16,0 0 23 0,66-2-22 0,-66 2 10 15,0 0 20-15,0 0-21 0,58 3 6 0,-58-3-15 16,0 0-2-16,0 0 13 0,61 3-17 0,-61-3 26 15,0 0-3-15,0 0-27 0,0 0 3 0,56 8 30 16,-56-8-28-16,0 0 21 0,0 0-19 0,0 0 2 16,0 0-2-16,51 7 12 0,-51-7-2 0,0 0 16 15,0 0-10-15,0 0-13 0,0 0 0 0,56 11-4 16,-56-11 20-16,0 0-15 0,0 0 8 0,0 0-8 0,0 0 121 16,46 12-150-16,-46-12 23 0,0 0 4 0,0 0-9 15,0 0-5-15,0 0 9 0,0 0 4 0,0 0-35 16,39 22 55-16,-39-22-17 0,0 0 2 0,0 0-1 15,36 17-11-15,-36-17 12 0,0 0 17 0,0 0-4 0,51 18-27 16,-51-18-9-16,0 0-56 0,42 13 14 16,-42-13 15-16,0 0 14 0,53 12-10 0,-53-12 9 15,0 0 19-15,53 13-9 0,-53-13 12 0,0 0-6 0,51 13-1 16,-51-13 38-16,0 0-15 0,61 12 1 0,-61-12 2 16,0 0 149-16,56 8-165 0,-56-8-14 0,0 0-1 15,58 3 17-15,-58-3-21 0,0 0 16 0,59 4 11 16,-59-4 5-16,0 0-1 0,70 1 2 0,-70-1-5 15,0 0-12-15,68-1 21 0,-68 1 1 0,0 0 5 0,0 0-49 16,68-4 42-16,-68 4 4 16,0 0-5-16,0 0-10 0,0 0 12 0,0 0 57 0,61-2 21 15,-61 2-9-15,0 0-9 0,0 0-17 0,0 0-1 0,0 0 101 16,0 0-114-16,0 0-22 0,0 0-33 16,0 0-23-16,0 0-39 0,0 0-122 0,0 0-148 15,0 0-159-15,0 0-252 0,0 0-100 0,-49 42-260 0,49-42-303 16,-58 25-456-16</inkml:trace>
  <inkml:trace contextRef="#ctx0" brushRef="#br0" timeOffset="33604.16">18945 10171 33 0,'0'0'35'0,"0"0"-5"0,-66-2-7 0,66 2-3 0,0 0-5 0,-53 14-10 0,53-14-7 0,0 0-53 0,-56 20 19 0</inkml:trace>
  <inkml:trace contextRef="#ctx0" brushRef="#br0" timeOffset="34381.11">18617 10261 38 0,'-44'-16'128'15,"44"16"46"-15,0 0 22 16,0 0 17-16,0 0-12 0,0 0-7 0,-53-12 24 16,53 12 4-16,0 0-4 0,0 0 0 0,0 0-4 0,0 0-19 0,0 0-20 0,0 0-21 15,-54-9-15-15,54 9 1 0,0 0-18 0,0 0-1 16,0 0-15-16,0 0-9 16,0 0-13-16,0 0 34 0,0 0-67 0,0 0-9 0,0 0 4 0,0 0 36 15,0 0 37-15,0 0 20 0,0 0-5 16,61 0 6-16,-61 0-9 0,0 0-18 0,83 3-22 0,-83-3-10 0,68-3 11 15,-68 3-14-15,70 0-14 0,-70 0-6 16,75 0-11-16,-75 0-5 16,73-2-10-16,-73 2-7 0,71 7-3 0,-71-7-3 15,73-8-2-15,-73 8-6 0,65-8-1 0,-65 8-1 16,59-9 1-16,-59 9-9 0,51-10 9 0,-51 10 1 16,0 0 2-16,58-8-7 0,-58 8-10 0,0 0 44 15,0 0-30-15,0 0 7 0,46-12 3 16,-46 12 3-16,0 0 54 0,0 0 3 0,0 0 14 0,0 0-7 15,0 0-16-15,0 0-19 0,0 0-15 0,-63-14-8 16,63 14-6-16,-63 0-6 0,63 0-2 0,-68 0-7 0,68 0-1 16,-73 3 4-16,73-3-3 0,-85 11-3 15,85-11 16-15,-76 12-20 0,76-12-4 0,-94 15 0 16,94-15 16-16,-90 15-85 0,39-7 86 0,51-8-9 0,-90 16 6 16,90-16-3-16,-78 11-1 0,78-11 0 0,-63 10 5 15,63-10 8-15,0 0-19 0,-56 7 17 0,56-7 16 0,0 0-19 16,0 0-16-16,0 0 0 0,0 0-4 15,0 0-3-15,0 0 0 0,0 0-7 0,0 0-1 16,0 0 10-16,0 0-2 0,0 0 1 0,0 0 5 0,68-32-2 16,-68 32 1-16,85-20 12 0,-85 20-14 0,90-18 3 15,-90 18-1-15,85-22 1 0,-85 22-1 16,90-18-54-16,-90 18 67 0,90-15-3 0,-90 15 0 0,78-15-3 16,-78 15-3-16,65-8 5 0,-65 8-6 0,0 0 3 15,61-11 3-15,-61 11-1 0,0 0 36 0,0 0-38 16,0 0-2-16,0 0 8 0,0 0 0 0,0 0-8 15,0 0-1-15,0 0-5 0,0 0 1 0,-37 26 2 16,37-26-1-16,-70 33 2 0,21-13-4 0,-9-5 0 16,-3 9-8-16,-4 0 0 0,2 2-7 0,-5 1-8 15,-1-3 9-15,6 0 1 0,-14-4 2 0,33-4 9 0,44-16-2 16,-68 25-3-16,68-25-26 0,-46 21-1 0,46-21-5 16,0 0-23-16,0 0 3 0,0 0 11 0,0 0 10 15,0 0 7-15,0 0-27 0,48-23-67 0,-6 7-88 16,6-2-124-16,3 1-154 0,-2-1-102 15,-1-5-14-15,-4 6-83 0,2 2-358 0,-46 15-246 0</inkml:trace>
  <inkml:trace contextRef="#ctx0" brushRef="#br0" timeOffset="35827.39">16933 10316 259 0,'-95'1'545'0,"95"-1"20"0,-73 0-31 0,73 0-65 0,-70 2-61 0,70-2-28 0,-68 4-48 0,68-4-65 0,-68 1-51 0,68-1-40 0,-61 6-38 0,61-6-27 0,0 0-18 16,-63 5-41-16,63-5 1 0,0 0-18 0,0 0-19 0,0 0-7 16,0 0-10-16,0 0-9 0,0 0-7 15,0 0 9-15,0 0 1 0,0 0 2 0,0 0-11 16,0 0 16-16,0 0 8 0,0 0-1 0,85 0-7 15,-85 0-25-15,78-11 31 0,-78 11 2 0,80-10-2 0,-80 10 2 16,68-12-3-16,-68 12 4 0,87-13 10 0,-87 13-17 16,83-12-5-16,-83 12-15 0,78-9 20 0,-78 9 0 15,63-7 3-15,-63 7-4 0,53-7 3 0,-53 7 0 16,0 0 4-16,0 0 18 0,63-5 42 0,-63 5 44 16,0 0 37-16,0 0 29 0,0 0 22 0,0 0 15 0,0 0-41 15,0 0-43-15,0 0-16 0,0 0-95 16,-82-4 61-16,82 4-17 0,-75 6-6 0,75-6-19 15,-100 6 3-15,44 0-16 0,0-3 2 0,-2 4-18 16,-5-3 10-16,7 5-6 0,-5-8 0 0,5 5 9 0,3-1-4 16,53-5 5-16,-97 7 25 0,97-7-36 0,-81 11 5 15,81-11 9-15,-56 5-3 0,56-5-1 16,0 0-17-16,0 0-3 0,-55 3-7 0,55-3-6 0,0 0 0 16,0 0 0-16,0 0 2 0,0 0-2 0,0 0 9 15,0 0-10-15,68-5 4 0,-68 5 11 0,72-5 15 16,-72 5-25-16,86-7-3 0,-86 7 8 0,94-7-7 0,-94 7 27 15,88-6-28-15,-88 6 4 0,92-5 0 0,-92 5-6 16,95-3 11-16,-95 3 2 0,82-7-6 16,-82 7-2-16,81-2 12 0,-81 2-14 0,73-2 3 0,-73 2-11 15,0 0 7-15,85-1-7 0,-85 1 2 16,0 0 6-16,0 0 11 0,63 0 1 0,-63 0 2 16,0 0 0-16,0 0-106 0,0 0 134 0,0 0 14 0,0 0 11 0,0 0-10 15,0 0-36-15,0 0 38 0,0 0-21 16,0 0-14-16,-63-3-7 0,63 3 4 0,-61 2-1 15,61-2-10-15,-73 2-2 0,73-2 7 0,-85 11-12 0,85-11 7 16,-97 12-4-16,43-3-2 0,1 1 8 16,2 0-8-16,0 3 5 0,-3-1 4 0,6 5-7 0,-1-5-7 15,49-12 14-15,-78 21-9 0,78-21 1 0,-58 16-1 16,58-16 1-16,0 0-11 0,-53 14-7 0,53-14-22 16,0 0-21-16,0 0 15 0,0 0 4 15,0 0 27-15,0 0-5 0,31 23 3 0,-31-23 2 0,71-2 9 0,-71 2 1 16,97-12-10-16,-41 6 16 0,4-9 2 0,4 6-2 15,-4-2 2-15,6-1 0 0,-3 3 0 0,3-6 4 0,-8 0-5 16,0 8-2-16,1-5-1 0,-6 3 6 16,-2-3 0-16,-51 12-2 0,80-15 5 15,-80 15 24-15,56-13 55 0,-56 13-97 0,0 0-63 0,54-12 89 16,-54 12 2-16,0 0 23 0,0 0 24 0,0 0 5 0,0 0 12 16,0 0-10-16,0 0-24 0,0 0-18 15,0 0-24-15,-71-12 18 0,71 12 10 16,-80 2-19-16,80-2 9 0,-104 9-5 0,43-2-6 0,-5-1-6 0,-4 2-12 15,-1 1 7-15,-4-2 1 0,5 5 12 0,-1-2-6 16,3-2-7-16,5 3-9 0,2-5 8 0,61-6 8 0,-107 13-6 16,107-13-6-16,-78 9 12 15,78-9-6-15,-55 7-6 0,55-7 3 0,0 0-17 16,0 0-7-16,-59 2-11 0,59-2-17 0,0 0-17 16,0 0 58-16,0 0-30 0,0 0 9 0,0 0 7 0,76-13 10 15,-76 13 3-15,87-12-1 0,-36 6 7 0,7 0-2 16,-2-5 2-16,7 3 3 0,3-2 0 15,0 0-1-15,-1 2 4 0,-4 0-2 0,-3-1 3 0,5 1 1 16,-9 0-2-16,-54 8 10 0,92-14 0 0,-92 14-10 16,76-11-39-16,-76 11-65 0,53-7-51 15,-53 7-74-15,0 0-82 0,0 0-96 0,63-7-171 16,-63 7-140-16,0 0-157 0,0 0-378 0,-19-29-393 0</inkml:trace>
  <inkml:trace contextRef="#ctx0" brushRef="#br0" timeOffset="36806.87">14503 9771 168 0,'0'0'873'0,"-41"-31"45"0,41 31-90 0,0 0-29 0,-44-22-62 0,44 22-129 0,0 0-62 0,0 0-79 0,-41-21-76 0,41 21-69 0,0 0-69 0,0 0-3 0,0 0-86 0,0 0-28 16,0 0-36-16,0 0-35 0,0 0-12 0,0 0-26 16,0 0-15-16,0 0-19 0,0 0 34 0,-32 36-22 15,32-36-1-15,-12 49 1 0,12-49 4 0,-12 62 0 0,0-25-9 16,-8 7 2-16,20-44 3 0,-22 62-11 15,10-22 6-15,0 0-3 0,5-4 13 0,-5-1-8 16,0-2 3-16,12-33-9 0,-20 58 6 0,20-58 4 16,-14 46-9-16,14-46 44 0,0 0-50 0,-17 41 8 0,17-41-14 0,0 0 21 15,0 0-6-15,0 0 7 0,0 0-5 16,0 0-19-16,0 0-12 0,0 0 5 0,0 0 4 0,0 0-16 16,0 0-21-16,12-50 1 0,-12 50 2 15,12-60 9-15,-2 27 6 0,-1-5 1 0,11 1 19 0,-13-5-1 16,0 0 4-16,5 3 4 15,3-7-3-15,-5 3 9 0,-1 1 4 0,-11 1 33 0,14-1 1 16,3 1-5-16,-3 3-4 0,2 0-14 0,1-1 7 16,0 3-5-16,-3 2-5 0,5-2-10 0,-3 1 6 0,-14 35-2 0,30-66-5 15,-9 33 19-15,-1 0-10 0,2 3-6 0,-3-4-137 16,5 5 177-16,1-1-13 0,-3 4 9 16,-22 26-5-16,46-49 8 0,-46 49 9 0,31-38-2 0,-31 38-6 15,27-28 11-15,-27 28-27 0,0 0 1 16,24-23-2-16,-24 23 4 0,0 0-7 0,0 0-7 15,0 0-1-15,0 0-15 0,0 0 0 0,0 0-11 0,0 0 5 16,0 0-5-16,0 0 11 0,0 0-8 16,0 0 20-16,59 20-11 0,-59-20 0 15,29 37 7-15,-29-37-3 0,39 42 7 0,-39-42-3 0,56 53-2 0,-37-24 14 16,-4 2-14-16,4-1-2 0,-2 5-1 16,5 1 8-16,-5 4 13 0,2-2 48 0,1-1-43 15,-1 4-4-15,-2-3-26 0,3 1 38 0,-1-1-37 0,-2-2-3 0,-2 11 2 16,-15-47 3-16,24 49-1 0,-24-49 8 15,22 60 7-15,-22-60-6 0,15 53-6 0,-15-53 10 16,9 46-8-16,-9-46 4 0,5 41-81 16,-5-41-61-16,0 0-61 0,-2 44-91 0,2-44-139 0,0 0-111 0,-25 49-196 0,25-49-113 15,-39 14-8-15,39-14-736 16,-53 17-514-16</inkml:trace>
  <inkml:trace contextRef="#ctx0" brushRef="#br0" timeOffset="37018.76">14294 9897 129 0,'-78'-3'603'0,"78"3"142"0,-55-4-5 0,55 4-94 16,0 0-26-16,0 0-114 0,-51-16-101 0,51 16-86 0,0 0-70 0,0 0-52 0,19-41-37 0,-19 41-29 0,63-35-25 0,-17 17-23 0,10-3-21 0,7-3-9 0,1 4-3 15,1 6-53-15,1-4 45 0,-3 6-14 16,0 0-8-16,-2 1-5 0,-3 5-28 0,-58 6-92 0,97 0-92 15,-97 0-92-15,85 17-110 0,-85-17-109 0,64 29-61 16,-64-29 1-16,31 39 14 0,-31-39-563 0,5 61-307 16</inkml:trace>
  <inkml:trace contextRef="#ctx0" brushRef="#br0" timeOffset="37937.19">14032 10842 22 0,'0'0'549'0,"0"0"103"0,0 0-40 16,0 0-117-16,0 0-109 0,0 0-25 0,0 0 34 0,0 0 2 0,0 0-32 15,82-9-40-15,-82 9-31 0,93-18-48 16,-37 5-26-16,2 1-27 0,15-3-16 0,-12 7-17 0,7-10-21 15,0 3-25-15,0 3-19 0,-3-2-19 0,3 3-7 16,-5-1-24-16,1 1-13 0,-11 3 3 0,1-3-16 0,-54 11-49 16,92-14 68-16,-92 14-15 0,75-12 12 0,-75 12-26 15,0 0 10-15,66-11-68 0,-66 11 84 16,0 0-16-16,0 0 25 0,0 0-17 0,51-7 4 16,-51 7-3-16,0 0-8 0,0 0-5 15,0 0-20-15,0 0-14 0,-83-7 27 0,83 7 6 16,-68 2-14-16,68-2 1 0,-85 5 0 0,85-5 5 0,-95 3-12 0,95-3 9 15,-97 9-9-15,97-9 6 0,-107 6-3 0,107-6-1 16,-102 12 1-16,102-12 15 16,-99 8 115-16,99-8-163 0,-85 6 15 0,85-6-2 0,-76 7 11 15,76-7 12-15,0 0 155 0,-65 4-185 0,65-4-18 0,0 0 9 0,0 0-1 16,0 0 6-16,0 0-13 0,0 0 42 0,0 0-24 16,0 0 4-16,0 0 12 0,0 0 4 15,0 0-10-15,80 8 16 0,-80-8 1 0,82-7 1 16,-82 7 1-16,93-12-10 0,-40 5 10 0,-2-5 0 0,-2 2 5 15,2 2-5-15,2-4-11 0,-2 2 12 0,-51 10 4 0,90-19-5 16,-90 19 4-16,78-19-1 16,-78 19 1-16,58-14 1 0,-58 14-9 0,0 0 17 0,51-13 2 0,-51 13 169 15,0 0-177-15,0 0 10 0,0 0 24 0,0 0-12 16,0 0-15-16,0 0 8 0,0 0 38 0,-22-25-61 16,22 25 1-16,0 0-1 0,-85 0 2 15,85 0 4-15,-75 9-11 0,75-9-11 0,-87 18 9 0,38-8-2 16,-2 1-12-16,-5 1-19 0,0 3 22 15,-7 0-1-15,0 3-6 0,-3 0 0 0,1 3-1 16,-1 0-7-16,5 1-3 0,3-5 18 0,5 2-2 16,9-4-1-16,44-15-55 0,-68 21 73 0,68-21-11 15,-46 17-19-15,46-17-5 0,0 0-104 0,0 0 128 0,-27 22 6 0,27-22 9 16,0 0-2 0,0 0 4-16,83-2 42 0,-83 2-52 0,92-12 5 0,-41 1 3 0,7-1-3 0,5-1-7 15,1-2 14-15,4-1-2 0,0-2 2 0,2 0 6 0,1 2-1 16,-3-3 4-16,-3 1-7 0,-2 2 1 0,-4 1-3 15,-3 0 5-15,-8 1-12 0,-4 3 4 16,-44 11 3-16,70-12-2 16,-70 12 1-16,47-12 2 0,-47 12 7 0,0 0 3 0,0 0 11 15,0 0-9-15,51-14-7 0,-51 14 25 0,0 0-44 16,0 0 17-16,0 0-4 0,-61 19-2 0,61-19 31 16,-66 27-38-16,22-13 0 0,1 2-3 0,-8 1 7 15,-5 1 2-15,0 2-13 0,-7 3 13 0,-3-1 3 16,3-4 0-16,2 3-1 0,3-3 0 0,7-4-7 15,51-14 10-15,-78 23 1 0,78-23-10 0,-39 16-4 16,39-16-11-16,0 0 8 0,0 0 44 0,0 0 160 16,0 0-288-16,80-11 148 0,-19-5-5 0,7-4-3 15,15-2-19-15,4-3 18 0,3 1-53 0,0 2-239 16,7 3-405-16,-19 12-462 0,5-9-896 0,-13 3-659 16</inkml:trace>
  <inkml:trace contextRef="#ctx0" brushRef="#br0" timeOffset="40401.17">15081 2852 159 0,'0'0'784'0,"0"0"33"0,-55-8-108 0,55 8-60 0,0 0-74 0,0 0 12 16,0 0-70-16,0 0-58 0,0 0-90 0,0 0-73 0,0 0-62 0,0 0-41 0,0 0-51 0,0 0-29 0,0 0-29 0,0 0-21 0,0 0-22 15,0 0-34-15,0 0 20 0,24 39 1 0,-24-39-6 0,53 49-1 16,-19-16 9-16,8 5 6 0,1 4-16 0,8 0 2 16,0 1 1-16,8 4-11 0,1 1-4 15,1-2-5-15,7 1 3 0,0 1 3 0,3-5 34 0,2 2-33 16,0-7-10-16,-1 1-10 0,4-9 16 0,-6-4-7 0,-2 1 14 15,-2-9 4-15,2-6-19 0,0-3 6 16,-5-6 19-16,3-3-7 0,-66 0 5 0,109-12-5 0,-51-2-4 16,-2-1 12-16,-2-7 18 0,-6-1 15 15,-2-4-6-15,-7-1 8 0,-5-2 25 0,-2-1 35 16,-5 0-3-16,-8-1 26 0,-19 32 29 0,27-58 36 16,-27 58 34-16,2-51 20 0,-2 51 5 0,-14-55 1 0,14 55-5 15,-34-37-32-15,34 37-47 0,-76-20 51 0,16 20-162 0,-18 7-23 16,-24 18-18-16,-22 13-25 0,-27 18-159 15,-29 20-216-15,-29 11-165 0,-21 20-244 16,-21 13-494-16,-33 18-223 0,0-7-852 0,-8 2-949 16</inkml:trace>
  <inkml:trace contextRef="#ctx0" brushRef="#br0" timeOffset="43827.81">20075 1775 111 0,'0'0'491'0,"0"0"75"0,0 0 19 0,0 0-82 0,0 0-88 0,0 0-13 0,0 0-46 0,0 0-63 0,0 0-58 0,0 0-44 0,0 0-43 0,-29-27-25 0,29 27-3 16,0 0-46-16,0 0-13 0,-61-3-10 15,61 3-14-15,0 0-4 0,0 0-7 0,-61-2-5 0,61 2 8 0,0 0 13 16,0 0 23-16,-70 5-5 0,70-5-8 0,0 0-1 16,-64 2 4-1,64-2 9-15,0 0-21 0,-70 3 15 0,70-3-13 0,-58 6-10 0,58-6-5 16,-66 7-5-16,66-7-10 15,-73 7 0-15,73-7-7 0,-78 10 1 0,78-10-6 16,-82 12 1-16,82-12 2 0,-80 12-3 0,80-12 4 0,-85-4 4 16,85 4 2-16,-76 14 11 0,76-14 2 0,-70 14 2 15,70-14 1-15,-73 12 1 0,73-12-6 0,-71 20-4 16,71-20-3-16,-75 10-2 0,75-10 7 0,-68 10-14 16,68-10 0-16,-73 12 0 0,73-12-1 0,-68 12 0 15,68-12-5-15,-70 18 0 0,70-18 1 0,-66 11 16 16,66-11-70-16,-58 12 60 0,58-12-2 0,-54 12 2 15,54-12-18-15,0 0 7 0,-58 13 24 0,58-13 4 16,0 0-1-16,-51 12-2 0,51-12-2 0,0 0-1 0,0 0-8 16,0 0-4-16,-46 9 7 0,46-9-9 0,0 0 2 15,0 0-3-15,0 0 0 0,0 0-3 16,0 0 5-16,0 0-10 0,0 0 4 0,0 0-6 16,0 0 4-16,0 0-4 0,0 0 5 0,0 0-5 15,0 0-13-15,0 0 11 0,-42 17 11 0,42-17-7 16,0 0 6-16,0 0-2 0,-29 28 3 0,29-28-4 0,0 0-5 15,-31 23 5-15,31-23-4 0,0 0-1 16,-25 29-3-16,25-29 7 0,0 0-1 0,-19 30-3 16,19-30-12-16,0 0 16 0,-12 37 0 0,12-37-4 0,-7 35 1 15,7-35 2-15,2 40-1 0,-2-40-1 16,-12 43 2-16,12-43-1 0,12 46 3 0,-12-46 0 0,7 52-10 16,-7-52 10-16,12 56 5 0,-12-56-4 0,15 52-3 15,-15-52 2-15,10 45 0 0,-10-45 2 0,17 41-4 16,-17-41 2-16,17 39-1 0,-17-39 8 0,14 31-8 0,-14-31-1 15,0 0-1-15,27 40-2 0,-27-40 3 0,0 0-4 16,27 29 4-16,-27-29 2 0,0 0-1 16,26 25 2-16,-26-25-2 0,0 0 0 0,0 0 1 0,34 29 1 15,-34-29-2-15,0 0-2 0,42 14 2 0,-42-14 0 16,0 0-1-16,48 12 5 0,-48-12-1 0,0 0-18 16,64 7 19-16,-64-7 0 0,0 0 1 0,82 0 4 0,-82 0-4 15,63-2-2-15,-63 2-4 0,68-2 2 0,-68 2 0 16,73-3 3-16,-73 3 2 0,76-2-4 15,-76 2-4-15,77-12-67 0,-77 12 83 0,78 7-4 0,-78-7-3 16,83-2 2-16,-83 2-3 0,85 0 4 16,-85 0-8-16,90-4 23 0,-90 4-28 0,90-1 1 0,-90 1 6 0,94-4-7 15,-94 4 4-15,90 0 3 0,-90 0 2 16,93-2-7-16,-93 2 2 0,87-1 0 0,-87 1 2 0,88-4-4 16,-88 4 0-16,94-1 3 0,-94 1 0 0,80 3-1 15,-80-3 0-15,73-7 3 0,-73 7 13 16,76-3-20-16,-76 3 1 0,70-4 1 0,-70 4 1 15,85-4 1-15,-85 4 3 0,68-2-3 0,-68 2-6 16,68-5 12-16,-68 5-4 0,71-3 1 0,-71 3 4 0,68-9-3 16,-68 9-6-16,58-3 3 0,-58 3-1 15,0 0 0-15,95 0 1 0,-95 0 2 0,0 0-9 16,68-4 7-16,-68 4-1 0,0 0-4 0,63-4 8 16,-63 4-4-16,0 0-21 0,68-7 20 0,-68 7 10 0,0 0-8 15,75-3-1-15,-75 3-2 0,0 0 4 0,85-15 1 0,-85 15-5 0,68 0 2 16,-68 0 2-1,73-1 12-15,-73 1-19 0,78-2 5 0,-78 2-4 0,85-5-1 0,-85 5 0 0,83-4 18 16,-83 4-14-16,70 0-4 0,-9 0 5 0,-61 0-1 16,80 0 1-16,-80 0-3 15,78 4 0-15,-78-4 0 0,75 0 6 16,-75 0-6-16,73 0 7 0,-73 0-3 0,71 0-1 16,-71 0-1-16,70 0 3 0,-70 0 1 0,68 0-1 0,-68 0-2 0,61 0 16 15,-61 0-21-15,65 0 1 0,-65 0-1 0,0 0 7 16,83 1-2-16,-83-1 1 0,61 4-1 0,-61-4 1 0,0 0-1 0,90 0-51 15,-90 0 64-15,0 0-2 16,87 0 3-16,-87 0-29 0,0 0 30 0,85 2 4 0,-85-2-16 0,0 0 0 16,90 1 12-16,-90-1-10 0,63 2-1 15,-63-2 11-15,0 0-12 16,90 0 0-16,-90 0-3 0,61 1-1 0,-61-1-2 16,61 1 1-16,-61-1 2 0,56 6-1 0,-56-6 1 15,0 0 1-15,77 3-4 0,-77-3 0 0,0 0 8 0,76 3-5 0,-76-3-5 16,0 0 2-16,73 7 6 0,-73-7 2 15,0 0-5-15,80 6 0 0,-80-6 13 0,58-4-15 0,-58 4 0 0,63 8-4 0,-63-8 9 16,61 3 29 0,-61-3-92-16,68 9 64 0,-68-9 2 0,70 7-4 15,-70-7-9-15,66 3 2 0,-66-3 13 0,68-2-3 16,-68 2-1-16,63 6 2 0,-63-6-6 0,56 7 2 16,-56-7-2-16,63 0 0 0,-63 0 1 0,0 0-1 15,68 9-2-15,-68-9 8 0,0 0-8 0,66 7 2 16,-66-7 2-16,0 0 7 0,56 5 12 0,-56-5-27 15,0 0-1-15,65 4 7 0,-65-4-4 0,0 0 2 0,69 3 6 16,-69-3-6-16,0 0 0 0,0 0 6 0,72 2-8 16,-72-2 2-16,0 0 4 0,66 5 0 0,-66-5-5 15,0 0-57-15,66 4 78 0,-66-4-10 0,0 0-2 0,63 0-4 16,-63 0 9-16,0 0-7 0,70 3 6 16,-70-3-5-16,0 0-2 0,66 3-1 0,-66-3-2 0,0 0 3 15,61 1 0-15,-61-1-1 0,0 0-1 0,0 0 1 16,0 0-2-16,75-1 2 0,-75 1-2 0,0 0-3 15,0 0 6-15,51 6-3 0,-51-6 1 0,0 0-2 0,0 0 1 16,0 0 5-16,0 0-4 0,53 7-70 0,-53-7 84 16,0 0-3-16,0 0-7 0,0 0 9 0,0 0-28 15,0 0 19-15,0 0 2 0,0 0 2 0,0 0-2 16,0 0 3-16,0 0-4 0,0 0-2 16,0 0 2-16,0 0-2 0,0 0-3 0,0 0 9 0,0 0-10 0,0 0 0 15,0 0 4-15,0 0 2 16,0 0-8-16,0 0-1 0,0 0 1 0,0 0-1 0,0 0 0 15,0 0 31-15,0 0-43 0,0 0 2 0,0 0 3 0,54 7 1 16,-54-7 0-16,0 0-1 16,0 0 5-16,0 0-3 0,0 0 2 0,0 0 7 0,0 0-4 0,0 0 5 15,0 0-2-15,41 15-1 0,-41-15 2 16,0 0 2-16,0 0-1 0,0 0 0 0,68 5 3 16,-68-5-3-16,0 0 3 0,76-2 4 0,-76 2-10 0,0 0 4 15,68-3 1-15,-68 3-3 0,0 0 0 0,68-6 3 16,-68 6-1-16,0 0-6 15,63-2 8-15,-63 2-6 0,0 0-3 0,0 0 4 0,75-7-1 0,-75 7 1 0,0 0-3 16,0 0 2-16,68-14 5 16,-68 14-4-16,0 0 0 0,63 0 0 0,-63 0 5 15,0 0-3-15,73-3-2 0,-73 3 4 0,0 0-2 16,83-6-2-16,-83 6 2 0,56-7-2 0,-56 7 0 0,58-7 5 16,-58 7-7-16,0 0 5 0,70-8-1 0,-70 8-4 15,0 0 1-15,59-8 9 0,-59 8-7 0,0 0 15 16,58-7-20-16,-58 7-4 0,0 0 4 0,66-8 4 0,-66 8-6 15,0 0 1-15,75-7 2 0,-75 7 3 16,58-3-27-16,-58 3 18 0,64-5 15 0,-64 5-1 16,68 0-4-16,-68 0-1 0,63-5 4 0,-63 5-5 15,63-3 4-15,-63 3 1 0,53-6-4 0,-53 6 6 16,0 0-5-16,64-5-2 0,-64 5 1 0,0 0 3 16,63-4 0-16,-63 4-2 0,0 0 9 0,0 0-8 0,48-7 0 0,-48 7 10 0,0 0-12 15,0 0-1-15,42-15-28 0,-42 15 39 16,0 0-9-16,0 0 7 0,0 0 0 0,0 0-71 15,0 0 112-15,68-4-9 0,-68 4-3 0,0 0-7 16,0 0-16-16,0 0 52 0,48-12-57 16,-48 12-3-16,0 0 2 0,0 0-3 0,44-13 4 15,-44 13-5-15,0 0 3 0,0 0-5 0,0 0 6 16,46-17-2-16,-46 17-4 0,0 0 20 0,0 0 19 16,46-24-11-16,-46 24 9 0,0 0 7 0,44-19 3 0,-44 19-1 0,0 0-7 0,37-25 12 15,-37 25-1-15,0 0-6 0,31-30 7 16,-31 30 8-16,0 0 122 15,32-33-153-15,-32 33 80 0,0 0-76 0,22-34 21 0,-22 34 1 16,0 0 11-16,19-31-5 0,-19 31 16 16,0 0-16-16,17-33 7 0,-17 33-5 0,0 0-4 0,10-38-8 0,-10 38-5 0,0 0-12 15,12-37-7-15,-12 37 3 0,0 0-16 16,14-31-3-16,-14 31 1 0,0 0-5 16,5-38 7-16,-5 38 0 0,0 0-17 0,12-36 8 0,-12 36-6 15,0 0-55-15,0 0 79 0,15-35-10 0,-15 35 3 16,0 0 0-16,0 0-2 0,0 0 14 0,0 0 33 0,0 0-6 15,0 0 10-15,-5-36 11 0,5 36 15 0,0 0 12 0,0 0 4 16,0 0 4 0,0 0-5-16,0 0-5 0,0 0-10 0,0 0-12 0,0 0-19 0,0 0-16 15,0 0-20-15,0 0-86 0,0 0-87 0,-27-24-204 16,27 24-109-16,0 0-260 16,0 0-358-16,-77-12-109 0,77 12-1013 0,0 0-811 0</inkml:trace>
  <inkml:trace contextRef="#ctx0" brushRef="#br0" timeOffset="45306.09">12581 9702 292 0,'0'0'595'0,"0"0"9"0,22-43-12 0,-22 43-41 0,0 0-4 0,0 0-2 0,22-41-55 0,-22 41-51 0,0 0-34 0,2-46-180 0,-2 46 111 0,0 0-53 0,3-39-18 0,-3 39-12 0,0 0-38 16,0 0 5-16,-12-39 61 15,12 39 26-15,0 0 24 0,0 0 1 0,-25-25-50 0,25 25-36 0,0 0-49 16,0 0-54-16,-68-10-29 0,68 10-70 16,0 0 29-16,-87 10-25 0,87-10-5 0,-80 24-13 0,33-7-14 15,6 2-8-15,-10 6 8 0,-2 3-15 0,-1 2 8 16,1 5-8-16,2 6 0 0,0-2 6 0,-3 2-9 15,8 3-2-15,2 4 3 0,1 0 2 0,4-1-10 0,7 1 4 16,1 3-5-16,6 0-1 0,1-5-5 0,12 1 0 16,0-5 41-16,7-1-3 0,10-3-60 15,2 0-2-15,8-3 11 0,4-4 9 0,10 1-5 0,0-2 4 16,8-5 12-16,2-2-1 0,7-2-6 0,0-3 8 16,3-4 2-16,2-1 6 0,2-5-3 0,5-1 7 15,-2-2 1-15,-56-5-4 0,114 6-5 0,-114-6-8 16,107 0 1-16,-107 0-13 0,102-4-43 0,-102 4-26 0,81-2-36 15,-81 2-47-15,0 0-34 0,85-1-32 0,-85 1-18 16,0 0-17-16,0 0-67 16,60 3-63-16,-60-3-52 0,0 0-123 0,25 27-122 0,-25-27-68 0,0 0 11 15,-10 37-115-15,10-37-252 0,-10 32-317 0</inkml:trace>
  <inkml:trace contextRef="#ctx0" brushRef="#br0" timeOffset="46018.66">12044 11470 511 0,'0'0'758'0,"-56"17"-27"0,56-17-106 0,0 0-42 0,0 0-50 0,-46 16-89 0,46-16-91 0,0 0-79 0,0 0-53 0,0 0-6 0,0 0 19 0,56-8-16 0,-56 8-15 0,95-22-33 0,-42 8-30 0,13-3-11 16,12-1-24-16,2-9 25 0,5 6-72 0,2-1-123 16,1-1 145-16,-1 1-11 0,-2 2-8 0,0-1-5 0,-2 0-41 15,-5 2 26-15,-3 1-17 0,-5 3-5 0,-4 0-1 16,-5 0-7 0,-8 3 4-16,-4 1-12 0,-49 11 3 0,70-17-9 0,-70 17-3 0,0 0 28 15,66-13-22-15,-66 13 11 0,0 0 10 16,0 0-7-16,0 0 2 0,0 0 2 15,0 0-9-15,0 0-3 0,0 0 1 0,-58 33-4 0,58-33-2 16,-81 24-4-16,35-6 6 0,0-4 0 0,-5 7 12 16,-2-7-3-16,-6 2 84 0,-1 3-131 0,-1-2 16 0,-5 1 15 15,3-3-1-15,-3 1-8 0,-2 0 22 16,5-4-3-16,2 0-18 0,-2 1 4 0,7-2 10 16,1-3 7-16,55-8 4 0,-95 11-3 0,95-11-17 15,-78 7 12-15,78-7-2 0,-63 4-7 0,63-4 24 16,0 0 2-16,0 0 1 0,-68 1-16 0,68-1-6 15,0 0-3-15,0 0 8 0,0 0-8 0,0 0-2 0,10-35-2 16,-10 35-9-16,51-25 20 0,-51 25-31 0,80-30 4 16,-34 14 4-16,3 2 4 0,-1-2-2 15,8 2 9-15,-5 3 7 0,19-1-14 0,-4 1 11 0,-17 1 73 16,-3-2-81-16,-46 12 0 0,92-15-1 0,-92 15 35 16,93-15-39-16,-93 15 2 0,70-9 3 0,-70 9-11 15,56-9-12-15,-56 9 4 0,0 0 25 0,56-3-14 16,-56 3 9-16,0 0-2 0,0 0 15 0,0 0 5 15,0 0-3-15,0 0 8 0,0 0-7 0,0 0 0 16,0 0 45-16,0 0-50 0,-71 24-5 0,71-24 7 0,-94 19-8 16,25-6 10-16,6-1 24 0,5 1-7 0,0 1 7 15,-5-2 37-15,4 0 11 0,3-3 46 0,3 0 63 16,53-9 61-16,-78 12-5 0,78-12-35 0,-53 8-45 16,53-8-31-16,0 0-31 0,0 0-33 0,0 0-13 15,0 0 34-15,0 0 9 0,41-41-28 0,8 23-14 16,14-3-14-16,5 0-10 0,10 3-142 0,2-1-119 0,-7-4-109 15,-5 9-185-15,2 10-442 0,-21-4-337 16,9 4-1024-16,-58 4-929 0</inkml:trace>
  <inkml:trace contextRef="#ctx0" brushRef="#br0" timeOffset="51534.64">17873 3859 102 0,'-51'18'229'0,"51"-18"52"0,0 0 18 0,0 0-10 0,0 0 33 0,-48-8-26 0,48 8-15 0,0 0-24 0,0 0-35 0,0 0-33 0,0 0-33 0,0 0 14 15,0 0 12-15,0 0-20 0,0 0-3 16,0 0-9-16,0 0-62 0,0 0 57 0,0 0-12 0,0 0-15 16,0 0-3-16,0 0 3 0,0 0-2 0,0 0-13 15,0 0-4-15,0 0-7 0,0 0-19 0,0 0-16 16,0 0-10-16,0 0-12 15,0 0-9-15,0 0-10 0,0 0-7 0,0 0-22 16,0 0 9-16,0 0-9 0,0 0 4 0,0 0 5 0,0 0-1 0,0 0-5 0,0 0 9 16,0 0 6-16,65 10-15 0,-65-10 16 0,0 0-1 15,85 8-25 1,-85-8 40-16,68 6 30 0,-68-6 10 0,73 5 0 0,-73-5 2 0,76 0-34 0,-76 0 34 16,94 2-7-16,-94-2-4 0,102 2-11 15,-51-12 15-15,-51 10-7 0,100 3-5 0,-100-3-6 0,102 0 12 0,-102 0 14 31,95 3-39-31,-95-3 1 0,104 0 6 0,-104 0 3 16,107-3 24-16,-107 3 34 0,105 3-54 0,-105-3-9 16,107 0-5-16,-107 0 0 0,104 0-4 0,-104 0-11 15,95 0 24-15,-95 0-7 0,97-3 8 0,-97 3 6 16,97-2 9-16,-97 2-4 0,97-5-22 0,-97 5 1 16,100-4-1-16,-100 4 5 0,92-7-6 0,-92 7-6 15,85 0-10-15,-85 0-4 0,78-5 15 0,-78 5-22 0,80 0 12 16,-80 0 0-16,64 0 8 0,-64 0-5 0,63-3 156 15,-63 3-321-15,60 0 164 0,-60 0-9 0,0 0-4 16,86-4 1-16,-86 4 3 0,63 0-120 0,-63 0 150 16,60 0-8-16,-60 0-2 0,61-2-1 0,-61 2-3 15,71 0 4-15,-71 0-10 0,73-1 7 0,-73 1-14 16,70-3 12-16,-70 3-4 0,70-2 5 0,-70 2-7 0,71 0-14 16,-71 0 15-16,63 0 6 0,-63 0-7 15,61-3 2-15,-61 3 7 0,0 0-12 0,82 3 13 0,-82-3-6 16,0 0-7-16,73 4 0 0,-73-4-4 0,0 0 10 15,76 0 1-15,-76 0-5 0,0 0 7 0,80 4-9 16,-80-4-5-16,0 0 9 0,85 4-10 0,-85-4 0 0,63 5 0 16,-63-5 11-16,58 3-11 0,-58-3 6 15,61 0-1-15,-61 0-144 0,0 0 166 0,78 4-10 0,-78-4-5 16,0 0-8-16,73 3-11 0,-73-3 60 0,0 0-42 16,75 3-2-16,-75-3-4 0,0 0-1 0,71 3 7 15,-71-3-7-15,0 0 4 0,75 3-12 0,-75-3 18 16,0 0 2-16,80 2 13 0,-80-2 14 0,0 0 2 0,88 0-14 15,-88 0-13-15,0 0-32 0,87-3 34 16,-87 3-14-16,0 0 10 0,92 1-7 0,-92-1 2 0,0 0-8 16,85 0-6-16,-85 0 11 0,0 0-2 0,90 2 6 15,-90-2-1-15,0 0-14 16,85 0-8-16,-85 0 21 0,0 0-15 0,90 3 16 0,-90-3-13 0,59 2-2 16,-59-2 22-16,0 0-18 0,82 0-28 0,-82 0 38 15,0 0 7-15,88 5-35 0,-88-5 24 0,0 0 6 0,90 0-23 16,-90 0 16-16,0 0-10 0,85 0 21 0,-85 0-33 15,0 0 20-15,82 0 24 16,-82 0-11-16,0 0-23 0,85 0 13 0,-85 0 4 0,0 0-1 0,83 0-13 16,-83 0-9-16,0 0 22 0,87 0-2 0,-87 0-138 15,59-1 153-15,-59 1-5 0,63-4 8 0,-63 4-11 16,63-2 1-16,-63 2-1 0,63-3-14 0,-63 3-5 0,59-2 22 16,-59 2-6-16,0 0-17 0,80-3 12 0,-80 3-4 15,0 0-11-15,75-2 20 0,-75 2 2 0,0 0-18 16,73 5-5-16,-73-5 21 0,0 0-16 0,61-1 135 15,-61 1-160 1,0 0 5-16,65-2 1 0,-65 2 29 0,0 0-9 0,63-3-7 0,-63 3 8 0,0 0-10 0,0 0-3 16,81 0 20-16,-81 0-6 0,0 0 45 0,0 0-59 15,73-3 18 1,-73 3-12-16,0 0 5 0,0 0 5 0,0 0 4 0,0 0 5 0,75 0-24 0,-75 0 14 16,0 0-1-16,0 0-2 15,0 0 17-15,0 0-25 0,70 0 15 0,-70 0-23 0,0 0 31 0,0 0 1 16,63 0-14-16,-63 0-3 0,0 0 3 15,0 0-2-15,76 3 4 0,-76-3-4 0,0 0 3 0,0 0-3 0,80-3 1 16,-80 3 10-16,0 0 40 0,68 0-55 0,-68 0 8 16,0 0 0-16,80 0 6 0,-80 0-6 0,0 0 0 15,66 0 32-15,-66 0 10 0,0 0-4 16,78 0-6-16,-78 0-10 0,0 0 5 0,82 0-26 0,-82 0 16 16,0 0 4-16,92 0-20 0,-92 0 16 0,69 0-6 15,-69 0 10-15,68 0-7 0,-68 0 35 0,70 0-54 0,-70 0 0 31,63 0-11-31,-63 0 21 0,0 0-5 0,88 0 10 16,-88 0 8-16,58 3-14 0,-58-3-17 0,0 0 48 16,87 0-36-16,-87 0 0 0,0 0 2 0,88 0 6 15,-88 0-5-15,63-3 44 0,-63 3-54 0,58-3-17 16,-58 3 29-16,0 0 8 0,78 1-22 0,-78-1 8 0,0 0 1 16,66 0 8-16,-66 0 0 0,0 0-9 0,0 0 4 15,68 2-11-15,-68-2 16 0,0 0 1 0,0 0-12 16,0 0 22-16,0 0-7 0,63 0 1 0,-63 0 23 15,0 0-9-15,0 0 0 0,0 0 9 0,0 0-15 16,0 0 8-16,0 0-16 0,0 0 6 0,0 0-7 0,0 0 2 16,0 0-15-16,0 0 13 0,0 0 2 0,53 6-2 15,-53-6-1-15,0 0-5 0,0 0-8 0,0 0 9 16,0 0-11-16,0 0 13 0,0 0-10 0,0 0 2 16,0 0 2-16,0 0 5 0,0 0-7 0,0 0 1 15,0 0-1-15,0 0 2 0,0 0 6 0,0 0 16 16,0 0-18-16,0 0-1 0,0 0-7 0,0 0 4 0,0 0-18 15,0 0-219-15,0 0 83 0,0 0-81 0,0 0-143 16,0 0-143-16,0 0-257 0,0 0-160 0,0 0-153 16,-53 14-499-16,53-14-511 0</inkml:trace>
  <inkml:trace contextRef="#ctx0" brushRef="#br0" timeOffset="56880.15">19047 12227 227 0,'0'0'784'0,"36"-22"13"0,-36 22-115 0,0 0-60 0,0 0-18 0,0 0-71 0,0 0-67 0,0 0-59 0,0 0-32 0,0 0-114 0,29-22-56 0,-29 22-38 0,0 0-37 16,0 0-38-16,0 0-19 0,0 0-8 0,0 0-21 16,0 0-14-16,0 0-20 0,0 0-5 0,0 0-1 0,0 0 1 15,0 0-11-15,17 44 11 0,-17-44-12 0,3 38 8 16,-3-38 1-16,7 48 2 0,-7-48-10 0,25 45 10 16,-25-45-10-16,21 38 1 0,-21-38 10 0,32 30-14 15,-32-30 11-15,36 21-7 0,-36-21 4 0,0 0-4 16,32 21-2-16,-32-21 5 0,0 0 8 0,0 0 12 15,0 0 33-15,0 0-1 0,0 0-5 16,27-25 0-16,-27 25 13 0,0 0 4 0,-8-47 37 0,8 47 5 0,-17-38-17 16,17 38-31-16,-24-40-16 0,24 40 9 0,-29-46 0 15,29 46-17-15,-36-47-2 0,36 47-16 16,-44-45-2-16,44 45 1 0,-54-41 2 0,54 41-6 16,-63-30 48-16,63 30-66 0,-70-21 11 0,70 21-3 0,-83-5-18 15,83 5 20-15,-83 8-15 0,83-8 14 16,-82 18 2-16,82-18-4 0,-71 30-4 0,71-30-5 0,-60 38-9 15,60-38 12-15,-44 42 17 0,44-42-34 0,-37 47 8 16,37-47 14-16,-19 47-5 0,19-47 2 0,-2 45 4 16,2-45-12-16,9 44-12 0,-9-44 2 0,27 34 15 15,-27-34-6-15,41 26 1 0,-41-26-4 0,49 18-16 16,-49-18-13-16,56 11-4 0,-56-11 1 0,61-2-83 0,-61 2-65 16,55-9-77-16,-55 9-80 0,56-16-101 0,-56 16-103 15,34-20-57-15,-34 20 9 0,17-28 30 16,-17 28 54-16,10-37 72 0,-10 37-45 0,-19-40-317 0,19 40-79 15</inkml:trace>
  <inkml:trace contextRef="#ctx0" brushRef="#br0" timeOffset="57262.5">18860 12202 290 0,'19'-45'257'0,"-19"45"23"0,0 0-1 0,34-33 140 0,-34 33-140 0,34-18-4 0,-34 18-20 0,0 0-38 0,61-17-41 0,-61 17 66 0,53-6-4 16,-53 6 1-16,61 1 2 0,-61-1-23 0,71 11-25 0,-71-11-21 15,70 17-28-15,-70-17-19 0,71 25-12 0,-71-25-13 0,68 35-10 16,-68-35 2-16,51 33-9 15,-51-33-3-15,39 49-21 0,-39-49 0 0,26 56 1 16,-26-56-10-16,-5 51-10 0,5-51-4 0,15 48 13 0,-15-48-19 16,-2 40 1-16,2-40-7 0,0 0 7 0,0 0 0 0,-8 42 0 15,8-42 12-15,0 0 11 0,0 0-19 16,0 0-29-16,0 0-50 0,-29-23-32 0,29 23-24 0,-14-60-10 16,14 60-12-16,-17-71 4 0,2 30-12 0,-5-1-5 0,-14-4 25 15,5 0-8-15,10-2 23 16,-22 1 21-16,-10 3 18 0,-3-1 13 0,-4 1 10 0,-3 7 15 0,-7 0 24 15,2 11 16-15,-4-1 26 0,-3 9 6 16,-2 3 6-16,2 8 2 0,-5 4 5 16,5 7-3-16,3 5-7 0,2 3-18 0,4 4-5 0,9 4-10 15,6 6-12-15,5 4-4 0,15 7-3 16,5 4-5-16,12 6-4 0,4 0 0 0,16 2-36 16,9 1 34-16,5 0-22 0,12-2-43 0,9 0-61 0,6-2-79 15,2-2-94-15,10-3-90 0,2-2-30 0,0-8 14 16,7-4 75-16,-1-9 18 0,-4-8-35 0,6-6 19 15,-6-10-347-15,8-2-48 0</inkml:trace>
  <inkml:trace contextRef="#ctx0" brushRef="#br0" timeOffset="57390.87">19615 12150 27 0,'66'-59'289'0,"-3"3"105"0,-2 4 10 0,-8 3 26 16,-6 12-67-16,-4 3-52 0,-1 10-65 16,-6 2-29-16,1 5-19 0,-37 17 21 0,63-13-14 15,-63 13-27-15,63 13-30 0,-63-13-25 0,56 42-20 16,-32-4-16-16,-7 7-11 0,-7 12-24 0,-8 3-77 15,-9 12-183-15,-13 4-194 0,-11-1-110 0,-15 9-102 16,-5 6-369-16,-17-1-180 0</inkml:trace>
  <inkml:trace contextRef="#ctx0" brushRef="#br0" timeOffset="58135.77">13896 14465 188 0,'0'0'816'0,"0"0"37"0,24-29-112 0,-24 29-47 0,0 0-30 16,0 0-81-16,0 0-93 0,19-28-33 0,-19 28-52 0,0 0-44 0,0 0-20 0,0 0-64 0,0 0-29 0,0 0-48 16,-9-44-22-16,9 44-31 0,0 0 14 0,0 0 4 0,-32-34-23 0,32 34-5 15,0 0 5-15,-48-21-8 0,48 21 4 16,-49-12-9-16,49 12-16 0,-66-4-29 0,66 4-18 16,-82 4-20-16,31 4-4 0,-3 3-14 0,-7-2-8 0,3 10-6 15,-3 1-3-15,1 3-10 0,-1 1 2 16,0 0-3-16,5 7-76 0,8 4 91 0,-8 0-4 15,10 1-10-15,-1 8-8 0,6-5-2 0,7 2-3 0,5-4-6 16,7 0-3-16,8 2-5 0,4-4-5 16,10-35 2-16,10 74 1 0,2-40-4 0,5-4 7 0,5 4 1 0,4-4 3 0,8-6-3 15,3-1 8 1,7-3-1-16,4-1-8 0,1-6 10 0,9-3-11 0,-5-2-27 16,3-3-39-16,-56-5-27 0,105 3-23 0,-105-3-8 15,112 0-17-15,-112 0-23 0,97-5-7 16,-97 5-56-16,82-3-103 0,-82 3-88 0,61 1-68 0,-61-1-133 0,0 0-106 15,63 7 31-15,-63-7 25 0,0 0-651 0,0 0-423 16</inkml:trace>
  <inkml:trace contextRef="#ctx0" brushRef="#br0" timeOffset="58373.06">13060 15669 116 0,'0'0'366'0,"-32"34"107"0,32-34-80 0,0 0-37 16,-17 36-49-16,17-36-17 0,0 0-6 0,25 28 8 16,-25-28 20-16,0 0-25 0,82 17 16 0,-82-17-11 0,83 4-19 15,-83-4-13-15,107-6-14 0,-49 1-28 0,5-2-26 16,3-1-30-16,-1-2-38 0,8-3-18 0,0-4-22 0,7 2-13 16,-2-3-13-16,2-3-26 15,3-3-128-15,-3 1-106 0,8-3-174 0,-3-2-237 0,0-7-106 16,-5 1-154-16,10-2-360 0,-8-1-389 0</inkml:trace>
  <inkml:trace contextRef="#ctx0" brushRef="#br0" timeOffset="58854.55">15959 14498 155 0,'0'0'942'0,"0"0"83"0,-56 13-142 0,56-13-31 0,0 0-137 15,-49 13-97-15,49-13-117 0,0 0-107 0,-39 20-90 16,39-20-75-16,-19 28-37 0,19-28-26 0,-15 44-36 0,15-44-20 16,-10 57-14-16,10-57-33 0,-7 60-5 0,29-26-19 15,-56-3 1-15,34-31-17 0,2 66-5 16,-2-66-2-16,-2 65 4 0,2-65-6 0,0 53-3 0,0-53-39 16,-2 45-22-16,2-45-13 0,0 0-25 0,0 40-25 15,0-40-14-15,0 0 0 0,0 0-2 0,0 0 17 0,0 0-8 16,0 0 2-16,0 0 10 0,7-43 49 15,-7 43-75-15,-3-56 84 0,3 56 7 0,-4-74 11 16,4 33 17-16,0-7-24 0,-3 1 58 0,1 8-32 0,2-11 11 16,0-5 7-16,0 2 11 0,0 0 39 15,0 0-7-15,5 1-2 0,-1 1 18 0,1 3 0 0,15 2 2 16,-13 0 1-16,5 5-7 0,3 4 5 0,-3 3 2 16,5 4-8-16,-17 30-6 0,32-48-24 0,-32 48 5 15,29-33-15-15,-29 33-7 0,31-22 7 0,-31 22-26 0,0 0 13 16,59-8 17-16,-59 8-2 0,46 16 18 0,-46-16 13 15,63 25 6-15,-31 1 15 0,2 4-10 16,0 2-25-16,-3 7 21 0,1-2-17 0,-1 5-7 0,1 4-10 16,2-1-14-16,-5 5 27 0,-2 2-31 0,-3-3 12 15,0 3-5-15,-2 1-43 0,-2-2 37 0,-6 0-48 0,-2-3-46 16,-2 1-67-16,-10-3-102 0,3-1-115 16,1-3-158-16,1-5-186 0,-5-37-114 15,-17 57-21-15,17-57-668 0,-31 48-486 0</inkml:trace>
  <inkml:trace contextRef="#ctx0" brushRef="#br0" timeOffset="59035.74">15861 14934 210 0,'0'0'662'0,"-36"-16"10"0,36 16-85 0,0 0-109 0,-17-42-69 0,17 42-35 0,17-38-71 0,-17 38-47 0,44-45-69 0,-13 19-10 0,8 2-34 16,5-2-32-16,4 1-20 0,6 2-17 0,-1 0-30 0,3 2-3 15,3 7-52-15,-4 2-90 0,-1 3-107 0,-54 9-135 16,92 2-132-16,-92-2-58 0,63 9-6 0,-63-9-546 16,34 42-276-16</inkml:trace>
  <inkml:trace contextRef="#ctx0" brushRef="#br0" timeOffset="59254.82">15662 15682 116 0,'-41'40'745'0,"41"-40"36"16,0 0-116-16,-17 43-123 0,17-43-25 0,0 0-81 0,0 0-79 15,0 0-11-15,0 0-10 0,0 0-15 0,0 0-22 0,63 5 61 16,-63-5-193-16,83-18-34 0,-32 6-21 0,2 1-18 16,3-3-37-16,2 3-17 0,3-8 12 0,0 10-6 15,0-1-14-15,-3-2-20 0,0 2-89 16,-2 0-102-16,0 1-141 0,2-1-168 0,-2-1-200 0,-5 2-75 0,-51 9-125 15,75-16-408-15,-75 16-408 0</inkml:trace>
  <inkml:trace contextRef="#ctx0" brushRef="#br0" timeOffset="59679.29">17570 14878 121 0,'0'0'880'0,"-56"14"114"0,56-14-147 31,0 0-31-31,-61 12-96 0,61-12-100 0,0 0-115 0,0 0-99 0,0 0-90 15,-44 12-65-15,44-12-60 0,0 0-41 0,0 0 16 0,46-24-77 0,-46 24-6 16,88-29-7-16,-52 10-23 0,35-2-2 0,6 0-28 0,9-6 5 31,-1 4-6-31,2-1-3 0,1-1 12 0,-3 2 4 16,0 0-32-16,-3 2 6 0,-4 1 13 0,2 3-10 16,-7 2 4-16,-5-15-27 0,-7 18 8 0,-8 6 19 15,-53 6-5-15,85-12-2 0,-85 12-9 0,59-8 7 16,-59 8 9-16,0 0 30 0,0 0 29 0,56-6 15 15,-56 6 38-15,0 0 22 0,0 0-30 0,0 0 57 16,0 0-41-16,0 0-28 0,0 0-16 0,0 0-30 16,0 0-28-16,0 0-75 0,0 0-123 0,0 0-69 0,0 0-69 15,36-19-138-15,-36 19-262 0,0 0-225 16,0 0-158-16,0 0-960 0,22-32-671 0</inkml:trace>
  <inkml:trace contextRef="#ctx0" brushRef="#br0" timeOffset="60392.26">20233 14091 352 0,'0'0'905'0,"9"-44"66"0,-9 44-169 0,8-39-25 0,-8 39-111 0,0 0-42 0,2-40-34 0,-2 40-35 0,0 0-47 0,0 0-12 0,0 0-66 0,0 0-64 0,0 0-71 0,0 0-59 0,0 0-59 16,0 0-38-16,0 0-61 16,0 0-25-16,0 0-16 0,0 0 5 0,0 0 27 15,27 54-52-15,-27-54 3 0,17 59-8 16,-17-59 4-16,19 65-66 0,-19-65 70 0,17 75 3 0,-17-75-5 15,15 61-4-15,-15-61 5 0,10 59-2 0,-10-59-5 0,4 49-4 16,-4-49 3-16,8 39-4 0,-8-39 10 16,0 0-58-16,9 30-40 0,-9-30-36 0,0 0-21 15,0 0-18-15,0 0 5 0,0 0-11 0,0 0 6 0,0 0-3 16,0 0 20-16,25-48-7 0,-25 48 27 0,2-59 13 16,-2 59 34-16,5-70 19 0,0 30-121 15,-5-3 160-15,0 1-9 0,5-2 0 0,0 3 18 0,-1-1-36 0,-1 1 57 16,7 4-26-16,-10 37 9 0,19-62-15 15,-19 62 10-15,29-56 5 0,-29 56 3 0,34-46-22 16,-34 46 9-16,44-37 12 0,-44 37-7 0,46-27 8 16,-46 27-3-16,56-16-7 0,-56 16-5 15,66-5 7-15,-66 5 45 0,53 10-42 0,-53-10 7 0,71 20 4 0,-71-20 0 16,72 32-5-16,-72-32 14 0,56 42-5 0,-34-13 34 0,-7 2-13 16,-1 4-8-16,-14-35-2 0,0 77-7 15,-9-33 17-15,-6 3-19 0,-9 1-10 16,-5 2-56-16,-5-6-87 0,-5 7-92 0,0-5-178 15,0 2-197-15,2-3-194 0,-1-7-72 0,-9 0-53 16,11-2-491-16,2-8-448 0</inkml:trace>
  <inkml:trace contextRef="#ctx0" brushRef="#br0" timeOffset="60561.08">20381 14855 258 0,'0'0'653'0,"0"0"-32"0,0 0-70 0,0 39-123 0,0-39-49 0,0 0 49 0,0 0-14 0,51-9-36 0,-51 9-55 0,82-29-61 0,-28 10-55 0,12-7-41 0,9-1-35 16,5-5-75-16,3 2-114 0,9-3-106 0,3-1-156 15,4-2-198-15,1 0-97 0,-5-6-69 0,4 8-499 16,-6-3-367-16</inkml:trace>
  <inkml:trace contextRef="#ctx0" brushRef="#br0" timeOffset="61121.22">22359 13235 519 0,'0'0'743'16,"-46"-38"-4"-16,46 38-70 0,-42-26 32 0,42 26-187 0,-34-19 22 16,34 19-85-16,0 0-75 15,-41-13-74-15,41 13-83 0,0 0-28 0,-39 23-57 16,39-23-21-16,-29 46-18 0,29-46-20 0,-24 69-18 0,11-30-8 0,6 10-18 15,-3 2 13-15,8 2-18 0,2 4-9 0,2 1-1 16,6-1-6-16,1-2 21 0,4-1-29 16,4-3-1-16,4-4 0 0,1-1-9 0,3-6 10 0,1-4-15 15,3-3 12-15,3-3-4 0,5-7 6 0,-6-1 17 0,6-3-18 16,-37-19 4-16,72 19 23 0,-72-19-26 16,68 7 13-16,-68-7 29 0,69-5-8 15,-69 5 18-15,48-20 1 0,-48 20-21 0,46-35 12 0,-46 35-6 0,46-49-8 0,-46 49-20 16,30-59 1-16,-23 23 22 0,-7 36-12 0,10-60-7 15,-10 60 9-15,-8-55-6 0,8 55 17 16,-22-53 5-16,22 53-21 0,-36-45 47 0,36 45-65 16,-39-41 12-16,39 41-7 0,-46-31-6 0,46 31-11 0,-44-27 9 15,44 27-5-15,-34-20 11 0,34 20 6 0,0 0-27 16,-34-18 11-16,34 18-3 0,0 0 3 0,0 0-12 16,0 0-29-16,-7-35 1 0,7 35-3 15,0 0 27-15,27-28 0 0,-27 28-4 0,36-25 4 0,-36 25-6 0,49-30 5 16,-49 30 19-16,56-27-1 0,-56 27-5 0,63-26 15 15,-63 26 11-15,63-22-9 0,-63 22 2 0,63-18 2 0,-63 18-2 16,63-12 4-16,-63 12-7 16,63-6-15-16,-63 6 13 0,0 0 3 0,73 4-23 0,-73-4 16 15,47 13 2-15,-47-13 35 16,46 23-5-16,-46-23-8 0,36 31 4 0,-36-31-5 16,34 58 56-16,-22-24-72 0,-2 5 9 0,-3 6-5 15,3 0-33-15,-10 1-52 0,-2-1-12 0,-3 9-165 16,-3 3-110-16,4 1-198 0,-6 0-173 0,0-3-95 0,-7 0-85 15,0 5-520-15,5-7-455 0</inkml:trace>
  <inkml:trace contextRef="#ctx0" brushRef="#br0" timeOffset="61312.67">22667 14773 106 0,'-53'18'737'0,"53"-18"68"0,0 0-87 0,0 0-111 0,0 0-45 0,0 0-86 0,0 0-75 0,0 0-59 0,41-41-44 31,-2 21-62-31,10-3-43 0,9-6-37 0,-7-1-19 16,29 0-50-16,5-7 30 0,0 7-53 0,3 2-65 15,-3-1-93-15,2 0-107 0,3 0-144 0,-5 1-185 0,-2-2-147 16,-1-6-59-16,-4 6-685 0,-3-3-453 0</inkml:trace>
  <inkml:trace contextRef="#ctx0" brushRef="#br0" timeOffset="61971.58">24468 13231 286 0,'-15'-46'723'16,"15"46"54"-16,-14-33-71 0,14 33-41 0,0 0-42 16,0 0-104-16,-15-36-95 0,15 36-89 0,0 0-62 0,0 0-75 15,0 0-27-15,0 0-22 0,0 0-20 0,32 21-10 16,-32-21-15-16,26 39-21 0,-26-39-8 0,39 55-11 15,-19-25-11-15,-20-30-10 0,31 66-11 16,-11-35-3-16,-3 4-10 0,0-1-114 0,-5 0 139 0,2 1-12 16,-14-35-9-16,22 56 16 0,-22-56-19 0,12 50 7 15,-12-50-9-15,10 39-10 0,-10-39 4 0,0 0-21 16,0 0 32-16,10 35 7 0,-10-35 1 0,0 0-13 16,0 0-35-16,0 0-110 0,-32-21 57 15,32 21-29-15,-31-37-5 0,31 37-10 0,-27-53-7 16,27 53-3-16,-27-62 12 0,13 28 18 0,-3-6 16 0,7 3 9 0,3-2 20 15,4 2 11-15,3 37 3 0,-5-69 10 16,5 69 8-16,8-65 9 0,-8 65 13 0,7-57 10 0,-7 57 0 0,22-53 12 16,-22 53 20-16,27-49 0 0,-27 49-6 0,34-45-3 15,-34 45-4-15,55-42 1 0,-55 42-8 16,51-39 5-16,-51 39-20 0,64-39 15 0,-64 39 2 16,63-35-3-16,-63 35 2 0,63-30-6 0,-63 30 9 15,63-27 16-15,-63 27 0 0,63-15-8 16,-63 15-11-16,56-20-4 0,-56 20-3 0,0 0-8 15,51-13 6-15,-51 13 25 0,0 0 37 0,0 0 7 0,0 0-2 16,0 0-14-16,0 0 24 0,0 0-1 0,0 0 39 16,0 0-50-16,0 48-31 0,0-48-2 0,-12 34 4 0,12-34-6 15,-41 37 60-15,41-37-105 16,-20 34 2-16,20-34-22 0,-12 33 9 0,12-33-4 0,0 0-4 16,12 43 8-16,-12-43-8 0,32 26 6 0,-32-26 0 15,41 23 8-15,-41-23-12 0,68 23 20 0,-68-23 1 0,73 23 10 16,-73-23-37-16,71 19 8 0,-71-19 16 15,68 25 2-15,-68-25-5 0,48 27 4 0,-48-27-15 16,42 30 13-16,-42-30 15 0,26 36-59 0,-26-36 67 0,0 47-14 0,0-47 14 16,-26 56-7-16,-1-26-34 0,-5 4 89 15,-9 0-70-15,-3 4 11 0,-12-2-3 0,3 1-19 0,-1-2-34 0,-9-2-68 16,5-2-69-16,0-1-124 0,7-2-102 16,-3 0-144-16,6-4-169 0,-3-9-80 0,-1-4-48 0,9 1-612 15,43-12-465-15</inkml:trace>
  <inkml:trace contextRef="#ctx0" brushRef="#br0" timeOffset="62199.84">24366 14198 273 0,'0'0'556'0,"0"0"-3"0,7 36 37 0,-7-36 10 0,0 0 12 0,58 5 70 15,-58-5-84-15,81-17-58 0,-23 1-82 0,12-4-53 0,8-9-45 0,5 0-38 0,7 1-14 0,-1-2 19 0,1 2-22 0,-7 0-23 0,2 1-30 0,-10 4-48 16,-2 4-39 0,-7-1-33-16,-10 6-24 0,-13 0-35 0,-43 14-76 15,73-18-113-15,-73 18-107 0,39-20-42 0,-39 20-129 0,0 0-198 16,0 0-287-16,0 0-194 0,0 0-1054 0,0 0-743 16</inkml:trace>
  <inkml:trace contextRef="#ctx0" brushRef="#br0" timeOffset="65567.77">26601 13445 126 0,'0'0'230'0,"0"0"97"0,0 0 21 0,0 0 42 0,0 0 16 0,0 0 5 0,0 0-1 0,-41-18 0 0,41 18 17 0,0 0-20 0,0 0-34 0,0 0-34 0,0 0-35 0,0 0-26 16,0 0-37-16,0 0-18 0,0 0-26 15,0 0-18-15,0 0-11 0,0 0-24 0,0 0-9 0,0 0-26 16,0 0-9-16,0 0-15 0,0 0-11 0,0 0-11 16,0 0-1-16,0 0-18 0,0 0-4 15,0 0-26-15,0 0 5 0,0 0-2 0,0 0-13 0,0 0-24 0,0 0 0 16,0 0 23-16,0 0-12 0,0 0-2 15,0 0 10-15,0 0-12 0,0 0 29 0,53-17-8 16,-53 17-15-16,68-18 2 0,-68 18-7 0,85-29-1 16,-34 16 23-16,3-5-1 0,-1 1-9 0,1 0 1 15,4 1 0-15,-2 2 13 0,-3-2-8 0,1 2-2 0,-3 3-5 16,-3-1-17-16,-6 1 27 0,-42 11-24 0,75-17 1 16,-75 17 46-16,58-13-32 0,-58 13 0 0,0 0-12 0,56-7 18 15,-56 7-2-15,0 0-19 0,0 0 25 0,0 0-9 16,0 0 8-16,54-6-18 0,-54 6 20 0,0 0-18 15,0 0 14-15,0 0 0 0,0 0-14 0,0 0 7 16,0 0-41-16,0 0-15 0,0 0-43 0,0 0-80 16,0 0-118-16,0 0-117 0,31 26-102 0,-31-26-124 0,0 0-58 15,0 0 8-15,54-7-106 0,-54 7-297 0,73-6-288 16</inkml:trace>
  <inkml:trace contextRef="#ctx0" brushRef="#br0" timeOffset="65835.2">28397 13067 31 0,'0'0'599'0,"68"-2"148"0,-68 2-19 0,0 0-96 0,0 0-30 0,0 0-66 0,0 0-77 0,63-16-65 0,-63 16-34 0,0 0-38 0,0 0-46 0,63-12-54 0,-63 12-41 15,44-14-35-15,-44 14-9 0,53-15-26 0,-53 15-28 16,56-15-10-16,-56 15-23 0,54-9-1 0,-54 9-12 0,0 0-4 15,70-13-1-15,-70 13-19 0,0 0 1 16,51-6 6-16,-51 6-10 0,0 0-5 16,0 0 4-16,0 0 4 0,0 0-16 0,0 0 6 0,63-2 5 15,-63 2-10-15,0 0-56 0,0 0-72 0,0 0-75 16,0 0-99-16,0 0-105 0,0 0-144 0,0 0-151 0,49 8-42 0,-49-8-165 16,0 0-277-16,0 0-371 0</inkml:trace>
  <inkml:trace contextRef="#ctx0" brushRef="#br0" timeOffset="66471.7">30331 11959 446 0,'19'-29'736'0,"-19"29"9"15,0 0-70-15,10-37-13 16,-10 37-45-16,0 0-83 0,0 0-70 0,-19-33-64 0,19 33-67 16,0 0-65-16,0 0-49 0,-32-26-19 0,32 26-65 0,0 0-27 15,0 0-6-15,-53-18-38 0,53 18-11 0,0 0-13 0,0 0 35 16,-59-12-47-16,59 12-8 16,0 0 6-16,-63-4-10 0,63 4-12 0,0 0 8 0,-75 4-1 15,75-4-13-15,-59 12-7 0,59-12 6 0,-60 5 0 16,60-5 2-16,-66 13 39 0,66-13-44 0,-63 16-1 0,63-16 8 15,-58 19-18-15,58-19 2 0,-56 18 8 0,56-18 11 16,-44 15 0-16,44-15-12 0,-36 20-11 0,36-20 19 16,-32 19-11-16,32-19 6 0,0 0-9 0,-22 37-3 15,22-37 15-15,0 0-2 0,5 45 28 16,-5-45-46-16,7 35 6 0,-7-35 6 0,15 37 9 16,-15-37 11-16,22 42-9 0,-22-42 19 15,26 48 11-15,-26-48-3 0,37 46 17 16,-37-46-10-16,31 52 21 0,-31-52-4 0,32 45 6 15,-32-45-16-15,27 50 22 0,-27-50-3 0,22 48-12 16,-22-48 12-16,29 47-10 0,-29-47 10 0,22 49-8 0,-22-49 11 16,22 48-6-16,-22-48-33 0,14 48 11 0,-14-48-17 15,12 53 15-15,-12-53-11 0,10 48-22 0,-10-48 24 16,12 52-12-16,-12-52 10 0,10 45-16 0,-10-45-12 16,5 46 19-16,-5-46 4 0,5 46-10 0,-5-46 2 0,0 0-8 15,4 52 10-15,-4-52-19 0,0 0-6 0,22 35 8 16,-22-35-5-16,0 0 13 0,37 28-14 0,-37-28 11 15,0 0 12-15,63 15-4 0,-63-15 42 0,70-1-48 16,-70 1 5-16,73-11 11 0,-73 11-13 0,80-18 8 16,-80 18-7-16,73-17 5 0,-73 17-1 0,73-23-9 15,-73 23-14-15,54-16-18 0,-54 16-37 0,43-14-11 0,-43 14 93 16,0 0-189-16,47-26-28 0,-47 26-58 0,0 0-134 16,26-35-105-16,-26 35-180 0,0 0-111 0,0-40-4 15,0 40-42-15,-36-33-525 0,36 33-429 0</inkml:trace>
  <inkml:trace contextRef="#ctx0" brushRef="#br0" timeOffset="66630.66">30088 12625 1 0,'0'0'407'0,"0"0"191"0,-44-16 92 0,44 16-29 0,44-12-16 16,-44 12 16-16,68-20-85 0,-22 6-68 0,3 2-63 0,4-6-86 15,5 2-60-15,-2 2-54 0,-2 0-58 0,14 0-33 0,-68 14-39 16,75-26-114-16,-75 26-209 0,78-15-313 0,-78 15-345 0,44-25-1193 15,-44 25-676-15</inkml:trace>
  <inkml:trace contextRef="#ctx0" brushRef="#br0" timeOffset="69777.7">16979 8637 133 0,'0'0'571'0,"0"0"88"0,0 0 24 0,0 0-56 0,-2-45 8 0,2 45-43 0,0 0-63 0,0 0-68 0,0 0-68 16,-20-27-71-16,20 27-54 0,0 0-46 0,0 0-37 0,0 0-29 0,0 0-20 15,0 0-29-15,0 0 1 0,0 0-48 16,0 0 29-16,0 0-2 0,0 0 0 0,0 0-148 0,0 0 155 16,0 0-12-16,0 0-8 0,0 0-2 0,0 0-34 15,-51-13 35-15,51 13-61 0,0 0 0 0,-58 10 2 16,58-10 1-16,-56 8 17 0,56-8-33 16,-68 18-21-16,68-18 24 0,-70 17 21 0,70-17-37 0,-73 18 9 15,73-18 1-15,-64 22 3 0,64-22-12 0,-55 20-40 0,55-20 90 16,-49 20-46-16,49-20 9 0,-39 19-8 0,39-19 15 15,-34 20-8-15,34-20-10 0,-29 27-2 0,29-27 9 16,-22 27 6-16,22-27-3 0,-15 31-5 0,15-31-2 16,0 0-12-16,-12 44 5 0,12-44 5 0,0 0 7 15,-7 47 2-15,7-47 1 0,2 39-1 0,-2-39 0 16,8 41 5-16,-8-41-7 0,9 44 5 16,-9-44 4-16,13 44-2 0,-13-44 30 15,12 45-28-15,-12-45 10 0,17 47-10 0,-17-47 2 0,17 44 12 16,-17-44-8-16,17 46 17 0,-17-46 10 0,17 47-17 0,-17-47 1 15,24 43 4-15,-24-43-8 0,12 46 15 0,-12-46 5 16,8 47-5-16,-8-47 2 0,4 52 6 0,-4-52-11 16,-2 51-5-16,2-51-19 0,2 45 21 0,-2-45-20 0,-2 60-2 15,2-60 9-15,-7 56-2 0,7-56-4 16,5 51 4-16,-5-51 39 0,-13 52-49 0,13-52-6 0,-12 44 2 0,12-44-5 16,-9 35 2-16,9-35 2 15,0 0-9-15,0 41-5 0,0-41 4 0,0 0 4 0,0 0-2 0,9 35-1 16,-9-35 1-16,0 0 9 0,0 0-2 15,0 0 0-15,0 0 11 0,46 20 2 0,-46-20-12 0,0 0 20 0,0 0-18 16,81-2 2-16,-81 2 8 16,51-9 4-16,-51 9-4 0,63-15-63 0,-63 15 113 15,61-18-56-15,-61 18 1 0,65-18 0 0,-65 18 6 16,63-22 18-16,-63 22-25 0,61-20-9 16,-61 20 11-16,56-23-10 0,-56 23 1 0,53-23-21 15,-53 23-9-15,47-20-12 0,-47 20-28 0,48-21 2 16,-48 21-12-16,39-18-29 0,-39 18-7 0,32-19-24 0,-32 19-53 0,0 0-71 0,0 0-99 0,0 0-124 15,29-32-230 1,-29 32-82-16,0 0 2 0,-46-37-143 0,46 37-215 0,0 0-345 16</inkml:trace>
  <inkml:trace contextRef="#ctx0" brushRef="#br0" timeOffset="69996.84">16688 9418 132 0,'-42'-15'711'0,"42"15"81"0,0 0-59 15,0 0-89-15,0 0-14 0,0 0-97 0,0 0-91 0,0 0-63 0,-31-20-24 0,31 20-129 0,0 0-67 0,43-21 88 0,-43 21-23 0,66-25-23 0,-22 11-24 16,2 1-26-16,-2 0-50 0,4 0 9 0,-4 1-12 0,-44 12-19 16,85-22-20-16,-85 22-28 15,75-18-41-15,-75 18-178 0,66-5-227 0,-66 5-308 0,0 0-261 0,70 2-1048 0,-70-2-667 16</inkml:trace>
  <inkml:trace contextRef="#ctx0" brushRef="#br0" timeOffset="74761.14">8370 1001 152 0,'0'0'313'0,"-82"-22"90"0,82 22-21 0,-78-17 47 0,78 17-44 0,-83-20-11 0,83 20-35 0,-82-23-4 0,82 23-15 0,-83-25-19 15,42 12 1-15,-3-2-33 0,3 3-27 0,-5-4-12 0,4 2-5 0,-1 1-30 0,-1-2-16 0,0 2-10 16,-5-4-12-16,3 4-24 0,0 0-6 0,-7-2-4 15,7 1-10-15,-3 3-8 16,3-3-15-16,-8 0-18 0,6 0 6 0,-1-2-1 16,1 2-8-16,-6 2-12 0,-2-2-1 0,5 1 2 15,-7-1-13-15,2 3-7 0,-5-3-16 0,-4-2-25 0,-3 6 37 0,0-1 32 0,-3 1-7 16,1 1-63-16,-1-9 26 0,6 9-13 16,-6 4 16-16,3-2 35 0,2-4-67 0,-4 5-2 15,4-2 26-15,-4-1 7 0,2 4-29 16,0-2 15-16,-3 1 1 0,1-1-21 0,-1 4 13 0,6 0 8 0,4-1 6 15,-7 2 3-15,7 0-29 0,1 0 18 0,60 2-16 16,-117-1-10-16,117 1 26 16,-114 0-17-16,114 0 14 0,-105 3 4 0,105-3-20 0,-107 2 7 15,107-2 5-15,-99 4 39 0,99-4-62 0,-95 2 10 0,95-2 18 0,-90 8-37 16,90-8 23-16,-85 11 10 0,85-11 9 16,-75 7-5-16,75-7-16 0,-73 7 24 0,73-7-16 15,-73 9-10-15,73-9 5 0,-71 11 20 16,71-11-10-16,-75 12 0 0,75-12 0 0,-75 14-1 15,75-14-4-15,-78 17 2 0,78-17-13 0,-78 17 4 0,78-17 5 0,-77 21 2 16,77-21 8-16,-83 22-10 0,83-22 3 0,-75 22-144 0,75-22 169 0,-73 24-13 16,73-24 2-1,-73 27-12-15,73-27 7 0,-68 30-9 0,68-30 21 0,-71 30-16 0,71-30-6 0,-65 30-4 16,65-30 10 0,-56 36 2-16,24-17-7 0,32-19 5 0,-63 35-16 0,63-35 24 15,-58 39-31-15,58-39 11 0,-56 38-5 16,56-38 17-16,-56 42-3 0,56-42-4 0,-61 41 10 0,30-18-20 0,-3 2 7 0,2 0 4 0,-4 0-3 15,-6 2 30-15,6-1-23 0,-3 2-23 16,0-3 15-16,3 3 11 16,2-5 28-16,2 1-42 0,0-1 6 0,32-23 0 0,-55 43 38 0,55-43-68 0,-47 40 22 15,47-40-7-15,-46 42-4 0,46-42-1 16,-29 37 14-16,29-37-3 0,-27 42-11 16,27-42 4-16,-14 41 6 0,14-41-4 15,-10 46-17-15,10-46 31 0,5 42-1 0,-5-42-10 16,12 48 4-16,-12-48 7 0,17 46 0 0,-17-46-5 0,29 48-136 15,-29-48 175-15,42 47-24 0,-42-47 9 16,48 45 44-16,-24-20-59 0,-24-25 4 0,66 38-6 0,-30-20-5 16,3 1 18-16,5-4-38 0,5 0 28 0,-1 0 1 15,3-3-4-15,8-1-5 0,1-3-22 0,1-1 32 0,2 1 0 16,10-5 6-16,-5 2-10 0,8-3 7 16,6-2 38-16,-2 0-58 0,0 0-5 0,8-3 17 0,-8-1-6 15,10 2 7-15,-2-3 3 0,1 4-9 0,1-4 5 16,-5 2 1-16,0-4 2 0,0 4-8 0,1-3 11 15,-1 2-11-15,-3-3 5 0,1 1 0 0,-1 2 9 16,3-3-13-16,-2 0 4 0,-3 0 0 0,3-2-9 0,-1 2-1 16,1 0 11-16,0-4 1 0,-1 4-5 0,3 2 4 15,0-6 3-15,0 3-13 0,3-2 20 0,-1 2-15 16,6-1 3-16,-6 0 1 0,8 0-4 0,0-1 2 16,-3 2 4-16,0-2 13 0,-2 1-3 0,-2 3-17 15,-6 0-3-15,1 0 10 0,-3 1-7 0,-5-2-4 16,3 3 11-16,-5-1-4 0,-2 2-10 0,-3-1 10 15,0 2 10-15,-3-3-17 0,3 0 69 0,0 4-28 0,-7 1-46 16,5-12-4-16,2 6 10 0,-5 2 20 0,2 1-22 16,-1-2 17-16,1 0-8 0,-6 0 2 0,4 0-8 15,0-2 4-15,-5 5-8 0,1-3 15 0,-1-2 10 16,0-4-9-16,-2 7-10 0,-2-3 4 0,-3 0 2 16,0-1-1-16,0 0 6 0,-51 8-9 0,97-15-1 15,-97 15 10-15,92-18-8 0,-92 18 1 0,85-22 1 16,-85 22 6-16,78-19-14 0,-78 19 19 0,73-19-4 15,-37-1-2-15,-36 20 10 0,71-19-16 16,-71 19 52-16,58-21-27 0,-58 21-26 0,56-21 2 16,-56 21 10-16,49-24-4 0,-49 24-13 0,34-26 21 0,-34 26-9 0,34-27 8 0,-34 27-17 15,26-30 1-15,-26 30 56 16,25-33-51-16,-25 33 0 0,14-37 10 0,-14 37 2 0,15-36-2 0,-15 36 0 16,0 0 25-16,9-54 6 0,-9 54 10 15,-2-41 9-15,2 41 25 0,-2-39-7 0,2 39-7 0,-10-42-13 16,10 42-13-16,-15-41 1 0,15 41 12 0,-17-44 3 15,17 44-8-15,-24-39 4 0,24 39-8 0,-27-38-1 16,27 38 6-16,-34-40-5 16,34 40-3-16,-39-38 8 0,39 38 2 0,-46-35-7 0,46 35-5 15,-53-35-3-15,53 35-1 0,-61-36 2 0,27 18 9 0,34 18 3 0,-68-32-6 16,27 17 6-16,-3-3-12 16,5 1 4-16,-2 0 11 0,-3 1 16 0,-9 2-18 0,4 1 1 0,0 0-6 15,3 2-8 1,-5-1-7-16,0 1-14 0,-2 0 7 0,-1 0 6 0,-2 3-2 15,-2-3-2-15,0 3 1 0,-1 0-12 0,-4 1-4 16,0 0 11-16,0 1 4 0,0-2 8 0,-5 3 0 16,0 0 0-16,2-1 2 0,-4 3 3 0,2 1-2 0,68 2-3 15,-134 0-15-15,61 0-4 0,3 2-18 0,1 1 11 16,1 3-11-16,5-1 0 0,3 2-1 0,1-1-10 16,-2-3 0-16,6 9-5 0,1-2 1 0,1 3-9 0,2 3-54 15,-3-4-121-15,8 4-90 0,2 2-73 16,-2-6-31-16,5 6-68 0,2 3-130 15,5 2-158-15,2 4 32 0,1-3-241 0,-3-4 56 0,2 10-883 0,1 2-579 0</inkml:trace>
  <inkml:trace contextRef="#ctx0" brushRef="#br0" timeOffset="77124.53">10475 16275 136 0,'-59'8'524'0,"59"-8"99"0,0 0 9 0,-65 7-79 0,65-7-78 0,0 0-10 0,0 0-56 0,0 0-20 0,0 0-35 0,0 0-38 0,0 0-54 0,0 0-50 0,-34-18-36 0,34 18-33 16,0 0 13-16,38-37-13 0,-38 37-17 0,49-43-21 15,-20 19-9-15,5-5 2 0,3-10-3 0,4 10-24 0,3-5-13 16,2-2-10-16,7-2-2 0,-2 1-1 0,0 1-24 16,3-1 2-16,-3 2-1 0,-3 3-4 0,3 2 3 15,-4 0-11-15,-4 3-7 0,-6 6 3 16,-3 2 1-16,-34 19 11 0,51-30-24 0,-51 30-26 0,0 0-31 16,44-21-29-16,-44 21-43 0,0 0-57 0,0 0-70 15,0 0-117-15,0 0-304 0,0 0 19 0,-25 51 12 0,-14-23 6 16,-2 6-33-16,10-3-342 0,-8 5-215 15</inkml:trace>
  <inkml:trace contextRef="#ctx0" brushRef="#br0" timeOffset="77349.17">10477 16563 18 0,'0'0'259'0,"0"0"93"16,0 0 54-16,0 0 35 0,63-16-4 0,-63 16-35 15,46-37-20-15,-19 14-26 0,5-5 10 0,-1-2-34 0,6 0-34 16,-11-5-28-16,-1-1-24 0,40-1-32 0,-23 2-41 16,-4-1-35-16,4-1-41 0,4 2-9 0,-7 5-13 15,0 0-19-15,-3 2-13 0,1 2-6 0,-3 4-11 0,-3-1-3 16,-31 23-8-16,58-35-4 0,-58 35-15 0,47-30-97 16,-47 30-92-16,0 0-79 0,48-21-77 15,-48 21-79-15,0 0-53 0,0 0-29 0,0 0-47 0,0 0-547 16,-41 28-295-16</inkml:trace>
  <inkml:trace contextRef="#ctx0" brushRef="#br0" timeOffset="77572.28">10176 16449 139 0,'0'0'409'0,"0"0"76"0,0 0-39 0,0 0-53 0,0 0-39 16,65-40-46-1,-21 14-27-15,9-6-4 0,13-5-18 0,2-2-29 0,10-5-31 0,9 0-31 16,6-2-35-16,4 0-25 0,0 4-22 0,8-4-20 0,-1 5-13 16,0 3-16-16,-4 3-49 0,-3 6-166 0,-2 2-164 15,-10 6-125-15,-7 3-37 0,-8 2 8 0,1 8-528 0,-10 2-221 16</inkml:trace>
  <inkml:trace contextRef="#ctx0" brushRef="#br0" timeOffset="82248.47">25177 12711 169 0,'-65'-19'658'0,"1"5"69"0,13-1-20 0,-9 3-70 0,14 0 25 0,-5 1-22 0,51 11-133 0,-88-19-32 0,88 19-53 0,-68-14-50 0,68 14-53 0,0 0-15 0,-58-13-101 16,58 13-54-16,0 0-5 0,0 0-34 0,0 0-31 16,0 0-36-16,0 0-17 0,-37-17-5 0,37 17 8 15,0 0 6-15,44 16-15 0,-44-16-13 16,58 19-4-16,-19-3-5 0,7 2 12 0,5 1-2 0,0 9-10 16,10-1 8-16,5 5 18 0,4 3 4 0,-4 7 11 15,9 1 2-15,3 10 44 0,9 0 36 0,8 7 11 0,0 9 6 0,5 3-1 16,11 6 5-16,1 0 13 0,0 10 7 15,7 6 21-15,7 0 38 0,8 1 32 16,-3 0-6-16,8 5-4 0,2-5-16 0,-3 4-21 0,-7 1-9 0,3-4-23 16,-3-3-52-16,-9-6-27 15,4-2-36-15,-9-5-31 0,-11-7-15 0,-6-3-33 16,-5-7-34-16,4-3-43 0,-35-3-69 0,4-8-61 16,-10-8-61-16,0-6-48 0,-19-2-68 0,-2-8 11 0,-37-25-5 15,51 36 3-15,-51-36-41 0,34 22-28 0,-34-22-18 16,0 0-121-16,0 0-212 0,0 0-47 0,24-35 29 15,-24 35-686-15,0-53-486 0</inkml:trace>
  <inkml:trace contextRef="#ctx0" brushRef="#br0" timeOffset="82606.81">28883 12109 76 0,'9'-67'714'16,"-9"8"119"-16,-4 9-44 0,-1 9-59 0,0-4-41 16,-7 7-57-16,-3 3-126 0,15 35-56 0,-22-57-57 0,22 57-63 0,-14-39-35 15,14 39-39-15,-49-27-28 0,49 27-6 0,0 0-42 16,0 0-44 0,-31-23-55-16,31 23 3 0,0 0-39 0,-47 34 1 0,21-4-32 0,4 22 6 0,-15-3 1 15,1 9-6-15,-8 13 48 0,-2 7-27 0,-8 10 49 16,-4 11 48-1,-10 12 70-15,-2 11 57 0,-18 16 82 0,-9 12 35 0,-7 4 37 0,-13 14 16 0,-19 5 20 16,-12 4 10 0,-10 2 11-16,-8 0-4 0,-18 5-1 0,-6-4-93 0,-11 2-18 15,-4 4-44-15,4-4-62 0,-6-8-48 0,6-6-50 16,1-7-72-16,6-7-130 0,7-23-188 0,7 10-231 0,20-7-218 16,19-10-175-16,7-13-29 0,18-12-30 15,23-5-189-15,15-9-257 0,15-11-12 0,5-7-1094 0,14-16-1066 0</inkml:trace>
  <inkml:trace contextRef="#ctx0" brushRef="#br0" timeOffset="90720.76">26638 7994 365 0,'0'0'781'0,"0"0"21"0,26-21-86 0,-26 21-14 0,0 0-50 0,0 0-58 0,0 0-99 0,0 0-57 0,0 0-72 0,0 0-55 0,0 0-70 0,0 0-48 0,0 0-37 16,0 0-13-16,0 0-15 0,0 0-19 0,0 0-50 16,-36-21 2-16,36 21-21 0,0 0-14 0,0 0-5 15,0 0-2-15,-78 0-4 0,78 0 12 0,0 0-10 0,-70 5-13 16,70-5 2-16,-64 7 1 0,64-7 6 0,-68 2 6 16,68-2 91-16,-70 10-136 0,70-10 10 15,-73 17 37-15,73-17-6 0,-73 13 13 0,73-13-29 16,-68 13-1-16,68-13-2 0,-61 17 0 0,61-17-1 15,-55 17 1-15,55-17-1 0,-54 17 5 0,54-17-9 16,-41 21 10-16,41-21-3 0,-34 21-3 0,34-21 7 16,-32 27 1-16,32-27 7 0,0 0 8 0,-36 37-44 15,36-37 24-15,-25 36-13 0,25-36 10 0,5 38-4 0,-5-38 5 16,-17 45 1-16,17-45-7 0,-17 45 11 0,17-45-8 16,-9 53 5-16,9-53 4 0,-5 58 2 0,5-58 10 15,-5 53-13-15,5-53 9 0,5 66-9 0,-5-66 12 16,5 72 0-16,-5-72 3 0,7 75-13 0,-5-40 15 15,-2-35-9-15,12 72 6 0,-7-34 2 0,-5-38-6 16,10 72 2-16,-10-72 14 0,17 67-12 0,-17-67 8 0,10 62-63 16,-10-62 55-16,9 53 7 0,-9-53-7 0,13 50 3 15,-13-50-3-15,4 42 7 0,13-12-17 0,-17-30-5 16,0 0-59-16,0 0-44 0,5 37-74 0,-5-37-99 16,0 0-157-16,0 0-125 0,0 0-274 0,0 0-107 15,0 0-922-15,0 0-604 0</inkml:trace>
  <inkml:trace contextRef="#ctx0" brushRef="#br0" timeOffset="90947.41">25556 8962 359 0,'0'0'536'0,"0"0"-5"0,32-23-9 0,-32 23-67 0,49-32-34 0,-13 15-35 0,10-1-45 0,-5-1-32 0,8-3-46 0,9-2-40 0,1 3-45 0,-1 3-38 0,5-2-30 0,0 5-21 16,0 0-22-16,-4 7-35 0,-1-3-107 16,-4 7-115-16,-54 4-157 0,104-2-134 0,-104 2-75 0,68 6-31 0,-68-6-538 15,58 25-313-15</inkml:trace>
  <inkml:trace contextRef="#ctx0" brushRef="#br0" timeOffset="91464.72">25571 9745 339 0,'-54'12'616'0,"54"-12"-39"15,0 0-32-15,0 0-90 0,0 0-95 0,0 0 9 16,0 0-41-16,39-28-68 0,-39 28-4 0,59-19 12 0,-13 1-58 0,-46 18-36 16,95-21-18-16,-42 9-23 0,5 0-6 0,6 2-8 15,-1-2-16-15,0 3-38 0,-2-2 6 16,-1 1-73-16,-6 4 58 0,4-1-10 16,-7 1-11-16,-51 6-3 0,97-15-6 0,-97 15-11 15,78-9-4-15,-78 9 3 0,54-6 1 0,-54 6-4 0,0 0 0 0,58-6 3 0,-58 6 5 0,0 0 1 16,0 0 6-16,0 0-1 15,0 0-7-15,0 0-9 0,0 0-9 0,0 0-13 16,0 0-6-16,-73 14 9 0,73-14-4 0,-80 12-12 16,26-1-9-16,-4-19-48 0,0 25 55 0,-5-3 10 15,-6-3 1-15,1 3 6 0,-4-2-5 0,1 1 4 16,3 4 3-16,-5-2 2 0,5-3-26 0,5-1 19 0,2-1 46 0,61-10-34 0,-109 12 4 16,109-12 3-16,-80 15 1 0,80-15 0 0,-59 12-7 15,59-12-7 1,0 0-9-16,-51 7-7 0,51-7 0 15,0 0 6-15,0 0 3 0,0 0 3 0,0 0 7 0,66-6 2 16,-66 6 0-16,85-17 1 0,-36 8-2 0,14-2-11 16,-5 1 11-16,5-1 12 0,0-3-10 0,1 5-2 15,-1-1 6-15,0-2-2 0,-5 1 0 0,-4 2-90 16,-3 0-99-16,-51 9-104 0,90-12-158 0,-90 12-134 16,70-27-46-16,-70 27-692 0,41-21-417 0</inkml:trace>
  <inkml:trace contextRef="#ctx0" brushRef="#br0" timeOffset="92293.84">26601 7600 369 0,'0'0'659'0,"0"0"59"0,-48-21-29 0,48 21-21 0,0 0 4 0,0 0-79 0,0 0-85 0,0 0-83 0,0 0-70 0,0 0-51 0,0 0-66 0,0 0-51 0,0 0-40 0,0 0-14 16,0 0-55-16,0 0 6 0,0 0-19 0,0 0-8 16,0 0-11-16,0 0-35 0,0 0-1 0,0 0 9 15,0 0-3-15,0 0-22 0,0 0 0 16,0 0-1-16,0 0 19 0,0 0-7 0,60 19-9 0,-60-19 16 16,34 23-18-16,-34-23 27 0,44 29-18 0,-44-29 15 15,46 35-36-15,-19-14 5 0,-27-21 23 0,58 40-17 16,-58-40 20-16,59 36-5 0,-59-36 42 0,53 32-70 15,-53-32 11-15,58 28 14 0,-58-28-10 0,54 23-2 16,-54-23 11-16,41 18-25 0,-41-18 34 0,0 0-17 16,44 16-5-16,-44-16 39 0,0 0 62 0,0 0 89 0,0 0 103 15,0 0 117-15,41-17-19 0,-41 17-59 16,15-45-50-16,-15 45-46 0,12-76-25 0,-2 28-4 0,-6-10-31 16,4-13-24-16,1-1-27 0,6-10-16 0,-5-6-26 15,7-6-6-15,-5-6-16 0,7-1 4 0,3-1-7 16,5-6 6-16,-3 5 2 0,5-5 6 0,3 6 14 0,4 0 3 0,1 2-23 15,4 3 39-15,-2 0-11 0,7 6 5 0,-4 0-4 16,1 1 5-16,3 5 5 0,3 8 41 16,-5 4 4-16,-3 6 20 0,0 3 144 0,1 4-107 15,-11 10 22-15,3 2-1 0,-9 7-3 0,1 5-5 16,-4 7-4-16,-22 29-10 0,32-45 1 16,-32 45-30-16,22-32 16 0,-22 32-55 0,0 0 45 0,14-28-12 15,-14 28-30-15,0 0 10 0,0 0-15 0,0 0-16 0,0 0-18 16,0 0-20-16,0 0-20 0,0 0-19 0,0 0-18 15,0 0-55-15,0 0-73 16,0 0-161-16,0 0-335 0,0 0-251 0,0 0-231 0,0 0-97 0,-5 37-377 0,-21 1-456 16,11-8-1032-16,15-30-1423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4:36:47.545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29454 8398 164 0,'0'0'711'0,"-39"-33"37"16,39 33-17-16,-32-28-36 0,32 28 13 0,-36-27-86 0,36 27-88 0,-32-26-51 0,32 26-63 0,0 0-43 0,-31-34-33 0,31 34-31 0,0 0 12 0,-27-26-28 0,27 26-21 0,0 0-26 16,0 0-25-16,0 0-13 0,-27-32-22 15,27 32-13-15,0 0-12 0,0 0-13 0,0 0-22 0,0 0-20 16,0 0-77-16,0 0 59 0,0 0-5 0,0 0-39 15,0 0-9-15,0 0-15 0,0 0-7 0,0 0-2 16,0 0-19-16,0 0-10 0,0 0-11 0,0 0-7 16,0 0-5-16,0 0 14 0,5 40 6 0,-5-40 6 15,7 55 2-15,-2-17 2 0,-5 5 0 0,5 5-3 16,5 5-61-16,-3 5 106 0,-2 3-31 0,5 9 2 0,-1 1 13 16,-1 1 13-16,1 6 7 0,6-2 20 15,-3 4 11-15,-2-2 7 0,0 1 18 0,-3-1-11 0,7 3 17 16,-1-1 34-16,-4-1-34 0,6-8-3 0,-8 3-5 0,3 2 1 15,0-2 3-15,2-5-21 0,-3 0-5 16,-4-4-7-16,5-5-21 0,-3-1-2 16,-7-6-12-16,5-6-28 0,0-1-27 0,0-7-33 0,-5-39-33 15,5 67-49-15,-5-67-66 0,7 46-60 0,-7-46-71 16,0 0-51-16,0 41-20 0,0-41-23 0,0 0-34 16,0 0-119-16,0 0-198 0,0 0-224 0,0 0-35 0,0 0-937 0,-39-46-647 15</inkml:trace>
  <inkml:trace contextRef="#ctx0" brushRef="#br0" timeOffset="601.83">29026 8423 203 0,'-22'-35'419'0,"22"35"5"0,-27-30 35 0,27 30-13 0,0 0-16 0,-36-33-31 0,36 33-5 0,0 0-21 0,0 0-51 0,0 0-47 0,-17-27-50 0,17 27-34 0,0 0-32 0,0 0-21 16,0 0-31-16,0 0-19 0,0 0-21 0,0 0-18 15,0 0-9-15,0 0-7 0,-41 33-2 0,41-33 5 0,-17 47 11 16,17-47 7-16,-32 61-3 0,18-27 3 16,4-1-12-16,-2 1 9 0,-3 8-7 0,3-8-13 0,12-34-3 15,-19 65-9-15,19-65-2 0,-17 57-5 0,17-57-6 0,-5 43-1 0,5-43-14 0,0 0-29 32,-5 38-48-32,5-38-49 0,0 0 12 0,0 0 8 15,0 0-1-15,46-18 14 0,-24-13 4 0,5-1 1 16,4-5 20-16,1-1 13 0,-1-4 4 0,1-4 34 15,-5 0-17-15,4-3 28 0,1 1-11 0,-5 2 9 16,4 4-4-16,-4-2 10 0,0 5 9 0,-3 2 36 0,-7 3 27 16,10 4 15-16,-27 30 23 0,31-46 10 0,-31 46-47 15,27-32 35-15,-27 32-20 0,0 0-24 16,32-28-14-16,-32 28-11 0,0 0 2 0,0 0 27 0,0 0 9 16,63-8 8-16,-63 8 24 0,46 15 17 0,-46-15-7 15,65 23 17-15,-28-7 9 0,-1 3-13 0,6 4 1 0,1 0-17 16,-1 4 7-16,1 5-17 0,-1-1-1 0,-1 4-22 15,3 0-19-15,-3 5 0 0,0-1-6 0,-4 1-21 16,-3 1 10-16,-3 1-3 0,1-1-5 0,-5 1 3 16,-3-1-15-16,-7 1-27 0,3-2-75 0,-8-2-99 15,-3 2-113-15,8 2-154 0,-17-42-193 0,0 69-108 0,0-69-14 16,-31 55-156-16,31-55-285 16,-37 38-375-16</inkml:trace>
  <inkml:trace contextRef="#ctx0" brushRef="#br0" timeOffset="913.81">28951 7336 138 0,'0'0'904'0,"-20"-58"84"0,20 58-150 0,-17-37-35 0,17 37-136 0,0 0-103 0,-14-39-74 0,14 39-83 0,0 0-72 0,0 0-86 0,0 0-48 0,0 0-50 0,0 0-34 0,0 0-16 15,0 0-12-15,0 0-24 0,9 45-8 0,1-10-13 16,2-1-152-16,-2 6 171 0,0-1-26 0,2 7-14 16,-7-5 12-16,9 3-8 0,-2-2 6 0,-2-1-44 15,-5-2-55-15,5-2-34 0,-3-4-77 0,-7-33-76 16,20 56-118-16,-20-56-146 0,0 43-136 0,0-43-42 15,0 0 4-15,0 0-32 0,0 0-529 0,0 0-394 0</inkml:trace>
  <inkml:trace contextRef="#ctx0" brushRef="#br0" timeOffset="1213.26">28956 7148 184 0,'-5'-43'563'0,"5"43"12"0,0 0-42 15,-5-41-93-15,5 41-84 0,0 0-52 0,0 0-40 0,0 0-83 16,0 0-10-16,0 0 37 0,31-22-11 15,-31 22-20-15,49 15-17 0,-49-15-21 0,63 24-22 0,-63-24-13 16,78 30-19-16,-39-16-11 0,2 1-14 16,5 2-14-16,-2 2-2 0,7-7-8 0,3 2-10 0,-6-5-6 15,-48-9 2-15,90 18-2 0,-90-18 31 0,85 7-37 16,-85-7 12-16,68-5 33 16,-68 5 44-16,58-18 34 0,-58 18 18 0,47-41-32 0,-30 11-14 0,-8-1-6 0,6-10 5 15,-8 0 11-15,-2-1-28 0,-5-6-12 16,-5 0-7-16,-2-5-8 0,-3 2-78 0,1 2 81 15,-4 1-25-15,-1 6-5 0,-3 3-1 0,2 8-24 16,15 31-23-16,-27-58-89 0,27 58-154 0,0 0-219 16,0 0-203-16,0 0-22 0,0 0 13 0,0 0-13 0,22 64-573 15,5-18-399-15</inkml:trace>
  <inkml:trace contextRef="#ctx0" brushRef="#br0" timeOffset="1789.42">30912 7882 158 0,'0'0'902'0,"36"41"70"0,-36-41-133 16,22 30-23-16,-22-30-109 0,0 0-100 15,19 30-84-15,-19-30-89 0,0 0-74 16,13 38-55-16,-13-38-39 0,0 40-62 0,0-40-25 16,-3 55-35-16,3-55-31 0,5 63-30 0,-5-63-15 15,7 71-13-15,-7-71-12 0,10 69 3 0,2-32-5 16,-12-37-20-16,15 67-10 0,-15-67 5 0,9 59-1 0,-9-59-2 0,10 44-2 15,-10-44-4-15,0 0 10 0,7 39 1 0,-7-39 8 16,0 0-6-16,0 0 13 0,0 0 2 16,0 0-20-16,0 0-49 0,0 0-48 0,0 0-22 0,-43-34 2 0,43 34 22 15,-37-62 8-15,18 24 144 16,-3-7-173-16,0-3 1 0,-5-5-5 16,13-1 17-16,-3 1 13 0,-3-1 9 0,3 0 22 15,3 2-1-15,2 4 9 0,-3 0 20 0,3 5-7 0,2 3 46 0,5 1-44 0,5 39-10 16,-5-61 10-16,5 61 0 15,15-54-6-15,-15 54 24 0,17-50-10 16,-17 50 9-16,46-49-4 0,-14 26 4 0,16 0 17 0,-6-4-8 16,4 10-12-16,2-5 23 0,6 2-4 0,-1 2-10 15,1 1 9-15,-3 4 14 0,2 0 131 0,-7 3-203 16,-46 10 14-16,76-14 10 0,-76 14-16 0,63-6 33 16,-63 6-4-16,0 0-3 0,58-7-3 0,-58 7 4 15,0 0 19-15,0 0 9 0,44 28 31 0,-44-28-8 0,0 0 6 16,-2 60 11-16,2-60-16 0,-20 61 7 0,-2-21-12 15,-9 1 10-15,4 5-24 0,-5-4-7 0,1 3 10 16,4-3-3-16,0 0-8 0,3-5 7 0,12 2-14 16,-3-2-13-16,15-37 2 0,3 60 10 0,-3-60-10 15,34 43 2-15,2-22 44 0,5-8-71 0,13-5-2 0,19-6-7 16,12-6-1-16,0-8-5 0,5 0 10 0,5-4-37 16,-1-4-3-16,-4-3 8 0,0 4-20 15,-10-4-35-15,-2 0-38 0,-15 0-69 0,-9 5-71 0,-3 0-119 16,-51 18-154-16,56-30-143 0,-56 30-30 0,0 0-74 15,-25-28-343-15,25 28-352 0</inkml:trace>
  <inkml:trace contextRef="#ctx0" brushRef="#br0" timeOffset="2218.94">27172 8165 177 0,'0'0'868'0,"-31"-26"90"0,31 26-132 0,0 0-26 0,-27-30-116 0,27 30-116 0,0 0-97 0,0 0-84 0,0 0-79 15,0 0-63-15,0 0-61 0,0 0-41 0,0 0-35 0,0 0-25 0,0 0-17 0,0 0-4 16,0 0-6-16,0 0-15 16,46 42-1-16,-29-10-1 0,0 12-9 0,7 6 31 0,-12 4-12 0,3 6 119 0,2 6-157 15,-7 4 29-15,2 1-18 16,-2 1 1-16,-1-1-1 0,-4-5-9 0,7-3-3 0,-2-3-6 0,0-10 4 0,2-4-8 15,7-4-7-15,-6-12 7 16,18 0-10-16,6-7 20 0,16-8 42 0,20-15-15 16,17-20 55-16,31-17-21 0,28-19-35 0,21-17-114 15,19-19-232-15,32-3-589 0,17-17-442 0,-12-1-811 16,-2-11-761-16</inkml:trace>
  <inkml:trace contextRef="#ctx0" brushRef="#br0" timeOffset="42169.96">7668 3213 58 0,'0'0'206'0,"-46"-11"64"0,46 11 35 0,0 0-28 0,0 0 12 0,-49-19 12 0,49 19-25 0,0 0 21 0,0 0-15 0,-41-21-11 0,41 21 17 0,0 0 23 0,0 0 15 15,-29-22-20-15,29 22-31 0,0 0-23 0,0 0-33 16,0 0-8-16,-32-23-26 0,32 23-14 0,0 0-10 0,0 0-40 0,0 0 12 16,-34-18-27-16,34 18-20 15,0 0 1-15,0 0-15 0,0 0-35 0,0 0-8 16,0 0-1-16,0 0-2 0,0 0-8 16,0 0 1-16,0 0-21 0,0 0 2 0,0 0-5 0,0 0 0 0,0 0-8 15,0 0 6-15,0 0 14 0,0 0 13 0,0 0-1 0,63 3 12 16,-63-3-7-16,64 0-5 0,-64 0 16 0,80 5 31 0,-80-5-15 15,90 0-6-15,-90 0-7 16,94 0-3-16,-94 0 1 0,107 3-26 16,-107-3 3-16,112 0-2 0,-49 0 4 0,0 2-16 15,3-4 13-15,0 2-12 0,7 0 0 0,-3-3 13 0,3 1-2 0,2-2 14 0,3 2-37 16,0-3-1 0,2 0-1-16,-2 2 7 0,-1-2-4 0,-4 1 6 0,-2-2 10 15,-1-2-8-15,1 4 6 0,-6 1 122 0,1-2-144 16,0-1-1-16,-6 2 5 0,-1-1 5 0,-1 2 10 15,0-1 130-15,-2-1-162 0,2 2 1 0,-2-2 11 16,-56 5-6-16,110-6 17 0,-110 6-3 0,107-6 8 16,-107 6-22-16,109-6 23 0,-109 6-4 15,109-6-14-15,-109 6 21 0,102-9-3 0,-102 9 3 0,105 3 1 16,-105-3 1-16,99 0-9 0,-99 0 9 0,98 0-1 16,-98 0 40-16,97 6-52 0,-97-6 2 0,102 0 4 15,-102 0 10-15,104 0-6 0,-104 0 7 0,105 0-5 16,-105 0-14-16,102 2 8 0,-46 7 10 0,-3-18-15 15,-53 9 10-15,105-2-4 0,-105 2 5 0,104 0 30 16,-104 0-29-16,105-4-5 0,-105 4-1 0,99-2-2 16,-99 2 35-16,90-6-35 0,-90 6-6 0,90-4 5 15,-90 4 8-15,85-2-7 0,-85 2 13 0,85 2-8 0,-85-2-5 16,85-2 2-16,-85 2 9 0,85-1-11 0,-85 1 21 16,85 3 20-16,-85-3 16 0,90-2-14 0,-90 2 12 15,93-1-140-15,-93 1 141 0,92 0-17 0,-92 0 7 16,92 0-19-16,-92 0 12 0,97 0-13 0,-97 0-3 15,95 0-1-15,-95 0-6 0,102 0 10 0,-102 0 20 0,112 0-35 16,-112 0-17-16,97 0 12 0,-97 0-4 0,83 0-1 16,-83 0 13-16,78 1-11 0,-78-1-2 0,75 2-5 15,-75-2 14-15,78 5-5 0,-78-5 1 0,80 5-11 16,-80-5 16-16,78 6-8 0,-78-6 6 16,77 0-1-16,-77 0-2 0,73-4 0 0,-73 4 6 0,80 6-16 15,-80-6 60-15,81 5-53 0,-81-5 3 0,77 7-5 0,-77-7 5 16,81 5-2-16,-81-5 42 0,75 5-57 0,-75-5 8 15,80 2-3-15,-80-2 11 0,73 4-14 0,-73-4 61 16,73 4-51-16,-73-4-11 0,73 3 18 16,-73-3-13-16,80 4 10 0,-80-4-8 0,61 0 3 0,-61 0 12 15,68 0-2-15,-68 0 133 0,65 3-180 0,-65-3 17 0,71 5 20 16,-71-5-9-16,68 4 4 0,-68-4 1 0,73 1 11 16,-73-1-21-16,75 0 20 0,-75 0 23 0,78 1-33 15,-78-1 129-15,82 0-152 0,-82 0 25 0,93 0-8 16,-93 0-1-16,97-2 0 0,-97 2 13 15,100-4-4-15,-100 4 7 0,104-5 1 0,-104 5-13 16,109-3 17-16,-53-1 6 0,-56 4-10 0,114-8-11 0,-53 5-7 16,-3-2 33-16,3 2-22 0,0-3 9 0,0 1-2 15,-1 0 2-15,-1 3-3 0,2-4-4 16,-1 0-12-16,-1 2 9 0,-1 1 24 0,0-1-17 0,1 3 5 0,-1-2-5 16,5 0-4-16,-5-1 9 15,-58 4 2-15,119-7-2 0,-58 4-2 0,0-1-4 0,0 1 26 0,-1 1-30 16,-1-2 16-16,1 1-22 0,-1-1 1 15,2-1 9-15,2 2-12 0,-3-4 14 16,4 4 2-16,-4-7-7 0,4 5 4 0,1 1 12 0,-4-2-4 16,-3 1-14-16,3-2 15 0,-3 2-7 0,1 0-4 15,-1 0 11-15,-58 5-15 0,107-8 11 0,-107 8 0 0,104-10-8 16,-104 10 4-16,97-9-4 0,-97 9 1 0,90-2-5 0,-90 2 7 16,81-5-1-16,-81 5 28 0,77-7 19 0,-77 7-21 15,83-14 4-15,-83 14 2 0,75-6-16 16,-75 6-18-16,78-1 7 0,-78 1 10 15,78-6-17-15,-78 6 14 0,78-6 76 0,-78 6-100 0,80-6 21 16,-80 6-10-16,80-5 5 16,-80 5 0-16,82-11-43 0,-82 11 57 0,69-8 7 0,-69 8-14 0,65-8 14 0,-65 8-4 0,54-9 11 15,-54 9 13-15,0 0 0 16,65-10-9-16,-65 10-2 0,0 0-8 0,0 0-3 16,58-7-3-16,-58 7 10 0,0 0-23 0,0 0 2 0,0 0-1 0,0 0 5 15,0 0-6-15,0 0-5 0,0 0-3 0,0 0 4 16,0 0-3-16,0 0-90 0,0 0-76 0,0 0-149 0,0 0-196 15,0 0-239-15,54-7-218 0,-54 7-239 0,0 0-340 16,0 0-496-16</inkml:trace>
  <inkml:trace contextRef="#ctx0" brushRef="#br0" timeOffset="43487.5">12054 9427 689 0,'0'0'1031'0,"-22"-32"-130"0,22 32-72 0,0 0-79 0,-27-33-84 0,27 33-67 0,0 0-61 0,0 0-65 0,-22-27-68 0,22 27-49 16,0 0-71-16,0 0-73 0,0 0-41 0,0 0-36 0,0 0-38 31,0 0-25-31,0 0-19 0,0 0-21 0,0 0-11 0,0 0 8 16,0 0-28-16,0 0 4 0,-24 37 0 0,24-37-1 15,-14 56 0-15,-1-18 7 0,0 2 1 0,-6 3-14 16,-4 7 2-16,-1-1 8 0,-1 5 2 0,-5-1-2 15,3-1-4-15,0 1-4 0,2-9 6 0,-2 2 0 16,5-4-7-16,2-6 9 0,0-1-16 0,22-35 2 16,-27 50-62-16,27-50-45 0,-12 33-27 0,12-33 3 0,0 0-6 15,0 0 13-15,0 0 17 0,0 0 26 0,0 0 12 16,0 0 21-16,27-48 12 0,-8 15-27 0,3-6 36 16,0-7 13-16,0 0 2 0,0-2 1 0,-3-1 49 0,1-2-14 0,4 1 3 0,-5-1-17 15,3 3 10 1,-2 0 0-16,2 5-5 0,-5 2-8 15,4-1 17-15,-1 7-13 0,-1 0 1 0,1 4-3 0,-1 1 10 16,3 3 3-16,0 1 5 0,2 1-24 16,-24 25 19-16,49-41-5 0,-49 41-5 0,51-35 8 0,-51 35 3 0,56-29-4 0,-56 29-27 0,56-23 21 31,-56 23 4-31,53-13-6 0,-53 13-5 0,73-8-12 0,-73 8 63 16,0 0-55-16,0 0-7 0,70 8 7 0,-70-8 12 15,42 19 23-15,-42-19 0 0,41 35 25 0,-41-35 2 16,36 52 2-16,-16-21 16 0,-6 6 11 0,3 1-2 15,3 2-5-15,16 5-12 0,-45 3 0 0,21 0-12 16,-3 0-14-16,4 2 6 0,-4-2-19 0,6 1-1 16,-8-2 2-16,-4-2-1 0,4 0-14 0,3 0-4 15,-3-6-115-15,-7-39-66 0,2 74-60 0,-2-74-61 0,3 60-119 16,-3-60-156-16,2 55-143 0,-2-55-203 0,-12 32-15 16,12-32-783-16,0 0-552 0</inkml:trace>
  <inkml:trace contextRef="#ctx0" brushRef="#br0" timeOffset="43721.93">11847 9886 480 0,'-90'9'926'0,"90"-9"-108"0,-70-3-161 0,70 3-51 0,0 0-127 0,-58 5-99 0,58-5-82 0,0 0-59 0,0 0-34 0,0 0 4 0,60-11-34 0,-9 3-26 0,13-4-27 0,9 0-18 0,7-1-23 0,5-3-15 0,5-1 11 0,4-7-38 15,6 1 9-15,5 10-12 0,-1-4-13 16,8 4 8-16,-5-2-46 0,2 4-138 0,-2 1-144 16,5 2-199-16,2-1-153 0,-7-3-45 0,-8 0-73 15,13 8-535-15,-10 1-410 0</inkml:trace>
  <inkml:trace contextRef="#ctx0" brushRef="#br0" timeOffset="44325.99">17477 9083 125 0,'0'0'769'0,"0"0"95"0,25-41-44 16,-25 41-26-16,0 0-54 0,0 0-90 0,-8-46-64 15,8 46-91-15,0 0-76 0,-17-32-72 0,17 32-59 0,0 0-15 0,-27-28-50 0,27 28-38 16,0 0-31-16,-36-30-19 0,36 30-32 0,0 0-17 16,-49-27-25-16,49 27 5 0,0 0-40 0,-46-19 7 0,46 19-14 15,-58-4-2-15,58 4 10 0,-68-2-25 16,68 2-1-16,-75 4-7 0,75-4 1 15,-78 9-1-15,78-9 5 0,-83 19-5 0,20-8 4 0,63-11-10 16,-75 28 2-16,75-28 4 0,-76 28 0 0,76-28-4 0,-58 34-1 16,58-34-1-16,-48 33-4 0,48-33-6 0,-35 36 7 15,35-36-1-15,-24 37-3 0,24-37 4 0,-14 41 4 16,14-41 8-16,-5 49-6 16,5-49 7-16,0 53-1 0,0-53 39 0,7 56-49 0,-7-56 4 0,10 64-2 0,-10-64 13 15,17 59 6-15,-17-59-14 0,14 66 6 16,-14-66-4-1,12 68 3-15,-12-68-10 0,32 69-5 0,-32-69 14 0,3 65-4 16,-3-65-3-16,-3 67 18 0,3-67 23 0,-7 68-25 16,7-68 0-16,-12 68 2 0,12-68-8 15,-15 68 5-15,15-68 2 0,-17 66-3 0,7-30-8 0,10-36 9 0,-14 60-3 16,14-60 12-16,-10 53-25 0,10-53 2 16,-19 50-8-16,19-50 10 0,12 38-3 0,-12-38-9 15,22 34 7-15,-22-34-2 0,21 26 32 0,-21-26-37 16,56 17 28-16,-56-17-31 0,73 1 14 0,-73-1 2 15,93-11-11-15,-42 3-15 0,-10-6-43 0,12-1-28 16,1-4-35-16,2-3-23 0,-5 0-81 0,-5-1-124 0,3-2-125 16,2 2-187-16,-8-7-167 0,-9-3-9 0,-5 3-148 0,1 2-245 0,-6-2-388 0</inkml:trace>
  <inkml:trace contextRef="#ctx0" brushRef="#br0" timeOffset="44532.86">16632 9800 32 0,'0'0'342'0,"0"0"143"0,0 0 27 0,24-50 25 0,15 29-52 0,9-3-60 0,1 16 9 0,14-6-30 0,5-22-56 0,5 5-70 0,-2-3-55 0,1-9-46 16,-8 33-36-16,11-14-27 0,-14 0-20 0,-5 6-28 15,-5 3-76-15,-8 1-196 0,-43 14-145 0,66-19-99 16,-66 19-93-16,0 0-53 0,0 0-604 0,0 0-378 15</inkml:trace>
  <inkml:trace contextRef="#ctx0" brushRef="#br0" timeOffset="44961.57">15050 9232 243 0,'0'0'641'0,"-56"-33"-16"0,56 33-24 0,-66-28-59 0,66 28-35 0,-73-18-41 16,73 18-56-16,-82-12-60 0,82 12-51 0,-85 0-50 0,85 0-49 15,-93 12-30-15,40-1-39 0,-3 3-4 0,3-2-11 16,-1 9 1-16,-2 0-5 0,3 3-9 16,-1 0-103-16,1 5 112 0,4-1-14 0,3 2-13 0,2 1-15 15,3 2-8-15,12-1-25 0,0 3 2 0,7 0-23 16,10-2-10-16,5 5-3 0,7-38 2 0,4 71-5 16,6-38 0-16,12 2 2 0,5-1-3 0,4-3 1 0,6-1-1 15,6-3-2-15,4 0 6 0,4-3 2 0,2-3-5 16,3-1 7-16,2-3-12 0,1-4 18 0,-3-1-9 15,-1-3 4-15,4-2-8 0,-6 0 44 0,-53-7-82 16,110 5-34-16,-110-5-49 0,94 3-87 0,-94-3-110 16,85 3-117-16,-85-3-155 0,71-1-118 0,-71 1 1 0,0 0-31 15,61-5-371-15,-61 5-302 0</inkml:trace>
  <inkml:trace contextRef="#ctx0" brushRef="#br0" timeOffset="45189.54">13867 10554 387 0,'-73'30'735'0,"9"-1"-6"0,11-10-80 15,9 2-85-15,5-7-65 0,39-14-107 0,-46 25-83 16,46-25-31-16,0 0 12 0,22 27 5 0,-22-27-5 16,105 0-26-16,-23-7-21 0,13-4-38 15,19-5-20-15,5-7-12 0,12-7-6 0,3 9-19 0,2-1-12 0,-2-1 23 0,-3 1-76 16,3 2-17-16,-13-1-5 0,3 3-6 15,-17-1-15-15,-7 6-57 0,-18 0-78 0,-9 2-113 0,-10 5-177 16,-4 3-217-16,-59 3-275 0,72-10-59 0,-72 10-835 16,0 0-577-16</inkml:trace>
  <inkml:trace contextRef="#ctx0" brushRef="#br0" timeOffset="46543.78">12379 13234 71 0,'0'0'687'0,"27"-30"102"0,-27 30-63 0,0 0-86 0,17-33 10 0,-17 33-73 0,0 0-75 0,0 0-80 0,-17-35-57 0,17 35-48 0,0 0-73 0,0 0-34 15,-29-27-44-15,29 27-44 0,0 0-8 0,0 0-18 0,-34-18-12 16,34 18-10-16,0 0 55 16,-58-5-110-16,58 5-1 0,0 0 11 0,-61 5-8 15,61-5-3-15,0 0-30 0,-68 10 9 0,68-10 6 16,-49 10 14-16,49-10-10 0,-48 14-2 0,48-14-6 16,-56 12 9-16,56-12 1 0,-58 24-24 0,58-24 15 15,-61 21-5-15,61-21 6 0,-61 25 9 0,61-25-8 0,-49 26 2 16,49-26-16-16,-53 23 17 0,53-23-21 0,-46 23 168 15,46-23-179-15,-34 23 1 0,34-23 7 16,-32 25-1-16,32-25 21 0,0 0 132 0,-26 38-175 0,26-38-6 16,-15 30 23-16,15-30 20 0,-5 39-11 0,5-39-4 15,0 42 26-15,0-42-6 0,3 47 9 0,-3-47 15 0,2 54-10 16,-2-54 32-16,0 53 57 0,0-53-60 0,-5 70-9 0,-2-32-1 0,-3 1 1 16,-2 2-16-1,-3 0 5-15,-2-8 15 0,-2 9-7 0,-1-1 13 0,3-1-33 0,-4 0-3 0,1-4-3 0,3 0 2 31,3-4-16-31,14-32 10 0,-20 60-12 0,20-60 6 16,-10 50 11-16,10-50-16 0,3 43 14 0,-3-43-15 0,19 38 5 16,-19-38 6-16,42 28 8 0,-42-28-8 15,77 24 5-15,-77-24 31 0,71 15-42 0,-71-15 3 0,90 8 11 16,-90-8-24-16,104 0 10 0,-104 0 4 0,112-5-22 16,-54-2-5-16,-4 2-21 0,-1-3-17 0,1 0-33 15,-6-2-36-15,-48 10-52 0,95-18-51 0,-95 18-51 0,73-17-68 16,-73 17-91-16,68-15-88 0,-68 15-98 0,49-16-7 15,-49 16 41-15,0 0 8 0,26-32-526 0,-26 32-310 16</inkml:trace>
  <inkml:trace contextRef="#ctx0" brushRef="#br0" timeOffset="46739.34">11689 14176 67 0,'0'0'339'0,"0"0"69"0,0 0-44 0,0 0 31 16,0 0-30-16,27-42-27 0,-27 42-16 0,68-31-17 0,-27 14 24 0,11-2-92 0,3 1 6 0,9-5-43 0,4-1-37 0,2-3-35 15,8 4-25-15,4 0-16 0,1 2-28 0,2-1-29 0,0 2-139 0,7 2-131 16,3-2-152-16,0 3-91 0,-5-6-24 16,5 14-146-16,2-5-259 0,0-6-111 0</inkml:trace>
  <inkml:trace contextRef="#ctx0" brushRef="#br0" timeOffset="47534.7">17412 13539 367 0,'0'0'979'0,"41"-23"-26"0,-41 23-86 0,0 0-100 0,0 0-93 0,0 0-74 0,53-20-90 0,-53 20-97 0,0 0-88 0,0 0-67 0,0 0-47 0,-7 35-32 0,7-35-39 16,-12 53-27-16,5-19-11 0,-1 7-15 0,-1 3-26 16,-1 1-4-16,3 5-22 0,-6 0 2 0,1-1-16 15,-2 3 40-15,2-5-45 0,-1 2-13 0,-1-4 9 16,2-1-9-16,-5-2 23 0,5-6-15 0,-3-1-7 16,15-35 11-16,-27 55 3 0,27-55-12 0,-22 35 4 0,22-35-13 15,-31 23-32-15,31-23-32 0,0 0-34 0,0 0-28 16,0 0 13-16,-24-32 12 0,24 32-4 15,-10-47 23-15,10 47 8 0,0-62 8 0,7 26-1 0,5-1 7 16,-4-1 19-16,1-2 17 0,3-2 9 0,-2 1 2 16,2-1-3-16,-2 0 16 0,7 0 20 0,-2 1 12 0,2 0-9 15,0 0 7-15,2 1 3 0,3 11 13 16,0-9 3-16,4 1-12 0,-1 4 5 0,4 0 15 16,0 1-17-16,3 4 10 0,2 2-2 0,-5 4 35 0,5-1-69 15,0 4 2-15,2 5 14 0,-36 14-3 0,61-27-5 16,-61 27-15-16,63-14 15 0,-63 14-6 0,61-5-19 15,-61 5 13-15,61 9-11 0,-61-9 35 0,58 21-2 16,-58-21 34-16,54 40-13 0,-28-15 19 0,1 7 3 16,-5 1 14-16,0 7-6 0,17 2 1 0,-22 0-17 15,0 5-2-15,2-2-14 0,-7 1-6 0,5 0-9 16,-5 2 6-16,3-2-15 0,-3 0-8 0,3-3-1 0,-8-2 0 16,5-4-27-16,-12-37-74 0,15 55-50 15,-15-55-33-15,5 53-53 0,-5-53-66 0,-8 41-134 0,8-41-148 16,-12 34-265-16,12-34-36 0,-46 11-12 0,46-11-721 0,-71 3-516 15</inkml:trace>
  <inkml:trace contextRef="#ctx0" brushRef="#br0" timeOffset="47726.62">17251 14180 125 0,'0'0'468'0,"0"0"107"0,0 0 69 0,49-34-61 0,-10 18-50 0,12-3 15 0,5-2-48 0,7-4-52 0,5 0-65 0,0 0-67 0,2 1-64 0,-2 1-53 0,-2 4-38 16,-3-1-36-16,-9 4-5 0,-8 0-83 0,-46 16-114 0,75-18-83 16,-75 18-109-16,0 0-134 0,56-5-261 15,-56 5-84-15,0 0-775 0,-78 22-487 16</inkml:trace>
  <inkml:trace contextRef="#ctx0" brushRef="#br0" timeOffset="48077.18">14357 14685 356 0,'-94'12'781'16,"94"-12"29"-16,-81 6-74 0,81-6-26 15,0 0-56-15,-70 0-144 0,70 0-90 0,0 0-91 0,0 0-70 0,0 0-58 0,0 0-14 16,12-48-22-16,-12 48-10 0,80-33-24 0,-26 15-31 31,9 4-17-31,3-5 7 0,6 1-6 0,4-2 124 0,1 5-183 16,6 0-3-16,-3-4-5 0,3 6 5 0,0-3 0 15,-1 4-9-15,1 0-3 0,-3 5 3 0,-2-4 2 16,-5 3-25-16,-5 2-73 0,-5-1-65 0,-7 2-79 0,-56 5-131 0,99-5-154 0,-99 5-176 0,80-8-85 16,-80 8-34-1,49-14-642-15,-49 14-461 0</inkml:trace>
  <inkml:trace contextRef="#ctx0" brushRef="#br0" timeOffset="48375.89">15648 13332 244 0,'-37'-46'758'0,"6"25"3"0,-6 5-96 0,37 16-69 0,-73-25-8 16,73 25-91-16,-90-10-69 0,90 10-52 0,-104 6-63 15,48 1-43-15,-5 4-42 0,0 12-29 0,-2 3-20 0,0 2-19 16,2 3 4-16,1 6-12 0,1 0-27 15,11 0-27-15,-8 9-10 0,14-2-5 0,6-1-23 16,7 1 8-16,9 2 121 0,6 0-210 0,14 1 101 0,10-2-114 16,7-4 15-16,14-1 23 0,13-1-4 15,7-7-8-15,15-4 18 0,6-3-6 0,16-8 14 0,7-4-1 16,9-6-5-16,6-5-2 0,-1-6-14 0,3-5 4 16,-1-2-63-16,-1-5-118 0,-3-1-188 0,2-3-239 15,-7-8-333-15,-12 9-155 0,7-11-598 0,-7-4-549 16</inkml:trace>
  <inkml:trace contextRef="#ctx0" brushRef="#br0" timeOffset="49807.38">7505 11736 412 0,'0'0'886'0,"-24"-28"-31"16,24 28-101-16,0 0 21 0,-32-23-135 0,32 23-104 0,0 0-73 0,0 0-89 0,-53-12-81 0,53 12-72 0,0 0-35 0,0 0-37 0,-58 14-12 0,58-14-46 0,-37 34-17 0,37-34 33 16,-31 46-60-16,14-13-14 0,2 1-11 15,5 2-7-15,3 4-4 0,0 0-17 0,4-1 21 0,3 3-13 16,3-3 3-16,2 0 11 0,2-1-23 0,5-2 1 16,3 0 12-16,-1-5-15 0,3-1-6 0,5 0 16 0,5-1-4 15,2-5 10-15,0-2-1 0,-29-22-69 0,80 35-70 16,-80-35-67-16,68 24-96 15,-68-24-87-15,88 5-116 0,-88-5-114 0,97-17-54 0,-46 0 17 16,-5-7 8-16,3-2-50 0,-3-2-272 0,5-7-164 0</inkml:trace>
  <inkml:trace contextRef="#ctx0" brushRef="#br0" timeOffset="50408.25">8307 11752 37 0,'-2'-38'414'0,"2"38"172"0,0 0 6 0,0 0-58 0,-17-40-56 16,17 40-37-16,0 0-40 0,0 0-40 15,-71 2-37-15,71-2-42 0,-39 16-35 0,39-16-41 16,-41 25-51-16,41-25-18 0,-39 39-21 0,39-39-31 0,-39 44-12 0,20-17-16 16,-1 1-12-16,-6 4-15 0,16 4 0 0,10-36-12 15,-12 59-7-15,12-59-10 0,-24 59 3 16,24-59-6-16,17 53 3 0,-17-53-1 0,34 45 1 0,-34-45-3 0,41 35-1 16,-41-35 38-1,51 25-43-15,-51-25 10 0,53 9-4 0,-53-9 6 0,0 0 2 0,81-1 0 16,-81 1 5-16,46-20 0 15,-46 20 0-15,46-35 3 0,-46 35-3 0,36-43 4 16,-36 43-5-16,17-50 10 0,-17 50 4 0,12-49 2 0,-12 49 0 0,17-57-8 16,-17 57 2-16,8-51-4 0,-8 51 2 0,0-44-7 0,0 44-4 0,0 0 14 15,-10-51 10-15,10 51-11 0,0 0-5 0,0 0-12 16,0 0-10-16,2-40-7 0,-2 40-9 0,0 0 5 16,0 0 3-16,0 0 4 0,0 0 4 0,66 8 0 15,-66-8 1-15,46 23-57 0,-46-23 69 0,49 36 3 16,-20-17-2-16,3 4 0 15,-3 3-3-15,0 2 2 0,0 0 0 0,-5 1-2 0,-7 1 1 0,10 0 4 16,-7 2-2-16,-1-2 0 0,-19-30 4 16,12 57-5-16,-12-57 3 0,10 49 6 0,-10-49 1 0,2 43-2 0,-2-43-3 15,0 0 8 1,-17 40-5-16,17-40-29 0,0 0-25 16,0 0-40-16,0 0-10 0,-68-26-57 0,68 26 45 15,-31-45-10-15,26 8 16 0,0-3 1 0,0-10 15 0,10-3 7 16,0-7 7-16,4 0 17 0,4-4-3 0,4-1 4 15,2 3 16-15,1 2 18 0,-1 5-14 0,3 7 5 16,2 3-1-16,3 6-4 0,0 4 15 0,-3 6 9 16,3 5-6-16,-27 24-3 0,46-37 15 0,-46 37 15 15,65-15 3-15,-65 15 9 0,56 9 12 0,-56-9 22 0,63 28 17 16,-26-7-5-16,2 4 10 0,-3 9 20 16,1 3 12-16,-1 5 5 0,-2 8-1 0,-2 5-3 15,-6 3-12-15,-6 4-11 0,-6 10-15 0,-11-1-13 0,-8 5-4 16,-14 5-16-16,-15 9-30 0,-15-7-162 0,-12 6-228 15,-12-5-283-15,-19-8-190 0,0 6-891 0,-15-1-562 16</inkml:trace>
  <inkml:trace contextRef="#ctx0" brushRef="#br0" timeOffset="62539">1892 4375 151 0,'-58'-20'165'0,"58"20"38"0,-65-22 8 0,65 22-17 0,-64-25-22 15,64 25 7-15,-63-23 16 0,63 23 29 0,-58-19-7 0,58 19-20 0,-68-23 35 0,68 23-13 0,-61-21 22 16,61 21 39-16,-63-20 43 0,63 20-33 0,-56-16 11 0,56 16-18 16,-49-14-38-16,49 14-44 0,0 0-41 0,-51-12-32 15,51 12-44-15,0 0-1 0,0 0-26 0,0 0-20 0,0 0-8 0,0 0-20 16,0 0-13-1,0 0-15-15,0 0 7 0,0 0 4 0,0 0 9 16,0 0-4-16,47 14 9 0,-47-14 29 0,72 13 32 0,-72-13-39 0,95 12-32 0,-95-12 6 16,107 14 6-16,-107-14-6 0,90 14-4 0,-37-7 6 15,3-2 2-15,3 3 33 0,9-13 25 16,-3 13-9-16,11-3-9 0,1 2-16 16,8-2 18-16,8 1-34 0,4-2 19 0,3 4 32 15,7-4 7-15,2 3-23 0,3-3-21 0,4 3 1 16,-4 0 0-16,10-2-3 0,-1-1-4 0,-4 3-1 0,-1-4-21 0,-2 4 11 15,1-2 5-15,-6-1-14 0,-5 2 16 16,-1-5-20-16,-1 3 13 0,-5-1-17 16,2 2 22-16,-9 2-9 0,0-4-4 0,-5 0-1 0,0 0 5 0,-2-3-5 0,-3 4 3 0,0-1 13 15,-7 3-18-15,0-5-2 0,-2 3 3 0,-3-1 3 16,0 0 8 0,-5 0 25-16,2 0 13 0,-4-1-2 15,-3 2-16-15,1-1-2 0,-1 0-3 0,-2 1-6 16,-56-4-2-16,109 9-1 0,-46-7 9 0,1 1-11 0,-1-1 13 15,-2 0-16-15,2-2-11 0,-5 5 10 0,13-2-18 16,-3 0 21-16,2 2 98 0,0-2-249 0,6 3 168 16,-1-5-32-16,-4 6 0 0,4-3 3 0,-2-2 95 15,2 3-111-15,0-3-74 0,1 1 86 0,-3 1 4 16,2-2 10-16,-5-1-15 0,6-1 9 0,-11 0 2 16,11 0-4-16,-6 0-2 0,1 0 4 0,-1-3-6 0,1 1 7 15,-11 0-8-15,8-1-2 0,-2-2 12 16,-5 3-9-16,4 1 49 0,3-4 6 0,-4-3 12 15,4 2-22-15,0 1 2 0,-3 1-4 0,6-1-49 0,-1 2 30 16,3-3-1-16,-3 3 10 0,8-4-14 0,-5 5-29 16,-2-4 63-16,-1 3-46 0,5-2 8 15,1 1-12-15,-1-1 13 0,-2 1 1 0,2 1-18 16,-2-2 14-16,0 1 1 0,0-1-10 0,-3 1 7 16,1 1-9-16,-1 5 11 0,8-7-4 0,-3 0-3 0,1-1 5 15,1 2-6-15,6-1 15 0,0 2 11 0,-3-2 18 16,3 0-21-16,-3 0-4 0,0 2 10 0,5-1-18 15,-5 2-6-15,0-1 7 0,0 1-17 0,-4 1 8 0,-1-1 6 16,0 2-7-16,1 5-7 0,-11-7 14 0,8 2-7 16,-10 0-7-16,-2 0-2 0,-5 17 1 0,0-27 2 15,-56 10-10-15,107-2 20 0,-107 2-10 16,90 0 3-16,-44 14-8 0,-46-14 9 0,90-12 10 0,-90 12-27 16,82-2 17-16,-82 2-4 0,71-1 3 0,-71 1 7 15,83-2 55-15,-83 2-9 0,89-2 0 0,-89 2-50 16,71-1 29-16,-71 1-4 0,97-3-7 0,-97 3-3 0,102-2 14 15,-102 2-30-15,107-1 3 0,-107 1 2 0,114-4 4 16,-114 4-45-16,117 0 85 0,-117 0-44 16,119-3 4-16,-119 3 38 0,124-2 16 0,-61 4-49 15,-2-4 27-15,2 2-1 0,0-2-12 0,-2 1 0 16,-61 1-9-16,121 0-7 0,-121 0-4 0,107-4-3 16,-107 4-1-16,93 0-7 0,-93 0 15 0,90-3-9 15,-90 3 19-15,65-2 28 0,-65 2-10 0,0 0-3 16,66-2-2-16,-66 2 9 0,0 0 57 0,0 0-47 15,0 0 8-15,0 0 13 0,0 0 4 0,56-4 30 16,-56 4-15-16,0 0 8 0,0 0 8 0,0 0 4 0,0 0 3 16,0 0 8-16,0 0 9 0,0 0-5 0,0 0 0 15,0 0-1-15,0 0-14 0,0 0-6 0,0 0-6 0,0 0-20 16,0 0-21-16,0 0-13 16,0 0-13-16,0 0-16 0,0 0 2 0,0 0-16 0,0 0-5 0,0 0-6 15,0 0-47-15,0 0-103 0,0 0-112 0,0 0-116 16,0 0-96-16,0 0-101 0,0 0-244 0,0 0-349 15,0 0-198-15,0 0-1045 16,43 11-1008-16</inkml:trace>
  <inkml:trace contextRef="#ctx0" brushRef="#br0" timeOffset="68337.49">11801 15033 40 0,'0'0'253'0,"0"0"73"0,0 0 8 0,0 0-16 0,20-28 16 0,-20 28-17 0,0 0-47 0,0 0-28 0,0 0-7 0,0 0 2 0,0 0 35 0,0 0-8 0,0 0-14 0,0 0-15 0,0 0-29 0,0 0-28 0,-17-31-36 0,17 31-1 16,0 0 0-16,0 0-2 0,0 0-1 0,0 0-4 16,0 0-5-16,0 0-3 0,0 0 15 0,0 0-22 15,-32-18 8-15,32 18-7 0,0 0-9 0,0 0-16 16,0 0-5-16,0 0-10 0,0 0-10 0,0 0-5 15,0 0 29-15,0 0-40 0,0 0-9 0,0 0-14 0,0 0-14 16,0 0 5-16,0 0-2 0,0 0-11 0,0 0 1 16,-51-11 4-16,51 11-4 0,0 0-3 0,0 0 2 15,0 0 7-15,0 0-1 0,0 0 1 0,0 0-18 0,15 30 7 16,-15-30 7-16,0 0-13 0,0 41 6 16,0-41 0-16,0 39 1 0,0-39 8 0,-3 38-1 15,3-38-7-15,-2 43 3 0,2-43-14 0,2 44 19 0,-2-44-6 16,10 43 0-16,-10-43 11 0,12 45-11 0,-12-45 20 15,12 44-38-15,-12-44 10 0,20 41 1 0,-20-41 31 16,26 48-4-16,-26-48-7 0,22 42 4 0,-22-42-7 16,27 46-2-16,-27-46-3 0,27 43 8 0,-27-43-17 15,29 41 9-15,-29-41-8 0,31 38-5 0,-31-38-2 16,30 43 9-16,-30-43 3 0,29 31-11 0,-29-31 6 0,29 32-7 16,-29-32 10-16,29 28-5 0,-29-28-4 0,49 29 7 15,-49-29 2-15,0 0 0 0,34 36-6 0,-34-36 6 16,31 24 1-16,-31-24-15 0,29 23 41 0,-29-23-38 15,37 21 14-15,-37-21-17 0,44 21 17 0,-44-21-6 0,36 21 8 16,-36-21 0-16,46 21 5 0,-46-21-2 16,42 20-6-16,-42-20 0 0,46 20 3 0,-46-20-5 0,46 20 1 15,-46-20 17-15,48 22-17 0,-48-22-7 0,51 19-8 16,-51-19 28-16,66 17-23 0,-66-17 32 0,56 13-34 16,-56-13 0-16,46 15-3 15,-46-15-4-15,44 13 20 0,-44-13-6 0,48 13-6 0,-48-13 6 16,49 11 2-16,-49-11 3 0,56 12-7 0,-56-12 2 15,58 9-1-15,-58-9 12 0,61 9-7 0,-61-9 8 16,61 6-15-16,-61-6 20 0,63 7-7 0,-63-7-2 16,0 0-10-16,83 4 3 0,-83-4 8 0,63 0-13 15,-63 0 4-15,60 0 5 0,-60 0-9 0,0 0-7 16,88-3 14-16,-88 3-9 0,56-2 9 0,-56 2 15 0,53-7-23 16,-53 7-8-16,0 0 19 0,76-7-10 15,-76 7 4-15,0 0-4 0,72-11 62 0,-72 11-139 0,52-7 78 0,-52 7 7 0,55-10-6 16,-55 10 6-16,61-11 11 0,-61 11-28 0,61-19-15 0,-61 19 28 15,65-18-3-15,-65 18 8 0,66-18 6 0,-66 18-5 16,66-23-9-16,-66 23-7 0,68-24 6 0,-68 24 41 16,60-23-40-1,-60 23 7-15,56-25-8 0,-56 25-6 0,51-22 1 16,-51 22-11-16,47-18 20 0,-47 18 7 0,43-20-17 0,-43 20 13 0,0 0-10 16,54-27 14-16,-54 27-6 15,31-19-34-15,-31 19 7 0,0 0 9 0,39-32 47 0,-39 32-20 16,0 0-3-16,32-33 2 0,-32 33-5 15,0 0 2-15,22-40 2 0,-22 40-19 0,0 0 15 16,22-38 6-16,-22 38-2 0,0 0 3 0,19-46-7 0,-19 46-8 16,0 0 11-16,12-36 7 0,-12 36-5 15,0 0-7-15,0 0 21 0,10-44-29 0,-10 44 4 16,0 0 0-16,7-37 3 0,-7 37 1 0,0 0-2 0,7-36-4 16,-7 36-4-16,0 0 9 0,0 0 2 0,3-47-2 0,-3 47-10 15,0 0 3-15,0 0 7 16,0 0 2-16,0-41-9 0,0 41 2 0,0 0-5 0,0 0 1 15,-5-37 3-15,5 37 5 0,0 0-14 0,0 0 11 0,0 0 5 16,0 0-6-16,-5-42 5 0,5 42-32 0,0 0 34 0,0 0-3 16,0 0 4-16,0 0 4 0,0 0-3 0,-19-36 0 0,19 36-2 15,0 0-3-15,0 0-14 16,0 0 13-16,0 0 0 0,0 0-4 0,0 0 6 0,0 0-2 16,0 0-18-16,0 0 20 15,0 0 4-15,0 0-11 0,0 0 7 0,0 0-3 0,0 0 36 16,0 0-61-16,0 0 15 0,0 0-12 15,0 0 3-15,0 0 15 0,-54 20 55 0,54-20-70 0,-41 16-23 16,41-16 25-16,-46 16 6 0,46-16 0 0,-49 19-3 16,49-19 3-16,-51 19 13 0,51-19-16 0,-48 17-2 15,48-17 10-15,-47 24-6 0,47-24 4 0,0 0 5 16,-60 19 3-16,60-19-2 0,0 0 0 0,-54 15-5 16,54-15 3-16,0 0-63 0,0 0 36 0,-41 14 39 15,41-14 8-15,0 0-7 0,0 0 1 0,0 0-15 0,0 0-3 16,0 0 1-16,0 0-11 0,0 0-19 0,0 0-20 15,0 0 18-15,0 0 3 0,0 0-4 0,0 0 5 16,0 0 0-16,0 0 4 0,0 0 18 0,0 0-12 16,0 0 12-16,29-23 5 0,-29 23 4 0,39-23 0 15,-39 23-1-15,48-38 2 0,-48 38 1 0,54-35 49 0,-54 35-65 16,61-40 11-16,-32 17 1 0,2 5 2 0,-1-5-2 16,-30 23 15-16,58-44-26 0,-29 25 16 0,-29 19-6 15,58-37 3-15,-58 37 9 0,51-32 2 0,-51 32 0 16,42-25 0-16,-42 25 17 0,34-18-2 0,-34 18-5 15,0 0-1-15,36-26 3 0,-36 26-1 0,0 0 11 0,0 0 7 16,0 0 3-16,0 0-8 0,34-18 12 16,-34 18-2-16,0 0 5 0,0 0 5 0,0 0-16 0,0 0 11 15,0 0-10-15,0 0-11 0,0 0-8 0,0 0-4 16,0 0 3-16,0 0 1 0,0 0 42 0,0 0-15 16,0 0-12-16,0 0-7 0,0 0-7 0,0 0-8 15,0 0 2-15,0 0-7 0,0 0-41 16,0 0 80-16,0 0-55 0,0 0-1 0,0 0 16 0,0 0-5 15,42 18 9-15,-42-18-12 0,0 0 11 0,0 0-8 0,0 0 13 16,34 23 22-16,-34-23 6 0,0 0-1 16,31 28-4-16,-31-28 6 0,27 23 6 0,-27-23-1 0,27 34 59 15,-27-34-48-15,34 42 14 16,-10-19 5-16,-24-23 15 0,31 55 5 0,-11-26 4 0,-1 0 5 16,-2 1-15-16,8 6 4 0,-6-1 7 0,1 0 8 0,1 2-13 0,4-2-15 15,-6-1-9-15,3-2-5 16,-3 0-7-16,6-2-17 0,-6-4-10 0,-19-26-44 0,37 50 42 15,-37-50-5-15,34 44 0 0,-34-44-1 0,24 31-16 0,-24-31-124 16,0 0-94-16,32 35-86 0,-32-35-92 16,0 0-71-16,0 0-108 0,0 0-249 0,0 0-291 0,0 0-72 0,0 0-976 15,0 0-765-15</inkml:trace>
  <inkml:trace contextRef="#ctx0" brushRef="#br0" timeOffset="70861.3">19416 13768 725 0,'0'0'995'0,"0"0"-148"0,0 0-96 0,3-37-93 0,-3 37-117 0,0 0-90 0,0 0-74 0,0 0-64 0,0 0-73 0,0 0-49 0,0 0-44 0,0 0-41 0,0 0-22 0,0 0-7 15,56 25-156-15,-27 2 162 0,10 3 32 16,4 5-37-16,8 7 5 0,8 6-10 0,-1-1 30 15,5 3-42-15,5 5-1 0,-2 0-22 0,2-2-4 16,0 3-18-16,-3 1 14 0,3-1-20 0,1 2 4 16,-4-1-1-16,-2 0-5 0,0 5-3 0,1-11 1 0,-6 0 0 15,0-2-17-15,-7-1-58 0,-5-4-30 16,-2-2-47-16,-3-2-22 0,-6-7-63 0,-4-3-51 16,-7-3-51-16,-24-27-34 0,34 36-14 0,-34-36-33 0,27 23 65 15,-27-23-3-15,0 0-37 0,0 0-1 0,44-29 3 16,-44 29 77-16,24-60 26 0,-7 21 38 0,-2-5 36 15,-1-9 34-15,1-4 32 0,-3 4 56 0,0-21-16 16,0 3 26-16,-4 0 40 0,4-1 46 0,-2-2 39 0,-6 3 46 0,1 4 58 0,0 3 49 0,-2 4 69 31,-1 4 40-31,-2 6 43 0,2 7 48 0,1 3 66 0,-3 40 20 0,0-63-12 0,0 63-35 16,-7-46-15 0,7 46-36-16,0 0-34 0,-13-43-29 0,13 43-38 0,0 0-37 0,0 0-3 0,-29-22-65 15,29 22-31 1,0 0-42-16,-36 45-29 0,9-12-11 0,-9 10-13 0,-6 8-6 15,-9 13-2-15,-9 0-3 0,-11 29-2 16,-7 13-2-16,-14 16 7 0,-10 11-7 0,-7 10-11 0,-10 9-8 16,-13 2-57-16,-4 3 112 0,-7 6-68 0,-3-3-136 15,-9 1-39-15,-1-7-121 0,10-9-241 0,5 0-235 16,5-15-254-16,-12-3-83 0,17-11-663 0,9-9-572 0</inkml:trace>
  <inkml:trace contextRef="#ctx0" brushRef="#br0" timeOffset="71674.57">18235 10213 241 0,'-85'8'845'0,"85"-8"-1"0,-68 3-159 0,68-3-97 0,0 0-85 0,0 0-111 0,-70 3-93 0,70-3-68 0,0 0-47 0,0 0-35 0,0 0-31 0,78 16 48 15,-78-16-17-15,121 6 23 0,-38-3-17 16,9-1-5-16,8 5-10 0,9-9-9 0,3 0-15 16,7-1-13-16,-3 1-13 0,3-1-8 0,1 0-31 0,1-2 22 15,-9 0 12-15,-5 2-15 0,-3-3-19 0,-4 0 5 16,-8 1-6-16,-7-1-20 0,-2 0 3 0,-8 0-10 16,-17 0-13-16,-58 6 7 0,90-6-6 0,-90 6 9 15,71-6 8-15,-71 6 2 0,0 0-3 0,48-11 1 16,-48 11-10-16,0 0-50 0,0 0-78 0,0 0-100 15,0 0-110-15,-31-31-148 0,31 31-211 0,-49-15-144 16,49 15-39-16,-65-21-680 0,65 21-493 0</inkml:trace>
  <inkml:trace contextRef="#ctx0" brushRef="#br0" timeOffset="72006.22">19581 8989 187 0,'-26'-44'892'0,"26"44"46"0,-42-39-128 16,42 39-11-16,-36-29-102 0,36 29-99 0,0 0-87 16,-32-31-84-16,32 31-51 0,0 0-99 0,0 0-9 15,0 0-31-15,0 0-39 0,-31-23-31 0,31 23-50 16,0 0-32-16,0 0-28 0,0 0-20 0,0 0-20 0,0 0 3 15,0 0-27-15,0 0 14 0,-3 44 4 0,3-44-6 16,17 60 3-16,-5-23-58 0,-4 2 24 16,2 5 61-16,-1 0-12 0,-1 1 5 0,1 4-58 0,-1-5 48 15,-4 4-2-15,1-4-10 0,-2 0 11 0,4 1-42 16,-2-7-85-16,-5-38-22 0,7 76-86 0,-7-76-97 16,5 71-95-16,-5-71-149 0,7 55-200 0,-7-55-66 15,0 0-12-15,8 35-639 0,-8-35-471 0</inkml:trace>
  <inkml:trace contextRef="#ctx0" brushRef="#br0" timeOffset="72517.42">19423 8888 279 0,'0'0'475'0,"0"0"-20"0,-14-35-7 16,14 35-88-16,0 0-75 0,7-46-50 0,-7 46-51 15,32-36-42-15,-32 36-11 0,51-48-5 16,-17 29-37-16,5-2-18 0,4 1 1 0,6-3-13 16,4 1 6-16,1 2 60 0,2-1-83 0,0 1 13 0,2 3-7 0,-2 1 10 15,5-1 4-15,-5 2 12 16,-1 3 2-16,-6 1-3 0,0 3-1 0,-49 8-5 0,82-11-11 16,-82 11-6-16,63-11-14 0,-63 11-6 0,0 0-2 15,0 0-9-15,68-1 3 0,-68 1 1 0,0 0 17 0,0 0 18 16,20 30 23-16,-20-30-3 0,-10 39-6 0,10-39-11 15,-34 52-9-15,7-19-9 0,1 0-10 0,1 2-4 16,-9 3-4-16,-7 0-8 0,0-3-5 0,-1 0 2 16,-1-4 0-16,4 2-8 0,0-6-2 0,5 0 2 0,5-4-5 15,29-23-4-15,-39 31-9 0,39-31-6 0,-27 23-5 16,27-23 7-16,0 0 10 0,0 0-9 0,0 0-6 16,32 32 26-16,-32-32 5 15,58 3 72-15,-58-3 3 0,83-5 6 0,-83 5 19 0,102-7-1 0,-102 7-5 16,112-7 1-16,-52 7 6 0,1 5-15 15,-61-5-2-15,119 0-15 0,-119 0 1 0,107 13-107 0,-46-3 97 0,-20 1-14 16,-41-11 4-16,71 32-15 16,-42-11 19-16,-29-21 34 0,36 49 24 0,-36-49 28 0,5 55 53 0,-20-23 48 15,-11 14 12 1,-28-20 25-16,1 10 5 0,-10 3-8 0,-18-3-17 16,-4-1-41-16,-14 1-50 0,-11-2-25 0,-9-3-35 0,-5-1-49 15,-9-5-257-15,-6-7-150 0,-4-2-134 0,14 2-431 0,-12-4-532 16,20-9-1003-16,19-5-1033 0</inkml:trace>
  <inkml:trace contextRef="#ctx0" brushRef="#br0" timeOffset="80197.47">15363 4171 212 0,'0'0'346'0,"0"0"39"0,-56-6 28 0,56 6-30 0,0 0-17 0,0 0-29 0,-51-9-11 0,51 9-10 0,0 0-38 0,0 0-47 0,0 0-44 0,0 0-52 0,0 0-27 15,0 0-25-15,0 0-14 0,0 0 15 0,0 0-17 0,0 0-58 0,0 0-10 0,0 0-4 16,0 0-1-1,0 0 33-15,0 0 11 0,0 0-53 0,0 0 6 16,0 0 5-16,0 0 4 0,0 0-6 0,76 0 11 16,-76 0-10-16,56 6 9 0,-56-6 6 0,60 5 5 0,-60-5 27 15,78 7-9-15,-78-7-1 0,85 10-4 0,-85-10-2 16,97 8 4-16,-97-8 10 0,105 10 0 0,-44-5 6 16,2-3 3-16,0 3 6 0,5-4 15 0,19 2-11 15,-19 6 6-15,5-9-13 0,5 0 1 0,0 2-2 16,0-4 6-16,4-8 7 0,-4 13 4 0,0 1 15 0,-5-3-9 15,0-1 13-15,-1 0-65 0,-1 2 38 16,2 0-9-16,-8-2-10 0,8 0 9 0,-7 2-1 16,2-2-9-16,-2 0 0 0,-3 0-3 0,-3 1 0 0,4-1-10 15,-1 2 1-15,-63-2-2 0,121 2-6 0,-60-1 2 16,2-1 26-16,5 0 14 0,-5 0-16 0,1-3 8 16,4 5-12-16,-3-1 2 0,6-1-4 0,-1 0-30 0,1 4 14 15,9-4 11-15,-7 1 17 0,7-1 0 16,-2 1-2-16,4-1-10 0,1 4-9 15,-1-4 9-15,-1 1-11 0,-4-1 24 0,-1 2 2 0,-6-2 5 16,3 0-13-16,-10 4-7 0,3-8 23 16,-1 1-16-16,-4 4 17 0,0-1 24 0,0 4-39 0,-61-4-2 15,121 0-12-15,-121 0 3 0,119 0-21 0,-119 0 28 0,122 3-21 16,-59-3-14-16,3 0 5 0,26 0-1 0,-31 0 65 16,9 0-88-16,1 0 0 0,-1 2 8 15,3 0-11-15,0 1-12 0,0 1 28 0,2-3 10 0,0 1-11 16,1 1-6-16,-1-2 11 0,3 3-5 0,-1-3-1 15,-1-2-9-15,4 1 16 0,-2 1-18 0,-1 3 13 16,-1-1 16-16,-1 12-18 0,-2-19 6 0,-3 4-29 16,3 0 20-16,-5 0-40 0,-2 0 0 0,4 0 59 15,-6 0-4-15,1 0 7 0,-2 0 51 0,-2 0-123 16,-61 0 57-16,117 0 5 0,-117 0 4 0,114 0-9 16,-114 0 57-16,112 0 0 0,-112 0-11 15,107 0 3-15,-107 0-19 0,107 0 7 0,-107 0-23 16,121 14 1-16,-121-14 0 0,102-3-6 0,-102 3-4 0,105-4 0 0,-105 4 0 15,104 0-1-15,-104 0-13 0,102 0 11 0,-102 0-13 0,93 0 16 16,-93 0-6-16,89 0-4 0,-89 0-2 0,83-3 3 16,-83 3-7-16,83-2 11 0,-83 2 8 0,70-4-12 15,-70 4-3-15,68 2 3 0,-68-2 12 16,61 0 16-16,-61 0 33 0,0 0 9 0,85-4-4 16,-85 4-48-16,0 0 59 0,66-3-23 0,-66 3-4 15,0 0-8-15,0 0-7 0,77-4-6 0,-77 4 0 0,0 0-15 16,0 0-1-16,59-3-7 0,-59 3-2 0,0 0-4 0,0 0-5 15,0 0-8-15,0 0-20 0,0 0-56 0,58 3-65 16,-58-3-63-16,0 0-54 0,0 0-125 0,0 0-172 16,0 0-141-16,-46 30-242 0,2-12-56 0,-14 4-843 15,-13 6-601-15</inkml:trace>
  <inkml:trace contextRef="#ctx0" brushRef="#br0" timeOffset="89154.73">10261 9358 363 0,'0'0'834'0,"-44"-21"20"0,44 21-80 0,-39-22 8 0,39 22-84 0,-44-21-46 0,44 21-132 0,-36-17-38 0,36 17-32 0,0 0-29 0,-34-16-2 0,34 16-32 0,0 0-59 0,0 0-49 0,0 0-41 16,0 0-36-16,0 0-22 0,0 0-30 0,0 0-71 0,0 0 32 16,0 0-24-16,0 0-28 0,0 0-30 0,0 0-11 0,0 0-19 0,0 0-10 0,0 0-14 15,0 0 10-15,-29 21 9 0,29-21-3 16,9 39-61-16,-9-39 150 0,10 55-81 15,-3-18 1-15,-2 3 8 0,0 5 3 0,0 1 12 16,0 4 45-16,0 2-4 0,0-1 2 0,-1 2-14 0,-1 0-9 0,-3-3-3 0,2-1-9 16,1-1-3-16,-3 3-6 15,5-7 3-15,-3-4 1 0,0-2-18 0,-2-38 3 0,0 69-1 16,0-69-103-16,0 57 2 16,0-57-26-16,-7 44-24 0,7-44-90 0,0 0-46 0,-7 39-21 0,7-39-8 0,0 0-7 15,0 0-40-15,0 0-147 0,0 0-112 0,0 0-74 16,0 0-87-16,-39-28-17 0,39 28 57 0,-22-61 19 15,10 28-451-15,5-8-353 0</inkml:trace>
  <inkml:trace contextRef="#ctx0" brushRef="#br0" timeOffset="89507.7">9933 9803 113 0,'-15'-48'335'0,"15"48"128"0,-17-47-17 16,17 47 17-16,-14-37-23 0,14 37-40 0,-5-39 1 15,5 39 14-15,0-39-84 0,0 39-35 0,12-44-36 16,-12 44-28-16,22-43-22 0,-22 43-27 0,31-43-19 0,-31 43-3 15,46-40-3-15,-46 40-39 0,47-35-23 0,-47 35-13 16,55-38 2-16,-55 38-7 0,59-33 11 0,-59 33-31 16,61-26-17-16,-61 26-1 0,70-27-6 0,-70 27-9 15,66-19 4-15,-66 19-15 0,58-6 0 0,-58 6-12 16,53-10-1-16,-53 10-3 0,0 0 5 0,66-3-7 16,-66 3 1-16,0 0 3 0,63 10 0 0,-63-10 1 15,41 14 2-15,-41-14-1 0,49 22 6 0,-49-22-1 16,34 42 12-16,-34-42 19 0,32 49 15 0,-32-49 6 0,26 60 0 15,-26-60 6-15,13 68 5 0,-4-31-66 0,-9-37 57 16,5 71-14-16,-10-33 11 0,0 0-112 16,5-38 136-16,-12 70-1 0,3-37-2 0,9-33 8 0,-30 60-19 15,9-31-19-15,21-29 5 0,-39 53-3 0,39-53-1 16,-51 42-21-16,51-42-5 0,-49 37-38 0,49-37-48 16,-61 28-54-16,61-28-72 0,-58 22-88 0,58-22-113 0,-49 23-159 15,49-23-169-15,-46 11-55 0,46-11 10 0,-56 7-713 16,56-7-470-16</inkml:trace>
  <inkml:trace contextRef="#ctx0" brushRef="#br0" timeOffset="89902.15">9690 10660 40 0,'-44'25'646'0,"44"-25"100"0,0 0-70 0,0 0-110 0,0 0-32 0,-32 22-32 0,32-22-87 0,0 0-93 0,0 0-66 0,0 0-28 0,0 0 14 0,85 0-15 0,-85 0-17 15,105-11-19-15,-37 4-33 0,5-3-12 0,14-2-3 16,3 4-33-16,0-8-4 16,2 3-15-16,1 1-17 0,-3 0-9 0,-5 1-6 0,0-3-5 0,-5 3-20 0,-5-1-8 15,-2 1 3 1,-10 6-11-16,-4-1-2 0,-59 6-9 0,92-12 6 0,-92 12-4 16,63-9-8-16,-63 9-19 0,0 0-35 0,56-5-38 15,-56 5-59-15,0 0-92 0,0 0-129 0,0 0-158 0,0 0-213 0,0 0-72 16,-27 25-817-16,27-25-525 0</inkml:trace>
  <inkml:trace contextRef="#ctx0" brushRef="#br0" timeOffset="90633.84">8584 9234 398 0,'0'0'799'0,"0"0"-18"0,0 0-97 0,51-15-23 0,-51 15-54 0,0 0-114 0,0 0-98 0,0 0-82 0,0 0-57 0,0 0-53 15,0 0-44-15,-19-32-44 0,19 32-35 0,0 0-39 0,0 0-3 16,0 0-7-16,-73 7-21 0,73-7 46 0,0 0-63 16,-71 12 2-16,71-12 4 0,-56 7 4 0,56-7-3 15,-68 13-2-15,68-13 4 0,-60 18 1 0,60-18 2 16,-66 17 1-16,66-17 5 0,-68 21 7 0,68-21-4 15,-68 20-6-15,68-20-1 0,-61 21-5 0,61-21-3 16,-53 24 0-16,53-24-3 0,-46 20 1 0,46-20-4 16,-39 28-1-16,39-28 3 0,-29 27-5 0,29-27 2 15,-20 31-6-15,20-31-7 0,-17 36 14 0,17-36 4 0,-2 47-2 16,2-47-4-16,0 50 4 0,0-50 6 0,7 58 7 16,-7-58 10-16,15 61 5 0,-15-61 9 0,21 61 5 15,-8-27 9-15,-1 3 8 0,2-3-1 16,6 3 5-16,-1-2-6 0,-2 2 7 0,0 0-7 0,0 2 8 0,-2 5 0 15,-1-5-6-15,3 2-6 0,0-2 4 0,-2 3-19 16,0 2 9-16,-15-44-3 0,14 78-5 0,-4-41 7 16,0-2-13-16,-10-35-10 0,9 69-2 0,-9-69 0 15,8 60 0-15,-8-60-3 0,0 52 1 0,0-52 6 16,-5 43-22-16,5-43-42 0,0 0-41 0,-8 40-67 0,8-40-89 16,0 0-135-16,0 0-141 0,0 0-194 0,0 0-81 15,0 0-124-15,0 0-453 0,0 0-433 0</inkml:trace>
  <inkml:trace contextRef="#ctx0" brushRef="#br0" timeOffset="90855.38">8193 10162 185 0,'0'0'712'0,"0"0"-12"0,0 0-77 0,0 0-102 0,0 0-43 0,24-27-49 0,-24 27-43 0,0 0-62 0,42-32-55 0,-4 4-55 16,-38 28-44-16,59-19-34 0,-20 1-27 0,2-1-26 0,3-1-12 15,4 3-12-15,1-1-14 0,-49 18-13 0,92-30-12 16,-38 16 0-16,-1 3-4 0,-2 3-37 16,-51 8-78-16,90-11-86 0,-90 11-88 0,75 0-99 0,-75 0-83 15,56 7-44-15,-56-7-7 0,0 0 30 0,25 30-79 16,-25-30-377-16,-17 44-134 0</inkml:trace>
  <inkml:trace contextRef="#ctx0" brushRef="#br0" timeOffset="91252.97">7639 10959 49 0,'0'0'620'0,"0"0"114"0,-37 20-34 0,37-20-77 0,0 0-11 0,0 0-50 15,0 0-71-15,0 0-77 0,-34 19-128 0,34-19 8 0,0 0-58 0,0 0-53 16,0 0-44 0,0 0-17-16,0 0-39 0,64 9 29 0,-64-9-2 0,70 2 2 15,-70-2 121-15,92-3-142 0,-36-2-1 0,5-2 27 16,2-1 32-16,5 1 7 0,3-1 1 0,-1-2-20 0,6-1-4 16,-1-1-8-16,-2 0-34 15,-3 1-5-15,1-3-30 0,-3 1-6 0,-8 1-10 0,1 1-1 16,-2 2-18-16,-1 1-2 0,-58 8-2 15,80-15-5-15,-80 15 5 0,58-10-35 0,-58 10 62 16,51-7-22-16,-51 7 4 0,0 0 21 0,0 0 17 0,0 0 52 0,0 0 42 0,0 0 42 16,0 0 34-1,0 0 15-15,0 0-6 0,0 0-42 0,0 0-49 0,0 0-74 16,0 0-98-16,0 0-100 0,0 0-124 0,0 0-119 16,0 0-87-16,-63-14-106 0,63 14-210 0,0 0-188 15,-65-9-221-15,65 9-1064 0,-56-11-845 0</inkml:trace>
  <inkml:trace contextRef="#ctx0" brushRef="#br0" timeOffset="92282.44">3878 10581 144 0,'0'0'650'0,"0"0"4"0,0 0-82 0,29 25-123 16,-29-25-89-16,0 0-43 0,0 0-57 0,39 30-55 0,-39-30-97 0,39 30 38 0,-39-30-20 0,51 41-19 0,-22-14-34 0,2 1 29 15,3 3-44-15,3 2-13 0,-1-1-8 0,3 3-8 0,-2-2-52 0,4 2 79 16,-2-5-37-16,0-4-5 0,-1-1-3 15,-4-4-8-15,0-2 7 0,-34-19 0 0,64 27 16 0,-64-27 77 0,63 7 94 0,-63-7 62 32,80-24 20-32,-22-5-15 0,1-18-11 0,9-17-46 15,14-12-25-15,20-15-8 0,15-16 5 0,17-18-6 16,19-15 45-16,19-16-6 0,20-8 13 0,12-9 10 16,0-16-90-16,13-3-24 0,9-2-31 0,2 7-11 15,0 9-90-15,-4 15-1 0,-8 13-151 0,-4 7-127 16,-3 21-335-16,-10 11-383 0,-7 10-329 0,-20 25-620 15,-9 9-640-15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6-20T04:39:02.240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7425 6631 54 0,'-2'-36'308'0,"2"36"95"0,0 0-5 0,0 0 32 0,0 0-44 0,0 0-34 0,0 0-51 0,0 0-57 0,0 0-17 0,0 0-53 0,0 0-1 0,-44-14-31 16,44 14 6-16,0 0 2 0,0 0-11 0,0 0 15 0,0 0 2 16,0 0-12-16,0 0 33 0,0 0 10 0,0 0-2 15,0 0-1-15,0 0-15 0,0 0-8 0,0 0-10 16,0 0-17-16,0 0 2 0,0 0-20 0,0 0 5 16,0 0-10-16,0 0-27 0,0 0-5 0,0 0-18 15,0 0-15-15,0 0 10 0,0 0-5 0,0 0 0 0,0 0-9 16,0 0-16-16,0 0-5 0,0 0 49 15,0 0-40-15,0 0 0 0,0 0-7 0,0 0-20 16,0 0 22-16,0 0-12 0,0 0 12 0,0 0-24 0,0 0 22 16,0 0-20-16,0 0-23 0,0 0 82 0,0 0-41 15,0 0-2-15,0 0-5 0,0 0-2 0,0 0 10 0,0 0-8 16,0 0 12-16,0 0-20 0,0 0 3 0,0 0 1 16,0 0-10-16,0 0 11 0,0 0-5 0,0 0-7 15,0 0 8-15,0 0-4 0,0 0-27 0,0 0 37 16,0 0-19-16,51 8 6 0,-51-8 1 0,0 0-28 15,0 0 36-15,22 39-8 0,-22-39 18 0,34 21-15 16,-34-21 10-16,0 0-1 0,10 43 23 0,-10-43 4 16,12 32-24-16,-12-32 3 0,0 0-10 0,2 49 48 0,-2-49-43 15,17 34 7-15,-17-34-5 0,0 0-20 0,17 40 19 16,-17-40 34-16,0 0-43 16,17 32-10-16,-17-32 1 0,0 0 9 0,0 0-5 0,15 30-4 15,-15-30 23-15,0 0-14 0,0 0 2 0,0 0-9 16,0 0 39-16,0 0-36 0,0 0 6 0,0 0-20 15,0 0-7-15,0 0-58 0,0 0-67 16,0 0-102-16,0 0-132 0,0 0-96 0,-22 30-142 0,22-30-127 0,0 0-8 16,0 0 15-16,-46 16-136 0,46-16-217 0,0 0-279 15</inkml:trace>
  <inkml:trace contextRef="#ctx0" brushRef="#br0" timeOffset="319.83">7403 6648 90 0,'0'0'469'0,"0"0"122"0,0 0 59 0,0 0-65 0,0 0-57 0,0 0-18 0,-31-23-121 0,31 23-23 0,0 0-79 0,0 0-59 15,0 0-52-15,0 0-39 0,0 0-38 0,0 0-27 16,0 0-17-16,0 0-12 0,0 0-13 0,56 5-3 0,-56-5-12 0,0 0-1 0,0 0-7 15,0 0 5 1,51 14-1-16,-51-14 4 0,58 12-39 0,-58-12 59 0,0 0-2 0,65 16 3 0,-65-16-12 16,49 14-5-16,-49-14-3 15,49 11-1-15,-49-11-6 0,43 18-12 0,-43-18 18 0,44 12 3 0,-44-12-5 0,0 0-4 16,56 20 0-16,-56-20-119 16,0 0-105-16,36 21-104 0,-36-21-118 0,0 0-125 15,32 23 16-15,-32-23 9 0,0 0 28 0,0 0-504 0,0 0-206 0</inkml:trace>
  <inkml:trace contextRef="#ctx0" brushRef="#br0" timeOffset="772.25">7984 6701 153 0,'0'0'507'0,"27"-35"102"0,-27 35 44 0,0 0-44 0,0 0-3 0,0 0-13 16,0 0-69-16,0 0-75 0,0 0-80 0,0 0-59 15,0 0-46-15,0 0-37 0,0 0-48 0,0 0-30 16,0 0-32-16,0 0-31 0,0 0-39 0,0 0 6 15,0 0-4-15,0 0-17 0,0 0 0 0,0 0-11 16,0 0-2-16,-10 53 3 0,10-53-7 0,-17 30-11 16,17-30 6-16,-19 43 1 0,19-43-3 0,-17 41-11 15,17-41 1-15,-17 41 7 0,17-41 2 0,0 0 18 0,-17 30-29 16,17-30-14-16,0 0 2 0,0 0-19 0,0 0-16 16,0 0-1-16,0 0-10 0,0 0 17 0,0 0 3 15,0 0-7-15,38-30 23 0,-38 30 1 0,32-46-1 16,-32 46 2-16,32-46 7 0,-32 46-10 0,29-44 19 15,-12 7 5-15,-17 37-8 0,29-39 7 0,-29 39 2 16,24-31-3-16,-24 31 8 0,0 0 1 0,17-40 5 0,-17 40 7 16,0 0 87-16,0 0-186 0,27-32 137 0,-27 32-5 15,0 0 2-15,0 0-25 0,0 0-8 16,0 0-2-16,0 0-7 0,0 0-5 0,0 0-14 0,0 0 0 16,0 0 3-16,0 0 6 0,0 0-4 0,49-9 6 15,-49 9-7-15,0 0 5 0,34 18 8 0,-34-18-8 0,46 21 21 16,-46-21 19-16,31 20 3 15,-31-20 1-15,34 33 34 0,-34-33-25 0,34 36 4 0,-34-36-1 16,32 37-21-16,-32-37 8 0,31 39-13 0,-31-39-5 16,30 38 14-16,-30-38-24 0,24 41-10 0,-24-41 7 0,27 42-38 15,-27-42-154-15,19 41-213 0,-19-41-305 0,24 37-251 16,-24-37-1034-16,17 33-651 0</inkml:trace>
  <inkml:trace contextRef="#ctx0" brushRef="#br0" timeOffset="2261.81">20461 6605 347 0,'0'0'510'0,"-46"-24"20"0,46 24 9 0,0 0-18 0,-39-22-44 0,39 22-5 0,0 0-61 0,0 0-77 0,-36-17-60 0,36 17-61 0,0 0-44 0,0 0-29 0,0 0-15 15,0 0-25-15,0 0 0 0,0 0-12 0,0 0-4 0,0 0-7 0,0 0-1 16,0 0 3-16,0 0-16 16,0 0 20-16,0 0 3 0,0 0-9 0,0 0-9 0,0 0-4 0,0 0-97 15,0 0 110-15,0 0-19 16,0 0-8-16,0 0-15 0,0 0-10 0,0 0-100 15,0 0 179-15,0 0 13 0,0 0 9 0,29 26-39 0,-29-26 7 16,0 0-9-16,12 39-10 0,-12-39 5 0,10 37 28 16,-10-37-25-16,9 42-15 0,-9-42 14 0,8 46 14 15,-8-46 5-15,7 50 0 0,-7-50 4 0,5 50 1 16,-5-50 4-16,9 47 1 0,-9-47-12 0,5 48-7 16,-5-48-8-16,8 46-10 0,-8-46-14 0,4 40-12 0,-4-40-8 15,0 0-9-15,-9 46-5 0,9-46 6 0,0 0-19 0,0 0-1 16,17 36 41-16,-17-36-63 0,0 0 18 15,0 0-13-15,0 0-4 0,0 0-9 16,0 0-39-16,0 0-45 0,0 0-81 0,0 0-40 0,0 0-45 0,0 0-68 16,0 0-158-16,0 0-154 0,0 0-180 0,0 0-64 15,0 0 37-15,-46-14-723 16,46 14-508-16</inkml:trace>
  <inkml:trace contextRef="#ctx0" brushRef="#br0" timeOffset="2659.29">20279 6606 117 0,'0'0'439'0,"0"0"93"0,-22-35 27 0,22 35-49 0,0 0-44 0,0 0-30 0,-7-36-22 0,7 36-70 0,0 0-58 0,36-25-48 0,-36 25-22 0,0 0-11 0,0 0-21 0,32-34-8 0,-32 34-2 0,0 0-3 15,56-24-6-15,-56 24-12 0,43-15-2 0,-43 15-9 16,49-14-23-16,-49 14-13 0,0 0 1 0,78-9-13 16,-78 9-15-16,56-7-14 0,-56 7 9 0,0 0-20 15,75 0-5-15,-75 0-2 0,0 0-25 0,70 0 4 16,-70 0-3-16,0 0-2 0,61 5-14 0,-61-5 5 16,0 0 47-16,54 11-52 0,-54-11-5 0,0 0 8 0,41 30-22 15,-41-30 13-15,31 29 110 0,-31-29-111 0,0 0 32 16,15 42-13-16,-15-42 57 0,0 0 33 0,2 57-4 15,-2-57 26-15,-2 40 30 0,2-40 27 0,-10 35 16 16,10-35 31-16,-24 33 14 0,24-33 12 0,-41 33-7 16,41-33-31-16,-51 32-34 0,51-32-38 0,-76 26-35 15,76-26-89-15,-87 23-168 0,87-23-228 0,-110 9-155 16,110-9-536-16,-114 18-497 0,56-22-938 0,5-1-1087 16</inkml:trace>
  <inkml:trace contextRef="#ctx0" brushRef="#br0" timeOffset="-209693.81">26502 12005 59 0,'0'0'770'0,"-47"-25"128"0,47 25-99 0,0 0-29 0,-39-27-25 0,39 27-91 0,0 0-43 0,-36-19-116 0,36 19-71 0,0 0-86 0,0 0-53 0,0 0-37 0,0 0-50 15,0 0-28-15,0 0-54 0,0 0-20 0,0 0-13 16,0 0-12-16,0 0-15 15,0 0 35-15,0 0 18 0,0 0 45 0,0 0 14 0,0 0-4 0,0 0 8 16,24 37-3-16,-24-37 7 0,22 39 19 0,-22-39 7 16,17 49 10-16,-17-49 55 0,12 61 19 0,-4-22-15 15,-1 4-17-15,-2-3-31 0,-5 2-29 0,5 6 9 16,0-1-38-16,-5 3 2 0,0 5-22 0,0 0-12 16,2-1-3-16,3 4-75 0,-3 2 119 0,1 0-61 0,2 1-5 15,-1 2-12-15,-4-1-6 16,5-2-12-16,0-3-11 0,-2 0-14 0,1-3-10 0,1-1-44 0,0-3 40 15,0 1-4-15,-5-5-10 0,0-4-7 0,0-42 4 16,0 76-11-16,0-76-13 0,-10 73-48 16,10-73-91-16,-7 44-108 0,7-44-104 0,0 0-117 0,-10 45-106 0,10-45-66 15,0 0-28 1,0 0-80-16,-46 11-158 0,46-11-178 0,-27-21-77 0,27 21 73 16,-43-44-988-16,43 44-693 0</inkml:trace>
  <inkml:trace contextRef="#ctx0" brushRef="#br0" timeOffset="-209394.66">26358 12192 59 0,'0'0'573'0,"7"-55"125"0,-7 55 47 16,5-40-53-16,-5 40 17 0,0 0-55 0,0-41-87 0,0 41-96 15,0 0-53-15,0 0-111 0,0 0-38 16,0 0-53-16,0 0-32 0,0 0-40 0,-22-33 1 16,22 33-30-16,0 0-15 0,0 0-11 15,0 0-12-15,-4 42-23 0,4-42-11 16,-13 47 15-16,13-47-6 0,-21 60-29 0,1-25 9 16,3 0 12-16,3 3-20 0,-13 0-6 0,5 0 6 15,-2 0-5-15,2-3-14 0,-5-2-37 0,5-4-49 16,-2 1-58-16,24-30-117 0,-34 41-122 0,34-41-128 15,-22 30-169-15,22-30-127 0,0 0-12 0,0 0-142 16,0 0-265-16,0 0-384 0</inkml:trace>
  <inkml:trace contextRef="#ctx0" brushRef="#br0" timeOffset="-209138.77">26251 12129 236 0,'22'-35'686'0,"-22"35"58"0,0 0-36 0,27-41-50 16,-27 41 6-16,0 0-78 0,17-34-98 0,-17 34-67 0,19-30-55 15,-19 30 56-15,34-21-194 0,-34 21-27 0,37-22-32 16,-37 22-16-16,48-16 0 0,-48 16 10 0,51-10 8 16,-51 10 22-16,59-5 5 0,-59 5-5 15,63 3 0-15,-63-3 10 0,70 15-10 0,-70-15 0 0,68 26-9 16,-31-7 1-16,-6 4-25 0,6 4-17 0,-6 3-23 16,-4 3-17-16,0 5-15 0,-3 0-19 15,-2 3-13-15,0 1-14 0,-5-1-7 0,-2 3-47 0,-1-3-58 0,-2 3-70 16,-2-8-88-16,-5 0-22 0,-5-36-111 0,2 64-33 15,-2-64-101-15,-7 53-141 0,7-53-112 0,-5 42-170 16,5-42-23-16,-41 22-191 0,41-22-284 0,-54 8-448 16</inkml:trace>
  <inkml:trace contextRef="#ctx0" brushRef="#br0" timeOffset="-208789.52">26305 11188 77 0,'0'0'787'15,"-10"-43"105"-15,10 43-84 0,0 0-99 0,-12-43 10 0,12 43-76 16,0 0-79-16,0 0-83 0,0 0-69 0,-12-37-78 15,12 37-64-15,0 0-40 0,0 0-40 0,0 0-21 0,0 0-30 0,0 0-41 16,0 0-24-16,0 0 28 16,0 0-24-16,14 47-14 0,-14-47-7 0,17 53 5 0,-2-22-4 0,-10 4-15 15,7 4-14-15,-7-2 8 0,0 4-10 0,4-2-14 16,-4-1 6-16,0 3-53 16,5-7-60-16,-10-34-37 0,2 58-71 0,-2-58-100 0,0 46-141 0,0-46-90 15,15 37-133-15,-15-37-145 0,0 0 68 0,0 0 29 16,0 0-82-16,0 0-325 0,0 0-311 0</inkml:trace>
  <inkml:trace contextRef="#ctx0" brushRef="#br0" timeOffset="-208440.09">26268 11095 249 0,'0'0'562'0,"-9"-44"54"16,9 44 8-16,0 0-66 0,-8-47-7 0,8 47 5 0,0 0-58 0,-7-40-85 0,7 40-68 15,0 0-54-15,0 0-54 0,0 0-46 0,19-37-35 16,-19 37-25-16,0 0-35 0,0 0-15 0,47-12-78 15,-47 12 69-15,0 0 3 0,0 0-7 0,70 3 8 16,-70-3-4-16,49 13-8 16,-49-13-7-16,56 21-1 0,-56-21-16 0,58 34 14 0,-58-34-11 15,53 38-10-15,-21-17 4 0,-5 3-12 16,-1 0 49-16,-26-24-46 0,51 42-27 0,-51-42-1 0,44 34-6 16,-44-34-30-16,27 26 11 0,-27-26 4 15,0 0-8-15,41 22 13 0,-41-22 3 0,0 0 8 0,0 0 5 0,0 0 3 0,32-42-7 16,-32 42 6-16,5-52 4 0,-5 52 11 0,0-60-2 0,0 60 14 15,0-81 5 1,0 40 11-16,0-7-7 0,-5-1 9 0,5-4 1 16,0-1-17-16,0-4 1 0,-22 4 27 15,24 1-38-15,8 4-2 0,-5-1 4 0,5 7 10 16,-10 3-35-16,7 4-12 0,-7 36-33 0,14-54-27 0,-14 54-72 16,0 0-104-16,13-46-108 0,-13 46-112 0,0 0-130 15,0 0-108-15,46 21-30 0,-46-21-64 0,17 52-497 16,-3-14-410-16</inkml:trace>
  <inkml:trace contextRef="#ctx0" brushRef="#br0" timeOffset="-208074.41">27906 12155 215 0,'0'0'1003'0,"0"0"52"0,0 0-176 0,0 0-101 0,17 35-111 0,-17-35-106 0,0 0-98 0,0 0-53 0,0 0-67 0,10 40-54 0,-10-40-36 0,14 33-26 0,-14-33-42 15,17 45-34-15,-17-45-11 0,20 57-20 0,-20-57-11 0,22 64-25 16,-18-22-6-16,-4-42-28 0,17 61-5 0,-12-23 9 15,-5-38-10-15,10 69-18 0,-10-69-11 0,0 74-4 16,0-74-126-16,-5 62 22 0,5-62-31 0,-14 51-30 16,14-51-46-16,-17 34-53 0,17-34-113 0,0 0-85 15,-42 25-120-15,42-25-104 0,0 0-24 16,-53-21 45-16,53 21 95 0,-37-47 19 0,20 18 73 0,-2-8-90 0,7-1-216 16,-8-4-68-16</inkml:trace>
  <inkml:trace contextRef="#ctx0" brushRef="#br0" timeOffset="-207701.82">27789 12148 172 0,'10'-48'337'16,"-3"13"83"-16,3-11 34 0,5 10 15 0,-3 1-23 0,2 2-17 16,3 3-12-16,0 2-1 0,8 1-40 0,-3-3-33 0,-22 30-38 15,48-41-36-15,-16 20-40 0,4 2-39 0,-4 1-30 0,-32 18-31 16,73-27-21-16,-73 27-21 0,70-18-18 16,-70 18-13-16,68-10-5 0,-68 10-13 15,68-2 0-15,-68 2-3 0,58 11 10 0,-58-11 14 16,47 25 2-16,-47-25 20 0,31 29 8 0,-31-29-42 0,17 42 65 15,-17-42-47-15,-5 53-9 0,5-53-14 16,-31 56-6-16,4-26-15 0,0 0 24 0,-9 2-36 0,-1-1 11 16,-6-3-9-16,1 2 0 0,-1-5-14 0,-3 0 8 0,-3 0-1 15,3-5 2-15,2-3 3 0,3 1-11 0,41-18 3 0,-68 24 6 16,68-24 3-16,-44 17-8 16,44-17 12-16,0 0-14 0,-41 13-2 15,41-13 6-15,0 0 25 0,0 0-42 0,0 0 3 0,0 0-4 0,0 0-3 0,0 0 5 16,0 0 88-16,53 6-92 0,-53-6-10 0,63 7 13 0,-63-7-8 0,78 17 58 31,-78-17-32-31,90 25 6 0,-46-10 18 0,7 3 9 0,7 8-58 0,-9-4 43 0,-3 2 10 16,2 2 3-16,1 2-8 0,-3-1-29 0,-2 1 8 0,2-1-7 31,-5-1-84-31,-14-3-131 0,9 2-166 0,-9 3-238 16,-27-28-238-16,49 28-21 0,-49-28-800 0,41 27-544 15</inkml:trace>
  <inkml:trace contextRef="#ctx0" brushRef="#br0" timeOffset="-206963.37">25107 11941 275 0,'0'-39'809'0,"0"39"39"0,0 0-89 0,0 0 72 0,0 0-179 0,-10-42-87 0,10 42-102 0,0 0-81 0,0 0-76 0,0 0-49 16,0 0-52-16,0 0-63 0,0 0-22 16,0 0-22-16,0 0-17 0,0 0-27 0,0 0 9 15,0 0-12-15,0 0 46 0,0 0-8 0,24 32 1 16,-24-32-20-16,13 41 5 0,-13-41 5 16,4 63-6-16,-4-63-14 0,0 76 1 0,-4-29 2 15,-1 1-21-15,-5 4-9 0,0-3 23 0,3 4-45 0,-8-1 8 0,3 1-3 16,-7 0-5-16,7 0-11 0,-1-3 7 0,1-2-7 15,0-9 10-15,2 2 23 0,10-41-49 0,-9 61 11 0,9-61-20 16,0 43 6-16,0-43 31 16,19 30 22-16,-19-30-20 0,0 0-5 0,95-9 6 0,-44-7-50 0,10-5-74 15,7-11-94-15,10 4-306 16,9-5-459-16,0-8-369 0,-6 12-662 0,-4 1-655 16</inkml:trace>
  <inkml:trace contextRef="#ctx0" brushRef="#br0" timeOffset="-200433.89">11733 14157 162 0,'0'0'594'0,"0"0"98"0,-17-30 26 0,17 30-48 0,0 0 15 0,0 0-53 0,-24-37-92 0,24 37-71 0,0 0-47 0,0 0-32 0,-29-25-56 0,29 25-25 0,0 0-51 0,0 0-4 16,0 0-35-16,0 0-31 0,0 0-34 16,0 0-28-16,0 0-24 0,0 0-22 0,0 0-22 0,0 0-11 15,0 0-18-15,0 0-8 0,0 0 4 0,0 0 5 16,0 0 51-16,0 0 21 0,17 48-3 0,-17-48-15 15,9 49-91-15,-9-49 144 0,13 66 4 0,-13-66-13 0,4 74-15 16,-1-34-18-16,-1 1-15 0,1 5-11 16,-3-2-18-16,-3-3 0 0,1 5-11 0,-1-4-9 15,11 0-3-15,-16-1-9 0,4-4 2 0,4-37-44 16,-13 69-116-16,13-69-85 0,-14 57-110 0,14-57-7 16,-24 42-128-16,24-42-110 0,0 0-114 0,-10 43-148 0,10-43-61 0,0 0-7 15,0 0-793-15,-49-18-550 0</inkml:trace>
  <inkml:trace contextRef="#ctx0" brushRef="#br0" timeOffset="-200214.28">11595 14334 96 0,'19'-29'534'0,"-19"29"92"16,0 0 4-16,20-28-56 0,-20 28-24 0,0 0 10 16,0 0-44-16,0 0-92 0,0 0-66 0,0 0 0 15,0 0-124-15,0 0-36 0,0 0 7 0,0 0-40 0,0 0 3 16,55-3-17-16,-55 3-34 0,32 19-23 0,-32-19-19 15,39 29 3-15,-39-29-28 0,48 30-1 0,-48-30-13 16,47 42-32-16,-47-42-48 0,46 44-76 0,-19-21-93 16,-1 0-91-16,-26-23-152 0,46 47-95 0,-12-27-126 15,-34-20-7-15,64 25 11 0,-64-25-51 16,65 14-291-16,-65-14-211 0</inkml:trace>
  <inkml:trace contextRef="#ctx0" brushRef="#br0" timeOffset="-199819.36">12467 14425 132 0,'19'-47'519'0,"-19"47"109"15,10-34 72-15,-10 34-16 0,0 0 30 0,0 0-41 0,7-40-83 16,-7 40-68-16,0 0-83 0,0 0-75 0,0 0-81 0,0 0-45 16,0 0-52-16,0 0-42 0,0 0 64 15,0 0-141-15,0 0-1 0,-34 21-1 16,34-21-14-16,-19 39-8 0,19-39-22 0,-22 39 9 0,22-39-18 0,-22 40 11 16,22-40-18-16,-22 41-29 0,22-41-41 0,-17 37-27 0,17-37-20 15,-17 32-25-15,17-32-4 16,0 0 1-16,-22 31 2 0,22-31 4 0,0 0-6 0,0 0 3 0,0 0-6 15,0 0-11-15,0 0 18 0,0 0 1 0,0 0 40 16,17-48 22-16,-17 48 17 0,13-42 16 0,-13 42 31 0,14-44 24 16,-14 44 32-16,10-45 27 15,-10 45 18-15,14-43 11 0,-14 43-1 0,8-40 4 16,-8 40-7-16,5-40-2 0,-5 40-15 16,9-37 5-16,-9 37-21 0,15-30 14 0,-15 30-3 0,0 0-24 15,22-42 0-15,-22 42-12 0,22-27-8 0,-22 27-9 0,0 0-10 0,34-26 3 16,-34 26-6-16,0 0-11 15,46-12 13-15,-46 12-80 0,0 0 75 0,0 0 31 16,48 10 7-16,-48-10 4 0,34 20-12 0,-34-20-19 16,37 36 4-16,-37-36 16 0,34 50-15 0,-34-50-8 0,29 60 10 15,-29-60-4-15,24 68-11 0,-14-25-20 16,-5 0-52-16,0 1-44 0,-3 2-54 0,-4 16-98 16,-1-20-121-16,1 4-159 0,-3-2-194 0,0 1-34 0,-14-7-56 0,12 3-475 15,-15-1-408-15</inkml:trace>
  <inkml:trace contextRef="#ctx0" brushRef="#br0" timeOffset="-199464.66">11439 15454 259 0,'0'0'522'0,"-56"12"63"0,56-12 15 0,0 0-74 0,-53 14-74 0,53-14-33 0,0 0-87 0,0 0-76 0,0 0-56 0,0 0-41 0,0 0-21 0,0 0 4 0,0 0 3 0,0 0-7 16,87-3-1-16,-87 3-4 0,97-15-8 15,-38 7-6-15,2 1 11 0,-1-2 4 0,3 3-14 16,-2-1-13-16,2 1-29 0,1-3 4 0,-64 9-28 0,106-8-2 15,-106 8-10-15,105-5 1 0,-105 5 72 0,92 2-210 16,-92-2 124-16,78 3-4 0,-78-3-7 0,63 6-10 0,-63-6 8 16,49 9 26-16,-49-9-42 0,0 0-65 15,53 7-82-15,-53-7-90 0,0 0-134 0,0 0-178 0,0 0-154 16,0 0-27-16,49 12-746 0,-49-12-470 0</inkml:trace>
  <inkml:trace contextRef="#ctx0" brushRef="#br0" timeOffset="-198987.81">13718 15271 78 0,'0'0'522'0,"0"0"93"0,0 0 40 0,-34 24-61 0,34-24-45 0,0 0-25 0,0 0-85 0,0 0-86 0,0 0-70 0,0 0-62 0,0 0-50 0,0 0-37 16,0 0-29-16,0 0-22 0,0 0-13 0,0 0 28 0,0 0 28 0,0 0 0 16,0 0 71-16,73 0-205 15,-73 0 125-15,59-7-10 0,-59 7-4 0,60-9-18 0,-60 9-8 0,71-7 13 16,-71 7-47-16,70-1-2 0,-70 1-7 16,73-6-5-16,-73 6 37 0,68-6-50 15,-68 6-12-15,63-1 8 0,-63 1-12 0,63 1 7 16,-63-1-5-16,0 0-2 0,83 6 4 0,-83-6-5 0,0 0 2 15,83 7 29-15,-83-7-28 0,56 7-5 0,-56-7-48 0,0 0-78 16,70 5-59-16,-70-5-115 0,0 0-162 0,63 11-203 16,-63-11-114-16,0 0-42 0,0 0-569 15,0 0-442-15</inkml:trace>
  <inkml:trace contextRef="#ctx0" brushRef="#br0" timeOffset="-198587.07">15361 15302 332 0,'0'0'691'0,"0"0"-14"0,0 0-59 15,0 0-78-15,29 22-12 0,-29-22-80 0,0 0-89 0,0 0-77 16,0 0-65-16,0 0-43 0,0 0-37 0,0 0-13 16,68-15 21-16,-68 15-14 0,0 0-5 15,68-3-11-15,-68 3 12 0,78-8-7 0,-78 8-4 16,92-12-16-16,-41 5-12 0,0 0-15 0,-51 7 1 16,112-14-3-16,-61 5-5 0,-2 3-14 0,-49 6-11 15,97-14-5-15,-97 14-3 0,90-12-3 0,-90 12-8 0,75-11 1 16,-75 11-9-16,61-8-1 0,-61 8 0 0,0 0 2 15,70-8-11-15,-70 8-28 0,0 0 32 0,0 0 2 16,56-7-4-16,-56 7-1 0,0 0 1 0,0 0-7 16,0 0 3-16,0 0-1 0,0 0-18 0,0 0-31 0,0 0-42 15,0 0-74-15,0 0-106 0,0 0-139 0,0 0-188 16,0 0-141-16,0 0-50 0,0 0-722 0,0 0-484 16</inkml:trace>
  <inkml:trace contextRef="#ctx0" brushRef="#br0" timeOffset="-198086.09">15932 13996 216 0,'0'0'823'0,"0"0"38"0,0 0-102 0,0 0-46 0,0 0-76 0,0 0-111 0,-44-12-86 0,44 12-100 0,0 0-76 15,0 0-55-15,0 0-37 0,0 0-19 0,0 42-11 16,0-42-4-16,10 39-14 0,-10-39-18 0,0 44 18 16,0-44-19-16,10 55 24 0,-10-55-15 15,14 60 7-15,-14-60-9 0,10 65-1 0,-10-65 12 0,7 76-12 0,-7-76-19 16,3 78-8-16,-6-30-12 0,1-6-8 15,-3 1 1-15,0 0-12 0,-5 0-10 0,-2-2-9 0,2 3-11 16,-7-3-5-16,8 1 41 0,-1-3-65 16,-7-2-57-16,0-2-91 0,0-2-42 0,-5-3-57 15,22-30-95-15,-34 48-129 0,34-48-94 0,-34 41-201 0,34-41-78 0,-49 15 1 16,49-15-692-16,0 0-496 0</inkml:trace>
  <inkml:trace contextRef="#ctx0" brushRef="#br0" timeOffset="-197861.86">15312 14088 279 0,'0'0'874'16,"0"0"15"-16,-22-32-172 0,22 32-71 0,0 0-92 0,0 0-30 15,22-24-44-15,-22 24-52 0,93-29-63 0,-55 13-64 0,16-3 3 16,4 0-22-16,8-1 15 15,4 0 38-15,3 3-42 16,-2-1-54-16,-6 3-43 0,-2 4-43 0,-2-3-31 0,0 17-101 0,-12-17-157 0,-49 14-115 0,82-16-372 16,-82 16-508-1,75-11-1336-15,-75 11-1061 0</inkml:trace>
  <inkml:trace contextRef="#ctx0" brushRef="#br0" timeOffset="-195258.86">9884 7203 82 0,'0'0'252'0,"0"0"82"0,-56-4 12 0,56 4 14 0,0 0 11 0,-53-21-29 0,53 21-46 0,0 0-37 0,-46-18-22 0,46 18-7 0,0 0-41 0,-42-20-20 0,42 20-24 0,0 0 18 0,-39-23-9 0,39 23-4 15,0 0-11-15,-43-22-3 0,43 22 10 0,0 0-1 16,-42-26-2-16,42 26 3 0,0 0 10 0,-51-27-6 16,51 27 1-16,-39-14-6 0,39 14-20 0,-48-15-32 15,48 15 11-15,-44-15-18 0,44 15-16 0,-51-12-6 16,51 12-10-16,-56-13-14 0,56 13-10 0,-53-5 3 0,53 5-6 15,-61-4 1-15,61 4-2 0,-63 0 5 16,63 0-70-16,0 0 78 0,-78 9-2 0,78-9-7 0,-53 7-11 16,53-7-14-16,-44 12 9 0,44-12 10 15,-49 14-11-15,49-14 10 0,-46 27 34 0,46-27-73 16,-34 33 6-16,34-33-2 0,-44 45 4 0,22-21-1 16,22-24 8-16,-36 52-1 0,14-22-5 0,22-30 0 15,-24 58 6-15,14-25-8 0,10-33 18 0,-17 61-3 0,17-61-10 16,-7 70 4-16,7-70 2 0,0 64-13 0,0-64 10 15,12 70 3-15,-2-30-5 0,-1-7-1 0,4 0-3 16,1 1 10-16,6-2-95 0,-3 2 109 0,2-4-1 16,3 0-5-16,2 0 1 0,1-4 7 0,1 2-13 0,3-6 10 15,5-1-9-15,-2 0 6 0,7-3 17 0,0-4 4 16,2-2-6-16,-41-12-2 0,92 15-4 0,-92-15 0 16,98 7 0-16,-98-7 12 0,107-7-25 0,-107 7 2 0,102-11 19 15,-51 0-20-15,-3 2-1 0,-2-5-8 0,-4 3 17 16,-42 11 13-16,80-26-13 0,-80 26 19 0,63-29 10 15,-63 29-9-15,51-30 21 0,-51 30 14 0,41-26-18 16,-41 26 8-16,32-32 23 0,-32 32-5 0,15-38-24 16,-15 38 11-16,12-35-4 0,-12 35-11 0,0-40 2 0,0 40 0 15,-5-42-4-15,5 42-5 0,-10-42 5 16,10 42-2-16,-14-40 10 0,14 40-3 16,-20-35 19-16,20 35-12 0,-19-30 1 0,19 30-6 0,0 0-5 0,-27-32-9 15,27 32-17-15,0 0-7 0,0 0-26 0,0 0-69 16,-37-23-81-16,37 23-83 0,0 0-245 15,0 0-256-15,-34 25-132 0,34-25-56 16,-29 39-20-16,29-39-712 0,-14 46-535 0</inkml:trace>
  <inkml:trace contextRef="#ctx0" brushRef="#br0" timeOffset="-194544.19">10013 8165 70 0,'0'0'677'0,"0"0"162"0,0 0-45 0,0 0-66 0,0 0-20 0,0 0-93 0,0 0-93 0,0 0-88 0,0 0-95 0,0 0-60 0,0 0-65 0,0 0-39 16,0 0-35-16,-7 36-33 0,7-36-21 0,0 0-17 16,0 0-14-16,0 0-9 0,2 37 0 15,-2-37-8-15,0 0-13 0,-19 49-14 0,19-49 7 16,-13 34 8-16,13-34-29 0,-17 30 25 0,17-30-6 0,0 0 33 0,-21 46-42 0,21-46-12 15,0 0 3-15,0 0 1 16,-20 32-88-16,20-32 57 0,0 0-27 0,0 0-25 16,0 0-5-16,0 0-5 0,0 0-11 0,0 0-6 0,0 0-7 0,0 0-3 15,0 0 9-15,0 0 23 0,0 0 15 0,5-46 18 0,-5 46 10 16,0 0 15-16,7-35 10 16,-7 35 17-16,0 0 2 0,0 0 7 0,15-31-4 0,-15 31 0 0,0 0 2 0,14-32-3 15,-14 32-4-15,0 0-2 0,0 0-2 0,27-26 8 16,-27 26-6-16,0 0 4 0,0 0-4 15,0 0 0-15,56-14 1 0,-56 14-5 0,0 0 0 0,39-16 10 32,-39 16 0-32,0 0 4 0,44 18 0 0,-44-18-7 15,0 0 13-15,34 21 11 0,-34-21 6 0,0 0 3 16,34 27 4-16,-34-27-1 0,0 0-1 0,22 30-2 16,-22-30-2-16,0 0-4 0,12 38 0 0,-12-38-6 15,0 0-4-15,0 0-6 0,0 0 5 0,12 35-3 0,-12-35-68 16,0 0 79-16,0 0-7 0,0 0 21 0,0 0-60 15,0 0-35-15,0 0-28 0,0 0-32 0,0 0-13 16,0 0 3-16,0 0-2 0,0 0-7 0,0 0 24 16,0 0 22-16,0 0 19 0,0 0 19 0,14-35 13 15,-14 35 8-15,0 0 9 0,0 0 17 0,5-48-15 16,-5 48 49-16,0 0 19 0,10-38 11 0,-10 38 10 16,0 0-3-16,15-41-3 0,-15 41-2 0,0 0-1 15,12-41-5-15,-12 41 5 0,29-24-3 0,-29 24 0 0,36-27-9 16,-36 27-9-16,0 0-6 0,46-20-6 15,-46 20-4-15,44-13-2 0,-44 13-5 0,42-18-3 0,-42 18-6 16,0 0-1-16,60 9 11 0,-60-9-12 0,0 0 11 0,34 34-2 16,-34-34 18-16,39 40 39 0,-39-40 1 0,7 53-7 15,-7-53 41-15,27 58-73 0,-27-58 1 0,12 62-2 16,-12-62-24-16,3 65 16 0,-3-65-6 0,-5 64-52 16,5-64-96-16,-5 57-110 0,5-57-141 0,-2 53-153 15,2-53-124-15,-8 37-24 0,8-37-92 0,0 0-348 0,-17 35-314 16</inkml:trace>
  <inkml:trace contextRef="#ctx0" brushRef="#br0" timeOffset="-191305.24">9872 15380 45 0,'0'0'103'0,"0"0"-23"0,0 0-33 0,0 0-53 0,0 0-102 0,0 0 53 0</inkml:trace>
  <inkml:trace contextRef="#ctx0" brushRef="#br0" timeOffset="-190510.97">10057 15378 220 0,'0'0'342'0,"0"0"79"0,-61 7 45 0,61-7 1 0,0 0-24 0,0 0-30 16,0 0 9-16,0 0-27 0,-61 5-28 0,61-5-28 15,0 0-15-15,0 0-19 0,0 0-27 0,0 0-28 16,0 0-18-16,0 0-25 0,0 0-30 0,0 0-13 0,0 0-19 15,0 0-18-15,0 0-14 0,-61-5-17 0,61 5-11 16,0 0 4-16,0 0 6 0,0 0-12 0,0 0-4 16,0 0-17-16,0 0-8 0,0 0-9 0,0 0 2 15,0 0-17-15,0 0-10 0,0 0-5 0,0 0 1 16,0 0-13-16,0 0-7 0,0 0 4 0,0 0-7 0,0 0-5 16,0 0-5-16,0 0-7 0,0 0-1 0,0 0 1 15,0 0 7-15,0 0 6 16,0 0 6-16,0 0 10 0,0 0-1 0,76 5 15 0,-76-5-9 15,0 0 7-15,85 2-10 0,-85-2 4 0,63 0 13 16,-63 0-4-16,68 0-8 0,-68 0-1 0,70-2-2 16,-70 2 4-16,68 0-6 0,-68 0-7 0,68 0 35 0,-68 0-35 15,0 0-5-15,90 0 18 0,-90 0-13 0,0 0 2 0,71 0 4 16,-71 0 40-16,0 0-57 16,0 0 21-16,65-1-20 0,-65 1 9 0,0 0-3 0,0 0 4 0,0 0-1 15,0 0-9-15,0 0 4 0,0 0-40 0,0 0-27 16,0 0-37-16,0 0-43 0,0 0-52 0,0 0-68 15,0 0-88-15,0 0-122 0,0 0-143 0,71 3-153 16,-71-3 1-16,0 0-719 0,0 0-479 0</inkml:trace>
  <inkml:trace contextRef="#ctx0" brushRef="#br0" timeOffset="-189908.74">8523 15565 58 0,'-55'11'349'0,"55"-11"153"0,0 0 24 0,0 0 0 0,0 0-50 0,0 0-58 0,0 0 4 0,0 0-52 0,0 0-48 0,0 0-50 0,-39 21-45 15,39-21-41-15,0 0-33 0,0 0-28 0,0 0 14 16,0 0-2-16,0 0-15 0,56-6-2 0,-56 6 14 16,0 0-3-16,63 0-31 0,-63 0-5 0,56 6-7 15,-56-6-5-15,58 0 0 0,-58 0 2 0,63 2-12 16,-63-2-12-16,68-2-10 0,-68 2-9 0,66 0-2 16,-66 0-14-16,58 0 4 0,-58 0-17 0,0 0-14 15,83-4 40-15,-83 4-56 0,0 0-62 0,56-7-65 16,-56 7-72-16,0 0-83 0,0 0-71 0,0 0-73 15,0 0-104-15,0 0-54 0,0 0-38 0,0 0-702 16,0 0-423-16</inkml:trace>
  <inkml:trace contextRef="#ctx0" brushRef="#br0" timeOffset="-189304.93">6567 15599 182 0,'0'0'420'0,"0"0"28"0,0 0-11 0,0 0-38 0,0 0-37 0,-58 3-37 0,58-3-42 0,0 0-37 0,0 0-16 0,0 0-51 0,0 0-23 0,0 0-23 15,0 0-18-15,0 0 34 0,0 0 7 0,0 0 3 0,61-3 4 16,-61 3-17-16,0 0-1 0,80-4-6 15,-80 4 0-15,66-5-3 0,-66 5-6 0,80-11-2 0,-80 11-21 0,92-9-14 0,-92 9-12 16,92-9-9-16,-92 9-12 0,98-10-19 16,-98 10 3-16,92-8-11 0,-92 8-6 0,87-6-8 0,-87 6 1 15,83-9-3-15,-83 9-7 0,80-7-6 16,-80 7-68-16,0 0-50 0,71-7-67 0,-71 7-77 0,0 0-56 16,0 0-72-16,0 0-92 15,63-7-44-15,-63 7-36 0,0 0-29 0,0 0-518 0,0 0-298 16</inkml:trace>
  <inkml:trace contextRef="#ctx0" brushRef="#br0" timeOffset="-188868.22">6827 14302 150 0,'-4'-44'634'0,"4"44"47"16,0 0-9-16,0 0-53 0,0 0 27 0,-13-34-38 15,13 34-79-15,0 0-79 0,0 0-84 0,0 0-65 0,0 0-47 16,0 0-45-16,0 0-55 0,0 0-10 0,0 0-32 15,0 0-30-15,0 0-28 0,0 0-4 0,0 0-133 16,25 30 153-16,-25-30 4 0,24 43-18 0,-24-43-6 16,27 60 5-16,-13-27 66 0,3 6-56 0,-2-3-14 0,-1 7 13 15,6 2 29-15,-8-1-37 0,3 3 19 0,-3 1-21 16,0-3 8-16,-2 0-12 0,-3-1-9 0,-2 3 16 16,-3-5-18-16,-2-1 2 0,22 2-19 0,-39-3-1 15,10-2-14-15,-1 0 5 0,8-38 4 16,-9 68-49-16,9-68-51 0,-20 58-45 0,20-58-55 15,-19 41-70-15,19-41-79 0,-20 32-36 0,20-32-64 0,0 0-89 16,-26 30-105-16,26-30-36 0,0 0 27 0,0 0 41 16,-68-23 53-16,68 23-500 0,-39-42-233 0</inkml:trace>
  <inkml:trace contextRef="#ctx0" brushRef="#br0" timeOffset="-188573.25">6614 14395 223 0,'17'-38'351'0,"2"-2"67"16,5 4-41-16,-2-3 73 0,2 7-18 0,1 2-35 0,-1-4 3 16,0 4 11-16,-2 2-46 0,3 0-28 0,-1 3-35 15,-24 25-41-15,51-46-27 0,-51 46-35 0,51-40-21 16,-51 40-33-16,51-36-19 0,-51 36-18 0,51-27-21 16,-51 27-18-16,51-22-18 0,-51 22-5 0,0 0-9 0,66-9-8 15,-66 9-5-15,0 0 1 0,68 4 7 16,-68-4 22-16,43 13 14 0,-43-13 10 15,42 29 15-15,-42-29 47 0,41 39-43 0,-41-39 18 0,32 52 30 0,-32-52 16 0,19 57 34 16,-19-57 42-16,2 60 33 0,-2-60 34 16,-21 67 9-16,1-33 5 0,-4-2-15 0,-8 7-31 0,-9-3-52 15,-3 0-47-15,-9 3-43 0,-10-2-152 0,-1-1-239 16,-13-3-197-16,-4 8-284 0,1-15-608 16,-10 11-1398-16,13-3-1308 0</inkml:trace>
  <inkml:trace contextRef="#ctx0" brushRef="#br0" timeOffset="-174235.96">10236 13949 239 0,'10'-36'650'0,"-10"36"33"0,0 0-13 0,0 0-95 0,-7-35 59 0,7 35-60 0,0 0-69 0,-29-27-72 0,29 27-59 0,0 0-75 0,0 0-45 0,-15-37-55 15,15 37-36-15,0 0-24 0,0 0-13 0,-12-37-8 0,12 37-24 0,0 0-7 0,0 0-11 16,0 0 50 0,-5-37-58-16,5 37-9 0,0 0-6 0,0 0 12 0,0 0-23 0,0 0 86 0,0 0-112 15,0 0 8-15,0 0-20 0,0 0 16 0,0 0 3 0,0 0-34 16,0 0 14-1,-29 26-5-15,29-26-3 0,-44 35-28 16,44-35 26-16,-34 30 7 0,34-30-7 0,-34 38 126 16,34-38-164-16,-36 46 6 0,36-46-5 0,-34 52 12 15,34-52 13-15,-27 48 6 0,27-48-8 0,-19 45 36 16,19-45-39-16,-15 40 9 0,15-40 3 0,0 0-14 16,0 57 10-16,0-57-3 0,0 0 6 0,19 37-18 15,-19-37 16-15,0 0 29 0,32 34-52 0,-32-34 14 0,44 19 34 16,-44-19-22-16,51 22 6 0,-51-22 8 0,56 20 12 15,-56-20-18-15,63 20-6 0,-63-20-7 0,73 23 27 16,-73-23-13-16,77 25-4 0,-77-25 12 0,81 26-9 16,-81-26 4-16,77 22 5 0,-35-7 2 0,-6 3-3 15,3 2-11-15,-5-1-6 0,-2-2-5 0,-32-17 16 16,60 42-15-16,-28-22 6 0,-32-20 6 0,41 39-4 16,-41-39 3-16,25 41 2 0,-25-41 16 0,17 38 7 15,-17-38 1-15,4 40 14 0,-4-40 3 0,0 0 23 0,-12 53 10 16,12-53 51-16,-26 26 5 0,26-26 10 0,-34 37 9 15,34-37-10-15,-47 20-22 0,47-20-18 0,-60 13-18 16,60-13-24-16,-85 11-75 0,85-11-94 0,-107 4-90 16,43-6-165-16,6 7-355 0,-5-8-320 0,-12 11-309 15,9-13-498-15,-2 0-604 0</inkml:trace>
  <inkml:trace contextRef="#ctx0" brushRef="#br0" timeOffset="-168638.19">8341 14614 263 0,'0'0'705'0,"0"0"13"0,-34-28-39 0,34 28-45 15,0 0 17-15,0 0-85 0,0 0-80 0,-39-25-96 0,39 25-65 0,0 0-63 0,0 0-57 0,0 0-50 0,0 0-154 0,0 0 119 0,0 0-35 16,0 0-15-16,0 0-32 0,0 0-28 0,0 0 45 0,0 0-37 0,0 0-15 0,34 30 1 15,-34-30 0-15,22 40 3 0,-22-40 4 0,29 54-10 16,-12-24 1-16,-5 2 6 0,1 3 27 0,1 1-25 16,-2 2 6-16,0 0 4 0,-2 2-5 15,0 1 0-15,0 0-6 0,-8-2 8 0,3 1 2 0,0-1-16 0,-5-39 11 16,2 71-11 0,-2-71 1-16,-2 65 1 0,2-65-3 0,-3 54 3 0,3-54 8 0,-4 36-8 15,4-36 5-15,0 0-4 0,0 0 7 0,-3 42-1 0,3-42 37 16,0 0-49-16,0 0-17 0,0 0-19 0,0 0-11 15,-51-30 2 1,51 30 5-16,-29-48 4 0,12 19 7 0,2-7 5 0,-4 1 5 16,-1-2-2-16,1 2 6 0,0-6 5 0,-1 2 6 0,1-3 9 0,-1 1-15 15,6 1 6 1,-6-1-3-16,6 0-8 0,-1 4 11 0,-2-2-5 0,2 0 5 0,3 1 17 0,3 1 14 0,1 1-21 31,1-3-10-31,7 39 3 0,-7-71 1 0,7 71 1 0,2-70-2 16,-2 70-7-16,12-69 0 0,-4 34 6 15,4 1 4-15,-12 34-1 0,31-60 10 0,-31 60-20 16,32-59 5-16,-32 59-13 0,34-51 14 0,-34 51-1 0,34-42 2 16,-34 42-3-16,36-36-3 0,-36 36 4 0,34-30-1 15,-34 30-2-15,37-19 3 0,-37 19-11 0,0 0 7 16,44-21-1-16,-44 21-4 0,0 0 3 0,0 0 2 16,0 0 1-16,63 3 11 0,-63-3 27 0,0 0-42 15,36 20 1-15,-36-20 8 0,0 0-6 0,34 34 0 0,-34-34 6 16,22 29 4-16,-22-29 6 0,15 36 0 0,-15-36-5 15,12 37 4-15,-12-37-4 0,2 40 5 16,-2-40 3-16,-2 50-8 0,2-50 67 0,-20 60-162 0,20-60 105 16,-29 62-2-16,10-27 3 0,-1 1-17 0,-4-1-8 15,-3-3 20-15,3-2-9 0,5-2 2 0,19-28 2 16,-39 46-1-16,39-46 2 0,0 0-4 0,-29 44 0 0,29-44-3 16,0 0-3-16,0 0-2 0,-27 30-11 15,27-30 3-15,0 0 5 0,0 0-20 0,0 0 6 0,0 0 3 16,0 0 3-16,0 0 11 0,44 23-19 0,-44-23 23 15,0 0 2-15,70 16-4 0,-70-16-2 0,61 16 10 0,-61-16-3 16,75 16-55-16,-75-16 82 0,75 25-2 16,-33-10-6-16,1 0-3 0,1 0-2 0,-2 5 0 15,-1 0 1-15,0-1-6 0,-2 4 1 0,-3 0 3 0,-2-2-2 16,3 2-5-16,-5 0 4 16,-3-1 3-16,-29-22 0 0,51 45-3 0,-51-45-4 0,43 38 2 15,-43-38 0-15,39 30 3 0,-39-30 10 0,29 23-20 16,-29-23-2-16,0 0 4 0,30 27 1 0,-30-27-31 15,0 0-117-15,0 0-17 0,0 0-129 0,29 23-155 0,-29-23-220 16,0 0-77-16,0 0-160 0,0 0-331 0,-39 22-384 16</inkml:trace>
  <inkml:trace contextRef="#ctx0" brushRef="#br0" timeOffset="-167754.48">13677 13952 425 0,'0'0'721'0,"-46"-37"-6"0,46 37-51 0,-39-29-7 16,39 29-8-16,-29-24-70 0,29 24-81 0,0 0-78 0,-29-21-71 0,29 21-65 0,0 0-74 0,0 0-28 0,0 0-36 0,0 0-32 0,0 0-33 0,0 0-28 0,0 0-8 0,0 0-28 16,0 0 11-16,-3 48 2 0,3-48-9 0,15 66-13 0,-3-25 7 0,-2 5-2 15,2 3 3-15,0 5-13 0,5 0-9 16,0 1 19-16,0 0 2 0,0 3-1 0,2 0-32 0,3-5 6 0,3-3 10 16,-1-6 6-16,3-2-17 0,4-9 6 15,-2-3-14-15,1-6-27 16,1-5 49-16,-31-19-3 0,83 13 11 0,-83-13-5 0,94-23-3 0,-42-3 9 0,1-8 9 15,0-5 13-15,-4-7-24 0,0-3 3 0,-3-2 10 16,-7-8-15-16,0 5 16 16,-8-5-16-16,-2 0 40 0,-4-1-36 0,-4-1-4 15,-6-3-8-15,-3 4 7 0,3 2-13 0,-10 1 66 16,-8 8-58-16,1 1-9 0,-1 6 13 0,-4 3 18 0,-3 5-12 0,10 34 2 0,-17-55 6 16,17 55-7-16,-17-42 19 15,17 42 19-15,0 0-59 0,-14-37-26 0,14 37-62 0,0 0-66 16,0 0-90-16,0 0-129 0,0 0-73 0,0 0-94 0,0 0-71 0,46-21-109 31,-46 21-122-31,0 0-425 0,78 12-401 0</inkml:trace>
  <inkml:trace contextRef="#ctx0" brushRef="#br0" timeOffset="-167232.47">18318 15070 199 0,'0'0'873'0,"-10"-40"59"0,10 40-152 0,0 0-49 0,0 0-93 0,0 0-94 0,0 0-100 0,-34-21-203 0,34 21 76 0,0 0-66 0,0 0-57 0,0 0-39 16,0 0-46-16,0 0-21 0,0 0-16 0,0 0-13 16,29 21-15-16,-29-21-8 0,32 37 26 0,-32-37-39 15,39 46-9-15,-39-46-10 0,41 53 11 0,-41-53-7 0,44 51-11 16,-44-51 6-16,56 37 7 0,-56-37 20 0,73 25 21 15,-73-25 42-15,99-3 44 0,-31-24 40 0,15-5 53 16,17-15 15-16,16-18-12 0,23-13-23 0,14-11-17 16,14-11-3-16,16-10-11 0,13-7 22 0,11-10-12 15,7-16 12-15,4-4-1 0,6-3-13 0,2-8-22 0,0-2 3 16,-7-6-1-16,-3 4 1 0,3-1-28 0,-20 7-8 16,-10 11-14-16,-9 10-3 0,-15 14-15 0,-19 13-21 15,-19 18-12-15,-23 14-15 0,-12 15 2 16,-21 8-17-16,-10 10-60 0,-10 8-66 0,-13 10-88 0,1 2-110 15,-39 23-176-15,49-18-21 0,-49 18-12 0,0 0-69 16,-15 44-195-16,-2-14-328 0,-12-8-130 16,12 13-1093-16,-10-7-916 0</inkml:trace>
  <inkml:trace contextRef="#ctx0" brushRef="#br0" timeOffset="-156726.24">11046 13831 274 0,'-30'-28'473'0,"30"28"-6"0,-29-26 9 0,29 26-75 0,-31-24-72 0,31 24-69 0,0 0-106 0,-39-35 151 0,39 35-42 0,0 0-84 0,-34-28-3 0,34 28-3 0,0 0-28 16,0 0-19-16,-25-26-16 0,25 26-28 0,0 0-22 0,0 0-15 0,0 0-48 16,0 0 43-16,5-39-18 15,-5 39-10-15,20-30 4 0,-20 30-4 0,36-36-5 16,-36 36 1-16,51-45-1 0,-14 18 3 0,2 1-4 0,4-2 14 0,8-2 5 16,3 0 38-16,4 0 6 0,5-4-3 0,10-5-13 15,-5 9-8-15,10 0-1 0,-5 2-18 16,5 0 2-16,-1-1-5 0,6 2-3 15,0-3-2-15,-1 4 1 0,1-1 0 0,-1 1-4 16,1 3 2-16,0 2-1 0,26 3-6 0,-5-1 0 16,-28 3-6-16,-6 3 1 0,1 1-10 0,-3 5 10 15,-3 0-2-15,-4 3-3 0,-61 4 4 0,117 0-3 0,-117 0-1 16,104 9-3-16,-104-9-4 0,93 21 6 0,-93-21 4 16,85 21 0-16,-44-3-11 0,0 2 18 0,-7 4-3 15,3 3-2-15,-15-1-9 0,12 2 16 0,0 1 5 16,-5 0-13-16,-3 1 2 0,-1 0-7 0,-3 0 6 15,-1-4-5-15,-21-26 5 0,32 53 0 0,-32-53 10 0,24 46-30 16,-24-46 19-16,15 41-2 0,-15-41-56 0,0 0-34 16,0 49-45-16,0-49-57 0,-15 30-50 0,15-30-92 15,-29 35-152-15,29-35-39 0,-51 25 17 0,51-25-50 16,-80 23-396-16,80-23-149 0</inkml:trace>
  <inkml:trace contextRef="#ctx0" brushRef="#br0" timeOffset="-156546.45">12968 13526 31 0,'0'0'222'16,"0"0"39"-16,0 0 17 0,0 0-31 0,0 0 15 0,0 0-19 15,43 9-44-15,-43-9-27 0,59-2-31 0,-59 2-18 16,82-10-23-16,-82 10-14 0,95-17-18 16,-44 10-38-16,2-3-99 0,8 0-36 0,0-3-29 0,0 1-11 0,-3-1-21 15,3-1 22-15,-1-2-59 0,-4-3-84 16,-5 0-231-16,3 1-11 0</inkml:trace>
  <inkml:trace contextRef="#ctx0" brushRef="#br0" timeOffset="-156372.45">14165 13042 159 0,'-9'-77'320'15,"1"42"71"-15,1-1 23 0,7 36 27 16,-14-57 23-16,14 57-6 0,-8-38 13 0,8 38-12 0,0 0-57 16,0-40-55-16,0 40-58 0,0 0-57 0,0 0-48 15,0 0-43-15,0 0-27 0,0 0-35 0,0 0 0 16,-7 39-20-16,14-3-8 0,-2 7-8 0,2 5-4 15,3 2-9-15,-5 5-46 0,2 1-55 0,-4 1-64 16,4-1-87-16,3 2-123 0,-3 1-123 0,5-5-81 0,0-2-3 16,-2-5 0-16,-5-2-583 0,7-5-323 15</inkml:trace>
  <inkml:trace contextRef="#ctx0" brushRef="#br0" timeOffset="-155420.05">1074 12696 223 0,'14'-38'658'0,"-14"38"-7"0,0 0-98 0,0 0-84 0,20-30-58 15,-20 30-2-15,0 0-59 0,0 0-47 0,0 0-71 0,0 0-36 0,0 0-49 0,0 0-38 0,31-21-27 0,-31 21-26 0,0 0-23 0,0 0-14 16,0 0 12-16,0 0-34 0,0 0 10 0,44 11-5 15,-44-11-2-15,46 16 8 0,-46-16-1 0,49 23-6 16,-49-23-3-16,58 31 8 0,-58-31-3 0,58 38 11 0,-26-17-11 16,-3 2 8-16,5 0 4 0,-2 0-12 15,-1-2 1-15,1 7 3 0,-1-8-1 0,-31-20 3 0,64 30-1 16,-64-30-6-16,53 21 3 0,-53-21 8 16,0 0 63-16,78 12 67 0,-78-12 86 0,75-13 33 0,-31-10 16 15,2-10-9-15,27-11-25 0,-10-10-18 0,10-6-10 16,5-8-10-16,0-8 1 0,9 1-33 15,-2-8 0-15,0-1-9 0,5-1-11 0,-10-1-17 0,8 5-2 16,-8 3-37-16,0 3-17 0,-2 3-24 0,0 7-9 0,-6 5-17 16,-1 7-9-16,-6 5-17 0,-4 6 4 0,0 3-5 15,-3 8-2-15,-4 3-21 0,-6 6-1 0,1 2-13 16,0 7-17-16,-3 1-18 0,-46 12-33 0,90-16-82 16,-90 16 24-16,85-10-8 0,-85 10-44 0,75-4-62 15,-75 4-121-15,68 7-104 0,-68-7-181 16,61 22-173-16,-61-22-38 0,46 24-813 0,-46-24-547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BA0C7-BE67-48D5-BD35-DA5DB3D3A47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67D57-D457-4EAE-BF4F-2FDE0C552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EDEED-7842-4258-8A82-6812FA1E8BFB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4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CC30-37F6-49DC-8F97-9FC4C90ABBE4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5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6254-DF34-4B25-8594-5D60DA2E06AD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910C-AAA9-4EBC-B496-A3B1AB664E29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8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867D-E0D5-49E8-B491-4AFA3BE2396B}" type="datetime1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1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511D-A56B-4FB4-867E-80BB956F2BC0}" type="datetime1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0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D47-A815-4926-A44E-2D6ED0185A8A}" type="datetime1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1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D76-0D3E-4EA7-B250-0F2D356A6FC0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5876-36BD-4EF0-A012-C15007E79556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4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59517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64921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6545816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38029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9250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65015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B554-37BB-4542-BE7B-4A6B4EE64334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7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672A-4548-49D3-BFAB-EEFB9AC642E7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76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A8920-E8A9-414C-8407-630EE2D7E960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72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42C3F97-7163-10DB-A067-B3F1568C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96FE-0C88-4477-8CA6-DFFA80F6EC4B}" type="datetime1">
              <a:rPr lang="en-US" smtClean="0"/>
              <a:t>6/20/2026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743A2CC-628E-6D6B-CB09-6DD9562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43550-BC90-31DB-C96C-291D61ED3D0D}"/>
              </a:ext>
            </a:extLst>
          </p:cNvPr>
          <p:cNvSpPr txBox="1"/>
          <p:nvPr/>
        </p:nvSpPr>
        <p:spPr>
          <a:xfrm>
            <a:off x="3385457" y="2371422"/>
            <a:ext cx="522514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/>
              <a:t>Seating Arrangement</a:t>
            </a:r>
          </a:p>
          <a:p>
            <a:endParaRPr lang="en-US" sz="3400" b="1" dirty="0"/>
          </a:p>
        </p:txBody>
      </p:sp>
      <p:pic>
        <p:nvPicPr>
          <p:cNvPr id="7" name="Picture 6" descr="A yellow and blue sign with words">
            <a:extLst>
              <a:ext uri="{FF2B5EF4-FFF2-40B4-BE49-F238E27FC236}">
                <a16:creationId xmlns:a16="http://schemas.microsoft.com/office/drawing/2014/main" id="{1D3B8F26-5BCD-A504-D23A-5DB4332D2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6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EB91-6E32-AD4A-8E9E-0DFF9CE85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A820DC0-53F4-E27F-F316-F2210E6E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96FE-0C88-4477-8CA6-DFFA80F6EC4B}" type="datetime1">
              <a:rPr lang="en-US" smtClean="0"/>
              <a:t>6/20/2026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73FF13E-8969-C3B5-3E0E-2429B8D2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A yellow and blue sign with words">
            <a:extLst>
              <a:ext uri="{FF2B5EF4-FFF2-40B4-BE49-F238E27FC236}">
                <a16:creationId xmlns:a16="http://schemas.microsoft.com/office/drawing/2014/main" id="{EB072CB0-40ED-6A41-17F3-4909E9C79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62A163-E890-BD81-4D71-03FD1E10335F}"/>
                  </a:ext>
                </a:extLst>
              </p14:cNvPr>
              <p14:cNvContentPartPr/>
              <p14:nvPr/>
            </p14:nvContentPartPr>
            <p14:xfrm>
              <a:off x="1818360" y="563760"/>
              <a:ext cx="9701280" cy="560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62A163-E890-BD81-4D71-03FD1E103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9000" y="554400"/>
                <a:ext cx="9720000" cy="562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648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56DF-F298-958C-7363-D5C4C2596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04BB619-91DB-CB27-4EA2-24BBA4B6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E84D0D7-7B74-DA68-BFA5-8CD3E43D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D04D6-DB74-EE5D-F531-E7F1A664E8B5}"/>
              </a:ext>
            </a:extLst>
          </p:cNvPr>
          <p:cNvGrpSpPr/>
          <p:nvPr/>
        </p:nvGrpSpPr>
        <p:grpSpPr>
          <a:xfrm>
            <a:off x="3873750" y="864422"/>
            <a:ext cx="5840266" cy="5793856"/>
            <a:chOff x="2514600" y="1028700"/>
            <a:chExt cx="3086100" cy="3086106"/>
          </a:xfrm>
        </p:grpSpPr>
        <p:sp>
          <p:nvSpPr>
            <p:cNvPr id="8" name="Rounded Rectangle 1">
              <a:extLst>
                <a:ext uri="{FF2B5EF4-FFF2-40B4-BE49-F238E27FC236}">
                  <a16:creationId xmlns:a16="http://schemas.microsoft.com/office/drawing/2014/main" id="{2A896D88-4B79-592A-D768-26B579E0C4E0}"/>
                </a:ext>
              </a:extLst>
            </p:cNvPr>
            <p:cNvSpPr/>
            <p:nvPr/>
          </p:nvSpPr>
          <p:spPr>
            <a:xfrm>
              <a:off x="2514600" y="1028700"/>
              <a:ext cx="3086100" cy="3086100"/>
            </a:xfrm>
            <a:custGeom>
              <a:avLst/>
              <a:gdLst/>
              <a:ahLst/>
              <a:cxnLst/>
              <a:rect l="0" t="0" r="0" b="0"/>
              <a:pathLst>
                <a:path w="3086100" h="3086100">
                  <a:moveTo>
                    <a:pt x="2686050" y="1943100"/>
                  </a:moveTo>
                  <a:cubicBezTo>
                    <a:pt x="2686050" y="1311840"/>
                    <a:pt x="2174309" y="800100"/>
                    <a:pt x="1543050" y="800100"/>
                  </a:cubicBezTo>
                  <a:cubicBezTo>
                    <a:pt x="911788" y="800100"/>
                    <a:pt x="400050" y="1311840"/>
                    <a:pt x="400050" y="1943100"/>
                  </a:cubicBezTo>
                  <a:cubicBezTo>
                    <a:pt x="400050" y="2573093"/>
                    <a:pt x="913539" y="3084042"/>
                    <a:pt x="1543050" y="3086100"/>
                  </a:cubicBezTo>
                  <a:cubicBezTo>
                    <a:pt x="692597" y="3084042"/>
                    <a:pt x="0" y="2393984"/>
                    <a:pt x="0" y="1543050"/>
                  </a:cubicBezTo>
                  <a:cubicBezTo>
                    <a:pt x="0" y="690847"/>
                    <a:pt x="690847" y="0"/>
                    <a:pt x="1543050" y="0"/>
                  </a:cubicBezTo>
                  <a:cubicBezTo>
                    <a:pt x="2395251" y="0"/>
                    <a:pt x="3086100" y="690847"/>
                    <a:pt x="3086100" y="1543050"/>
                  </a:cubicBezTo>
                  <a:cubicBezTo>
                    <a:pt x="3086100" y="2395251"/>
                    <a:pt x="2395251" y="3086100"/>
                    <a:pt x="1543050" y="3086100"/>
                  </a:cubicBezTo>
                  <a:cubicBezTo>
                    <a:pt x="2174309" y="3086100"/>
                    <a:pt x="2686050" y="2574359"/>
                    <a:pt x="2686050" y="1943100"/>
                  </a:cubicBez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6B1886D2-0A3E-17F4-5274-EDC96D2C7D07}"/>
                </a:ext>
              </a:extLst>
            </p:cNvPr>
            <p:cNvSpPr/>
            <p:nvPr/>
          </p:nvSpPr>
          <p:spPr>
            <a:xfrm>
              <a:off x="2514600" y="1028700"/>
              <a:ext cx="3086100" cy="3086106"/>
            </a:xfrm>
            <a:custGeom>
              <a:avLst/>
              <a:gdLst/>
              <a:ahLst/>
              <a:cxnLst/>
              <a:rect l="0" t="0" r="0" b="0"/>
              <a:pathLst>
                <a:path w="3086100" h="3086106">
                  <a:moveTo>
                    <a:pt x="2686050" y="1943100"/>
                  </a:moveTo>
                  <a:cubicBezTo>
                    <a:pt x="2686050" y="1311838"/>
                    <a:pt x="2174311" y="800100"/>
                    <a:pt x="1543050" y="800100"/>
                  </a:cubicBezTo>
                  <a:cubicBezTo>
                    <a:pt x="911788" y="800100"/>
                    <a:pt x="400050" y="1311838"/>
                    <a:pt x="400050" y="1943100"/>
                  </a:cubicBezTo>
                  <a:cubicBezTo>
                    <a:pt x="400050" y="2573091"/>
                    <a:pt x="913539" y="3084046"/>
                    <a:pt x="1543050" y="3086100"/>
                  </a:cubicBezTo>
                  <a:cubicBezTo>
                    <a:pt x="692597" y="3084045"/>
                    <a:pt x="0" y="2393983"/>
                    <a:pt x="0" y="1543050"/>
                  </a:cubicBezTo>
                  <a:cubicBezTo>
                    <a:pt x="0" y="690847"/>
                    <a:pt x="690847" y="0"/>
                    <a:pt x="1543050" y="0"/>
                  </a:cubicBezTo>
                  <a:cubicBezTo>
                    <a:pt x="2395252" y="0"/>
                    <a:pt x="3086100" y="690847"/>
                    <a:pt x="3086100" y="1543050"/>
                  </a:cubicBezTo>
                  <a:cubicBezTo>
                    <a:pt x="3086100" y="2395252"/>
                    <a:pt x="2395252" y="3086100"/>
                    <a:pt x="1543050" y="3086100"/>
                  </a:cubicBezTo>
                  <a:cubicBezTo>
                    <a:pt x="2174311" y="3086100"/>
                    <a:pt x="2686050" y="2574361"/>
                    <a:pt x="2686050" y="1943100"/>
                  </a:cubicBezTo>
                  <a:close/>
                  <a:moveTo>
                    <a:pt x="1543050" y="3086100"/>
                  </a:moveTo>
                  <a:cubicBezTo>
                    <a:pt x="1544318" y="3086106"/>
                    <a:pt x="1541779" y="3086100"/>
                    <a:pt x="1543050" y="3086100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E6B327-2495-7DCC-04D0-4554D6592246}"/>
              </a:ext>
            </a:extLst>
          </p:cNvPr>
          <p:cNvGrpSpPr/>
          <p:nvPr/>
        </p:nvGrpSpPr>
        <p:grpSpPr>
          <a:xfrm>
            <a:off x="4523840" y="2256312"/>
            <a:ext cx="4584534" cy="4401955"/>
            <a:chOff x="2914650" y="1828800"/>
            <a:chExt cx="2286000" cy="2286006"/>
          </a:xfrm>
        </p:grpSpPr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254B6DAD-E7E6-2A9D-963F-425E8D179AA3}"/>
                </a:ext>
              </a:extLst>
            </p:cNvPr>
            <p:cNvSpPr/>
            <p:nvPr/>
          </p:nvSpPr>
          <p:spPr>
            <a:xfrm>
              <a:off x="2914650" y="1828800"/>
              <a:ext cx="2286000" cy="2286000"/>
            </a:xfrm>
            <a:custGeom>
              <a:avLst/>
              <a:gdLst/>
              <a:ahLst/>
              <a:cxnLst/>
              <a:rect l="0" t="0" r="0" b="0"/>
              <a:pathLst>
                <a:path w="2286000" h="2286000">
                  <a:moveTo>
                    <a:pt x="1885950" y="1543050"/>
                  </a:moveTo>
                  <a:cubicBezTo>
                    <a:pt x="1885950" y="1132732"/>
                    <a:pt x="1553317" y="800100"/>
                    <a:pt x="1143000" y="800100"/>
                  </a:cubicBezTo>
                  <a:cubicBezTo>
                    <a:pt x="732680" y="800100"/>
                    <a:pt x="400050" y="1132732"/>
                    <a:pt x="400050" y="1543050"/>
                  </a:cubicBezTo>
                  <a:cubicBezTo>
                    <a:pt x="400050" y="1952101"/>
                    <a:pt x="734431" y="2283952"/>
                    <a:pt x="1143000" y="2286000"/>
                  </a:cubicBezTo>
                  <a:cubicBezTo>
                    <a:pt x="513489" y="2283942"/>
                    <a:pt x="0" y="1772993"/>
                    <a:pt x="0" y="1143000"/>
                  </a:cubicBezTo>
                  <a:cubicBezTo>
                    <a:pt x="0" y="511738"/>
                    <a:pt x="511738" y="0"/>
                    <a:pt x="1143000" y="0"/>
                  </a:cubicBezTo>
                  <a:cubicBezTo>
                    <a:pt x="1774259" y="0"/>
                    <a:pt x="2286000" y="511738"/>
                    <a:pt x="2286000" y="1143000"/>
                  </a:cubicBezTo>
                  <a:cubicBezTo>
                    <a:pt x="2286000" y="1774259"/>
                    <a:pt x="1774259" y="2286000"/>
                    <a:pt x="1143000" y="2286000"/>
                  </a:cubicBezTo>
                  <a:cubicBezTo>
                    <a:pt x="1553317" y="2286000"/>
                    <a:pt x="1885950" y="1953367"/>
                    <a:pt x="1885950" y="1543050"/>
                  </a:cubicBez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5">
              <a:extLst>
                <a:ext uri="{FF2B5EF4-FFF2-40B4-BE49-F238E27FC236}">
                  <a16:creationId xmlns:a16="http://schemas.microsoft.com/office/drawing/2014/main" id="{A4EC71BC-252F-5476-A24F-06D2A8347D09}"/>
                </a:ext>
              </a:extLst>
            </p:cNvPr>
            <p:cNvSpPr/>
            <p:nvPr/>
          </p:nvSpPr>
          <p:spPr>
            <a:xfrm>
              <a:off x="2914650" y="1828800"/>
              <a:ext cx="2286000" cy="2286006"/>
            </a:xfrm>
            <a:custGeom>
              <a:avLst/>
              <a:gdLst/>
              <a:ahLst/>
              <a:cxnLst/>
              <a:rect l="0" t="0" r="0" b="0"/>
              <a:pathLst>
                <a:path w="2286000" h="2286006">
                  <a:moveTo>
                    <a:pt x="1885950" y="1543050"/>
                  </a:moveTo>
                  <a:cubicBezTo>
                    <a:pt x="1885950" y="1132730"/>
                    <a:pt x="1553319" y="800100"/>
                    <a:pt x="1143000" y="800100"/>
                  </a:cubicBezTo>
                  <a:cubicBezTo>
                    <a:pt x="732680" y="800100"/>
                    <a:pt x="400050" y="1132730"/>
                    <a:pt x="400050" y="1543050"/>
                  </a:cubicBezTo>
                  <a:cubicBezTo>
                    <a:pt x="400050" y="1952100"/>
                    <a:pt x="734431" y="2283949"/>
                    <a:pt x="1143000" y="2286000"/>
                  </a:cubicBezTo>
                  <a:cubicBezTo>
                    <a:pt x="513489" y="2283946"/>
                    <a:pt x="0" y="1772991"/>
                    <a:pt x="0" y="1143000"/>
                  </a:cubicBezTo>
                  <a:cubicBezTo>
                    <a:pt x="0" y="511738"/>
                    <a:pt x="511738" y="0"/>
                    <a:pt x="1143000" y="0"/>
                  </a:cubicBezTo>
                  <a:cubicBezTo>
                    <a:pt x="1774261" y="0"/>
                    <a:pt x="2286000" y="511738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1553319" y="2286000"/>
                    <a:pt x="1885950" y="1953369"/>
                    <a:pt x="1885950" y="1543050"/>
                  </a:cubicBezTo>
                  <a:close/>
                  <a:moveTo>
                    <a:pt x="1143000" y="2286000"/>
                  </a:moveTo>
                  <a:cubicBezTo>
                    <a:pt x="1144268" y="2286006"/>
                    <a:pt x="1141729" y="2286000"/>
                    <a:pt x="1143000" y="2286000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9472B4-995A-8DD1-4D13-1522C7A7D367}"/>
              </a:ext>
            </a:extLst>
          </p:cNvPr>
          <p:cNvGrpSpPr/>
          <p:nvPr/>
        </p:nvGrpSpPr>
        <p:grpSpPr>
          <a:xfrm>
            <a:off x="5323712" y="3769997"/>
            <a:ext cx="2994538" cy="2888263"/>
            <a:chOff x="3314700" y="2628901"/>
            <a:chExt cx="1485900" cy="1485906"/>
          </a:xfrm>
        </p:grpSpPr>
        <p:sp>
          <p:nvSpPr>
            <p:cNvPr id="17" name="Rounded Rectangle 7">
              <a:extLst>
                <a:ext uri="{FF2B5EF4-FFF2-40B4-BE49-F238E27FC236}">
                  <a16:creationId xmlns:a16="http://schemas.microsoft.com/office/drawing/2014/main" id="{9C67CD45-44F6-7DCA-ED9E-BF36F9EED96E}"/>
                </a:ext>
              </a:extLst>
            </p:cNvPr>
            <p:cNvSpPr/>
            <p:nvPr/>
          </p:nvSpPr>
          <p:spPr>
            <a:xfrm>
              <a:off x="3314700" y="2628901"/>
              <a:ext cx="1485900" cy="1485900"/>
            </a:xfrm>
            <a:custGeom>
              <a:avLst/>
              <a:gdLst/>
              <a:ahLst/>
              <a:cxnLst/>
              <a:rect l="0" t="0" r="0" b="0"/>
              <a:pathLst>
                <a:path w="1485900" h="1485900">
                  <a:moveTo>
                    <a:pt x="1485900" y="742950"/>
                  </a:moveTo>
                  <a:cubicBezTo>
                    <a:pt x="1485900" y="1153267"/>
                    <a:pt x="1153267" y="1485900"/>
                    <a:pt x="742950" y="1485900"/>
                  </a:cubicBezTo>
                  <a:cubicBezTo>
                    <a:pt x="334381" y="1483852"/>
                    <a:pt x="0" y="1152001"/>
                    <a:pt x="0" y="742950"/>
                  </a:cubicBezTo>
                  <a:cubicBezTo>
                    <a:pt x="0" y="332630"/>
                    <a:pt x="332630" y="0"/>
                    <a:pt x="742950" y="0"/>
                  </a:cubicBezTo>
                  <a:cubicBezTo>
                    <a:pt x="1153267" y="0"/>
                    <a:pt x="1485900" y="332630"/>
                    <a:pt x="1485900" y="742950"/>
                  </a:cubicBezTo>
                  <a:close/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8" name="Rounded Rectangle 8">
              <a:extLst>
                <a:ext uri="{FF2B5EF4-FFF2-40B4-BE49-F238E27FC236}">
                  <a16:creationId xmlns:a16="http://schemas.microsoft.com/office/drawing/2014/main" id="{3930A289-0CBC-4A3D-9894-3257D816F948}"/>
                </a:ext>
              </a:extLst>
            </p:cNvPr>
            <p:cNvSpPr/>
            <p:nvPr/>
          </p:nvSpPr>
          <p:spPr>
            <a:xfrm>
              <a:off x="3314700" y="2628901"/>
              <a:ext cx="1485900" cy="1485906"/>
            </a:xfrm>
            <a:custGeom>
              <a:avLst/>
              <a:gdLst/>
              <a:ahLst/>
              <a:cxnLst/>
              <a:rect l="0" t="0" r="0" b="0"/>
              <a:pathLst>
                <a:path w="1485900" h="1485906">
                  <a:moveTo>
                    <a:pt x="1485900" y="742950"/>
                  </a:moveTo>
                  <a:cubicBezTo>
                    <a:pt x="1485900" y="1153269"/>
                    <a:pt x="1153269" y="1485900"/>
                    <a:pt x="742950" y="1485900"/>
                  </a:cubicBezTo>
                  <a:cubicBezTo>
                    <a:pt x="334381" y="1483849"/>
                    <a:pt x="0" y="1152000"/>
                    <a:pt x="0" y="742950"/>
                  </a:cubicBezTo>
                  <a:cubicBezTo>
                    <a:pt x="0" y="332630"/>
                    <a:pt x="332630" y="0"/>
                    <a:pt x="742950" y="0"/>
                  </a:cubicBezTo>
                  <a:cubicBezTo>
                    <a:pt x="1153269" y="0"/>
                    <a:pt x="1485900" y="332630"/>
                    <a:pt x="1485900" y="742950"/>
                  </a:cubicBezTo>
                  <a:close/>
                  <a:moveTo>
                    <a:pt x="742950" y="1485900"/>
                  </a:moveTo>
                  <a:cubicBezTo>
                    <a:pt x="744218" y="1485906"/>
                    <a:pt x="741679" y="1485900"/>
                    <a:pt x="742950" y="1485900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D150BBA-F2F8-53EB-2DCB-B5B670F9E3AB}"/>
              </a:ext>
            </a:extLst>
          </p:cNvPr>
          <p:cNvSpPr txBox="1"/>
          <p:nvPr/>
        </p:nvSpPr>
        <p:spPr>
          <a:xfrm>
            <a:off x="317643" y="1339518"/>
            <a:ext cx="4408736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sz="2800" b="1" dirty="0">
                <a:latin typeface="Roboto"/>
              </a:rPr>
              <a:t>People in a straight</a:t>
            </a:r>
            <a:r>
              <a:rPr lang="en-US" sz="2800" b="1" dirty="0">
                <a:latin typeface="Roboto"/>
              </a:rPr>
              <a:t> </a:t>
            </a:r>
            <a:r>
              <a:rPr sz="2800" b="1" dirty="0">
                <a:latin typeface="Roboto"/>
              </a:rPr>
              <a:t>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E08949-9CA7-C12F-57DF-4BEC93844E33}"/>
              </a:ext>
            </a:extLst>
          </p:cNvPr>
          <p:cNvSpPr txBox="1"/>
          <p:nvPr/>
        </p:nvSpPr>
        <p:spPr>
          <a:xfrm>
            <a:off x="5391527" y="1431591"/>
            <a:ext cx="2826095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3400" b="1" dirty="0">
                <a:solidFill>
                  <a:srgbClr val="FFFFFF"/>
                </a:solidFill>
                <a:latin typeface="Roboto"/>
              </a:rPr>
              <a:t>Linear Seating</a:t>
            </a:r>
            <a:endParaRPr sz="34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0D1F6C-7385-B29C-58BB-C6A225D63D9C}"/>
              </a:ext>
            </a:extLst>
          </p:cNvPr>
          <p:cNvSpPr txBox="1"/>
          <p:nvPr/>
        </p:nvSpPr>
        <p:spPr>
          <a:xfrm>
            <a:off x="8300" y="3521094"/>
            <a:ext cx="3962555" cy="738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sz="2400" b="1" dirty="0">
                <a:latin typeface="Roboto"/>
              </a:rPr>
              <a:t>People around a table</a:t>
            </a:r>
            <a:r>
              <a:rPr lang="en-US" sz="2400" b="1" dirty="0">
                <a:latin typeface="Roboto"/>
              </a:rPr>
              <a:t> </a:t>
            </a:r>
            <a:r>
              <a:rPr sz="2400" b="1" dirty="0">
                <a:latin typeface="Roboto"/>
              </a:rPr>
              <a:t>facing inward or</a:t>
            </a:r>
            <a:r>
              <a:rPr lang="en-US" sz="2400" b="1" dirty="0">
                <a:latin typeface="Roboto"/>
              </a:rPr>
              <a:t> </a:t>
            </a:r>
            <a:r>
              <a:rPr sz="2400" b="1" dirty="0">
                <a:latin typeface="Roboto"/>
              </a:rPr>
              <a:t>outward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764F77-2FA5-C670-04DE-F430974BB310}"/>
              </a:ext>
            </a:extLst>
          </p:cNvPr>
          <p:cNvSpPr txBox="1"/>
          <p:nvPr/>
        </p:nvSpPr>
        <p:spPr>
          <a:xfrm>
            <a:off x="5335586" y="2974833"/>
            <a:ext cx="3535280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sz="3200" b="1" dirty="0">
                <a:solidFill>
                  <a:srgbClr val="FFFFFF"/>
                </a:solidFill>
                <a:latin typeface="Roboto"/>
              </a:rPr>
              <a:t>Circular</a:t>
            </a:r>
            <a:r>
              <a:rPr lang="en-US" sz="32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3200" b="1" dirty="0">
                <a:solidFill>
                  <a:srgbClr val="FFFFFF"/>
                </a:solidFill>
                <a:latin typeface="Roboto"/>
              </a:rPr>
              <a:t>Seating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AC1204-6F0A-0156-42C6-D0CF05237C7A}"/>
              </a:ext>
            </a:extLst>
          </p:cNvPr>
          <p:cNvSpPr txBox="1"/>
          <p:nvPr/>
        </p:nvSpPr>
        <p:spPr>
          <a:xfrm>
            <a:off x="9547759" y="4981892"/>
            <a:ext cx="3344883" cy="11079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sz="2400" b="1" dirty="0">
                <a:latin typeface="Roboto"/>
              </a:rPr>
              <a:t>Involve multiple</a:t>
            </a:r>
            <a:r>
              <a:rPr lang="en-US" sz="2400" b="1" dirty="0">
                <a:latin typeface="Roboto"/>
              </a:rPr>
              <a:t> </a:t>
            </a:r>
            <a:r>
              <a:rPr sz="2400" b="1" dirty="0">
                <a:latin typeface="Roboto"/>
              </a:rPr>
              <a:t>conditions and</a:t>
            </a:r>
            <a:r>
              <a:rPr lang="en-US" sz="2400" b="1" dirty="0">
                <a:latin typeface="Roboto"/>
              </a:rPr>
              <a:t> </a:t>
            </a:r>
            <a:r>
              <a:rPr sz="2400" b="1" dirty="0">
                <a:latin typeface="Roboto"/>
              </a:rPr>
              <a:t>categories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242D5F-AECB-6BDF-9838-6BC112579533}"/>
              </a:ext>
            </a:extLst>
          </p:cNvPr>
          <p:cNvSpPr txBox="1"/>
          <p:nvPr/>
        </p:nvSpPr>
        <p:spPr>
          <a:xfrm>
            <a:off x="5493989" y="4601523"/>
            <a:ext cx="2651054" cy="984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"/>
              </a:rPr>
              <a:t>Complex
</a:t>
            </a:r>
            <a:r>
              <a:rPr lang="en-US" sz="3200" b="1" dirty="0">
                <a:solidFill>
                  <a:srgbClr val="FFFFFF"/>
                </a:solidFill>
                <a:latin typeface="Roboto"/>
              </a:rPr>
              <a:t>Arrangements</a:t>
            </a:r>
            <a:endParaRPr sz="3200" b="1" dirty="0">
              <a:solidFill>
                <a:srgbClr val="FFFFFF"/>
              </a:solidFill>
              <a:latin typeface="Roboto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31121A5-BA5C-F880-4952-6F76B9B63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03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DC85D-9DF0-908F-7B81-AD2E7C370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D30FD56-F214-DBD3-3AA1-4EEF8783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37601E6-4222-C3A8-2022-D69F2064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8C075-118A-4BEF-A98A-7486895F18B5}"/>
              </a:ext>
            </a:extLst>
          </p:cNvPr>
          <p:cNvSpPr txBox="1"/>
          <p:nvPr/>
        </p:nvSpPr>
        <p:spPr>
          <a:xfrm>
            <a:off x="328506" y="175454"/>
            <a:ext cx="95992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Questions on seating arrangement are generally asked in blocks of 4 – 5 questions. You are given some information and then there will 4 -5 questions base on the information. These questions have two types of information: 1. Direct information 2. Indirect information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There are two types of arrangements in Seating Arrangement</a:t>
            </a:r>
          </a:p>
          <a:p>
            <a:r>
              <a:rPr lang="en-US" sz="2000" b="1" dirty="0">
                <a:latin typeface="Bookman Old Style" panose="02050604050505020204" pitchFamily="18" charset="0"/>
              </a:rPr>
              <a:t>1. Linear Arrangement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Let us take the case of linear arrangements. Here if it is stated that there are five persons sitting </a:t>
            </a:r>
            <a:r>
              <a:rPr lang="en-US" sz="2000" b="1" dirty="0">
                <a:latin typeface="Bookman Old Style" panose="02050604050505020204" pitchFamily="18" charset="0"/>
              </a:rPr>
              <a:t>facing North </a:t>
            </a:r>
            <a:r>
              <a:rPr lang="en-US" sz="2000" dirty="0">
                <a:latin typeface="Bookman Old Style" panose="02050604050505020204" pitchFamily="18" charset="0"/>
              </a:rPr>
              <a:t>then the arrangement will be like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6A44AF-18AE-40D9-51CD-0A5B12CB9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311" y="3442804"/>
            <a:ext cx="8458200" cy="2035443"/>
          </a:xfrm>
          <a:prstGeom prst="rect">
            <a:avLst/>
          </a:prstGeom>
        </p:spPr>
      </p:pic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3EF49B0-AB76-431A-E187-8783AAD9A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54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EFDD-DC44-A480-E3B0-D2218541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76B2D4F-1E03-E987-297D-460D8A32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AE9654A-AD5E-3F3A-BEE0-3884C064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BBE58-750B-4363-062E-E2FE3C918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12" y="609600"/>
            <a:ext cx="9215131" cy="4974771"/>
          </a:xfrm>
          <a:prstGeom prst="rect">
            <a:avLst/>
          </a:prstGeom>
        </p:spPr>
      </p:pic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F5DFCD5-86D8-658C-2762-467F0FDFF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53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03A8-285D-CD1E-C79D-52416AAB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615658C-2CA2-B8B9-7C82-966A9F38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8AA303B-C961-CB67-5975-D5EE1C98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6DDAE8-2904-ADF4-38C9-E4ED4D0B5A53}"/>
              </a:ext>
            </a:extLst>
          </p:cNvPr>
          <p:cNvSpPr txBox="1"/>
          <p:nvPr/>
        </p:nvSpPr>
        <p:spPr>
          <a:xfrm>
            <a:off x="336405" y="309809"/>
            <a:ext cx="1171302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0" u="none" strike="noStrike" baseline="0" dirty="0">
                <a:latin typeface="Bookman Old Style" panose="02050604050505020204" pitchFamily="18" charset="0"/>
              </a:rPr>
              <a:t>Circular arrangement is of two types </a:t>
            </a:r>
          </a:p>
          <a:p>
            <a:endParaRPr lang="en-US" sz="2200" b="1" i="0" u="none" strike="noStrike" baseline="0" dirty="0">
              <a:latin typeface="Bookman Old Style" panose="02050604050505020204" pitchFamily="18" charset="0"/>
            </a:endParaRPr>
          </a:p>
          <a:p>
            <a:pPr marL="342900" indent="-342900">
              <a:buAutoNum type="arabicPeriod"/>
            </a:pPr>
            <a:r>
              <a:rPr lang="en-US" sz="2200" b="0" i="0" u="none" strike="noStrike" baseline="0" dirty="0">
                <a:latin typeface="Bookman Old Style" panose="02050604050505020204" pitchFamily="18" charset="0"/>
              </a:rPr>
              <a:t>Facing the </a:t>
            </a:r>
            <a:r>
              <a:rPr lang="en-US" sz="2200" b="0" i="0" u="none" strike="noStrike" baseline="0" dirty="0" err="1">
                <a:latin typeface="Bookman Old Style" panose="02050604050505020204" pitchFamily="18" charset="0"/>
              </a:rPr>
              <a:t>centre</a:t>
            </a:r>
            <a:r>
              <a:rPr lang="en-US" sz="2200" b="0" i="0" u="none" strike="noStrike" baseline="0" dirty="0">
                <a:latin typeface="Bookman Old Style" panose="02050604050505020204" pitchFamily="18" charset="0"/>
              </a:rPr>
              <a:t> of the circle </a:t>
            </a:r>
          </a:p>
          <a:p>
            <a:endParaRPr lang="en-US" sz="2200" b="0" i="0" u="none" strike="noStrike" baseline="0" dirty="0">
              <a:latin typeface="Bookman Old Style" panose="02050604050505020204" pitchFamily="18" charset="0"/>
            </a:endParaRPr>
          </a:p>
          <a:p>
            <a:r>
              <a:rPr lang="en-US" sz="2200" dirty="0">
                <a:latin typeface="Bookman Old Style" panose="02050604050505020204" pitchFamily="18" charset="0"/>
              </a:rPr>
              <a:t>     If they are looking towards the </a:t>
            </a:r>
            <a:r>
              <a:rPr lang="en-US" sz="2200" dirty="0" err="1">
                <a:latin typeface="Bookman Old Style" panose="02050604050505020204" pitchFamily="18" charset="0"/>
              </a:rPr>
              <a:t>centre</a:t>
            </a:r>
            <a:r>
              <a:rPr lang="en-US" sz="2200" dirty="0">
                <a:latin typeface="Bookman Old Style" panose="02050604050505020204" pitchFamily="18" charset="0"/>
              </a:rPr>
              <a:t>, then the right-hand side will be in the anticlockwise direction and left-hand side will be in the clockwise direction as shown below: </a:t>
            </a:r>
          </a:p>
          <a:p>
            <a:endParaRPr lang="en-US" sz="2200" dirty="0">
              <a:latin typeface="Bookman Old Style" panose="02050604050505020204" pitchFamily="18" charset="0"/>
            </a:endParaRPr>
          </a:p>
          <a:p>
            <a:endParaRPr lang="en-US" sz="2200" dirty="0">
              <a:latin typeface="Bookman Old Style" panose="02050604050505020204" pitchFamily="18" charset="0"/>
            </a:endParaRPr>
          </a:p>
          <a:p>
            <a:endParaRPr lang="en-US" sz="2200" dirty="0">
              <a:latin typeface="Bookman Old Style" panose="02050604050505020204" pitchFamily="18" charset="0"/>
            </a:endParaRPr>
          </a:p>
          <a:p>
            <a:endParaRPr lang="en-US" sz="2200" dirty="0">
              <a:latin typeface="Bookman Old Style" panose="02050604050505020204" pitchFamily="18" charset="0"/>
            </a:endParaRPr>
          </a:p>
          <a:p>
            <a:endParaRPr lang="en-US" sz="2200" dirty="0">
              <a:latin typeface="Bookman Old Style" panose="02050604050505020204" pitchFamily="18" charset="0"/>
            </a:endParaRPr>
          </a:p>
          <a:p>
            <a:endParaRPr lang="en-US" sz="2200" dirty="0">
              <a:latin typeface="Bookman Old Style" panose="02050604050505020204" pitchFamily="18" charset="0"/>
            </a:endParaRPr>
          </a:p>
          <a:p>
            <a:endParaRPr lang="en-IN" sz="2200" dirty="0">
              <a:latin typeface="Bookman Old Style" panose="0205060405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BF06D3-BF4E-02BC-6FF1-A6E062E2E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776" y="2556578"/>
            <a:ext cx="4652881" cy="3308339"/>
          </a:xfrm>
          <a:prstGeom prst="rect">
            <a:avLst/>
          </a:prstGeom>
        </p:spPr>
      </p:pic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F2E2FD3-B02A-4D0C-DB1A-1E9A4BC15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96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9CDFB-1DE6-361B-2E49-92D6812AF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3DF2433-CD32-D464-3F9F-45109407F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C5A906A-5F8B-6855-F020-3FAA4C0AC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57A0E-5EE9-34C4-C9C3-1501B72B4180}"/>
              </a:ext>
            </a:extLst>
          </p:cNvPr>
          <p:cNvSpPr txBox="1"/>
          <p:nvPr/>
        </p:nvSpPr>
        <p:spPr>
          <a:xfrm>
            <a:off x="239486" y="347762"/>
            <a:ext cx="99168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latin typeface="Bookman Old Style" panose="02050604050505020204" pitchFamily="18" charset="0"/>
              </a:rPr>
              <a:t>Circular arrangement is of two types</a:t>
            </a:r>
            <a:endParaRPr lang="en-IN" sz="2400" b="1" dirty="0">
              <a:latin typeface="Bookman Old Style" panose="02050604050505020204" pitchFamily="18" charset="0"/>
            </a:endParaRPr>
          </a:p>
          <a:p>
            <a:r>
              <a:rPr lang="en-IN" sz="2400" b="0" i="0" u="none" strike="noStrike" baseline="0" dirty="0">
                <a:latin typeface="Bookman Old Style" panose="02050604050505020204" pitchFamily="18" charset="0"/>
              </a:rPr>
              <a:t>2. </a:t>
            </a:r>
            <a:r>
              <a:rPr lang="en-US" sz="2400" b="0" i="0" u="none" strike="noStrike" baseline="0" dirty="0">
                <a:latin typeface="Bookman Old Style" panose="02050604050505020204" pitchFamily="18" charset="0"/>
              </a:rPr>
              <a:t> Facing away from the center.  </a:t>
            </a:r>
            <a:endParaRPr lang="en-IN" sz="2400" b="0" i="0" u="none" strike="noStrike" baseline="0" dirty="0">
              <a:latin typeface="Bookman Old Style" panose="02050604050505020204" pitchFamily="18" charset="0"/>
            </a:endParaRPr>
          </a:p>
          <a:p>
            <a:r>
              <a:rPr lang="en-US" sz="2400" b="0" i="0" u="none" strike="noStrike" baseline="0" dirty="0">
                <a:latin typeface="Bookman Old Style" panose="02050604050505020204" pitchFamily="18" charset="0"/>
              </a:rPr>
              <a:t>      If the persons are looking away from the center, then the right-hand side will be in the clockwise direction and left-hand side will be in the anti-clockwise direction as shown below: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9848B-1DB8-DCBA-B18B-7B5F3C8E3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551" y="2566400"/>
            <a:ext cx="4173992" cy="3499437"/>
          </a:xfrm>
          <a:prstGeom prst="rect">
            <a:avLst/>
          </a:prstGeom>
        </p:spPr>
      </p:pic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71268A7-65A0-81BA-6E04-2F1D7242B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2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52CCC-800A-01B8-E6CD-5C245CEDD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7B779C6-FC46-3788-DFC7-50A08CF3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D38CD59-61B1-F506-F63B-648E2F54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D1F44-1FD8-B7F9-3525-4A804FF39802}"/>
              </a:ext>
            </a:extLst>
          </p:cNvPr>
          <p:cNvSpPr txBox="1"/>
          <p:nvPr/>
        </p:nvSpPr>
        <p:spPr>
          <a:xfrm>
            <a:off x="306370" y="472103"/>
            <a:ext cx="970848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Bookman Old Style" panose="02050604050505020204" pitchFamily="18" charset="0"/>
              </a:rPr>
              <a:t>1. A, B, C, D, E, F and G are sitting around a circle and are facing the center.</a:t>
            </a:r>
          </a:p>
          <a:p>
            <a:r>
              <a:rPr lang="en-US" sz="2200" b="1" dirty="0" err="1">
                <a:latin typeface="Bookman Old Style" panose="02050604050505020204" pitchFamily="18" charset="0"/>
              </a:rPr>
              <a:t>i</a:t>
            </a:r>
            <a:r>
              <a:rPr lang="en-US" sz="2200" b="1" dirty="0">
                <a:latin typeface="Bookman Old Style" panose="02050604050505020204" pitchFamily="18" charset="0"/>
              </a:rPr>
              <a:t>. G is second to the left of C, who is to the immediate left of F.</a:t>
            </a:r>
            <a:br>
              <a:rPr lang="en-US" sz="2200" b="1" dirty="0">
                <a:latin typeface="Bookman Old Style" panose="02050604050505020204" pitchFamily="18" charset="0"/>
              </a:rPr>
            </a:br>
            <a:r>
              <a:rPr lang="en-US" sz="2200" b="1" dirty="0">
                <a:latin typeface="Bookman Old Style" panose="02050604050505020204" pitchFamily="18" charset="0"/>
              </a:rPr>
              <a:t>ii. A is third to the left of E.</a:t>
            </a:r>
            <a:br>
              <a:rPr lang="en-US" sz="2200" b="1" dirty="0">
                <a:latin typeface="Bookman Old Style" panose="02050604050505020204" pitchFamily="18" charset="0"/>
              </a:rPr>
            </a:br>
            <a:r>
              <a:rPr lang="en-US" sz="2200" b="1" dirty="0">
                <a:latin typeface="Bookman Old Style" panose="02050604050505020204" pitchFamily="18" charset="0"/>
              </a:rPr>
              <a:t>iii. B is between D and E.</a:t>
            </a:r>
          </a:p>
          <a:p>
            <a:endParaRPr lang="en-US" sz="2200" b="1" dirty="0">
              <a:latin typeface="Bookman Old Style" panose="02050604050505020204" pitchFamily="18" charset="0"/>
            </a:endParaRPr>
          </a:p>
          <a:p>
            <a:r>
              <a:rPr lang="en-US" sz="2200" b="1" dirty="0">
                <a:latin typeface="Bookman Old Style" panose="02050604050505020204" pitchFamily="18" charset="0"/>
              </a:rPr>
              <a:t>1. Which of the following is false?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a) A is fourth to the right of E.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b) G is to the immediate right of D.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c) F is third to the right of D.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d) B is to the immediate left of D.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e) None of these</a:t>
            </a:r>
          </a:p>
          <a:p>
            <a:endParaRPr lang="en-US" sz="22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FB21EB8-2720-19AE-9961-F5CB0C3CD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F5F597-07CF-8CA7-4D7E-31A706CCC9B0}"/>
                  </a:ext>
                </a:extLst>
              </p14:cNvPr>
              <p14:cNvContentPartPr/>
              <p14:nvPr/>
            </p14:nvContentPartPr>
            <p14:xfrm>
              <a:off x="1110600" y="1162800"/>
              <a:ext cx="10777320" cy="4874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F5F597-07CF-8CA7-4D7E-31A706CCC9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1240" y="1153440"/>
                <a:ext cx="10796040" cy="489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656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BD00-6DF4-6956-E348-9005FD8F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1748D32-CCC5-FC61-8BD1-A5A9EE81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4C1704F-AA42-EB64-9081-19C2A278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BFFCE-7D5C-8C8C-F100-DF3F1B2951C8}"/>
              </a:ext>
            </a:extLst>
          </p:cNvPr>
          <p:cNvSpPr txBox="1"/>
          <p:nvPr/>
        </p:nvSpPr>
        <p:spPr>
          <a:xfrm>
            <a:off x="478971" y="363202"/>
            <a:ext cx="952499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Bookman Old Style" panose="02050604050505020204" pitchFamily="18" charset="0"/>
              </a:rPr>
              <a:t>2. P, Q, R, S, T, U, V and W are eight friends sitting around a circle facing towards the </a:t>
            </a:r>
            <a:r>
              <a:rPr lang="en-US" sz="2200" b="1" dirty="0" err="1">
                <a:latin typeface="Bookman Old Style" panose="02050604050505020204" pitchFamily="18" charset="0"/>
              </a:rPr>
              <a:t>centre</a:t>
            </a:r>
            <a:r>
              <a:rPr lang="en-US" sz="2200" b="1" dirty="0">
                <a:latin typeface="Bookman Old Style" panose="02050604050505020204" pitchFamily="18" charset="0"/>
              </a:rPr>
              <a:t>.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 </a:t>
            </a:r>
            <a:r>
              <a:rPr lang="en-US" sz="2200" b="1" dirty="0" err="1">
                <a:latin typeface="Bookman Old Style" panose="02050604050505020204" pitchFamily="18" charset="0"/>
              </a:rPr>
              <a:t>i</a:t>
            </a:r>
            <a:r>
              <a:rPr lang="en-US" sz="2200" b="1" dirty="0">
                <a:latin typeface="Bookman Old Style" panose="02050604050505020204" pitchFamily="18" charset="0"/>
              </a:rPr>
              <a:t>. W is on the immediate left of P but is not the </a:t>
            </a:r>
            <a:r>
              <a:rPr lang="en-US" sz="2200" b="1" dirty="0" err="1">
                <a:latin typeface="Bookman Old Style" panose="02050604050505020204" pitchFamily="18" charset="0"/>
              </a:rPr>
              <a:t>neighbour</a:t>
            </a:r>
            <a:r>
              <a:rPr lang="en-US" sz="2200" b="1" dirty="0">
                <a:latin typeface="Bookman Old Style" panose="02050604050505020204" pitchFamily="18" charset="0"/>
              </a:rPr>
              <a:t> of T or S.</a:t>
            </a:r>
            <a:br>
              <a:rPr lang="en-US" sz="2200" b="1" dirty="0">
                <a:latin typeface="Bookman Old Style" panose="02050604050505020204" pitchFamily="18" charset="0"/>
              </a:rPr>
            </a:br>
            <a:r>
              <a:rPr lang="en-US" sz="2200" b="1" dirty="0">
                <a:latin typeface="Bookman Old Style" panose="02050604050505020204" pitchFamily="18" charset="0"/>
              </a:rPr>
              <a:t>ii. U is on the immediate right of Q and V is the </a:t>
            </a:r>
            <a:r>
              <a:rPr lang="en-US" sz="2200" b="1" dirty="0" err="1">
                <a:latin typeface="Bookman Old Style" panose="02050604050505020204" pitchFamily="18" charset="0"/>
              </a:rPr>
              <a:t>neighbour</a:t>
            </a:r>
            <a:r>
              <a:rPr lang="en-US" sz="2200" b="1" dirty="0">
                <a:latin typeface="Bookman Old Style" panose="02050604050505020204" pitchFamily="18" charset="0"/>
              </a:rPr>
              <a:t> of T.</a:t>
            </a:r>
            <a:br>
              <a:rPr lang="en-US" sz="2200" b="1" dirty="0">
                <a:latin typeface="Bookman Old Style" panose="02050604050505020204" pitchFamily="18" charset="0"/>
              </a:rPr>
            </a:br>
            <a:r>
              <a:rPr lang="en-US" sz="2200" b="1" dirty="0">
                <a:latin typeface="Bookman Old Style" panose="02050604050505020204" pitchFamily="18" charset="0"/>
              </a:rPr>
              <a:t>iii. R is between T and U.</a:t>
            </a:r>
          </a:p>
          <a:p>
            <a:endParaRPr lang="en-US" sz="2200" b="1" dirty="0">
              <a:latin typeface="Bookman Old Style" panose="02050604050505020204" pitchFamily="18" charset="0"/>
            </a:endParaRPr>
          </a:p>
          <a:p>
            <a:r>
              <a:rPr lang="en-US" sz="2200" b="1" dirty="0">
                <a:latin typeface="Bookman Old Style" panose="02050604050505020204" pitchFamily="18" charset="0"/>
              </a:rPr>
              <a:t>1. What is the position of S?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a) On the immediate left of Q.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b) Second to the right of U.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c) Between Q and U.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d) On the immediate left of P.</a:t>
            </a:r>
          </a:p>
          <a:p>
            <a:r>
              <a:rPr lang="en-US" sz="2200" b="1" dirty="0">
                <a:latin typeface="Bookman Old Style" panose="02050604050505020204" pitchFamily="18" charset="0"/>
              </a:rPr>
              <a:t>e) None of these</a:t>
            </a:r>
          </a:p>
          <a:p>
            <a:endParaRPr lang="en-US" sz="22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8C1243D-4BC8-6FD2-E741-BE223DF0A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1B7E9E-D32C-FD8D-6CC8-4100893CB457}"/>
                  </a:ext>
                </a:extLst>
              </p14:cNvPr>
              <p14:cNvContentPartPr/>
              <p14:nvPr/>
            </p14:nvContentPartPr>
            <p14:xfrm>
              <a:off x="975240" y="1360800"/>
              <a:ext cx="11080440" cy="4214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1B7E9E-D32C-FD8D-6CC8-4100893CB4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5880" y="1351440"/>
                <a:ext cx="11099160" cy="423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878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ABBB-A1B7-2E7F-468E-45080A12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FA9330D-49A9-313C-B304-8971AA2C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1C5D717-4D33-C47F-6BED-E9388D36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1FF5D-D6F7-31F7-1346-D49C6695F42A}"/>
              </a:ext>
            </a:extLst>
          </p:cNvPr>
          <p:cNvSpPr txBox="1"/>
          <p:nvPr/>
        </p:nvSpPr>
        <p:spPr>
          <a:xfrm>
            <a:off x="478971" y="363202"/>
            <a:ext cx="9524999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300" b="1" dirty="0">
                <a:latin typeface="Bookman Old Style" panose="02050604050505020204" pitchFamily="18" charset="0"/>
              </a:rPr>
              <a:t>3. A, B, C, D, E, F and G are sitting in a circle facing at the </a:t>
            </a:r>
            <a:r>
              <a:rPr lang="en-US" sz="2300" b="1" dirty="0" err="1">
                <a:latin typeface="Bookman Old Style" panose="02050604050505020204" pitchFamily="18" charset="0"/>
              </a:rPr>
              <a:t>centre</a:t>
            </a:r>
            <a:r>
              <a:rPr lang="en-US" sz="2300" b="1" dirty="0">
                <a:latin typeface="Bookman Old Style" panose="02050604050505020204" pitchFamily="18" charset="0"/>
              </a:rPr>
              <a:t> and playing cards.</a:t>
            </a:r>
          </a:p>
          <a:p>
            <a:r>
              <a:rPr lang="en-US" sz="2300" b="1" dirty="0" err="1">
                <a:latin typeface="Bookman Old Style" panose="02050604050505020204" pitchFamily="18" charset="0"/>
              </a:rPr>
              <a:t>i</a:t>
            </a:r>
            <a:r>
              <a:rPr lang="en-US" sz="2300" b="1" dirty="0">
                <a:latin typeface="Bookman Old Style" panose="02050604050505020204" pitchFamily="18" charset="0"/>
              </a:rPr>
              <a:t>. E is </a:t>
            </a:r>
            <a:r>
              <a:rPr lang="en-US" sz="2300" b="1" dirty="0" err="1">
                <a:latin typeface="Bookman Old Style" panose="02050604050505020204" pitchFamily="18" charset="0"/>
              </a:rPr>
              <a:t>neighbour</a:t>
            </a:r>
            <a:r>
              <a:rPr lang="en-US" sz="2300" b="1" dirty="0">
                <a:latin typeface="Bookman Old Style" panose="02050604050505020204" pitchFamily="18" charset="0"/>
              </a:rPr>
              <a:t> of A and D.</a:t>
            </a:r>
            <a:br>
              <a:rPr lang="en-US" sz="2300" b="1" dirty="0">
                <a:latin typeface="Bookman Old Style" panose="02050604050505020204" pitchFamily="18" charset="0"/>
              </a:rPr>
            </a:br>
            <a:r>
              <a:rPr lang="en-US" sz="2300" b="1" dirty="0">
                <a:latin typeface="Bookman Old Style" panose="02050604050505020204" pitchFamily="18" charset="0"/>
              </a:rPr>
              <a:t>ii. G is not between F and C.</a:t>
            </a:r>
            <a:br>
              <a:rPr lang="en-US" sz="2300" b="1" dirty="0">
                <a:latin typeface="Bookman Old Style" panose="02050604050505020204" pitchFamily="18" charset="0"/>
              </a:rPr>
            </a:br>
            <a:r>
              <a:rPr lang="en-US" sz="2300" b="1" dirty="0">
                <a:latin typeface="Bookman Old Style" panose="02050604050505020204" pitchFamily="18" charset="0"/>
              </a:rPr>
              <a:t>iii. F is to the immediate right of A</a:t>
            </a:r>
          </a:p>
          <a:p>
            <a:pPr marL="400050" indent="-400050">
              <a:buAutoNum type="romanLcPeriod"/>
            </a:pPr>
            <a:endParaRPr lang="en-US" sz="2300" b="1" dirty="0">
              <a:latin typeface="Bookman Old Style" panose="02050604050505020204" pitchFamily="18" charset="0"/>
            </a:endParaRPr>
          </a:p>
          <a:p>
            <a:r>
              <a:rPr lang="en-US" sz="2300" b="1" dirty="0">
                <a:latin typeface="Bookman Old Style" panose="02050604050505020204" pitchFamily="18" charset="0"/>
              </a:rPr>
              <a:t>1. What is the position of F?</a:t>
            </a:r>
          </a:p>
          <a:p>
            <a:r>
              <a:rPr lang="en-US" sz="2300" b="1" dirty="0">
                <a:latin typeface="Bookman Old Style" panose="02050604050505020204" pitchFamily="18" charset="0"/>
              </a:rPr>
              <a:t>a) Third to the left of C</a:t>
            </a:r>
          </a:p>
          <a:p>
            <a:r>
              <a:rPr lang="en-US" sz="2300" b="1" dirty="0">
                <a:latin typeface="Bookman Old Style" panose="02050604050505020204" pitchFamily="18" charset="0"/>
              </a:rPr>
              <a:t>b) Second to the right of C</a:t>
            </a:r>
          </a:p>
          <a:p>
            <a:r>
              <a:rPr lang="en-US" sz="2300" b="1" dirty="0">
                <a:latin typeface="Bookman Old Style" panose="02050604050505020204" pitchFamily="18" charset="0"/>
              </a:rPr>
              <a:t>c) To the immediate left of A</a:t>
            </a:r>
          </a:p>
          <a:p>
            <a:r>
              <a:rPr lang="en-US" sz="2300" b="1" dirty="0">
                <a:latin typeface="Bookman Old Style" panose="02050604050505020204" pitchFamily="18" charset="0"/>
              </a:rPr>
              <a:t>d) To the immediate left of B</a:t>
            </a:r>
          </a:p>
          <a:p>
            <a:r>
              <a:rPr lang="en-US" sz="2300" b="1" dirty="0">
                <a:latin typeface="Bookman Old Style" panose="02050604050505020204" pitchFamily="18" charset="0"/>
              </a:rPr>
              <a:t>e) None of these</a:t>
            </a:r>
          </a:p>
          <a:p>
            <a:endParaRPr lang="en-US" sz="23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743F519-D440-D6C5-A84B-E57616C48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2F1B19B-1EAC-088D-563F-E93982675D10}"/>
                  </a:ext>
                </a:extLst>
              </p14:cNvPr>
              <p14:cNvContentPartPr/>
              <p14:nvPr/>
            </p14:nvContentPartPr>
            <p14:xfrm>
              <a:off x="989280" y="1243800"/>
              <a:ext cx="10744560" cy="5056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2F1B19B-1EAC-088D-563F-E93982675D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9920" y="1234440"/>
                <a:ext cx="10763280" cy="507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0972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FCD4-0149-58CB-859F-E219A710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794D72B-8A25-50F1-6DF7-30B34713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31CDB96-995D-2AC0-829D-4737041A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4F194-0926-32CD-D586-B8ED2E2E1BC6}"/>
              </a:ext>
            </a:extLst>
          </p:cNvPr>
          <p:cNvSpPr txBox="1"/>
          <p:nvPr/>
        </p:nvSpPr>
        <p:spPr>
          <a:xfrm>
            <a:off x="478972" y="363202"/>
            <a:ext cx="7199764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Bookman Old Style" panose="02050604050505020204" pitchFamily="18" charset="0"/>
              </a:rPr>
              <a:t>4. </a:t>
            </a: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Seven people A, B, C, D, E, F, and G are sitting around a circular table facing the center. A sits second to the left of B. C sits immediately to the right of A. E sits between G and F. G sits immediate left of D.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I. Who is sitting fourth to the right of B.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II. How many are there in between A &amp; E From left of A.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endParaRPr lang="en-US" sz="23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6CBE449-C051-D9E4-9E36-B22286B5E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9CD30A-2A37-12A4-C171-55086F1D9520}"/>
                  </a:ext>
                </a:extLst>
              </p14:cNvPr>
              <p14:cNvContentPartPr/>
              <p14:nvPr/>
            </p14:nvContentPartPr>
            <p14:xfrm>
              <a:off x="915840" y="1316160"/>
              <a:ext cx="10864440" cy="4788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9CD30A-2A37-12A4-C171-55086F1D95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480" y="1306800"/>
                <a:ext cx="10883160" cy="48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799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97C66-CCDE-6317-0BB7-12AE357A1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8AC3936-0954-F5D4-7882-E99F27D2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00F0238-0414-6A41-65F4-C722A7D5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E64802-75FA-9C07-E0CF-898949F7A2FF}"/>
              </a:ext>
            </a:extLst>
          </p:cNvPr>
          <p:cNvSpPr txBox="1"/>
          <p:nvPr/>
        </p:nvSpPr>
        <p:spPr>
          <a:xfrm>
            <a:off x="478971" y="363202"/>
            <a:ext cx="8000999" cy="598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300" b="1" dirty="0">
                <a:latin typeface="Bookman Old Style" panose="02050604050505020204" pitchFamily="18" charset="0"/>
              </a:rPr>
              <a:t>5. </a:t>
            </a: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Six friends (Rupesh, Preeti, Ashwini, Sachin, Divya, Rishi) are sitting in a circle facing inwards.</a:t>
            </a:r>
          </a:p>
          <a:p>
            <a:pPr algn="just"/>
            <a:r>
              <a:rPr lang="en-US" sz="2400" b="1" dirty="0" err="1">
                <a:latin typeface="Bookman Old Style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. Preeti and Ashwini are exactly opposite to each other.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ii. Sachin is in between Preeti and Divya.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iii. Divya is immediately to the left of Ashwini.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iv. Rishi is not exactly opposite to Divya.</a:t>
            </a:r>
          </a:p>
          <a:p>
            <a:pPr algn="just"/>
            <a:r>
              <a:rPr lang="en-US" sz="2400" b="1" dirty="0">
                <a:solidFill>
                  <a:srgbClr val="FFC000"/>
                </a:solidFill>
                <a:latin typeface="Bookman Old Style" pitchFamily="18" charset="0"/>
                <a:cs typeface="Times New Roman" panose="02020603050405020304" pitchFamily="18" charset="0"/>
              </a:rPr>
              <a:t>1. Who are the neighbors of Divya?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a. Rishi and Rupesh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b. Ashwini and Sachin 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c. Preeti and Sachin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d. None of these</a:t>
            </a:r>
          </a:p>
          <a:p>
            <a:pPr algn="just"/>
            <a:r>
              <a:rPr lang="en-US" sz="2400" b="1" dirty="0">
                <a:solidFill>
                  <a:srgbClr val="FFC000"/>
                </a:solidFill>
                <a:latin typeface="Bookman Old Style" pitchFamily="18" charset="0"/>
                <a:cs typeface="Times New Roman" panose="02020603050405020304" pitchFamily="18" charset="0"/>
              </a:rPr>
              <a:t>2. Who is sitting opposite to Divya?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a. Rupesh  b. Ashwini   c. Sachin   d. Rishi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endParaRPr lang="en-US" sz="23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6445F7E-6612-7C8C-7950-13E572799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2176FD-DDAF-DEDC-FE11-5D945054658B}"/>
                  </a:ext>
                </a:extLst>
              </p14:cNvPr>
              <p14:cNvContentPartPr/>
              <p14:nvPr/>
            </p14:nvContentPartPr>
            <p14:xfrm>
              <a:off x="2388600" y="909720"/>
              <a:ext cx="8275320" cy="4861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2176FD-DDAF-DEDC-FE11-5D94505465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9240" y="900360"/>
                <a:ext cx="8294040" cy="488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6031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30A66-3279-6739-BC45-27B1C623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4A9FBD7-3C72-F370-C0C4-0A7EEB5F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745D1EE-0FC0-F675-4F15-DE1959AE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313FF-0C1F-645A-D80F-04935AB16B54}"/>
              </a:ext>
            </a:extLst>
          </p:cNvPr>
          <p:cNvSpPr txBox="1"/>
          <p:nvPr/>
        </p:nvSpPr>
        <p:spPr>
          <a:xfrm>
            <a:off x="478971" y="363202"/>
            <a:ext cx="7511143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300" b="1" dirty="0">
                <a:latin typeface="Bookman Old Style" panose="02050604050505020204" pitchFamily="18" charset="0"/>
              </a:rPr>
              <a:t>6. </a:t>
            </a: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Six Friends A, B, C, D, E and F are sitting on a circular table 2 facing inwards and are exactly opposite to each other and rest facing outwards.</a:t>
            </a:r>
          </a:p>
          <a:p>
            <a:pPr algn="just"/>
            <a:r>
              <a:rPr lang="en-US" sz="2400" b="1" dirty="0" err="1">
                <a:latin typeface="Bookman Old Style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. B is facing outwards and is left to C.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ii. F is in between E and D.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iii. E is facing inwards.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iv. A is 2nd to the left of C.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v. C is not facing inwards.</a:t>
            </a:r>
          </a:p>
          <a:p>
            <a:pPr algn="just"/>
            <a:r>
              <a:rPr lang="en-US" sz="2400" b="1" dirty="0">
                <a:solidFill>
                  <a:srgbClr val="FFC000"/>
                </a:solidFill>
                <a:latin typeface="Bookman Old Style" pitchFamily="18" charset="0"/>
                <a:cs typeface="Times New Roman" panose="02020603050405020304" pitchFamily="18" charset="0"/>
              </a:rPr>
              <a:t>1. 2 persons exactly opposite to each other and facing center are: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A. B and F   B. B and C    </a:t>
            </a:r>
            <a:r>
              <a:rPr lang="en-US" sz="2400" b="1" dirty="0" err="1">
                <a:latin typeface="Bookman Old Style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. A and E    D. E and B</a:t>
            </a:r>
          </a:p>
          <a:p>
            <a:pPr algn="just"/>
            <a:r>
              <a:rPr lang="en-US" sz="2400" b="1" dirty="0">
                <a:solidFill>
                  <a:srgbClr val="FFC000"/>
                </a:solidFill>
                <a:latin typeface="Bookman Old Style" pitchFamily="18" charset="0"/>
                <a:cs typeface="Times New Roman" panose="02020603050405020304" pitchFamily="18" charset="0"/>
              </a:rPr>
              <a:t>2. If positions of B and D and F and C are interchanged, then who is 2 places left to B?</a:t>
            </a:r>
          </a:p>
          <a:p>
            <a:pPr algn="just"/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A. C    B. E   C. A    D. D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endParaRPr lang="en-US" sz="23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DBBFCAD-99CC-FADD-2BFF-7328F916B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A9048B8-A791-615F-062F-3A18CA43EBC3}"/>
                  </a:ext>
                </a:extLst>
              </p14:cNvPr>
              <p14:cNvContentPartPr/>
              <p14:nvPr/>
            </p14:nvContentPartPr>
            <p14:xfrm>
              <a:off x="1090800" y="1493640"/>
              <a:ext cx="10805040" cy="5023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A9048B8-A791-615F-062F-3A18CA43EB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1440" y="1484280"/>
                <a:ext cx="10823760" cy="504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056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E64F6-3693-A434-8306-7C86F9272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691664A-7B47-AE74-E2F0-AAC9F4A2B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AC9B672-4ABB-748A-561D-1118F720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99DE0-3725-4EEC-4C70-843688DBEB21}"/>
              </a:ext>
            </a:extLst>
          </p:cNvPr>
          <p:cNvSpPr txBox="1"/>
          <p:nvPr/>
        </p:nvSpPr>
        <p:spPr>
          <a:xfrm>
            <a:off x="478971" y="203742"/>
            <a:ext cx="7598229" cy="6654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Bookman Old Style" panose="02050604050505020204" pitchFamily="18" charset="0"/>
              </a:rPr>
              <a:t>7. </a:t>
            </a: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Six friends L, M, N, O, P and Q are sitting around a circular table and facing outside. Q is sitting fourth to the left of M, who is sitting to the immediate left of N. P is sitting opposite to N and adjacent to O. O is not sitting adjacent to Q.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Which of the following statements is TRUE?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A. L is adjacent to P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B. M is between O and P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C. P is sitting opposite to Q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D. There are 3 friends sitting between M and L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3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571C0E6-8188-EA37-2886-7A3D9C17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6AF5E9-E679-10A2-546B-03E212C8A8DC}"/>
                  </a:ext>
                </a:extLst>
              </p14:cNvPr>
              <p14:cNvContentPartPr/>
              <p14:nvPr/>
            </p14:nvContentPartPr>
            <p14:xfrm>
              <a:off x="2497320" y="473040"/>
              <a:ext cx="9096480" cy="556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6AF5E9-E679-10A2-546B-03E212C8A8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7960" y="463680"/>
                <a:ext cx="9115200" cy="558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273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C92C-BA15-731E-2A17-8C5D431E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296E63E-3155-42AC-7CD4-A0B5CCD5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4A7333F-4B16-B811-CCBE-F74AB322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496DF-8B23-5AD7-AC26-D1D504844A87}"/>
              </a:ext>
            </a:extLst>
          </p:cNvPr>
          <p:cNvSpPr txBox="1"/>
          <p:nvPr/>
        </p:nvSpPr>
        <p:spPr>
          <a:xfrm>
            <a:off x="528682" y="305849"/>
            <a:ext cx="973182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b="1" dirty="0">
                <a:latin typeface="Bookman Old Style" panose="02050604050505020204" pitchFamily="18" charset="0"/>
              </a:rPr>
              <a:t>8. Seven children A, B, C, D, E, F and G are standing in a line. G is to the right of D and to the left of B. A is on the right of C. A and D have one child between them. E and B have two children between them. D and F have two children between them.</a:t>
            </a:r>
          </a:p>
          <a:p>
            <a:pPr algn="just"/>
            <a:endParaRPr lang="en-US" sz="2200" b="1" dirty="0">
              <a:latin typeface="Bookman Old Style" panose="02050604050505020204" pitchFamily="18" charset="0"/>
            </a:endParaRPr>
          </a:p>
          <a:p>
            <a:pPr algn="just"/>
            <a:r>
              <a:rPr lang="en-US" sz="2200" b="1" dirty="0">
                <a:latin typeface="Bookman Old Style" panose="02050604050505020204" pitchFamily="18" charset="0"/>
              </a:rPr>
              <a:t>1. Who is on the extreme right?</a:t>
            </a:r>
          </a:p>
          <a:p>
            <a:pPr algn="just"/>
            <a:r>
              <a:rPr lang="en-US" sz="2200" b="1" dirty="0">
                <a:latin typeface="Bookman Old Style" panose="02050604050505020204" pitchFamily="18" charset="0"/>
              </a:rPr>
              <a:t>a) B   b) E     c) F   d) G</a:t>
            </a:r>
          </a:p>
          <a:p>
            <a:pPr algn="just"/>
            <a:endParaRPr lang="en-US" sz="2200" b="1" dirty="0">
              <a:latin typeface="Bookman Old Style" panose="02050604050505020204" pitchFamily="18" charset="0"/>
            </a:endParaRPr>
          </a:p>
          <a:p>
            <a:pPr algn="just"/>
            <a:r>
              <a:rPr lang="en-US" sz="2200" b="1" dirty="0">
                <a:latin typeface="Bookman Old Style" panose="02050604050505020204" pitchFamily="18" charset="0"/>
              </a:rPr>
              <a:t>2. Who is exactly in the middle?</a:t>
            </a:r>
          </a:p>
          <a:p>
            <a:pPr algn="just"/>
            <a:r>
              <a:rPr lang="en-US" sz="2200" b="1" dirty="0">
                <a:latin typeface="Bookman Old Style" panose="02050604050505020204" pitchFamily="18" charset="0"/>
              </a:rPr>
              <a:t>a) A   b) C   c) D    d) E</a:t>
            </a:r>
          </a:p>
          <a:p>
            <a:pPr algn="just"/>
            <a:endParaRPr lang="en-US" sz="2200" b="1" dirty="0">
              <a:latin typeface="Bookman Old Style" panose="02050604050505020204" pitchFamily="18" charset="0"/>
            </a:endParaRPr>
          </a:p>
          <a:p>
            <a:pPr algn="just"/>
            <a:r>
              <a:rPr lang="en-US" sz="2200" b="1" dirty="0">
                <a:latin typeface="Bookman Old Style" panose="02050604050505020204" pitchFamily="18" charset="0"/>
              </a:rPr>
              <a:t>3. Who is extreme left?</a:t>
            </a:r>
          </a:p>
          <a:p>
            <a:pPr algn="just"/>
            <a:r>
              <a:rPr lang="en-US" sz="2200" b="1" dirty="0">
                <a:latin typeface="Bookman Old Style" panose="02050604050505020204" pitchFamily="18" charset="0"/>
              </a:rPr>
              <a:t>a) A  b) B   c) C   d) D</a:t>
            </a:r>
            <a:endParaRPr lang="en-IN" sz="22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430D98A-BFE2-EE95-865C-AEA212220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FAA2E7-F264-66A3-BDBA-2AF989ECFC29}"/>
                  </a:ext>
                </a:extLst>
              </p14:cNvPr>
              <p14:cNvContentPartPr/>
              <p14:nvPr/>
            </p14:nvContentPartPr>
            <p14:xfrm>
              <a:off x="613800" y="136440"/>
              <a:ext cx="11352600" cy="582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FAA2E7-F264-66A3-BDBA-2AF989ECFC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440" y="127080"/>
                <a:ext cx="11371320" cy="584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9073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759D-8185-0A42-C551-7271A13E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65B1C4A-28D0-C2F4-798E-8492C3C0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3C9475-3C9F-736C-13A0-482CBBAF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0AEDF-FF71-877F-B7ED-BCC191E20BC7}"/>
              </a:ext>
            </a:extLst>
          </p:cNvPr>
          <p:cNvSpPr txBox="1"/>
          <p:nvPr/>
        </p:nvSpPr>
        <p:spPr>
          <a:xfrm>
            <a:off x="119381" y="337267"/>
            <a:ext cx="9993086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300" b="1" dirty="0">
                <a:latin typeface="Bookman Old Style" panose="02050604050505020204" pitchFamily="18" charset="0"/>
              </a:rPr>
              <a:t>9. Six friends A, B, C, D, E and F are sitting in a row facing towards north. C is sitting between A and E. D is not at the end. B is sitting immediate right of E. F is not at the right end.</a:t>
            </a:r>
          </a:p>
          <a:p>
            <a:pPr algn="just"/>
            <a:endParaRPr lang="en-US" sz="2300" b="1" dirty="0">
              <a:latin typeface="Bookman Old Style" panose="02050604050505020204" pitchFamily="18" charset="0"/>
            </a:endParaRPr>
          </a:p>
          <a:p>
            <a:pPr algn="just"/>
            <a:r>
              <a:rPr lang="en-US" sz="2300" b="1" dirty="0">
                <a:latin typeface="Bookman Old Style" panose="02050604050505020204" pitchFamily="18" charset="0"/>
              </a:rPr>
              <a:t>How many persons are there to the right of D?</a:t>
            </a:r>
          </a:p>
          <a:p>
            <a:pPr algn="just"/>
            <a:r>
              <a:rPr lang="en-US" sz="2300" b="1" dirty="0">
                <a:latin typeface="Bookman Old Style" panose="02050604050505020204" pitchFamily="18" charset="0"/>
              </a:rPr>
              <a:t> a) One       b) Two     c) Three      d) Four e) None </a:t>
            </a:r>
          </a:p>
          <a:p>
            <a:pPr algn="just"/>
            <a:endParaRPr lang="en-US" sz="2300" b="1" dirty="0">
              <a:latin typeface="Bookman Old Style" panose="02050604050505020204" pitchFamily="18" charset="0"/>
            </a:endParaRPr>
          </a:p>
          <a:p>
            <a:pPr algn="just"/>
            <a:endParaRPr lang="en-US" sz="23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B3A40BC-6690-AA46-E412-511DE5E89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72DEE0-5905-65C7-EAA4-AC945ABC3FCE}"/>
                  </a:ext>
                </a:extLst>
              </p14:cNvPr>
              <p14:cNvContentPartPr/>
              <p14:nvPr/>
            </p14:nvContentPartPr>
            <p14:xfrm>
              <a:off x="444960" y="976680"/>
              <a:ext cx="11288160" cy="4971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72DEE0-5905-65C7-EAA4-AC945ABC3F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600" y="967320"/>
                <a:ext cx="11306880" cy="498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1214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04F7E-5A96-A141-20B9-C3D6D5BF3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6552DE2-F986-AFE0-0589-E031ABB1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C4595FA-A740-26A6-9821-12CE4BF1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F6F71-85AD-4C8C-BF2A-9909CAB56E59}"/>
              </a:ext>
            </a:extLst>
          </p:cNvPr>
          <p:cNvSpPr txBox="1"/>
          <p:nvPr/>
        </p:nvSpPr>
        <p:spPr>
          <a:xfrm>
            <a:off x="361164" y="330107"/>
            <a:ext cx="9806093" cy="4602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Bookman Old Style" panose="02050604050505020204" pitchFamily="18" charset="0"/>
              </a:rPr>
              <a:t>10. Read the following instructions carefully to answer the questions given below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Bookman Old Style" panose="02050604050505020204" pitchFamily="18" charset="0"/>
              </a:rPr>
              <a:t>   There are six people: P, R, S, M, U, and T seating in a line facing North but not necessarily in the same way. T sits second to the right of M who sits third to the right of P. P sits second to the left of S and to the immediate left of R who sits third to the left of U. Who sits second to the right of S?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Bookman Old Style" panose="02050604050505020204" pitchFamily="18" charset="0"/>
              </a:rPr>
              <a:t>a) U      b) P      c) R       d) M</a:t>
            </a:r>
          </a:p>
          <a:p>
            <a:pPr algn="just">
              <a:lnSpc>
                <a:spcPct val="150000"/>
              </a:lnSpc>
            </a:pPr>
            <a:endParaRPr lang="en-US" sz="22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125CC06-5DA4-74AA-336B-5CCB6A812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28CFE2D-A8F7-A86D-C474-AE8E23EC3F62}"/>
                  </a:ext>
                </a:extLst>
              </p14:cNvPr>
              <p14:cNvContentPartPr/>
              <p14:nvPr/>
            </p14:nvContentPartPr>
            <p14:xfrm>
              <a:off x="386640" y="2306520"/>
              <a:ext cx="9993960" cy="3310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28CFE2D-A8F7-A86D-C474-AE8E23EC3F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280" y="2297160"/>
                <a:ext cx="10012680" cy="332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4369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E561-8B0D-495C-7FCC-012BA184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1F9879F-562D-C48C-791C-9D968D4A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F82F555-88EA-C5B2-C83D-57A1E23B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BF648-2E03-6F4F-3CC1-CB40780B4051}"/>
              </a:ext>
            </a:extLst>
          </p:cNvPr>
          <p:cNvSpPr txBox="1"/>
          <p:nvPr/>
        </p:nvSpPr>
        <p:spPr>
          <a:xfrm>
            <a:off x="326571" y="228586"/>
            <a:ext cx="9753600" cy="5338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Bookman Old Style" panose="02050604050505020204" pitchFamily="18" charset="0"/>
              </a:rPr>
              <a:t>11. </a:t>
            </a:r>
            <a:r>
              <a:rPr lang="en-IN" sz="23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Study the following information carefully and answer the questions given below.</a:t>
            </a:r>
          </a:p>
          <a:p>
            <a:pPr algn="just">
              <a:lnSpc>
                <a:spcPct val="150000"/>
              </a:lnSpc>
            </a:pPr>
            <a:r>
              <a:rPr lang="en-IN" sz="23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Eight persons - P, Q, R, S, T, U, V, and W are sitting in a linear row facing towards the north, but not necessarily in the same order. R sits at the left end of the row. Both T and Q are immediate </a:t>
            </a:r>
            <a:r>
              <a:rPr lang="en-IN" sz="23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neighbors</a:t>
            </a:r>
            <a:r>
              <a:rPr lang="en-IN" sz="23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of U. Either T or Q sits at one of the ends of the row. Only one person sits between S and W, who sits second to the left of U. As many persons sit between W and Q is same as between P and R. P sits to the right of V.</a:t>
            </a:r>
          </a:p>
          <a:p>
            <a:pPr algn="just">
              <a:lnSpc>
                <a:spcPct val="150000"/>
              </a:lnSpc>
            </a:pPr>
            <a:endParaRPr lang="en-US" sz="23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E47529C-FE55-636E-6BDF-B5CEFCAA7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72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E7D27-A12B-7705-F5DB-4E846B00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86AC35-4176-6492-BBEE-40C834C4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54476D-79D4-B115-82E6-E9ACE3B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2EB49-DDC4-97EF-1097-AC140F44E740}"/>
              </a:ext>
            </a:extLst>
          </p:cNvPr>
          <p:cNvSpPr txBox="1"/>
          <p:nvPr/>
        </p:nvSpPr>
        <p:spPr>
          <a:xfrm>
            <a:off x="506911" y="257556"/>
            <a:ext cx="9753600" cy="511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Bookman Old Style" panose="02050604050505020204" pitchFamily="18" charset="0"/>
              </a:rPr>
              <a:t>11. </a:t>
            </a:r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1. What is the position of S with respect to Q?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a. Third to the left                        b. Fifth to the left 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c. Second to the left                     d. Immediate right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2. Who among the following person sits second to the right of V?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a. S               b. Q              c. W               d. P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3. If V and T interchange their position, then who among the following person sits third to the right of S?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a. P              b. Q               c. T              d. V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4. How many persons sit between S and U?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a. 1             b. 4                 c. 3              d. 2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5. Which of the following statement(s) is/are not true with respect to the final arrangement?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a. No one sits to the left of R       b. Only two persons sits b/w W and Q </a:t>
            </a:r>
          </a:p>
          <a:p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c. W sits exactly between P and T       d. U sits immediate right of Q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73DB0DE-D873-43BB-8BBD-188B7870D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588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0C4F3-FF09-98BC-0DD5-7F3408C6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F8E29A3-537F-C89B-FDDC-49513491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ED151A8-5816-A2BF-800D-F722223E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A2862-1553-C295-FB05-C99E22E16196}"/>
              </a:ext>
            </a:extLst>
          </p:cNvPr>
          <p:cNvSpPr txBox="1"/>
          <p:nvPr/>
        </p:nvSpPr>
        <p:spPr>
          <a:xfrm>
            <a:off x="446314" y="397205"/>
            <a:ext cx="957942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Bookman Old Style" panose="02050604050505020204" pitchFamily="18" charset="0"/>
              </a:rPr>
              <a:t>12. Study the following information carefully and answer the below questions</a:t>
            </a:r>
          </a:p>
          <a:p>
            <a:pPr algn="just"/>
            <a:r>
              <a:rPr lang="en-IN" sz="2000" b="1" dirty="0">
                <a:latin typeface="Bookman Old Style" panose="02050604050505020204" pitchFamily="18" charset="0"/>
              </a:rPr>
              <a:t>Eight persons- L, M, N, O, P, Q, R, and S are sitting at the circular table facing outside but not necessarily in the same order. P sits second to the right of R. Two persons are sitting between S and Q. Q sits adjacent to R. M sits third to the right of L. M and P are not immediate neighbours. L sits second to the left of O. The number of persons sitting between N and M is the same as between N and S.</a:t>
            </a:r>
          </a:p>
          <a:p>
            <a:pPr algn="just"/>
            <a:r>
              <a:rPr lang="en-US" sz="2000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Who among the following person sits second to the right of Q?</a:t>
            </a:r>
          </a:p>
          <a:p>
            <a:pPr algn="just"/>
            <a:r>
              <a:rPr lang="en-US" sz="2000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 A. The one who sits second to the left of S        </a:t>
            </a:r>
          </a:p>
          <a:p>
            <a:pPr algn="just"/>
            <a:r>
              <a:rPr lang="en-US" sz="2000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 B. O</a:t>
            </a:r>
          </a:p>
          <a:p>
            <a:pPr algn="just"/>
            <a:r>
              <a:rPr lang="en-US" sz="2000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 C. The one who sits immediate left of M           </a:t>
            </a:r>
          </a:p>
          <a:p>
            <a:pPr algn="just"/>
            <a:r>
              <a:rPr lang="en-US" sz="2000" b="1" dirty="0">
                <a:solidFill>
                  <a:srgbClr val="FFC000"/>
                </a:solidFill>
                <a:latin typeface="Bookman Old Style" panose="02050604050505020204" pitchFamily="18" charset="0"/>
              </a:rPr>
              <a:t> D. N</a:t>
            </a:r>
            <a:endParaRPr lang="en-IN" sz="2000" b="1" dirty="0">
              <a:solidFill>
                <a:srgbClr val="FFC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3243C3B-365C-5468-370F-8EB3B1193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24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AD1D-28BA-971B-D9AF-F3CE8FF3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E3FAD6E-5282-61B0-66AB-B507D9547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6CC3A29-FDE2-8DD5-681F-98EBBBC2E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49FDA-9A13-8BAA-8FC9-46B532EE41B0}"/>
              </a:ext>
            </a:extLst>
          </p:cNvPr>
          <p:cNvSpPr txBox="1"/>
          <p:nvPr/>
        </p:nvSpPr>
        <p:spPr>
          <a:xfrm>
            <a:off x="250009" y="386320"/>
            <a:ext cx="7428727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+mj-lt"/>
              </a:rPr>
              <a:t>13. </a:t>
            </a:r>
            <a:r>
              <a:rPr lang="en-US" sz="2200" b="1" dirty="0">
                <a:latin typeface="+mj-lt"/>
              </a:rPr>
              <a:t>Read the following information to answer the given questions:</a:t>
            </a:r>
          </a:p>
          <a:p>
            <a:r>
              <a:rPr lang="en-US" sz="2200" b="1" dirty="0">
                <a:latin typeface="+mj-lt"/>
              </a:rPr>
              <a:t>(A) A, B, C, D, E, F and G are playing cards sitting around a circular table.</a:t>
            </a:r>
          </a:p>
          <a:p>
            <a:r>
              <a:rPr lang="en-US" sz="2200" b="1" dirty="0">
                <a:latin typeface="+mj-lt"/>
              </a:rPr>
              <a:t>(B) D is not </a:t>
            </a:r>
            <a:r>
              <a:rPr lang="en-US" sz="2200" b="1" dirty="0" err="1">
                <a:latin typeface="+mj-lt"/>
              </a:rPr>
              <a:t>neighbour</a:t>
            </a:r>
            <a:r>
              <a:rPr lang="en-US" sz="2200" b="1" dirty="0">
                <a:latin typeface="+mj-lt"/>
              </a:rPr>
              <a:t> of C or E.</a:t>
            </a:r>
          </a:p>
          <a:p>
            <a:r>
              <a:rPr lang="en-US" sz="2200" b="1" dirty="0">
                <a:latin typeface="+mj-lt"/>
              </a:rPr>
              <a:t>(C) A is </a:t>
            </a:r>
            <a:r>
              <a:rPr lang="en-US" sz="2200" b="1" dirty="0" err="1">
                <a:latin typeface="+mj-lt"/>
              </a:rPr>
              <a:t>neighbour</a:t>
            </a:r>
            <a:r>
              <a:rPr lang="en-US" sz="2200" b="1" dirty="0">
                <a:latin typeface="+mj-lt"/>
              </a:rPr>
              <a:t> of B and C.</a:t>
            </a:r>
          </a:p>
          <a:p>
            <a:r>
              <a:rPr lang="en-US" sz="2200" b="1" dirty="0">
                <a:latin typeface="+mj-lt"/>
              </a:rPr>
              <a:t>(D) G, who is second to the left of D, is the </a:t>
            </a:r>
            <a:r>
              <a:rPr lang="en-US" sz="2200" b="1" dirty="0" err="1">
                <a:latin typeface="+mj-lt"/>
              </a:rPr>
              <a:t>neighbour</a:t>
            </a:r>
            <a:r>
              <a:rPr lang="en-US" sz="2200" b="1" dirty="0">
                <a:latin typeface="+mj-lt"/>
              </a:rPr>
              <a:t> of E and F.</a:t>
            </a:r>
          </a:p>
          <a:p>
            <a:r>
              <a:rPr lang="en-US" sz="2200" b="1" dirty="0">
                <a:latin typeface="+mj-lt"/>
              </a:rPr>
              <a:t> </a:t>
            </a:r>
            <a:r>
              <a:rPr lang="en-US" sz="2200" b="1" dirty="0">
                <a:solidFill>
                  <a:srgbClr val="FFC000"/>
                </a:solidFill>
                <a:latin typeface="+mj-lt"/>
              </a:rPr>
              <a:t>1. Which of the following is correct?</a:t>
            </a:r>
          </a:p>
          <a:p>
            <a:r>
              <a:rPr lang="en-US" sz="2200" b="1" dirty="0">
                <a:latin typeface="+mj-lt"/>
              </a:rPr>
              <a:t> 1) B is between A and D </a:t>
            </a:r>
          </a:p>
          <a:p>
            <a:r>
              <a:rPr lang="en-US" sz="2200" b="1" dirty="0">
                <a:latin typeface="+mj-lt"/>
              </a:rPr>
              <a:t> 2) D is between F and G</a:t>
            </a:r>
          </a:p>
          <a:p>
            <a:r>
              <a:rPr lang="en-US" sz="2200" b="1" dirty="0">
                <a:latin typeface="+mj-lt"/>
              </a:rPr>
              <a:t> 3) E is to the immediate right of G </a:t>
            </a:r>
          </a:p>
          <a:p>
            <a:r>
              <a:rPr lang="en-US" sz="2200" b="1" dirty="0">
                <a:latin typeface="+mj-lt"/>
              </a:rPr>
              <a:t>4) F is to the immediate left of G 5) None</a:t>
            </a:r>
          </a:p>
          <a:p>
            <a:r>
              <a:rPr lang="en-US" sz="2200" b="1" dirty="0">
                <a:latin typeface="+mj-lt"/>
              </a:rPr>
              <a:t>2</a:t>
            </a:r>
            <a:r>
              <a:rPr lang="en-US" sz="2200" b="1" dirty="0">
                <a:solidFill>
                  <a:srgbClr val="FFC000"/>
                </a:solidFill>
                <a:latin typeface="+mj-lt"/>
              </a:rPr>
              <a:t>. Which of the following has the pair with the second person sitting to the immediate right of the first </a:t>
            </a:r>
            <a:r>
              <a:rPr lang="en-IN" sz="2200" b="1" dirty="0">
                <a:solidFill>
                  <a:srgbClr val="FFC000"/>
                </a:solidFill>
                <a:latin typeface="+mj-lt"/>
              </a:rPr>
              <a:t>person?</a:t>
            </a:r>
          </a:p>
          <a:p>
            <a:r>
              <a:rPr lang="it-IT" sz="2200" b="1" dirty="0">
                <a:latin typeface="+mj-lt"/>
              </a:rPr>
              <a:t> 1) BD 2) GF 3) EC 4) AE 5) None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3010EA5-BA4A-EE92-52CB-67ED7046C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40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25479-4646-2D5C-F386-489EDBA0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73E618B-EDA4-B779-4389-9D39480C5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3B08305-3C8D-9DD0-77B1-75446DC1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B72B2-1FD8-B1C7-BFD0-974B8C21286D}"/>
              </a:ext>
            </a:extLst>
          </p:cNvPr>
          <p:cNvSpPr txBox="1"/>
          <p:nvPr/>
        </p:nvSpPr>
        <p:spPr>
          <a:xfrm>
            <a:off x="250009" y="21771"/>
            <a:ext cx="7428727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+mj-lt"/>
              </a:rPr>
              <a:t>14. </a:t>
            </a:r>
            <a:r>
              <a:rPr lang="en-US" sz="2200" b="1" dirty="0">
                <a:latin typeface="+mj-lt"/>
              </a:rPr>
              <a:t>In Row – 1 P, Q, R and S are seated (but not necessarily in the same order) and all of them facing South.</a:t>
            </a:r>
          </a:p>
          <a:p>
            <a:r>
              <a:rPr lang="en-US" sz="2200" b="1" dirty="0">
                <a:latin typeface="+mj-lt"/>
              </a:rPr>
              <a:t>In Row – 2 A, B, C and D are seated (but not necessarily in the same order) and all of them facing North.</a:t>
            </a:r>
          </a:p>
          <a:p>
            <a:r>
              <a:rPr lang="en-US" sz="2200" b="1" dirty="0">
                <a:solidFill>
                  <a:srgbClr val="FFC000"/>
                </a:solidFill>
                <a:latin typeface="+mj-lt"/>
              </a:rPr>
              <a:t>There fore in the given seating arrangement each member seating in the row faces another member of the </a:t>
            </a:r>
            <a:r>
              <a:rPr lang="en-IN" sz="2200" b="1" dirty="0">
                <a:solidFill>
                  <a:srgbClr val="FFC000"/>
                </a:solidFill>
                <a:latin typeface="+mj-lt"/>
              </a:rPr>
              <a:t>other row. </a:t>
            </a:r>
            <a:r>
              <a:rPr lang="en-US" sz="2200" b="1" dirty="0">
                <a:solidFill>
                  <a:srgbClr val="FFC000"/>
                </a:solidFill>
                <a:latin typeface="+mj-lt"/>
              </a:rPr>
              <a:t>R sits second to the right of P. A is an immediate neighbor of the person who faces R. Q sits second to left of the person who faces A. Only one person sits between B and C. C does not face P. C does not sit any extreme ends of the line</a:t>
            </a:r>
            <a:r>
              <a:rPr lang="en-US" sz="2200" b="1" dirty="0">
                <a:latin typeface="+mj-lt"/>
              </a:rPr>
              <a:t>.</a:t>
            </a:r>
            <a:r>
              <a:rPr lang="en-IN" sz="2200" b="1" dirty="0">
                <a:latin typeface="+mj-lt"/>
              </a:rPr>
              <a:t> </a:t>
            </a:r>
          </a:p>
          <a:p>
            <a:r>
              <a:rPr lang="en-US" sz="2200" b="1" dirty="0">
                <a:solidFill>
                  <a:srgbClr val="FFFFFF"/>
                </a:solidFill>
                <a:latin typeface="+mj-lt"/>
              </a:rPr>
              <a:t>1. Four of the five are alike in a certain way based on the given seating arrangement and thus form a group. Which is the one that does not belong to that group?</a:t>
            </a:r>
          </a:p>
          <a:p>
            <a:r>
              <a:rPr lang="en-IN" sz="2200" b="1" dirty="0">
                <a:latin typeface="+mj-lt"/>
              </a:rPr>
              <a:t>    (1) A       (2) P      (3) R       (4) B       (5) S</a:t>
            </a:r>
            <a:endParaRPr lang="it-IT" sz="2200" b="1" dirty="0">
              <a:latin typeface="+mj-lt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D545B84-8F09-769B-0E4C-0C52A49CD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58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83B1-3AD3-8F6C-129F-D18DE2C6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434B2E3-65DC-E4BD-3C55-7E9A33E0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98C3300-0585-59BB-2CAD-7C461993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B480F-D820-5A76-6FCF-DB36D95548BD}"/>
              </a:ext>
            </a:extLst>
          </p:cNvPr>
          <p:cNvSpPr txBox="1"/>
          <p:nvPr/>
        </p:nvSpPr>
        <p:spPr>
          <a:xfrm>
            <a:off x="250009" y="0"/>
            <a:ext cx="7428727" cy="6126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+mj-lt"/>
              </a:rPr>
              <a:t>15. </a:t>
            </a:r>
            <a:r>
              <a:rPr lang="en-US" sz="2200" b="1" dirty="0">
                <a:latin typeface="+mj-lt"/>
              </a:rPr>
              <a:t>A group of three boys A, E, F and three girls B, C, D are made to sit in a row for a meeting, but they have some conditions as stated below: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err="1">
                <a:latin typeface="+mj-lt"/>
              </a:rPr>
              <a:t>i</a:t>
            </a:r>
            <a:r>
              <a:rPr lang="en-US" sz="2200" b="1" dirty="0">
                <a:latin typeface="+mj-lt"/>
              </a:rPr>
              <a:t>. A will occupy a seat at an extreme end.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+mj-lt"/>
              </a:rPr>
              <a:t>ii. B will sit at an extreme position and adjacent to C, who will not sit beside another girl.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+mj-lt"/>
              </a:rPr>
              <a:t>iii. F will sit by the side of A, but not adjacent to E.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solidFill>
                  <a:srgbClr val="FFC000"/>
                </a:solidFill>
                <a:latin typeface="+mj-lt"/>
              </a:rPr>
              <a:t>Question: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rgbClr val="FFC000"/>
                </a:solidFill>
                <a:latin typeface="+mj-lt"/>
              </a:rPr>
              <a:t>Who will occupy the fourth seat starting from A?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latin typeface="+mj-lt"/>
              </a:rPr>
              <a:t>Options: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latin typeface="+mj-lt"/>
              </a:rPr>
              <a:t>(A) D    (B) E      (C) C   (D) F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0AF0FF5-AFCC-B359-7EF5-967709804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2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4726E-434B-6F38-3901-8C5CAAF7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2EB35FB-111F-B0E9-8FF5-C7041D0B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17B7791-72BE-1DBE-6D8D-6E9D62C3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C476A-9F81-849D-7FFD-6CC0003B170A}"/>
              </a:ext>
            </a:extLst>
          </p:cNvPr>
          <p:cNvSpPr txBox="1"/>
          <p:nvPr/>
        </p:nvSpPr>
        <p:spPr>
          <a:xfrm>
            <a:off x="250009" y="0"/>
            <a:ext cx="7428727" cy="663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+mj-lt"/>
              </a:rPr>
              <a:t>16. </a:t>
            </a:r>
            <a:r>
              <a:rPr lang="en-US" sz="2200" b="1" dirty="0">
                <a:latin typeface="+mj-lt"/>
              </a:rPr>
              <a:t>Seven persons A, B, C, D, E, F, and G are standing in a row such that all of them are facing towards the north, positioned from left to right. The following conditions are given:</a:t>
            </a:r>
          </a:p>
          <a:p>
            <a:pPr>
              <a:lnSpc>
                <a:spcPct val="150000"/>
              </a:lnSpc>
            </a:pPr>
            <a:r>
              <a:rPr lang="en-US" sz="2200" b="1" dirty="0" err="1">
                <a:latin typeface="+mj-lt"/>
              </a:rPr>
              <a:t>i</a:t>
            </a:r>
            <a:r>
              <a:rPr lang="en-US" sz="2200" b="1" dirty="0">
                <a:latin typeface="+mj-lt"/>
              </a:rPr>
              <a:t>. There are four persons between A and G.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j-lt"/>
              </a:rPr>
              <a:t>ii. There are two persons between E and D, where E is to the left of D.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j-lt"/>
              </a:rPr>
              <a:t>iii. B and C are not together.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j-lt"/>
              </a:rPr>
              <a:t>iv. D is to the immediate right of G.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j-lt"/>
              </a:rPr>
              <a:t>v. B is to the immediate right of E.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C000"/>
                </a:solidFill>
                <a:latin typeface="+mj-lt"/>
              </a:rPr>
              <a:t>If B is to the immediate right of E, then who is at position 2?</a:t>
            </a:r>
            <a:endParaRPr lang="en-IN" sz="2200" b="1" dirty="0">
              <a:solidFill>
                <a:srgbClr val="FFC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C000"/>
                </a:solidFill>
                <a:latin typeface="+mj-lt"/>
              </a:rPr>
              <a:t>(A) C     (B) F   (C) Cannot be determined     (D) E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0F9412C-BF2D-A644-8B6D-A106378F7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661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3890</TotalTime>
  <Words>2516</Words>
  <Application>Microsoft Office PowerPoint</Application>
  <PresentationFormat>Widescreen</PresentationFormat>
  <Paragraphs>202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Bookman Old Style</vt:lpstr>
      <vt:lpstr>Roboto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Sujoy  Saha</dc:creator>
  <cp:lastModifiedBy>harikrishnareddy pagadam</cp:lastModifiedBy>
  <cp:revision>140</cp:revision>
  <dcterms:created xsi:type="dcterms:W3CDTF">2025-01-02T14:33:31Z</dcterms:created>
  <dcterms:modified xsi:type="dcterms:W3CDTF">2026-06-20T04:44:27Z</dcterms:modified>
</cp:coreProperties>
</file>