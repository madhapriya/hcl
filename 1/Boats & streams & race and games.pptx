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sldIdLst>
    <p:sldId id="256" r:id="rId2"/>
    <p:sldId id="257" r:id="rId3"/>
    <p:sldId id="290" r:id="rId4"/>
    <p:sldId id="289" r:id="rId5"/>
    <p:sldId id="258" r:id="rId6"/>
    <p:sldId id="259" r:id="rId7"/>
    <p:sldId id="260" r:id="rId8"/>
    <p:sldId id="261" r:id="rId9"/>
    <p:sldId id="262" r:id="rId10"/>
    <p:sldId id="263" r:id="rId11"/>
    <p:sldId id="264" r:id="rId12"/>
    <p:sldId id="267" r:id="rId13"/>
    <p:sldId id="268" r:id="rId14"/>
    <p:sldId id="269" r:id="rId15"/>
    <p:sldId id="270" r:id="rId16"/>
    <p:sldId id="271" r:id="rId17"/>
    <p:sldId id="272" r:id="rId18"/>
    <p:sldId id="273" r:id="rId19"/>
    <p:sldId id="274" r:id="rId20"/>
    <p:sldId id="275" r:id="rId21"/>
    <p:sldId id="276" r:id="rId22"/>
    <p:sldId id="277" r:id="rId23"/>
    <p:sldId id="28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00810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59704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06031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56419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64110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0830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2537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73823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7461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299571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214609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5513486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9334540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8555131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5332223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26214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47787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5/31/2026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322077358"/>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9C092-3A46-12DB-F659-F4B3D1ADA495}"/>
              </a:ext>
            </a:extLst>
          </p:cNvPr>
          <p:cNvSpPr>
            <a:spLocks noGrp="1"/>
          </p:cNvSpPr>
          <p:nvPr>
            <p:ph type="ctrTitle"/>
          </p:nvPr>
        </p:nvSpPr>
        <p:spPr>
          <a:xfrm>
            <a:off x="1426819" y="2336800"/>
            <a:ext cx="7680960" cy="1092200"/>
          </a:xfrm>
        </p:spPr>
        <p:txBody>
          <a:bodyPr>
            <a:normAutofit/>
          </a:bodyPr>
          <a:lstStyle/>
          <a:p>
            <a:r>
              <a:rPr lang="en-IN" sz="3000" b="1" dirty="0">
                <a:effectLst/>
                <a:latin typeface="Bookman Old Style" pitchFamily="18" charset="0"/>
              </a:rPr>
              <a:t>        </a:t>
            </a:r>
            <a:r>
              <a:rPr lang="en-IN" sz="3000" b="1" i="1" dirty="0">
                <a:effectLst/>
                <a:latin typeface="Bookman Old Style" pitchFamily="18" charset="0"/>
              </a:rPr>
              <a:t>Boats &amp; Streams</a:t>
            </a:r>
            <a:br>
              <a:rPr lang="en-IN" sz="3000" b="1" i="1" dirty="0">
                <a:effectLst/>
                <a:latin typeface="Bookman Old Style" pitchFamily="18" charset="0"/>
              </a:rPr>
            </a:br>
            <a:endParaRPr lang="en-IN" sz="3000" b="1" i="1" dirty="0">
              <a:effectLst/>
              <a:latin typeface="Bookman Old Style" pitchFamily="18" charset="0"/>
            </a:endParaRPr>
          </a:p>
        </p:txBody>
      </p:sp>
      <p:pic>
        <p:nvPicPr>
          <p:cNvPr id="3" name="Picture 2" descr="A yellow and blue sign with words">
            <a:extLst>
              <a:ext uri="{FF2B5EF4-FFF2-40B4-BE49-F238E27FC236}">
                <a16:creationId xmlns:a16="http://schemas.microsoft.com/office/drawing/2014/main" id="{B00137A2-EEB4-EDF3-D1B1-15D7DEAE7A6A}"/>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433D8E09-492C-AF7E-C7C2-1F0A8B6E3320}"/>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023F-88B1-859E-0D98-0FB48DB181CD}"/>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561ACEFB-4F3D-ED5D-1F8B-F47BEEF0FB6F}"/>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401045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E0195-B555-F049-2811-3648374EC8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E0774-709A-790D-BA1C-06B3D1400B4D}"/>
              </a:ext>
            </a:extLst>
          </p:cNvPr>
          <p:cNvSpPr>
            <a:spLocks noGrp="1"/>
          </p:cNvSpPr>
          <p:nvPr>
            <p:ph idx="1"/>
          </p:nvPr>
        </p:nvSpPr>
        <p:spPr>
          <a:xfrm>
            <a:off x="305243" y="424034"/>
            <a:ext cx="9316278" cy="331926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 In one hour, a boat goes 11 km along the stream and 5 km against the stream . The speed of the boat in still water (in kmph) ?</a:t>
            </a:r>
          </a:p>
          <a:p>
            <a:pPr marL="0" indent="0" algn="just">
              <a:lnSpc>
                <a:spcPct val="150000"/>
              </a:lnSpc>
              <a:buNone/>
            </a:pPr>
            <a:r>
              <a:rPr lang="en-IN" sz="2300" b="1" dirty="0">
                <a:effectLst/>
                <a:latin typeface="Bookman Old Style" pitchFamily="18" charset="0"/>
                <a:cs typeface="Times New Roman" panose="02020603050405020304" pitchFamily="18" charset="0"/>
              </a:rPr>
              <a:t>  a. 3            b. 5          c. 8            d. 9</a:t>
            </a:r>
          </a:p>
        </p:txBody>
      </p:sp>
      <p:pic>
        <p:nvPicPr>
          <p:cNvPr id="2" name="Picture 1" descr="A yellow and blue sign with words">
            <a:extLst>
              <a:ext uri="{FF2B5EF4-FFF2-40B4-BE49-F238E27FC236}">
                <a16:creationId xmlns:a16="http://schemas.microsoft.com/office/drawing/2014/main" id="{AAFB8FA8-DBD9-495A-D3CC-10D4B4B59821}"/>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1246006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E144C-5F01-EF62-C9C7-477277A47638}"/>
              </a:ext>
            </a:extLst>
          </p:cNvPr>
          <p:cNvSpPr>
            <a:spLocks noGrp="1"/>
          </p:cNvSpPr>
          <p:nvPr>
            <p:ph idx="1"/>
          </p:nvPr>
        </p:nvSpPr>
        <p:spPr>
          <a:xfrm>
            <a:off x="405517" y="358378"/>
            <a:ext cx="9541123" cy="2599508"/>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 A boat running downstream  covers a distance of 16 km in 2 hours while for covering the same distance upstream, it takes 4 hours. What is the speed of the boat in still water ?</a:t>
            </a:r>
          </a:p>
          <a:p>
            <a:pPr marL="0" indent="0" algn="just">
              <a:lnSpc>
                <a:spcPct val="150000"/>
              </a:lnSpc>
              <a:buNone/>
            </a:pPr>
            <a:r>
              <a:rPr lang="en-IN" sz="2300" b="1" dirty="0">
                <a:effectLst/>
                <a:latin typeface="Bookman Old Style" pitchFamily="18" charset="0"/>
                <a:cs typeface="Times New Roman" panose="02020603050405020304" pitchFamily="18" charset="0"/>
              </a:rPr>
              <a:t>a. 4 kmph       b. 6 kmph       c. 8 kmph       d. none</a:t>
            </a:r>
          </a:p>
        </p:txBody>
      </p:sp>
      <p:pic>
        <p:nvPicPr>
          <p:cNvPr id="2" name="Picture 1" descr="A yellow and blue sign with words">
            <a:extLst>
              <a:ext uri="{FF2B5EF4-FFF2-40B4-BE49-F238E27FC236}">
                <a16:creationId xmlns:a16="http://schemas.microsoft.com/office/drawing/2014/main" id="{C2E24899-F83E-D03E-005F-39EB7CB3EC05}"/>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69275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F7275-821A-7B23-BE3E-B9410147340D}"/>
              </a:ext>
            </a:extLst>
          </p:cNvPr>
          <p:cNvSpPr>
            <a:spLocks noGrp="1"/>
          </p:cNvSpPr>
          <p:nvPr>
            <p:ph idx="1"/>
          </p:nvPr>
        </p:nvSpPr>
        <p:spPr>
          <a:xfrm>
            <a:off x="468091" y="233680"/>
            <a:ext cx="8970549" cy="48260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 A man’s speed with the current is 15 kmph and speed of the current is 2.5 kmph. The man’s speed against the current is:</a:t>
            </a:r>
          </a:p>
          <a:p>
            <a:pPr marL="457200" indent="-457200" algn="just">
              <a:lnSpc>
                <a:spcPct val="150000"/>
              </a:lnSpc>
              <a:buAutoNum type="alphaLcPeriod"/>
            </a:pPr>
            <a:r>
              <a:rPr lang="en-IN" sz="2300" b="1" dirty="0">
                <a:effectLst/>
                <a:latin typeface="Bookman Old Style" pitchFamily="18" charset="0"/>
                <a:cs typeface="Times New Roman" panose="02020603050405020304" pitchFamily="18" charset="0"/>
              </a:rPr>
              <a:t>8.5 kmph      </a:t>
            </a:r>
          </a:p>
          <a:p>
            <a:pPr marL="0" indent="0" algn="just">
              <a:lnSpc>
                <a:spcPct val="150000"/>
              </a:lnSpc>
              <a:buNone/>
            </a:pPr>
            <a:r>
              <a:rPr lang="en-IN" sz="2300" b="1" dirty="0">
                <a:effectLst/>
                <a:latin typeface="Bookman Old Style" pitchFamily="18" charset="0"/>
                <a:cs typeface="Times New Roman" panose="02020603050405020304" pitchFamily="18" charset="0"/>
              </a:rPr>
              <a:t> b. 9 kmph      </a:t>
            </a:r>
          </a:p>
          <a:p>
            <a:pPr marL="0" indent="0" algn="just">
              <a:lnSpc>
                <a:spcPct val="150000"/>
              </a:lnSpc>
              <a:buNone/>
            </a:pPr>
            <a:r>
              <a:rPr lang="en-IN" sz="2300" b="1" dirty="0">
                <a:effectLst/>
                <a:latin typeface="Bookman Old Style" pitchFamily="18" charset="0"/>
                <a:cs typeface="Times New Roman" panose="02020603050405020304" pitchFamily="18" charset="0"/>
              </a:rPr>
              <a:t> c. 10 kmph   </a:t>
            </a:r>
          </a:p>
          <a:p>
            <a:pPr marL="0" indent="0" algn="just">
              <a:lnSpc>
                <a:spcPct val="150000"/>
              </a:lnSpc>
              <a:buNone/>
            </a:pPr>
            <a:r>
              <a:rPr lang="en-IN" sz="2300" b="1" dirty="0">
                <a:effectLst/>
                <a:latin typeface="Bookman Old Style" pitchFamily="18" charset="0"/>
                <a:cs typeface="Times New Roman" panose="02020603050405020304" pitchFamily="18" charset="0"/>
              </a:rPr>
              <a:t>  d. 12.5 kmph</a:t>
            </a:r>
          </a:p>
        </p:txBody>
      </p:sp>
      <p:pic>
        <p:nvPicPr>
          <p:cNvPr id="2" name="Picture 1" descr="A yellow and blue sign with words">
            <a:extLst>
              <a:ext uri="{FF2B5EF4-FFF2-40B4-BE49-F238E27FC236}">
                <a16:creationId xmlns:a16="http://schemas.microsoft.com/office/drawing/2014/main" id="{6CAAAA2C-6A1D-E775-9BEF-5171D4270252}"/>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74503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CAEFC-D594-A38A-CE5E-25A0316665E1}"/>
              </a:ext>
            </a:extLst>
          </p:cNvPr>
          <p:cNvSpPr>
            <a:spLocks noGrp="1"/>
          </p:cNvSpPr>
          <p:nvPr>
            <p:ph idx="1"/>
          </p:nvPr>
        </p:nvSpPr>
        <p:spPr>
          <a:xfrm>
            <a:off x="287020" y="233680"/>
            <a:ext cx="9537591" cy="2709853"/>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4. A boat can travel with a speed of 13 kmph in still water. If the speed of the stream is 4 kmph, find the time taken by the boat to go 68 km down stream ?</a:t>
            </a:r>
          </a:p>
          <a:p>
            <a:pPr marL="0" indent="0" algn="just">
              <a:lnSpc>
                <a:spcPct val="150000"/>
              </a:lnSpc>
              <a:buNone/>
            </a:pPr>
            <a:r>
              <a:rPr lang="en-IN" sz="2300" b="1" dirty="0">
                <a:effectLst/>
                <a:latin typeface="Bookman Old Style" pitchFamily="18" charset="0"/>
                <a:cs typeface="Times New Roman" panose="02020603050405020304" pitchFamily="18" charset="0"/>
              </a:rPr>
              <a:t>a. 2 hours     b. 3 hours      c. 4 hours      d. 5 hours</a:t>
            </a:r>
          </a:p>
        </p:txBody>
      </p:sp>
      <p:pic>
        <p:nvPicPr>
          <p:cNvPr id="2" name="Picture 1" descr="A yellow and blue sign with words">
            <a:extLst>
              <a:ext uri="{FF2B5EF4-FFF2-40B4-BE49-F238E27FC236}">
                <a16:creationId xmlns:a16="http://schemas.microsoft.com/office/drawing/2014/main" id="{C5752BF0-7DF0-A987-7759-82EC218438D2}"/>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25933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237550-1DE1-9F96-6294-BBF931B4F42B}"/>
              </a:ext>
            </a:extLst>
          </p:cNvPr>
          <p:cNvSpPr>
            <a:spLocks noGrp="1"/>
          </p:cNvSpPr>
          <p:nvPr>
            <p:ph idx="1"/>
          </p:nvPr>
        </p:nvSpPr>
        <p:spPr>
          <a:xfrm>
            <a:off x="287020" y="307514"/>
            <a:ext cx="9533172" cy="292380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5. A man can row at 5 kmph in still water . If the velocity of current is 1 kmph and it takes him 1 hour to row to a place and come back, how far is the place ?</a:t>
            </a:r>
          </a:p>
          <a:p>
            <a:pPr marL="0" indent="0" algn="just">
              <a:lnSpc>
                <a:spcPct val="150000"/>
              </a:lnSpc>
              <a:buNone/>
            </a:pPr>
            <a:r>
              <a:rPr lang="en-IN" sz="2300" b="1" dirty="0">
                <a:effectLst/>
                <a:latin typeface="Bookman Old Style" pitchFamily="18" charset="0"/>
                <a:cs typeface="Times New Roman" panose="02020603050405020304" pitchFamily="18" charset="0"/>
              </a:rPr>
              <a:t>a. 2.4 km      b. 2.5 km       c. 3 km        d. 3.6 km</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94E555A-3CE2-861B-246F-BFA5A8B876AE}"/>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231654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E6109-DE52-D3E6-2B6D-0F9DD5E9BD64}"/>
              </a:ext>
            </a:extLst>
          </p:cNvPr>
          <p:cNvSpPr>
            <a:spLocks noGrp="1"/>
          </p:cNvSpPr>
          <p:nvPr>
            <p:ph idx="1"/>
          </p:nvPr>
        </p:nvSpPr>
        <p:spPr>
          <a:xfrm>
            <a:off x="287020" y="377637"/>
            <a:ext cx="9295516" cy="2617845"/>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6. A motorboat whose speed is 15 kmph in still water goes 30 km downstream and comes back in a total of 4 hours 30 minutes. The speed of the stream (in kmph) is:</a:t>
            </a:r>
          </a:p>
          <a:p>
            <a:pPr marL="0" indent="0" algn="just">
              <a:lnSpc>
                <a:spcPct val="150000"/>
              </a:lnSpc>
              <a:buNone/>
            </a:pPr>
            <a:r>
              <a:rPr lang="en-IN" sz="2300" b="1" dirty="0">
                <a:effectLst/>
                <a:latin typeface="Bookman Old Style" pitchFamily="18" charset="0"/>
                <a:cs typeface="Times New Roman" panose="02020603050405020304" pitchFamily="18" charset="0"/>
              </a:rPr>
              <a:t>a. 4            b. 5        c. 6       d. 10</a:t>
            </a:r>
          </a:p>
        </p:txBody>
      </p:sp>
      <p:pic>
        <p:nvPicPr>
          <p:cNvPr id="2" name="Picture 1" descr="A yellow and blue sign with words">
            <a:extLst>
              <a:ext uri="{FF2B5EF4-FFF2-40B4-BE49-F238E27FC236}">
                <a16:creationId xmlns:a16="http://schemas.microsoft.com/office/drawing/2014/main" id="{650CDCE8-7750-B1D2-5435-2EF42B4E9FC6}"/>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47164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435682-F3C7-456E-8725-FBF18D75BED0}"/>
              </a:ext>
            </a:extLst>
          </p:cNvPr>
          <p:cNvSpPr>
            <a:spLocks noGrp="1"/>
          </p:cNvSpPr>
          <p:nvPr>
            <p:ph idx="1"/>
          </p:nvPr>
        </p:nvSpPr>
        <p:spPr>
          <a:xfrm>
            <a:off x="287020" y="367779"/>
            <a:ext cx="9558793" cy="2637561"/>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7. The speed of the boat in still water is 10 kmph. If it can travel 26 km Down stream and 14 km upstream in the same time . The speed of the stream (in kmph) is:</a:t>
            </a:r>
          </a:p>
          <a:p>
            <a:pPr marL="0" indent="0" algn="just">
              <a:lnSpc>
                <a:spcPct val="150000"/>
              </a:lnSpc>
              <a:buNone/>
            </a:pPr>
            <a:r>
              <a:rPr lang="en-IN" sz="2300" b="1" dirty="0">
                <a:effectLst/>
                <a:latin typeface="Bookman Old Style" pitchFamily="18" charset="0"/>
                <a:cs typeface="Times New Roman" panose="02020603050405020304" pitchFamily="18" charset="0"/>
              </a:rPr>
              <a:t>a.2          b. 2.5         c. 4          d.3</a:t>
            </a:r>
          </a:p>
        </p:txBody>
      </p:sp>
      <p:pic>
        <p:nvPicPr>
          <p:cNvPr id="2" name="Picture 1" descr="A yellow and blue sign with words">
            <a:extLst>
              <a:ext uri="{FF2B5EF4-FFF2-40B4-BE49-F238E27FC236}">
                <a16:creationId xmlns:a16="http://schemas.microsoft.com/office/drawing/2014/main" id="{09D9D746-DB21-4352-749C-CDDD50A651B7}"/>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406206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232249-F00A-336E-BF6A-27A16CE2F241}"/>
              </a:ext>
            </a:extLst>
          </p:cNvPr>
          <p:cNvSpPr>
            <a:spLocks noGrp="1"/>
          </p:cNvSpPr>
          <p:nvPr>
            <p:ph idx="1"/>
          </p:nvPr>
        </p:nvSpPr>
        <p:spPr>
          <a:xfrm>
            <a:off x="463385" y="233680"/>
            <a:ext cx="9473096" cy="374522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8. The time taken by boat to travel a distance downstream is half the time taken by it to travel the same distance upstream. What is the speed of the boat downstream if it travel 7.5 km upstream in 1 hour 30 minutes? (in </a:t>
            </a:r>
            <a:r>
              <a:rPr lang="en-IN" sz="2300" b="1" dirty="0" err="1">
                <a:effectLst/>
                <a:latin typeface="Bookman Old Style" pitchFamily="18" charset="0"/>
                <a:cs typeface="Times New Roman" panose="02020603050405020304" pitchFamily="18" charset="0"/>
              </a:rPr>
              <a:t>kmph</a:t>
            </a:r>
            <a:r>
              <a:rPr lang="en-IN" sz="2300" b="1" dirty="0">
                <a:effectLst/>
                <a:latin typeface="Bookman Old Style" pitchFamily="18" charset="0"/>
                <a:cs typeface="Times New Roman" panose="02020603050405020304" pitchFamily="18" charset="0"/>
              </a:rPr>
              <a:t>)</a:t>
            </a:r>
          </a:p>
          <a:p>
            <a:pPr marL="0" indent="0" algn="just">
              <a:lnSpc>
                <a:spcPct val="150000"/>
              </a:lnSpc>
              <a:buNone/>
            </a:pPr>
            <a:r>
              <a:rPr lang="en-IN" sz="2300" b="1" dirty="0">
                <a:effectLst/>
                <a:latin typeface="Bookman Old Style" pitchFamily="18" charset="0"/>
                <a:cs typeface="Times New Roman" panose="02020603050405020304" pitchFamily="18" charset="0"/>
              </a:rPr>
              <a:t>a.7.5               b.5                  c.9                d.10</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F2FCCC00-2283-03C3-765C-A95E751B3074}"/>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366335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0DC40-B0EA-D63B-E4B6-70164DE9D2E3}"/>
              </a:ext>
            </a:extLst>
          </p:cNvPr>
          <p:cNvSpPr>
            <a:spLocks noGrp="1"/>
          </p:cNvSpPr>
          <p:nvPr>
            <p:ph idx="1"/>
          </p:nvPr>
        </p:nvSpPr>
        <p:spPr>
          <a:xfrm>
            <a:off x="1515607" y="1686560"/>
            <a:ext cx="8116073" cy="1796878"/>
          </a:xfrm>
        </p:spPr>
        <p:txBody>
          <a:bodyPr>
            <a:normAutofit/>
          </a:bodyPr>
          <a:lstStyle/>
          <a:p>
            <a:pPr marL="0" indent="0">
              <a:buNone/>
            </a:pPr>
            <a:endParaRPr lang="en-IN" sz="3000" b="1" dirty="0">
              <a:effectLst/>
              <a:latin typeface="Bookman Old Style" pitchFamily="18" charset="0"/>
              <a:cs typeface="Times New Roman" panose="02020603050405020304" pitchFamily="18" charset="0"/>
            </a:endParaRPr>
          </a:p>
          <a:p>
            <a:pPr marL="0" indent="0">
              <a:buNone/>
            </a:pPr>
            <a:r>
              <a:rPr lang="en-IN" sz="3000" b="1" dirty="0">
                <a:effectLst/>
                <a:latin typeface="Bookman Old Style" pitchFamily="18" charset="0"/>
                <a:cs typeface="Times New Roman" panose="02020603050405020304" pitchFamily="18" charset="0"/>
              </a:rPr>
              <a:t>               </a:t>
            </a:r>
            <a:r>
              <a:rPr lang="en-IN" sz="3000" b="1" i="1" dirty="0">
                <a:effectLst/>
                <a:latin typeface="Bookman Old Style" pitchFamily="18" charset="0"/>
                <a:cs typeface="Times New Roman" panose="02020603050405020304" pitchFamily="18" charset="0"/>
              </a:rPr>
              <a:t>Races and Games</a:t>
            </a:r>
          </a:p>
        </p:txBody>
      </p:sp>
      <p:pic>
        <p:nvPicPr>
          <p:cNvPr id="2" name="Picture 1" descr="A yellow and blue sign with words">
            <a:extLst>
              <a:ext uri="{FF2B5EF4-FFF2-40B4-BE49-F238E27FC236}">
                <a16:creationId xmlns:a16="http://schemas.microsoft.com/office/drawing/2014/main" id="{6878C5CC-65F1-2B91-FECC-F1DFFBDA53C0}"/>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1105230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DD3FD-F0EB-8CF6-8476-A685D9C43EF1}"/>
              </a:ext>
            </a:extLst>
          </p:cNvPr>
          <p:cNvSpPr>
            <a:spLocks noGrp="1"/>
          </p:cNvSpPr>
          <p:nvPr>
            <p:ph idx="1"/>
          </p:nvPr>
        </p:nvSpPr>
        <p:spPr>
          <a:xfrm>
            <a:off x="214685" y="465882"/>
            <a:ext cx="9823395" cy="2929325"/>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1.In a 50 m race , A can give a start of 5 m to B and a start of 14 m to C. In the same race, how much start can B give to C ?</a:t>
            </a:r>
          </a:p>
          <a:p>
            <a:pPr marL="0" indent="0" algn="just">
              <a:lnSpc>
                <a:spcPct val="150000"/>
              </a:lnSpc>
              <a:buNone/>
            </a:pPr>
            <a:r>
              <a:rPr lang="en-IN" sz="2300" b="1" dirty="0">
                <a:effectLst/>
                <a:latin typeface="Bookman Old Style" pitchFamily="18" charset="0"/>
                <a:cs typeface="Times New Roman" panose="02020603050405020304" pitchFamily="18" charset="0"/>
              </a:rPr>
              <a:t>a. 9 m       b. 5 m      c.15 m      d.10 m</a:t>
            </a:r>
          </a:p>
        </p:txBody>
      </p:sp>
      <p:pic>
        <p:nvPicPr>
          <p:cNvPr id="2" name="Picture 1" descr="A yellow and blue sign with words">
            <a:extLst>
              <a:ext uri="{FF2B5EF4-FFF2-40B4-BE49-F238E27FC236}">
                <a16:creationId xmlns:a16="http://schemas.microsoft.com/office/drawing/2014/main" id="{F61DA9EE-97B6-B07B-B160-B7E164BFD8B7}"/>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921741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EDC61-D907-181C-909A-F0EF15A8407C}"/>
              </a:ext>
            </a:extLst>
          </p:cNvPr>
          <p:cNvSpPr>
            <a:spLocks noGrp="1"/>
          </p:cNvSpPr>
          <p:nvPr>
            <p:ph idx="1"/>
          </p:nvPr>
        </p:nvSpPr>
        <p:spPr>
          <a:xfrm>
            <a:off x="238539" y="409492"/>
            <a:ext cx="9311861" cy="238863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 In 100 m race ,A can beat B by 25 m and B can beat C by 4 m. In the same race , A can beat C by:</a:t>
            </a:r>
          </a:p>
          <a:p>
            <a:pPr marL="0" indent="0" algn="just">
              <a:lnSpc>
                <a:spcPct val="150000"/>
              </a:lnSpc>
              <a:buNone/>
            </a:pPr>
            <a:r>
              <a:rPr lang="en-IN" sz="2300" b="1" dirty="0">
                <a:effectLst/>
                <a:latin typeface="Bookman Old Style" pitchFamily="18" charset="0"/>
                <a:cs typeface="Times New Roman" panose="02020603050405020304" pitchFamily="18" charset="0"/>
              </a:rPr>
              <a:t>a.28 m       b.30 m      c. 24 m     d. 32 m</a:t>
            </a:r>
          </a:p>
        </p:txBody>
      </p:sp>
      <p:pic>
        <p:nvPicPr>
          <p:cNvPr id="2" name="Picture 1" descr="A yellow and blue sign with words">
            <a:extLst>
              <a:ext uri="{FF2B5EF4-FFF2-40B4-BE49-F238E27FC236}">
                <a16:creationId xmlns:a16="http://schemas.microsoft.com/office/drawing/2014/main" id="{D61C3D2A-6F1A-312A-A1E8-207B015AD1FB}"/>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188229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B0B71-DE53-634B-274E-6F27A9B49692}"/>
              </a:ext>
            </a:extLst>
          </p:cNvPr>
          <p:cNvSpPr>
            <a:spLocks noGrp="1"/>
          </p:cNvSpPr>
          <p:nvPr>
            <p:ph idx="1"/>
          </p:nvPr>
        </p:nvSpPr>
        <p:spPr>
          <a:xfrm>
            <a:off x="206733" y="467911"/>
            <a:ext cx="9617987" cy="2211354"/>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 In 100 m race A beats B by 10 m and C by 13 m. In a race of 180 m,  B will beat C by :</a:t>
            </a:r>
          </a:p>
          <a:p>
            <a:pPr marL="0" indent="0" algn="just">
              <a:lnSpc>
                <a:spcPct val="150000"/>
              </a:lnSpc>
              <a:buNone/>
            </a:pPr>
            <a:r>
              <a:rPr lang="en-IN" sz="2300" b="1" dirty="0">
                <a:effectLst/>
                <a:latin typeface="Bookman Old Style" pitchFamily="18" charset="0"/>
                <a:cs typeface="Times New Roman" panose="02020603050405020304" pitchFamily="18" charset="0"/>
              </a:rPr>
              <a:t>a.10 m      b. 12 m      c. 6 m      d.8 m</a:t>
            </a:r>
          </a:p>
        </p:txBody>
      </p:sp>
      <p:pic>
        <p:nvPicPr>
          <p:cNvPr id="2" name="Picture 1" descr="A yellow and blue sign with words">
            <a:extLst>
              <a:ext uri="{FF2B5EF4-FFF2-40B4-BE49-F238E27FC236}">
                <a16:creationId xmlns:a16="http://schemas.microsoft.com/office/drawing/2014/main" id="{FB250453-63A9-D96E-AE15-F8511EC9BF71}"/>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1343770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8E209-D197-54D2-FA90-614220DCAA3C}"/>
              </a:ext>
            </a:extLst>
          </p:cNvPr>
          <p:cNvSpPr>
            <a:spLocks noGrp="1"/>
          </p:cNvSpPr>
          <p:nvPr>
            <p:ph idx="1"/>
          </p:nvPr>
        </p:nvSpPr>
        <p:spPr>
          <a:xfrm>
            <a:off x="246490" y="363570"/>
            <a:ext cx="9649350" cy="2640563"/>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4. In a 200 m race A betas B by 35 m or 7 seconds. A’s time over the course is:</a:t>
            </a:r>
          </a:p>
          <a:p>
            <a:pPr marL="0" indent="0" algn="just">
              <a:lnSpc>
                <a:spcPct val="150000"/>
              </a:lnSpc>
              <a:buNone/>
            </a:pPr>
            <a:r>
              <a:rPr lang="en-IN" sz="2300" b="1" dirty="0">
                <a:effectLst/>
                <a:latin typeface="Bookman Old Style" pitchFamily="18" charset="0"/>
                <a:cs typeface="Times New Roman" panose="02020603050405020304" pitchFamily="18" charset="0"/>
              </a:rPr>
              <a:t>a. 40 sec        b. 47 sec       c. 33 sec     d. 35 sec</a:t>
            </a:r>
          </a:p>
        </p:txBody>
      </p:sp>
      <p:pic>
        <p:nvPicPr>
          <p:cNvPr id="2" name="Picture 1" descr="A yellow and blue sign with words">
            <a:extLst>
              <a:ext uri="{FF2B5EF4-FFF2-40B4-BE49-F238E27FC236}">
                <a16:creationId xmlns:a16="http://schemas.microsoft.com/office/drawing/2014/main" id="{FA1779C0-5B15-5BA4-1C1A-47FC3FEDAE0F}"/>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758500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6F231C-6208-F025-E6AF-A625BE35EB83}"/>
              </a:ext>
            </a:extLst>
          </p:cNvPr>
          <p:cNvSpPr>
            <a:spLocks noGrp="1"/>
          </p:cNvSpPr>
          <p:nvPr>
            <p:ph idx="1"/>
          </p:nvPr>
        </p:nvSpPr>
        <p:spPr>
          <a:xfrm>
            <a:off x="467207" y="452415"/>
            <a:ext cx="9718413" cy="2743199"/>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5. In a 300 m race, A beats B by 22.5 m or 6 seconds. B’s time over the course is :</a:t>
            </a:r>
          </a:p>
          <a:p>
            <a:pPr marL="0" indent="0" algn="just">
              <a:lnSpc>
                <a:spcPct val="150000"/>
              </a:lnSpc>
              <a:buNone/>
            </a:pPr>
            <a:r>
              <a:rPr lang="en-IN" sz="2300" b="1" dirty="0">
                <a:effectLst/>
                <a:latin typeface="Bookman Old Style" pitchFamily="18" charset="0"/>
                <a:cs typeface="Times New Roman" panose="02020603050405020304" pitchFamily="18" charset="0"/>
              </a:rPr>
              <a:t>a.74 sec        b. 80 sec       c. 86 sec     d. 70 sec</a:t>
            </a:r>
          </a:p>
        </p:txBody>
      </p:sp>
      <p:pic>
        <p:nvPicPr>
          <p:cNvPr id="2" name="Picture 1" descr="A yellow and blue sign with words">
            <a:extLst>
              <a:ext uri="{FF2B5EF4-FFF2-40B4-BE49-F238E27FC236}">
                <a16:creationId xmlns:a16="http://schemas.microsoft.com/office/drawing/2014/main" id="{09FF388E-62DB-F2EC-96BF-0037D87F8159}"/>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653190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250224" y="419999"/>
            <a:ext cx="9584656" cy="298579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6. A can run 1 km in 3 minutes 10 seconds and B cover the same distance in 3 minutes 20 seconds. By what distance can A beat B ?</a:t>
            </a:r>
          </a:p>
          <a:p>
            <a:pPr marL="0" indent="0" algn="just">
              <a:lnSpc>
                <a:spcPct val="150000"/>
              </a:lnSpc>
              <a:buNone/>
            </a:pPr>
            <a:r>
              <a:rPr lang="en-IN" sz="2300" b="1" dirty="0">
                <a:effectLst/>
                <a:latin typeface="Bookman Old Style" pitchFamily="18" charset="0"/>
                <a:cs typeface="Times New Roman" panose="02020603050405020304" pitchFamily="18" charset="0"/>
              </a:rPr>
              <a:t>a.40 m      b. 30 m     c. 50 m     d. 60 m</a:t>
            </a: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DD49443E-409C-DACA-8ECD-2BE4738F3422}"/>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3695859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703F4-1813-892A-D70C-11718D503101}"/>
              </a:ext>
            </a:extLst>
          </p:cNvPr>
          <p:cNvSpPr>
            <a:spLocks noGrp="1"/>
          </p:cNvSpPr>
          <p:nvPr>
            <p:ph idx="1"/>
          </p:nvPr>
        </p:nvSpPr>
        <p:spPr>
          <a:xfrm>
            <a:off x="235051" y="465558"/>
            <a:ext cx="9853829" cy="268721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7. In a 100 m race , A covers the distance in 36 seconds and B covers in 45 seconds. In this race A beats B by ?</a:t>
            </a:r>
          </a:p>
          <a:p>
            <a:pPr marL="0" indent="0" algn="just">
              <a:lnSpc>
                <a:spcPct val="150000"/>
              </a:lnSpc>
              <a:buNone/>
            </a:pPr>
            <a:r>
              <a:rPr lang="en-IN" sz="2300" b="1" dirty="0">
                <a:effectLst/>
                <a:latin typeface="Bookman Old Style" pitchFamily="18" charset="0"/>
                <a:cs typeface="Times New Roman" panose="02020603050405020304" pitchFamily="18" charset="0"/>
              </a:rPr>
              <a:t>a.20 m      b. 10 m      c. 40 m      d. 50 m</a:t>
            </a:r>
          </a:p>
        </p:txBody>
      </p:sp>
      <p:pic>
        <p:nvPicPr>
          <p:cNvPr id="2" name="Picture 1" descr="A yellow and blue sign with words">
            <a:extLst>
              <a:ext uri="{FF2B5EF4-FFF2-40B4-BE49-F238E27FC236}">
                <a16:creationId xmlns:a16="http://schemas.microsoft.com/office/drawing/2014/main" id="{66222A7D-9867-31F0-E379-95409741EFC2}"/>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026968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31A27-11BB-3D0C-6631-5379D78E199B}"/>
              </a:ext>
            </a:extLst>
          </p:cNvPr>
          <p:cNvSpPr>
            <a:spLocks noGrp="1"/>
          </p:cNvSpPr>
          <p:nvPr>
            <p:ph idx="1"/>
          </p:nvPr>
        </p:nvSpPr>
        <p:spPr>
          <a:xfrm>
            <a:off x="278213" y="366328"/>
            <a:ext cx="9942747" cy="569919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8. In a circular race of 1200 m, A and B starts from the same point and at the same time with speed of 7.5 mps and 12.5 mps. Find when will they meet again for the first time on the track when</a:t>
            </a:r>
          </a:p>
          <a:p>
            <a:pPr marL="0" indent="0" algn="just">
              <a:lnSpc>
                <a:spcPct val="150000"/>
              </a:lnSpc>
              <a:buNone/>
            </a:pPr>
            <a:r>
              <a:rPr lang="en-IN" sz="2300" b="1" dirty="0">
                <a:effectLst/>
                <a:latin typeface="Bookman Old Style" pitchFamily="18" charset="0"/>
                <a:cs typeface="Times New Roman" panose="02020603050405020304" pitchFamily="18" charset="0"/>
              </a:rPr>
              <a:t>(i) They are running in the same direction</a:t>
            </a:r>
          </a:p>
          <a:p>
            <a:pPr marL="0" indent="0" algn="just">
              <a:lnSpc>
                <a:spcPct val="150000"/>
              </a:lnSpc>
              <a:buNone/>
            </a:pPr>
            <a:r>
              <a:rPr lang="en-IN" sz="2300" b="1" dirty="0">
                <a:effectLst/>
                <a:latin typeface="Bookman Old Style" pitchFamily="18" charset="0"/>
                <a:cs typeface="Times New Roman" panose="02020603050405020304" pitchFamily="18" charset="0"/>
              </a:rPr>
              <a:t>   a.240 sec       b. 200 sec        c. 220sec       d. none</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r>
              <a:rPr lang="en-IN" sz="2300" b="1" dirty="0">
                <a:effectLst/>
                <a:latin typeface="Bookman Old Style" pitchFamily="18" charset="0"/>
                <a:cs typeface="Times New Roman" panose="02020603050405020304" pitchFamily="18" charset="0"/>
              </a:rPr>
              <a:t>(ii) They are running in the opposite direction</a:t>
            </a:r>
          </a:p>
          <a:p>
            <a:pPr marL="0" indent="0" algn="just">
              <a:lnSpc>
                <a:spcPct val="150000"/>
              </a:lnSpc>
              <a:buNone/>
            </a:pPr>
            <a:r>
              <a:rPr lang="en-IN" sz="2300" b="1" dirty="0">
                <a:effectLst/>
                <a:latin typeface="Bookman Old Style" pitchFamily="18" charset="0"/>
                <a:cs typeface="Times New Roman" panose="02020603050405020304" pitchFamily="18" charset="0"/>
              </a:rPr>
              <a:t>     a. 60 sec       b. 90 sec      c. 80 sec     d. none</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8A92184-9B0A-BD70-EE0A-FE300313E55E}"/>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957383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F843A-ACC6-4F63-ED60-590DDF5B439D}"/>
              </a:ext>
            </a:extLst>
          </p:cNvPr>
          <p:cNvSpPr>
            <a:spLocks noGrp="1"/>
          </p:cNvSpPr>
          <p:nvPr>
            <p:ph idx="1"/>
          </p:nvPr>
        </p:nvSpPr>
        <p:spPr>
          <a:xfrm>
            <a:off x="322515" y="450629"/>
            <a:ext cx="9177085" cy="378741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9. In a circular race of 120 m length, A and B start with speeds of 12 m/min and 20 m/min starting at the same time from the same point . When will they meet for the first time at the starting point when running in the same direction and opposite direction (minutes)?</a:t>
            </a:r>
          </a:p>
          <a:p>
            <a:pPr marL="0" indent="0" algn="just">
              <a:lnSpc>
                <a:spcPct val="150000"/>
              </a:lnSpc>
              <a:buNone/>
            </a:pPr>
            <a:r>
              <a:rPr lang="en-IN" sz="2300" b="1" dirty="0">
                <a:effectLst/>
                <a:latin typeface="Bookman Old Style" pitchFamily="18" charset="0"/>
                <a:cs typeface="Times New Roman" panose="02020603050405020304" pitchFamily="18" charset="0"/>
              </a:rPr>
              <a:t> a. 20,20        b. 25,20       c.30,30      d. 30,25</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FDFE649-54BD-1A69-945F-2780C64D39C8}"/>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146524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A4833D-A393-F722-CAA9-C34A2200418A}"/>
              </a:ext>
            </a:extLst>
          </p:cNvPr>
          <p:cNvSpPr>
            <a:spLocks noGrp="1"/>
          </p:cNvSpPr>
          <p:nvPr>
            <p:ph idx="1"/>
          </p:nvPr>
        </p:nvSpPr>
        <p:spPr>
          <a:xfrm>
            <a:off x="318051" y="408843"/>
            <a:ext cx="9608269" cy="5605877"/>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10. Neeraj, Manoj and Geetha start running around a circular stadium and complete one round in 10 seconds, 6 seconds and 14 seconds respectively. In how much time will they meet again at the starting point ?</a:t>
            </a:r>
          </a:p>
          <a:p>
            <a:pPr marL="0" indent="0" algn="just">
              <a:lnSpc>
                <a:spcPct val="150000"/>
              </a:lnSpc>
              <a:buNone/>
            </a:pPr>
            <a:r>
              <a:rPr lang="en-IN" sz="2300" b="1" dirty="0">
                <a:effectLst/>
                <a:latin typeface="Bookman Old Style" pitchFamily="18" charset="0"/>
                <a:cs typeface="Times New Roman" panose="02020603050405020304" pitchFamily="18" charset="0"/>
              </a:rPr>
              <a:t>a.3 minutes 30 seconds</a:t>
            </a:r>
          </a:p>
          <a:p>
            <a:pPr marL="0" indent="0" algn="just">
              <a:lnSpc>
                <a:spcPct val="150000"/>
              </a:lnSpc>
              <a:buNone/>
            </a:pPr>
            <a:r>
              <a:rPr lang="en-IN" sz="2300" b="1" dirty="0">
                <a:effectLst/>
                <a:latin typeface="Bookman Old Style" pitchFamily="18" charset="0"/>
                <a:cs typeface="Times New Roman" panose="02020603050405020304" pitchFamily="18" charset="0"/>
              </a:rPr>
              <a:t>b. 2 minutes 28 seconds</a:t>
            </a:r>
          </a:p>
          <a:p>
            <a:pPr marL="0" indent="0" algn="just">
              <a:lnSpc>
                <a:spcPct val="150000"/>
              </a:lnSpc>
              <a:buNone/>
            </a:pPr>
            <a:r>
              <a:rPr lang="en-IN" sz="2300" b="1" dirty="0">
                <a:effectLst/>
                <a:latin typeface="Bookman Old Style" pitchFamily="18" charset="0"/>
                <a:cs typeface="Times New Roman" panose="02020603050405020304" pitchFamily="18" charset="0"/>
              </a:rPr>
              <a:t>c.4 minutes 45 seconds</a:t>
            </a:r>
          </a:p>
          <a:p>
            <a:pPr marL="0" indent="0" algn="just">
              <a:lnSpc>
                <a:spcPct val="150000"/>
              </a:lnSpc>
              <a:buNone/>
            </a:pPr>
            <a:r>
              <a:rPr lang="en-IN" sz="2300" b="1" dirty="0">
                <a:effectLst/>
                <a:latin typeface="Bookman Old Style" pitchFamily="18" charset="0"/>
                <a:cs typeface="Times New Roman" panose="02020603050405020304" pitchFamily="18" charset="0"/>
              </a:rPr>
              <a:t>d. 1 minute 40 seconds</a:t>
            </a:r>
          </a:p>
          <a:p>
            <a:pPr marL="514350" indent="-514350" algn="just">
              <a:lnSpc>
                <a:spcPct val="150000"/>
              </a:lnSpc>
              <a:buAutoNum type="alphaLcPeriod"/>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FB4454A5-1928-A98F-8AA8-44E6275D399E}"/>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1414182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CB2731-D2D5-7C95-FAB3-D88A823FF975}"/>
              </a:ext>
            </a:extLst>
          </p:cNvPr>
          <p:cNvSpPr>
            <a:spLocks noGrp="1"/>
          </p:cNvSpPr>
          <p:nvPr>
            <p:ph idx="1"/>
          </p:nvPr>
        </p:nvSpPr>
        <p:spPr>
          <a:xfrm>
            <a:off x="596347" y="836875"/>
            <a:ext cx="6050944" cy="2852530"/>
          </a:xfrm>
        </p:spPr>
        <p:txBody>
          <a:bodyPr>
            <a:normAutofit fontScale="85000" lnSpcReduction="10000"/>
          </a:bodyPr>
          <a:lstStyle/>
          <a:p>
            <a:pPr marL="0" indent="0" algn="just">
              <a:lnSpc>
                <a:spcPct val="150000"/>
              </a:lnSpc>
              <a:buNone/>
            </a:pPr>
            <a:endParaRPr lang="en-IN" sz="4000" dirty="0">
              <a:effectLst>
                <a:outerShdw blurRad="38100" dist="38100" dir="2700000" algn="tl">
                  <a:srgbClr val="000000">
                    <a:alpha val="43137"/>
                  </a:srgbClr>
                </a:outerShdw>
              </a:effectLst>
              <a:latin typeface="Bookman Old Style" pitchFamily="18" charset="0"/>
            </a:endParaRPr>
          </a:p>
          <a:p>
            <a:pPr marL="0" indent="0" algn="just">
              <a:lnSpc>
                <a:spcPct val="150000"/>
              </a:lnSpc>
              <a:buNone/>
            </a:pPr>
            <a:endParaRPr lang="en-IN" sz="4000" b="1" i="1" dirty="0">
              <a:effectLst>
                <a:outerShdw blurRad="38100" dist="38100" dir="2700000" algn="tl">
                  <a:srgbClr val="000000">
                    <a:alpha val="43137"/>
                  </a:srgbClr>
                </a:outerShdw>
              </a:effectLst>
              <a:latin typeface="Bookman Old Style" pitchFamily="18" charset="0"/>
            </a:endParaRPr>
          </a:p>
          <a:p>
            <a:pPr marL="0" indent="0" algn="just">
              <a:lnSpc>
                <a:spcPct val="150000"/>
              </a:lnSpc>
              <a:buNone/>
            </a:pPr>
            <a:r>
              <a:rPr lang="en-IN" sz="4000" b="1" i="1" dirty="0">
                <a:effectLst>
                  <a:outerShdw blurRad="38100" dist="38100" dir="2700000" algn="tl">
                    <a:srgbClr val="000000">
                      <a:alpha val="43137"/>
                    </a:srgbClr>
                  </a:outerShdw>
                </a:effectLst>
                <a:latin typeface="Bookman Old Style" pitchFamily="18" charset="0"/>
              </a:rPr>
              <a:t>                         THE END</a:t>
            </a:r>
          </a:p>
          <a:p>
            <a:pPr marL="0" indent="0" algn="just">
              <a:lnSpc>
                <a:spcPct val="150000"/>
              </a:lnSpc>
              <a:buNone/>
            </a:pPr>
            <a:endParaRPr lang="en-IN" sz="4000" b="1" i="1" dirty="0">
              <a:effectLst>
                <a:outerShdw blurRad="38100" dist="38100" dir="2700000" algn="tl">
                  <a:srgbClr val="000000">
                    <a:alpha val="43137"/>
                  </a:srgbClr>
                </a:outerShdw>
              </a:effectLst>
              <a:latin typeface="Bookman Old Style" pitchFamily="18" charset="0"/>
            </a:endParaRPr>
          </a:p>
          <a:p>
            <a:pPr marL="0" indent="0" algn="just">
              <a:lnSpc>
                <a:spcPct val="150000"/>
              </a:lnSpc>
              <a:buNone/>
            </a:pPr>
            <a:endParaRPr lang="en-IN" sz="4000" b="1" i="1" dirty="0">
              <a:effectLst>
                <a:outerShdw blurRad="38100" dist="38100" dir="2700000" algn="tl">
                  <a:srgbClr val="000000">
                    <a:alpha val="43137"/>
                  </a:srgbClr>
                </a:outerShdw>
              </a:effectLst>
              <a:latin typeface="Bookman Old Style" pitchFamily="18" charset="0"/>
            </a:endParaRPr>
          </a:p>
          <a:p>
            <a:pPr marL="0" indent="0" algn="just">
              <a:lnSpc>
                <a:spcPct val="150000"/>
              </a:lnSpc>
              <a:buNone/>
            </a:pPr>
            <a:endParaRPr lang="en-IN" sz="4000" b="1" i="1" dirty="0">
              <a:effectLst>
                <a:outerShdw blurRad="38100" dist="38100" dir="2700000" algn="tl">
                  <a:srgbClr val="000000">
                    <a:alpha val="43137"/>
                  </a:srgbClr>
                </a:outerShdw>
              </a:effectLst>
              <a:latin typeface="Bookman Old Style" pitchFamily="18" charset="0"/>
            </a:endParaRPr>
          </a:p>
          <a:p>
            <a:pPr marL="0" indent="0" algn="just">
              <a:lnSpc>
                <a:spcPct val="150000"/>
              </a:lnSpc>
              <a:buNone/>
            </a:pPr>
            <a:endParaRPr lang="en-IN" sz="4000" dirty="0">
              <a:effectLst>
                <a:outerShdw blurRad="38100" dist="38100" dir="2700000" algn="tl">
                  <a:srgbClr val="000000">
                    <a:alpha val="43137"/>
                  </a:srgbClr>
                </a:outerShdw>
              </a:effectLst>
              <a:latin typeface="Bookman Old Style" pitchFamily="18" charset="0"/>
            </a:endParaRPr>
          </a:p>
        </p:txBody>
      </p:sp>
      <p:pic>
        <p:nvPicPr>
          <p:cNvPr id="2" name="Picture 1" descr="A yellow and blue sign with words">
            <a:extLst>
              <a:ext uri="{FF2B5EF4-FFF2-40B4-BE49-F238E27FC236}">
                <a16:creationId xmlns:a16="http://schemas.microsoft.com/office/drawing/2014/main" id="{4E25C211-B260-4B8F-0044-988F6274F8CE}"/>
              </a:ext>
            </a:extLst>
          </p:cNvPr>
          <p:cNvPicPr>
            <a:picLocks noChangeAspect="1"/>
          </p:cNvPicPr>
          <p:nvPr/>
        </p:nvPicPr>
        <p:blipFill>
          <a:blip r:embed="rId2"/>
          <a:stretch>
            <a:fillRect/>
          </a:stretch>
        </p:blipFill>
        <p:spPr>
          <a:xfrm>
            <a:off x="10223500" y="233680"/>
            <a:ext cx="1681480" cy="1452880"/>
          </a:xfrm>
          <a:prstGeom prst="rect">
            <a:avLst/>
          </a:prstGeom>
        </p:spPr>
      </p:pic>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748</TotalTime>
  <Words>1004</Words>
  <Application>Microsoft Office PowerPoint</Application>
  <PresentationFormat>Widescreen</PresentationFormat>
  <Paragraphs>54</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Bookman Old Style</vt:lpstr>
      <vt:lpstr>Rockwell</vt:lpstr>
      <vt:lpstr>Damask</vt:lpstr>
      <vt:lpstr>        Boats &amp; Streams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119</cp:revision>
  <dcterms:created xsi:type="dcterms:W3CDTF">2022-11-22T09:07:37Z</dcterms:created>
  <dcterms:modified xsi:type="dcterms:W3CDTF">2026-05-31T06:53:08Z</dcterms:modified>
</cp:coreProperties>
</file>