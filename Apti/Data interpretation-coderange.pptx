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</p:sldMasterIdLst>
  <p:sldIdLst>
    <p:sldId id="257" r:id="rId2"/>
    <p:sldId id="437" r:id="rId3"/>
    <p:sldId id="438" r:id="rId4"/>
    <p:sldId id="439" r:id="rId5"/>
    <p:sldId id="440" r:id="rId6"/>
    <p:sldId id="441" r:id="rId7"/>
    <p:sldId id="442" r:id="rId8"/>
    <p:sldId id="443" r:id="rId9"/>
    <p:sldId id="444" r:id="rId10"/>
    <p:sldId id="445" r:id="rId11"/>
    <p:sldId id="446" r:id="rId12"/>
    <p:sldId id="447" r:id="rId13"/>
    <p:sldId id="448" r:id="rId14"/>
    <p:sldId id="449" r:id="rId15"/>
    <p:sldId id="451" r:id="rId16"/>
    <p:sldId id="452" r:id="rId17"/>
    <p:sldId id="453" r:id="rId18"/>
    <p:sldId id="454" r:id="rId19"/>
    <p:sldId id="455" r:id="rId20"/>
    <p:sldId id="45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6:23:15.4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15628 8643 0,'0'-35'16,"0"70"-16,-18 18 47,18 35-16,-17-35-16,17-18 1,-18-17 0,18-89 15,53-52-15,-35 70-16,-1-18 15,54-34 1,-36 69-1,-17 36 1,17 36 0,0 122-1,-17-34 1,0-36 0,-18-35-1,0 0 1,17-35-1,-34-18 1</inkml:trace>
  <inkml:trace contextRef="#ctx0" brushRef="#br0" timeOffset="142.91">15522 8802 0,'0'0'0,"194"-18"47,-123 1-32</inkml:trace>
  <inkml:trace contextRef="#ctx0" brushRef="#br0" timeOffset="774.9">16298 8749 0,'-17'0'16,"34"0"-16,-70-18 31,89 18 0,140 0-15,-35 0 0,0 0-1,-88 0-15,0 0 16,53 0-1,-53-17 1,-18-1 0,-35 0-1</inkml:trace>
  <inkml:trace contextRef="#ctx0" brushRef="#br0" timeOffset="1057.58">16845 8572 0,'0'0'16,"35"18"15,18 0-15,0-1 0,-17 1-16,-1-18 15,-35 18 16,0 35-15,-18 0-16,-17-18 16,-89 141-1,54-52 1,35-89 0</inkml:trace>
  <inkml:trace contextRef="#ctx0" brushRef="#br0" timeOffset="3245.32">17868 8255 0,'0'0'15,"0"-71"-15,0 1 16,-17-1 15,-1 36-31,-17 35 16,-89-18-1,36 71 1,70 0 0,18-17-16,0-19 15,36 18-15,69 18 16,1 0-1,-53 0 1,-35 0 0,-89-35-1,-17-1 1,35-34 0,36-54-1,17 18-15,17 0 16,142-70-1,-89 105 1</inkml:trace>
  <inkml:trace contextRef="#ctx0" brushRef="#br0" timeOffset="3489.68">18186 7990 0,'0'0'0,"-18"-17"16,-17 87 0,-18 71-1,-18 53 1,-52 106 0,88-211-1,-36 105 1,71-106-1,0-71 1</inkml:trace>
  <inkml:trace contextRef="#ctx0" brushRef="#br0" timeOffset="3746.48">18150 8819 0,'0'-35'15,"0"70"-15,0-105 16,0 52 0,0 106 15,0 71-15,0-71-1,0-35 1,0-35-1</inkml:trace>
  <inkml:trace contextRef="#ctx0" brushRef="#br0" timeOffset="4047.59">18256 8837 0,'0'-18'15,"0"36"-15,0 17 47,0 1-31,36-1-1,16-17 1,1-1 0,-17 1-1,-19-18-15,1 35 16,-18 0-1,-35-17 1,-36 17 0,36-35-1,17-17 17</inkml:trace>
  <inkml:trace contextRef="#ctx0" brushRef="#br0" timeOffset="4214.01">18292 8767 0,'0'0'16,"0"-18"-16,17 18 0,18-18 16,18 18-16,0-17 15,18-1-15</inkml:trace>
  <inkml:trace contextRef="#ctx0" brushRef="#br0" timeOffset="4466.14">18891 8520 0,'0'0'15,"71"70"17,-1 1-17,-34-36-15,34 36 16,-17-36 0,-18-35 15</inkml:trace>
  <inkml:trace contextRef="#ctx0" brushRef="#br0" timeOffset="4623.22">19191 8414 0,'-35'0'16,"70"0"-16,-123 53 15,53 0-15,-18 52 16,0 19-1,18-1 1,35-52 0</inkml:trace>
  <inkml:trace contextRef="#ctx0" brushRef="#br0" timeOffset="4892.3">19614 8502 0,'0'-71'31,"0"142"-31,0-106 31,0 123-15,0-35-16,0-18 15,0 36 1,0-36-16,18 0 16,-18-17-1</inkml:trace>
  <inkml:trace contextRef="#ctx0" brushRef="#br0" timeOffset="5206.74">19861 8520 0,'0'-18'16,"0"0"0,-17 18-1,-1 53 1,18 0 0,18-18-1,52 18 1,-52-17-16,17-19 15,18 54 1,-53-54 0,-18 1-1,1-18-15,-36 18 16,-18-18 0,54-18-1,-1 0 1</inkml:trace>
  <inkml:trace contextRef="#ctx0" brushRef="#br0" timeOffset="5364.65">19826 8555 0,'0'-18'16,"0"36"-16,124-124 31,-19 106-16,-52 0-15</inkml:trace>
  <inkml:trace contextRef="#ctx0" brushRef="#br0" timeOffset="5916.45">20232 8572 0,'-18'53'31,"1"71"-15,17-54-1,35-17 17,53-53-17,-70-70 16,-18 35-31,0-36 16,0-17 0,17 52-1,36 19 1,0-1 0,0 89-1,-53 17 16,18 71 1,-1-124-32,89 36 15,-53-71 1,-18-53 0,1-36-1,-36-52 16,-106 18-15,0 123 15,71 0-31</inkml:trace>
  <inkml:trace contextRef="#ctx0" brushRef="#br0" timeOffset="6327.25">21184 8784 0,'0'0'0,"71"-17"47,52 17-31,-70 0-16,0 0 16,35-18-1</inkml:trace>
  <inkml:trace contextRef="#ctx0" brushRef="#br0" timeOffset="6469.36">21308 8943 0,'35'0'16,"-70"0"-16,246-18 16,-52-17 15,-106 17-31</inkml:trace>
  <inkml:trace contextRef="#ctx0" brushRef="#br0" timeOffset="8397.79">22560 8537 0,'0'0'0,"0"-88"15,-53 35 1,-17 35 0,34 18-16,1 0 15,-18 18 1,18 0-16,0 88 16,70-18-1,71-18 1,-18 1-1,-53-1 1,-35-52 0,-17 0-1,-54-18 1,18 0 0,35-18-1,1-35-15,52-17 31,71-19-15,53 36 0</inkml:trace>
  <inkml:trace contextRef="#ctx0" brushRef="#br0" timeOffset="8903.11">22807 8467 0,'0'0'16,"-18"-36"-1,1 107 32,17 52-31,0-87 0,53 52-1,-18-70 1,0-18-1,-17-18 1,0-70 0,-18 17-1,35 1 1,0 34 0,18 19 15,-18 17-31,18 17 15,-18 142 1,-17-124-16,-18 1 16,18-1-16,17 0 31,71-17 0,-36-159-15,-87-36 15,-54 89-15,-35 70-1,36 36-15,-18 0 16</inkml:trace>
  <inkml:trace contextRef="#ctx0" brushRef="#br0" timeOffset="14679.64">14587 7073 0,'-35'-35'16,"70"70"-16,-264-105 15,106 123 1,17 52 15,53-52-31,0 88 16,35 1 0,54-37-1,69-34 1,36-53-1,54-54 1,-107-17 0,-71-17-1,-17 35-15,-17-1 16,-36 19-16,-53-19 16,0 36 15,18 18-16,106 17 1,140-35 0,-34-17-1,-36-1 17,-70 18-32,-1 35 15,-17 177 16,-17-124-15,17 0 0,0-52-16,0-19 15,17 1-15,36-1 16</inkml:trace>
  <inkml:trace contextRef="#ctx0" brushRef="#br0" timeOffset="14933.19">14834 7514 0,'0'-35'31,"0"70"-31,18-141 16,-18 177 31,0 88-16,0-106-31,0 35 16,35-71 15,-17-34-31</inkml:trace>
  <inkml:trace contextRef="#ctx0" brushRef="#br0" timeOffset="15187.53">14711 7214 0,'0'0'15,"-35"18"1,35 17 0,70-17-1,1-18 1,-36-35-1,-35-1 1,-35 1 0,-18 17-1,35 36 1,0 17-16,18 1 16</inkml:trace>
  <inkml:trace contextRef="#ctx0" brushRef="#br0" timeOffset="15567.11">15011 7585 0,'0'0'0,"-18"0"16,18-18-1,0-52 1,35 17-1,18 35 1,0 18 0,-18 88-1,-17-53-15,-18 54 16,0-36 0,0-36-1,-18-17 16,1 0-31,-18-53 16,35-141 15,176 53 1</inkml:trace>
  <inkml:trace contextRef="#ctx0" brushRef="#br0" timeOffset="15788.61">15381 7091 0,'-18'-18'16,"36"36"-16,-53-53 15,35 52 1,0 71 0,0-17-16,0-18 15,0 141 1,17-88-1,1-36 1,0-52 15</inkml:trace>
  <inkml:trace contextRef="#ctx0" brushRef="#br0" timeOffset="16082.7">15787 7497 0,'0'-89'16,"0"178"-1,0-248-15,-35 123 32,-1 36-17,1 18 1,17 88 0,54-35-1,52-1 1,0-17-1,-53-18 17,-17-17-32,-18 0 15,-194 34 17,53-34-17</inkml:trace>
  <inkml:trace contextRef="#ctx0" brushRef="#br0" timeOffset="16432.68">13811 8026 0,'0'0'0,"-123"0"31,140 17-15,301 1-1,105-36 1,142-52-1,87-1 1,248 1 0,-547 70-1,-247 0 1</inkml:trace>
  <inkml:trace contextRef="#ctx0" brushRef="#br0" timeOffset="17199.68">15804 10054 0,'-17'-70'16,"34"140"-16,-34-158 15,17 159 16,0 105-15,0-88 0,0 18-1,0-36 17,0-34-17</inkml:trace>
  <inkml:trace contextRef="#ctx0" brushRef="#br0" timeOffset="17657.22">15769 10019 0,'53'-71'16,"-106"142"-16,194-195 15,-53 124 1,-52 36-1,-36 17-15,0 52 16,-36-16 0,-34-36-1,-1-18 1,54-35-16,-1 17 16,71-17 46,18 0-46,-19 0-16,37 18 15,-36 53 1,-36-1 0,-17 1-1,-35-54-15,-36 36 16,-17-53-1,0-17 1,35-36 0,35 17-16,18 1 15,36-18-15</inkml:trace>
  <inkml:trace contextRef="#ctx0" brushRef="#br0" timeOffset="18115.06">16510 10319 0,'0'0'15,"106"17"16,35 1-15,-53-18 0,0 0-16,1 0 0,52 0 15,-53 0 1,-53 0 0,0 0 15,-35-35-16</inkml:trace>
  <inkml:trace contextRef="#ctx0" brushRef="#br0" timeOffset="18370.9">17180 10178 0,'0'0'15,"0"17"1,18 36-1,70 0 1,-35-35 0,0-1-1,-35-17 1,-18 18 0,0 0-16,-36 35 15,-34 35 16,-36 71-15</inkml:trace>
  <inkml:trace contextRef="#ctx0" brushRef="#br0" timeOffset="19204.53">18080 10037 0,'0'0'0,"17"-89"15,-17-17 1,-88 71 0,0 35-1,18 35 16,34 18-15,72 53 0,52-35-1,18-1 1,-36-17 0,-52 0-1,-18-18-15,-18 1 16,-52-19-1,17-17 1,17-53 0,36 18-16,0 0 15,53-106 1,35 70 0,1 36-1</inkml:trace>
  <inkml:trace contextRef="#ctx0" brushRef="#br0" timeOffset="19504.23">18503 9790 0,'0'-18'15,"0"36"-15,-17-36 16,-19 88 15,-70 195-15,18-18-1,-18 18 1,18-36 0,35-35-1,53-124 1,0-34-1</inkml:trace>
  <inkml:trace contextRef="#ctx0" brushRef="#br0" timeOffset="20914.57">18415 10513 0,'0'0'0,"0"-18"16,0-17-1,0 52 63,0 160-46,0-107-17,0-17 1,18 0-1,-18-35 1,17 0 0,19-18-1</inkml:trace>
  <inkml:trace contextRef="#ctx0" brushRef="#br0" timeOffset="21245.15">18627 10477 0,'0'-35'16,"0"70"-16,-18-52 62,0 52-46,1-17-16,17 17 15,-18 141 17,36-123-17,35-17 1,-18-19-16,53-17 16,0 0-1,-17-17 1,-36-1-1,-35 0-15</inkml:trace>
  <inkml:trace contextRef="#ctx0" brushRef="#br0" timeOffset="21450">18838 10548 0,'0'0'16,"-17"-18"-1,17 107 1,0 16 0,0 19-1,0-71-15,17 53 16,-17-1 0,0-69-1</inkml:trace>
  <inkml:trace contextRef="#ctx0" brushRef="#br0" timeOffset="22925.46">19209 10001 0,'0'0'15,"-36"-17"1,54 34 31,70 89-32,0-18 1,1-17 0,-54-54-16,0 19 15,36-1 1</inkml:trace>
  <inkml:trace contextRef="#ctx0" brushRef="#br0" timeOffset="23145.88">19526 9931 0,'0'0'16,"-88"53"15,35 35-15,0 35-1,18-70-15,17 0 16,-17 0-16,-36 35 16</inkml:trace>
  <inkml:trace contextRef="#ctx0" brushRef="#br0" timeOffset="32021.29">20214 9878 0,'0'0'0,"-17"-53"15,17 18 1,52 35-1,-16 0-15,-19 0 16,1 17 0,-18 54-1,0-18 17,-18-18-32,1-17 15,17-1-15,-18 19 16,36-1-1,35 0 1,17 0 0,-35-17-16,-17 17 15,0 1 1,-54-19 0,-34 1-1,17-18-15,18 0 16,17 0-16,-35 0 15,53-18 17</inkml:trace>
  <inkml:trace contextRef="#ctx0" brushRef="#br0" timeOffset="32398.67">20708 9966 0,'0'-18'16,"0"36"-16,-18-53 15,1 35-15,-1 0 16,-17 35 0,17 0-1,18-17-15,18 35 16,52 0-1,19-18 17,34 88-17,-123-70 17,-70 0-17,52-35-15,-17 0 16,-18-18-1,35-71 1</inkml:trace>
  <inkml:trace contextRef="#ctx0" brushRef="#br0" timeOffset="32542.84">20726 9984 0,'0'0'16,"0"-18"-1,17 0-15,1 18 32,176 18-17</inkml:trace>
  <inkml:trace contextRef="#ctx0" brushRef="#br0" timeOffset="33109.28">21167 10037 0,'0'-18'16,"0"36"-16,0-54 15,-18 36-15,0 0 16,-35 36 0,36 34-1,17 18 16,0-70-31,53 35 16,0-36 0,-18 1-1,0-18 1,-35-18-16,0 1 16,0-89-1,0 71 1,18-1-1,-1 36-15,1 0 16,0 0-16,17 18 16,0 35-1,1 35 1,-19-17 0,1-36-16,17 0 15,18 18 1,0-53 15,0-53-15,-35 36-16,-1-19 15,-17-140 1,-53 70 0,-17 53-1,-1 18 1,1 35-1,52 18-15</inkml:trace>
  <inkml:trace contextRef="#ctx0" brushRef="#br0" timeOffset="33391.93">22049 10231 0,'0'0'16,"88"0"15,88-18-15,-105 18-1,-54-18 1,-34 18 15</inkml:trace>
  <inkml:trace contextRef="#ctx0" brushRef="#br0" timeOffset="33534.85">22119 10372 0,'0'17'15,"0"1"1,0-53-16,35 70 0,18-35 0,88 0 15,1-18 17,-72-17-32,-70 17 31</inkml:trace>
  <inkml:trace contextRef="#ctx0" brushRef="#br0" timeOffset="34132.25">19244 10477 0,'0'0'15,"-35"0"17,-71 71-32,-18 53 15,-17 17 1,0-18 0,71-70-16,-19 35 15,54-35 1,35-35 15,35-18-31</inkml:trace>
  <inkml:trace contextRef="#ctx0" brushRef="#br0" timeOffset="34525.39">19350 11148 0,'-18'-53'32,"36"106"-32,-1-159 0,36 88 15,0 18 1,-35 0-1,-18 106 17,-53-35-17,-18-18 1,19-18 0,69-35 30,160-53-30,-1-18 0,36-70-1</inkml:trace>
  <inkml:trace contextRef="#ctx0" brushRef="#br0" timeOffset="34871.61">20144 10178 0,'-36'0'31,"72"0"-31,-89 0 0,159 0 31,229 0-15,-35-53-1,-1 17 1,-69-16 15,-36 16-15,-177 36-1,-34-17 1,-19-1 0</inkml:trace>
  <inkml:trace contextRef="#ctx0" brushRef="#br0" timeOffset="35296.51">20743 9402 0,'0'0'16,"-70"-36"-1,34 36 1,19 18-1,-1 0-15,18-1 16,18 89 0,35-53-1,17 0 1,1-18 0,-36 0-1,-70-17 16,-36 0 1,1-1-17,17-17 1</inkml:trace>
  <inkml:trace contextRef="#ctx0" brushRef="#br0" timeOffset="35469.6">20655 9454 0,'0'0'15,"-18"0"1,36-17-16,35 17 16,35 0-1,-17-18 1</inkml:trace>
  <inkml:trace contextRef="#ctx0" brushRef="#br0" timeOffset="35987.58">21114 9402 0,'-53'0'31,"106"0"-31,-141 17 15,70 18-15,18 1 16,0 17 0,0-18-16,35-17 15,53-1 1,-35-17 0,-35-17-1,-18-1-15,0 0 16,-18-70-1,18 53 1,18 17 0,35 18 15,35 0-15,-53 71-1,1 17 1,17 0-1,-1-35 1,-34-35-16,35-18 16,-18 0-1,-17-36 1,-18-17 0,0 18-16,-18-18 15,-70-35 1,-18 88-1,18 18 1</inkml:trace>
  <inkml:trace contextRef="#ctx0" brushRef="#br0" timeOffset="36442.47">19544 11183 0,'0'0'16,"-18"0"0,-17 18-16,0 17 15,-89 124 1,18-18 0,-17-35-1</inkml:trace>
  <inkml:trace contextRef="#ctx0" brushRef="#br0" timeOffset="37024.72">18662 9684 0,'0'0'16,"-124"17"0,-17 89-1,0 35 1,0-17-1,18-1 1,87-70-16,-52 0 16,53-35-1</inkml:trace>
  <inkml:trace contextRef="#ctx0" brushRef="#br0" timeOffset="37480.83">17657 9278 0,'0'0'16,"0"-35"-1,0 70 16,35 53-15,18 0 0,0-35-1,-36-35-15,19-18 16,16 0 0,-34-35-1,-18-18 1,0 35-16,0 1 15,0-1-15,0 0 16,0 36 31,0 35-31,0 0-1,0-18 1,18 124-1</inkml:trace>
  <inkml:trace contextRef="#ctx0" brushRef="#br0" timeOffset="38299.28">22948 10125 0,'-35'-18'15,"70"36"-15,-70-71 16,35 18-16,0-1 16,88-34-1,-35 52 1,-18 18-1,-17 53 1,-36 123 0,-17-87-1,0-19 1,-1-52 0,19-1-1,34 1 1,54-18-1,0 18 1,34-18 0,-16-36-1,-54 1 1</inkml:trace>
  <inkml:trace contextRef="#ctx0" brushRef="#br0" timeOffset="38629.61">23442 10089 0,'-18'-17'15,"36"34"-15,-36-52 16,1 35 0,-1 0-1,18 18-15,-17 35 16,17-18-16,0 53 16,17-35-1,18-18 1,18-17-1,-35-18-15,17-18 16,36-87 0,-71-1-1,0 18 1,-18 52 0,-17 19-1,17-1-15,-52 18 16,17 35-1,35 36 1,18-36-16</inkml:trace>
  <inkml:trace contextRef="#ctx0" brushRef="#br0" timeOffset="39008.87">23812 10037 0,'0'0'0,"0"-18"16,-17 18 15,-18 70-15,17-34 0,18 52-16,0-35 31,70 0 0,19-89-15,-72 19-16,1-18 15,0-54 1,-18 36-16,0 18 0,-36-35 31,-52 34-15,53 54-1,17 17 17</inkml:trace>
  <inkml:trace contextRef="#ctx0" brushRef="#br0" timeOffset="39340.44">24112 9984 0,'0'-18'31,"0"36"-31,0 87 31,0 37 1,0-90-17,53-16 1,18-19-1,-18-34 1,-18-1-16,0-52 16,-17-19-1,-18 1 1,-35 0 15,-1 70-31,-52 18 16,0 18-1</inkml:trace>
  <inkml:trace contextRef="#ctx0" brushRef="#br0" timeOffset="40249.18">16387 11924 0,'0'0'0,"0"-35"15,-53-36 1,-36 36-1,19 35 1,-18 53 0,17 35-1,18 35 1,53-52 0,53-18-1,18 0 16,140-36-15,-140-17 0</inkml:trace>
  <inkml:trace contextRef="#ctx0" brushRef="#br0" timeOffset="40565.75">16739 12259 0,'-35'0'15,"70"0"-15,106 0 63,-52 0-48,122-18 1,-17 18 0,-17 0-1,-19 0 1,-122 0 0,-19-17-16</inkml:trace>
  <inkml:trace contextRef="#ctx0" brushRef="#br0" timeOffset="40899.05">17621 12047 0,'-17'-17'15,"34"34"-15,-17-34 47,53 34-31,18 1-1,-18 17 17,-36-35-32,1 36 31,-18-1-15,-35 35-1,-54 54 1,37-54-1,16-17 1,19-17 0</inkml:trace>
  <inkml:trace contextRef="#ctx0" brushRef="#br0" timeOffset="41648.53">18521 11959 0,'-18'-53'32,"36"106"-32,-53-106 15,35 124 32,0 70-31,17-71-1,1 1 1,17-36 0,0-35-1</inkml:trace>
  <inkml:trace contextRef="#ctx0" brushRef="#br0" timeOffset="41865.28">18768 12171 0,'17'-35'16,"-34"70"-16,52-123 15,-35 70-15,-35 18 32,-53 88-17,-18 53 1,18 18 0,52-88-16,-34 34 15,52-16 1,18-36-1</inkml:trace>
  <inkml:trace contextRef="#ctx0" brushRef="#br0" timeOffset="42220">18644 12612 0,'18'-53'31,"-36"106"-31,89-141 16,-1 88-1,-17 17 1,-53 36 0,-17 35-1,-54-17 1,1-18-1,52-36-15,-17 1 16,88-18 47,35-18-48,176-52 1,-193 52-1</inkml:trace>
  <inkml:trace contextRef="#ctx0" brushRef="#br0" timeOffset="42512.37">19526 12118 0,'0'0'0,"71"35"47,-18 36-31,17-1-1,-17 18 1,-35-70-16,35 17 15,-36-35 1,1 0 15</inkml:trace>
  <inkml:trace contextRef="#ctx0" brushRef="#br0" timeOffset="42712.52">19844 12100 0,'-18'-17'31,"36"34"-31,-54-34 16,19 34-16,-89 177 31,53-88-15,18-18 0,0-35-1,17-17 1</inkml:trace>
  <inkml:trace contextRef="#ctx0" brushRef="#br0" timeOffset="48786.78">20443 12030 0,'-17'0'15,"-18"0"1,-36 0 0,-35-18-1,71-17 1,17-18 0,18 18-1,88-1 16,54 72-15,-90 52 15,-52 18-15,-17-1 0,-18-52-16,-54 36 15,19-54 1,17-18-1,0-69 1,53-1 0,35 0-1,1 35 1,16 18 0,-16 0-16,-19 0 15,89 53 1,-35-53-1,-1 0 1,-17-18 0,0-52-16,18-1 15,-36 18 17,-35 0-17,-35 53 32,17 36-31,18-1-1,88 53 1,-17-35 0,-36-18-1,-17-17 1,-18 0-1,-36-1 1,-69 19 0,52-36-1,35 0 1</inkml:trace>
  <inkml:trace contextRef="#ctx0" brushRef="#br0" timeOffset="48946.04">20743 11871 0,'0'0'16,"0"-18"-1,18 18-15,53-17 16,34 17 0,-52 0-16</inkml:trace>
  <inkml:trace contextRef="#ctx0" brushRef="#br0" timeOffset="49515.18">21255 11924 0,'-35'-18'16,"70"36"-16,-106-18 31,54 18-31,17 105 31,53 18 0,52-159 1,-69-34-17,-19 16-15,-17-52 16,0 18-1,0 52 17,36 0-17,-19 18-15,36 18 16,-18 35 0,1 35-1,-1 0 1,-17-53-16,-1-17 15,36 35 1,0-53 0,0-35-1,-18-36 1,-35-52 0,-35 35-1,-18 35 1,-17 17-1,-19 36 17,54 0-32,17 18 0</inkml:trace>
  <inkml:trace contextRef="#ctx0" brushRef="#br0" timeOffset="49973.31">22507 12030 0,'-17'0'32,"34"0"-32,1 0 15,52 0 1,1 0 0,-18 0-1,-18 0-15,18 0 16</inkml:trace>
  <inkml:trace contextRef="#ctx0" brushRef="#br0" timeOffset="50131.17">22525 12153 0,'-18'0'16,"36"0"-16,-1 0 31,36 0-16,159 0 1,-124-17-16</inkml:trace>
  <inkml:trace contextRef="#ctx0" brushRef="#br0" timeOffset="52536.66">23266 11871 0,'-18'-18'16,"36"36"-16,-54-89 31,36 54-15,0 52 46,0 71-46,0-18-1,18 36 1,-18-72 0,0-34-1,0 0 1,0-1 15,18 19-15,17-36-1,-17 0 1</inkml:trace>
  <inkml:trace contextRef="#ctx0" brushRef="#br0" timeOffset="53454.73">23654 11871 0,'0'0'0,"0"-18"31,0 1-15,-18 17 31,-17 35-32,35 0 16,0 36-15,0-36 0,70 18-1,1-18 1,-36-17 0,0 17-1,-35 18 1,0-35-1,-17 17 1,-36-35 0,18 0-1,-1 0 1,19 0 0,17-53-1</inkml:trace>
  <inkml:trace contextRef="#ctx0" brushRef="#br0" timeOffset="54181.54">23671 11818 0,'0'0'16,"-17"0"-1,52 0 32,36-18-31,-19 18 0,-34 0-1,0 0-15,-1 0 16,1 0 296,0 0-280,-1 0-17,1 0 1,0 0 15,-18 18 16,-18-18-31</inkml:trace>
  <inkml:trace contextRef="#ctx0" brushRef="#br0" timeOffset="55192.85">23795 11924 0,'-35'18'31,"17"-1"-15,-35-17-1,18 0 1,17-35 0,18 0-1,0-1-15,18 1 16,17 0 0,0 17-1,-17 18 1,0 0-16,-1 18 15,1 105 1,-1-17 0,-17 0-1,-35-18 1,-35 0 0,17-70-1,17-18 1,1-18-1,18-17 17,17 17-32,0-17 15,35 35 17,0 0-17,0 18-15,18-1 16,18-17-1,-1 0 1,19-35 0,-36 0-16,-18 0 15,88-89 1,-87 54 0,-19 17-1,-17 35 1,-53 18-1,18 0 1,35 35 0,0 36 15,71-18-15,-36-18-16,106 71 31,-106-53-16,-35-36 1,-70 36 0,-36-17-1,0-36 1,35-36 0</inkml:trace>
  <inkml:trace contextRef="#ctx0" brushRef="#br0" timeOffset="55515.01">24165 11889 0,'106'-89'31,"-212"178"-31,336-213 16,-36 159 15,-159 71-15,-35-53-16,0 0 15,70 159 17,-17-195-17,18-17 1,-36-17-16,36-54 16,-18-35-1,-53-17 16,-71 17-15,-70 71 0,-88 52-1</inkml:trace>
  <inkml:trace contextRef="#ctx0" brushRef="#br0" timeOffset="56331.28">23654 11977 0,'0'0'16,"-71"17"-1,54-17-15,-36 18 16,17-18 0,19 0-1,-1-18 1,18-34 0,0 34-16,0 0 15,71-17 16,17 17-15,-18 1 0,-34 17-16,-19 17 15,1 19-15,0 69 16,-18 19 0,0-1-1,-53-34 1,17-54-16,19 0 15,-71 0 1,35-35 0,35-53-1,0-35 1,36 18 0,35 70-1,17 0 1,-34 17-16,-1 19 15,71 34 1,-36-35 0,72 1-16,-19-36 31,-35-36-15,0-69-1</inkml:trace>
  <inkml:trace contextRef="#ctx0" brushRef="#br0" timeOffset="59339.67">25418 7814 0,'0'-106'31,"0"212"-31,-36-71 31,19 300-15,-1-105-1,0 334 1,1 142 0,17 211 15,17 106-31,36 0 15,-17-529 1,-1-35-16,0 705 16,-35-653-1,-35-246 1,0-195-16,-1-34 31,19-36-31</inkml:trace>
  <inkml:trace contextRef="#ctx0" brushRef="#br0" timeOffset="65348.33">30921 7585 0,'-18'-18'15,"36"36"-15,-36-18 16,18 88 0,-17 88-1,17 89 1,0 141 0,0-142-16,-18 54 15,0 934 1,18-211-1,0 35 1,18-530-16,0-52 16,17-17-16,71 334 15,0-194 17,-36-176-17,-70-194 16</inkml:trace>
  <inkml:trace contextRef="#ctx0" brushRef="#br0" timeOffset="66887.35">31662 7250 0,'0'0'0,"-18"-18"16,18 88 31,0 177-31,0-141-1,0 0 16,0-88-15</inkml:trace>
  <inkml:trace contextRef="#ctx0" brushRef="#br0" timeOffset="67030.45">31309 7408 0,'0'-35'15,"0"70"-15,0-105 0,35 52 16,1-17-16,34 17 16,159 1-1,-176 17-15</inkml:trace>
  <inkml:trace contextRef="#ctx0" brushRef="#br0" timeOffset="67413.89">31962 7355 0,'-36'0'16,"72"0"-16,-125 71 16,72-18-1,17 0-15,0 35 16,53 18-1,17-71 1,1-35 15,-18-35-15,-18-106 0,-53 35-1,-35 18 1,18 35-1,0 53 1,17 17-16,-17 54 16,35-18-1</inkml:trace>
  <inkml:trace contextRef="#ctx0" brushRef="#br0" timeOffset="67661.35">32332 7161 0,'0'0'0,"18"-70"16,-18 87 15,-36 230 0,36-176-31,0 70 16,0-35 0,36-36-1</inkml:trace>
  <inkml:trace contextRef="#ctx0" brushRef="#br0" timeOffset="68247.48">32632 7567 0,'0'-53'16,"0"18"-16,0 123 0,-18-247 16,-17 142 15,-18 70-15,18 0-16,17-1 15,-17-16-15,35 34 16,0-52-1,88-71 17,-70 0-17,-18 18-15,17 17 16,-17 36 15,53 88-15,0-53-1,18-36 1,-18-34 0,0-36-1,-36 0-15,-17-18 32,-17-246-1,-1 246 0,18 265 0,0-53-15,0-17 0,18-89-1,-1 18 1,54 0-1,-36-53 1</inkml:trace>
  <inkml:trace contextRef="#ctx0" brushRef="#br0" timeOffset="68406.37">32279 7179 0,'0'0'0,"71"-53"16,105 18 0,53 0-1,-105 17 1</inkml:trace>
  <inkml:trace contextRef="#ctx0" brushRef="#br0" timeOffset="70543.42">31503 8502 0,'0'0'15,"-18"-35"-15,1 52 47,-1 142-31,18-71-1,0 0 1,0-70-16,18 17 31,-1-35-31,19 0 16</inkml:trace>
  <inkml:trace contextRef="#ctx0" brushRef="#br0" timeOffset="70860.66">31785 8555 0,'-17'-53'16,"34"106"-16,-52-124 15,17 71 1,-17 71 0,35-1-1,53-17 1,-18-35-1,1 17 1,16-17-16,37 35 16,-36-18-1,-53 0 1,0-17 0,-89 17-1,-34 1 1,70-36-1</inkml:trace>
  <inkml:trace contextRef="#ctx0" brushRef="#br0" timeOffset="71017.95">31785 8572 0,'0'-17'16,"0"34"-16,159-122 15,-36 105 1,-17 0 0</inkml:trace>
  <inkml:trace contextRef="#ctx0" brushRef="#br0" timeOffset="71556.39">32385 8520 0,'-35'-18'16,"70"36"-16,-123-36 15,35 71 1,18 35 0,35-53-16,0 36 15,53-18 1,-1-18-1,19-35 1,-36-35 15,-35-159-15,36 141 0,-1 18-1,0 35 1,18 0-16,-18 70 15,1 36 17,-19 0-17,18-18 1,18-17 0,0-71-1,18-53 1,-53 0-16,17 0 15,-18-194 1,-69 106 0,-72 105-1,-35 72 1,89-1 0</inkml:trace>
  <inkml:trace contextRef="#ctx0" brushRef="#br0" timeOffset="74345.53">26829 7214 0,'0'0'16,"0"-53"-16,0 0 15,-18 124 32,18 88-31,0-53 0,0-1-1,-18-52 1</inkml:trace>
  <inkml:trace contextRef="#ctx0" brushRef="#br0" timeOffset="74740.6">26705 7302 0,'0'-88'16,"0"176"-16,53-229 16,71 106-1,-54 35 1,-52 18-16,-18 17 15,-35 106 1,-36-53 0,0-35-1,54-35 1,-1-18 15,36 0-31,70 0 16,18 0-1,-18 35 1,-35 0 0,-53 1-16,-18 17 15,-70-18 1,-18-17 0,0-18-1,54 0 1,69-53-1</inkml:trace>
  <inkml:trace contextRef="#ctx0" brushRef="#br0" timeOffset="75072.78">27340 7250 0,'0'-36'16,"0"72"-1,-17-72-15,-1 36 16,0 71 0,18 35-1,0-18 1,36-18 0,-1-52-16,71 0 15,-18-54 1,-35-52-1,-36 0 17,-175-71-17,70 159 17,17 53-32</inkml:trace>
  <inkml:trace contextRef="#ctx0" brushRef="#br0" timeOffset="75264.5">27764 7232 0,'0'0'16,"17"0"15,1 53-16,35 35 1,0 0 0,-18-70-1</inkml:trace>
  <inkml:trace contextRef="#ctx0" brushRef="#br0" timeOffset="75514.63">28063 7232 0,'-17'-35'31,"34"70"-31,-52-70 16,-18 176-1,0 18 1,18-1 0,-18-34-1,36-18 16,-1-36-31</inkml:trace>
  <inkml:trace contextRef="#ctx0" brushRef="#br0" timeOffset="75840.84">28416 7267 0,'0'0'0,"0"-106"31,-70 124 1,34 105-1,142 54 0,-18-124-15,-17 0-1,-53 0 1,-54-36 0,-52 19-1,-71-1 1,1 0-1</inkml:trace>
  <inkml:trace contextRef="#ctx0" brushRef="#br0" timeOffset="80007.17">26776 8608 0,'0'0'0,"-18"-18"15,18 0 1,-17 1 0</inkml:trace>
  <inkml:trace contextRef="#ctx0" brushRef="#br0" timeOffset="82883.5">26741 8625 0,'0'0'16,"0"-53"0,70 18-1,36 18 1,-53 17-16,-18 0 15,0 0-15,-17 88 32,-53 123-17,17-122 1,18-19 0,0-52-16,0 35 15,0-18 1,0-17 15</inkml:trace>
  <inkml:trace contextRef="#ctx0" brushRef="#br0" timeOffset="83057.3">26723 8925 0,'-18'-17'31,"36"34"-31,123-70 32,18 53-17,-71 0-15,71-17 16</inkml:trace>
  <inkml:trace contextRef="#ctx0" brushRef="#br0" timeOffset="83610.86">27534 8696 0,'0'0'0,"-17"-18"15,-54 1 17,-17 52-1,53 36-16,17-1 1,36 18 0,35-52-1,-18-19-15,18-17 16,-18 0 0,-17-53-1,-1-17 1,1 34-16,17-34 15,18 17 1,0 53 0,0 0-1,-35 88 1,17 53 0,0-53-1,18-35 16,18-35-15,52-53-16,-70-36 16,-18-17 15,-35-18-15,-70 18-1,17 70-15,-141 18 16,-53 53-1</inkml:trace>
  <inkml:trace contextRef="#ctx0" brushRef="#br0" timeOffset="86062.66">31380 10072 0,'-18'-53'31,"36"106"-31,-1-159 0,54 71 31,35 17-15,-89 36 0,-17 70-1,-35-18 1,0-17 15,17-35-31,0 53 16,71-1-1,36 1 17,-19-1-17,-52-52 1,-124-18 15,18 0-15,52-18-1,19 18 1,-19-17-16,19-19 0</inkml:trace>
  <inkml:trace contextRef="#ctx0" brushRef="#br0" timeOffset="86438.92">32032 10037 0,'0'0'0,"0"-36"16,-53 36-1,18 18 16,0 35-15,17 17 0,18 1-1,106-1 1,-18-17 0,-17-17-1,-54-19-15,1 1 16,0 0-16,-18-1 15,-36 1 1,-52-1 0,0-17-1,17 0 1,18 0 0,53-35-1</inkml:trace>
  <inkml:trace contextRef="#ctx0" brushRef="#br0" timeOffset="86611.22">31926 10054 0,'36'-53'32,"-19"36"-32,-70 87 0,142-140 15,-54 70-15,35 0 16,19 17-1</inkml:trace>
  <inkml:trace contextRef="#ctx0" brushRef="#br0" timeOffset="87164.85">32508 10019 0,'0'0'15,"-52"-18"1,16 18-16,-17 53 15,18 35 1,35 1 0,18-37 15,-1-34-31,89-18 31,-88-35-15,-1-36-1,1 1 1,-18 34-16,18 1 16,17 35-1,18 18 1,-18 35 0,0 0-16,1 35 15,17 0 1,-18-17-1,18-36 17,106-106-1,-106 1-15,-53-54-1,0 71-15,-177-123 31,-105 158-15,106 36 15</inkml:trace>
  <inkml:trace contextRef="#ctx0" brushRef="#br0" timeOffset="87813.19">26935 10001 0,'-36'-53'16,"72"106"-16,-72-123 16,36 52-1,-17 18-15,-1 88 16,0 36 15,18-18-15,0 17-1,0-88 1,0-17-16,36 17 16,-1-35-1</inkml:trace>
  <inkml:trace contextRef="#ctx0" brushRef="#br0" timeOffset="88128.67">27164 10125 0,'0'-36'15,"0"19"-15,0 70 0,-35-53 47,17 70-31,18-52-16,18 17 15,87 36 1,-16-36 0,-36 0-1,-36-17 1,-34 0 15,-19-1-31,-34 1 16,-1-1-1,18 1 1,36-36 0</inkml:trace>
  <inkml:trace contextRef="#ctx0" brushRef="#br0" timeOffset="88318.2">27217 10089 0,'0'0'0,"-18"0"16,36 0 15,70 0-15,-17 0-16,34 0 16</inkml:trace>
  <inkml:trace contextRef="#ctx0" brushRef="#br0" timeOffset="88865.86">27869 10107 0,'0'0'0,"0"-18"15,-17 1 1,-36 34 0,18 19-1,-18 34-15,53 1 31,0-18-15,35-18 0,36-35-1,17-88 1,-71 17 15,-17 18-15,0 18-16,71 0 31,52 105-15,-70 1 15,18 35-15,-36-53-1,18-18 16,-18-35-31,1 0 16,-19 0-16,54-53 16,-36-35-1,-17-36 1,-18 1 0,-88 52-1,-142 107 1,36 69-1,106-52 1</inkml:trace>
  <inkml:trace contextRef="#ctx0" brushRef="#br0" timeOffset="91204.73">31344 12012 0,'0'0'15,"-35"-18"1,35 1-16,0-54 31,106 54 1,-89 17-17,1 53-15,-18 35 16,0 18 15,-106 17-15,89-105-16,-19-18 31,36-53 0,18 0-15,0 53-16,52-18 15,18 18 1,-17 35 0,0-17-1,-1-18 1,18-35 0,-70-36-1,-18 1 1,0 34-1,0 19-15,0-1 16,0 53 47,35 18-48,71 36 1,-35-19-1,-36-35 1,-18-17 0,-17 0-16,-70-1 15,-18 19 1,0-19 0,35-17-1</inkml:trace>
  <inkml:trace contextRef="#ctx0" brushRef="#br0" timeOffset="91346.84">31785 11959 0,'0'0'0,"18"-17"16,0-19-16,140-17 31,-52 53-15,-53 0-16</inkml:trace>
  <inkml:trace contextRef="#ctx0" brushRef="#br0" timeOffset="91869.24">32367 11889 0,'-53'-18'15,"106"36"-15,-141-36 16,71 53-1,17 36 1,17-18 15,89 17 1,-71-70-17,1-53 1,-19 0-16,36-88 15,-18 106 17,36 35-17,-1 35 1,-52 1-16,17 52 16,1 0-1,-1 0 1,18-35-1,-18-53-15,53 0 16,-17-35 15,-1-53-15,-52-159 0,-71 194-16,18 0 31,-441 70-16</inkml:trace>
  <inkml:trace contextRef="#ctx0" brushRef="#br0" timeOffset="97935.54">14005 1940 0,'-70'18'15,"140"-36"-15,-193 36 16,105-18-16,18-35 47,71-36-32,-1 53 17,-34 142-17,-36-1 1,-18-17-1,-53 0 1,-17-35 0,53-54-16,17-17 15,-17 18 1,35-71 0,53-18 15,-35 54-31,52-1 15,-17 18 1,18 0 0,70-70-1,-106 34 1,35-52 0,-34-18-1,-1 18 1,-35 35-1,0 36-15,0-1 16,-18 18 15,1 0-15,-1 53 0,53 0-1,54 35 1,-36-18-1,-36-34 1,-17-1-16,0-17 16,-88 35-1,17-1 1,18-52 0,36 0-1</inkml:trace>
  <inkml:trace contextRef="#ctx0" brushRef="#br0" timeOffset="98111.32">14323 1746 0,'53'-70'32,"-106"140"-32,176-176 15,-70 106 1,0 18-1,-35 0-15</inkml:trace>
  <inkml:trace contextRef="#ctx0" brushRef="#br0" timeOffset="98562.65">14676 1676 0,'-18'35'15,"0"36"1,18-36 15,18 0-15,17-70-1,-17-18 1,-1 0 15,-17 18-31,0 17 16,53-17-1,-17 35 1,17 17 0,-1 36-1,1-35 1,-35-18-16,0 0 16,17 0-1,-17-35 1,-1-18-1,-17 35 1,0-35-16,0 36 16,0-1-1,-70 53 1,34 18 0</inkml:trace>
  <inkml:trace contextRef="#ctx0" brushRef="#br0" timeOffset="98810.86">13882 2910 0,'-18'53'15,"36"-106"-15,-36 159 16,53-53 0,1 18 15,-19 35-15</inkml:trace>
  <inkml:trace contextRef="#ctx0" brushRef="#br0" timeOffset="99468.77">14340 2734 0,'0'-18'16,"0"36"-16,18-36 15,0 54 1,-18 52-1,0 0 17,0-53-17,-18-35-15,36 18 32,176-142-17,-141 72 1,0-19-1,-18 0 1,-35 54 0,0 34 31,17 36-32,-17-35 1,18-18 15,17-53-15,1-17-1,-19 17 1,19 35 0,-1 18-1,18 18 1,-18-1-16,53 19 15,-17-36 1,-54 0-16,19 0 16,-19-36-16,1-17 15,-18-17 1,0 35 0,0-1-1,-53 36 1,-17 36-1</inkml:trace>
  <inkml:trace contextRef="#ctx0" brushRef="#br0" timeOffset="99831.7">13282 3775 0,'0'0'16,"-123"70"-1,158-70 1,159-88 0,-53 18-16,229-125 15,107 1 1,69 0-1,54 0 1,-88 53 0,-195 35 15,-246 89-31,-36-1 16,-352 142 15</inkml:trace>
  <inkml:trace contextRef="#ctx0" brushRef="#br0" timeOffset="101830.15">14764 2540 0,'0'0'0,"-18"-18"15,18 1 1,0-1 0,18 0-1,35-17 1,-18 18 0,-17 17-16,-1 0 15,-52 17 16,-18 1 1,18-1-17,17 19 1,0 17 0,18 17-1,-17-52-15,17 17 16,0 18-1,0-35 1,53-54 47,70 1-32,-88 35-16,-17 124 1,-88-36 0,-36 18-1,70-71 1,-52 35 0,35-34-1</inkml:trace>
  <inkml:trace contextRef="#ctx0" brushRef="#br0" timeOffset="102931.75">14693 1676 0,'0'-36'16,"-17"19"15,-1 34-15,0 36-1,1 36 1,17-19 0,53 1-1,-36-71 17,18 0-32,-17-18 0,-18 0 15,18-17 1,-1-35-16,-17-1 15,0 18 1,-35 53 15,-18 35-31,36 1 16</inkml:trace>
  <inkml:trace contextRef="#ctx0" brushRef="#br0" timeOffset="103442.66">15152 1570 0,'0'0'0,"-35"-35"16,-18 35 15,17 35-15,19 18-1,17 17 1,0-34-16,17 17 16,19-36-1,-1-17 1,-17-17-1,17-36 1,-35-71 0,0 54-1,-35 52 1,-36 36 0,36 17-1</inkml:trace>
  <inkml:trace contextRef="#ctx0" brushRef="#br0" timeOffset="104604.3">15399 3263 0,'17'-35'15,"-34"70"-15,34-88 16,-17 36 0,0 34 15,-17 19-31,-1 16 16,18 54-1,35-53 1,36-35-1,-36-18-15,36-35 16,-1-36 0,-34 0-1,-36-17 1,-36 35 0,-70 36-1,54 34-15,-72 72 16</inkml:trace>
  <inkml:trace contextRef="#ctx0" brushRef="#br0" timeOffset="105945.54">14182 1464 0,'0'0'16,"-53"-35"-1,53 17-15,0 0 16,0-17-16,0 18 15,53-54 1,-36 53 0,19 18-1,-19 0 1,18 53-16,-17-17 31,0-19-15,-1-17 15,19-53-15,-36 36-16,35-19 15,-17 36 1,-1 0-16,1 0 16,17 0-16,18 18 15,-18-18 1,1 0-1,-19-53 1,1 35 0,-18 1-1,35 17 1,-17-18 0,-1 1-16,1-1 15,0 0 1,-18-35-16,0 18 31,-71 53 0,1 70-15,34-35-16,19 0 16,-1 0-16</inkml:trace>
  <inkml:trace contextRef="#ctx0" brushRef="#br0" timeOffset="106552.93">14940 3475 0,'-18'0'31,"71"-35"-15,0 17 15,-17 0-15,-72 18 15</inkml:trace>
  <inkml:trace contextRef="#ctx0" brushRef="#br0" timeOffset="106881.45">14905 3440 0,'0'0'16,"-18"17"-16,18 36 31,0 0-15,0 0-1,0-18 1,0-17 0,18-71 30,-1 18-30,107 17 0,-71 36-1,-18 17 17,-158 159-17,17-123 1,18-71 15</inkml:trace>
  <inkml:trace contextRef="#ctx0" brushRef="#br0" timeOffset="107876.38">14358 1658 0,'0'0'15,"0"-18"1,-18 89 47,-17 17-48,0 71 1,17-71-1,18-70 1,0 17-16,53-35 31,-18 0-31,1-18 16,17 1-16,17-36 16,1 0-1,-36 18 1,-17-1-1,-18 19 1</inkml:trace>
  <inkml:trace contextRef="#ctx0" brushRef="#br0" timeOffset="108114.83">14446 1640 0,'0'0'0,"-17"-17"16,17 34 0,17 142-1,19-18 1,-1 36 15,-35 34-15,0 72-1</inkml:trace>
  <inkml:trace contextRef="#ctx0" brushRef="#br0" timeOffset="112463.36">14217 3651 0,'0'0'0,"-35"-35"16,35 53 46,0 17-46,17 71-1,-17-71-15,0 18 16,0-18-16,0 0 16,0-17-1,0 0 1,18-18 0,0 0-16,-1 0 15</inkml:trace>
  <inkml:trace contextRef="#ctx0" brushRef="#br0" timeOffset="112763.53">14376 3704 0,'0'0'0,"-18"-106"16,89 36 15,52 123 0,-176 211 1,0-193-17,18-54 1,53-17 0,87-35-1,54-35 16,-18-1-15,-17 53 0</inkml:trace>
  <inkml:trace contextRef="#ctx0" brushRef="#br0" timeOffset="112969.68">14041 4710 0,'-124'70'16,"248"-140"-16,-266 158 16,195-88-16,212-106 15,194-123 1,123-18 0,88-18-1,-53 53 1,-176 54-1</inkml:trace>
  <inkml:trace contextRef="#ctx0" brushRef="#br0" timeOffset="114420.9">26970 11677 0,'0'0'16,"-18"-18"-1,18 36 63,18-18-46,-18-35-17,0-18 16,0 17-15,0 19-16,0 52 78,17 159-62,-17-53-1,0-35 1,0-53-16,0-18 16,0 1-16,0 16 15,18-34 1,17-18 0</inkml:trace>
  <inkml:trace contextRef="#ctx0" brushRef="#br0" timeOffset="115020.01">27340 11765 0,'0'0'0,"0"-53"16,18 0-1,35 18 1,17 17-1,-17 71 1,-53 35 0,-53 18-1,-17 0 1,17-35 0,35-36-1,36-35 1,52 18-1,36-36 1,-35 0-16,52-52 16,-34-36-1,-19 0 1,-52 71 15,-18 17-15,0 1-1,-18 34 1,0 18 0,18 1-16,18-1 15,35 18 1,-18-18-16,18 36 16,0-36-1,-35-17 1,-18 17-1,-18-35-15,-17 18 16,-53 17 0,52-35-1</inkml:trace>
  <inkml:trace contextRef="#ctx0" brushRef="#br0" timeOffset="115367.43">27958 11659 0,'35'-17'16,"18"-19"-16,-141 89 0,264-141 16,-105 70-16,34 18 15,-69 36 1,-36 87 0,0 18-1,0-70 1,0-18-16,53 88 15,0-88 1,35-36 0,-53-17-16,18 0 15,-18-35-15,36-53 16,-54-53 0,-34-18-1,-124 53 1,52 89-1,-34 17-15,-89 53 16</inkml:trace>
  <inkml:trace contextRef="#ctx0" brushRef="#br0" timeOffset="120763.56">16069 13829 0,'0'0'0,"-35"-124"31,35 89-15,0 70 15,0 18-31,0 18 16,-18 141-1,18-107 16,18-16-15,-18-54-16,17-18 16,19 1-1</inkml:trace>
  <inkml:trace contextRef="#ctx0" brushRef="#br0" timeOffset="121081.34">16016 13882 0,'-35'-71'31,"70"142"-31,-70-159 16,70 88-16,89 0 15,-1 35 1,-17 53 0,-53 18-1,-53 35 1,-141 35-1,17-87 1,54-54 0,123-106 31</inkml:trace>
  <inkml:trace contextRef="#ctx0" brushRef="#br0" timeOffset="121289.21">16616 14235 0,'0'0'0,"0"17"15,176 1 1,18-18-1,53-35 1,-53-1 15,-123 19-31,35-36 16</inkml:trace>
  <inkml:trace contextRef="#ctx0" brushRef="#br0" timeOffset="121495.63">17498 14041 0,'53'17'47,"17"89"-31,-87-18-1,-72 36 1,1-18-1,35-54 1</inkml:trace>
  <inkml:trace contextRef="#ctx0" brushRef="#br0" timeOffset="126394.92">24465 5256 0,'0'-17'31,"0"-1"-15,0 0 0,18 18-1,-18-17 16,0 34 126,0 72-142,0-54 1,0 18 0,0 17-1,0-52 16,0-53 32,0-89-47,0 36-1,0 35 1,0 36-1,0 52 17,0 53-17,0-53-15,0 18 16,0 53 0,0-53-1,0-35 1,0-1 15,0-87 0,0-19-15,0 19 0,0 35-16,0 17 15,17-17 1,-17 105 31,18 36-32,-18-71 1,0-17 0,18-36 30,-18-123-30,17 71 15,-17 34 1,0 160-1,0-54-16,0-34-15,0-1 16,0 36 0,0-54-1</inkml:trace>
  <inkml:trace contextRef="#ctx0" brushRef="#br0" timeOffset="127528.81">18256 13547 0,'0'-36'16,"0"72"-16,0-107 15,0 53-15,0 1 32,0 70-17,0 35 1,0 0-1,36 36 17,16-54-17</inkml:trace>
  <inkml:trace contextRef="#ctx0" brushRef="#br0" timeOffset="127777.77">18644 13529 0,'0'0'16,"-53"-18"15,18 89-15,-124 194 15,106-195-31,18-17 16,-71 123-1,53-87 1,53-19 0,0-35-16</inkml:trace>
  <inkml:trace contextRef="#ctx0" brushRef="#br0" timeOffset="128798.09">18803 14129 0,'0'0'16,"-35"-18"15,-1 71 0,1 18-15,0-19 0,17 37-1,18-54 1,71-17 15,17-18-15,36-18-1,-72 0-15,37 1 16,-72-1 0</inkml:trace>
  <inkml:trace contextRef="#ctx0" brushRef="#br0" timeOffset="128985.72">18979 14164 0,'0'0'16,"-35"-18"-1,35 36 1,0 141 0,0-36-1,0 1 16,18-18-31,-1-54 16</inkml:trace>
  <inkml:trace contextRef="#ctx0" brushRef="#br0" timeOffset="129397.52">19879 13811 0,'-35'-17'16,"70"34"-16,-88-52 31,106 158-15,18 1 0,17-36-1,-18-17 16,-34-54-31,17 1 16,-1-18-16</inkml:trace>
  <inkml:trace contextRef="#ctx0" brushRef="#br0" timeOffset="129544.13">20179 13811 0,'-71'0'16,"142"0"-16,-230 71 15,71 52 17,-71 230-1</inkml:trace>
  <inkml:trace contextRef="#ctx0" brushRef="#br0" timeOffset="131847.87">20884 13935 0,'0'-36'16,"0"72"-16,0-124 15,0 35 17,-17 35-17,17 36-15,-18-1 32,-17 195-17,35-142 1,53-17-1,0-35-15,70-18 16,-17 0 15,-35-53-15,-36-17 0,-35 34-1,0 1-15,-35 0 31,17 17-15,0 18 0,1 35-16,-1 1 15,18 122 1,0-69 0,0-1-1,35-18 1,-17-52-16</inkml:trace>
  <inkml:trace contextRef="#ctx0" brushRef="#br0" timeOffset="132213.51">21484 13952 0,'-53'-35'31,"106"70"-31,-141 1 16,88 52 15,0-18-15,35-17 0,1-17-1,-19-36-15,18-18 16,18-35-1,-35-18 1,-18-17 0,0 53-16,-35-18 15,-18 18 1,18 35 0,17 35-1</inkml:trace>
  <inkml:trace contextRef="#ctx0" brushRef="#br0" timeOffset="132579.34">21819 13899 0,'0'0'16,"-17"-17"-1,-1 123 16,18-18-15,0-53-16,0 18 16,35-18-1,18-35 1,-18-17 0,18-72-1,-53 1 1,0 0-1,-53 18 17,36 52-32,-36 36 15,53 52 17,0-52-32</inkml:trace>
  <inkml:trace contextRef="#ctx0" brushRef="#br0" timeOffset="132897.81">22084 13952 0,'0'159'62,"0"-106"-46,35 53 15,36-89-15,-1-17-1,-17-52 1,-18-37 0,-35-16-1,0 52-15,-70-53 16,-1 53-1,1 53 1,52 70 0</inkml:trace>
  <inkml:trace contextRef="#ctx0" brushRef="#br0" timeOffset="133222.71">22807 14129 0,'0'0'16,"53"0"15,35 0-15,-17 0 0,-1 0-1</inkml:trace>
  <inkml:trace contextRef="#ctx0" brushRef="#br0" timeOffset="133364.81">22807 14305 0,'-70'18'15,"140"-36"-15,-140 53 16,105-35 0,124-17-1,-71-1 1,106-17-1</inkml:trace>
  <inkml:trace contextRef="#ctx0" brushRef="#br0" timeOffset="133727.51">23654 13917 0,'0'-53'15,"0"106"-15,0-141 16,0 70 0,0 71-1,0 71 1,0-1 0,17 1-1,19-36 1,-19-71-1</inkml:trace>
  <inkml:trace contextRef="#ctx0" brushRef="#br0" timeOffset="134076.66">23936 13935 0,'0'0'0,"-18"-71"15,-17 36 16,35 105-15,0-17-16,0 53 16,0-18-1,35-17 1,36-53 0,-36-18-16,36 0 15,-18-53 1,0-36 15,-53-16-15,0-1-1,-18 71-15,-53-1 16,1 36 0,35 53-1,17 18 1</inkml:trace>
  <inkml:trace contextRef="#ctx0" brushRef="#br0" timeOffset="134491.2">24377 13935 0,'-18'-18'15,"36"36"-15,-53 17 31,35 88 1,0-52-32,17 0 15,19-36 1,-1-35 15,0 0-31,36-18 16,-18-35-1,0-17 1,-36-18 0,-17 52-16,-17-52 15,-54 35 1,18 36 0,0 17-1,35 17 1,1 1-16,-18 88 15</inkml:trace>
  <inkml:trace contextRef="#ctx0" brushRef="#br0" timeOffset="134889.07">24765 13917 0,'0'0'0,"0"-18"16,0 107 15,0-1-15,0 0 0,18 18-1,17-71 1,18-35-1,35 0 1,0-35 0,-53 0-16,18-36 15,-35-17 1,-18 0 0,-71 17 15,-70 36-16,-53 105 17</inkml:trace>
  <inkml:trace contextRef="#ctx0" brushRef="#br0" timeOffset="137027.01">31538 13617 0,'0'0'0,"0"-88"31,-17 70-31,17 1 16,-89 123 0,19 17-1,17 1 17,35-1-17,107-88 1,69-17-1,54-18 1,-106-18-16,-36-17 16,-17 0-16</inkml:trace>
  <inkml:trace contextRef="#ctx0" brushRef="#br0" timeOffset="137220.07">31732 13652 0,'0'0'0,"-17"0"15,-19 0 1,19 0-16,-18 159 16,35-106-16,0 18 31,35 105-15,-35-70-1,35-53 16</inkml:trace>
  <inkml:trace contextRef="#ctx0" brushRef="#br0" timeOffset="138101.78">32032 13670 0,'0'0'16,"-35"-18"-16,17 18 15,1 89 1,17 17 0,17 17-1,71-52 1,-17-54 0,-18-34-1,-18-36 1,-35-88 15,-88-18-15,35 123 15,35 36-31,89 0 31,70 0-15,-17 0-1,-36 0 1,-53 0-16,-17 0 16,-18 36-1,-18 34 1,18 1 0,-18-36-16,18 36 15,0-18 1,18-18-1,35-17 1,-35-18-16,17 0 16,18-53-1,-53-18 1,0-17 0,-18 0 15,1-1 0,69 89-15,19 0-1,-53 0-15,17 36 16,18 140 0,-18-70-1,0-18 1,36-35-1,52-35 1,1-71 15,-36-53-31,-35-17 16,-35-19 15,-36 72-31,-282-1 16,194 89-1</inkml:trace>
  <inkml:trace contextRef="#ctx0" brushRef="#br0" timeOffset="138878.71">26935 13776 0,'35'-71'31,"-70"142"-31,123-159 0,18 52 15,-36 36 1,-52 71 0,-53 17-1,-54 0 1,54-52-16,-36 17 16,71-18-1,53 0 1,53 0-1,-35-17-15,17 17 32,-70 1-17,-124-19 17,53-17-32,-18 0 15,-87 0 1,140 0-1,71-35 1,0 0-16</inkml:trace>
  <inkml:trace contextRef="#ctx0" brushRef="#br0" timeOffset="139446.59">27746 13847 0,'0'-36'16,"0"72"-16,0-125 15,-35 89 1,-36 18 0,18 53-1,36 52 1,52-52 0,35-54-1,-34-17 1,-1 0 15,-17-17-31,-1-54 16,1 0-1,17 1 1,0 17 0,1 53-1,17 35 1,0 53-1,-18 18 1,0-53-16,0-18 16,71 54 15,35-107-15,-52-35-1,-72 0 1,18-53-1,-52-35 1,-213 18 15,160 123-31,-177 88 32</inkml:trace>
  <inkml:trace contextRef="#ctx0" brushRef="#br0" timeOffset="140377.44">16210 15505 0,'-18'-36'31,"36"72"-31,-71 105 47,18 159-15,35-248-32,0 1 15,0 18 1,35-71-1,18-18 1,-18-17-16</inkml:trace>
  <inkml:trace contextRef="#ctx0" brushRef="#br0" timeOffset="140588.7">16263 15646 0,'-35'-36'15,"70"72"-15,-70-89 16,35 35-16,35 0 15,53 1 1,-17-1 0,-18 18-1,-36 0-15,1 35 16,-18 18 15</inkml:trace>
  <inkml:trace contextRef="#ctx0" brushRef="#br0" timeOffset="140760.54">16334 15840 0,'0'0'0,"35"0"32,71-36-17,-71 36 16,0 0-15</inkml:trace>
  <inkml:trace contextRef="#ctx0" brushRef="#br0" timeOffset="140934.1">16334 16087 0,'-18'17'16,"36"-34"-16,-36 52 15,36-17 1,70-18 0,35 0-1,18-53 1,-70 35-16</inkml:trace>
  <inkml:trace contextRef="#ctx0" brushRef="#br0" timeOffset="141106.62">16863 15893 0,'0'0'0,"-18"0"16,36 17 0,123-17-1,-71 0-15,107-35 16,-54 17-1,-70 1 1</inkml:trace>
  <inkml:trace contextRef="#ctx0" brushRef="#br0" timeOffset="141312">17445 15681 0,'0'0'0,"53"35"31,-18 177 1,-70-106-17,-36-18 1,54-53-16,-1 0 16</inkml:trace>
  <inkml:trace contextRef="#ctx0" brushRef="#br0" timeOffset="141741.19">18556 15452 0,'0'0'0,"-35"-53"16,17 35 0,18 71 15,0 123-15,18-87-1,-1-1 1,36-53-1,-17-35-15</inkml:trace>
  <inkml:trace contextRef="#ctx0" brushRef="#br0" timeOffset="141947.26">18962 15540 0,'-53'-18'31,"106"36"-31,-230 88 31,124-36-31,1 18 16,-178 265 15,230-282-15,36-54-1</inkml:trace>
  <inkml:trace contextRef="#ctx0" brushRef="#br0" timeOffset="142377.41">18768 16175 0,'-18'-35'15,"36"70"-15,-1-123 16,107 17-1,-36 53 1,-53 18-16,-17 36 16,-18 17-1,-53 17 1,0-35 0,36 1-1,34-19 1,54 1 15,17 17-15,-35-17-16,-18 0 15,-88 87 17,-70-69-17,-1-19 1,54-34-1,87-71 1</inkml:trace>
  <inkml:trace contextRef="#ctx0" brushRef="#br0" timeOffset="142645.15">19667 15663 0,'0'-17'16,"0"34"-16,36-17 15,-1 18 1,18 17 0,17 53-1,-34-52-15,69 87 31,-87-105-15,0-18 0</inkml:trace>
  <inkml:trace contextRef="#ctx0" brushRef="#br0" timeOffset="142830.09">19985 15663 0,'-53'0'15,"106"0"1,-177 71-16,54 35 31,-124 176-15,123-212 0</inkml:trace>
  <inkml:trace contextRef="#ctx0" brushRef="#br0" timeOffset="145123.68">21043 15663 0,'0'124'31,"0"-248"-31,0 301 16,18-142-16</inkml:trace>
  <inkml:trace contextRef="#ctx0" brushRef="#br0" timeOffset="145743.03">20973 15505 0,'-18'-18'16,"36"36"-16,-107-36 15,19 71 1,-54 106 0,89-36-1,35-17 1,35-53-16,1-18 16,122 36-1,-34-71 1,-36-18-1,-53-53 17,-88-17-17,-52 53 1,-1 17 0,18 36-1,35 53 1,35-36-16,18 35 15</inkml:trace>
  <inkml:trace contextRef="#ctx0" brushRef="#br0" timeOffset="146131.22">21449 15716 0,'-53'-35'15,"35"35"-15,89 35 16,-195-70 0,71 229-1,53-88 17,18-71-32,35 36 15,35-54 1,-17-17 15,-18-53-15,-36 18-16,1-18 15,-36-106 1,-70 89 0,0 35-1,35 35 1,35 105-1,18-87 1</inkml:trace>
  <inkml:trace contextRef="#ctx0" brushRef="#br0" timeOffset="146461.34">21766 15769 0,'0'0'0,"-70"-35"31,70 70-31,-18 106 31,36-53-15,88 1 15,-36-89-15,-35-71-1,-17 1 1,-18 34-16,0-17 16,-18 18-16,-52-35 15,-18 70 1,52 0 0,19 35-1</inkml:trace>
  <inkml:trace contextRef="#ctx0" brushRef="#br0" timeOffset="146764.41">22031 15752 0,'-35'0'16,"70"0"-16,-88 52 15,53-16 1,0 17-1,0-18-15,18 18 16,52 35 0,-34-70-1,16-18 1,19-53 0,-18-71-1,-53 36 1,-88 0-1,-18 70 1,18 18 15</inkml:trace>
  <inkml:trace contextRef="#ctx0" brushRef="#br0" timeOffset="147058.1">22983 15981 0,'0'0'0,"-52"0"31,52 17-31,17-17 16,177 0-1,71 0 1,-230 0 0</inkml:trace>
  <inkml:trace contextRef="#ctx0" brushRef="#br0" timeOffset="147197.87">23142 16140 0,'-88'0'31,"176"0"-31,-53 0 16,177 0 0,-88 0-1</inkml:trace>
  <inkml:trace contextRef="#ctx0" brushRef="#br0" timeOffset="148069.26">23954 15893 0,'-53'-18'16,"106"36"-16,-124-71 0,53 35 16,1-17-16,17 0 15,0-36 1,53 71-1,35 0 17,-53 35-32,0 18 0,1 141 15,-54-70 17,-70-54-17,0-35 1,17-35-1,53-35 1,18-35 0,36-1-1,-1 53 1,0 18-16,18 0 16,0 36-1,35 17 1,18-36-1,-53-17-15,53 0 16,-36-35 0,-34-36-1,-19-17 1,-17 53 0,-35 0-16,-35-18 31,34 53-16,19 35 1,17 36 0,35 70-1,35-88 1,-17-18 0,0-35-1,0-18 1,-53 1-16,18-54 15,-18 1 1,-53-19 0,-18 54-1,54 17-15,-1 18 16,-17 36 0,35-19-1</inkml:trace>
  <inkml:trace contextRef="#ctx0" brushRef="#br0" timeOffset="148410.31">24765 15822 0,'0'0'0,"-53"-18"16,35 18-16,1 0 15,-1 124 1,18-36-1,53-17 1,-35-54-16,-1 1 16,54-18-1,-53-18 17,-1-52-17,-17-1 1,-123-70-1,105 141 17,0 18-32</inkml:trace>
  <inkml:trace contextRef="#ctx0" brushRef="#br0" timeOffset="148711.14">24994 15857 0,'0'18'47,"-17"158"-16,34-105-15,36-18-1,-18-53-15,36 0 16,17-35-1,-35-54 1,-35-16 0,-18 52-16,-71-36 15,-35 54 1,18 53 0,18 52-1</inkml:trace>
  <inkml:trace contextRef="#ctx0" brushRef="#br0" timeOffset="149372.24">25523 14975 0,'0'0'15,"-17"-123"1,17 88 15,0 264-15,0 36 15,0 70-15,0 511-1,0-599 1,53-88-1,-18-124 17</inkml:trace>
  <inkml:trace contextRef="#ctx0" brushRef="#br0" timeOffset="150444.54">31838 15381 0,'0'0'16,"-17"-88"-1,-1 88-15,0-18 16,-105 71-1,52 88 1,36 18 0,35-35-1,106 17 1,-18-124 0,0-17-1,-53-35 1,-17-18 15,-36 18-31,-52 0 16,-54 35-1,36 17 1,71 36 0,17-35-16</inkml:trace>
  <inkml:trace contextRef="#ctx0" brushRef="#br0" timeOffset="150792.37">32244 15540 0,'0'0'0,"-53"-35"15,18 35-15,-1 17 16,1 142-1,35-53 1,71-36 15,-36-52-31,0 0 16,53-18 0,-35-71-1,-53 1 1,0-36-1,-88-18 1,53 107 0,0 17-1,35 17 1</inkml:trace>
  <inkml:trace contextRef="#ctx0" brushRef="#br0" timeOffset="151108.26">32508 15487 0,'0'0'15,"-70"35"1,52 0 0,18 18-16,18 53 15,35-35 1,-36-54-1,36-17 1,-17 0 0,-1-70-1,-35-1 1,0 36-16,-35-53 16,-18 53-1,17 17 1,19 36-1,17-1-15</inkml:trace>
  <inkml:trace contextRef="#ctx0" brushRef="#br0" timeOffset="151407.94">32844 15469 0,'-36'0'16,"72"0"-16,-107 53 15,71 35 1,18 1 15,17-36-31,53-18 0,0-18 32,1-34-17,-37-54 1,-34-35-1,-71-52 1,-53 105 0,-35 53-1,71 35-15</inkml:trace>
  <inkml:trace contextRef="#ctx0" brushRef="#br0" timeOffset="152923.57">26758 15716 0,'-88'-70'31,"176"140"-31,-176-211 15,141 141 17,0-18-17,-18 18-15,0 0 16,18 0 0,-35 0-1,-36 0 95,18-17-95,-17 17-15,-1-35 16,0 35 15,-35 17 0,1 18-31,-1 36 16,0 35 0,53-36-1,35-17 1,88-35-1,142-18 1,-106-18 0,-89-35-1,-70 36-15,0-18 16</inkml:trace>
  <inkml:trace contextRef="#ctx0" brushRef="#br0" timeOffset="153114.17">27005 15469 0,'-18'0'16,"1"0"-16,52 0 0,-88 106 15,53 35 1,0 18 15,0-88-31,0 70 16,18-53-1,-1-53-15</inkml:trace>
  <inkml:trace contextRef="#ctx0" brushRef="#br0" timeOffset="153427.81">27323 15646 0,'0'0'0,"-36"17"15,19 89 1,17 18 0,17-19 15,124-34-15,-88-124-1,-17-53 16,-36 71-31,0-36 16,-53-70 0,0 141-1,-18 0 1,54 36-16</inkml:trace>
  <inkml:trace contextRef="#ctx0" brushRef="#br0" timeOffset="153778.84">27799 15752 0,'0'0'0,"-18"0"15,-35 0 1,18 194-1,88-142 1,0-16 0,-18-19-1,-17-17-15,35-35 32,-36-35-17,-17-36 1,-17 18-1,-19 52 1,1 19 0,0 34-16,17 1 15</inkml:trace>
  <inkml:trace contextRef="#ctx0" brushRef="#br0" timeOffset="154109.21">28187 15752 0,'-35'-18'16,"70"36"-16,-106 52 16,71-17-1,18 0-15,17-18 16,-17 0-1,70 18 1,-35-53 0,0-35-1,-18-53 1,-17-53 0,-53 35-1,-71 88 1,-71 54-1,72-1 1</inkml:trace>
  <inkml:trace contextRef="#ctx0" brushRef="#br0" timeOffset="155040">16581 17268 0,'0'0'0,"-18"-35"15,18 18 1,0 34 15,-18 177-15,18-70-1,0-36 1,0-35-16,18-18 16,35 0-1</inkml:trace>
  <inkml:trace contextRef="#ctx0" brushRef="#br0" timeOffset="155244.68">16633 17321 0,'0'0'16,"-35"-70"-1,264 17 17,-123 35-17,-35 18 1,-53 36-1,-18-1-15</inkml:trace>
  <inkml:trace contextRef="#ctx0" brushRef="#br0" timeOffset="155402.15">16775 17498 0,'-53'17'31,"106"-34"-31,-89 52 16,124-35-1,54 0 17,122-53-17</inkml:trace>
  <inkml:trace contextRef="#ctx0" brushRef="#br0" timeOffset="155701.75">17762 17533 0,'-53'0'31,"106"0"-31,0 0 16,124 0-1,-1-18 1,-17 1 0,-36-1-1</inkml:trace>
  <inkml:trace contextRef="#ctx0" brushRef="#br0" timeOffset="155892.12">18327 17339 0,'0'0'16,"17"0"0,36 71-1,-17 17 1,-19 88-1,-70-35 1,-35-35 0</inkml:trace>
  <inkml:trace contextRef="#ctx0" brushRef="#br0" timeOffset="157234.06">19297 17462 0,'0'0'0,"0"-17"16,0-1-16,88-52 16,-17 52-1,-36 18 1,-17 0-16,-18 53 15,-18 17 1,-35 1 15,0-36-15,35-17 0,18 0-1,36-1 1,34 19-1,1-1 1,-36-18-16,-17 1 16,-18 0-1,-71-1 1,-35 1 0,53 0-1,-17-18-15,52 0 16,54-36-1,16 1 1</inkml:trace>
  <inkml:trace contextRef="#ctx0" brushRef="#br0" timeOffset="157502.01">19914 17357 0,'0'0'15,"0"-36"-15,0 54 32,-70 88-17,17-18-15,0 18 16,0 17-16,-53 160 16,36 16-1,17-69 1,53-54-1,53-105 1,-18-54 0</inkml:trace>
  <inkml:trace contextRef="#ctx0" brushRef="#br0" timeOffset="157707.47">19967 17974 0,'0'0'15,"-17"-18"1,17 71 15,-18 71-15,18 17 0,35-35-1,-17-53-15,-1-36 16</inkml:trace>
  <inkml:trace contextRef="#ctx0" brushRef="#br0" timeOffset="158025.18">20161 17921 0,'-53'0'16,"106"0"-16,-141 71 15,88 70 1,35-18 15,1-70-31,105-18 31,-106-87-15,-17-37 0,-18-17-1,-18 54-15,-53-37 16,19 54-1,34 35 1</inkml:trace>
  <inkml:trace contextRef="#ctx0" brushRef="#br0" timeOffset="158292.68">20496 17462 0,'0'0'0,"18"36"16,53 34 15,34 1-15,-16-18-1,-19-18 1,-35-17 0,-17-18 15</inkml:trace>
  <inkml:trace contextRef="#ctx0" brushRef="#br0" timeOffset="158467.41">20884 17462 0,'0'0'16,"-17"-17"0,-1 17-1,-70 88 1,17 0 0,1 0-1,35-35-15,17-17 16,0-1-1,18-17-15</inkml:trace>
  <inkml:trace contextRef="#ctx0" brushRef="#br0" timeOffset="159320.37">21184 17410 0,'-35'-53'32,"70"106"-32,-52-124 15,87 71 1,54 18-1,-89 70 1,-35 0 0,-35 0-1,-36-35 1,53-35-16,-34-1 16,87-17 46,53-35-46,-35 18-16,141-54 15,-88 0 1,-53 36-16,-36 0 16,1-18 15,-53 35 0,17 36-15,0 52-1,36 36 1,17-53 0,18-53-1,-35 0-15,0 0 16,34-53-1,-52-35 1,-17 0 0,-18 35-1,-36 35 1,36 54 0,35-19-1</inkml:trace>
  <inkml:trace contextRef="#ctx0" brushRef="#br0" timeOffset="159636.01">22066 17357 0,'-17'0'16,"34"0"0,-52 0-16,17 0 0,1 35 15,17 71 1,17-36-1,36-34 17,-17-19-32,16-17 15,-34-17 17,0-125-17,-36 90 1,-35-1-1,36 53 1</inkml:trace>
  <inkml:trace contextRef="#ctx0" brushRef="#br0" timeOffset="159937.1">22366 17339 0,'-35'0'16,"70"0"-16,-70 71 15,35 17 1,35-18 0,-17-52-16,-1 0 15,1-1 1,17-17-1,1-35 1,-19-36 0,-17-34-1,-53 52 1,0 53 0,36 0-1</inkml:trace>
  <inkml:trace contextRef="#ctx0" brushRef="#br0" timeOffset="160221.09">22878 17568 0,'17'0'16,"71"0"-1,36-35 1,-54 17 0,-34 18-1</inkml:trace>
  <inkml:trace contextRef="#ctx0" brushRef="#br0" timeOffset="160363.44">22966 17692 0,'0'17'16,"35"-17"15,106-17-15,-88-1-1</inkml:trace>
  <inkml:trace contextRef="#ctx0" brushRef="#br0" timeOffset="160837.63">23918 17339 0,'0'0'0,"18"-88"15,-71 88 1,-18 70-1,1 36 1,52 88 15,71-88-15,53-53 0,0-35-1,-18-36 1,-53-17-16,-17-36 15,-18 18 1,-53 0 0,-35 53-1,35 0 1,0 18-16,-35 88 16,88-36-1,17-52 1</inkml:trace>
  <inkml:trace contextRef="#ctx0" brushRef="#br0" timeOffset="161390.87">24465 17480 0,'0'-35'15,"0"70"-15,-18-88 16,-17 53-1,18 53 1,17 35 0,17 18-1,18-71 1,1-17 15,17-71 0,-18-159 1,-17 177-17,-1 18 1,1 17-16,35 35 16,0 35-1,-18 1 1,36-18-1,-19-18 17,54-17-17,-53-53 1,0-18 0,-53 17-16,0-17 15,0 18-15,-35-53 16,-36 35-1,18 35 1,0 36 0</inkml:trace>
  <inkml:trace contextRef="#ctx0" brushRef="#br0" timeOffset="161802.51">25682 16528 0,'0'-18'16,"0"36"-16,-17-54 16,17 54-1,0 88 1,-18 123 0,0 230-1,1-195 1,-36-34-1,17-1 1,-16-17 0,52-124-16,-18 35 15,18-70 1,18-35 0</inkml:trace>
  <inkml:trace contextRef="#ctx0" brushRef="#br0" timeOffset="162671.34">31362 16898 0,'0'0'0,"-18"0"16,1 0-1,17 35 1,0 1-16,0 17 15,-18 105 1,0-70 0,18-17-1,0-36-15,18-17 16,35-18 0</inkml:trace>
  <inkml:trace contextRef="#ctx0" brushRef="#br0" timeOffset="163064.18">31556 17074 0,'0'0'16,"18"-70"15,-18 52-15,0 36 0,-18 0-1,18 17-15,-18 53 16,18-17-1,0-1 1,18-17 0,0-35-16,35-18 15,35 0 1,-18-36 0,-34-34-1,-36-36 1,0 53-16,-36-35 15,-34 35 1,-1 53 0,36 0-1,17 18 1,18-1 0,0 36-16</inkml:trace>
  <inkml:trace contextRef="#ctx0" brushRef="#br0" timeOffset="163459.97">32120 17022 0,'0'-18'16,"0"36"-16,-17-36 15,-19 53 1,19 36-1,17 35 1,0-36 0,0-52-16,53 17 15,0-35 17,17 0-17,1-141 1,-71 88-16,0-35 15,-53 17 17,0 36-17,0 35 1,35 0-16,1 53 16,17 0-1</inkml:trace>
  <inkml:trace contextRef="#ctx0" brushRef="#br0" timeOffset="163823.72">32491 17004 0,'0'0'16,"0"-18"15,0 142 0,35 52 0,18-123-31,0-35 32,35-18-17,0-53 1,-52 17-16,17-52 15,-36-18 1,-34 18 0,-36 53-1,0 35-15,0 0 32,-88 53-32</inkml:trace>
  <inkml:trace contextRef="#ctx0" brushRef="#br0" timeOffset="164579.79">31150 15505 0,'-53'-36'16,"106"72"-16,-123-89 15,52 88 1,-17 159 0,-18 194-1,0 124 1,35-248-16,-17 248 15,0-54 1,17-52 0,0-124 15,18-194-31,0 1 16,0-89-1</inkml:trace>
  <inkml:trace contextRef="#ctx0" brushRef="#br0" timeOffset="165282.88">31291 17022 0,'0'-18'16,"0"36"-16,-35-36 47,-35 36-32,52-18-15,-17 0 16,-1-36 0,36 1-1,0 0 1,18 17-16,35 18 15,-35 0 17,70 18-17,-18 140 1,-70-34 0,0-71-1,-35 53-15,-18-53 31,-17-18 1,17-70-17,35 17-15,-17-35 16,35 18 0,53 52 15,70 89-16,-52 0 1,-1 0 0,-52-71-16,-1 0 15</inkml:trace>
  <inkml:trace contextRef="#ctx0" brushRef="#br0" timeOffset="176026.1">26811 17286 0,'-18'0'16,"36"0"-16,-53-18 15,17 18 1,18 71 0,0-18-16,0 17 15,18 89 1,-1-71-1,1 1 1,-18-54-16,18-17 16,-1-18-1</inkml:trace>
  <inkml:trace contextRef="#ctx0" brushRef="#br0" timeOffset="176464.26">27005 17462 0,'0'-70'31,"0"140"-31,-18-140 31,18 105-15,0 89 0,36-36-1,17-35 1,17-36-1,1-52 1,-36-18 0,-35-35-1,0 17 1,-18 36 15,1 70 0,17 142-15,0-124 0,0 0-1,17 70 1,1-70 0,35-35-1</inkml:trace>
  <inkml:trace contextRef="#ctx0" brushRef="#br0" timeOffset="177004.3">27534 17498 0,'0'0'16,"0"-18"0,-17 18-16,-1 0 15,0 0 1,1 88-1,17 1 1,0-54-16,35 18 16,18-18-1,0-35 1,0 0 0,-36-35-16,-17-1 15,18-69 1,-18 52-1,0 35 1,18 18 0,-1 0-16,54 53 31,-18 35-15,17 0-1,-34-35 1,17 0-1,-36-53-15,36 18 16,18-36 0,-18-35-1,-18-35 1,-35 35-16,-18-88 16,-52 53-1,-19 35 1,-34 71-1,52 17 1,1-18-16</inkml:trace>
  <inkml:trace contextRef="#ctx0" brushRef="#br1" timeOffset="184913.93">22260 18556 0,'0'0'0,"-106"0"15,212-18 1,247-52 0,-88 17-16,34 0 31,777-106-15,-335 89-1,-70 17 1,-178 18-1,-210-1 1,-213 36-16,-34 0 16,-178 0-1,19 0-15</inkml:trace>
  <inkml:trace contextRef="#ctx0" brushRef="#br1" timeOffset="191271.16">24677 9525 0,'0'0'0,"-124"-194"16,-52 88-1,-106 36 1,88 52-16,-265 53 16,0 106-1,107 89 1,193 122 0,159-158-1,35 0-15,477 300 31,-18-300-15,35-123 0,18-106-1,158-177 1,-458-17 0,-247-71-1,-229-53 1,-212 71-1,176 211-15,-299 36 16,88 141 0</inkml:trace>
  <inkml:trace contextRef="#ctx0" brushRef="#br1" timeOffset="192122.21">24959 13441 0,'-71'-88'15,"142"176"-15,-300-265 31,-353 248-15,-18 352 0,318-105-1,193-36 1,142 0 15,177-70-15,-72-142-16,36-34 15,424-54 1,-230-105 0,-71-54-1,-123-70 1,-123-176 15,-194 158-15,-177 89-1,-106 141 1</inkml:trace>
  <inkml:trace contextRef="#ctx0" brushRef="#br1" timeOffset="193493.6">9137 11395 0,'-71'0'32,"142"0"-32,-142-36 15,177-16 1,-18 34-1,1 18 1,-89 70 0,-53 36-1,-18 0 1,18-53 0,53-18-1,0-17-15,53 17 31,106 53 1,-141-17-17,-124-36 17,-18 1-17,36-19 1,70-17-16,36-35 31</inkml:trace>
  <inkml:trace contextRef="#ctx0" brushRef="#br1" timeOffset="194298.52">9878 11324 0,'0'0'16,"-53"-35"-1,18 35-15,-1 0 16,-70 88 15,54 124-15,69-124 15,1-70-31,70-1 16,0-17-1,-35-53 1,-53-17 0,0 34-16,0-16 15,-18-37 1,18 36 0,18 18-1,53 0 16,52 17-15,-88 18 0,-17 53-1,-18 18 1,0 17 0,0-53-16,35 0 15,18 1 1,-17-36-1,16-18 17,-34-35-17,-18-35 1,0 17 0,18 36-1,-18 18-15,0-1 31,17 18 16,19 35-31,-19-35 0,-34-17 62,-1-1-63,0 18 1</inkml:trace>
  <inkml:trace contextRef="#ctx0" brushRef="#br1" timeOffset="195262.29">25100 15522 0,'0'0'0,"18"-106"16,-71-17-1,-18 70-15,-140-18 16,-89 71 0,-106 142-1,18 140 17,229-141-32,36 18 0,35 317 15,317-229 1,194-88-1,-158-124 1,-1-35-16,513-53 16,-407-71 15,-158-105-15,-177-88-1,-264-142 1,-107 230-1,-122 158 1</inkml:trace>
  <inkml:trace contextRef="#ctx0" brushRef="#br1" timeOffset="196297.18">9031 11800 0,'0'0'0,"-35"0"15,246-88 1,142-53 0,-159 53-16,265-71 15,-36 18 1,-123 35-1,-141 71 17,-142 35-32,1 0 15,-18 123 1,0-70 0</inkml:trace>
  <inkml:trace contextRef="#ctx0" brushRef="#br1" timeOffset="196722.79">12506 11553 0,'0'0'0,"-124"0"31,107 71-15,70 88 0,70-89-1,-17 1 16,-35-36-15,-54-17 0,-87 17-1,-54 0 1,36-35 0,70 0-1,18-35 1</inkml:trace>
  <inkml:trace contextRef="#ctx0" brushRef="#br1" timeOffset="196879.55">12453 11571 0,'-53'-18'16,"106"36"-16,-88-53 15,88 17 1,105 1-1,19-1 1</inkml:trace>
  <inkml:trace contextRef="#ctx0" brushRef="#br1" timeOffset="197509.12">13212 11483 0,'-36'0'31,"72"0"-31,-125 35 16,72 18-16,-19 0 16,19 88-1,17-70 1,35-54 0,36-17-1,-36-35 1,-17-36 15,-1-70-15,18 124-1,1-1 1,52 0 0,-18 71-1,1 18 1,0-18-1,-1-36 17,-35-17-32,-17-17 15,17-36 17,-17 18-17,70 52 1,0 19-1,-52-19-15,-1-17 16,35-17 0,-87-125 31,-89 54-32,53 71-15,-88-1 16,35 53-1,0 71 1</inkml:trace>
  <inkml:trace contextRef="#ctx0" brushRef="#br1" timeOffset="198736.37">24165 11571 0,'18'-88'16,"-36"176"-16,18-282 15,-106 124 1,-88 52-1,-88 53 1,-265 247 0,265 1-1,159 16 17,140 19-17,195-53 1,-53-160-16,229 19 15,53-89 1,17-70 0,-34-106-1,-248 17-15,89-158 16,-142-88 0,-193-1-1,-301 142 1,124 176-16,-35 53 15,17 18 1</inkml:trace>
  <inkml:trace contextRef="#ctx0" brushRef="#br1" timeOffset="200738.04">23583 7761 0,'-35'-35'15,"70"70"-15,-476-194 16,36 124-1,-89 141 1,17 123 0,160 71-1,246-124-15,71 160 16,212-54 15,176-71-15,353-105-1,-477-106 1,389-158 0,-388-72-1,-142-140 1,-123 158-16,-53 1 16,-458-230-1,-107 370 1,-105 106-1</inkml:trace>
  <inkml:trace contextRef="#ctx0" brushRef="#br1" timeOffset="201163.59">23072 7743 0,'-18'0'16,"36"0"-16,-36 36 15,18-19-15,0 1 16,71-18 0,34-71-1,37-70 1,16-17-1,19-36 17,-54 105-32,124 1 15,-141 71 1</inkml:trace>
  <inkml:trace contextRef="#ctx0" brushRef="#br1" timeOffset="202156.58">24818 17074 0,'0'0'0,"35"-35"15,-52-35 1,-72-1 0,1 53-16,-106 1 15,-123 105 1,-54 141 0,54 71-1,211-123-15,0 175 16,141-52-1,142-106 1,105-88 0,-88-88-1,0-18 1,423-159 0,-264-123-1,-106-124 1,-141-17-1,-318-1 1,-193 354 0,-142 105-1</inkml:trace>
  <inkml:trace contextRef="#ctx0" brushRef="#br1" timeOffset="204530.5">12788 12577 0,'0'0'0,"-35"-18"15,35 106 32,0 106-31,18-70-1,17-36 1,0-53-16,-17-17 16</inkml:trace>
  <inkml:trace contextRef="#ctx0" brushRef="#br1" timeOffset="204928.56">13106 12524 0,'-18'-18'16,"36"36"-16,-54-54 16,36 54 15,53 88-15,18-36-1,-36-34 1,36-19-1,-1-52 1,-34-36 0,-36-17-1,0-18 1,0 124 31,0 141-16,0-106-31,35 141 31,0-124-15,0-70-16</inkml:trace>
  <inkml:trace contextRef="#ctx0" brushRef="#br1" timeOffset="205496.84">13811 12400 0,'-17'-35'15,"-19"35"-15,89 35 0,-123-88 16,52 71 15,0 158-15,18-140-16,53 16 15,0-34 1,0-18 0,0-35 15,-35 0-31,-1-1 16,-17-87-1,0 35 1,0 52-1,0 19 1,18 34 0,53 36 15,105 141-15,-141-158-16,0-1 15,71 18 16,-53-53-15,71-194 0,-107 53-1,-34-1 1,-54 72 15,-35 52-15,36 36-1,17 17 1,-106 53 0</inkml:trace>
  <inkml:trace contextRef="#ctx0" brushRef="#br1" timeOffset="205843.42">11853 13811 0,'0'0'0,"0"0"31,300-88-15,706-300-1,-407 194 1,-87 53 15,-300 88-31,-54 0 16,72-35 0,-213 70-1,-70 18 1,0 0-16</inkml:trace>
  <inkml:trace contextRef="#ctx0" brushRef="#br1" timeOffset="206425.26">13176 13829 0,'0'0'0,"-35"-88"16,0 70 0,-1 36-1,-34 123 1,17 53-1,35-106-15,18 53 16,18-35 15,123-53-15,-70-88 15,-71-18-15,-18-18-1,-70 36 1,0 17 0,-1 89-1,89-1 1,0-52 0</inkml:trace>
  <inkml:trace contextRef="#ctx0" brushRef="#br1" timeOffset="206850.05">13476 13864 0,'-18'-35'16,"36"70"-16,-53-88 31,35 194-15,88-17 15,-17-71-15,-1-53-1,1 0 1,-36-53 0,-17 18-16,-1-54 15,-17 1 1,-17 35-1,-19 53 1,19 53 15,-1 176-15,18-140 0,0-19-1,18-52-15,35 35 16,-18-53-1</inkml:trace>
  <inkml:trace contextRef="#ctx0" brushRef="#br1" timeOffset="207419.18">14129 13864 0,'-18'-35'16,"0"17"-16,54 71 0,-89-106 15,35 53 17,-17 124-17,35-36 1,18-18 15,70-52 0,-71-36-15,19-52 0,-19-71-1,-17 70 1,18 54 15,35 70-15,0 52-1,17-34 1,1-18 15,-36-36-31,0 1 0,54-18 32,-19-70-17,1-19 1,-36-16-1,-70-90 1,-89 143 0,-52 87-1,-18 88 1</inkml:trace>
  <inkml:trace contextRef="#ctx0" brushRef="#br1" timeOffset="207766.77">13353 15099 0,'0'0'0,"-53"-35"16,0 123-1,53 53 1,0-53-16,0-17 15,53 105 1,17-141 0</inkml:trace>
  <inkml:trace contextRef="#ctx0" brushRef="#br1" timeOffset="208033.28">13582 15240 0,'0'-35'15,"0"70"-15,18-123 16,34 53-16,1 17 16,53 36-1,-88 70 1,-53 35 0,-54-17-1,1-35 1,71-71-1,52 0 1,88-53 0,54-53-1,-107 53-15</inkml:trace>
  <inkml:trace contextRef="#ctx0" brushRef="#br1" timeOffset="208222.18">14305 14922 0,'0'-17'16,"0"-1"0,18-17-1,70-18 1,-35 18 0,-35 35-16,-54 0 31,1 0-16</inkml:trace>
  <inkml:trace contextRef="#ctx0" brushRef="#br1" timeOffset="208569.54">14270 14852 0,'-35'35'15,"70"-70"-15,-88 141 16,53-18 0,-18 0-1,18-35 1,-17 0-16,17-35 31,0-71 16,88-53-31,0 71-1,-35 35 1,-18 0-16,-17 0 15,0 35-15,-18 35 16,-36 19 0,-34-19-1,-1 1 1,71-107 15</inkml:trace>
  <inkml:trace contextRef="#ctx0" brushRef="#br1" timeOffset="208885.58">14693 14746 0,'0'0'16,"-17"106"15,-1 106-15,18-89-1,53-52 1,17-71 0,19 0-1,-37-36-15,72-87 16,-18-36 0,-89-17-1,-105 35 1,-53 141-1,-53 88 1,106-18 0</inkml:trace>
  <inkml:trace contextRef="#ctx0" brushRef="#br1" timeOffset="209283.16">11994 16545 0,'-52'18'16,"104"-36"-16,1 36 16,71-53-16,70-18 15,547-194 1,-159 70 0,-18 19-1,-105 17 1,-265 70-16,-35 18 15,52-88 1,-246 123 0,-124 1-1</inkml:trace>
  <inkml:trace contextRef="#ctx0" brushRef="#br1" timeOffset="210321.23">12753 16898 0,'0'0'16,"159"-159"0,-36 106 15,-52 36-15,-54 105-1,1 177 1,-53-107-1,17-52 1,18-53 0,0-18-1,18-17 1,35-18-16,-18-35 16</inkml:trace>
  <inkml:trace contextRef="#ctx0" brushRef="#br1" timeOffset="210478.64">12912 17127 0,'0'0'32,"211"-88"-17,36 0 1,-123 35-1</inkml:trace>
  <inkml:trace contextRef="#ctx0" brushRef="#br1" timeOffset="210808.26">13988 16439 0,'0'-35'16,"-18"18"-16,36 69 0,-54-104 15,-17 87 1,1 88-1,-1 36 1,17 0 0,36-89-16,0-17 15,71 18 17,52-71-1,-70-71-16,-53 36-15,0-18 16,-70 35 0,-36 18 15,0 71-31</inkml:trace>
  <inkml:trace contextRef="#ctx0" brushRef="#br1" timeOffset="211059.65">14270 16598 0,'-18'-35'16,"36"70"-16,-36-88 31,71 18 0,53-18-15,-18 18-1,-53 17-15,-17 18 16,-53 0 0</inkml:trace>
  <inkml:trace contextRef="#ctx0" brushRef="#br1" timeOffset="211406.79">14305 16510 0,'-18'0'16,"36"0"-16,-53 35 16,17 53-1,1 18 1,17-70-16,0-1 16,0 0-1,17-35 16,36-70-15,18-1 0,-1 36 15,1 35-15,-36 17-1,-17 1-15,-18 35 16,-53 88-1,-18-70 1,18-18 0,36-53-1,52-53 1</inkml:trace>
  <inkml:trace contextRef="#ctx0" brushRef="#br1" timeOffset="211705.29">14746 16369 0,'0'-18'16,"0"36"-16,0 17 16,0 71-1,35 53 17,36-106-17,-1-53 1,19-36-1,-1-52 1,-53 18-16,0-1 16,-17-141-1,-106 142 1,-53 52 0,0 89-1,52-18 1</inkml:trace>
  <inkml:trace contextRef="#ctx0" brushRef="#br1" timeOffset="212098.95">12506 17833 0,'0'0'15,"0"18"1,159-18 0,352-142-1,-35 1 1,71-17-1,0 52 1,70 0 0,-423 71-1,-141 35 1,-106 0 31,1 17-47</inkml:trace>
  <inkml:trace contextRef="#ctx0" brushRef="#br1" timeOffset="213343.65">14552 17780 0,'0'0'16,"18"-35"-1,-89 35 1,1 0-1,17 35-15,17 18 16,1 0-16,-18 106 16,53-18-1,35-18 1,54-70 0,-1-35-1,0-54 1,-88-34-1,0-18 1,-70 52 0,-19 19 15,54 34-31,-18 54 16,35 17-1,36-35 1,0-53-16</inkml:trace>
  <inkml:trace contextRef="#ctx0" brushRef="#br1" timeOffset="-213951.7">14129 18503 0,'229'-229'15,"-458"458"-15,670-652 16,-230 246-1,-70 54 17,-70 17-17,-89 36 1,-17 17-16</inkml:trace>
  <inkml:trace contextRef="#ctx0" brushRef="#br1" timeOffset="-213589.2">12647 17374 0,'-70'18'16,"140"-36"-16,-123 54 15,124-36-15,176-18 16,-71-17 0,565-248-1,-177 54 17,-35 0-17,-282 123-15,-17 0 16,246-141-1,-317 177 1,-142 17 0,-70 53-1,-123 17 1</inkml:trace>
  <inkml:trace contextRef="#ctx0" brushRef="#br1" timeOffset="-212768.99">12894 16034 0,'0'0'15,"-35"-53"1,35 35-16,0 36 47,0 123-32,0-53 1,0-53 0,0-105 46,0-36-46,0 35-16,0 1 15,0 105 17,0 177-1,0-53-15,17-18-1,19-35 1</inkml:trace>
  <inkml:trace contextRef="#ctx0" brushRef="#br1" timeOffset="-206588.39">13494 16157 0,'0'0'0,"-36"0"47,-52 0-16,35 0-31,0 0 16,18 0-1,18-53 1,17 18-16,17-18 16,18 18 15,89 17 0,-54 71-15,-17 35-1,-53 18 1,0-18 0,-70 18-1,35-53-15,-36 18 16,0-54-1,19-17 17,34-106-17,18 1 1,35 69 0,0 19-1,18 34 1,0 1-16,0 17 15,71 36 1,-36-54 0,-35-17-1,-18 0-15,0-17 16</inkml:trace>
  <inkml:trace contextRef="#ctx0" brushRef="#br1" timeOffset="-197154.44">13952 15893 0,'0'0'0,"-17"-18"15,17-17-15,35-1 16,36-16 0,17 34-1,18 71 1,-54 53-1,-16-1 1,-19-16 0,-17-36-1,0-18-15,0-18 16,0 36 0,0-17 15</inkml:trace>
  <inkml:trace contextRef="#ctx0" brushRef="#br1" timeOffset="-196688.02">13935 16140 0,'0'0'16,"0"-36"-1,17 19-15,72-36 16,34-18-1,36-17 1,-36 17 0,-70 36-16,18-18 15,-54 18 1,-34 35 15,-19 0-15,19 18-16,-1 17 15,36 35 17,123 19-17,-35-36 17,-71-36-17,-17 1 1,-36 17-1,-35 18 17,18-35-32,-36 17 15,18-53 1</inkml:trace>
  <inkml:trace contextRef="#ctx0" brushRef="#br1" timeOffset="-196547.32">14605 15681 0,'71'-71'16,"-19"36"-16,-175 141 0,299-247 16,-87 88-16,52-18 15,-18 36 17,-88 35-32</inkml:trace>
  <inkml:trace contextRef="#ctx0" brushRef="#br1" timeOffset="-195145.01">1764 12171 0,'-265'141'16,"530"-282"-16,-830 441 31,565-300-15,194-71-1,195-105 1,87-89-1,-212 106-15,-17 18 16,424-211 0,-372 210-1,-157 72 1,-125 70 0,-70 106 15</inkml:trace>
  <inkml:trace contextRef="#ctx0" brushRef="#br1" timeOffset="-32261.72">26088 18574 0,'0'0'15,"-617"247"17,546-212-32,36-17 15,123-1 1,282-105-1,283-159 1,176-88 0,53 53-1,-459 158-15,371-52 16,-194 52 0,-212 54-1,-212 35 1,-158 17-16,-71 18 31</inkml:trace>
  <inkml:trace contextRef="#ctx0" brushRef="#br1" timeOffset="-25593.62">28522 9507 0,'0'0'0,"-141"-282"31,-141 212-15,-177 87-1,-423 213 1,282 34 15,-105 371-15,705-494-1,123-17 1,777 87 0,-53-211-1,-18-105 17,688-354-1,-1306 212-16,-281-18 1,-301 54 0,107 158-16,-54 35 15,-387 89 1</inkml:trace>
  <inkml:trace contextRef="#ctx0" brushRef="#br1" timeOffset="-22135.66">28081 14905 0,'0'0'15,"-194"-53"1,-106 35 0,-247 124-1,177 53 16,88 70-15,105 71 0,195 176-1,229-211 1,123-142 0,107-87-1,299-230 1,-282 0-1,-89-36 1,-105-17 0,-159 18 15,-141 123-31,-194-123 16,-194 70-1,-123 141 1,-89 89-1,335-18-15</inkml:trace>
  <inkml:trace contextRef="#ctx0" brushRef="#br1" timeOffset="-17550.31">27958 7849 0,'-36'-17'16,"72"34"-16,-372-87 15,72 105 1,-36 53 15,-194 194-15,177 18-1,140 53 1,177-35 0,88-195-16,54-35 15,52 0-15,35-52 16,582-36 0,-193-141-1,-107-53 1,-193-71-1,-195-282 1,-317 177 0,-264 158 15,158 194-31,-1129 301 16</inkml:trace>
  <inkml:trace contextRef="#ctx0" brushRef="#br1" timeOffset="-16637.18">27887 13106 0,'0'0'0,"-35"-141"16,-142 35-1,-122 53 1,-90 106-1,-263 352 1,317 19 0,229-1-1,229-123 1,248-141 0,-124-142-16,352-87 15,54-124 1,-18-88-1,-141-18 1,-212-35 0,-335-177-1,-300 300 1,-158 177 0,211 106-1,18 34 1,0 1-16,-1 18 15</inkml:trace>
  <inkml:trace contextRef="#ctx0" brushRef="#br1" timeOffset="-15267.57">8449 14323 0,'0'0'0,"-35"-106"31,-18 159-15,35 141-1,1 212 1,17-142 15,70-87-15,71-107-1</inkml:trace>
  <inkml:trace contextRef="#ctx0" brushRef="#br1" timeOffset="-14921.89">8731 14552 0,'-35'-35'16,"70"70"-16,-105-70 15,52 70-15,0 18 16,18 88 0,0-70-16,36 34 31,122 1 0,-87-141-15,0-177-1,-71-70 17,-71 194-1,36 70-31,-18 18 16,-88 159-1,105-106 1</inkml:trace>
  <inkml:trace contextRef="#ctx0" brushRef="#br1" timeOffset="-14558.22">9119 14446 0,'-70'36'31,"140"-72"-31,-158 177 16,70 36 0,107-71-1,-36-89 1,17-34 15,1-72-15,-36 1-1,-35 35-15,0-53 16,-71 18 0,-17 53-1,0 35 1,53 53-16,-36 53 16</inkml:trace>
  <inkml:trace contextRef="#ctx0" brushRef="#br1" timeOffset="-14224.67">9578 14270 0,'-53'-18'15,"106"36"-15,-159 52 16,106 89 15,0 0-15,35-106-16,1 0 15,122 0 1,-52-71 0,-18-70-1,-35-18 1,-53 0-1,-35 53-15,-88-17 16,-36 70 0,53 17-1</inkml:trace>
  <inkml:trace contextRef="#ctx0" brushRef="#br1" timeOffset="-12869.48">27764 14693 0,'-89'-70'16,"178"140"-16,-283-158 15,88 88-15,-159 18 16,-35 158 0,18 89-1,-35 264 1,299-176 0,194-71-1,159-88 1,71-124-1,-194-70-15,17-53 16,406-264 0,-335 35-1,-124-18 1,-123-88 0,-264-159 15,-160 388-16,-158 195 1,264 52-16</inkml:trace>
  <inkml:trace contextRef="#ctx0" brushRef="#br1" timeOffset="-10457.67">9331 16281 0,'-35'-18'16,"70"36"-16,-176 52 15,106 54 1,35 17-1,52-71 1,54-34 0,-53-36-16,71 0 15,-54 0 17,-70 35-17,-141 124 1,18-36-1,34-52 1,37-71 0,34-88-1,18-1-15</inkml:trace>
  <inkml:trace contextRef="#ctx0" brushRef="#br1" timeOffset="-10277.74">9084 16439 0,'0'0'0,"-18"0"15,71-88 1,35 35 0,-35 18-1,71 0-15,-54 35 31</inkml:trace>
  <inkml:trace contextRef="#ctx0" brushRef="#br1" timeOffset="-9922.17">9931 16175 0,'-106'17'31,"212"-34"-31,-318 140 15,194 18 1,18 18 0,71-53-1,88-53 17,-18-141-17,-124-18 16,-17 71-31,-158-159 16,52 158 15,18 19 1,52 34-17</inkml:trace>
  <inkml:trace contextRef="#ctx0" brushRef="#br1" timeOffset="-9607.55">10248 16087 0,'-70'70'32,"34"89"-17,36-18 1,89-17-1,16-107 1,-16-70 0,-19-35-1,-52-18 17,-18 53-32,-71-35 15,-35 18 1,18 70-1,35 35 1,53-18 0</inkml:trace>
  <inkml:trace contextRef="#ctx0" brushRef="#br1" timeOffset="-9372.56">10654 16140 0,'35'105'15,"-70"-210"-15,141 281 16,-71-158-16,18-18 16,-18 0-1,0-124 1,-35 36 15,-70 0-15,17 70-16,-18 0 15,-140 124 1,140-18 0</inkml:trace>
  <inkml:trace contextRef="#ctx0" brushRef="#br1" timeOffset="-9136.66">9631 17533 0,'-35'106'15,"70"-212"-15,-70 335 16,52-158 0,18 17-16,107 124 31,-19-124-16</inkml:trace>
  <inkml:trace contextRef="#ctx0" brushRef="#br1" timeOffset="-8947.21">10037 17480 0,'-18'-18'16,"18"36"15,53 35-15,-18 18-1,0-1 1,-17-35-16,-18-17 16</inkml:trace>
  <inkml:trace contextRef="#ctx0" brushRef="#br1" timeOffset="-8442.82">10019 17498 0,'0'-159'31,"0"318"-31,70-459 16,19 176 0,-1 72-1,-71 52-15,36 52 16,-17 54-1,17 0 1,52-35 0,-69-54-1,70-52 1,-71-36 0,-35-17-1,0 53-15,-35 0 16,-36-89-1,53 89 1,36 0 0,53 35 15,87 35-15,-70-17-1,-35-18 1,0-18-1,-35-53 1,0 36-16,-18-53 16,0 35-1,-36 53 1,-17 71 0</inkml:trace>
  <inkml:trace contextRef="#ctx0" brushRef="#br1" timeOffset="-8173.75">9384 18715 0,'0'0'0,"0"35"15,35-35-15,300-159 31,124-229-15,-159 88 0,-18 18-1,-159 141-15,-17 35 16,-18 0-16,18 18 16,-88 88-1</inkml:trace>
  <inkml:trace contextRef="#ctx0" brushRef="#br1" timeOffset="-7827.5">10266 18362 0,'-35'18'15,"70"-36"-15,-88 159 16,88 36-1,53-36 17,-52-88-32,52-18 15,0-35 1,-35-88 15,-53-89 0,-18 142-31,-70 35 16,-18 35 0,53 71-1,53-18 1,0-70-16</inkml:trace>
  <inkml:trace contextRef="#ctx0" brushRef="#br1" timeOffset="-7608.34">10742 18256 0,'0'-53'47,"53"-17"-31,0-1-1,0 18 1</inkml:trace>
  <inkml:trace contextRef="#ctx0" brushRef="#br1" timeOffset="-7271.64">10742 18150 0,'-18'18'15,"36"-36"-15,-53 107 16,35-54-16,0 18 15,0 88 1,0-53 0,0-53-1,17-35 1,1-53 15,17-35-15,18 0-1,18 0 1,-54 88 0,36 53-1,-53 88 1,-35 35 0,17-88-16,1-35 15,-1 0-15</inkml:trace>
  <inkml:trace contextRef="#ctx0" brushRef="#br1" timeOffset="-6805.54">11112 17851 0,'-17'0'16,"34"0"-16,-87 229 31,88-123-15,34-71-1,-16-17 1,-1-89 0,-35-17-1,0 17 1,-18 1-1,18 34 1,18 36-16,35 0 16,18 0-1,17 36 1,-18-36 0,-52 0-16,0 0 15,-18-71 1,0 18-1,-71-17 17,18 34-32,0 19 15,-88 17 1,88 35 0,35-17-16</inkml:trace>
  <inkml:trace contextRef="#ctx0" brushRef="#br1" timeOffset="-6332.07">10918 15928 0,'0'0'0,"-176"-176"15,88 105 1,-688 159-1,564 18 1,-352 494 0,317 35-1,176 70 17,106-334-32,89-36 15,529 159 1,-89-477-1,-88-17 1,-264 0-16,-36 0 16,1 0-16,-36-35 15,123-441 1,-228-36 0,-125-105-1,1 247-15,-18-36 16,1 18-16,-195-247 15,-53 388 17,-406 829-17,565-335 1</inkml:trace>
  <inkml:trace contextRef="#ctx0" brushRef="#br1" timeOffset="709.35">3457 15117 0,'-17'-18'16,"34"36"-16,-70-54 16,18 36-1,-18 88 1,35 54-1,18 52 1,0-124-16,18 71 16,53-53-1,-1-52 1,1-54 0,-36-17-16,36-89 15,-54 36 16,-17 18-15,-53 52 0,0 18-16,-35 53 15,18 35 1,52-35 0,71-35-1,-18-18 1</inkml:trace>
  <inkml:trace contextRef="#ctx0" brushRef="#br1" timeOffset="961.94">3898 15064 0,'0'0'0,"18"0"62,52-36-46,160-70 15,-177 89-15,-53 34-1</inkml:trace>
  <inkml:trace contextRef="#ctx0" brushRef="#br1" timeOffset="1343.21">3969 15099 0,'-36'0'16,"19"35"0,-18 36-1,35-36-15,0 18 16,0 88-1,0-88 1,0-35 15,70-54 1,1-70-17,-1 54 1,-17 34-1,-18 18-15,18 0 16,-53 106 0,-53 35-1,-52 18 1,34-54 0,71-69-1</inkml:trace>
  <inkml:trace contextRef="#ctx0" brushRef="#br1" timeOffset="1890.24">4533 14870 0,'-17'0'15,"34"0"-15,-105 35 31,53 71-15,35 0 0,0-36-1,35-17 1,-17-53-16,35 0 16,-18-18-1,-18-35 1,1-52-1,-18 52 1,18-88 15,52 70-15,1 106 0,-18 1-1,53 34 1,-18-17-1,0-35 1,53-107 15,-123 1-15,-18-35 0,-36 35-1,-69 35 16,52 53-31,-194 211 32,194-122-17</inkml:trace>
  <inkml:trace contextRef="#ctx0" brushRef="#br1" timeOffset="2228.05">3669 16263 0,'0'0'0,"-71"-18"15,36 18 1,35 53 15,71 106-15,-1-18 0,18-35-1,1-53 1</inkml:trace>
  <inkml:trace contextRef="#ctx0" brushRef="#br1" timeOffset="2630.34">3986 16175 0,'0'0'0,"0"-35"15,-17 17 16,17 53-15,0 0-16,35 54 16,36-19-1,-1-70 1,1 0 0,-36-35-16,-17 0 15,-1-71 1,-17 18-1,0 17 1,-17 53 0,17 36-1,0 88 1,35 17 0,18 1-1,0-18 16,-18-71-31,-17-17 16</inkml:trace>
  <inkml:trace contextRef="#ctx0" brushRef="#br1" timeOffset="3118.41">4657 15822 0,'0'-18'16,"0"36"-16,-18-36 15,0 18-15,18 36 16,-17 140 0,34-70-1,36-71 1,18-35 0,-18-53-1,-36-17 16,-17-107-15,0 142 0,0-18-1,36 18 1,52 35 0,0 18-1,-17 34 1,52-16-1,-52-36 1,-1-71 0,-35 1-1,-35-54 1,-52 36 0,-54 35-1,0 35 1,-88 142-1</inkml:trace>
  <inkml:trace contextRef="#ctx0" brushRef="#br1" timeOffset="3418.2">3175 17604 0,'-35'53'16,"70"-106"-16,-35 176 16,53-123-1,300-212 1,17-70 0,106-106-1,-211 194-15,246-176 31,318-71-15,-617 353 0,-177 105-1</inkml:trace>
  <inkml:trace contextRef="#ctx0" brushRef="#br1" timeOffset="3780.85">5592 16563 0,'0'0'0,"-89"18"15,89 34 1,0 72-16,53-18 15,18-53 1,35-53 15,-53-18-31,35-141 16,-88 71 0,-71 18-1,-70 17 1,53 123 15,-18 54-15</inkml:trace>
  <inkml:trace contextRef="#ctx0" brushRef="#br1" timeOffset="4065.95">5080 16792 0,'-35'18'16,"70"-36"-16,-106 124 15,71 53 1,18-53 0,17-71-16,1-17 15,-1-18-15,53-36 16,-35-52-1,-35 0 1,-71-36 0,-35 89-1,-18 17 17,-53 160-17</inkml:trace>
  <inkml:trace contextRef="#ctx0" brushRef="#br1" timeOffset="4460.16">4551 17110 0,'-35'-36'16,"70"72"-16,-141-124 15,53 52-15,18 19 16,-71 17 0,71 105-1,35 1 1,35-18 0,36-70-1,-36-18-15,35-35 31,-34-53-15,-19 52-16,-17 1 16,18 17-1,17 160 1,53 52 0,1 17-1,16-52 1</inkml:trace>
  <inkml:trace contextRef="#ctx0" brushRef="#br1" timeOffset="5057.09">3757 17621 0,'0'0'0,"0"-123"32,88 52-17,0 54 1,18 69-1,-35 90 1,-36-72-16,0 71 16,1-35-1,17-35 1,-36-18 0</inkml:trace>
  <inkml:trace contextRef="#ctx0" brushRef="#br1" timeOffset="5245.98">4004 18062 0,'0'-70'15,"0"140"-15,123-352 16,-52 194 0,-18 0-16,70-54 31,-52 107-31,17 0 15</inkml:trace>
  <inkml:trace contextRef="#ctx0" brushRef="#br1" timeOffset="13673.94">1217 6174 0,'0'0'0,"-35"-36"31,35 107 0,17 88-15,1 35 0,35 70-1,0-140 1,-18-89 0</inkml:trace>
  <inkml:trace contextRef="#ctx0" brushRef="#br1" timeOffset="13990.3">1393 6368 0,'0'0'16,"-17"-106"0,105 35-1,18 36 16,-18 35-15,0 106 0,-52 17-1,-19 1 1,-17-1 0,18-17-1,-18-71 1,17-35-1</inkml:trace>
  <inkml:trace contextRef="#ctx0" brushRef="#br1" timeOffset="14510.01">864 6615 0,'-17'17'16,"34"-34"-16,-34 17 16,52-36-1,88-122 1,-17 34-1,-35 71 1,-54 36-16,1-1 31,-18 88-15,0 36 15,0 35-15,0 89-1,35-107 1</inkml:trace>
  <inkml:trace contextRef="#ctx0" brushRef="#br1" timeOffset="15014.03">1658 6227 0,'0'0'0,"-18"-36"16,1 19-16,-54-36 15,36 53 16,-18 70-15,18 71 0,17-70-16,18-18 15,53 70 1,18-105 0,-19-71-1,54-88 1,-70 35-1,-19 53 1,-17 18 0,0 53-1,18 87 1,0-16-16,-1 105 16,18-36-1,1-17 16,17-17 1</inkml:trace>
  <inkml:trace contextRef="#ctx0" brushRef="#br1" timeOffset="15597.42">2064 6032 0,'-71'0'15,"142"0"-15,-177 36 16,106 70 0,0-1-1,18 1 1,52-35-1,-17-54 1,0-69 0,-18-19-1,-35-88 17,-35 53-17,-18 1 1,53 34-1,0 53 1,35 18-16,1 0 16,158 141-1,-71-35 1,-35 0 0,-52-88-16,-1 17 15,18-17 1,0-71-1,-18-53 1,-17-53 0,-18 71-16,0-18 15,-124-88 1,1 177 0,-54 140-1,71-17 1</inkml:trace>
  <inkml:trace contextRef="#ctx0" brushRef="#br1" timeOffset="15991.43">1094 8255 0,'-18'18'15,"36"-36"-15,70-53 32,53-52-17,-18 17 1,-34 36-1</inkml:trace>
  <inkml:trace contextRef="#ctx0" brushRef="#br1" timeOffset="16179.6">1305 7902 0,'-17'0'16,"34"0"-16,-34-17 15,52 69 16,88 72-15,-52 17 0,-18-35 15</inkml:trace>
  <inkml:trace contextRef="#ctx0" brushRef="#br1" timeOffset="16378.84">1640 7532 0,'-17'-35'15,"34"70"1,-34-88-16,17 71 16,53 87-1,-36-34-15,54 70 16,-18-35-1,-36-89 1</inkml:trace>
  <inkml:trace contextRef="#ctx0" brushRef="#br1" timeOffset="16652.59">1923 7514 0,'0'0'15,"17"-88"1,54 70 0,-18 36 15,-36 53-31,-17 34 16,0-52-16,0-17 31,0 16-16,89-122 1,69-124 0</inkml:trace>
  <inkml:trace contextRef="#ctx0" brushRef="#br1" timeOffset="16856.62">2399 7197 0,'0'0'16,"18"-18"0,52-35-1,18-35 1,-52 53 0,-19 17-1,-34 36 1,-36 52-1</inkml:trace>
  <inkml:trace contextRef="#ctx0" brushRef="#br1" timeOffset="17203.05">2469 7179 0,'0'53'31,"0"88"0,36-53 1,-36-70-17,35-36 1,-17-35 0,-1 18-16,1 0 31,17-1-31,106-16 15,-88 52 1,-35 52 15,-89 231 1,36-213-17,17-70 1</inkml:trace>
  <inkml:trace contextRef="#ctx0" brushRef="#br1" timeOffset="17549.08">2946 6809 0,'0'-18'15,"0"36"-15,0-1 31,17 107-15,36 17 0,35 0-1,-17-141 1,0-35 0,-19-54-1,1-105 1,-53 106-1,-70-123 1,-18 87 0,-1 106-1,37 18-15,-54 124 16</inkml:trace>
  <inkml:trace contextRef="#ctx0" brushRef="#br1" timeOffset="17942.28">1005 8819 0,'0'0'16,"0"18"0,53-18-16,36-18 31,810-493-15,-317 211-1,300-141 16,-441 194-15,-141 88 0,-159 89-1,-141 52 1,-35 18-16,-36 53 16,-88 53-1</inkml:trace>
  <inkml:trace contextRef="#ctx0" brushRef="#br1" timeOffset="18682.02">3722 7708 0,'-53'0'15,"106"0"-15,-141 35 16,88 54-1,17 34 1,36-35 0,18-52-1,-36-19-15,18-17 16,0-53 0,-36-35-1,1-71 1,-53 71-1,-18 35 1,-18 53 0,1 71-1,17-18 1,0 0-16</inkml:trace>
  <inkml:trace contextRef="#ctx0" brushRef="#br1" timeOffset="18885.91">3157 8255 0,'0'0'0,"0"-18"16,18-17-1,70-53 1,-53 53-1,-17 35 1</inkml:trace>
  <inkml:trace contextRef="#ctx0" brushRef="#br1" timeOffset="19185.3">3157 8167 0,'-17'88'31,"34"-176"-31,-34 247 15,17-89 1,0 1 0,0-36-1,17-35 1,-17-35 0,36-18-1,-1 0 1,18 18-1,-18 35-15,-17 0 16,35 70 0,-53 36-1,-71 35 1,36-70 0,-18-18-16</inkml:trace>
  <inkml:trace contextRef="#ctx0" brushRef="#br1" timeOffset="20429.56">1834 8096 0,'0'0'0,"0"53"78,36 18-62,-1 140 15</inkml:trace>
  <inkml:trace contextRef="#ctx0" brushRef="#br1" timeOffset="21090.77">2681 8431 0,'0'0'15,"0"-53"16,0 71 1,0 88-17,35 35 1,-17 35 0,-18-87-16,0-19 15</inkml:trace>
  <inkml:trace contextRef="#ctx0" brushRef="#br1" timeOffset="29049.79">28028 7849 0,'0'0'0,"124"-70"16,-54-18-1,-229-1 1,-158 89 0,-142 71-1,-105 141 1,-1 140 15,301-122-31,35 17 16,-142 476-1,459-388 1,318-159 0,211-140-1,512-319 1,-388 1 0,-141-71-1,-230-70 1,-299-230-1,-424 371 1,-247 229 0,-176 177-1,-18 123 1,442-124-16</inkml:trace>
  <inkml:trace contextRef="#ctx0" brushRef="#br1" timeOffset="30734.78">28610 12735 0,'-141'-70'16,"282"140"-16,-529-211 16,-17 124-1,-354 228 1,195 107-1,105 123 17,106 70-17,194 18 1,353-352 0,283-142-1,175-123 1,142-124-1,-388 71-15,-18-18 32,494-423-17,-653 177 1,-317 87 0,-106 212-16,-71 71 15,-70 17-15,-441 106 16,0 106-1,441-105 1</inkml:trace>
  <inkml:trace contextRef="#ctx0" brushRef="#br1" timeOffset="32577.48">19544 547 0,'0'-18'16,"0"36"-16,-18 17 15,18 53 1,-17 0-1,-19 353 17,36-335-17,53-70 1,18-19 0,-18-87-1</inkml:trace>
  <inkml:trace contextRef="#ctx0" brushRef="#br1" timeOffset="32908.25">19773 776 0,'0'-18'16,"-17"36"0,-19 70-1,36 36 1,18-18-1,0-71-15,34 18 16,1-53 0,-17 0-1,-1-18-15,-17-17 16,34-53 0,-34-18-1,-18 0 1,-35 35-1,-36 36 1,36 53-16,0 17 16,-53 106-1</inkml:trace>
  <inkml:trace contextRef="#ctx0" brushRef="#br1" timeOffset="33307.48">20285 706 0,'-18'-18'16,"36"36"-16,-71-1 16,53 36-1,-18 18 1,1 105-1,34-88 1,18-52 0,36-36-1,0-18 1,-36-17-16,0-1 16,18-122-1,-53 52 1,0 18-1,-106 52 1,0 72 0,36 69-1,17-16 1</inkml:trace>
  <inkml:trace contextRef="#ctx0" brushRef="#br1" timeOffset="33678.46">20743 670 0,'0'0'0,"-17"-17"16,17-1-1,0 53 1,0 1-16,0 34 15,35 106 1,18-87 0,35-36-1,53-71 1,-53-70 0,-52-18-1,-19-18 16,-140-122 1,-283 475-1</inkml:trace>
  <inkml:trace contextRef="#ctx0" brushRef="#br1" timeOffset="34258.25">20955 300 0,'-35'-53'16,"70"106"-16,-176-230 15,0 89 1,-106 53-1,88 35-15,-247 71 16,-70 175 0,35 125-1,124-18 1,228-36 0,107-176-16,70-17 15,477 35 1,-36-212-1,53-124 1,-300 71 0,230-141-16,-230-35 31,-211-53-15,-213 0-1,-210 159 1,122 176-16,1 17 15,-371 248 1,459-159 0</inkml:trace>
  <inkml:trace contextRef="#ctx0" brushRef="#br1" timeOffset="34620.01">21519 952 0,'0'0'15,"-35"0"1,70 0 15,124 18-15,-18-18 0,0-35-1,-105 17-15,34 1 16,-70-1-1,0 0 1</inkml:trace>
  <inkml:trace contextRef="#ctx0" brushRef="#br1" timeOffset="34794.47">21855 688 0,'0'-18'31,"0"36"-31,-18 17 16,0 424 15,-35-195-15,-35-34-1</inkml:trace>
  <inkml:trace contextRef="#ctx0" brushRef="#br1" timeOffset="36979.86">19632 547 0,'0'0'15,"-53"0"1,0 0 0,0 17-1,36 1-15,-36 0 16,0-1 0,18 1-1,17 0 1,0-1 15,1 1-31,-36 105 16,17-34-1,19-1 1,-18 18 15,17-71-15,71-70 46,53-36-46,-18 36 15,53 141-15,-159 17-1,-88 36 1,-35-18 0,0-35 15,88-89-31,0 1 16,53-89 15</inkml:trace>
  <inkml:trace contextRef="#ctx0" brushRef="#br1" timeOffset="37627.65">19650 582 0,'0'-53'31,"0"106"-31,0-159 16,-88 142 0,-71 122 15,0 1-16,124-141 17,17-1-17,18 1 1,-18 35 15,-17 141-15,18-141-1,17-36 1,17-52 78,54-35-79,-36 52-15,71-35 16,-53 53 0,-36 18-16,-17 17 15,-53 124 1,-70-18 15,-53 0-15,35 0-1,-89-17 1</inkml:trace>
  <inkml:trace contextRef="#ctx0" brushRef="#br1" timeOffset="38603.96">28169 15258 0,'0'0'0,"106"-177"15,-88 160-15,-265 211 32,-88 141-17,-18 18 1,35-36 0,177-193-16,35-1 15,-140 53 1,210-176-1</inkml:trace>
  <inkml:trace contextRef="#ctx0" brushRef="#br1" timeOffset="38841.4">26564 15416 0,'0'0'0,"159"159"31,-71-53-15,335 247 0,-105-159-1,176 35 1,-230-123 0,-52-88-1</inkml:trace>
  <inkml:trace contextRef="#ctx0" brushRef="#br1" timeOffset="39439.82">28716 13106 0,'-88'70'31,"176"-140"-31,-282 246 16,53-35-16,-247 230 15,-53-1 1,229-194-16,18-17 16,18-35-16,-36 52 15,124-141 1,106-70 0</inkml:trace>
  <inkml:trace contextRef="#ctx0" brushRef="#br1" timeOffset="39660.58">27005 13300 0,'18'0'16,"52"35"-16,336 230 15,-36-36 16,-17 18-15,71 88 0,-230-176-1</inkml:trace>
  <inkml:trace contextRef="#ctx0" brushRef="#br1" timeOffset="40540.6">28875 7973 0,'0'0'15,"-406"159"17,212-36-32,-264 159 15,-19 18 1,72-35-1,158-71 1,158-106 0,107-106-1</inkml:trace>
  <inkml:trace contextRef="#ctx0" brushRef="#br1" timeOffset="40745.62">27111 7920 0,'0'0'0,"0"-18"16,159 265-1,405 194 1,-52-141 0,-71-18 15,-89-35-16,-210-141-15</inkml:trace>
  <inkml:trace contextRef="#ctx0" brushRef="#br1" timeOffset="42901.42">22966 300 0,'-35'-18'32,"70"36"-32,-159 88 15,54 52 1,52 1-1,18-18 1,35-53 0,1-70-16,-1 0 15,88-36 1,-87-52 15,-54-89-15,-35 124-16,-70 35 15,-18 88 1,70 0 0,71-53-1</inkml:trace>
  <inkml:trace contextRef="#ctx0" brushRef="#br1" timeOffset="43153.96">23336 547 0,'-53'-18'32,"106"36"-32,-53-36 15,124 18 1,-1 0-1,-52-17 1,-107 17 0</inkml:trace>
  <inkml:trace contextRef="#ctx0" brushRef="#br1" timeOffset="43521.1">23283 582 0,'-17'35'16,"-1"-17"-16,53-71 0,-88 229 31,53-123-31,-17-17 16,17 34 0,35-123 46,71-35-46,-18 53-1,-17 17 1,-18 36 0,-18 70-1,-70 0 1,-71 18-1,0-18 1,35-35 0</inkml:trace>
  <inkml:trace contextRef="#ctx0" brushRef="#br1" timeOffset="44068.48">23971 529 0,'0'0'0,"-123"35"16,87 1 0,-16 105-1,52-53 1,35-35-1,0-35-15,36-18 16,-1-18 0,-34-35-1,-19-35 1,-17 0 0,0 52-16,0 1 15,35 17 16,1 54-15,17 70 0,17 70-1,-35-88 1,18-53 0,0-17-1,-17-36 1,52-123-1,-71 0 1,-34 0 0,-54 0-1,-176 123 1,0 124 0</inkml:trace>
  <inkml:trace contextRef="#ctx0" brushRef="#br1" timeOffset="44682.83">19632 1094 0,'-159'88'16,"318"-176"-16,-335 193 16,370-105-1,353-194 17,-89 0-17,-17-17 1,-176 17-1,-318 70 1,-265 177 0,-158 141-1,-18 71 1,36 35 0,263-159-16,72-18 15,176 36 1,388-194-1,247-142 1,-300 54-16,423-89 16,-140 71-1,-266 35 1</inkml:trace>
  <inkml:trace contextRef="#ctx0" brushRef="#br1" timeOffset="46629.51">24747 847 0,'0'0'16,"53"0"-1,71 0 1,52-18 0,-17-17-1,-53 17 16,-124 0-15</inkml:trace>
  <inkml:trace contextRef="#ctx0" brushRef="#br1" timeOffset="46825.84">25082 564 0,'-17'0'16,"34"0"-16,-34 36 15,-1-1-15,18 88 16,0 19 0,0 34-1,0 0 1,0-17 0</inkml:trace>
  <inkml:trace contextRef="#ctx0" brushRef="#br1" timeOffset="47607.16">25770 476 0,'0'0'31,"0"36"-15,0 52 0,0 18-1,0-18 1,-17 18 0,17-36-16,-18-17 15,18 35 1</inkml:trace>
  <inkml:trace contextRef="#ctx0" brushRef="#br1" timeOffset="47890.52">25982 670 0,'0'0'0,"53"-35"16,-35 35-1,70 123 17,-88-34-17,-71 16 1,54-69 0,-1-36 15,36 0-16,105 0 1,-52-18-16,-1-17 16,1 0-16</inkml:trace>
  <inkml:trace contextRef="#ctx0" brushRef="#br1" timeOffset="48127.07">26617 653 0,'0'0'0,"0"-18"15,124-17 1,-19-1 15,-52 19-15,-70 17-1,-19 0 1</inkml:trace>
  <inkml:trace contextRef="#ctx0" brushRef="#br1" timeOffset="48456.71">26617 653 0,'-18'17'15,"36"-34"-15,-53 105 16,17 0-1,1 0 1,17-70 0,35-18 15,18-53-15,-18 35-1,18-17 1,35 17-1,-35 18 1,-35 53 0,-18-35-16,-36 70 15,-69 0 1,16-17 0,19-36-1,52-17 1</inkml:trace>
  <inkml:trace contextRef="#ctx0" brushRef="#br1" timeOffset="48787.13">27146 582 0,'0'35'31,"0"-70"-31,-35 229 31,35-141-31,0-18 16,53 53-1,-18-70 1,0-53 0,1 0-16,-1-54 15,-17-16 1,-54-37-1,-69 72 1,-54 105 0,71 18-16,-1 0 15</inkml:trace>
  <inkml:trace contextRef="#ctx0" brushRef="#br1" timeOffset="49430.16">25047 1976 0,'0'0'16,"18"-36"0,105 1 15,212-53-16,-282 70-15,-17 1 16,-1 17 0,-70-18-1</inkml:trace>
  <inkml:trace contextRef="#ctx0" brushRef="#br1" timeOffset="49606.66">25418 1623 0,'0'17'32,"17"89"-17,1-70-15,0 87 16,17 0 0,0 19-1,18-54 1</inkml:trace>
  <inkml:trace contextRef="#ctx0" brushRef="#br1" timeOffset="49842.43">26000 1482 0,'0'0'31,"17"35"-15,1 53 0,0 0-1,-1 1 1,1-19 0,0-70 15</inkml:trace>
  <inkml:trace contextRef="#ctx0" brushRef="#br1" timeOffset="50220.48">26247 1429 0,'0'0'16,"0"106"31,17 17-32,19-70 1,16-35 0,1-18-1,0-124 17,-17 36-17,-36 35 1,0 35-1,0 36 17,0 105-17,0-17 1,0-35 0,0-36-16,17 18 15</inkml:trace>
  <inkml:trace contextRef="#ctx0" brushRef="#br1" timeOffset="50677.74">26758 1429 0,'-17'0'15,"-1"53"16,18 52-15,18-69 0,-1-19-1,36-17 1,0-88 0,0 18-1,0 17 1,-18 53-1,18 70 1,-18 1 0,1-18-1,17-53 1,-18 0 0,-18-18-16,1 0 15,35-105 1,-53 17 15,-88 36-15,35 70-16,-141 70 15,-35 18 1</inkml:trace>
  <inkml:trace contextRef="#ctx0" brushRef="#br1" timeOffset="52107.05">10389 758 0,'-53'0'16,"106"0"-16,-176 89 16,70 34-1,35 54 1,36-107 0,70-17-1,0-53 1,18-35 15,-71-18-15,-35 0-1,-35 0 1,-53 35 0,35 18-16,0 18 15,-35 70 1,88-70-1</inkml:trace>
  <inkml:trace contextRef="#ctx0" brushRef="#br1" timeOffset="52327.13">10760 847 0,'0'0'0,"141"-106"31,-106 88-31,18 1 16</inkml:trace>
  <inkml:trace contextRef="#ctx0" brushRef="#br1" timeOffset="52689.28">10724 829 0,'-17'71'16,"34"-142"-16,-52 230 16,35-124-16,0 0 15,0 54 1,0-72-1,0 1 1,18-36 0,35-52-1,-36 34-15,54-34 16,-18 34 15,0 36-15,0 36-1,-53 34 1,-36 19 0,-52 16-1,35-34 1,36-53-16,-1-18 16</inkml:trace>
  <inkml:trace contextRef="#ctx0" brushRef="#br1" timeOffset="53163.55">11465 635 0,'0'0'0,"-88"106"31,70-36-16,36 1 1,70-53 0,18-54-1,-53-34 1,-35-1 0,-18 36-1,0 17 1,17 18-16,1 0 15,70 71 1,0-36 0,-17-17-1,-36-18-15,18-53 16,0-18 0,-18-17-1,-35-18 1,-35 18-1,-18 70-15,18 18 16,-177 124 0,124-54-1</inkml:trace>
  <inkml:trace contextRef="#ctx0" brushRef="#br1" timeOffset="53338.1">10672 1834 0,'0'89'16,"0"-178"-16,0 266 16,17-71-1,18-36 1</inkml:trace>
  <inkml:trace contextRef="#ctx0" brushRef="#br1" timeOffset="53638.21">11095 1552 0,'17'0'15,"-34"0"-15,52 0 16,-17 88 0,-18 1-1,0-19 1,-18-35 0,89-70 15,70-71-16,0-17 1</inkml:trace>
  <inkml:trace contextRef="#ctx0" brushRef="#br1" timeOffset="53826.78">11677 1305 0,'0'-17'47,"159"-72"-16,-212 107 1</inkml:trace>
  <inkml:trace contextRef="#ctx0" brushRef="#br1" timeOffset="54126.2">11536 1464 0,'0'35'16,"0"-70"-16,0 106 16,0-19-1,17 1 1,-17-35 0,18-18-1,17-35 1,1-1-1,17 1 1,-18 35 0,-18 0-16,19 0 15,-19 88 1,-17-17 15,-53 17-15,-17-17-1,52-54 1</inkml:trace>
  <inkml:trace contextRef="#ctx0" brushRef="#br1" timeOffset="54425.31">11977 1235 0,'17'0'15,"-34"0"-15,70 141 16,-18-53 0,53-53-1,-35-17 1,0-36 0,-18-17-1,-17 0 1,0-142-1,-18 72 1,-89 34 0,36 71-16,1 0 15,-231 194 1</inkml:trace>
  <inkml:trace contextRef="#ctx0" brushRef="#br1" timeOffset="54676.74">10918 2558 0,'36'88'31,"-19"-35"-15,1 0-16,35 52 15,-18-16 1,-17-72-16</inkml:trace>
  <inkml:trace contextRef="#ctx0" brushRef="#br1" timeOffset="55023.39">11218 2399 0,'0'18'16,"36"105"0,17-70-1,17-18 1,-17-70-1,-35-36 17,-18-34-17,0 34 1,0 53-16,35 89 47,18 17-32,-18 18 1,0-18 0</inkml:trace>
  <inkml:trace contextRef="#ctx0" brushRef="#br1" timeOffset="55479.14">11889 2134 0,'-18'0'16,"36"0"-16,-54 71 15,72 88 1,17-142 15,17-17-15,1-106-1,-36-17 1,-17 35 0,17 35-1,35 53 1,1 70 0,-1 19-1,1-54 1,-36-35-1,1 0-15,-19-18 16,36-141 0,-35 36-1,-18 17 1,0 36 15,-141 105-15,70 0-16</inkml:trace>
  <inkml:trace contextRef="#ctx0" brushRef="#br1" timeOffset="55746.99">10389 3581 0,'124'-53'31,"-248"106"-31,601-300 0,52 0 31,829-388-15,-1058 511 0,-247 107-1,-159 123 1</inkml:trace>
  <inkml:trace contextRef="#ctx0" brushRef="#br1" timeOffset="56015.33">12577 2875 0,'0'88'16,"0"-176"-16,17 282 15,36-106 1,0-52 0,-35-36-16,52-36 15,-17-34 1,-35-54 15,-124-34-15,-18 193-1,-34 53 17</inkml:trace>
  <inkml:trace contextRef="#ctx0" brushRef="#br1" timeOffset="56218.98">12241 3087 0,'0'0'15,"124"-88"1,-54 52 0,-34 19-1,-54 17 1,-17 17-1</inkml:trace>
  <inkml:trace contextRef="#ctx0" brushRef="#br1" timeOffset="56517.82">12206 3104 0,'0'18'0,"0"-36"0,0 107 16,0-36 15,0-1-15,18-16-1,-1-19 1,-17-34 0,53-19-1,0 1 1,53 18 0,-53 69-1,-35 19 1,-71 52-1,-141 107 1,53-160 0</inkml:trace>
  <inkml:trace contextRef="#ctx0" brushRef="#br1" timeOffset="59518.89">10936 3069 0,'0'0'16,"-18"-17"0,18 34-1,18 54 1,53 52-1,17 89 1,-88-159 0</inkml:trace>
  <inkml:trace contextRef="#ctx0" brushRef="#br1" timeOffset="60856.92">11695 3263 0,'0'35'31,"17"36"-15,18 17 0,36 18-1,-53 70 16,-36-105-31</inkml:trace>
  <inkml:trace contextRef="#ctx0" brushRef="#br1" timeOffset="64179.6">11007 3651 0,'-18'-17'16,"36"34"-16,-36-52 16,18 17-1,0 36 126,0 0-126,0-1 95,0 36-95,18 0-15,17 123 16,-17-70 15,-1-53-31,18 53 32</inkml:trace>
  <inkml:trace contextRef="#ctx0" brushRef="#br1" timeOffset="66179.58">10918 3669 0,'-88'-35'15,"176"70"-15,-246-88 16,105 53 0,18 53-1,17 0-15,18 53 16,18-36 0,34-35-1,54-17 1,-18-53-1,-17-18 1,-18 18 0,-18 17 15</inkml:trace>
  <inkml:trace contextRef="#ctx0" brushRef="#br1" timeOffset="66384.55">10619 4798 0,'0'53'31,"0"-106"-31,194 0 16,-36-71-16,54-17 15,705-441 1,-246 194-1,-160 71 1,-317 176 0</inkml:trace>
  <inkml:trace contextRef="#ctx0" brushRef="#br1" timeOffset="95112.65">28875 13511 0,'-18'0'32,"-17"71"-17,0-1 1,-18 54 15,35-71-31,-17 0 16,35 0-16,0 35 15,35-53 1,89-17 0,17-53-1,53-124 1,-141 53 0,-36-18-1,-70 19 1,18 69-16,-18 1 15,-159 35 1,54 106 0,17 53-1,88-1 1,53-52 0,53-88-16,88 0 15,35-124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6:27:33.06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15769 8837 0,'0'0'15,"-17"-141"1,17 123-1,0 36 1,-18 105 0,0 54 15,18-89-31,-17 71 16,17-18-1,17-35 1,19-89-1</inkml:trace>
  <inkml:trace contextRef="#ctx0" brushRef="#br0" timeOffset="251.08">16051 8978 0,'0'-53'16,"0"106"-16,0-194 15,0 159 16,-35 88-15,17-36-16,18 1 16,0 70-1,53-71 1,36-52 15,-37-18-31,19 0 16,0-18-16,34-52 15</inkml:trace>
  <inkml:trace contextRef="#ctx0" brushRef="#br0" timeOffset="456.84">16281 9013 0,'0'0'15,"-36"-17"1,19 17-16,17 17 15,-18 19-15,18 87 16,0 18 0,0-17-1,0-1 1,0-70-16,18-18 16</inkml:trace>
  <inkml:trace contextRef="#ctx0" brushRef="#br0" timeOffset="991.37">16633 9031 0,'0'0'15,"-35"-35"1,18 70-1,-36 53 1,35 0 0,18-17-1,0-53-15,71-1 16,-1-17 0,-17-70-1,-35-18 1,-18 52-1,0-17 1,0-17 0,0 105 15,35 71-15,0-36-16,18 54 15,35-36 1,1-53-1,-19-35 1,-35-17-16,1-18 16,34-107-1,-70 1 1,-53 18 0,18 88-16,-18-1 15,0 36-15,-53 0 16,53 36-1</inkml:trace>
  <inkml:trace contextRef="#ctx0" brushRef="#br0" timeOffset="5409.7">17974 9225 0,'-88'0'16,"176"0"-16,-194 0 15,106 18 1,71-1-1,-1 19-15,124-36 16,53 0 0,-141-18-1</inkml:trace>
  <inkml:trace contextRef="#ctx0" brushRef="#br0" timeOffset="5630.56">18979 8837 0,'-35'-18'16,"70"36"-16,-70 53 47,35 52-32,0-52 1,0 17-16,-17 106 15</inkml:trace>
  <inkml:trace contextRef="#ctx0" brushRef="#br0" timeOffset="5992.61">19315 8890 0,'-18'-53'15,"36"106"1,-36-124-16,-17 107 16,-1 87 15,19 1-15,70-1-1,17-70 1,1-53-1,-1-53 1,-17-88 0,-53 18-1,-53 17 1,0 70 0,0 36-1,36 0-15,-1 71 16</inkml:trace>
  <inkml:trace contextRef="#ctx0" brushRef="#br0" timeOffset="6323.42">19738 8943 0,'0'-18'15,"-35"124"1,17 0 0,18-18-1,18-35 1,52-35 0,-17-18-1,-18-71 1,-17 1-1,0-36 1,-18 53-16,-53 0 16,0 35 15,18 18-15</inkml:trace>
  <inkml:trace contextRef="#ctx0" brushRef="#br0" timeOffset="6609.87">20091 8943 0,'-18'18'47,"-53"140"-32,71-34 1,53-36-1,-17-70-15,-1-18 16,53-36 0,-35-52-1,-18-53 1,-35 70-16,-17-52 16,-107 88-1,-52 52 1,70 19-1</inkml:trace>
  <inkml:trace contextRef="#ctx0" brushRef="#br0" timeOffset="7424.1">1711 12947 0,'0'0'0,"-282"88"15,176-53 1,159-70 0,70-35-16,283-213 15,194-52 1,35 0-1,-71 70 1,-52 54 0,-442 193-1,-105 18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6:05:21.2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8008 10248 0,'-35'0'16,"70"0"-16,-194 0 15,89 0 1,34 0 0,19 0-1,87 18 32,89 17-31,-53-35-1,53 0 1,-106 0 15,-36 0-15,-70 18 0</inkml:trace>
  <inkml:trace contextRef="#ctx0" brushRef="#br0" timeOffset="173.76">7920 10389 0,'17'0'31,"36"0"-15,36-17-1,-1-1 16,-35 0-31,88-17 16</inkml:trace>
  <inkml:trace contextRef="#ctx0" brushRef="#br0" timeOffset="1480.02">15169 10372 0,'-70'0'15,"140"0"-15,-158 0 16,106 0 15,105 0-15,-17 0-1,0-18 1,-18 18 0,-53 0-1</inkml:trace>
  <inkml:trace contextRef="#ctx0" brushRef="#br0" timeOffset="1636.88">15064 10477 0,'0'0'16,"17"18"-1,19-18-15,69 0 16,36 0 0,-17-18-1,-71 18 1</inkml:trace>
  <inkml:trace contextRef="#ctx0" brushRef="#br0" timeOffset="15506.71">8855 13194 0,'-18'-53'16,"36"106"-16,-36-177 15,71 54 1,0 35 0,-18 35-1,-17 70 1,-53 1-1,-18-1 17,35-17-17,71-35 1,53-18 0,0 0-1,-36 35 1,-70 36-1,-18-36-15,-105 71 16,-18 0 0,17-54-1,72-52 1,52-17-16,0-18 16,176-124-1,-106 88 1</inkml:trace>
  <inkml:trace contextRef="#ctx0" brushRef="#br0" timeOffset="15820.72">9490 13053 0,'0'0'15,"-18"-18"17,-17 71-17,17 106 1,53-53-1,71-18 1,35-53 0,-17-35-1,-71-35-15,35-71 16,-35 0 0,-71 0-1,-52 18 1,34 53-16,-17 0 15,-52 35 1,34 88 0,36-53-1</inkml:trace>
  <inkml:trace contextRef="#ctx0" brushRef="#br0" timeOffset="16528.91">8802 14305 0,'0'-141'31,"0"282"-31,159-423 16,-71 247-1,-18 52 1,-70 89 0,-70 70-1,-1-70 1,18-35 0,53-36 15,36-35-16,16 0-15,72-35 16,-1-53 0,36-1-1,-35-34 1,-54 17 0,-52 71-16,-18 0 15,-18 17 1,-17 18-1,17 53 1,54-18 0,34 18-1,1 0 1,-36 0 0,-35-18-16,0-17 31,-71 52 0,71-105-15,0-53-1,18 17-15,53-17 16,-1 35 0,-35 36-1,-17 52 1</inkml:trace>
  <inkml:trace contextRef="#ctx0" brushRef="#br0" timeOffset="17157.03">8784 15328 0,'0'-53'16,"0"18"0,229-247 15,-158 264-15,-36 71-1,-35 18-15,0 87 16,-53 1-1,18-35 1,17-54 0,18-52-16,18-18 15,106-88 1,-1-54 0,36-16 15,70-160-16,-229 301 1,0 69 0,0 37 15,0-19-31,0-17 16,53 53-1,0-88 1,0-36-1,-36 0-15,1 1 16,0-19-16,-18-16 16,-36-1 15,-87 88-15,52 53-1,36-35-15,-35 70 16,34-70-1</inkml:trace>
  <inkml:trace contextRef="#ctx0" brushRef="#br0" timeOffset="17488.12">8149 16739 0,'0'0'16,"159"-35"15,758-441 0,-335 194-15,106 52-1,-35 36 1,-353 124-16,-53-1 16,229-35-1,-423 71 1,-124 35 0</inkml:trace>
  <inkml:trace contextRef="#ctx0" brushRef="#br0" timeOffset="18259.66">9190 15752 0,'-18'0'15,"36"0"-15,-53-36 16,35 54 15,35 105-15,0 18 0,18 1-1,-53-90-15</inkml:trace>
  <inkml:trace contextRef="#ctx0" brushRef="#br0" timeOffset="19707.1">10619 16051 0,'0'0'0,"-36"-17"16,19 17 31,17 229-16,17-70-16,54-142 1,35-34 0,-36-36-1,1 0 17,-36 0-17,-35 18 16,0-1-15,-18 19 0,1 17-1,-1 0 17,18 88-17,0 18 1,0 53-1,18-1 1,-18 36 0,0-105-1</inkml:trace>
  <inkml:trace contextRef="#ctx0" brushRef="#br0" timeOffset="21233.32">9437 12718 0,'0'0'15,"-88"70"17,-18 89-17,-35 88 1,-36 123-1,89-176 1,0 18-16,-106 370 31,123-264-15</inkml:trace>
  <inkml:trace contextRef="#ctx0" brushRef="#br0" timeOffset="21816.21">9384 15663 0,'0'-53'16,"0"106"-16,0-141 15,0 70 1,-35 36 31,-1 70-31,-17 53-1,-17 18 16,17-53-31,18-18 16,-106 177 0,88-177-16</inkml:trace>
  <inkml:trace contextRef="#ctx0" brushRef="#br0" timeOffset="23484">9560 16457 0,'-17'-18'16,"34"36"-16,-87-36 16,70 71-1,0 88 1,17 36-1,19 35 1,-1-124 0,0-71 15,-17-17-31</inkml:trace>
  <inkml:trace contextRef="#ctx0" brushRef="#br0" timeOffset="23783.2">9772 16457 0,'0'0'0,"0"-18"16,0 36-1,-18 158 1,36-70 0,35-53-1,35-53 1,-35-70-1,0-36 1,-53-18 15,-35 19-15,-124 34 15,88 177-15,36-18-16</inkml:trace>
  <inkml:trace contextRef="#ctx0" brushRef="#br0" timeOffset="24035.01">9260 17868 0,'194'-123'16,"-388"246"-16,935-564 15,-247 159 1,71 35 0,-1 18-1,-52 35 16,-301 106-31</inkml:trace>
  <inkml:trace contextRef="#ctx0" brushRef="#br0" timeOffset="43310.08">10001 6985 0,'-17'0'31,"34"0"-31,-34-35 47,34-124-16,19 18-15,-1-141-1,-35 35 1,0-71 0,17-52-1,36-177 1,-17 300-1,-1 88 1,-17 36 0,34-18-1,-52 123 1,0-35 0,0 35 15,0 36 109,0 0-124</inkml:trace>
  <inkml:trace contextRef="#ctx0" brushRef="#br0" timeOffset="43656.37">10107 4269 0,'0'0'15,"-53"53"17,53-36-17,18-17 17,35-35-17,-36-18 1,19-18 15,-19 36-15,1 35-1,0 71 1,52 105 0,18-52 15,-70-72-31</inkml:trace>
  <inkml:trace contextRef="#ctx0" brushRef="#br0" timeOffset="44443.31">13106 7796 0,'17'-70'16,"-34"140"-16,34-193 16,-52 123-1,-88 106 1,17 70 0,35 1-1,54-19 16,17-70-31,35-70 16,0 0 0,89-36-1,-54-52 1,-52-19 0,-18 54-16,-18-18 15,-52 53 1,-19 35-1,36 36 1,36-18 0,17-18-1</inkml:trace>
  <inkml:trace contextRef="#ctx0" brushRef="#br0" timeOffset="44790.21">13317 7867 0,'-35'0'16,"70"0"-1,-140 88 1,87-35 0,-17 106-1,70-89 1,18-52-1,0-18-15,35-53 16,-18-35 0,-34-18-1,-19 0 1,-52 53 0,17 36-16,-17 17 15,-35 35 1,52 18-1</inkml:trace>
  <inkml:trace contextRef="#ctx0" brushRef="#br0" timeOffset="45136.12">13723 7779 0,'0'-18'15,"0"36"-15,-18-36 16,-17 53 0,0 54-1,17-37-15,1 54 16,17-35 0,52-53-1,19-36 1,35-70 15,-88 52-31,-1-52 16,-17 53-1,-53 17 1,18 18-16,0 0 16,17 36-1</inkml:trace>
  <inkml:trace contextRef="#ctx0" brushRef="#br0" timeOffset="45482.07">14111 7691 0,'-35'35'15,"70"-70"-15,-123 123 16,88 0 0,-18 18-1,36-89 1,70-17 0,-17-17-1,-18-36 1,-53-35 15,-36 35-15,-17 35-1,36 18 1,17-18-16</inkml:trace>
  <inkml:trace contextRef="#ctx0" brushRef="#br0" timeOffset="45922.94">14393 7091 0,'-123'-88'16,"246"176"-16,-405-247 16,70 124-1,-70 35 1,106 17-16,-159 107 15,17 123 1,89 106 0,70 229 15,159-265-15,106-123-1,88-88 1,123-124-1,-140-34-15,35-37 16,387-263 0,-317 69-1,-140-34 1,-125 123-16,-34-159 16,-177 159-1,-106 194 1,-71 123-1</inkml:trace>
  <inkml:trace contextRef="#ctx0" brushRef="#br0" timeOffset="49388.67">14517 12241 0,'-53'-35'16,"106"70"-16,-141-123 16,70 35-1,53 0 1,53 36 0,18 70-1,-70 52 1,-36 19-1,-36-18 17,-52 0-17,70-89 1,71-17 15,53 0-15,-71 18-16,54 35 15,-72 17 1,-52 19 0,-88-1-1,52-53-15,0 0 16,-17 1 0,88-107-1,36 0 1</inkml:trace>
  <inkml:trace contextRef="#ctx0" brushRef="#br0" timeOffset="49702.75">15134 12294 0,'0'0'16,"-17"0"0,-19 0-16,19 53 15,-36 124 1,53-36-1,53-53 1,-18-53-16,0-17 16,18-18-16,35 0 15,-35-53 1,-35-53 0,-71-70-1,18 105 1,-54 1-1,37 70 1,34 35 0,36-18-1</inkml:trace>
  <inkml:trace contextRef="#ctx0" brushRef="#br0" timeOffset="49970.34">15946 12047 0,'35'-70'32,"-70"140"-32,70-158 15,-35 141 1,-53 88 0,18-35-16,-36 106 15,-17-18 1,17-36-1,54-52 1,17-88 15</inkml:trace>
  <inkml:trace contextRef="#ctx0" brushRef="#br0" timeOffset="50111.97">15663 12259 0,'-17'0'16,"34"0"-16,-52 0 31,88-18 1,0 18-32</inkml:trace>
  <inkml:trace contextRef="#ctx0" brushRef="#br0" timeOffset="50230.45">15981 12541 0,'0'0'0,"-18"0"16</inkml:trace>
  <inkml:trace contextRef="#ctx0" brushRef="#br0" timeOffset="51072.18">16775 12330 0,'0'0'15,"-18"0"1,0 35-16,-17 88 16,17 1-1,18-36 1,18-53-1,17-35-15,36-17 32,-1-36-17,-52-53 1,-18 0 0,-35 53-16,17 18 15,-17 0-15,0 17 16,52-35-1,89-18 1,123-52 0,-123 17-1,-71 18 1,-35-36 0,-35 36-1,0 71-15,17-1 16,1 0-16,-1 1 15,-17 52 1,-1 141 0,1 265 15,35-88-15,0-18-1,0-88 1,35-88-1,-17-124-15,-18-17 16,18-18-16,17-35 16,0-71-1,-35-35 1,-53-18 0,-35 124-1,-18 35 1,53 35-1,195-53 17,87-88-17</inkml:trace>
  <inkml:trace contextRef="#ctx0" brushRef="#br0" timeOffset="51545.6">17992 12153 0,'0'0'0,"-53"0"16,-88 88-1,70 71 1,18 18 0,88-1-1,54-123 1,34-53 15,-17-53-15,-53-71-1,-71 36 1,-52 71 0,-36 17-1,35 53 1,54-36-16,17 1 15</inkml:trace>
  <inkml:trace contextRef="#ctx0" brushRef="#br0" timeOffset="51846.42">18415 12294 0,'-71'18'31,"142"-36"-31,-230 353 16,177-246 15,70-89-15,0 0 0,18-141-1,-106 17 1,0 18-1,-70 71 1,-1 35 0,36 0-16,35 18 15</inkml:trace>
  <inkml:trace contextRef="#ctx0" brushRef="#br0" timeOffset="52174.42">18856 12224 0,'-35'0'31,"17"0"-31,-35 247 32,53-124-17,18-35 1,17-52-1,-17-36-15,17 0 16,71-106 0,-71 0-1,-35 0 1,0 71-16,-18 0 16,-17 17-16,-18 18 15,36 0 16</inkml:trace>
  <inkml:trace contextRef="#ctx0" brushRef="#br0" timeOffset="52488.58">19244 12224 0,'-18'0'15,"36"0"-15,-71 123 32,53 1-17,35-18 1,-17-71-16,0 0 16,70 18-1,-18-53 1,1-71-1,-18-17 1,-53-88 0,-35 52-1,-36 71 1,-35 53 0,36 0-1</inkml:trace>
  <inkml:trace contextRef="#ctx0" brushRef="#br0" timeOffset="53117.08">15681 11412 0,'0'0'16,"-53"-70"-1,35 70-15,54 335 31,52 159-15,18 70 0,0 195 15,-106-548-15,0-52-16</inkml:trace>
  <inkml:trace contextRef="#ctx0" brushRef="#br0" timeOffset="53792.02">19050 12559 0,'0'0'16,"-71"35"-1,71-17-15,124-18 32,123-88-17,-106 35-15,18 0 16,-1 17-16,-34 1 15</inkml:trace>
  <inkml:trace contextRef="#ctx0" brushRef="#br0" timeOffset="54075.07">20479 12647 0,'0'0'0,"-36"0"16,54 0 0,141-53-1,-18 36 1,-53-1-1,-70 18 17,-18 18-32</inkml:trace>
  <inkml:trace contextRef="#ctx0" brushRef="#br0" timeOffset="54201.02">20567 12771 0,'-35'17'16,"70"-34"-16,-106 52 15,107-35 16,493-229 1</inkml:trace>
  <inkml:trace contextRef="#ctx0" brushRef="#br0" timeOffset="54550.7">21643 12136 0,'-18'-71'16,"36"142"-16,-36 34 63,18 89-48,0-35 1,0 0-1,0-124 1</inkml:trace>
  <inkml:trace contextRef="#ctx0" brushRef="#br0" timeOffset="54924.75">22031 12294 0,'53'-141'31,"-106"282"-31,71-405 16,-89 281 0,0 54-1,54-1 1,105 54 15,18-36-15,-36-17-1,-52 17 1,-36-35 0,-17-36-16,-53 19 15,17-36 17,36-53-17,70-88 1,18 70-16,18 1 15,176-72 1,-194 125 0</inkml:trace>
  <inkml:trace contextRef="#ctx0" brushRef="#br0" timeOffset="55269.61">22684 12136 0,'-18'0'16,"36"0"-16,-54-18 16,1 36-1,-18 34 1,35 72 0,1-1-1,17-70-15,35 0 16,18-17-1,18-36 1,-1-89 0,-52 54-1,-18-124 1,-35 71 0,-1 35-1,19 53 1,-1 0-1</inkml:trace>
  <inkml:trace contextRef="#ctx0" brushRef="#br0" timeOffset="55615.9">22983 12171 0,'0'0'0,"0"-18"16,-17 18-1,-18 71 1,35-18-16,0 88 16,35-35-1,18-36 1,17-52 0,-17-18-16,0 0 15,106-106 1,-106-18-1,-53 1 1,-18 52 0,-35 19-16,0 34 15,-70 18 1,-1 70 0,36-34-16</inkml:trace>
  <inkml:trace contextRef="#ctx0" brushRef="#br0" timeOffset="59378.15">14482 14305 0,'-53'0'16,"106"0"-16,-142-35 15,89-36 1,53 1-1,-17 52-15,69 0 16,1 54 0,-35 87-1,-54 18 1,-34-70-16,-19-18 16,-16 17-16,-37 19 15,1-37 1,53-34-1,0-71 1,35-17 0,53 34 15,17 36-15,1 36-1,17 17 1,88-18-1,-52-53 1,-1-52 0,-35-19-1,36-122 1,-89 70 0,-35 52-1,-18 89 1,-52 18-1,35 35-15,-18 35 16,53 0 0,70 1-1,18-19 1,-35-52-16,-17 17 31,-19 18-15,-52-35-1,-36-18 17,36-18-17,35-158 1,212-54 15</inkml:trace>
  <inkml:trace contextRef="#ctx0" brushRef="#br0" timeOffset="59566.71">15963 13935 0,'-17'70'32,"-19"248"-17,1-142 1,0-35 15,35-88-31,-18-18 16,0-35-16</inkml:trace>
  <inkml:trace contextRef="#ctx0" brushRef="#br0" timeOffset="59707.98">15752 14164 0,'-36'0'16,"72"0"-16,-36 0 31,52 0-15</inkml:trace>
  <inkml:trace contextRef="#ctx0" brushRef="#br0" timeOffset="59833.66">16087 14464 0,'0'0'15,"0"70"1</inkml:trace>
  <inkml:trace contextRef="#ctx0" brushRef="#br0" timeOffset="60699.9">17004 14252 0,'-53'-35'16,"106"70"-1,-124-70-15,18 105 16,18 89 0,35-88-16,0 70 15,71-88 17,35-36-17,-18-34 1,-35-1-16,-36-35 15,-17-123 1,-88 70 0,18 18-1,17 53 1,53-36 0,123 0-1,18-17 1,-17 0-1,-89-71 1,-35 53 0,-53 18-1,18 53 1,-18 35 0,53 35-1,-18 124 1,18 88-1,0 88 1,0 53 0,-17-194-16,17-17 15,-36 211 1,36-265 0,0-88-1,53-35 1,35-123-1,-52 17 1,-36 0 0,0 0-1,-106 54 1,18 52 0,35 0-1,123-36 32,195-123-31,-159 89-16</inkml:trace>
  <inkml:trace contextRef="#ctx0" brushRef="#br0" timeOffset="62682.78">18168 14005 0,'-53'18'16,"106"-36"-16,-212 106 15,124-35-15,-18 18 16,0 158 0,53-105-1,35-54 1,54-34-1,-36-36 1,-18-18-16,0-35 16,-17-18-1,-36 1 1,-35 35 0,18 35-1,-36 35 1,1 35-1,52 1 1,18-36 0</inkml:trace>
  <inkml:trace contextRef="#ctx0" brushRef="#br0" timeOffset="63063.61">18450 14235 0,'0'0'16,"-88"-18"-1,70 18-15,1 35 16,-1 89 15,71 34-15,18-122-1,-54-36 1,36 0 0,-35-36-1,-1-16 1,-17-37 0,0 36-16,-17 18 15,-54-35 1,18 70-1,18 35 1</inkml:trace>
  <inkml:trace contextRef="#ctx0" brushRef="#br0" timeOffset="63407.96">18838 14252 0,'-53'0'16,"106"0"-16,-176 18 16,105 17-1,1 53-15,17 1 32,35-1-17,35-53 1,1-35-1,-36 0-15,1-18 16,-1-70 0,-35 18-1,-18-19 1,-88 36 15,-35 89-15</inkml:trace>
  <inkml:trace contextRef="#ctx0" brushRef="#br0" timeOffset="63817">19191 14199 0,'-35'18'16,"70"-36"-16,-105 89 16,52-18-16,0 17 15,18 19 1,18-37-1,35 1 1,-36-35-16,72-18 16,-19 0-1,-17-53 1,-35 0 0,-18-70-1,-53 70 1,-18 17-1,1 36 17,52 0-32,0 0 15</inkml:trace>
  <inkml:trace contextRef="#ctx0" brushRef="#br0" timeOffset="64179.18">20302 14534 0,'0'0'0,"0"18"32,53-18-32,88-35 15,18 17 1,-18 1-1,-53 17 1,-88 17 0</inkml:trace>
  <inkml:trace contextRef="#ctx0" brushRef="#br0" timeOffset="64290.37">20585 14728 0,'-53'36'16,"106"-72"-16,-142 89 15,195-70 1,106-54-1,-106 18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6:28:00.60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9984 14217 0,'-18'0'31,"36"0"-31,-1 0 16,36-35-16,124-106 15,34-36 1,-52 36 0</inkml:trace>
  <inkml:trace contextRef="#ctx0" brushRef="#br0" timeOffset="297.94">10248 15028 0,'106'-141'16,"-212"282"-16,388-476 16,-193 212-16</inkml:trace>
  <inkml:trace contextRef="#ctx0" brushRef="#br0" timeOffset="2030.38">9596 12224 0,'17'-53'32,"-34"106"-32,17-89 15,-124 213 1,-52 158-1,-54 159 1,-52 88 0,159-282-16,-89 211 15,124-87 1,70-283 0</inkml:trace>
  <inkml:trace contextRef="#ctx0" brushRef="#br0" timeOffset="3002.51">9437 14764 0,'0'0'0,"0"-36"16,-18 36 0,-246 300-1,158-88 1,-124 282-16,54 35 15,105-106 1,71-282 0</inkml:trace>
  <inkml:trace contextRef="#ctx0" brushRef="#br0" timeOffset="3604.05">9525 15363 0,'0'-17'15,"0"34"-15,-18 54 16,-35 52 0,-52 266-1,-37 87 1,-16-35-1</inkml:trace>
  <inkml:trace contextRef="#ctx0" brushRef="#br0" timeOffset="4025.99">9525 14711 0,'0'0'32,"-106"35"-17,-17 106 1,-89 141-1,-53 142 1,-87 228 15,246-264-15</inkml:trace>
  <inkml:trace contextRef="#ctx0" brushRef="#br0" timeOffset="4358.46">9931 15169 0,'0'0'16,"0"-35"-1,-36 53 1,-87 141 0,17-18-16,-141 264 15,-17 107 1,52-18-1,88-124 1</inkml:trace>
  <inkml:trace contextRef="#ctx0" brushRef="#br0" timeOffset="9284.09">9984 16510 0,'0'-88'16,"0"176"-16,0-247 15,-18 124-15,-35 0 16,-18 17-1,-17 18 1,-18 71 15,36 34-15,52 19 0,18-71-16,53 35 15,124-53 1,17-17-1,0 0 1,-159 52 0,-53 71 15,-193 141-15,140-211-1,53-106 1,36-142-1,70-105 1,53-141 0,-105 335-1</inkml:trace>
  <inkml:trace contextRef="#ctx0" brushRef="#br0" timeOffset="9824.07">9966 16387 0,'-53'-53'16,"106"106"-16,-194-159 31,88 88-31,-123 0 16,87 89-1,36 17 16,36 18-15,34-18 0,107-17-1,-18-54-15,88 1 16,-35 35 0,-54 0-1,-87 141 1,-106-53-1,-18-18 1,35-70 0,36-35-1,35-71-15,0-53 16,194-423 0,0 141 15</inkml:trace>
  <inkml:trace contextRef="#ctx0" brushRef="#br0" timeOffset="10485.26">9402 17992 0,'-106'17'16,"35"19"-16,248-89 0,-495 158 15,283-87 1,193-106 15,195-106-15,-123 53-16,34-18 15,495-423 17,-371 229-17,-88 89 1,-106 70-1,-212 176 1,-35 36 0</inkml:trace>
  <inkml:trace contextRef="#ctx0" brushRef="#br0" timeOffset="10814.84">11377 15416 0,'0'-35'16,"0"70"-16,-70 71 31,34 35-31,1 36 16,-18 352-1,35-247 1,18-88 0,0-106-1,53-105 1</inkml:trace>
  <inkml:trace contextRef="#ctx0" brushRef="#br0" timeOffset="11066.33">10971 16034 0,'-70'17'16,"140"-34"-16,-175 87 15,140-70 1,18-17 15,-36-1-31,1-35 16,-36 0-1,-35 18 1,18 35 0,18 18-16,17 17 15</inkml:trace>
  <inkml:trace contextRef="#ctx0" brushRef="#br0" timeOffset="11302.45">11430 16316 0,'0'0'0,"0"18"16,-18-36 30,-35-17-30,-17-1 0,70 72 15,0-1-31,0 0 16</inkml:trace>
  <inkml:trace contextRef="#ctx0" brushRef="#br0" timeOffset="21967.64">26599 12312 0,'0'0'0,"-52"-176"16,34 87-1,0 36 1,18 159 15,0 53 0,0 141-15,0-177 15,18-70-31,17-17 16,71-19-1,-71-34 1</inkml:trace>
  <inkml:trace contextRef="#ctx0" brushRef="#br0" timeOffset="22313.33">26829 12330 0,'0'-89'16,"0"178"-16,0-301 16,-18 159-1,18 35 1,-18 195 15,1-19-15,34-16 15,160 34-15,-89-158 15,-53-36-16,-17-35 1,-53-70 0,-54 70-1,-16 53 1,16 53 0,72 35-1</inkml:trace>
  <inkml:trace contextRef="#ctx0" brushRef="#br0" timeOffset="22596.78">27675 11924 0,'0'0'0,"0"-35"16,0-36 15,0 142-15,-35 140-1,-35 89 1,34-159-16,19-17 16,-19 158-1,19-176 1,17-89-1</inkml:trace>
  <inkml:trace contextRef="#ctx0" brushRef="#br0" timeOffset="22849.1">27340 12224 0,'0'0'16,"-88"70"-1,123 36 17,36-159-1,-71-17-15,-18 17-1,-17 35 1,35 36-1,0 17-15</inkml:trace>
  <inkml:trace contextRef="#ctx0" brushRef="#br0" timeOffset="23116.24">27799 12647 0,'0'0'0,"-18"53"16,54 0 0,16-53 15,-16-53-15,-54-35-1,-35 53 1,18 35-1,17 35 1,18 18 0</inkml:trace>
  <inkml:trace contextRef="#ctx0" brushRef="#br0" timeOffset="24044.92">28663 12259 0,'-53'-18'16,"106"36"-16,-141-36 15,70 36-15,1 17 16,-36 124 0,35-53-1,36-36 1,52-34 0,19-36 15,-54 0-31,35-71 0,-52-17 15,-18-36 1,-159-34 0,53 87-1,36 36 17,123-18-17,176-70 16,53-72 16,-264 72-31,-36-53 0,-35 70-1,-17 53 1,52 18-1,18 105 17,0 301-17,0-36 1,0 35 0,0-193-16,18 122 15,-1-52 1,19-70-1,17-36 1,-36-88 0,1-53-1,0-88 17,-1-89-17,-34-17 1,-107-18-1,18 160 1,53 34 0,71 18-1,105-35 1,-17 17-16,0 0 16,0-35-16</inkml:trace>
  <inkml:trace contextRef="#ctx0" brushRef="#br0" timeOffset="30690.74">29916 12012 0,'0'0'31,"-106"0"-31,-35 88 31,141 230 1,105-230-17,19-35 1,-1-53 0,18-35-1,-105-36 1,-36 18-1,-53-17 1,-53 52 0,-53 36-1,106 52 17,106 36-17</inkml:trace>
  <inkml:trace contextRef="#ctx0" brushRef="#br0" timeOffset="31070.26">30374 12136 0,'0'0'0,"0"-36"15,-17 36 1,-19 36-1,1 69 1,53 54 0,35-88-1,-1-36 1,1-17 0,36-71-1,-54-36 16,-88-122-15,-53 123 0,53 88-1,18 53 17,35 35-17,0-53-15</inkml:trace>
  <inkml:trace contextRef="#ctx0" brushRef="#br0" timeOffset="31453.21">30833 12083 0,'0'0'0,"-53"-18"15,0 53 1,18 71-1,35-53-15,-18 18 16,36 52 15,70-52-15,-35-71 0,-18-18-16,0-53 15,1-17 16,-36-35-15,-53 35 0,17 52-16,1 19 15,-18-1 17,18 141-1,35-70-31</inkml:trace>
  <inkml:trace contextRef="#ctx0" brushRef="#br0" timeOffset="31853.86">31238 12047 0,'0'0'15,"0"-17"1,0 87 31,-17 142 0,34-106-32,19-18 1,-1-70-16,36-1 15,-1-34 1,18-54 0,18-88-1,-106 36 1,-35 17 0,-53 53-1,-18 53 1,35 35-16,1 18 15,-1 0 1</inkml:trace>
  <inkml:trace contextRef="#ctx0" brushRef="#br0" timeOffset="32286.1">26758 13264 0,'-529'89'31,"1058"-178"-31,-1217 248 15,812-106 1,264-35 0,247-36-1,741-141 17,-318 54-32,-35 34 15,-141 18 1,35 35-1,-635 18 17,-229 0-17,-211 0 1,16 0 0</inkml:trace>
  <inkml:trace contextRef="#ctx0" brushRef="#br0" timeOffset="33006.11">27129 11606 0,'0'0'0,"-36"-53"16,-52-70 0,176 493 15,124 142-15,105 17-1,160 106 1,-283-317-1,-71-36 1,1-123 0</inkml:trace>
  <inkml:trace contextRef="#ctx0" brushRef="#br0" timeOffset="33685.68">30656 12312 0,'-53'35'32,"53"-17"-32,53-71 0,159 106 15,88-124 1,70 1-1,-35-1 1,-88 36 0,-176 17-1,-18 18 1,-35 18 0,-160 52-1</inkml:trace>
  <inkml:trace contextRef="#ctx0" brushRef="#br0" timeOffset="34316.05">27005 14764 0,'0'0'15,"-53"-230"1,36 213-1,17 123 17,-18 105-17,36 1 1,52-18 0,36-35-1</inkml:trace>
  <inkml:trace contextRef="#ctx0" brushRef="#br0" timeOffset="34630.78">27340 14817 0,'0'0'0,"-70"-36"16,34 89-1,36 177 1,71-72-1,17-69 1,0-37 15,-35-52-15,-35-17-16,0-36 16,-36-35-1,-88 35 1,-17 35-1,70 53 1,70 54 0</inkml:trace>
  <inkml:trace contextRef="#ctx0" brushRef="#br0" timeOffset="34819.96">27746 15046 0,'0'0'0,"18"0"32,176 176-17,-71-87 1,1-54 15</inkml:trace>
  <inkml:trace contextRef="#ctx0" brushRef="#br0" timeOffset="34977.42">28169 14993 0,'0'0'0,"-176"53"47,88 123-31,35 18-1,-35 53 1</inkml:trace>
  <inkml:trace contextRef="#ctx0" brushRef="#br0" timeOffset="35370.85">28734 14834 0,'-36'-35'31,"72"70"-31,-142-88 16,71 194 0,17 54-1,0-107-15,18 0 16,0 88-1,53-140 1,-17-19 0,16-70 15,-34-35-15,-36 18-1,-34 52 1,16 18-1,1 0-15,0 18 16,17 17 0,0 0-16</inkml:trace>
  <inkml:trace contextRef="#ctx0" brushRef="#br0" timeOffset="35686.15">28910 14958 0,'-70'-36'32,"140"72"-32,-140 105 15,87 18 1,71-36 0,1-70-1,-1-35 1,-53-18-16,-17-18 15,35-105 1,-71 17 0,-70 0-1,35 71 1,-71 17 0,-34 71-1,87-18-15</inkml:trace>
  <inkml:trace contextRef="#ctx0" brushRef="#br0" timeOffset="36017.47">26000 16228 0,'-265'53'15,"530"-106"-15,-583 123 16,495-70 0,652-70-1,0-18 1,35-1 0,-70 19-1,52 35 16,-634 35-15,-194 0 0,-195 17-1,54 1-15</inkml:trace>
  <inkml:trace contextRef="#ctx0" brushRef="#br0" timeOffset="43627.43">29122 16792 0,'-18'-17'16,"1"-36"-1,-19 17-15,19 1 16,-19 0-16,-52-18 15,-18 35 1,-35 54 0,35 52-1,71-53-15,17 36 16,36-36 0,88-18-1,35-52 16,-53 0-31,-35-18 16,71-88 0,-89 88-1,-35 141 32,53 159-31,0-123-1,0 17 1,-36-106-16,1-17 16</inkml:trace>
  <inkml:trace contextRef="#ctx0" brushRef="#br0" timeOffset="43958.05">29422 16422 0,'-36'-35'16,"72"70"-16,-89-53 31,53 89-31,0-1 16,88 195 0,-18-124-1,-17-70 1,-35-36-16,17-35 15,1-18 1,-36-52 0,0-19-1,-71 36 1,18 36-16,-53 17 16,36 53-1,52-18 1</inkml:trace>
  <inkml:trace contextRef="#ctx0" brushRef="#br0" timeOffset="44258.43">29810 16598 0,'0'0'16,"0"-17"-1,-18 52 1,18 159-1,18-88 1,52-36 0,-17-52-16,-18-18 15,1 0-15,-1-18 16,36-105 0,-54 17-1,-52-35 1,0 70-16,-18 36 15,-53 0 1,88 35 0,18-18-1</inkml:trace>
  <inkml:trace contextRef="#ctx0" brushRef="#br0" timeOffset="44635.43">29933 16387 0,'18'-53'0,"-36"106"0,53-318 31,-140 159-16,-72 53 1,54 53-16,-36 0 16,-405 124-1,176 52 1,52 124 0,178 70-1,158-17 1,88-194-16,229 70 15,89-105 1,35-107 0,35-70-1,-246 0-15,211-141 16,-142-105 0,-193-72-1,-370-176 16,-213 389-15,-228 175 0,299 18-16</inkml:trace>
  <inkml:trace contextRef="#ctx0" brushRef="#br0" timeOffset="45862.96">1923 14534 0,'-89'106'15,"-69"71"17,193-177-17,371-283 1,52-105 0,107-17-1,-265 193-15,264-123 16,-105 88-1,-248 141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6:06:51.4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24659 3246 0,'-106'-53'15,"212"106"-15,-370-106 16,87 53 0,-52 35-1,-18 53 16,-265 353-15,495-265 0,105-52-1,18-89 1,35-17-16,370-36 31,-123-70-15,-52-35-1,-107-54 1,-211-123 0,-265 124-1,-141 123 17,-89 53-32</inkml:trace>
  <inkml:trace contextRef="#ctx0" brushRef="#br0" timeOffset="4759.59">15363 9119 0,'-35'18'16,"70"-36"-16,-140 71 16,16-35-1,-34-18 1,70-35-1,35-36 1,54-35 0,158-35-1,-36 123 1,-52 54 0,-53 122 15,-88 142-16,-71-141 1,0-35 0,36-72-1,-1-52 1,54-70 0,17-18-1,35 0 1,0 52-1,0 36-15,1 0 16,52 88 0,-18 1-1,-17-1 1,18-35 0,35-18 15</inkml:trace>
  <inkml:trace contextRef="#ctx0" brushRef="#br0" timeOffset="5105.46">15787 9313 0,'0'-53'15,"0"106"-15,0-194 16,0 106 0,-35 35-1,-36 176 1,53-35-1,1-35 1,52-35 0,53-36-1,-17-53 1,-18 1-16,17-54 16,-35-35-1,-52 18 1,-89-18 15,35 89-15,1 17-1,52 53 1,18-36 0</inkml:trace>
  <inkml:trace contextRef="#ctx0" brushRef="#br0" timeOffset="5467.57">16334 9225 0,'-36'-18'16,"72"36"-16,-107-36 16,18 89-1,35 35 1,18-53-16,0 35 15,53-35 1,36-35 0,34-36 15,-52-35-15,-36-35-1,-35-18 1,-71 35-1,36 54-15,0-1 16,-53 18 0,70 53-1</inkml:trace>
  <inkml:trace contextRef="#ctx0" brushRef="#br0" timeOffset="5782.62">16757 9243 0,'0'0'16,"-53"141"15,35 123 0,89-193-15,35-71-1,-18-53 1,-35-35 0,-35-18-1,-36 71-15,-17-18 16,-124-18 0,71 71-1,52 36 1</inkml:trace>
  <inkml:trace contextRef="#ctx0" brushRef="#br0" timeOffset="6192.59">18062 8872 0,'0'0'15,"-70"89"1,52-19 0,18-17-1,35-18 1,36-52 0,-54-36-1,-17 17 1,-17 1-1,-18 18 1,17 17-16,-17 17 16</inkml:trace>
  <inkml:trace contextRef="#ctx0" brushRef="#br0" timeOffset="6483.36">18027 9648 0,'0'0'16,"0"36"0,35-36-1,0-36 1,-17 1-1,-18 0 1,-35 35 0,0 0-1,17 18-15,0-1 16,18 18 0</inkml:trace>
  <inkml:trace contextRef="#ctx0" brushRef="#br0" timeOffset="8112.92">15134 4692 0,'-106'0'16,"212"0"-16,-353 0 16,177 18-16,17-1 15,70 1 1,124 17-1,106-35 1,-105 0-16,175-35 16,-52 0-1,-71-1 1,-106 19 0</inkml:trace>
  <inkml:trace contextRef="#ctx0" brushRef="#br0" timeOffset="8350.83">16016 4586 0,'0'0'0,"-35"-35"31,70 17 1,0 18-17,36 53 1,-36 18-1,-17-18-15,-18 52 16,-35 19 0,-71-1-1,0 1 1</inkml:trace>
  <inkml:trace contextRef="#ctx0" brushRef="#br0" timeOffset="10533.85">7532 7108 0,'0'0'0,"0"18"16,17-18-16,-17-35 62,18-36-46,53-264 15,-54 35-15,19-17 0,-19-36-1,-17 265 1,0 53 15,-17 35 16,-1 17-31,18 1-1,0 35 1,0-36-16,0 19 15</inkml:trace>
  <inkml:trace contextRef="#ctx0" brushRef="#br0" timeOffset="10863.68">7408 5962 0,'-17'0'15,"34"0"-15,1-18 31,70-70 1,-17 18-17,-18 17 1,0-18 0,-18 18-1,-18 53 16,1 35-15,35 18 0,53 18-1,-18-18 1,18-18 0</inkml:trace>
  <inkml:trace contextRef="#ctx0" brushRef="#br0" timeOffset="11934.34">12012 4163 0,'-53'17'16,"106"-34"-16,-123 52 15,34-35-15,1 18 16,0-18 0,35-36-1,17-17 1,19 18-16,-1 0 15,18 17 1,0 18 0,-18 88-1,-35-35-15,18 18 16,-54 88 0,-17-89-1,1-17 1,-1-18-1,53-87 32,0-1-31,35 35 0,0 18-1,0 18-15,18 35 16,18-18-1,-1 0 1,19-35 0</inkml:trace>
  <inkml:trace contextRef="#ctx0" brushRef="#br0" timeOffset="12154.73">12347 4163 0,'-17'-18'16,"34"36"-16,-34-54 16,122-16 15,-16 16-15,-54 19-1</inkml:trace>
  <inkml:trace contextRef="#ctx0" brushRef="#br0" timeOffset="12518.15">12330 4110 0,'0'17'16,"0"-34"-16,-18 87 16,0-17-1,18 36 16,0 34-15,0-105 0,18-18-1,0-18 1,17-35 0,35-35 15,-17 70-16,0 18 17,-17 18-17,-36 35 1,0 0-16,-36-18 16,-70 106-1,71-106 1,17-35-1</inkml:trace>
  <inkml:trace contextRef="#ctx0" brushRef="#br0" timeOffset="13085.44">12894 4039 0,'0'0'16,"-53"-35"-1,18 70 1,0 106 15,35-52-15,52-19 0,1-52-1,-17-18 1,-19-18-16,1 1 15,0-89 1,-18 35 0,0-17-1,35 17 1,53 36 0,-53 70-1,18 71 1,0 0-1,18 0 1,-36-88 0,36-36-1,-1-35 1,18-88 15,-70 35-15,-53-17-1,-71 87 1,-35 72 0,70-1-16,18 35 15</inkml:trace>
  <inkml:trace contextRef="#ctx0" brushRef="#br0" timeOffset="15761.58">23319 4939 0,'0'0'15,"-247"70"1,229-70-1,194 0 1,177-52 0,282-72-1,-282 71 1,-159 35 0,-176 18-1</inkml:trace>
  <inkml:trace contextRef="#ctx0" brushRef="#br0" timeOffset="15934.6">23583 5098 0,'0'0'0,"-123"53"16,123-36 0,194-17-1,159-88 1,70 17-1,-229 36-15,0 0 16,-35 17-16</inkml:trace>
  <inkml:trace contextRef="#ctx0" brushRef="#br0" timeOffset="17068.09">12435 6156 0,'0'0'16,"-35"-106"-1,17 88 1,18 36 15,0 123 1,0-70-32,18 105 15,0-17 1,-1-18-1,1-53 1,0-52-16,-1-19 16</inkml:trace>
  <inkml:trace contextRef="#ctx0" brushRef="#br0" timeOffset="17589.21">12753 6244 0,'-53'0'31,"106"0"-31,-71-70 16,124 17 0,0 35-1,-18 36 1,-35 158 0,-53-17 15,18 35 0,-1-124-15,1-34-1</inkml:trace>
  <inkml:trace contextRef="#ctx0" brushRef="#br0" timeOffset="17760.82">12876 6667 0,'0'0'15,"36"-52"1,-1-1-16,106-53 16,-17 0-1,-72 71 1</inkml:trace>
  <inkml:trace contextRef="#ctx0" brushRef="#br0" timeOffset="19307.43">13476 6085 0,'-18'0'31,"36"0"-31,-18 0 16,53-17-1,0-1 1,-18 0 0,-17 18 15,-1-17-31,19 17 16,-36-18 15,0 36 0</inkml:trace>
  <inkml:trace contextRef="#ctx0" brushRef="#br0" timeOffset="20537.18">13476 6156 0,'0'0'0,"35"-35"16,54-18-1,-19 17 1,-17 1 0,-35 35-1,-36 35 1,0 1 15</inkml:trace>
  <inkml:trace contextRef="#ctx0" brushRef="#br0" timeOffset="21003.18">13476 6156 0,'-18'-18'15,"1"1"1,-1 17 0,18 53 15,-17 123-15,17-70-1,0-53 1,17-36-1,1-17 1,-1-35 0,19-18-1,-1 0 1,18 0 0,-35 53-16,17-17 15,18 70 1,-36 17-1,-17 36 17,-88 17-17,18-52 1,34-53 0,54-54-1</inkml:trace>
  <inkml:trace contextRef="#ctx0" brushRef="#br0" timeOffset="21308.44">13988 6068 0,'-36'0'16,"72"0"-16,-107 88 16,53 35-1,18-34 1,36-36-1,34-36 1,-34-17-16,34-53 16,-35-17 15,-17-1-15,-71-17-1,-17 88 1,-1 0-1,53 0 1,18-18 0</inkml:trace>
  <inkml:trace contextRef="#ctx0" brushRef="#br0" timeOffset="21711.23">14041 6032 0,'35'-123'16,"-70"246"-16,70-369 16,-35 104-1,-141-105 1,-53 159-1,-89 71 1,-105 34 0,-17 124-1,193-17 1,18 17-16,-282 476 31,370-140-15,176-54-1,160-123 1,246-71 0,-88-247-1,71-158 1,17-159 0,-35-88-1,-265 158-15,36-299 16,-247 52-1,-265 247 1,-159 265 0,195 89-16,-266 211 15,284-142 1</inkml:trace>
  <inkml:trace contextRef="#ctx0" brushRef="#br0" timeOffset="24718.6">18944 8855 0,'0'0'15,"-35"-36"1,35 125 47,-18 105-48,1-18 1,-1-35-1,18-53 1,35-70 0,1-18-16,52-71 15</inkml:trace>
  <inkml:trace contextRef="#ctx0" brushRef="#br0" timeOffset="25000.94">19173 8925 0,'0'0'16,"-17"-17"-1,193-142 1,-70 159 0,-53 35-1,-35 71 16,-18-35-31,0-1 16,-53 142 0,17-124-1,36-17 1,18-54 0,0-17-16</inkml:trace>
  <inkml:trace contextRef="#ctx0" brushRef="#br0" timeOffset="25236.78">19756 9013 0,'0'-17'15,"0"34"-15,123-122 16,0 52 15,-34 17-15,-36 19-1,-71 17 17</inkml:trace>
  <inkml:trace contextRef="#ctx0" brushRef="#br0" timeOffset="25618.23">19861 8890 0,'-17'35'16,"34"-70"-16,-70 123 15,36 0 1,-1 18 0,1-71-16,17 18 15,-18 18 1,18-53-1,35-71 32,53-53-31,-35 53 0,0 53-1,0 0 1,-35 106-1,-71 17 1,-35-35 0,17-17-1,53-53 1,18-36 0</inkml:trace>
  <inkml:trace contextRef="#ctx0" brushRef="#br0" timeOffset="25958.88">20443 8908 0,'0'-18'16,"0"36"-16,-17-36 16,-18 106-1,-18 141 1,53-105-1,17-53 1,54-71 0,17 0-1,-35-36-15,35-52 16,-35-35 0,-35-1-1,-71 54 1,0 70-16,-71 17 15,19 36 1,52-18 0,53-17-1</inkml:trace>
  <inkml:trace contextRef="#ctx0" brushRef="#br0" timeOffset="26219.12">20743 8343 0,'53'-123'16,"-106"246"-16,159-299 16,-88 158-16,-18 283 31,-106 88-16,-53 70 1,-176 194 0,123-299-1,124-195 1</inkml:trace>
  <inkml:trace contextRef="#ctx0" brushRef="#br0" timeOffset="26996.89">17268 8572 0,'0'-52'31,"0"104"-31,-17-104 16,-89 228-1,-35 194 1,-53 107 0,-71 175-1,159-317 1,54-105 0</inkml:trace>
  <inkml:trace contextRef="#ctx0" brushRef="#br0" timeOffset="27673.5">20161 8537 0,'124'-123'16,"-248"246"-16,389-334 16,-195 158-1,-52 53 16,-512 441-15,71-71 0,-71 0-1,0-34 1,300-195-16,-53 17 31,194-69-15,88-89-1</inkml:trace>
  <inkml:trace contextRef="#ctx0" brushRef="#br0" timeOffset="28523.87">18768 11148 0,'53'-71'31,"-106"142"-31,212-195 16,-89 124-1,-35 18 1,-35 70-1,-105 53 1,34-70 0,36-36-1,123-35 17,18 0-17,-71 0-15,53 18 16,-70 52-1,-53 1 17,-265 88-17,229-159 1,53-18 0,71-70-1,53-36 16</inkml:trace>
  <inkml:trace contextRef="#ctx0" brushRef="#br0" timeOffset="29971.32">19367 11112 0,'0'0'16,"18"0"-1,17 0-15,36-17 16,0-1-1,-36 1 17,-35 17-17,-18 17 1</inkml:trace>
  <inkml:trace contextRef="#ctx0" brushRef="#br0" timeOffset="30364.98">19438 11148 0,'-18'0'32,"1"0"-32,52 0 0,-106 35 15,71 0-15,-35 54 16,35-1 0,0 18-1,0-54 1,0-34-1,18-18 1,17-53 0,18-17-1,35 17 17,-17 0-17,17 70 1,-70 54-1,-18 17 1,-53 18 0,-53-18-1,35-53-15,-52 36 16,-1-53 0</inkml:trace>
  <inkml:trace contextRef="#ctx0" brushRef="#br0" timeOffset="31136.53">16686 8661 0,'0'0'0,"18"0"16,-36 53 0,-176 123-1,-106 53 1,-88 54-1,-70 52 17,-195 123-17,389-246 1,211-89 0,88-87-1,106-36 1</inkml:trace>
  <inkml:trace contextRef="#ctx0" brushRef="#br0" timeOffset="31686.62">14922 11289 0,'-70'-35'15,"140"70"-15,-175-88 16,52 88-1,35 71 1,18 35 0,71-17-1,17-107 1,18-52 0,0-36-1,-54-34 1,-34 52-16,0-35 15,-36 52 1,0 36 0,-17 53-1,18 18 1,-19 105 0,36 0-1,0-34 1,18-54-1,0-71-15,17-17 16,53-52 0</inkml:trace>
  <inkml:trace contextRef="#ctx0" brushRef="#br0" timeOffset="31969.3">15522 11448 0,'0'-18'15,"0"36"-15,-35 17 16,0 88-1,35 1 1,17-89-16,1 0 16,88 1 15,17-160-15,-105-52 15,-89 70-16,-17 71 1,0 35 0,35 53-1,18-36-15,35 19 16</inkml:trace>
  <inkml:trace contextRef="#ctx0" brushRef="#br0" timeOffset="32362.48">14711 12400 0,'0'0'0,"-88"18"16,105-71-1,283-194 1,18-18 0,17 18-1,-53 36 1,-53 17 0</inkml:trace>
  <inkml:trace contextRef="#ctx0" brushRef="#br0" timeOffset="33133.89">17568 11536 0,'-17'-18'47,"-1"1"-31,0 17-16,36 17 62,-18 1-46,-18-1-1,-35 1 1,53-36 15,18 18-15</inkml:trace>
  <inkml:trace contextRef="#ctx0" brushRef="#br0" timeOffset="33496.51">17480 12012 0,'0'0'15,"-18"18"1,36-18 31,-18-18 0,35 0-32,-17 18 1,-18 18-1,-35 17 1,-18 1 0,18-36-1,35-53 1,52 0 0</inkml:trace>
  <inkml:trace contextRef="#ctx0" brushRef="#br0" timeOffset="34142.78">16351 13141 0,'0'0'16,"-88"-159"15,17 159-16,-52 88 1,88 18 0,52-35-1,72 17 1,87 0 0,-88-17-1,-88-18 1,-88 17 15,-18-17-15,53-53-16,36 0 15,-1-106 1,106-70 0,106 0-1,0 52 1</inkml:trace>
  <inkml:trace contextRef="#ctx0" brushRef="#br0" timeOffset="34348.6">17410 13229 0,'-36'18'15,"72"-36"-15</inkml:trace>
  <inkml:trace contextRef="#ctx0" brushRef="#br0" timeOffset="34459.33">17339 13723 0,'0'0'16,"53"-123"-1</inkml:trace>
  <inkml:trace contextRef="#ctx0" brushRef="#br0" timeOffset="34820.58">18309 12965 0,'0'-18'16,"0"36"-16,106-142 16,0 124-1,-18 88 1,-70 89 15,-124 246 0,71-352-15,35-54 0</inkml:trace>
  <inkml:trace contextRef="#ctx0" brushRef="#br0" timeOffset="34979.75">18292 13511 0,'-18'-17'15,"36"34"-15,87-140 16,125-53 0,52-36-1,-159 88-15,-17 19 16,-18-1 0</inkml:trace>
  <inkml:trace contextRef="#ctx0" brushRef="#br0" timeOffset="35294.51">18768 11677 0,'0'0'0,"106"-71"16,423-211 15,741-370-15,-953 440-1</inkml:trace>
  <inkml:trace contextRef="#ctx0" brushRef="#br0" timeOffset="43359.42">14799 10724 0,'-123'106'16</inkml:trace>
  <inkml:trace contextRef="#ctx0" brushRef="#br0" timeOffset="60229.96">1993 14482 0,'0'0'0,"-88"35"16,70-35 0,89 0-1,264-177 1,-35-17-1,17 0 1,-52 18 0,-106 105-1,-212 142 1</inkml:trace>
  <inkml:trace contextRef="#ctx0" brushRef="#br0" timeOffset="60403.94">2028 14852 0,'71'0'31,"-142"0"-31,265-88 16,142-194 0,352-283-1,-195 212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6:29:09.78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13776 9313 0,'0'0'0,"-53"0"16,71 18-16,88-18 15,599 0 1,89-88 0,141-18-1,-424 71-15,18-1 16,1 1-16,475 17 15,-158 18 1,-177 18 0,-264 0-1,-301-18-15,-87 17 16,-335 142 15</inkml:trace>
  <inkml:trace contextRef="#ctx0" brushRef="#br0" timeOffset="299.57">15946 13282 0,'0'0'16,"370"-70"0,-141-19-1,406-140-15,88-18 32,18 35-17,0 36 1,-388 88-16,-36 17 15</inkml:trace>
  <inkml:trace contextRef="#ctx0" brushRef="#br0" timeOffset="1101.33">25594 9842 0,'-53'0'16,"106"0"-16,-124-70 16,124-36-1,88 53 1,-70 36-16,17 17 15,-70 88 1,-71 70 0,-88-16-1,53-89-15,17-1 16,-35 19 0,159-71 30,388-159-30,-317 71 0,-71-18 15,-36 0-15,-17 36-1,0 87 16,18 72-15,-1-36-16,1-1 16,17-16-16,71 34 15,-18-52 17,18-106-17,-106-71 1,-53 53-1,-53 53 1,1 53 15,-1 212 1</inkml:trace>
  <inkml:trace contextRef="#ctx0" brushRef="#br0" timeOffset="1431.32">26670 9648 0,'0'-17'15,"0"34"-15,0-52 16,0 53 0,-18 141-1,36-71 16,105 0-15,-87-88-16,-1-35 16,36-89-1,-71-17 1,-53 35 15,0 53-31,-106 36 31,141 105-15,18-53-16</inkml:trace>
  <inkml:trace contextRef="#ctx0" brushRef="#br0" timeOffset="1745.58">26987 9596 0,'0'0'16,"-17"88"15,17 35 0,35-17-31,53-35 16,-35-54-16,-17-17 16,69-35-1,-87-53 1,-36-36 15,-17 54-31,0 17 16,-18 0-16,-71 0 15,19 53 1,52 53 0,53-18-1</inkml:trace>
  <inkml:trace contextRef="#ctx0" brushRef="#br0" timeOffset="1920.18">28169 9648 0,'0'-17'31,"0"52"-15,0 0 0</inkml:trace>
  <inkml:trace contextRef="#ctx0" brushRef="#br0" timeOffset="2060.86">28240 10107 0,'0'0'16,"-18"0"-1</inkml:trace>
  <inkml:trace contextRef="#ctx0" brushRef="#br0" timeOffset="2471.31">29369 9543 0,'0'0'0,"-18"-36"16,18 19-1,0 34 1,-18 89-1,1 71 1,17-1 0,53 53-1,17-158 17</inkml:trace>
  <inkml:trace contextRef="#ctx0" brushRef="#br0" timeOffset="2755.94">29651 9825 0,'0'-53'16,"0"106"-16,0-159 15,18 88-15,17 1 16,35 34 0,-34 72-1,-36-1 1,-53 0-1,-18-17 1,54-36-16,-1 0 16,53-17-1,106-18 1,71-36 0,-124 1-16,0-18 15</inkml:trace>
  <inkml:trace contextRef="#ctx0" brushRef="#br0" timeOffset="2913.95">30445 9684 0,'0'-18'31,"0"36"-31,35-71 16,71 18-1,0-1 1,-71 19-16,-17 17 15,-36 0 1</inkml:trace>
  <inkml:trace contextRef="#ctx0" brushRef="#br0" timeOffset="3275.56">30357 9648 0,'0'0'0,"-36"36"15,36 34 1,0-17-1,0-18-15,18 36 16,-18-18 0,0-35-1,18-18 1,17-53 0,35-18 15,19 36-16,-1 35 1,-71 0 0,19 17-16,-19 19 0,1 17 15,-53 35 1,-54 0 0,-16-17-1,87-54-15,0 1 16,18-36-1</inkml:trace>
  <inkml:trace contextRef="#ctx0" brushRef="#br0" timeOffset="3624.04">31221 9578 0,'0'0'0,"0"-18"16,-53 124 15,18 106-15,70-89 15,53-35-15,0-70-1,89-88 1,-89-19-1,-53-17 1,-70-17 0,-71 52-1,35 54-15,-52 17 16,70 53 0,35-18-1</inkml:trace>
  <inkml:trace contextRef="#ctx0" brushRef="#br0" timeOffset="3906.92">31926 8819 0,'18'-70'15,"-18"17"-15,-18 176 0,36-264 16,-53 124-1,-53 140 1,35 1-16,-88 246 16,-36 106-1,-87 36 1,-19-36 0,160-282-16,35-35 15,-53 176 1,70-229-1</inkml:trace>
  <inkml:trace contextRef="#ctx0" brushRef="#br0" timeOffset="4632.6">27481 8943 0,'71'-176'15,"-142"352"-15,160-441 16,-89 230 0,0 70-1,-106 248 1,-53 228-1,71-229-15,-89 265 16,1-53 0,35-106-1,35-141 1,71-176 0,0-36-1,-1-18-15</inkml:trace>
  <inkml:trace contextRef="#ctx0" brushRef="#br0" timeOffset="4963">24941 10354 0,'0'0'0,"-141"35"16,159-35 0,229-88-1,-71 0-15,283-124 16,35-17 0,-36 17 15,107-17 0,-512 211-31,-36 1 16,-87 105-1</inkml:trace>
  <inkml:trace contextRef="#ctx0" brushRef="#br0" timeOffset="6015.32">26088 11571 0,'0'-35'16,"0"70"-16,0-88 16,-35 71 15,-36 176-16,53-53 1,36-18 0,70-52-1,89-36 17,-36-52-17,-53-54 1</inkml:trace>
  <inkml:trace contextRef="#ctx0" brushRef="#br0" timeOffset="6197.58">26388 11800 0,'-36'-17'15,"72"34"-15,-107-34 16,54 52 0,-1 177-1,18-54 1,0 1-1,0 0 1,18-71 0,-1-53-1</inkml:trace>
  <inkml:trace contextRef="#ctx0" brushRef="#br0" timeOffset="6486.88">26652 12012 0,'0'0'0,"0"-18"16,0 54 15,0 70-15,36-54-16,17 19 16,17-36-1,1-35 1,-1-70-1,-52 17-15,-1 0 16,-17-159 0,-70 124-1,-36 88 1,0 106 0,53-53-1</inkml:trace>
  <inkml:trace contextRef="#ctx0" brushRef="#br0" timeOffset="7074.96">29034 10777 0,'0'0'0,"211"-229"15,142-18 1,53-53 0,-1 0-1,-105 89 1,-194 140-16,-18 1 15,-88 70 1,-106 88 0,18-35 15</inkml:trace>
  <inkml:trace contextRef="#ctx0" brushRef="#br0" timeOffset="14994.53">28469 11747 0,'0'0'16,"-35"-17"-1,17 17-15,18 17 32,36 19-17,-19-19 1,1-17 0,-1 0 15,-17-70-16,0 17 1,0 35 0,-17 71 15,-18 71-15</inkml:trace>
  <inkml:trace contextRef="#ctx0" brushRef="#br0" timeOffset="15292.56">28504 12241 0,'0'53'16,"0"-106"-16,0 159 15,53-53 1,36-35 15,-54-18-31,0-18 16,-17-35-1,-18-17 1,-71 17 0,36 35-16,-53 18 15,17 53 1,54 35-1,17-35 1</inkml:trace>
  <inkml:trace contextRef="#ctx0" brushRef="#br0" timeOffset="23232.66">29651 11606 0,'-35'0'16,"70"0"-16,-35 0 15,123 0 1,19-17 0,-90-1-1,19 0-15,-106 18 32</inkml:trace>
  <inkml:trace contextRef="#ctx0" brushRef="#br0" timeOffset="23641.58">29651 11624 0,'-35'18'31,"70"-36"-31,-70 159 16,17-17-1,18-19 1,0-34-1,0-18 1,53-124 47,35 1-48,18 17 1,17 53-1,-17 35 1,-53 53 0,-53-52-16,0 17 15,-194 105 1,18-70 0,17-35-1,18-35 1,53-36-1</inkml:trace>
  <inkml:trace contextRef="#ctx0" brushRef="#br0" timeOffset="25247.9">26935 11853 0,'0'0'0,"-194"-300"16,88 195 0,-18 34-1,-17 71 17,35 88-17,53 0-15,18 89 16,88-1-1,123-17 1,18-36 0,-88-70-16,-35 0 15,17 88 1,-141-35 0,-88-18-1,-35-52 1,17-54-1,106-123 1,88-71 0,106-35-1,124-88 17,-142 229-17,-105 71 1</inkml:trace>
  <inkml:trace contextRef="#ctx0" brushRef="#br0" timeOffset="25708.38">26758 11624 0,'-70'-71'15,"140"142"-15,-211-212 16,53 70-1,-18 71 1,35 0-16,-70 106 16,0 71-1,88 17 1,89-36 0,140-17 15,-70-88-31,17 0 15,160 88 1,-195-70 0,-71-18-1,-70-18-15,-88 36 16,-35-54 0,0-34-1,70-89 1,88-71-1,53 72-15,54-19 16,210-211 0,-140 194-1</inkml:trace>
  <inkml:trace contextRef="#ctx0" brushRef="#br0" timeOffset="26159.65">26635 11571 0,'-88'-53'16,"176"106"-16,-265-123 15,142 70-15,-18 0 16,-141 70-1,88 54 1,71-1 0,70 18-1,230 53 1,-53-88 0,-89 0-1,-70-18 1,-71 0 15,-35-52-31,-52-1 16,-1-35-1,35-35 1,71-124 0,18 35-16,35 1 15,211-318 1,-123 229-1</inkml:trace>
  <inkml:trace contextRef="#ctx0" brushRef="#br0" timeOffset="27831.59">1411 11712 0,'0'0'0,"-176"53"15,193-88 1,248-159 0,-89 35-16,283-176 15,88-35 1,0-1 0,-106 89-1,-212 176 1,-194 88-16,-88 71 15,-176 159 17,-106 105-17,123-158 1</inkml:trace>
  <inkml:trace contextRef="#ctx0" brushRef="#br0" timeOffset="28050.98">1552 11765 0,'-123'106'16,"246"-212"-16,-370 300 15,300-211 1,406-301 0,70-70-1,71-71 1,17 18 0,159-35-1,-476 335 16,-318 282-15</inkml:trace>
  <inkml:trace contextRef="#ctx0" brushRef="#br0" timeOffset="28867.97">2558 13247 0,'0'0'15,"-53"-35"1,53 105-1,88 300 1,0-87-16,0 17 31,389 793-15,-354-775 0,-88-195-1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6:08:00.1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7937 10707 0,'-88'35'16,"176"-70"-16,-299 123 15,334-88 1,142-18 0,35-35-1,-18 36 1,-17-1 0,-195 18 15</inkml:trace>
  <inkml:trace contextRef="#ctx0" brushRef="#br0" timeOffset="211.83">8096 11042 0,'0'0'0,"-106"18"16,71-18-1,70-18 1,124-17 0,247-54-1,-53 1 1,-177 53 0</inkml:trace>
  <inkml:trace contextRef="#ctx0" brushRef="#br0" timeOffset="646.1">10266 10760 0,'-18'0'16,"36"0"-16,-1 0 15,36-36-15,141-34 16,36-1 0,-1 1-1,53-1 1,-264 71-1</inkml:trace>
  <inkml:trace contextRef="#ctx0" brushRef="#br0" timeOffset="813.23">10425 10954 0,'-53'17'15,"106"-34"-15,-71 34 16,194-87-1,89-54 1,-89 54-16,142-36 16</inkml:trace>
  <inkml:trace contextRef="#ctx0" brushRef="#br0" timeOffset="2062.87">14658 3634 0,'-71'17'16,"142"-34"-16,-159 52 15,158-17 1,107 17 15,-72-18-31,178 19 16,34-1-1,-35-35 1,-52 0 0,-124-35-1</inkml:trace>
  <inkml:trace contextRef="#ctx0" brushRef="#br0" timeOffset="2267.21">15875 3616 0,'53'0'16,"-106"0"-16,176 0 15,-87 35-15,-19 1 16,-52 175 15,-265 160 0,230-266-31</inkml:trace>
  <inkml:trace contextRef="#ctx0" brushRef="#br0" timeOffset="2583.01">14658 4851 0,'0'0'0,"-35"17"16,176-17 0,106 0-1,-89 0-15,19 0 16,-1 0-16,177 18 31,159 0 0,-442-18-15</inkml:trace>
  <inkml:trace contextRef="#ctx0" brushRef="#br0" timeOffset="2741.08">16140 4780 0,'0'0'15,"-18"-18"1,36 1-16,34 17 16,19 17-1,-36 54 1,-70 70 15,-18-53-31,-123 142 16</inkml:trace>
  <inkml:trace contextRef="#ctx0" brushRef="#br0" timeOffset="9729.27">13441 3457 0,'-35'0'16,"70"0"-16,-106-17 15,54-1-15,17 0 16,70-52 0,36 17-1,-18 35 1,-53 18 0,-35 88-1,-35-17 1,0-1-1,35-34 17,141 87-17,-88-87 1,-35-1 0,-36 0 15,-123 36-16,17-54 1,54 1 0,35-18-1,35-71 1,17 36 0,36-53-16</inkml:trace>
  <inkml:trace contextRef="#ctx0" brushRef="#br0" timeOffset="10360.7">14005 3369 0,'0'0'0,"-35"0"15,70-18 17,53-17-17,-35 35-15,0-18 16,-17 18 0,-19 0-1</inkml:trace>
  <inkml:trace contextRef="#ctx0" brushRef="#br0" timeOffset="10769.3">14093 3316 0,'0'0'16,"-52"18"0,34 35-1,-17 17 1,35 1 15,0-1-15,0-52-16,0 0 15,35-54 48,0 1-48,36 17 1,-18 18 0,-53 18-16,17 17 15,-52 54 1,-53-1 0,17-35 15,71-36-16</inkml:trace>
  <inkml:trace contextRef="#ctx0" brushRef="#br0" timeOffset="11668.71">14517 3387 0,'-18'0'16,"-35"0"-1,0 0 1,36 17-16,-1 54 16,0 17-1,18-17 1,36-36 0,-19-17-16,1-1 15,35-17 1,-35-17-1,-18-36 17,35-141-1,0 141-15,18 17-1,-18 36 1,-35 18-16,18 17 15,0 89 1,-1-36 0,1-35-1,17-35 1,36-1 0,-36-52 15,0-142-16,-35 125-15,-35-1 16,-89-88 15,-52 35 1,17-35-17,89 70 16,-36 36-15,-70 52 0,-160 177 15,125 53-15,87 53-1,107 0 1,158-53-1,-18-176-15,195 17 16,34-106 0,1-141-1,-35-52 1,-177 87-16,-53-34 16,0-389-1,-335 247 1,-194 194-1,-282 282 1,511-87 15</inkml:trace>
  <inkml:trace contextRef="#ctx0" brushRef="#br0" timeOffset="18067.2">12012 1129 0,'0'-71'16,"0"142"-16,0-212 16,0 105-1,0 19 1,0 105 15,0 53-15,18-35-1,52 88 17,-17-106-17</inkml:trace>
  <inkml:trace contextRef="#ctx0" brushRef="#br0" timeOffset="18256.56">12400 1147 0,'0'0'0,"0"-36"15,71-70 1,35 71 0,-36 35-1,-17 0 1</inkml:trace>
  <inkml:trace contextRef="#ctx0" brushRef="#br0" timeOffset="18649.16">12488 1023 0,'-17'0'16,"34"0"-16,-52 18 15,0 52 1,17 1-1,18 52 1,-18-87 0,18-1-1,0-53 32,89-70-31,-19 35-1,18 18 1,-35 35 15,-123 159-15,-18-71 0,35-18 15,53-52-31</inkml:trace>
  <inkml:trace contextRef="#ctx0" brushRef="#br0" timeOffset="19421.38">13053 988 0,'0'0'15,"-36"-18"1,-34 53-1,-1 124 1,71-71 0,18-35-1,35-53 1,17 0 15,-52-17-31,35-89 31,-53 35-15,0 18 0,0 36-1,18 17 1,17 0 0,36 35-1,-19 18 1,1-18-1,-35-17-15,17-18 16,1 0 0,-1-35-1,-18-54 1,-17 54-16,0-18 16,-105-106-1,-36 54 1,-36-19-1,-17 18 1,-159 71 15,106 106-15,-35 123 0,53 105-1,70 89 1,124-176-16,105 176 15,160-123 1,105-142 0,53-140-1,-176-72-15,211-175 16,-53-89 0,-158-70-1,-212-18 1,-88 264-16,-71 54 15,-599 211 1,211 194 0</inkml:trace>
  <inkml:trace contextRef="#ctx0" brushRef="#br0" timeOffset="20254.14">8678 8996 0,'-35'-88'15,"70"176"-15,-88-229 16,36 141 0,17 70-1,0 212 1,0-105 0,0-36-1,0-70 1</inkml:trace>
  <inkml:trace contextRef="#ctx0" brushRef="#br0" timeOffset="20457.82">8767 9102 0,'-53'0'15,"106"0"-15,-89 0 16,142-36 0,106-52-1,-106 53 1,-89 17 0</inkml:trace>
  <inkml:trace contextRef="#ctx0" brushRef="#br0" timeOffset="20884.56">8908 9084 0,'-18'18'16,"36"-36"-16,-54 71 15,36 35 1,-17-17-1,17-18 1,0-18 0,0-53 15,35-52-15,0 52-16,1-17 15,52-18 1,-35 53-1,-53 53 1,-36 70 15,-122 54-15,105-89 0,53-71-1,70-52 1,-17-18-16</inkml:trace>
  <inkml:trace contextRef="#ctx0" brushRef="#br0" timeOffset="21182.06">9384 8996 0,'-18'0'16,"-17"17"-1,17 72 1,18 16-1,18 19 1,35-89 15,17-35-15,72-159 0,-125 1-1,-105 105 16,-35 70-15,-1 72 0</inkml:trace>
  <inkml:trace contextRef="#ctx0" brushRef="#br0" timeOffset="21497.41">9772 8890 0,'-18'-18'31,"1"36"-15,17 17-16,0 36 16,35 123-1,0-106 1,18-70-1,18-36 1,52-141 15,-105 18-15,-53 35 0,-107 71-1,-105 176 1</inkml:trace>
  <inkml:trace contextRef="#ctx0" brushRef="#br0" timeOffset="21906.9">10495 9207 0,'-35'0'16,"70"0"-16,-53 0 16,89 0-16,17 0 15,194-70 1,-176 52-1,-88 18 1</inkml:trace>
  <inkml:trace contextRef="#ctx0" brushRef="#br0" timeOffset="22080.24">10742 8961 0,'-18'0'15,"36"0"-15,-53 88 16,17 123 0,-17 19-1,-18 17 1,0-18 0</inkml:trace>
  <inkml:trace contextRef="#ctx0" brushRef="#br0" timeOffset="25813.46">11589 8767 0,'-53'-71'16,"106"142"-16,-106-160 15,53 178 17,-18 52-1,-35 106-16,53-124 1,36-70 0,52-53-1,-35-18-15</inkml:trace>
  <inkml:trace contextRef="#ctx0" brushRef="#br0" timeOffset="26065.97">11783 8908 0,'-18'-53'16,"36"106"-16,52-194 16,36 123-1,-18 36 1,-70 123 0,-71 123-1,0-105 1,18-53 15,35-53-15,35-36-1</inkml:trace>
  <inkml:trace contextRef="#ctx0" brushRef="#br0" timeOffset="26444.17">12435 8784 0,'-35'0'16,"70"0"-16,-140 18 15,87 17-15,0 0 16,1 106 0,105-88 15,0 0-15,-35-17-1,-53 16 1,-53-16-1,-53 17 1,36-36 0,52-34-1,36-36-15</inkml:trace>
  <inkml:trace contextRef="#ctx0" brushRef="#br0" timeOffset="26774.75">12418 8819 0,'-36'-17'15,"72"34"-15,-72-69 16,125-1 0,34 35-1,-70 18-15,0 18 32,18 140-17,-54-34 1,18-18-1,18-36 1,71-70 0,-1-106-1,-34-52 1,-89-19 0,-212 1-1,18 193 1,-18 125-1</inkml:trace>
  <inkml:trace contextRef="#ctx0" brushRef="#br0" timeOffset="29922.46">1358 6385 0,'-35'0'16,"70"0"-16,-123 0 16,53 0-1,17 0 1,18-17 62,0-1-62,0 0-1,18 18 1,-1-17 0,-17-19 249,36 19-249,34-36-1,18 18 1,-52 35 0,-36 70-1,-18 18 17,-17 18-17,-1-71-15,36-17 16,-17 17-1,52-35 1,53 0 0,18 18-1,-53-18 1,-53 35 0,-35 36-1,-53-1 1,-36 1-1,106-71 1,54-88 0,17 0-1</inkml:trace>
  <inkml:trace contextRef="#ctx0" brushRef="#br0" timeOffset="30142.44">1834 6103 0,'0'0'0,"53"-35"32,88-36-17,-88 36 1,-35 35-1</inkml:trace>
  <inkml:trace contextRef="#ctx0" brushRef="#br0" timeOffset="30550.49">1870 6103 0,'-36'18'15,"72"-36"1,-124 124-1,52 0 1,36 0 0,0-18-1,18-35 1,0-36-16,-1-17 16,36-35-1,0-36 1,0-17-1,17-18 1,-34 71 0,-1 35-1,-35 35 1,0 89 0,-88 70-1,35-106 1,35-53 15,36-52-15</inkml:trace>
  <inkml:trace contextRef="#ctx0" brushRef="#br0" timeOffset="31100.8">2364 5927 0,'-89'17'16,"178"-34"-16,-231 87 16,142 18-1,18 18 1,53-53 0,-1-53-1,-17 0 1,-35-35 15,-1 17-31,1-158 31,0 105-15,17 36 0,0 35-1,18 18 1,0 52-1,0-35 1,0 1 0,-35-36-16,-1 0 15,36-53 1,-35-18 0,-18-17-1,-71-35 1,1 87-1,-1 36 1,-17 71 0,-36 70 15</inkml:trace>
  <inkml:trace contextRef="#ctx0" brushRef="#br0" timeOffset="31400.33">1076 7514 0,'-18'53'16,"36"-106"-16,105 53 15,107-123 1,87-89 15,600-352-15,-670 405-1,-123 88 1,-106 54 15,-54 52-15,-52 53-1,17-35-15,19 0 16</inkml:trace>
  <inkml:trace contextRef="#ctx0" brushRef="#br0" timeOffset="31933.67">2011 7355 0,'0'0'0,"-18"-17"16,36-36-1,105-35 1,-52 52 15,-36 195-15,-70 0-1,-36 35 17,54-141-17,34-36 1,71-52-1,107-124 17,-90 54-17</inkml:trace>
  <inkml:trace contextRef="#ctx0" brushRef="#br0" timeOffset="32107.92">2611 6950 0,'-18'0'15,"36"0"-15,-89 53 16,-17 88 0,-106 212-1,35-71 1,18-18 0,17-87-1</inkml:trace>
  <inkml:trace contextRef="#ctx0" brushRef="#br0" timeOffset="32437.55">3122 5345 0,'-53'0'15,"106"0"-15,-212 105 16,-35 89 0,-317 247-1,105-88 1,71-71-1,159-140 1,158-107 0,36-35-16,34-18 15</inkml:trace>
  <inkml:trace contextRef="#ctx0" brushRef="#br0" timeOffset="32866.11">1129 5186 0,'-18'-18'16,"36"36"-16,-53-1 31,35 54-31,17 0 16,19 123-1,-1-124-15,18 71 16,-18-53 0,0-17-1</inkml:trace>
  <inkml:trace contextRef="#ctx0" brushRef="#br0" timeOffset="33224.22">1605 5433 0,'0'0'0,"-53"-18"15,53-52 1,0-1 0,106-17-1,-35 70 1,-36 53-1,0 89 1,-17 17 0,-1 18-1,-17-89 1,18 1 0,-18-53-1</inkml:trace>
  <inkml:trace contextRef="#ctx0" brushRef="#br0" timeOffset="33398.18">1729 5680 0,'0'0'0,"53"-88"16,52-54-1,19 1 1,-36 53-1</inkml:trace>
  <inkml:trace contextRef="#ctx0" brushRef="#br0" timeOffset="33793.5">2134 5009 0,'-17'18'16,"34"-36"-16,-17 18 31,71-52-16,-1 16 1,-34 19 0,-36 34-1</inkml:trace>
  <inkml:trace contextRef="#ctx0" brushRef="#br0" timeOffset="34139.81">2170 5080 0,'-18'18'15,"36"-36"-15,-54 106 16,36-17 0,0 17 15,0-53-15,0-17-1,36-89 16,16 18-15,19 0 0,0 36-1,-18 17 1,-18 70 0,-88 36-1,-18 0 1,36-53-1</inkml:trace>
  <inkml:trace contextRef="#ctx0" brushRef="#br0" timeOffset="34423.33">2558 4957 0,'0'35'31,"0"-70"-31,17 140 16,19-69-16,-1-1 15,0-35 1,0 0 0,-17-53-1,-18-18 1,0 36-16,-18 0 15,-52-18 1,-1 88 0,18 18-1</inkml:trace>
  <inkml:trace contextRef="#ctx0" brushRef="#br0" timeOffset="34659.86">1305 6579 0,'0'0'0,"0"18"15,194-124 1,141-141 0,106-70-1,300-213 1,-370 248-1,-195 141 1</inkml:trace>
  <inkml:trace contextRef="#ctx0" brushRef="#br0" timeOffset="36644.99">10072 12312 0,'-124'18'31,"248"-36"-31,-301 53 16,142-35-1,35-17 1,0-36-1,124-106 1,-1 88 0,-17 36-1,-36 35 1,-34 159 0,-54-36-1,-52 18 1,-36-17-1,18-1 17,17-17-17,53-35 1,36-54 0,70-52-1,-35 0-15,88-71 16,0 0-1,-88 71 1</inkml:trace>
  <inkml:trace contextRef="#ctx0" brushRef="#br0" timeOffset="37605.51">10001 12312 0,'0'0'0,"-53"-18"16,53-35-1,53 0 1,53 18-1,0 18 1,-53 17-16,0 70 16,-36 54-1,-34 34 1,-71-17 0,-54 53-1,72-105 16,52-54-15,18-17 0,53-18-1,124-71 1,-36 53 0,-53 18-1,-53 89 16,-70 105-15,-124-53 0,-17 0-1,-1-35 1,54-53 0,123-142-1</inkml:trace>
  <inkml:trace contextRef="#ctx0" brushRef="#br0" timeOffset="41321.51">10760 12453 0,'0'0'0,"-53"-123"31,159 34-16,17 36 1,-35 53 0,-35 212-1,-70-106 1,-107 194 0,36-159-1,53-35 1,35-89-16,0 1 15,105-53 17,266-195-17,-301 178 1</inkml:trace>
  <inkml:trace contextRef="#ctx0" brushRef="#br0" timeOffset="41557.21">11571 12277 0,'0'0'16,"-18"0"0,71-36 15,247-122-16,-229 140 1</inkml:trace>
  <inkml:trace contextRef="#ctx0" brushRef="#br0" timeOffset="41919.55">11695 12153 0,'-53'53'31,"106"-106"-31,-142 194 16,72-35-1,17 18 1,0-54 0,0-17-1,17-53 1,19-53-1,34-17 1,54-36 0,-71 88-1,35 18 1,-71 71 0,-17 35-1,-123 70 1,17-106-1,71-52 1,52-53 15</inkml:trace>
  <inkml:trace contextRef="#ctx0" brushRef="#br0" timeOffset="42234.1">12330 12012 0,'0'-18'15,"0"36"-15,0-18 16,-18 124 0,0 34-1,18-34 1,106-18 0,-53-106-1,88-89 1,-53-34-1,-52-18 1,-36 70-16,-36-70 16,-87 53-1,-54 106 1,19 87 0,70-34-1</inkml:trace>
  <inkml:trace contextRef="#ctx0" brushRef="#br0" timeOffset="42705.61">8908 14270 0,'0'17'16,"0"-34"-16,53 34 15,176-52 1,423-141 0,-387 88-1,688-212 1,-283 88 0,-35 18-1,-353 106-15,194-53 16,-123 53-1,-177 52 1,-140 19 0,-72 34-1,-34 1 1,-1 17 0</inkml:trace>
  <inkml:trace contextRef="#ctx0" brushRef="#br0" timeOffset="43712.2">19173 10654 0,'-246'0'15,"492"0"-15,-545 0 16,493 35 0,300-35-1,229 0 17,1499 0-1,-1463 18-16,-195 35 1,-370-36-16,18 19 16,-195-19 15,-140-17-31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6:32:18.15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21502 8431 0,'0'0'0,"0"-35"16,-18 0-16,18-36 16,0 89 15,-35 282-16,17-53 1,18-36 15,18-34-15,52-89 0,-34-88-16</inkml:trace>
  <inkml:trace contextRef="#ctx0" brushRef="#br0" timeOffset="172.29">21837 8643 0,'0'-106'16,"0"212"-16,-18-265 15,1 247 17,17 89-17,0-71-15,-18 88 16,36-18-1,-1-105 1</inkml:trace>
  <inkml:trace contextRef="#ctx0" brushRef="#br0" timeOffset="580.81">22525 8661 0,'-18'-36'16,"36"72"-16,-89-125 15,36 54-15,17 35 16,-52 0 0,-18 88-1,70 1 1,71-1-1,0-35-15,0-18 16,70 53 15,-193 0-15,-36-52 15,53-36-31,18 0 16,35-36-16,17-87 15,142-53 1,53 17 0</inkml:trace>
  <inkml:trace contextRef="#ctx0" brushRef="#br0" timeOffset="746.34">22825 8520 0,'0'0'16,"17"0"-1,72-36 1,34 1 0,-35 17-1,-70 18 1,-36 18 15</inkml:trace>
  <inkml:trace contextRef="#ctx0" brushRef="#br0" timeOffset="1097.67">22966 8484 0,'0'0'15,"-53"18"1,18 17-16,-1 36 16,1 35-1,17-1 1,18-16 0,-17-19-1,17-52-15,17-36 31,36-52-15,18 17 15,88 53-15,-106 88 0,-18 0-1,-35-35 1,0 0-1,-88 70 1,70-87 0,18-54-1</inkml:trace>
  <inkml:trace contextRef="#ctx0" brushRef="#br0" timeOffset="1381.67">23424 8643 0,'18'-18'15,"-36"36"-15,36-53 0,-18 52 16,0 72 0,18 52-1,52 0 1,36-35 15,-35-89-31,158-87 16,-158-89-1,-36-53 1,-35 124 0,-35 0-1,-177 17 1,-17 177 0,105-18-16</inkml:trace>
  <inkml:trace contextRef="#ctx0" brushRef="#br0" timeOffset="1602.28">21272 10142 0,'0'0'0,"-123"53"15,370-123 1,300-107-1,247-17 1,528-70 0,-598 158-1,-336 35 1,-335 54 0</inkml:trace>
  <inkml:trace contextRef="#ctx0" brushRef="#br0" timeOffset="15012.74">9966 12471 0,'18'-18'16,"-36"36"-16,53-36 31,-70 53-15,-71 54 0,18-37-1,-36-52 1,89-52-1,18-107 1,52 0 0,88 36 15,-52 87-31,264 124 16,-229 142-1,-89-107-15,-17 36 31,-229 476 1,106-476-17,34-89 1,19-70 15,35-194-15,52 71-1,71 70 1,-35 53-16,18 0 16,0 35-16,52 71 15,36 0 1,-1-53 0,19-53-1</inkml:trace>
  <inkml:trace contextRef="#ctx0" brushRef="#br0" timeOffset="15313.52">10672 12312 0,'-53'-18'15,"106"36"-15,-18-142 16,53 72-1,0 16 1,159 72 0,-141 193-1,-71 88 1,-35-158-16,0-18 16,0-17-16,-17 87 15,-1-34 1,18-89-1,-18-70 1</inkml:trace>
  <inkml:trace contextRef="#ctx0" brushRef="#br0" timeOffset="15482.87">10971 13159 0,'-17'-18'31,"34"36"-31,160-248 31,211-140-15,-229 158 15</inkml:trace>
  <inkml:trace contextRef="#ctx0" brushRef="#br0" timeOffset="15915.25">10566 12453 0,'0'0'16,"53"-106"15,299-105 0,-193 193-15,-88 71-16,35 176 15,-71 106 1,-35-17 0,-18-54-1,18-140-15,-17 52 16,-1-88 0,18-70 15</inkml:trace>
  <inkml:trace contextRef="#ctx0" brushRef="#br0" timeOffset="16096.87">10936 13123 0,'0'-35'16,"0"70"-16,194-317 31,265-88 0,-283 193-15,-176 142-1</inkml:trace>
  <inkml:trace contextRef="#ctx0" brushRef="#br0" timeOffset="16856.36">10283 12506 0,'0'0'16,"-282"194"0,159-176-1,35-18 1,35-89 0,53-34 15,0 35-31,53-53 15,52 17 1,1 36 0,0 106-1,-53 35 1,35 211-16,-35 107 31,-35-19-15,-71-52-1,-71-53 1,1-70 0,70-177-1,0-71 1,35-17-16,1-18 16,-1-194-1,53 212 1,89 88-1,35 53 1,105 123 0,-87-88-1,-1-35 1,-105-53 0</inkml:trace>
  <inkml:trace contextRef="#ctx0" brushRef="#br0" timeOffset="17342.62">10813 12400 0,'-18'-53'15,"36"106"-15,52-265 32,-35 177-32,54 18 15,-1 87 1,-18 142 0,-34 52-1,-19-17 1,1 53-1,17-176 1,-17-36 0,0-71-16,-18 19 15,0-19 1</inkml:trace>
  <inkml:trace contextRef="#ctx0" brushRef="#br0" timeOffset="17531.62">10866 13106 0,'35'-71'31,"53"-17"-31,18 0 16,317-247-1,-158 123 1,-142 106-16</inkml:trace>
  <inkml:trace contextRef="#ctx0" brushRef="#br0" timeOffset="27160.98">11994 8961 0,'0'0'0,"-88"52"15,-35 19 16,87-53-15,19-36 0,17-70-1,0 35 1,35 18 0,18-1-1,0 36 1,35 124-1,-70 17 1,-18 18 0,-71-36-1,-35 18 17,-17-123-17,105-106 1,18 0-1,88 52 17,36 36-17,17 71 1,-70-36-16,-18-17 16,70 88-1,-105-89 1</inkml:trace>
  <inkml:trace contextRef="#ctx0" brushRef="#br0" timeOffset="28578.3">10142 14482 0,'-17'-18'15,"34"36"-15,-52-36 16,35 124 15,53 70-15,0 0-1,35-17 1,-53-88-16,1-36 16,-19-17-16</inkml:trace>
  <inkml:trace contextRef="#ctx0" brushRef="#br0" timeOffset="28780.56">10619 14552 0,'0'-18'15,"0"36"-15,0-18 32,17 194-1,1-53-15,17 18-1,18-53 1,-18-89-16</inkml:trace>
  <inkml:trace contextRef="#ctx0" brushRef="#br0" timeOffset="29426.2">11201 14287 0,'17'0'63,"-17"18"15,-17-18-16,-19 18-46,-17 70-1,36 88 1,52-105 0,106-36-1,-53-17-15,106-1 16,-88 1 0,-70 35-1,-72 18 16,-122 34-15,69-69-16,19-19 16,-89-52-1,141-106 1,54-35 0,17 87-16,35-69 15,-35 87 1,-36 53-1</inkml:trace>
  <inkml:trace contextRef="#ctx0" brushRef="#br0" timeOffset="29709.96">11818 14323 0,'0'-18'15,"0"36"-15,141-124 16,-53 53-16,1 0 15,87-35 17,-176 106-17</inkml:trace>
  <inkml:trace contextRef="#ctx0" brushRef="#br0" timeOffset="30081.07">11959 14252 0,'-35'53'15,"70"-106"-15,-70 177 16,35-18 0,0 70-1,0-88 1,0-53 15,35-123 16,71-53-31,0 71-1,0 52 1,-53 18-16,17 53 16,-35 35-1,-52 35 1,-36 1-1,0-36 1</inkml:trace>
  <inkml:trace contextRef="#ctx0" brushRef="#br0" timeOffset="30418.52">12700 13988 0,'-18'88'31,"-17"176"-15,35-105 0,53-35-1,35-89 1,18-88-1,-18-70 1,-53-19 0,-17-16-1,-106 17 1,35 88-16,0 17 16,-106 36-1,89 36 16</inkml:trace>
  <inkml:trace contextRef="#ctx0" brushRef="#br0" timeOffset="30782.92">14164 12030 0,'0'0'15,"53"53"17,176 194-17,-52-89 17,-89-69-17,-53-54 1</inkml:trace>
  <inkml:trace contextRef="#ctx0" brushRef="#br0" timeOffset="30954.1">14623 12047 0,'-36'0'16,"1"36"-16,106-72 0,-212 195 31,-1 282-16,89-212 1,53-35 0,0-141-1</inkml:trace>
  <inkml:trace contextRef="#ctx0" brushRef="#br0" timeOffset="31207.39">15099 12100 0,'18'-17'15,"-36"34"-15,36-52 16,17 176 15,0 0-15,0 0-1,36-17 17</inkml:trace>
  <inkml:trace contextRef="#ctx0" brushRef="#br0" timeOffset="31709.38">15557 12047 0,'0'0'16,"0"-53"-1,0 53 17,-17 159-17,34-18 1,19-53 0,34-35 15,36-88-16,-88 0 1,-1-71-16,1-35 16,17 17-1,36 36 17,52 176-17,-34 54 1,-1-19 15,159-88 0,-141-141-15,17-35 0,-88 71-16,1-142 15,-89 18 1,-71 71-1,-52 87 17,-54 125-32,89-19 15</inkml:trace>
  <inkml:trace contextRef="#ctx0" brushRef="#br0" timeOffset="32385.96">12771 11060 0,'-142'-89'31,"284"178"-31,-389-19 16,194 107-16,0 34 16,-53 636-1,88-318 1,1-35 0,34 123-1</inkml:trace>
  <inkml:trace contextRef="#ctx0" brushRef="#br0" timeOffset="32811.11">12771 13688 0,'0'0'0,"0"-71"16,0 18 0,0 124 15,-18 211-15,-17 159-1,17-212-15,-17 18 16,-53 441-1,35-335 1</inkml:trace>
  <inkml:trace contextRef="#ctx0" brushRef="#br0" timeOffset="55057.25">10336 13176 0,'-176'106'16,"352"-212"-1,-423 247-15,353-194 31,124-88-15,69-88 0,19-36-1,-159 124-15,17 18 16,300-212 0,-246 176-1,-142 71 1,-71 35-1,-175 18 1</inkml:trace>
  <inkml:trace contextRef="#ctx0" brushRef="#br0" timeOffset="55404.17">11095 11201 0,'-159'0'31,"318"0"-31,-406 88 16,212 0-1,88 0 1,70-70-1,0-18 1,-17 18 0,-70 17-1,-89 35 1,-36-17 0,19-35-1,17-18 1,35-35-16</inkml:trace>
  <inkml:trace contextRef="#ctx0" brushRef="#br0" timeOffset="55560.54">10954 11307 0,'0'-18'16,"0"36"-16,0-71 15,53-18 1,17 18-1,18 18 1</inkml:trace>
  <inkml:trace contextRef="#ctx0" brushRef="#br0" timeOffset="55813.44">11589 11130 0,'-18'0'31,"-17"35"-15,35 18 0,35-17-1,0-1-15,71 18 16,-71-18 15,-35 18-15,-17-18-16,-71 53 15,52-70 1</inkml:trace>
  <inkml:trace contextRef="#ctx0" brushRef="#br0" timeOffset="55940.75">11465 11201 0,'53'-89'15,"-106"178"-15,230-336 16,-19 88-1,-34 71 1,-89 88-16</inkml:trace>
  <inkml:trace contextRef="#ctx0" brushRef="#br0" timeOffset="56537.67">10213 15734 0,'0'0'0,"-159"88"31,265-123-15,123-159-1,124-106 1,35-71 0,18 19-1,-212 175-15,159-123 16,-106 89 15,-124 70-15,-141 141-1</inkml:trace>
  <inkml:trace contextRef="#ctx0" brushRef="#br0" timeOffset="57696.31">11377 16439 0,'-88'53'16,"176"-106"-16,-247 106 15,142-53 1,-1-70 0,36-18-1,17 35 1,18 17-1,17 36 17,-34 18-32,-19 35 15,19 159 1,-54-54 0,-35-17-1,18-105-15,17-1 16,-35 0-1,36-35 1,-1-53 0,0-17-1,89 70 1,52 35 0,-17 0-1,-18 1 1,36-36-1,-54-36 1,-52-17 15</inkml:trace>
  <inkml:trace contextRef="#ctx0" brushRef="#br0" timeOffset="59512.07">11659 16281 0,'0'0'0,"-17"-18"16,87-70-1,18 35 1,-17 35-1,-36 54 1,-35 16-16,0 19 16,-35 123-1,35-106 1,18-52 0,123-19-1,-18 1 16,-70-1-15,-35 19 0,-71 34-1,-71 18 1,71-35-16,-70-17 16,70-54-1</inkml:trace>
  <inkml:trace contextRef="#ctx0" brushRef="#br0" timeOffset="60864.12">11536 14199 0,'-53'-17'31,"106"34"-31,-106-70 16,53 18-1,18 0 1,17 35-16,-18-18 15,36 36 1,-35 52 0,0-17-1,-18-17 1,0-1 0,35-35-1,0 0 1,-17 0-1,-18 35 17,-18-17-32,-105 105 31</inkml:trace>
  <inkml:trace contextRef="#ctx0" brushRef="#br0" timeOffset="61384.68">12241 16245 0,'-17'-35'15,"34"70"-15,-34-176 16,34 53 0,72 0-1,-54 70-15,18 1 16,88 87-1,-53 71 1,-53 18 0,1-35-1,-19-1 1,1-70 0</inkml:trace>
  <inkml:trace contextRef="#ctx0" brushRef="#br0" timeOffset="61541.78">12577 16475 0,'0'-18'16,"70"-52"0,159-213-1,-52 54 1,-71 17-1</inkml:trace>
  <inkml:trace contextRef="#ctx0" brushRef="#br0" timeOffset="80599.66">10672 11942 0,'-71'17'16,"142"-34"-16,-177 52 16,176-141-1,124-88 1,88-71 15,477-334-15,-600 475-16,88-52 15,-142 140 1,-105 72 0,-17 34-1</inkml:trace>
  <inkml:trace contextRef="#ctx0" brushRef="#br0" timeOffset="81324.67">10954 17057 0,'0'0'15,"-177"229"1,213-211-1,140-71 17,-17-18-32,246-229 15,72-70 1,17 35 0,-71 106-1,-70 70 1,-247 124-16,-36 17 15,-35 71 1,-70 88 0</inkml:trace>
  <inkml:trace contextRef="#ctx0" brushRef="#br0" timeOffset="81827.2">14058 16069 0,'0'-35'16,"0"70"-16,-17-123 15,17 158 32,88 107-31,-18-107 0,18-70-1,1-53 1,-54-35-1,-35-18 1,-18 36 15,18 35 1,53 281-1,-17-104-16,-1 34 1,0-88 0,-17-70-1</inkml:trace>
  <inkml:trace contextRef="#ctx0" brushRef="#br0" timeOffset="82346.09">16845 15434 0,'0'0'16,"-88"-212"-1,141 1 1,70 70-1,-52 105-15,-18 36 16,158 141 15,36 71-15,-123-194 0,-71-54-1,-36-69 16,-17-37-15,0-34 0,18 106-16,0-1 15,17 0-15</inkml:trace>
  <inkml:trace contextRef="#ctx0" brushRef="#br0" timeOffset="82677.14">19244 14376 0,'0'0'15,"-71"17"1,124-17 0,106-70-1,-71 34-15,71-16 16,-88 34-1</inkml:trace>
  <inkml:trace contextRef="#ctx0" brushRef="#br0" timeOffset="82818.6">19191 14764 0,'0'0'16,"35"0"-1,54-18-15,16-35 16,336-194 15,-211 124-15</inkml:trace>
  <inkml:trace contextRef="#ctx0" brushRef="#br0" timeOffset="86895.53">14852 15363 0,'0'0'15,"-229"477"17,176-301-17,-141 353 1,123-264 0,36-89-1</inkml:trace>
  <inkml:trace contextRef="#ctx0" brushRef="#br0" timeOffset="87525.71">16722 11289 0,'-212'159'31,"424"-318"-31,-671 617 16,159-34-1,-53 52 1,-17-53 0,-89-17-1,371-318 1</inkml:trace>
  <inkml:trace contextRef="#ctx0" brushRef="#br0" timeOffset="88328.48">15152 11218 0,'0'0'0,"-71"18"16,54-36 0,34-35-1,71 18 1,-17 17 0,-36 18-16,-17 36 15,0 123 1,-36-54-1,-53-16 1,36-72 0,0 18-1,35-87 32,17 16-31,19 36-16,-19 0 15,107 36 1,-18-36 0,17-53-1,36-88 1,-89 17 0,-34 36-1,-36 17 1,-18 71-1,-35 36 1,36 34 0,69-17-1,19 0 1,35 0 15,-89-18-15,-17 18-1,-35 18 1,-35-18 0,52-36-16</inkml:trace>
  <inkml:trace contextRef="#ctx0" brushRef="#br0" timeOffset="88548.51">15752 11060 0,'17'-71'15,"-34"142"-15,140-248 16,36 36 0,52-35-1,-122 87-15,-1 19 16,53-36 0,-141 141 30,-53 36-30</inkml:trace>
  <inkml:trace contextRef="#ctx0" brushRef="#br0" timeOffset="93653.58">2928 10971 0,'35'-17'15,"-70"34"-15,106 19 16,-71-1 0,0-17-1,-36-18 1,19-18-1</inkml:trace>
  <inkml:trace contextRef="#ctx0" brushRef="#br0" timeOffset="94155.97">1552 11448 0,'0'0'0,"-229"141"16,141-88 0,335-177-1,123-123 1,124-123 0,53-18-1,123-88 1,-405 334-1,-212 125 1,-212 211 0,-176 123-1,141-140 1,-18-1 0,-494 336-1,265-230 1,177-123-1,211-142-15,141-105 16,265-177 0,158-123-1,72 0 1,-72 71 0,-317 211-16,-53 53 15,-53 106 1</inkml:trace>
  <inkml:trace contextRef="#ctx0" brushRef="#br0" timeOffset="111429.17">27499 9013 0,'0'0'0,"-71"0"16,160 0 15,246-70 0,-247 70-15,-70 0-1,-54 18 1</inkml:trace>
  <inkml:trace contextRef="#ctx0" brushRef="#br0" timeOffset="111832">27570 9066 0,'0'0'16,"0"18"-1,-18 35 1,0 70 0,1-52-1,17-18 1,0-35 0,53-18 15,-1-36 0,37 1-15,-1 35-1,-35 0-15,17 53 16,-52 17 0,-89 36-1,-70-18 1,35-35-1,89-35-15,70-89 32</inkml:trace>
  <inkml:trace contextRef="#ctx0" brushRef="#br0" timeOffset="112011.34">28257 9084 0,'0'-18'31,"89"1"-15,-1-1 0,18-17-1,-89 35 1</inkml:trace>
  <inkml:trace contextRef="#ctx0" brushRef="#br0" timeOffset="112405.32">28275 9049 0,'0'0'0,"-18"17"15,18 89 1,-17 18-1,-1-54 1,1-34 0,-1-19 15,53-34 0,18-1-15,0 0-1,71 18 1,-54 36 0,-52-1-1,-18 35 1,-88 19 0,17-37-16,18-16 15,-88 52 1</inkml:trace>
  <inkml:trace contextRef="#ctx0" brushRef="#br0" timeOffset="112704.16">26987 10283 0,'-88'53'15,"176"-106"-15,-176 142 16,229-72 0,142-17-1,140-88 1,353-71 0,-317 89-1,-177 17 1,-176 53-1,-159 0 1,-35 0-16,-18 18 16</inkml:trace>
  <inkml:trace contextRef="#ctx0" brushRef="#br0" timeOffset="113112.62">27164 10866 0,'0'0'0,"-18"-18"15,18-17-15,106-54 16,-18 37-1,-17 52 1,-36 35 0,-35 71-1,0-53-15,0-1 16,-106 107 0,53-88-1,36-54 1,17 1-1,70-18 17,107-35-17,17-53 1,-106 35-16</inkml:trace>
  <inkml:trace contextRef="#ctx0" brushRef="#br0" timeOffset="113553.02">27799 10724 0,'0'0'0,"-18"-70"16,54 35-16,122-54 31,-70 72-15,-70 17-16,-18 53 16,0 35-1,-35 35 1,17-52-1,18-53-15,0 17 16,106 18 0,-35-18-1,-54-17 1,-34-1 0,-142 71-1,88-52 16,54-36-15</inkml:trace>
  <inkml:trace contextRef="#ctx0" brushRef="#br0" timeOffset="113803.89">28399 10619 0,'0'0'16,"88"-71"-1,18 53 1,-18 18 0,-53 89-1,-35 105 1,0-53 0,-35-35-1,0-1 1,-18-34-1</inkml:trace>
  <inkml:trace contextRef="#ctx0" brushRef="#br0" timeOffset="113960.74">28487 11024 0,'0'-35'16,"282"-124"-1,0 18 17,0-18-17,-176 89-15</inkml:trace>
  <inkml:trace contextRef="#ctx0" brushRef="#br0" timeOffset="133448.25">26758 6879 0,'0'0'0,"-17"-17"15,105-54 1,35 36-1,-17 17 17,-71 18-32,-17 0 15</inkml:trace>
  <inkml:trace contextRef="#ctx0" brushRef="#br0" timeOffset="133809.54">26688 6950 0,'-18'0'16,"18"53"0,0 35-1,0 18 1,-18 35 0,1-88-1,17-71 16,53-70-15,-18 53-16,53-18 16,-17 35 15,17 36-15,-35 52-1,-36-35-15,-17 54 16,-53-1-1,-35 18 1,53-71 0</inkml:trace>
  <inkml:trace contextRef="#ctx0" brushRef="#br0" timeOffset="134015.2">27234 7003 0,'53'-36'16,"159"-34"-1,-106 52 17,-89 18-32,1 0 15</inkml:trace>
  <inkml:trace contextRef="#ctx0" brushRef="#br0" timeOffset="134345.51">27323 6932 0,'0'0'15,"-36"71"1,36-36-16,0 0 16,-17 0-16,17 1 15,0 52 1,0-70-1,17-18 17,89-36-17,-35 36 1,-1 18 0,-17 52-1,-35 1 16,-18-36-31,-88 36 16,-18-1 0,53-52-1</inkml:trace>
  <inkml:trace contextRef="#ctx0" brushRef="#br0" timeOffset="134519.04">27675 7020 0,'53'36'16,"-106"-72"-16,230 142 15,-36-35 17,18 176-17</inkml:trace>
  <inkml:trace contextRef="#ctx0" brushRef="#br0" timeOffset="134708.79">28152 6914 0,'0'-35'16,"0"70"-16,-106 36 31,-71 211-16,89-105 17,53 70-17</inkml:trace>
  <inkml:trace contextRef="#ctx0" brushRef="#br0" timeOffset="135103.18">28257 7020 0,'0'0'16,"0"-17"-1,0 34-15,53 142 16,-17-71 31,-19-35-47,54 18 15,-18-71 1,-18-36 0,0-69-1,-35 52-15,18-36 16,-18 37 0,0 69 15,0 54-16,0-36-15,18 53 16,-1 18 0,36 0-1,0 0 1</inkml:trace>
  <inkml:trace contextRef="#ctx0" brushRef="#br0" timeOffset="135308.38">28892 7373 0,'0'0'16,"36"-18"0,70-17-1,88-18 1,-124 53-1,-52 0 1</inkml:trace>
  <inkml:trace contextRef="#ctx0" brushRef="#br0" timeOffset="135434.04">28998 7532 0,'0'0'0,"-35"35"16,17-35-1,71 0 1,212-70-1,-1-1 1</inkml:trace>
  <inkml:trace contextRef="#ctx0" brushRef="#br0" timeOffset="135796.5">30004 7073 0,'0'-70'16,"0"140"-16,70-211 16,-17 106-16,-18 35 15,54 35 1,-72 71-1,-70 17 17,-88 36-17,124-106 1,87-35 15,89-18-15,-88-36-16,-1 1 15,-17 0-15</inkml:trace>
  <inkml:trace contextRef="#ctx0" brushRef="#br0" timeOffset="136264.13">30551 7020 0,'0'-53'16,"0"106"-16,70-159 15,18 89 1,-17 17-1,-54 17-15,-17 19 16,-35 122 0,-18-69-1,36-36 17,17-18-32,70-35 15,1-53 16,-36-18-15,0 1 0,-17 35-1,-18 52 1,35 54 0,36-18-1,-1-36 1,-52-17-16,53 0 15,-36-17 17,-35-107-17,-18 107-15,-17-19 16,-159 1 0,106 53-1</inkml:trace>
  <inkml:trace contextRef="#ctx0" brushRef="#br0" timeOffset="136631.41">27534 8149 0,'0'0'0,"-688"141"15,671-141 1,246-53 0,706-141 15,-53 71-15,70 35-16,-70 35 15,-511 35-15,-54 0 16,336-17-1,-547 35 1,-159 0 15,-141 0-15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6:35:14.31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19985 5433 0,'-88'-18'15,"176"36"-15,-370-36 16,176 53-16,-18 36 15,-264 282 1,194 35 0,106 35-1,123-17 17,653 105-17,-300-528 1,53-142-1,-17-123 1,-72-265 0,-334 88 15,-829-176 0,475 635-31,-16 18 16,-301 158-1</inkml:trace>
  <inkml:trace contextRef="#ctx0" brushRef="#br0" timeOffset="1929.77">18556 7902 0,'-53'-35'15,"106"70"-15,-159-70 16,36 17-16,-301 142 16,160 123 15,-1 141-15,71 282-1,211-335 1,160-123-1,105-124 1,53-123 0,-176-53-16,193-142 15,-34-87 1,-142-54 15,-476-652-15,-106 882-1,-88 176 1,0 159 15,71 18-15</inkml:trace>
  <inkml:trace contextRef="#ctx0" brushRef="#br0" timeOffset="9782.36">9366 5362 0,'0'0'0,"-405"18"16,105 70 0,0 141-1,35 142 1,159-160-16,36 19 31,423 687-15,88-794-1,52-158 17,-228-35-32,229-195 15,-88-52 1,-212-89 0,-230-70-1,-246 52 1,88 265-16,-335 54 15,-71 228 1,283-17 0</inkml:trace>
  <inkml:trace contextRef="#ctx0" brushRef="#br0" timeOffset="10549.58">7885 7620 0,'-18'-123'16,"36"246"-16,-160-335 15,-16 195 1,-36 105 0,88 53-16,18 18 15,35 52-15,17 230 16,72-35-1,140-71 1,71-141 0,265-141-1,-142-194 1,-52-124 0,-89-105-1,-194 141-15,-35-36 16,-18 1-16,-246-195 15,-248 283 17,-105 317-17,299 0-15</inkml:trace>
  <inkml:trace contextRef="#ctx0" brushRef="#br0" timeOffset="12673.41">2240 3210 0,'0'0'0,"-159"0"16,106-17 0,36-36-1,17 17-15,0-34 16,70 17 0,-17 18-1,35 70 1,-17 71-1,-53-36-15,-1 71 16,-17 1 0,-70-54-1,-1-35 17,36-36-32,0-17 15,-36-35 1,71-18-1,35 0 1,18 53-16,0 0 16,124 0-1,-19-17 1,-34-36 0,-71 0-16,-36 17 15,1-16-15,-18-37 16,-18-16-1,-35 52 1,36 35 0,-1 18-16,36 88 31,35-17 0,35-36-15,-18-17 15,-52-18-31,35-36 16,-18-34-1,-35-18 1,18 52 0,-18 19-16,18 34 46,52 142-30,-52-106-16,-1 18 16,-17-1-16,0 89 15,-35-89 1</inkml:trace>
  <inkml:trace contextRef="#ctx0" brushRef="#br0" timeOffset="12878.07">2487 3792 0,'0'0'15,"-35"53"1,35-17-16,0 69 16,35 1-1,53-18 1,0-35-1,-35-35-15</inkml:trace>
  <inkml:trace contextRef="#ctx0" brushRef="#br0" timeOffset="13051.01">2946 3669 0,'17'18'31,"19"140"-15,-19-87 0,1-18-1,-18 70 1</inkml:trace>
  <inkml:trace contextRef="#ctx0" brushRef="#br0" timeOffset="13335.33">1834 4798 0,'-105'70'16,"210"-140"-16,-228 140 16,299-105-1,195-106 1,140-71-1,336-105 1,-353 140 0,-177 54-1,-228 70 1,-160 53 15</inkml:trace>
  <inkml:trace contextRef="#ctx0" brushRef="#br0" timeOffset="15000.85">2558 5027 0,'0'-53'31,"141"-35"-16,-88 70 17,-53 71-17,0 35 1,0-35 0,0-17-1,35-19-15,35 19 16,19-1-1,-19 0 1,-70 0 0,0-17-16,-35 17 15,-159 71 1,123-71 0,54-52-1,17-36-15</inkml:trace>
  <inkml:trace contextRef="#ctx0" brushRef="#br0" timeOffset="15197.88">3281 4868 0,'0'-17'46,"53"-19"-30,-18 36-16,36-35 16,-36 17-1</inkml:trace>
  <inkml:trace contextRef="#ctx0" brushRef="#br0" timeOffset="15541.73">3263 4851 0,'0'0'16,"-35"88"0,35-53-16,0 53 15,0-35 1,0-17 0,18-36-1,-1-18 16,18-53-15,18 18 0,18 18-1,-36 18-15,0 17 16,89 35 0,-106 35-1,-71 19 1,-53 16-1,-53-34 1,89-71 0,34-18-1</inkml:trace>
  <inkml:trace contextRef="#ctx0" brushRef="#br0" timeOffset="16255.02">4180 4322 0,'0'-18'16,"0"36"-16,0-1 15,0 36 1,-53 212 0,18-107-1,18-16 1,-1-1 15,-17-53-31</inkml:trace>
  <inkml:trace contextRef="#ctx0" brushRef="#br0" timeOffset="16417.52">3810 4727 0,'-18'-17'15,"36"34"-15,-53-52 16,70 17 0,0 18-16</inkml:trace>
  <inkml:trace contextRef="#ctx0" brushRef="#br0" timeOffset="16540.29">4198 4992 0,'-18'0'16,"36"0"-16,0 0 16,-1-18-1</inkml:trace>
  <inkml:trace contextRef="#ctx0" brushRef="#br0" timeOffset="17317.48">4551 4374 0,'-18'-17'15,"36"34"-15,-71-34 16,53 52 0,0 53-1,0-35-15,18 35 16,52-52-1,-17-19 1,0-17 0,-35-35-16,-1-18 31,-17-35-15,-141-36-1,71 72 1,70-19 15,70-17-15,142-177-1,-159 36 1,-89 141 15,-52 35-15,18 17-1,34 36 1,36 36 0,36 140-1,34 106 17,18 36-17,-52-159-15,34 105 16,1-52-1,-18-89 1,0-70 0,-36-53-1,19-53 1,-36-70 0,-36-1-1,-52 19 1,-53 16 15,106 54-15,35 0-1,106-36 1,-54 36-16</inkml:trace>
  <inkml:trace contextRef="#ctx0" brushRef="#br0" timeOffset="17771.08">5186 3863 0,'0'0'0,"-18"-18"32,18 89-17,53 123 1,18-141-1,-36-36 17,-17-17-32,-1 0 15,18-88 1,-17-18 0,-18 18-1,0 53 1,0 17-1,0 54 1,0 52 0,18 0-1,-1 0 1,1-53-16,0 18 16,-18-17-1,0-19 1,-18-17 15</inkml:trace>
  <inkml:trace contextRef="#ctx0" brushRef="#br0" timeOffset="18070.48">5309 3828 0,'-17'0'15,"34"0"-15,-105 35 16,70 18-16,1-18 16,34 71-1,89-53 1,18-18 0,-36 18-1,-53 0 1,-35-35-16,0 35 15,-88-1 1,0-16 0,17-36-1,1-88 1</inkml:trace>
  <inkml:trace contextRef="#ctx0" brushRef="#br0" timeOffset="18212.64">5239 4004 0,'0'0'16,"0"-18"-16,35-35 16,36-35-1,52 0 1,-17 35 0,-36 53-1</inkml:trace>
  <inkml:trace contextRef="#ctx0" brushRef="#br0" timeOffset="18922">5821 3792 0,'-35'-35'16,"-36"35"0,36 18-1,17 123 1,53-71-1,71 1 17,-35-18-17,-54-36-15,1 1 16,-53 17 0,-18-35-1,18-17 1,17-71-1,53-124 1,36 106 0,-1 53-1,-17 36 1,-18 17 0,-17 0-16,35 70 31,53 71-16,-71-106 1,-17-35 0,-1-52 15,-17-37-15,18-16-1,35 34 1,-18 53-16,36 1 15,17 34 1,18 19 0,0-19 15,70-70-15,-158-17-1,-18 17 1,-88 0-1,35 53-15,-106 35 32,-35 89-17</inkml:trace>
  <inkml:trace contextRef="#ctx0" brushRef="#br0" timeOffset="19944.3">3616 4145 0,'0'0'0,"-18"0"31,54 53-31,34 53 16,107 194-1,175 176 1,-122-229 0,-1-53-1,-123-123-15,0-36 16,17-18 0</inkml:trace>
  <inkml:trace contextRef="#ctx0" brushRef="#br0" timeOffset="20384.12">6227 3863 0,'105'-53'15,"389"-176"1,-247 105 0,-70 36-1,-89 53 16</inkml:trace>
  <inkml:trace contextRef="#ctx0" brushRef="#br0" timeOffset="21093.1">1464 7267 0,'-53'-70'16,"106"140"-16,-88-211 15,123 71 1,-18 17 15,-17 53-15,0 229-1,-53-141 17,36-35-17,-1-35-15,0 17 16,0 18-1,-52 0 1,-71 17 0,-18-34-1,70-19 1,89-123 0,0 36-1</inkml:trace>
  <inkml:trace contextRef="#ctx0" brushRef="#br0" timeOffset="21281.6">2046 7108 0,'0'-17'16,"176"-124"15,-123 123-16,-35 0 1,-36 36 0</inkml:trace>
  <inkml:trace contextRef="#ctx0" brushRef="#br0" timeOffset="21612.87">2064 7108 0,'-18'18'16,"18"0"-16,18-54 0,-36 142 15,18-35 1,0 17 0,18-53-1,-18-17 1,17-18-16,1 0 16,17-18-1,18-35 1,18 18 15,-36 35-31,53 0 16,-35 18-1,-53 35 1,-70 53 0,-54 17-1,54-52-15,-1-1 16</inkml:trace>
  <inkml:trace contextRef="#ctx0" brushRef="#br0" timeOffset="21817.12">1323 8378 0,'0'0'16,"0"142"-1,70-72 1,1-17 15,0 0-15,-1-53 0</inkml:trace>
  <inkml:trace contextRef="#ctx0" brushRef="#br0" timeOffset="21991.1">1570 8361 0,'-53'0'16,"106"0"-16,-159 35 15,53 53 1,18 53 0,17-70-16,1 52 15,17-70 1</inkml:trace>
  <inkml:trace contextRef="#ctx0" brushRef="#br0" timeOffset="22179.71">1817 8396 0,'17'-35'16,"-34"70"-16,70-123 15,17 35 1,1 0 0,-18 18-1</inkml:trace>
  <inkml:trace contextRef="#ctx0" brushRef="#br0" timeOffset="22526.89">1852 8290 0,'0'53'16,"0"-106"-16,0 159 16,0-71-1,0 1-15,0 17 16,0-36 0,35-52 46,18 0-46,0 35-1,53 35 1,-88 53 0,-18 18-1,-53-53-15,17 17 16,-87 19-1,105-89 1,18-36 0</inkml:trace>
  <inkml:trace contextRef="#ctx0" brushRef="#br0" timeOffset="22857.65">2364 8167 0,'-36'-53'15,"72"106"-15,-125-106 16,54 71 0,17 34 15,18 19-15,106 0-1,-35-19 1,-53 1-1,-18-17 1,-36-19 0,19-17-16,-19 0 15,36-70 1,18-54 0,53 1-1,-36 52-15,-18 54 16</inkml:trace>
  <inkml:trace contextRef="#ctx0" brushRef="#br0" timeOffset="23126.08">1182 9701 0,'-71'53'31,"142"-106"-31,52 0 31,301-211-15,175-71 0,-281 158-16,17 1 15,741-459 16</inkml:trace>
  <inkml:trace contextRef="#ctx0" brushRef="#br0" timeOffset="31156.32">2910 6950 0,'0'0'15,"-35"-159"1,17 106 0,18 71 15,0 123-15,18-53-16,35 88 15,-18 1 1,18-1-1,-17-17 1,-36-89-16,0 19 31,-36-36-15,-105-36 15,106-34-31,35-1 16,53 53 31,17-17-32,-17-18 1,53-88 0,-53-18-1,18-18 1,-36 71-16,-18 18 31,1 18-31</inkml:trace>
  <inkml:trace contextRef="#ctx0" brushRef="#br0" timeOffset="31612.18">3281 8872 0,'-18'-17'15,"36"34"-15,-36-52 16,18 53-1,35 105 1,36-35 0,17-52-1,-70-36-15,17 0 16,0-106 0,-35 0-1,0 18 1,0 35-1,0 194 48,36 0-47,-19-88-16,19 18 15,17-1 1</inkml:trace>
  <inkml:trace contextRef="#ctx0" brushRef="#br0" timeOffset="31894.89">3828 8749 0,'0'0'0,"-18"-18"16,0 54-1,18 52 1,18-53-1,35 18-15,0-35 16,-18-18 15,0-71-15,-17-17 0,-53-71-1,-53 106 1,-18 71-1,53 35-15,0 0 16,0 17 0</inkml:trace>
  <inkml:trace contextRef="#ctx0" brushRef="#br0" timeOffset="32130.99">3016 8749 0,'0'212'31,"0"-424"-31,88 741 16,54-229-1,-19 0 1,-35 0-1,-70-177-15</inkml:trace>
  <inkml:trace contextRef="#ctx0" brushRef="#br0" timeOffset="33390.15">1799 9613 0,'0'0'16,"-17"-53"-1,17 36 1,0 87 15,70 265-15,1-88 15,87 194-15,-122-353-16,-19 1 15,-17 52 1</inkml:trace>
  <inkml:trace contextRef="#ctx0" brushRef="#br0" timeOffset="33973.33">1041 10231 0,'-36'-36'31,"72"72"-31,-72-89 16,36 123 15,53 71-15,-17-53-16,17 71 15,-18-53 1,0-53 0,18-53-1,-35-88 1</inkml:trace>
  <inkml:trace contextRef="#ctx0" brushRef="#br0" timeOffset="34193.33">1323 10213 0,'0'0'0,"0"-35"16,53-54-1,-18 37 1,0 16 0,-17 36-1,0 0 1</inkml:trace>
  <inkml:trace contextRef="#ctx0" brushRef="#br0" timeOffset="34555.1">1376 10037 0,'17'105'47,"36"19"-31,-17-1 15,-1-35-15,-35-52-16,0-19 15,0 1 1,18-89 15,-1-34-15,1 52-16,35-53 16,0 53-1,0 53 1,-36 71-1,-17 87 1,-53 89 0,18-123-1,17-107 1</inkml:trace>
  <inkml:trace contextRef="#ctx0" brushRef="#br0" timeOffset="35845.61">1446 5662 0,'-17'0'31,"34"0"-31,19-123 16,34 87-1,-17 36 1,-53 36-16,18 87 16,-36 1 15,-17-19 0,52-105-15,54-53-1,17-52 1,-35 16 15,-18 1-15,-35 18 0,18 105 15,17 18 0,1-53-31,17 0 16,-18 0-1,0-35 1,-35-54 0,0 54-1,0 17 16,0 1-15,0 34 0,18 1-16,-1 17 15,54 54 1,-36-1 0,-35 18-1,-17-53 1</inkml:trace>
  <inkml:trace contextRef="#ctx0" brushRef="#br0" timeOffset="36634.24">1676 6279 0,'0'0'0,"-18"-88"32,89 18-17,-36 34 1,0 36-1,-17 71 1,-18-36-16,0 53 16,-18-17-1,18-53 1,71-36 0,17-53-1,0-17 1,-17 35-1,-18 0 1,-36 53-16,1-17 31,17 52-15,-35 18 0,0 0 15,0-35-16</inkml:trace>
  <inkml:trace contextRef="#ctx0" brushRef="#br0" timeOffset="36773.99">2134 6032 0,'0'-123'16,"0"246"-16,71-387 15,17 140 1,-17 72-1</inkml:trace>
  <inkml:trace contextRef="#ctx0" brushRef="#br0" timeOffset="36994.01">1587 6773 0,'-35'36'16,"70"-72"-16,-70 107 16,88-71-16,18-53 15,370-247 1,-71 36 0,-17 17-1,-230 158-15,-17 19 16,-53 35-16</inkml:trace>
  <inkml:trace contextRef="#ctx0" brushRef="#br0" timeOffset="40078.98">2011 9596 0,'-35'-36'16,"70"72"-16,-70-54 47,105 141-32,-17-70 1,-18-35-1,1 0 1,-1-71 0,-35-36-1,0 19 17,0-1-1,0 89-16,35 53 1,18 34 0,35 19 15,-17-1-15,-54-87-16,1-1 15</inkml:trace>
  <inkml:trace contextRef="#ctx0" brushRef="#br0" timeOffset="40410.42">2681 9437 0,'0'0'0,"-35"-35"16,-36 35-1,1 35 1,70 0-1,0-17 17,0-1-32,17-17 15,36-35 1,18 0 0,-18 17-1,0 36 1,17 141-1,-35-36 1,18-17 0,-35-71-1</inkml:trace>
  <inkml:trace contextRef="#ctx0" brushRef="#br0" timeOffset="40992.94">4145 9543 0,'-35'0'15,"70"0"-15,-53 123 32,89-17-17,17-36 1,18-70-1,-18 0 1,-70-35-16,0-18 16,-18-35-1,-53 18 1,-53-1 0,-88 53-1,53 89 1</inkml:trace>
  <inkml:trace contextRef="#ctx0" brushRef="#br0" timeOffset="44005.11">3792 9913 0,'0'0'15,"-17"0"1,17-35 78,0-1-79,70-16 1,-17 16-1,-35 36 1,-18 71 31,0 17-31,0-70-1,0-1 1,17 1-1,36-18 1,-17 0-16,17 0 16,-18 0-1,-70 53 17,-107 70-17,54-52 1,18-36-1</inkml:trace>
  <inkml:trace contextRef="#ctx0" brushRef="#br0" timeOffset="44779">1870 8978 0,'-18'-35'15,"36"70"-15,-71-105 16,35 70-16,18-18 16,18 89 15,35 52-16,35 18 1,-18 0 0</inkml:trace>
  <inkml:trace contextRef="#ctx0" brushRef="#br0" timeOffset="52583.28">2822 10477 0,'-53'0'16,"106"0"-16,-123 0 15,52 0 1,0-52 0,18 16-16,36-70 15,34 18 1,-17 35 0,-35 71-1,-18 105 1,0 1-1,0-71 1,0-18 15,17-35-15,72-70 0,-54-19-1,-17 1 1,-1 53-1,-17 17 1,0 54 0,35 16-1,36 19 1,0-53 0,-36-18-16,18-18 15,-53-17 1,0-18-1,-36 0 1,-16 35 0,34 18 15,-17 36-15,-1 16-16</inkml:trace>
  <inkml:trace contextRef="#ctx0" brushRef="#br0" timeOffset="52771.57">2681 11359 0,'0'0'15,"159"-70"1,282-248 0,176-105-1,71 0 1,-106 105-1,-405 230-15,-36 0 16</inkml:trace>
  <inkml:trace contextRef="#ctx0" brushRef="#br0" timeOffset="67013.98">22825 3828 0,'-18'0'15,"-17"0"-15,0 17 16,-107-34 15,125-19-15,17-17-1,53-17 1,0 52 0,-18 18-16,18 18 15,17 52 1,-34 36-1,-36 0 1,0-53-16,-36-18 16,-69 89 15,-19-107-15,106-34-1,18-19-15,36-16 16,52 34 15,0 0-15,230 1 15,-213-36-15,-34-35-1,-18-1 1,-53-16 15,0 69-31,-53-17 0,-18 36 16,18 34-1,36 36 1,70 35 0,70-35 15,-35 0-31,-35-17 15,-35-19-15,-18 1 16,-71 17 0,19-35-1,34-53 17,36-53-17,140-105 1,-87 158-1</inkml:trace>
  <inkml:trace contextRef="#ctx0" brushRef="#br0" timeOffset="67313.2">22807 4445 0,'18'-18'16,"-36"36"-16,71-89 31,-35 107-16,17 70 17,35 105-17,-17-105 1,-35-71 0</inkml:trace>
  <inkml:trace contextRef="#ctx0" brushRef="#br0" timeOffset="67674.57">23248 4339 0,'-35'-17'15,"70"34"-15,-106-17 16,71 88 0,18-17-1,53-36 1,-1-35 15,-34 0-31,34-53 16,-35-17-1,-35-18 1,0 52 0,0 72 15,0 69-16,18 1 1,0 0 0,-18-35-16,0 17 15,-36-35 1</inkml:trace>
  <inkml:trace contextRef="#ctx0" brushRef="#br0" timeOffset="67926.85">22401 5309 0,'-194'88'31,"388"-176"-31,-317 194 16,352-176-1,177-89 1,-177 53-16,18 18 15,0 0-15,229-71 16,-88 53 0,-229 71-1,-141 17 1</inkml:trace>
  <inkml:trace contextRef="#ctx0" brushRef="#br0" timeOffset="69091.61">22895 4851 0,'0'0'16,"18"17"46,70 142-46,-70-88-16,-1 70 16</inkml:trace>
  <inkml:trace contextRef="#ctx0" brushRef="#br0" timeOffset="69421.03">23513 5415 0,'0'-35'15,"0"70"-15,0-105 16,17 52-16,1-35 15,17 53 1,0 35 0,-35 53-1,0-35-15,0 36 16,0-36 0,18-53-1,88 0 1,-36-36-16,125-87 15,-19-36 1,-106 36 0</inkml:trace>
  <inkml:trace contextRef="#ctx0" brushRef="#br0" timeOffset="70162.61">22860 5556 0,'0'0'0,"-35"-17"15,52-19 1,54 1 0,-1 0-1,-17 52 1,-35 54-1,0 17 1,17-35 0,35 0 15,-52-18-31,0-17 16,-18 17-1,-88 18 1,-18 0-1,70-53 1,72-53 0</inkml:trace>
  <inkml:trace contextRef="#ctx0" brushRef="#br0" timeOffset="70477.28">24430 4851 0,'0'0'0,"0"88"47,0 53-32,-18-70-15,1 70 16,-19 17 0,19-16-1</inkml:trace>
  <inkml:trace contextRef="#ctx0" brushRef="#br0" timeOffset="70650.13">24130 5221 0,'0'0'15,"-35"-18"1,35 1-16,35 17 31,0 0-31</inkml:trace>
  <inkml:trace contextRef="#ctx0" brushRef="#br0" timeOffset="70791.45">24589 5574 0,'0'0'15,"17"18"1,-17-1 0</inkml:trace>
  <inkml:trace contextRef="#ctx0" brushRef="#br0" timeOffset="71499.64">22983 5221 0,'-17'-35'31,"34"70"-31,-34-17 32,17 140-17,35 1 1,-17-88-16,-1-1 15,36 19 1,-17-72 0,-1-34-1,-18-54 1,19-52 0,-36 105-1,17 88 32,19 177-31,-19-141-1,-17-35 1,-53-36 15</inkml:trace>
  <inkml:trace contextRef="#ctx0" brushRef="#br0" timeOffset="71877.95">23001 5415 0,'-18'-18'32,"36"36"-32,-36 17 31,18 107-16,0-90-15,18 1 16,70 88 0,-17-105-1,-1-36 1,-34-18-16,-19-17 16,54-106-1,-71 53 1,0 52-1,0 124 32,0 106-31,0 0 0,0 1-1,0-107-15,0-18 16,18 54-1</inkml:trace>
  <inkml:trace contextRef="#ctx0" brushRef="#br0" timeOffset="73213">25047 5151 0,'-35'0'31,"-18"35"0,53 0-31,0 0 16,0 1-16,18-1 15,35-17 1,17-18 0,-17-36-1,-53-52 1,-18 18 0,-35-1-1,1 36 1,52-1-1,0 19-15,0-1 0,52-35 16,54-17 0,18 17-1,-36 0 1,-70 35 0,-1 1-16,-17-1 15,-17 0 16,-1 1-15,0 17-16,18 35 31,0 106-15,0 53 0,0 53-1,0-106-15,18 106 16,17-53-1,1-88 1,-1-53 0,18-53-1,-36 0-15,1-71 32,-53-193-17,-18 140 1,-18 54 15,54 52-15,17 0-1,70-35 1,71-35 0,-70 53-16</inkml:trace>
  <inkml:trace contextRef="#ctx0" brushRef="#br0" timeOffset="73542.77">25859 5098 0,'0'0'0,"-36"-36"16,36-34 0,71 52-1,-36 1-15,0 34 31,-17 177 1,-18-106-17,35-35 1,-17-35-16,53 0 16,-54 17-1,1-35 1,-71 35-1,0-17-15,-35-18 16,53-18 0,35-17-1</inkml:trace>
  <inkml:trace contextRef="#ctx0" brushRef="#br0" timeOffset="73889.93">26352 4904 0,'0'0'0,"0"88"47,-17 35-31,34-17-1,54-18 1,-18-88-1,-18 0 1,-17-17 0,-18-36-1,0 17-15,-71 1 32,-70 53-17,124-1 16</inkml:trace>
  <inkml:trace contextRef="#ctx0" brushRef="#br0" timeOffset="74330.81">26741 4939 0,'-36'0'16,"36"70"-1,0 19 1,88-19 0,-35-52-1,-35-18 17,0-35-17,-1-36 1,-17 36-16,36-36 15,-1 54 1,18 17 0,35 52-1,35 19 1,-34-36 0,-19-35-1,1-35 1,-54 17-1,1 1 1,-53-107 0,-71 36-1,-18 53 1,-52 52 0,88 19-16</inkml:trace>
  <inkml:trace contextRef="#ctx0" brushRef="#br0" timeOffset="74866.87">24395 4657 0,'-36'-18'16,"72"36"-16,-19 176 47,354 758-32,-195-617 1,-17-70 0,-89-159-1,1-36 1</inkml:trace>
  <inkml:trace contextRef="#ctx0" brushRef="#br0" timeOffset="75134.02">26723 5151 0,'-18'0'15,"36"0"-15,88-36 32,17 19-32,512-195 15,-353 141 1,-211 36-1</inkml:trace>
  <inkml:trace contextRef="#ctx0" brushRef="#br0" timeOffset="119597.63">30692 8184 0,'0'-35'15,"0"70"-15,0-140 16,-18 105 0,53 88 31,1 35-32,16-17 1,1-35-1,18-36 1,-36-35 0,1-88-1,-1-36 1,-18 54-16,1 17 16,-18-35-1,0 141 32,0 229-31,0-141 15,35 18-15,1-54-1,-1-87-15</inkml:trace>
  <inkml:trace contextRef="#ctx0" brushRef="#br0" timeOffset="119897.28">31432 8237 0,'18'-70'16,"-36"140"-16,107-175 16,-19 105-1,-17 70 1,-70 106 15,-142 54-15,106-195-1,70-35 1,125-18 0,87-52 15,0-1-16,-88 36 1,-105 35-16</inkml:trace>
  <inkml:trace contextRef="#ctx0" brushRef="#br0" timeOffset="120370.06">31044 9190 0,'0'0'0,"-17"-53"31,123-18-15,17 36-1,-52 35 1,-54 71 0,-34 17-1,-19 0 1,19-17-1,17-1 1,17-52-16,19 35 16,-36-36-1,-18 19 1,-53-19 0,36-17-16,35-35 31</inkml:trace>
  <inkml:trace contextRef="#ctx0" brushRef="#br0" timeOffset="120684.78">31785 8925 0,'0'0'15,"-70"18"1,52 17-16,-17 36 15,0 123 1,35-53 0,35-53-1,18-35 1,35-53 0,-70 0-1,-1-35 1,-17-18-1,-88 0 1,17 53 0,-34 35-1</inkml:trace>
  <inkml:trace contextRef="#ctx0" brushRef="#br0" timeOffset="120951.63">30145 9931 0,'-106'17'15,"212"-34"-15,-177 52 16,301-35 0,211-35-1,-142 17 1,1 0-16,618 1 15,-425 17 1,-175 0 0,-230-18-1,-300 18 1</inkml:trace>
  <inkml:trace contextRef="#ctx0" brushRef="#br0" timeOffset="121612.96">32438 10213 0,'0'-35'31,"0"70"-31,0-17 47,0 87-31,0 19 0,0-18-1,0-36 1</inkml:trace>
  <inkml:trace contextRef="#ctx0" brushRef="#br0" timeOffset="121911.76">32632 10248 0,'53'-70'16,"-106"140"-16,194-158 15,-88 88-15,0 0 16,0 88-1,-53-35 1,-18 0-16,-141 88 16,106-88-1,36-53 17,70 0-17,264-35 1,-35-18-1,-70 0 1,-124 0 0</inkml:trace>
  <inkml:trace contextRef="#ctx0" brushRef="#br0" timeOffset="122166.86">32367 9807 0,'0'0'0,"-35"0"16,-18 441 0,18-88 15,17-36-16,-17-34 1,-18-54 0,35-158-16</inkml:trace>
  <inkml:trace contextRef="#ctx0" brushRef="#br0" timeOffset="123188.57">29933 10107 0,'0'0'0,"-17"-70"16,-1 70-1,18 17 1,-35 107-1,17 17 1,0 0 0,18-18 15,53-52-15</inkml:trace>
  <inkml:trace contextRef="#ctx0" brushRef="#br0" timeOffset="123487.92">30039 10336 0,'0'-35'15,"0"70"-15,35-123 16,53 35 0,-17 53-1,-53 106 1,-71 0-1,-18-18 1,18-35 0,18-35-16,53-1 31,87-17-15,54-53-1,0-17 1,-88 17-16</inkml:trace>
  <inkml:trace contextRef="#ctx0" brushRef="#br0" timeOffset="123692">30709 9913 0,'0'0'0,"-17"88"46,17 142-30,-18-107-16,-17 159 16,-1-17-1,1-18 1,35-159 0</inkml:trace>
  <inkml:trace contextRef="#ctx0" brushRef="#br0" timeOffset="125235">32791 6685 0,'0'0'16,"-36"-18"-1,1 18 1,-18 89 0,18 17-1,35 17 17,0-70-32,88 53 15,0-89 1,18-52-1,-18-35 1,-88 34 15,-35 1-15,-88 53 0,34 52-1,36-35-15,36 18 16</inkml:trace>
  <inkml:trace contextRef="#ctx0" brushRef="#br0" timeOffset="125992.52">32456 7549 0,'0'0'16,"0"-70"0,88-54-1,-18 107 17,-34 17-17,-36 70 1,-18-34-16,-35 52 15,18-35 1,17-18 0,53-17-1,18-18-15,71-18 16,-18-17 0,-36-18-1,-52 0 1,-18 35-1,-18 18 1,18 18 0,0 17-1,35-35 1,-17 18-16,53-18 16,-18-53-1,-36 0 16,1 35-15,-18 1 0,-18 105-1,18 35 1,0 18 0,0 1-1,-35-90-15,-53 37 16</inkml:trace>
  <inkml:trace contextRef="#ctx0" brushRef="#br0" timeOffset="126197.18">32314 8061 0,'-52'0'16,"104"0"-16,-34 0 15,106-18-15,34 1 16,565-54-1,-334 1 17,-266 34-17,-123 19 1</inkml:trace>
  <inkml:trace contextRef="#ctx0" brushRef="#br0" timeOffset="129044.04">30921 10319 0,'-18'-18'16,"36"36"-16,-36-71 16,107 18-1,-1-1 1,-35 19-16,-18 17 16,-17 17-1,-18 36 16,-36 106-15,54-106 0,35 0 15,0-36-15,-53 1-1,-71-18 16,1 0-15,52 0 0,53-18-1</inkml:trace>
  <inkml:trace contextRef="#ctx0" brushRef="#br0" timeOffset="129342.5">31521 10248 0,'-18'0'16,"36"0"-16,-54 0 16,19 71-1,52 158 17,53-194-17,0-35 1,-17-17-1,-18-54 1,-53 18-16,0-70 16,-35 35-1,-54 35 1,1 106 0,18-1-1</inkml:trace>
  <inkml:trace contextRef="#ctx0" brushRef="#br0" timeOffset="134122.29">32103 12047 0,'-36'-35'16,"72"70"-16,-142-123 15,106 53 1,0 0-1,70-1 1,19 19 0,-54 17-16,0 17 15,-35 36 17,0 35-17,-53-17 1,0 0-1,0-36 1,36-18 0,52 1-1,18-18-15,18 18 16,228-36 0,-69-35-1,-36 0 1</inkml:trace>
  <inkml:trace contextRef="#ctx0" brushRef="#br0" timeOffset="134514.84">31679 11818 0,'0'-35'16,"0"70"-16,0-88 16,0 71-1,-17 193 1,17-34 0,0-18 15,35-36-16,0-35 1</inkml:trace>
  <inkml:trace contextRef="#ctx0" brushRef="#br0" timeOffset="135380.26">30568 11818 0,'0'0'15,"-17"-71"1,-1 54-16,18-1 16,0 36 30,-18 158-30,1-105 0,-1 52-16,18-35 15,0-17 1,0-18 15,18-18-15,105-35-1</inkml:trace>
  <inkml:trace contextRef="#ctx0" brushRef="#br0" timeOffset="135664.54">30815 11942 0,'0'-53'16,"0"106"-16,0-124 15,0 142 16,0 70-15,71-53 0,-1-18-1,-34-52-15,-19 0 16,1 17 0,-89-17 15,1-1 0,70-52-15</inkml:trace>
  <inkml:trace contextRef="#ctx0" brushRef="#br0" timeOffset="135790.6">30921 11959 0,'-18'-35'15,"18"0"-15,18 105 0,53-246 16,87 105-1,1 18 1,-71 53 0,-70 53-1</inkml:trace>
  <inkml:trace contextRef="#ctx0" brushRef="#br0" timeOffset="136089.9">30004 13035 0,'0'0'16,"-71"88"-1,159-35 1,248-53 0,-72 0-16,353-70 15,71 52 1,-88 0-1,-88 18 1,-318 0-16,0 0 16,-159 0-1,-194 0 1,-158 0 0</inkml:trace>
  <inkml:trace contextRef="#ctx0" brushRef="#br0" timeOffset="137952.06">6191 10178 0,'0'0'16,"-53"-36"-1,36 36 1,17-17 0,0 70 46,17 0-46,36 88-1,-17-36 1,34 72 0,-35-142 15,71-52-15</inkml:trace>
  <inkml:trace contextRef="#ctx0" brushRef="#br0" timeOffset="138180.31">6509 10231 0,'-36'0'31,"72"0"-31,-72-18 32,36 0-17,53-52 1,-17 34-16,-1 19 15,53-54 1,-70 71 0</inkml:trace>
  <inkml:trace contextRef="#ctx0" brushRef="#br0" timeOffset="138536.2">6491 10178 0,'-18'70'16,"36"-140"-16,-36 228 16,18-87-1,18-36 17,0 0-17,-1-35 16,1-35-15,17-18 0,36 0-1,-54 36-15,54-1 16,-18 36 0,-35 70-1,-36 18 1,-35 0-1,0-18 1,53-123 15</inkml:trace>
  <inkml:trace contextRef="#ctx0" brushRef="#br0" timeOffset="138748.34">6862 10019 0,'0'0'16,"0"35"15,35 71-15,0-18 0,36 18-1,-54-71-15,19 1 16</inkml:trace>
  <inkml:trace contextRef="#ctx0" brushRef="#br0" timeOffset="139025.09">7320 9913 0,'0'0'15,"-18"-71"1,71 107 15,0 70-15,-53-1-1,18-34 1,-18-53-16,0-1 16,18-17-16,52-35 15,36-53 1,0 17-1,-53 18 1,-53 36-16</inkml:trace>
  <inkml:trace contextRef="#ctx0" brushRef="#br0" timeOffset="139499.81">7108 9278 0,'0'0'15,"-176"0"1,-71 88-1,-159 177 1,142 17 15,70 477-15,229-601-16,194 107 16,124-159-1,88-142 1,53-175 15,617-618-15,-970 546-1,-246 54 1,-283 53 15,123 123-31,-282 71 16,265 52-1</inkml:trace>
  <inkml:trace contextRef="#ctx0" brushRef="#br0" timeOffset="140195.07">6879 9984 0,'0'-18'32,"0"36"-32,18 52 62,35 71-46,-18-70-16,18 70 15,-35-18 1</inkml:trace>
  <inkml:trace contextRef="#ctx0" brushRef="#br0" timeOffset="154385.7">11342 13370 0,'0'0'0,"-194"0"16,106-53 15,52-158 1,107 122-17,105 89 1,-52 142-1,-54 52 1,-70 0 0,-158 35-1,16-141 1,54-70 0,18-53-1,52-36 1,18 18-16,88-18 15,36 36 1,-1 53 0,1 17-1,-89-35-15,35 35 16,-17-35 0,-17-35-1,-1-35 1,-17-1-1,-1 18 1,-17-141 0,0 141-1,18 88 17,17 142-17,18-89 1,0-35-1,18-35 1,-1-36 0,-52-17-16,17-71 15,-35-18 1,-35 19 0,-71 52-1,35 53-15,1 17 16,70 1-1,35-18 1</inkml:trace>
  <inkml:trace contextRef="#ctx0" brushRef="#br0" timeOffset="154764.59">12188 13264 0,'-52'0'31,"104"0"-31,-87-52 0,123-1 16,18 53-1,-53 17 1,-35 89 0,-36-35-16,-35 52 15,18-17 1,53-36-1,158 1 1,-53-18 0,-105-35-1,-53-1 17,-89 1-17,71-18-15,18 0 16,17-71-1,54 18 1</inkml:trace>
  <inkml:trace contextRef="#ctx0" brushRef="#br0" timeOffset="155046.97">12665 13247 0,'17'-18'16,"-34"36"-16,34-1 15,-17 107 1,0 17-1,18-88-15,53 35 16,-1-53 0,18-52-1,-17-89 1,-54 53-16,1-88 16,-53-18 15,-71 71-16,18 53 1,53 35 0,17 0-16,18 17 0,0 1 15</inkml:trace>
  <inkml:trace contextRef="#ctx0" brushRef="#br0" timeOffset="155361.62">13988 13705 0,'0'0'16,"-71"18"15,106-18-15,124-35 0,-88 17-16,17 18 15,176-53 1</inkml:trace>
  <inkml:trace contextRef="#ctx0" brushRef="#br0" timeOffset="155788.16">14235 13247 0,'0'0'0,"0"-35"16,17 35 0,-17 264-1,-17-35 1,17-17-1,0-36 1,70-70 0,-35-88-16</inkml:trace>
  <inkml:trace contextRef="#ctx0" brushRef="#br0" timeOffset="156056.29">14975 13141 0,'0'-18'16,"0"89"-1,0 105 1,0-70-16,0 0 15,-17-18-15,-1 71 16,18-53 0,18-53-1</inkml:trace>
  <inkml:trace contextRef="#ctx0" brushRef="#br0" timeOffset="156262.54">15434 13247 0,'-18'-18'16,"54"1"0,69-36-1,-34 35-15,-36 18 16,18 0-1,-70 0 1</inkml:trace>
  <inkml:trace contextRef="#ctx0" brushRef="#br0" timeOffset="156625.21">15363 13282 0,'0'0'15,"-52"106"1,52-53-16,-18 0 15,-35 123 1,35-88 0,18-70-1,18 0 1,70-107 0,0 19 15,18 35-16,-35 35 1,-1 70 0,-52-35-16,-36 89 15,-88-1 1,-35 1 15,36-54-15,87-52-16,36-53 15</inkml:trace>
  <inkml:trace contextRef="#ctx0" brushRef="#br0" timeOffset="156956.81">16192 13141 0,'-17'-35'15,"34"70"-15,-52-88 16,35 159 15,-35 88-15,17-71-16,-35 89 15,18-36 1,35-52 0,53-89-1</inkml:trace>
  <inkml:trace contextRef="#ctx0" brushRef="#br0" timeOffset="157256.81">16422 13406 0,'0'0'16,"123"-124"0,-17 124 15,-53 124-16,-53-54-15,-35 18 16,-159 159 0,88-159-1,71-52 1,140-54 0,354-158-1,-53 35 1,-18 17-1,-265 54 1</inkml:trace>
  <inkml:trace contextRef="#ctx0" brushRef="#br0" timeOffset="158460.54">13564 13811 0,'0'0'15,"71"18"1,-1-53-16,142-54 15,0 1 1,-71 0 0,-88 53-1,-177 35 1,-87 88 0,-54 18-1,71 0 1,159-71-16,-1-17 15,160 17 17,123-88-17,317-141 1,-387 88 0,-213 88-1,-122 36 16,-89 88-15,123-53 0,1 0-1,-89 53 1,212-71 0,124-35-1,105-71 1,124-70-1,-230 71 1,-105 52 0,-177 18-1,-106 88 1,-123 71 0,230-106-1,140-36 1,141-17-1,1-52-15,17-1 16,212-89 0,-247 90 15,-106 34-15,-177 53-1,-193 89 1,158-36-1,89-53 1,105-17 0,194-36-1,-34-17-15,228-89 16,53 1 0,-229 70-1</inkml:trace>
  <inkml:trace contextRef="#ctx0" brushRef="#br0" timeOffset="158957.53">18239 13476 0,'-36'18'31,"72"-36"-31,-1 36 16,106-54 0,35-34-1,-35 17 1,-70 35 0</inkml:trace>
  <inkml:trace contextRef="#ctx0" brushRef="#br0" timeOffset="159107.54">18274 13705 0,'0'36'15,"0"-72"-15,159 54 16,-54-53-16,19-18 16,158-124-1</inkml:trace>
  <inkml:trace contextRef="#ctx0" brushRef="#br0" timeOffset="159320.91">18856 13176 0,'0'0'16,"-35"0"0,105 0-1,54 53 1,-71 0-16,0 106 15,-71 35 1,-123 0 0,-53-18-1,123-88-15,-17 18 16</inkml:trace>
  <inkml:trace contextRef="#ctx0" brushRef="#br0" timeOffset="159648.44">20055 13159 0,'0'0'0,"36"0"32,122-18-17,19 0 1,-89 18-16,-17-17 15,-89 17 17</inkml:trace>
  <inkml:trace contextRef="#ctx0" brushRef="#br0" timeOffset="160013.34">20144 13229 0,'0'18'15,"0"-36"-15,-36 106 16,36 1-1,-35 34 1,17-52 0,18-54-1,0-34 17,89-72-17,34 36 1,1 36-1,-1 34 1,-17 125 15,-124-19-15,-335 124 15,177-159-15,141-88-1,70-53 1</inkml:trace>
  <inkml:trace contextRef="#ctx0" brushRef="#br0" timeOffset="160208.6">21096 13229 0,'0'-17'16,"-70"281"15,-36 36-15,18-124-1,52-35 1,36-105-16</inkml:trace>
  <inkml:trace contextRef="#ctx0" brushRef="#br0" timeOffset="160628.93">21643 13370 0,'0'-88'16,"0"176"-16,-18-211 16,-35 105-1,0 71 1,18 106 0,123-36-1,53 18 1,-52-35-1,-89-70-15,0 34 16,-89-35 15,-16-17-15,16-36 0,89-87-1,194-160 1,18 124-1,-141 106 1</inkml:trace>
  <inkml:trace contextRef="#ctx0" brushRef="#br0" timeOffset="160915.57">18803 14922 0,'0'0'0,"-511"177"31,546-159-15,829-195 0,159 1-1,230 17 1,52 18-1,-123 70 1,-724 54-16,177 17 16</inkml:trace>
  <inkml:trace contextRef="#ctx0" brushRef="#br0" timeOffset="170903.56">1482 14287 0,'0'0'0,"-247"89"15,229-89 1,212-71 15,1252-828-15,-758 475-1,-176 160 1,-247 158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6:38:09.60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16880 11783 0,'0'0'16,"-511"159"0,476-124 15,140 0-16,283-35 1,212-88 0,-247 53-16,0-18 15,687 0 1,-475 35 0,-230 18-1,-247 0-15,-35 0 16,-88 0-1,-89 53 1,-34-18 0</inkml:trace>
  <inkml:trace contextRef="#ctx0" brushRef="#br0" timeOffset="5359.83">18944 3263 0,'0'0'16,"-53"-53"0,-352 53 15,158 194-31,-18 177 15,53 70 1,159-230-16,18-17 16,88 300-1,176-264 17,671-178-17,-459-246 16,-35-70-15,-124-71 0,-159-300 15,-246 194-15,-177 176-1,-106 177 1,1 88-1,211 53-15,-89 106 16,195-71 0</inkml:trace>
  <inkml:trace contextRef="#ctx0" brushRef="#br0" timeOffset="6154.23">22084 3510 0,'0'-18'16,"0"36"-16,-18-18 31,18 35-31,0 36 15,-17 123 1,17-88 0,0 0-1,0-18 1,53-71 0</inkml:trace>
  <inkml:trace contextRef="#ctx0" brushRef="#br0" timeOffset="6453.08">22437 3757 0,'0'-35'16,"0"70"-16,-18-88 15,0 36 1,1 69 0,-1 19-1,89 35 1,34-53 15,-16-18-15,-54-17-1,-106 52 1,-34-35 0,16-17-1,54-18 1</inkml:trace>
  <inkml:trace contextRef="#ctx0" brushRef="#br0" timeOffset="6578.68">22384 3669 0,'0'-18'16,"0"36"-16,88-71 16,71 35-1,-1 18 1</inkml:trace>
  <inkml:trace contextRef="#ctx0" brushRef="#br0" timeOffset="6783.46">23248 3369 0,'0'-18'15,"0"1"-15,0 52 0,-18 18 31,-35 159-15,1-1 0,-1 89-1,35-229 1,0 52 0</inkml:trace>
  <inkml:trace contextRef="#ctx0" brushRef="#br0" timeOffset="6940.96">22860 3863 0,'0'0'0,"-35"-18"16,35 1-16,17-1 31,89 18-15</inkml:trace>
  <inkml:trace contextRef="#ctx0" brushRef="#br0" timeOffset="7082.24">23283 4110 0,'0'0'16,"-17"0"-1,34 0 1,19-18-16</inkml:trace>
  <inkml:trace contextRef="#ctx0" brushRef="#br0" timeOffset="7807.53">23671 3810 0,'0'0'0,"-88"-18"16,71 89-1,17 17 1,17-53-16,36 18 16,18-17-1,-36-36-15,0 0 16,0-18-16,-17-35 16,-36-18-1,-52 1 1,-36-1-1,18 1 1,88 52 0,88-105-1,53-1 1,18-17 0,-106 71-16,35-72 15,-88 1 1,-35 53 31,-18 35-32,0 36 1,18 175 0,35 107-1,0 105 1,0-176-16,-18 18 15,0 264 1,18-264 0,53-71-1,0-88 1,-17-35 0,-1-124-1,-35-18 1,-71 1-1,-17 35 1,-18 17 0,89 36-1,105-18 17,88-53-17</inkml:trace>
  <inkml:trace contextRef="#ctx0" brushRef="#br0" timeOffset="8201.28">24395 3651 0,'0'0'0,"-36"-17"16,36-19-16,36-52 16,52 53-1,-35 35 1,-53 141 15,0-35-15,0-18-1,53-17 1,35-36 0,-71-18-16,1-17 15,-36 18 1,-87-18 0,-1 0-1,88 0-15</inkml:trace>
  <inkml:trace contextRef="#ctx0" brushRef="#br0" timeOffset="8500.03">24888 3404 0,'-35'18'15,"70"-36"-15,-123 124 16,71-35-1,-1 87-15,18-34 32,71-54-17,-1-34 1,1-36 0,-1-36-1,-70-16 1,-53-1-1,18 53 1,0 0-16,-1 0 0,-34 35 16</inkml:trace>
  <inkml:trace contextRef="#ctx0" brushRef="#br0" timeOffset="9067.94">25312 3528 0,'0'-36'16,"0"72"-16,0-89 16,0 70-1,-35 89 1,17 18-1,53-1 1,18-105 0,0 0-1,-18-36 1,-35-88 0,0 36-1,-17-36 1,17 35-1,88 36 1,-35 35 15,105 212 1,-122-142-32,-19-17 15,1 0-15,35 17 16,35-34-1,0-54 1,1-52 0,-37-54-1,-52 54-15,0-19 16,-123-122 0,-36 158-1,-35 53 1</inkml:trace>
  <inkml:trace contextRef="#ctx0" brushRef="#br0" timeOffset="9630.52">24395 6068 0,'0'0'0,"-106"-71"16,176 1 15,54 34-15,-36 36-1,-70 141 1,-18-35 0,-18-35-1,36-36-15,17 0 16,0-17-16,36 17 16,-54 1-1,-70-1 1,-88 0-1,18 0 1,70-35 0,53-17-1</inkml:trace>
  <inkml:trace contextRef="#ctx0" brushRef="#br0" timeOffset="9944.52">24888 5944 0,'0'0'16,"0"-17"0,-35 105 15,18 124-15,34-89-1,36-35 1,-18-70-16,36-1 15,-1-17 1,-34-35 15,-142-88-15,18 123 0,35 35-1,35-17 1</inkml:trace>
  <inkml:trace contextRef="#ctx0" brushRef="#br0" timeOffset="10290.58">25400 5980 0,'0'0'15,"-18"0"1,-17 70 0,17 54-1,18-54-15,36 54 16,17-54 0,17-35-1,1-52 1,17-54-1,-18-105 17,-87 35-17,-107 70 1,36 71-16,0 0 16,-18 18-16</inkml:trace>
  <inkml:trace contextRef="#ctx0" brushRef="#br0" timeOffset="14806.3">24571 6932 0,'0'0'0,"-18"-18"15,18 1 1,0 34 46,0 230-30,0-176-32,0 70 15,0-88-15,0 35 16,0-35 0,0-35-1,0-1 1,18-17 93,-18-17-109</inkml:trace>
  <inkml:trace contextRef="#ctx0" brushRef="#br0" timeOffset="15970.34">25118 7056 0,'0'0'0,"0"-53"16,0-18-1,-53 1 1,35 52-1,-35 18 1,18 35 0,17 18-1,18-18-15,0 1 16,53 69 0,53-34-1,-18 17 1,-52-53-16,-1 36 15,-53-18 1,-35-18 15,-17-35-15,17-35 0,35-89-1,89-17 1,52 0-1,-52 71-15</inkml:trace>
  <inkml:trace contextRef="#ctx0" brushRef="#br0" timeOffset="16363.72">25629 6914 0,'0'0'0,"-17"-17"15,-36 87 17,35 71-17,18 1 1,53-19-1,-18-88-15,1 1 16,69-19 0,-34-52-1,0-71 17,-71 53-32,-18-229 15,-88 211 1,-35 71-1,-18 89 1</inkml:trace>
  <inkml:trace contextRef="#ctx0" brushRef="#br0" timeOffset="16724.46">23319 8026 0,'-230'88'16,"460"-176"-16,-548 264 15,318-158-15,53-1 16,70 1-16,371-18 15,265-106 1,140 0 0,-34-17-1,17 17 1,-741 88 0,-88 1 15,-247 52-16</inkml:trace>
  <inkml:trace contextRef="#ctx0" brushRef="#br0" timeOffset="17069.59">26070 8220 0,'0'0'15,"-106"35"1,89 71 0,17 0-1,70-36 16,54-35-15,-54-52 0,-34-54-1,-36-17 1,-141 35 0,-18 71-1,71-1 1</inkml:trace>
  <inkml:trace contextRef="#ctx0" brushRef="#br0" timeOffset="17858.16">24536 7743 0,'0'0'0,"-36"-35"16,19 18-1,34 122 17,19 54-17,-19 18 1,-17-36 15</inkml:trace>
  <inkml:trace contextRef="#ctx0" brushRef="#br0" timeOffset="18284.14">25241 8220 0,'0'0'15,"0"-36"1,0 19 0,-17 34 31,-19 107-32,36-18 1,18-36-1,53-34 1,70-19 0,-53-70-1,-35 0 1</inkml:trace>
  <inkml:trace contextRef="#ctx0" brushRef="#br0" timeOffset="18440.93">25471 8273 0,'-36'0'0,"72"0"0,-107 0 16,53 35 0,18 194 15,18 177 0,-18-318-31</inkml:trace>
  <inkml:trace contextRef="#ctx0" brushRef="#br0" timeOffset="19921.84">24694 8361 0,'0'0'0,"0"-18"16,-17 1-1,-1 34 142,-52 160-126,87-1 0,71-158-15,-35-18-16,18 0 15,-1-18-15,54-53 16,-71 18 0,-36 18-1</inkml:trace>
  <inkml:trace contextRef="#ctx0" brushRef="#br0" timeOffset="20110.72">24853 8378 0,'-17'0'15,"34"0"-15,-52 71 16,35 0-16,0 52 16,35 18-1,-17 0 1,-18 0 15</inkml:trace>
  <inkml:trace contextRef="#ctx0" brushRef="#br0" timeOffset="20362.53">24306 9525 0,'-105'35'16,"210"-70"-16,-263 106 15,193-54 1,212-17 0,229-88-1,582-124 1,-334 71 0,-178 53-1,-263 35 1,-230 35-1,-142 18 1</inkml:trace>
  <inkml:trace contextRef="#ctx0" brushRef="#br0" timeOffset="33270.32">15381 13600 0,'-18'-36'16,"36"72"-16,-36-89 16,1 53-1,-1 53 1,-17 299 15,35-175-15,0-36-1,0-106-15,0 0 16,70 1 0,1-72-1,-53-17 1</inkml:trace>
  <inkml:trace contextRef="#ctx0" brushRef="#br0" timeOffset="33553.49">15628 13917 0,'0'-35'16,"0"70"-16,0-105 31,0 52-15,0 71-1,-18 17 1,54-17 0,-1-35-1,53 35 1,18 0 15,-106-18-15,-53 0-1,0-17-15,18-18 16,-53-53 0</inkml:trace>
  <inkml:trace contextRef="#ctx0" brushRef="#br0" timeOffset="33695.43">15699 13829 0,'53'-18'47,"158"-70"-32,-87 53 1</inkml:trace>
  <inkml:trace contextRef="#ctx0" brushRef="#br0" timeOffset="33884.54">16316 13564 0,'0'-17'15,"0"34"-15,0-70 16,-35 177 31,-36 176-32,36-106 1,17-53 0,53-88-1</inkml:trace>
  <inkml:trace contextRef="#ctx0" brushRef="#br0" timeOffset="34009.97">16051 13864 0,'-70'0'16,"140"0"-16,-123 0 15,106-17 1</inkml:trace>
  <inkml:trace contextRef="#ctx0" brushRef="#br0" timeOffset="34139.25">16616 14164 0,'0'0'16,"-35"18"-1</inkml:trace>
  <inkml:trace contextRef="#ctx0" brushRef="#br0" timeOffset="34890.75">17039 13723 0,'0'0'0,"-53"18"16,18 176 0,35-106 15,53-35-16,17-36 1,-52-17-16,17-17 16,-17-36-1,-18-35 1,-71 17 0,19 54-16,-37-19 15,54 1 1,53 0-1,105-54 1,-52 37-16,-18-1 16,0 0-16,-1-53 15,-34 18 1,-53 0 15,-71-18 0,106 229 1,35 124-17,-17-88-15,17 194 16,-17-1 0,-18-52-1,0-53 1,0-88-1,0-124-15,0 1 16,53-54 0,-36-70-1,-17-71 1,-17 88-16,-19 1 16,-16-1-16,-37 1 15,1 52 1,53 0 15,247-105 0,-89 70-31</inkml:trace>
  <inkml:trace contextRef="#ctx0" brushRef="#br0" timeOffset="35400.06">18027 13758 0,'35'-88'31,"-70"176"-31,158-229 16,-70 141-1,-35 71 1,-18-1-16,-53 89 31,0-53-31,35-36 16,71-34 0,53-19-1,-88-17-15,0 0 16,-89 18 15,-88 17-31,18-35 16,88 0-16,36-35 31</inkml:trace>
  <inkml:trace contextRef="#ctx0" brushRef="#br0" timeOffset="35724.58">18591 13635 0,'-17'0'16,"34"0"-16,-70 0 15,-17 35 1,35 71 15,35-53-31,0 88 0,17-35 31,160-36 1,-107-70-17,-52-17-15,-1-36 16,-69-71 0,-90 107-1,90 34 16</inkml:trace>
  <inkml:trace contextRef="#ctx0" brushRef="#br0" timeOffset="36275.21">18962 13670 0,'0'0'0,"-71"35"16,36 36-1,35 35 1,0-18 0,53-17-1,0-71 1,0-18-1,0-53 1,-36-52 15,1 35-15,17 52 0,0 36-1,36 53 1,-36 0-16,1 0 15,69 53 1,-52-53 0,18-53-1,-53 0-15,34-18 16,1-52 0,-35-36-1,0-35 1,-71 35-1,0 71-15,0 35 16,-176 70 15,52 36-31</inkml:trace>
  <inkml:trace contextRef="#ctx0" brushRef="#br0" timeOffset="36748.56">14005 15434 0,'0'0'16,"36"35"-1,122 1 1,107-1-1,423-35 1,0-35 0,141-54-1,88-16 1,-35-1 0,212-18-1,-618 54 1,-212 17-1,-193 35 1,-124 0 15,-18 18-31</inkml:trace>
  <inkml:trace contextRef="#ctx0" brushRef="#br0" timeOffset="44585.06">15663 16016 0,'0'0'0,"-35"-141"15,17 123 1,18 107 46,53 228-30,-35-176-1,0 124-15,35-248 15,17-70-31</inkml:trace>
  <inkml:trace contextRef="#ctx0" brushRef="#br0" timeOffset="44899.92">16034 15910 0,'-53'-17'31,"106"34"-31,-124 1 15,54 141 1,17-1 0,17 1 15,36-71-15,-18-70-16,54-18 15,-19-35 1,-17-36-1,-53-17 1,-71 70 0,-17 1-1,0 34 1,70 19 0</inkml:trace>
  <inkml:trace contextRef="#ctx0" brushRef="#br0" timeOffset="45155.91">16898 15804 0,'0'0'16,"18"-70"15,-36 88-15,-70 193-1,17-17 1,36 0 0,-18 0-1,18-53 1</inkml:trace>
  <inkml:trace contextRef="#ctx0" brushRef="#br0" timeOffset="45308.1">16598 16016 0,'-53'-18'15,"106"36"-15,-141-36 16,88 36 15,18 17-15</inkml:trace>
  <inkml:trace contextRef="#ctx0" brushRef="#br0" timeOffset="45434.71">17092 16263 0,'18'0'47,"-1"0"-31</inkml:trace>
  <inkml:trace contextRef="#ctx0" brushRef="#br0" timeOffset="46187.42">17462 15893 0,'0'0'16,"-35"70"15,-18 248 0,89-248-15,34-34-1,18-36 1,1-53 0,-54-18-1,-35 36-15,-18-71 16,-52 35-1,-36 1 1,0 35 0,106 17 15,265-106-15,-124 36-1,-71-18 1,-70 53-1,0-35 1,-53 0 0,0 35-1,18 53 1,35 124 0,18 105-1,52 88 1,-34 36-1,-36-159-15,0-17 16,17 193 0,18-264-1,1-106 1,-19 0-16,19-71 16,-19-52 15,-105-142-16,0 212 17,0 36-17,52 17-15,36-18 16,36 0 0,17 1-16,17-18 15,1-18-15</inkml:trace>
  <inkml:trace contextRef="#ctx0" brushRef="#br0" timeOffset="46613.82">18591 15804 0,'0'18'0,"0"-53"15,0 52-15,-35-34 16,-18 70-1,36 53 1,69 17 0,54-52-1,18-19 1,-36 1 0,-70-17-1,-142 34 1,-35-70-1,54-17 1,69-19 0</inkml:trace>
  <inkml:trace contextRef="#ctx0" brushRef="#br0" timeOffset="46755.25">18591 15875 0,'71'-88'31,"-142"176"-31,248-229 16,-54 123 0,-52 18-1</inkml:trace>
  <inkml:trace contextRef="#ctx0" brushRef="#br0" timeOffset="47478.68">19315 15822 0,'-18'-53'31,"36"106"-31,-107-141 16,36 88-1,-17 70 1,17 36 0,53 53-1,88-88 1,0-54 15,-17-17-15,-53-17-1,-18-19-15,0 1 16,0-88 0,0 52-1,52 18 1,19 35 15,53 89-15,-89 35-1,-18 0 1,19 52 15,-1-158-15,-17-17-1,17-71 1,-35 35 0,18-71-1,-1 36 1,1 35 0,-1 53-1,36 0 1,-35 35-16,17 1 15,53 69 1,-35-52 0,-17-17-1,-1-36-15,-17 0 16,35-53 0,-53 0-1,-18-35 1,-70-1-1,-1 72 1,37 17-16,-1 17 16</inkml:trace>
  <inkml:trace contextRef="#ctx0" brushRef="#br0" timeOffset="48171.28">19191 16157 0,'-53'0'31,"-53"71"-15,36 35-1,70 35 1,17-35 0,54-54-1,88-52 16,-71-70-31,-53-18 32,-35-36-17,-106-17 1,-17 123 0,70 18-1</inkml:trace>
  <inkml:trace contextRef="#ctx0" brushRef="#br0" timeOffset="48881.66">21484 14905 0,'0'0'0,"0"17"16,106-17-1,53-35 1,-71 0-16,88 0 15,-70 17 1,-88 36 0,-36-1-1</inkml:trace>
  <inkml:trace contextRef="#ctx0" brushRef="#br0" timeOffset="49039.08">21625 15134 0,'0'0'0,"53"18"16,476-124 15,-229 0-15,-106 18 0</inkml:trace>
  <inkml:trace contextRef="#ctx0" brushRef="#br0" timeOffset="51367.15">20990 14482 0,'-35'0'16,"70"0"-16,-52 158 16,140 1-1,18-18 1,18-17-1,53-1 1</inkml:trace>
  <inkml:trace contextRef="#ctx0" brushRef="#br0" timeOffset="51567.61">21555 14482 0,'0'0'0,"-71"-18"16,36 18-16,-18 53 16,-176 229-1,70-17 1,35-36 0,89-17-1</inkml:trace>
  <inkml:trace contextRef="#ctx0" brushRef="#br0" timeOffset="51849.53">21960 14499 0,'0'-53'15,"0"106"-15,18-159 16,-18 89-16,18-1 16,-18 159 15,17 88-15,1-123-16,0 88 15,17-35 1,0-53-1</inkml:trace>
  <inkml:trace contextRef="#ctx0" brushRef="#br0" timeOffset="52495.9">22631 14482 0,'-36'-18'15,"-17"18"1,-17 53-1,-1 70 1,36 107 0,70-107-1,36-52 1,17-71 0,-17 0-1,-36-53-15,-35-53 16,0-35-1,0 0 1,0 52 0,0 72-1,18-1-15,52 53 32,18 71-17,1 53 1,-54-71-16,0-17 15,89 70 1,-36-106 0,-18-35-1,-34-17-15,-19-19 16,54-140 0,-71-18-1,-88 17 1,-54 72-1,-52 52 1,124 53 0</inkml:trace>
  <inkml:trace contextRef="#ctx0" brushRef="#br0" timeOffset="52875.2">24624 14764 0,'-18'0'16,"36"0"-16,176 0 16,35-18-1,1 0 1,-72 1 15,-52 17-15,-106 17-1</inkml:trace>
  <inkml:trace contextRef="#ctx0" brushRef="#br0" timeOffset="53047.71">24871 15117 0,'35'0'15,"-70"0"-15,264 0 16,-88-18 0,36-35-16,334-71 15,-264 54 1,-141 35 0</inkml:trace>
  <inkml:trace contextRef="#ctx0" brushRef="#br0" timeOffset="54699.9">15981 13106 0,'0'-18'15,"0"36"-15,0-18 16,70 194 0,71 141-1,-35-159-15,-17 1 16,281 317 0,-123-159-1,35-18 1</inkml:trace>
  <inkml:trace contextRef="#ctx0" brushRef="#br0" timeOffset="55236.49">19103 13794 0,'-71'17'15,"142"-34"-15,-300 105 16,229-71 0,158-17 15,107-88-15,246-53-1,-158 71 1,-53 52-1,-159 18 1</inkml:trace>
  <inkml:trace contextRef="#ctx0" brushRef="#br0" timeOffset="55915.47">16157 15434 0,'0'0'0,"-17"-35"15,17 17 1,70 53-1,107 177 1,228 300 0,-87-195-1,52-52 1,18-89 0,-53-70-1</inkml:trace>
  <inkml:trace contextRef="#ctx0" brushRef="#br0" timeOffset="56560.35">19103 16016 0,'0'0'0,"18"18"15,140-18 1,72-18 0,34-35-1,177-88 1,-176 71 0,-89-1-1</inkml:trace>
  <inkml:trace contextRef="#ctx0" brushRef="#br0" timeOffset="78354.48">14464 17268 0,'0'0'0,"-35"53"16,123-53-1,123-123 1,301-265-1,-106 88 1,-36 35 0,-52 54-1,-124 70 17,-124 105-32,-35 19 0,-87 34 46,-37 89-30,36-35-16</inkml:trace>
  <inkml:trace contextRef="#ctx0" brushRef="#br0" timeOffset="79661.67">15734 17374 0,'0'-35'15,"0"70"-15,0-88 16,-35 36 0,-36 17-1,18 88 1,0 53 0,36-53-16,17 53 15,35-52 1,88-54-1,54-53 1,-71-17-16,-18-18 16,106-88-1,-141 70 1</inkml:trace>
  <inkml:trace contextRef="#ctx0" brushRef="#br0" timeOffset="79834.88">15963 17480 0,'0'0'0,"-53"0"16,36 0-1,17 88 1,35 124 0,18 53-1,0 34 1,-53-140-1</inkml:trace>
  <inkml:trace contextRef="#ctx0" brushRef="#br0" timeOffset="81017.5">17886 14270 0,'0'0'0,"-88"53"15,105-71 1,89-52 15,106-72-15,211-157 0,-123 122-1,-106 36 1,-106 88-1,-70 53 1,-71 18 0,0 52-1</inkml:trace>
  <inkml:trace contextRef="#ctx0" brushRef="#br0" timeOffset="81663.53">18662 12771 0,'18'-36'16,"-36"72"-16,18-160 16,-71 71-1,-34 18 1,34 17-16,18 18 16,0 0-16,-17 71 15,34 17 16,36-17-15,53-54 0,106-17-1,-88-35 1,-36 0 0,-35-1-1,0 19-15,0-1 16,17 89 31,19 105-32,17 106 1,-53-70 0</inkml:trace>
  <inkml:trace contextRef="#ctx0" brushRef="#br0" timeOffset="89349.89">14570 14799 0,'0'0'15,"-36"18"1,72-54 0,140-105 15,142-106-16,87-70 1,-193 158-16,211-158 16,-70 87-1,-88 72 1,-142 105 15,-123 123-15,-88 36-1</inkml:trace>
  <inkml:trace contextRef="#ctx0" brushRef="#br0" timeOffset="152764.63">15046 18521 0,'0'0'16,"-141"106"0,176-106-1,159-124 1,177-158-1,281-265 1,-281 230 0,-107 34-1</inkml:trace>
  <inkml:trace contextRef="#ctx0" brushRef="#br0" timeOffset="153739.41">15522 12453 0,'-17'-159'16,"34"318"-16,-34-494 16,17 264-16,0-52 15,0 52 1,0 160 31,-71 316-32,36-158 1,35-88 0,70-106-1,71-53 1,-52-53-16,52-53 16,-35-17-1,-71 17 1,-53 18-1,-70 35 1,35 35-16,-35 18 16,70 0-1,1 18 1,34 140 0,1-52-16,17 176 15,0 18 16,-35 0-15,0-141-16</inkml:trace>
  <inkml:trace contextRef="#ctx0" brushRef="#br0" timeOffset="163970.88">14817 13159 0,'-124'53'16,"248"-106"-16,-654 317 15,442-193 1,106-54 0,52-52-1,54-35-15,564-424 32,-88 17-17,-54 36 1,-105 89-1,-264 211-15</inkml:trace>
  <inkml:trace contextRef="#ctx0" brushRef="#br0" timeOffset="164709.34">18380 16651 0,'-71'53'16,"142"-106"-16,-107 71 16,125-106-16,16-18 15,442-388 17,159-71-17,-530 477 1,-158 88-1</inkml:trace>
  <inkml:trace contextRef="#ctx0" brushRef="#br0" timeOffset="166077.1">18856 17233 0,'35'18'0,"-105"-89"16,105 124-16,-88-123 16,35 87-1,1 54 1,17 52-1,0-17 1,0-53-16,0 0 16,0-71 31,0-211-32,-18 123 1,0 89-1,18-1 1,0 53 0,0 18-16,0 88 15,0-17 1,0-54 0,18-34 15,0-36-16,-18-71 1,0-35 0,0-17-1,0 70-15,0 17 16,0 1-16,0 70 31,0 89-15,0-1-1,0-17 1,0-123 31,0-125-31,0 72-16,17-18 15,-17 17 16,0 106 1,0 159-17,0-88 1,0-53 0,0-70 15,0-125-16,0 37 1,0 16 0,0 37-1,0 104 1,0 90 0,0-19-1,0-35 1,0-52 15,0-89 0,0-71-15,0 18 0,0 18-1,0 123 1,0 106-1,0 1 1,0-19 0,0-88-16,0 18 15,0-70 17,36-72-17,-19-34 1</inkml:trace>
  <inkml:trace contextRef="#ctx0" brushRef="#br0" timeOffset="168079.56">18997 15328 0,'0'-35'16,"0"70"-16,0-88 16,0 36-16,-18 105 62,18-35-46,0 0-16,0 70 31,0-88-15,0-52 15,0-107-16,0 36 1,0 35 0,0 36-1,0 17 1,0 70 0,-17 54-1,17 17 1</inkml:trace>
  <inkml:trace contextRef="#ctx0" brushRef="#br0" timeOffset="170288.36">19244 17216 0,'-18'0'31,"-35"17"-15,36 18-1,-18 71 17,-1 141-17,72-141 1,87-106-1,18-35 17,18-53-1,53-124-15</inkml:trace>
  <inkml:trace contextRef="#ctx0" brushRef="#br0" timeOffset="170477.04">19403 17286 0,'-53'18'16,"106"-36"-16,-124 177 15,71 88 1,53 53-1,0 17 1,-53-158 0</inkml:trace>
  <inkml:trace contextRef="#ctx0" brushRef="#br0" timeOffset="172633.37">18856 12400 0,'53'-70'31,"-106"140"-31,176-264 16,-105 159-1,0 17-15,-36 36 32,-105 158-17,-54 142 1,-52 17-1,123-176-15,0-1 16,18-34-16,0 70 16,70-124-1,18-52 1</inkml:trace>
  <inkml:trace contextRef="#ctx0" brushRef="#br0" timeOffset="173012.74">18680 11712 0,'0'0'16,"-53"-53"0,35 36-1,18 70 16,18 123-15,-1-35 0,-17 18-1,0-89 1</inkml:trace>
  <inkml:trace contextRef="#ctx0" brushRef="#br0" timeOffset="173909.36">18097 18680 0,'0'0'16,"36"-53"-1,193-212 1,141-70 0,-158 176-16,211-141 15,-52 53 1,-212 159 0</inkml:trace>
  <inkml:trace contextRef="#ctx0" brushRef="#br0" timeOffset="174286.95">20144 17762 0,'-106'89'15,"212"-178"-15,-248 178 16,160-125-1,123-87 1,-35 105 0,-35 53-1,-54 107 1,-140 140 15,-1-35-15,213-283 15,34-52-31,71-35 16,564-442-1,-264 124 1</inkml:trace>
  <inkml:trace contextRef="#ctx0" brushRef="#br0" timeOffset="181027.75">5151 12629 0,'-18'0'15,"36"71"63,70 0-62,35 34 0,36 54-1,17 53 1,1 105 0,-89-140-16,0 211 15,-88 53 1,-194 17-1,-88 54 1,141-265-16,-141 158 16,105-158-1,124-211 1,53-72 0</inkml:trace>
  <inkml:trace contextRef="#ctx0" brushRef="#br0" timeOffset="192621.28">7532 14534 0,'0'0'15,"35"0"1,71-35 0,0-18-1,-18 36 16,-53 17-15,-35 53 0</inkml:trace>
  <inkml:trace contextRef="#ctx0" brushRef="#br0" timeOffset="192984.99">7638 14552 0,'-18'0'16,"36"0"-16,-54 53 15,36-18-15,-17 89 16,-1 17 0,0-18-1,18-87 1,0-19 0,0-52-1,18-18-15,35-53 16,0 18-1,17 53 1,72 88 15,-72 52-15,-52 19 0,-54 17-1,-52-17 1,35-89-16,18 0 15,17-53 1</inkml:trace>
  <inkml:trace contextRef="#ctx0" brushRef="#br0" timeOffset="193329.47">8237 14499 0,'0'0'16,"-17"53"-1,-1-18-15,18 71 16,18-18 0,52-35-1,18-53 17,-17-53-17,0-88 1,-71 53-1,0 35 1,0 141 15,0 124-15,0-53 0,0-18-1,52-88 1,-16-53-1</inkml:trace>
  <inkml:trace contextRef="#ctx0" brushRef="#br0" timeOffset="193596.47">8837 14393 0,'0'0'16,"0"177"15,0-54-16,18-52 1,17-54-16,18-17 16,-18-35-1,-35-53 1,0-18 0,-35 53-16,-71-53 15,18 89 1,-36 123-1</inkml:trace>
  <inkml:trace contextRef="#ctx0" brushRef="#br0" timeOffset="193864.18">6297 16757 0,'0'0'0,"423"-124"31,512-334-15,-141 123 0,-18 52-1,-159 89 1,-246 71-1,-301 105-15,-34 18 16,-89 0 0</inkml:trace>
  <inkml:trace contextRef="#ctx0" brushRef="#br0" timeOffset="199372.63">8167 16351 0,'0'0'0,"-88"-17"16,-1-1-1,-16 18 1,-37 123 15,54 142-15,106-212-1,35-35 1,35-18 0,35-71-1,-52-17 1,-36 0-1,-17 35 1,-18 35 0,0 36-1,0 88 1,0-18 0,0 18-16,35 158 31,1-140-16,122-71 1</inkml:trace>
  <inkml:trace contextRef="#ctx0" brushRef="#br0" timeOffset="199645.94">8502 16545 0,'0'0'0,"-35"-35"16,17-18-16,18-17 15,18-1 1,17 53 0,18 54-1,-18 17 1,-35 35-16,0 141 16,-53-88-1,18-70 1,17-54 15,318-228-15,-123 52-1,-107 71 1</inkml:trace>
  <inkml:trace contextRef="#ctx0" brushRef="#br0" timeOffset="199986.91">9260 16016 0,'-53'-35'16,"106"70"-16,-211-70 31,87 88-15,18 53 0,53-1-1,106 1 1,17-70-1,-34 16 1,-72 19 15,-17 17-15,-35-35-16,-71 18 16,36-71-1,34-71 1,72-141-1,87-52 1,54-18 0</inkml:trace>
  <inkml:trace contextRef="#ctx0" brushRef="#br0" timeOffset="200449.34">10495 14693 0,'-35'-17'16,"70"34"-16,-70 18 31,105 71-15,1 18 0,17-36-1,-53-53-15,54 1 16,-72-36-1</inkml:trace>
  <inkml:trace contextRef="#ctx0" brushRef="#br0" timeOffset="200639.16">10742 14693 0,'-35'-17'16,"70"34"-16,-105-52 15,34 53-15,19 34 16,-54 248 15,53 71 0,36-265-15</inkml:trace>
  <inkml:trace contextRef="#ctx0" brushRef="#br0" timeOffset="200859.7">11007 14534 0,'0'-17'15,"0"34"-15,-18-34 16,0 17 0,1 35-16,-1 177 15,18-54 1,53-52-1,35-53 1,-35-53 0</inkml:trace>
  <inkml:trace contextRef="#ctx0" brushRef="#br0" timeOffset="201346.7">11324 14534 0,'-17'-35'16,"34"70"-16,-70-140 15,36 105 1,17 88 15,88 71-15,-35-107 0,17-34-1,-17-36 1,-35-70 15,-1 53-31,1-212 16,17 176-1,36 54 1,-36 52 0,0 18-16,124 106 31,-53-106-16,0-36 1,-71-17-16,0-35 16,1-18-16,17-70 15,-53-36 1,-36 0 0,-69 53-1,16 89-15,1 17 16,-176 176-1,175-105 1</inkml:trace>
  <inkml:trace contextRef="#ctx0" brushRef="#br0" timeOffset="213282.99">27570 14393 0,'35'-70'15,"-70"140"-15,140-211 16,-87 124-16,-53 34 47,-159 142-32,123-53 1,106 53 0,124-54-1,18 19 1,-54-36 15,-88-17-15,-35-36-16,-105 0 15,-37-17 1,1-53 0,53-107-1,70 54-15,18-18 16</inkml:trace>
  <inkml:trace contextRef="#ctx0" brushRef="#br0" timeOffset="213393.31">27570 14464 0,'0'-18'16,"0"36"-16,17-53 15,1 17-15,52-53 16,89-34 0,53-1-1,17 88 1</inkml:trace>
  <inkml:trace contextRef="#ctx0" brushRef="#br0" timeOffset="213803.34">28734 14340 0,'0'0'16,"-18"-70"15,-52-1-15,-1 71 0,-52 53-1,52 35-15,18-17 16,-18 141-1,160-124 1,105-18 0,17-17-1,1 53 1,-194-71 0,-107-17-1,-69 0 1,34-54-1,89 1 1,53-141 0,123-71-1,53 53 1,-35 106 0,-124 70-16</inkml:trace>
  <inkml:trace contextRef="#ctx0" brushRef="#br0" timeOffset="214118.63">26494 16228 0,'-124'70'16,"54"-17"-16,264-176 0,-283 211 15,460-247 1,176-52 0,158-1-1,71 18 17,-405 106-32,264-71 15,-212 35 1,-194 19-1,-123-37 1,-106 72-16,0-1 16</inkml:trace>
  <inkml:trace contextRef="#ctx0" brushRef="#br0" timeOffset="214386.68">30357 13600 0,'-53'-71'32,"106"142"-32,-142-107 15,36 283 1,-70 212 0,-1 70-1,1-53 16,88-299-31,-18 87 16,53-140 0,35-124-1</inkml:trace>
  <inkml:trace contextRef="#ctx0" brushRef="#br0" timeOffset="214512.87">29722 14517 0,'-53'-18'16,"106"36"-16,-124-71 16,159 35-1,-35 18 1</inkml:trace>
  <inkml:trace contextRef="#ctx0" brushRef="#br0" timeOffset="214638.62">30215 14852 0,'0'0'0,"53"106"16,-35-53-1,0-53 1,-18-36 15</inkml:trace>
  <inkml:trace contextRef="#ctx0" brushRef="#br0" timeOffset="-213126.35">1429 16792 0,'-88'71'16,"176"-142"-16,-212 195 15,318-213 1,141-105 0,18-52-1,18-19 1,-195 141 0,159-122-1,-106 104 1,-123 107-1,-141 106 1,-36 17-16,-175 141 16,87-105-1</inkml:trace>
  <inkml:trace contextRef="#ctx0" brushRef="#br0" timeOffset="-212969.37">1940 16810 0,'0'0'0,"-282"282"15,211-211-15,89-36 16,247-176-1,193-230 1,124-87 0,-282 246-16,265-105 15,-318 193 1</inkml:trace>
  <inkml:trace contextRef="#ctx0" brushRef="#br0" timeOffset="-137030.65">7267 17321 0,'0'0'16,"-335"300"0,353-300-1,211-141 1,177-159-1,317-247 17,-282 248-17,-71 87 1,-246 141-16,-36 36 16,-53 17-16,-17 54 15,-106 87 1,-89 54-1,71-89 1</inkml:trace>
  <inkml:trace contextRef="#ctx0" brushRef="#br0" timeOffset="-136542.03">6632 18397 0,'-70'71'15,"140"-142"-15,-17 36 32,88-71-17,-17 18 1,-54 17 15,-70 36-31</inkml:trace>
  <inkml:trace contextRef="#ctx0" brushRef="#br0" timeOffset="-136337.12">6579 17939 0,'-35'17'15,"70"-34"-15,-105 87 16,70-52 0,35-18-1,0 0 1,-35-18-1,0 1-15,-17 17 16,-107-18 15,54 71-15,140 17 0</inkml:trace>
  <inkml:trace contextRef="#ctx0" brushRef="#br0" timeOffset="-136100.8">6862 18662 0,'0'0'0,"0"35"15,0-17-15,0-1 16,17-34 0,-17-1-1,-35 18 16,17 0-15,54-17 15</inkml:trace>
  <inkml:trace contextRef="#ctx0" brushRef="#br0" timeOffset="-135755.04">7444 18009 0,'-36'0'16,"72"0"-16,-125 53 31,89 0-31,36 0 16,34 18-1,-17-36-15,18-35 16,-36-18-1,-17 1-15,-1-19 16,-17-17-16,0-52 31,0 34-15,0 89 0,36 123-1,-1-35-15,-18 17 16,89 142 15,0-142-15,-35-105-1</inkml:trace>
  <inkml:trace contextRef="#ctx0" brushRef="#br0" timeOffset="-135345.28">9190 17727 0,'0'0'16,"-106"0"-1,106-53 1,141 36 0,-106 34-1,71 195 1,-88-53 0,-18-36-1,0-52 16,53-71-15,70-106 0,54-71-1,-36-17 1</inkml:trace>
  <inkml:trace contextRef="#ctx0" brushRef="#br0" timeOffset="-134944.95">9737 17480 0,'-53'0'15,"106"0"-15,-142-18 31,160-70-15,17 141 15,-53 53-15,1 0 0,-1-53-1,71-18 1,-53-17-16,-18-1 15,0 36 1,-70 18 0,-35-18-1,52-71 1,18-88 0</inkml:trace>
  <inkml:trace contextRef="#ctx0" brushRef="#br0" timeOffset="-134730.72">10160 17427 0,'0'0'0,"0"-70"16,18 34-16,-1 1 16,1 0-1,88 52 17,-53 160-17,-53-89 1,35-70-1,71-89 1,53-105 0,-54 88-16,-16-18 15,-1-18-15</inkml:trace>
  <inkml:trace contextRef="#ctx0" brushRef="#br0" timeOffset="-134037.84">7038 15734 0,'-194'176'16,"388"-352"-16,-459 423 15,336-282 16,229-177-31,-89 35 0,54-52 16,670-441 0,-388 317-1,-159 106 1,-282 194-16,-54 18 31,-316 141-15</inkml:trace>
  <inkml:trace contextRef="#ctx0" brushRef="#br0" timeOffset="-129516.38">7408 13529 0,'-17'-18'16,"34"36"-16,-34 35 47,34 106-31,19 17-1,-1-17 1,0-89-16,18 19 15,0-54 1</inkml:trace>
  <inkml:trace contextRef="#ctx0" brushRef="#br0" timeOffset="-129185.52">7708 13882 0,'-35'-35'16,"70"70"-16,-70-141 15,35 71-15,18-1 16,17 19 15,0 52-15,-17 36 0,-18-36-16,0 35 15,0-34 1,53 17-1,17-18 1,-35 0 0,-35 0-16,-17 36 15,-54 17 1,1-53 0,34-87-1</inkml:trace>
  <inkml:trace contextRef="#ctx0" brushRef="#br0" timeOffset="-128980.68">8026 13723 0,'0'0'16,"0"-18"15,88-17-16,53-53 1,-53 35 0,-53 35-1,-35 1 1</inkml:trace>
  <inkml:trace contextRef="#ctx0" brushRef="#br0" timeOffset="-128632.21">8167 13723 0,'0'0'16,"0"124"15,35 52-15,-17-123 0,-18-36-1,17-52 16,19-53-15,34-18 0,18 53-1,18 53 1,-88 53 0,-36 88-1,-105 89 1,-18-19 15,70-105-31</inkml:trace>
  <inkml:trace contextRef="#ctx0" brushRef="#br0" timeOffset="-122601.38">2328 4498 0,'0'0'0,"-141"-141"16,159 264 30,17 54-30,-17-89-16,52 106 31,107 53-15</inkml:trace>
  <inkml:trace contextRef="#ctx0" brushRef="#br0" timeOffset="-122256.42">2540 4621 0,'0'-17'15,"0"34"-15,0-105 16,53 53 0,0 53-1,-36-1-15,1 36 16,-18 0-16,0 35 15,0-35 1,35-18 0,36 1-1,-36-36-15,-17 17 16,-1 19 15,-158 87-15,124-105 15,17-54-31</inkml:trace>
  <inkml:trace contextRef="#ctx0" brushRef="#br0" timeOffset="-122052.4">2946 4480 0,'0'-17'16,"0"34"-16,35-34 31,88 34-15,-52 1-1,-18 35 1,-53 35 0,-71 18-1,36-71-15</inkml:trace>
  <inkml:trace contextRef="#ctx0" brushRef="#br0" timeOffset="-121879.7">2963 4392 0,'0'0'16,"124"-282"15,-36 176-16,-35 53 1,-35 53-16,-18 18 16</inkml:trace>
  <inkml:trace contextRef="#ctx0" brushRef="#br0" timeOffset="-121611.98">1923 5944 0,'-106'88'15,"212"-176"-15,-177 141 16,300-194 0,177-106-1,106-17 16,228-89-15,-387 229 0,-212 107-1,-158 17-15</inkml:trace>
  <inkml:trace contextRef="#ctx0" brushRef="#br0" timeOffset="-121281.3">2205 6279 0,'0'-88'16,"0"176"-16,88-229 15,0 124 1,-35 105-1,-53 35 17,-53 18-17,18-88-15,0 18 16,123-106 15,88-89-15,-88 54-16,-17-1 15</inkml:trace>
  <inkml:trace contextRef="#ctx0" brushRef="#br0" timeOffset="-120903.39">2840 5962 0,'0'0'0,"-53"0"16,35-53 15,124-53 1,-71 106-32,-17 0 15,0 18-15,-1 70 16,-17 35-1,18-34 1,53-54 0,-36-17-16,18-18 15,-18 17 1,-53 19 0,-52 34-1,52-52-15,1-18 16,17-18-1</inkml:trace>
  <inkml:trace contextRef="#ctx0" brushRef="#br0" timeOffset="-120626.66">3228 5821 0,'-18'70'31,"36"19"-16,0-54-15,17 0 16,71 0 0,-53-35-1,-36-53 1,1-35 0,-53 0-1,-1 53-15,-34-18 16,-1 35-1,36 36 1,17 0 0</inkml:trace>
  <inkml:trace contextRef="#ctx0" brushRef="#br0" timeOffset="-120368.08">3881 4498 0,'0'0'16,"-18"-18"0,71 1-1,88 34 16,124 71-15,-195-70 0</inkml:trace>
  <inkml:trace contextRef="#ctx0" brushRef="#br0" timeOffset="-120194.86">4269 4304 0,'-53'-71'16,"106"142"-16,-159-124 15,70 159 17,1 141-17,35-71 1,35-35 0,1-105-16</inkml:trace>
  <inkml:trace contextRef="#ctx0" brushRef="#br0" timeOffset="-119990.4">4427 4127 0,'-17'-17'16,"34"34"-16,19 36 62,122 177-46</inkml:trace>
  <inkml:trace contextRef="#ctx0" brushRef="#br0" timeOffset="-119502.2">4762 3933 0,'0'0'16,"-35"0"-1,35 36 17,18 17-17,17 0 1,18-36-1,-35-17 1,-18-53 0,-18-17-1,-17-36 1,35 71 0,53 52 30,35 19-30,-35-19-16,-18 1 16,71-1-1,-53-52 1,-18-35 0,-17-1-1,-54-35 1,-52 71-1,-18 70 1,-17 71 0</inkml:trace>
  <inkml:trace contextRef="#ctx0" brushRef="#br0" timeOffset="-118826.7">4992 3228 0,'-53'-159'16,"106"318"-16,-141-424 16,70 212-1,0 53 1,18 89-1,53 140 1,-17-70-16,34 211 16,18 0 15,-35-17-15,-53-176-16</inkml:trace>
  <inkml:trace contextRef="#ctx0" brushRef="#br0" timeOffset="-118213.92">3298 5468 0,'0'-88'31,"0"176"-31,0-123 15,18 317 1,35 177 0,18 17-1,17 212 1</inkml:trace>
  <inkml:trace contextRef="#ctx0" brushRef="#br0" timeOffset="-117220.06">5662 512 0,'0'0'0,"-53"-36"15,53 107 16,18 88-15,-1 17 0,36 89-1,0-142 1,-17-88 0</inkml:trace>
  <inkml:trace contextRef="#ctx0" brushRef="#br0" timeOffset="-116860.47">5856 811 0,'0'0'16,"-18"-123"0,107 35-1,-1 70 1,-35 71-1,-36 141 1,-34-88 0,-1-36-1,53-52 1,54 0 0,-54-18-16,0 0 15,-35 17 1,-53 36-1,-88 18 17,53-36-17,70-17-15</inkml:trace>
  <inkml:trace contextRef="#ctx0" brushRef="#br0" timeOffset="-116576.18">6579 564 0,'0'0'15,"-123"36"1,123 34 0,53 18-1,35-17 1,0-36-1,-53-17-15,-17 0 16,-18-1 0,-18 1-1,-35 17 17,36-17-32,-1-18 15</inkml:trace>
  <inkml:trace contextRef="#ctx0" brushRef="#br0" timeOffset="-116245.02">6562 617 0,'35'-70'15,"-70"140"-15,176-246 16,0 123 0,-35 71-1,-36 105 1,36 89-1,-71-124 1,1-53 0,-1-35-1,0-17 1,-17-19-16,-1-87 16,-17-36 15,-52 0-16,-72 71 1,18 141 0,36 18-1</inkml:trace>
  <inkml:trace contextRef="#ctx0" brushRef="#br0" timeOffset="-115946.45">5274 1764 0,'-88'53'15,"176"-106"-15,-70 123 16,282-158 0,176-71-1,-194 54 1,0 16-1,512-157 1,-441 157 0,-195 54-1,-246 88 1,-123 53 0,105-53-1</inkml:trace>
  <inkml:trace contextRef="#ctx0" brushRef="#br0" timeOffset="-115347.68">6403 1940 0,'0'-53'15,"0"106"1,53-176 0,-18 105-16,0 1 15,18 105 1,-35 53 0,-53 0-1,-1-53 1,54-88-1,53-18 1,52-52 0,-35-18-1,-52-18 1,-36 71 0,-18-18-1,18 0 16,159 0 1,-124 123-17,-35 36 1,0-35 15,53-18-15,17-36-1,-52 1 1,-53 35 0,-142 106-1,72-89 1</inkml:trace>
  <inkml:trace contextRef="#ctx0" brushRef="#br0" timeOffset="-114915.45">8431 1305 0,'-35'0'15,"70"0"-15,1 0 16,87-53 0,18-17-1,-17 17 1</inkml:trace>
  <inkml:trace contextRef="#ctx0" brushRef="#br0" timeOffset="-114642.29">8625 1411 0,'0'0'16,"-35"35"0,106-52-1,70-71 1,-35-18-1,-53-18 1,-89 89 0,1 17-1,106 71 17,17 53-17,-53-18-15,-35 89 16,-141 34 15</inkml:trace>
  <inkml:trace contextRef="#ctx0" brushRef="#br0" timeOffset="-113913.14">6897 1799 0,'0'0'0,"-18"0"16,18 106-1,18 17 1,17-70-16,36 18 16,-1-36-1,-17-52 1,18-107-1,-54 1 17,-34-18-17,-54 70 1,-17 71 0,35 35-16,18 18 15,-18 141 1,53-141-1</inkml:trace>
  <inkml:trace contextRef="#ctx0" brushRef="#br0" timeOffset="-113676.84">7267 1358 0,'0'0'0,"-70"35"15,17 177 1,0 141 0,35-141-1,-52 193 1,34-34 0,19-107 15,17-176-31</inkml:trace>
  <inkml:trace contextRef="#ctx0" brushRef="#br0" timeOffset="-113377.91">7514 0 0,'-17'0'16,"34"0"-1,-87 71-15,52 52 16,-70 283-1,-18 70 1,0-35 0</inkml:trace>
  <inkml:trace contextRef="#ctx0" brushRef="#br0" timeOffset="-112510.28">5874 2522 0,'0'0'0,"35"-35"16,318-318 0,-159 142 15,-71 17-16,-105 105-15,-18 19 16</inkml:trace>
  <inkml:trace contextRef="#ctx0" brushRef="#br0" timeOffset="-112227.2">5186 1305 0,'-141'71'31,"282"-142"-31,-194 124 16,300-159 0,106-52 15,-159 52-31,617-282 15,-546 264 17,-195 107-32,-52 17 15</inkml:trace>
  <inkml:trace contextRef="#ctx0" brushRef="#br0" timeOffset="-109013.53">4445 723 0,'0'0'0,"-35"0"15,52-53 1,54-17-1,-36 52 1,0 0-16,54 36 16,-19 106 15,-35 17-15,-17-71-16,0 36 15,-1-35 1,1-18-1,0-36 1</inkml:trace>
  <inkml:trace contextRef="#ctx0" brushRef="#br0" timeOffset="-108885.06">4533 1111 0,'124'-88'31,"-248"176"-31,618-423 16,-353 229 0</inkml:trace>
  <inkml:trace contextRef="#ctx0" brushRef="#br0" timeOffset="-106666.88">4657 353 0,'0'-53'15,"0"106"-15,-18-106 16,-17 53 0,-1 123-1,19-17 1,17 0-16,0 17 16,0-17-16,53 88 31,17-123-16,18-71 1,1-18 0,-36-52-1,-53 17 1,-53 0 0,0 35-1,17 18-15,-16 18 0,16 17 16,-34 36-1</inkml:trace>
  <inkml:trace contextRef="#ctx0" brushRef="#br0" timeOffset="-100696.84">11606 1094 0,'0'17'0,"0"-34"0,-35 17 16,35 70 46,35 54-46,1-54-16,17 89 15,35 70 1,-53-176 0</inkml:trace>
  <inkml:trace contextRef="#ctx0" brushRef="#br0" timeOffset="-100311.41">12047 1323 0,'-35'-35'16,"70"70"-16,-88-106 15,71 1 1,53 35-1,52-1 1,-88 54 0,-17 88-1,-18 0 1,0-1 0,35-52-1,1-17-15,34-1 31,-17-18-31,-53 1 16,-106 35 0,0-18 15,53-17-15,71-36-1,17-17-15</inkml:trace>
  <inkml:trace contextRef="#ctx0" brushRef="#br0" timeOffset="-100059.79">12629 1182 0,'0'-18'16,"0"36"-16,36 17 47,52 18-32,-53-35-15,0-1 16,1 19 0,-36-1-1,-36 18 17,-16 0-17,34-53-15</inkml:trace>
  <inkml:trace contextRef="#ctx0" brushRef="#br0" timeOffset="-99713.15">12612 1235 0,'0'-36'16,"0"72"-16,17-107 15,19 18-15,70-35 16,-1 35 0,-16 53-1,16 106 1,-52 0-1,18 0 17,105-36-17,-105-87 1,-36-19-16,0-34 16,-17-36-1,-36-18 16,-52 19-15,17 69-16,-53 1 16,-17 70-1,-19 71 1</inkml:trace>
  <inkml:trace contextRef="#ctx0" brushRef="#br0" timeOffset="-99430.08">11677 2187 0,'-35'35'32,"70"-70"-32,177 18 15,-36-36-15,18 0 16,494-141-1,-265 88 17,-70 18-17,-124 17 1,-229 89 0,-158 52-1,52 1 1</inkml:trace>
  <inkml:trace contextRef="#ctx0" brushRef="#br0" timeOffset="-99082.77">12471 2452 0,'0'0'16,"-18"-88"-1,230-36 1,-106 159 15,-106 89-31,-71 35 32,-17-36-17,-18-35 1,88-70-1,36-18 1,88-35 0,35-36-1,-71 18-15,1 0 32,0 18-32</inkml:trace>
  <inkml:trace contextRef="#ctx0" brushRef="#br0" timeOffset="-98751.08">13000 2364 0,'-35'-36'16,"70"72"-16,-53-160 16,53 106-16,18 1 15,36 17 16,-89 88-15,0 18 0,0-53-16,0 0 15,70 0 1,18-36 0,-35 1-1,-70 0 1,-36 17-16,-18 0 15,-141 53 1,124-70 0</inkml:trace>
  <inkml:trace contextRef="#ctx0" brushRef="#br0" timeOffset="-98493.88">13353 1940 0,'88'-123'31,"-176"246"-31,105-123 32,-193 265-17,-159 211 1,123-194-1,53-88 1,106-123 0</inkml:trace>
  <inkml:trace contextRef="#ctx0" brushRef="#br0" timeOffset="-98182.4">14446 317 0,'-70'0'15,"140"0"-15,-370 53 16,106 18-16,-17 35 15,-671 370 1,176-106 0,36-34-1,194-107 1,299-141 0,195-88-1,88-53-15</inkml:trace>
  <inkml:trace contextRef="#ctx0" brushRef="#br0" timeOffset="-89296.56">17604 1182 0,'0'0'15,"-18"-53"1,53 141 46,18 36-46,-35-72-16,35 54 16,-18-18-1,0-70 1,-17-18-1</inkml:trace>
  <inkml:trace contextRef="#ctx0" brushRef="#br0" timeOffset="-89107.63">17903 1252 0,'0'-35'15,"0"70"-15,0-88 16,18 89 46,17 87-46,36 18 15,-53-88-31</inkml:trace>
  <inkml:trace contextRef="#ctx0" brushRef="#br0" timeOffset="-88870.27">18309 1164 0,'35'18'63,"107"52"-48,-90-52 16,-104 70-15,-37-17 0,54-71-1</inkml:trace>
  <inkml:trace contextRef="#ctx0" brushRef="#br0" timeOffset="-88726.91">18221 1217 0,'106'-194'31,"-212"388"-31,388-529 16,-176 264-16,0-17 16,106-123-1</inkml:trace>
  <inkml:trace contextRef="#ctx0" brushRef="#br0" timeOffset="-87814.92">11677 564 0,'-35'-17'31,"-18"52"-15,53 36 0,35-18-1,88 17 16,-52-35-15,-36-17 0,-70 17 15,-71 18-15,71-53-1</inkml:trace>
  <inkml:trace contextRef="#ctx0" brushRef="#br0" timeOffset="-87704.38">11695 476 0,'0'0'15,"141"-176"1,-71 105-16,18 1 16,54-36-1</inkml:trace>
  <inkml:trace contextRef="#ctx0" brushRef="#br0" timeOffset="-82560.38">12559 794 0,'-18'-18'16,"36"36"-16,-36-71 15,89 18 1,-1 35 0,-34 17-1,-36 71 1,-36-17-1,-17-1 1,36-34 0,105-36 31,18-71-32,-53 54-15</inkml:trace>
  <inkml:trace contextRef="#ctx0" brushRef="#br0" timeOffset="-82246.7">12894 600 0,'-18'17'16,"36"-34"-16,-36 52 15,18 0-15,0-17 16,0 17-16,0-17 16,36 35-1,-19-53 1,19-18 15,-36 0-31,0-17 16,0 0-16,0-36 15,-36 54 1,-34 34 0,34 19-1</inkml:trace>
  <inkml:trace contextRef="#ctx0" brushRef="#br0" timeOffset="-81773.83">12841 1676 0,'-106'88'16,"212"-176"-16,-212 194 31,688-301-16,-123 19 1</inkml:trace>
  <inkml:trace contextRef="#ctx0" brushRef="#br0" timeOffset="-76110.74">12400 53 0,'0'0'15,"-106"-18"1,36 106 0,34 36 15,36-18-16,142 0 1,-1-71 0,-35 0-1,-89 18 1,-87 0 0,17-35-16,-88 17 15,52-35 1,72-88-1,105-106 1,-18 88-16,19 18 31,52-53-31</inkml:trace>
  <inkml:trace contextRef="#ctx0" brushRef="#br0" timeOffset="-75850.77">11271 1376 0,'-106'53'16,"212"-106"-16,-265 159 16,248-159-1,246-88 1,-88 17-16,317-123 15,71 0 17,406-123-17,-882 335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6:44:30.28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27993 10266 0,'-35'-18'15,"70"36"-15,-123-53 16,52 35-16,1 0 16,-71 52-1,89 54 1,34 0 0,89-18-1,35-17 1,-70-36-16,17 18 15,-88-18 17,-229 54-1,88-107-15,123-53-1,18 1 1</inkml:trace>
  <inkml:trace contextRef="#ctx0" brushRef="#br0" timeOffset="126.58">27834 10319 0,'0'0'0,"0"-36"16,35 19-1,54-1 1,34-17 0,124 0-1</inkml:trace>
  <inkml:trace contextRef="#ctx0" brushRef="#br0" timeOffset="298.98">28522 10107 0,'-18'0'16,"-17"18"-1,18 70 17,-19 53-17,36-18 1,0-52-16,0 70 15,0 0 1</inkml:trace>
  <inkml:trace contextRef="#ctx0" brushRef="#br0" timeOffset="629.53">28857 10548 0,'0'0'16,"18"-159"-1,-36 124-15,-35-18 32,0 35-32,-17 36 15,52 53 1,18-18 0,18-1-16,88 125 31,-71-89-16,-35-17 1,-53-36 0,18-35-1,88-141 1,158-89 0,19-16 15</inkml:trace>
  <inkml:trace contextRef="#ctx0" brushRef="#br0" timeOffset="6594.67">4762 13247 0,'0'0'0,"36"0"31,70-18-15,52-17 0,-87 35-1,-71 18 1</inkml:trace>
  <inkml:trace contextRef="#ctx0" brushRef="#br0" timeOffset="6721.65">4851 13494 0,'-53'35'0,"106"-70"0,-142 105 15,107-70 1,123-53 0,89-52-1,105-54 1</inkml:trace>
  <inkml:trace contextRef="#ctx0" brushRef="#br0" timeOffset="9656.65">6526 7602 0,'-53'-88'16,"106"176"-16,-335-193 15,159 140 1,-124 141 0,0 142-1,70 123 1,89 17 0,88-281-16,141 105 15,142-159 1,87-140-1,18-160 1,-18-123 0,-52-282-1,-336 159 1,-246 53 0,52 246-16,-17 71 15,-18 53-15,-229 230 16,87 52-1</inkml:trace>
  <inkml:trace contextRef="#ctx0" brushRef="#br0" timeOffset="17307.14">16404 6438 0,'0'0'0,"-70"-35"16,-371-36-1,35 265 1,124 106 15,-124 723 1,441-529-17,53-282-15,212 88 16,124-194-1,70-177 1,52-176 0,1-123-1,-106-318 1,-494 88 0,-317 0-1,88 371-15,-36 70 16,-17 106-16,-388 177 15,35 246 1</inkml:trace>
  <inkml:trace contextRef="#ctx0" brushRef="#br0" timeOffset="49806.44">1887 3263 0,'0'0'0,"-35"-17"16,17 17 0,1 17-1,-1 54 1,18-1-1,35-52 1,107 35 0,-54-18-1,-53-17 17,-35-1-32,-123 89 15,17-53 1,18-35-1,52-36 1,19-35 0</inkml:trace>
  <inkml:trace contextRef="#ctx0" brushRef="#br0" timeOffset="49979.44">1852 3281 0,'18'-35'31,"70"-36"-15,-35 53-16,70-35 15,-70 36 1</inkml:trace>
  <inkml:trace contextRef="#ctx0" brushRef="#br0" timeOffset="50310.18">2417 3087 0,'0'0'0,"-36"0"15,-17 0 1,0 70 0,53-34-1,36 69 16,34-52-15,-17-35 0,-35 0-16,-18-1 15,-18 1 1,-35 0 0,18-36-1,17 0-15,18-88 16,0 36-1,53-71 1,0 88 0,-18 35-1</inkml:trace>
  <inkml:trace contextRef="#ctx0" brushRef="#br0" timeOffset="50420.53">2611 3016 0</inkml:trace>
  <inkml:trace contextRef="#ctx0" brushRef="#br0" timeOffset="50847.25">2716 2999 0,'0'-18'32,"0"0"-17,0 1 63,0 52-31,0 88-31,0-34-16,-17-1 15,17 0-15,-18 53 16,18-35 0,0-35-1,0-54 1</inkml:trace>
  <inkml:trace contextRef="#ctx0" brushRef="#br0" timeOffset="50975.15">2487 3210 0,'-53'-17'31,"106"34"-31,-35-70 16,35 36 0</inkml:trace>
  <inkml:trace contextRef="#ctx0" brushRef="#br0" timeOffset="51115.35">2910 3404 0,'0'0'16,"0"-17"0,18-1-1</inkml:trace>
  <inkml:trace contextRef="#ctx0" brushRef="#br0" timeOffset="51885.34">3175 2893 0,'-18'0'16,"36"141"-1,0-106 1,17 36 0,0-36-1,36-17 1,-36-18 0,-17-53-1,-18 35-15,-36-35 16,-52 0-1,0 0 1,17 18 0,71 17-16,0-52 15,36 17 1,140-123 0,-105 70-1,-36 0 1,-35 53-16,-35-18 31,-36 18 0,53 53-15,18 36 0,18 34-16,0 36 15,88 247 1,-36-71-1,1 0 1,-54-158-16,54 70 16,-1-88-1,19-71 1,-36-35 0,-18-53-1,-35-53 1,-18 36-16,-70-36 15,-18 35 1,71 54-16,0-1 16,-1 0-1,19 1 1,140-124 15,-70 88-31</inkml:trace>
  <inkml:trace contextRef="#ctx0" brushRef="#br0" timeOffset="52090.37">3845 2611 0,'0'0'0,"-35"-18"15,35 36 1,18 52 15,17 36-15,53 17-1,-35-34 1,-35-54 0</inkml:trace>
  <inkml:trace contextRef="#ctx0" brushRef="#br0" timeOffset="52452.48">4163 2611 0,'-36'-36'16,"72"72"-16,-107-107 16,54 71-1,-1 0 1,0 0-16,18 35 15,0-17-15,18 35 16,52-18 0,-17 18-1,-35-18 1,-18 36 0,-53-18-1,35-36-15,-17-17 16,35-105 15,124-89 0</inkml:trace>
  <inkml:trace contextRef="#ctx0" brushRef="#br0" timeOffset="52892.68">4322 2469 0,'0'-17'31,"0"52"-15,0 36-1,35-36-15,18 0 16,0-17 0,-36-18-1,-17-35 1,0-18-1,0-53 1,18 71 0,35 17-1,-36 18 1,19 18 0,105 52-1,-35-35 1,-18-17-1,-35-36 1,-18-35 0,-17 18-16,-18 0 15,-18-124 1,-52 53 0,-54 71-1,36 53-15,-89 123 16</inkml:trace>
  <inkml:trace contextRef="#ctx0" brushRef="#br0" timeOffset="54354.38">2187 4974 0,'0'0'0,"-35"-70"16,-89 17-1,54 70 17,17 72-17,35-19 1,18-35-1,106-17 1,-35-71 0,-18-17-1,-36 17 1,1 0 15,-18 70-15,18 72-1,17 34 1,18 89 0,-18-89 15,-17-70-31</inkml:trace>
  <inkml:trace contextRef="#ctx0" brushRef="#br0" timeOffset="54841.68">2575 4886 0,'0'0'16,"-35"-71"-1,35 54 1,-35 17 15,17 53-15,18 35-1,18-53-15,35 18 16,0-35 0,-18-18-1,0 0 1,-35-53 0,0-71-1,0 71 1,18 18 15,17 35-31,-17 0 16,35 0-16,52 71 15,19-18 1,-1-18 0,-34-35-1,-1-18 1,-53-35-1,-17 0-15,-18 18 0,0-18 16,-89-53 0,19 53-16,-1 36 15,-229 123 1</inkml:trace>
  <inkml:trace contextRef="#ctx0" brushRef="#br0" timeOffset="56698.86">6932 1305 0,'-35'-53'15,"70"106"-15,-105-141 16,52 88 0,0 0-16,-70 124 31,70-36-15,18-18-1,89-52 1,87 0-1,-123-18 1,-53 35 15,-159 0-15,142-88 0,122-70-1,54-18 1,-18-18 15,0-18-31,-141 142 16,18 18-1,-18 34 1,-18 124 15,18-35-31,-17 88 31,34-17-15,19-36 0,-1-18-1,-35-88-15</inkml:trace>
  <inkml:trace contextRef="#ctx0" brushRef="#br0" timeOffset="56841.32">7144 1288 0,'0'0'0,"-36"-18"15,54-35 1,106 18 0</inkml:trace>
  <inkml:trace contextRef="#ctx0" brushRef="#br0" timeOffset="56998.18">7691 1605 0,'17'-18'31,"18"1"-31</inkml:trace>
  <inkml:trace contextRef="#ctx0" brushRef="#br0" timeOffset="57785.17">8167 1182 0,'0'0'0,"-35"-18"31,-36 177 0,53-71-15,36-35 0,88-53-1,-36-53 1,1 0-1,-53-17 1,-89-36 0,18 71-1,-70-36 1,87 18 0,72-35-1,34 53-15,54-71 16,17 0-1,-71 0 1,-52 18 15,-18 0-15,-53 35 0,18 53-1,35 53 1,0 141-1,70 282 1,-34-123 0,-1-36-1,18-87 1,-18-72 0,-17-105-16,-1-18 15,36-35 16,-35-52-31,-18-72 16,0 36-16,-35-53 16,-54 53 15,1 17-15,0 36 15,141 17-16,0-17-15,17 17 0</inkml:trace>
  <inkml:trace contextRef="#ctx0" brushRef="#br0" timeOffset="57989.67">8996 1076 0,'-18'-18'16,"36"36"-16,-53-36 15,35 159 17,52-35-17,-16 18 1,-1-1 0</inkml:trace>
  <inkml:trace contextRef="#ctx0" brushRef="#br0" timeOffset="58351.63">9313 1182 0,'0'0'0,"18"-88"16,-18 52-16,0 19 15,0-1-15,-18 18 31,-17 0-31,0 53 16,35 18 0,70 17-1,-34-53 1,-1 71 0,-35-71-1,0-17 1,-18-18-16,18-18 15,0-70 1,53-36 15,18 19-15</inkml:trace>
  <inkml:trace contextRef="#ctx0" brushRef="#br0" timeOffset="58793.05">9666 952 0,'0'0'0,"0"53"32,0 71-17,18-36 1,52-17 0,-34-54-1,-1-17 1,-18-17-16,-17-19 15,18 1-15,-18-35 16,35-19 0,-17 72-16,17-1 15,18 36 17,18 35-17,17 17 1,18-17-1,0-35 1,-71-18-16,18 0 0,-18 0 16,0-53-1,-17-35 17,-18 52-32,-35-70 15,-53 18 1,-36 53-1,-52 53 1,70 17 0</inkml:trace>
  <inkml:trace contextRef="#ctx0" brushRef="#br0" timeOffset="59280.78">6967 423 0,'-35'-17'32,"70"34"-32,-35 54 15,141 193 1,53 160 0,53 105-1,0-35 1,-123-282-16,-1-18 15,71 52 1</inkml:trace>
  <inkml:trace contextRef="#ctx0" brushRef="#br0" timeOffset="59722.52">9560 1164 0,'0'0'0,"-17"0"16,281-35-1,107-71 1,17-17 0,17-19-1,-334 107 1,-18 18 0</inkml:trace>
  <inkml:trace contextRef="#ctx0" brushRef="#br0" timeOffset="60509.65">6632 1129 0,'88'-194'15,"-176"388"-15,370-635 16,-17 176-1,70 36 1,71 106 0,264 211-1,-458 53 1,211 370 0,-317-140-1,-106-195 1</inkml:trace>
  <inkml:trace contextRef="#ctx0" brushRef="#br0" timeOffset="75544.42">2505 5697 0,'0'0'0,"-36"-17"16,54 52 31,53 159-32,-1-71 1,18-52-1,-17-71 1</inkml:trace>
  <inkml:trace contextRef="#ctx0" brushRef="#br0" timeOffset="75891.87">2769 5627 0,'-53'-53'15,"106"106"-15,-88-88 47,158 105-16,-52-52-15,-18-18 0,-18-53-1,-35-35 1,0 35-16,0-36 15,0 37 1,0 69 15,53 142-15,0-53 0,0 0-1,18-18 1,-19-88-1</inkml:trace>
  <inkml:trace contextRef="#ctx0" brushRef="#br0" timeOffset="76257.61">3246 5309 0,'-18'-35'16,"36"70"-16,-71-105 31,70 87-16,54 36 1,-18-17-16,0-1 16,70-18-1,-70-52 1,-35-35 0,-18-1-1,-36 1 1,19 70-1,52 52 17,36 37-17,-36-36-15,18 35 32,-53 141-17</inkml:trace>
  <inkml:trace contextRef="#ctx0" brushRef="#br0" timeOffset="76600.05">1746 7338 0,'-123'106'15,"246"-212"-15,-387 335 16,246-194 0,353-229-1,141-176 1,159-71 0,-299 212-16,-1 17 15,564-300 16,-405 248 1,-547 281-17,-35 19-15,-124 123 16,89-54 0</inkml:trace>
  <inkml:trace contextRef="#ctx0" brushRef="#br0" timeOffset="77968.28">2699 7144 0,'0'0'15,"-53"-71"1,35 71-16,18 35 62,71 177-46,70 88 0,-71-212 15</inkml:trace>
  <inkml:trace contextRef="#ctx0" brushRef="#br0" timeOffset="78298.66">2981 7126 0,'-18'-18'16,"36"36"-16,-53-53 15,35 70 17,53 71-17,17-18 1,1-53-1,-36-35-15,0 0 16,-17-35 0,-18-53-1,-18 0 17,-17 35-32,-36-35 15,-17 70 1,18 71-1,70 17 1,0-34-16</inkml:trace>
  <inkml:trace contextRef="#ctx0" brushRef="#br0" timeOffset="78707.84">3422 6826 0,'0'0'0,"-53"-35"16,35 35 0,18 53-1,36 0-15,17 35 16,17-17 0,1-36 15,-18-35-16,-36-18-15,-17-52 16,0-36 0,-17 0-1,-1 53 1,18 35-16,-18 18 16,18 36 15,53 52-16,0 0 1,35 36 0,-52-107-1</inkml:trace>
  <inkml:trace contextRef="#ctx0" brushRef="#br0" timeOffset="79037.86">3810 6632 0,'0'0'15,"-35"-35"17,88 141-1,17-53-15,-17-36-1,0-17 1,-35-17-1,-18-89 1,0 53 0,0 35-1,-18 18 1,36 71 0,52 17-1,-17 0 16,-18 36-31,-35-36 16</inkml:trace>
  <inkml:trace contextRef="#ctx0" brushRef="#br0" timeOffset="79352.42">2434 8414 0,'0'0'0,"-247"158"16,177-122-16,52-19 15,265-193 1,212-159 0,140-71-1,72-17 1,211-106-1,-530 335 1,-246 141 0,-141 70-1</inkml:trace>
  <inkml:trace contextRef="#ctx0" brushRef="#br0" timeOffset="84058.33">22225 4339 0,'0'0'16,"-141"35"-1,106-35-15,17-17 16,18-54 0,0 1-1,53-1 1,-35 53-16,17 18 15,18 0 1,-18 89 0,0 34 15,-88 159 0,-35-211-15,0-53-1,35-18 1,18-53 15,35-18-15,17 18 0,19 53-1,17 0 1,-18 35-16,53 36 15,0-18 1,18-18 0,-53-35-1</inkml:trace>
  <inkml:trace contextRef="#ctx0" brushRef="#br0" timeOffset="84263.56">22613 4216 0,'0'0'0,"-53"-36"32,53 89-1,35 53-15,36 88-1,-36-106 1,-17-70-1</inkml:trace>
  <inkml:trace contextRef="#ctx0" brushRef="#br0" timeOffset="84498.23">23142 4075 0,'0'0'15,"18"-36"1,-18 54-1,0 88 17,-35 70-17,-18 1 1,35-107-16,-35 54 16,0-54-1,36-52 1</inkml:trace>
  <inkml:trace contextRef="#ctx0" brushRef="#br0" timeOffset="84640.11">22842 4463 0,'-17'-36'15,"34"72"-15,-52-89 16,17 35-16,36 18 31,88 0-15</inkml:trace>
  <inkml:trace contextRef="#ctx0" brushRef="#br0" timeOffset="84796.85">23424 4604 0,'0'0'15,"-35"0"1,53 0 15,-1 0-15</inkml:trace>
  <inkml:trace contextRef="#ctx0" brushRef="#br0" timeOffset="85567.11">23671 4233 0,'-17'0'16,"34"0"-16,-70 18 16,53 88-1,18-18 17,0-53-32,35 18 15,-18-53 1,0 0-1,-17-35 1,-18-36 0,-35 36-16,-18-35 15,-18-1 1,36 18 0,35 0-1,35 18-15,89-53 16,34-36-1,-34 1 1,-71-1 0,-53 18-1,0 71-15,-36 0 16,1 0 15,0 35-15,17 35-1,18 124 1,0 264 0,0-106-1,-17-17 1,17-176-16,0-18 16,35 105-1,18-158 1,17-35-1,-17-53 1,-53-124 0,-53 35-1,-35 18 1,0 36 0,0 35-1,70 17 1,18-17-16,124-18 31,34-18-15</inkml:trace>
  <inkml:trace contextRef="#ctx0" brushRef="#br0" timeOffset="86196.11">24395 4039 0,'-18'-17'15,"36"34"-15,-36-87 16,88 17 0,19 35-1,-54 18-15,18 0 16,-35 35 0,-18 36-1,-18 17 1,0 18 15,142-18 0,-71-52-15,-36-19 0,-87 1-1,-54-1 1,18-17-1,36 0 1</inkml:trace>
  <inkml:trace contextRef="#ctx0" brushRef="#br0" timeOffset="86532.42">24977 3916 0,'0'-18'16,"0"36"-16,-18-36 16,0 36-1,1 70 1,17 18 0,17 0-1,19-36 1,-19-34-16,1-36 15,17 17-15,0-17 16,-17-35 0,-18 0-1,-70-18 1,-1 53 0,18 0-1,35 53 1</inkml:trace>
  <inkml:trace contextRef="#ctx0" brushRef="#br0" timeOffset="87078.75">25312 4004 0,'0'-18'15,"0"36"-15,0-53 32,0 52-17,0 54 1,0-18-16,17 17 16,19-34-1,-19-19 1,1-17-1,0-17-15,-1-36 16,1-35 0,0-1-1,17 36 1,0 53 0,-17 0-16,52 36 15,18 34 1,1 18-1,34-17 1,-52-36 0,70 1-1,106-89 17,-194-18-17,-53 18-15,0-17 16,-71-160-1,-17 125 1,-36 87 0,-70 36-1,71 34-15</inkml:trace>
  <inkml:trace contextRef="#ctx0" brushRef="#br0" timeOffset="87535.4">22437 3669 0,'-18'-18'15,"36"36"-15,-18-36 16,105 89 15,407 687-15,-336-458 0,-17-53 15,18-88-16,17-71 1</inkml:trace>
  <inkml:trace contextRef="#ctx0" brushRef="#br0" timeOffset="87915.21">25594 4127 0,'0'0'16,"-106"0"15,89 0-31,175-35 16,89-18-1,53 0 1,123-17 15,-317 52-15,88-35 0,-176 53-1,-106 18 16,17 0-31</inkml:trace>
  <inkml:trace contextRef="#ctx0" brushRef="#br0" timeOffset="88875.22">23989 1429 0,'0'0'16,"-177"-53"15,125 18-15,34-36-1,53 36 1,53 17 0,18 18-1,-35 106 1,-54-36-16,-17 72 15,-88-19 1,-18-35 0,36-52-1,52-36-15,53-71 32,71-17-17,35 35 1,-17 0-1,-71 35 1,17-35-16,-34 0 31,-36-17-15,0-18 0,-18 17-1,0 54 1,18 87 31,36 89-32,-19-53 1,1-18 0,-18 0-1,0-53 1</inkml:trace>
  <inkml:trace contextRef="#ctx0" brushRef="#br0" timeOffset="89221.61">23830 2046 0,'0'0'15,"-35"0"1,52-35-1,142-36 1,-88 54 0,-54 34-1,-17 54 1,0-1 0,0-34-16,36 34 15,17-35 16,-18 1-31,-35-19 16,-53 19-16,-70-1 16,34 0-1,36-35 1,53-17 0</inkml:trace>
  <inkml:trace contextRef="#ctx0" brushRef="#br0" timeOffset="89551.68">24447 1799 0,'0'-17'16,"0"34"-16,-17 1 31,-1 70-15,18-35-16,0 0 15,71 88 1,-1-88 0,-17-53-1,-35 0 1,0-53 0,-36 18-1,-53-1 16,-17 54-15,18 0-16</inkml:trace>
  <inkml:trace contextRef="#ctx0" brushRef="#br0" timeOffset="89867.12">23036 2787 0,'0'0'15,"-141"70"1,247-70 0,159-35-1,-107-18 1,248-70-16,17-1 16,1 19-1,-54 34 1,-229 36-16,-17 17 15,-18 0 1,-142 18 31,-34 36-31,35-19-16,-1 1 15</inkml:trace>
  <inkml:trace contextRef="#ctx0" brushRef="#br0" timeOffset="90545.54">25347 2540 0,'0'-35'16,"0"70"-16,0-88 16,0 159 15,0 0 0,35-36-15,1-17-1,-19-53-15,1 0 16,17 0 0,-35-17-1,-35-1 16,-124 53-15</inkml:trace>
  <inkml:trace contextRef="#ctx0" brushRef="#br0" timeOffset="90797.7">24994 2364 0,'0'-36'16,"0"89"0,53 88 15,-18 36-15,1-1-1,-19-17 1,-17-106-16,0 53 15,-35-36 1</inkml:trace>
  <inkml:trace contextRef="#ctx0" brushRef="#br0" timeOffset="91466.31">23742 2787 0,'0'-18'16,"-18"18"31,-35 88-32,0 107 1,53-90 0,0-34-1,36-53 1,-1-18-16,-17 0 16,35-71-1,-36 0 1,-34 19-1,-36 52 1,0 17 0,35-17-1</inkml:trace>
  <inkml:trace contextRef="#ctx0" brushRef="#br0" timeOffset="91743.08">24007 2663 0,'-18'-52'31,"36"104"-31,-36-122 0,18 158 47,35 71-31,-17-53-16,-1-18 15,19 194 17,-19-141-17,1-17 1,17-124 0</inkml:trace>
  <inkml:trace contextRef="#ctx0" brushRef="#br0" timeOffset="92530.51">25647 952 0,'0'0'16,"0"-35"15,-18 70 1,1 124-17,52-53 1,18-18-1,-36-70 1</inkml:trace>
  <inkml:trace contextRef="#ctx0" brushRef="#br0" timeOffset="92797.56">25770 1182 0,'18'-35'16,"-36"70"-16,71-141 16,0 71-1,0 17 1,-35 71-1,-36 35 1,-17-35 0,17-18 15,54-35-15,69-17-1,19-19 1,-1-16-1,-70 34 1</inkml:trace>
  <inkml:trace contextRef="#ctx0" brushRef="#br0" timeOffset="93112.14">26070 1429 0,'-17'0'16,"34"0"-16,1-18 16,52 0-1,-34 18 17,-36 18-17,0 35 1,0-18-16,35 1 15,18-1 1,-35-18 0,-54 1 15,-34 0-15,34-18-1</inkml:trace>
  <inkml:trace contextRef="#ctx0" brushRef="#br0" timeOffset="93802.46">24430 2769 0,'0'0'0,"17"-35"16,-17 17-16,0 36 47,-17 105-31,17-70-16,0-17 15,35 52 1,0-88-1</inkml:trace>
  <inkml:trace contextRef="#ctx0" brushRef="#br0" timeOffset="93991.62">24589 2787 0,'0'-18'15,"0"36"-15,0-53 16,0 17-16,17 0 15,71-17 1,-35 35 0,-88 0 31</inkml:trace>
  <inkml:trace contextRef="#ctx0" brushRef="#br0" timeOffset="94276.99">24624 2716 0,'-18'0'0,"36"0"0,-53 18 16,35 17-1,0 18 17,0-35-32,0 70 15,0-70 17,35-54-1,35-17-16,1 36 1,0 17 0,-54 0-16,1 35 15,-1 53 1,-87-17 0,-36-18-1,18-18 16,53-17-15</inkml:trace>
  <inkml:trace contextRef="#ctx0" brushRef="#br0" timeOffset="94700.57">25859 3034 0,'0'-18'15,"-18"18"-15,0 0 31,-35 71-15,36 17 0,17-17-1,0-36-15,35 0 16,18-17 0,-18-18-1,-35-18 1,0 0 15,0 1-31,-53 17 16,-35 0-1</inkml:trace>
  <inkml:trace contextRef="#ctx0" brushRef="#br0" timeOffset="94983.67">25294 3298 0,'0'0'0,"-35"18"16,0 17-1,105 1 1,1-19-1,-18-17 1,-71 0 47,0 0-48</inkml:trace>
  <inkml:trace contextRef="#ctx0" brushRef="#br0" timeOffset="95360.57">25241 3334 0,'0'-18'16,"0"36"-16,-17-36 16,17 0-1,0 36 17,-18 70-17,0-17 1,18-1-1,0-17 1,0-35 0,18-53 46,35-1-46,-18 36-16,0 0 15,1 18 1,-36 17 0,-36 71-1,-52-35 1,-18-18 0,36-36-1</inkml:trace>
  <inkml:trace contextRef="#ctx0" brushRef="#br0" timeOffset="95627.98">24589 3440 0,'0'0'0,"0"-18"15,35 0 1,35 18-1,-17 36 1,-35 52 0,-18-35-16,0 53 15,0-18 1,-53-35 0,0-36-1,18-17 1</inkml:trace>
  <inkml:trace contextRef="#ctx0" brushRef="#br0" timeOffset="95722.47">24536 3828 0,'-18'0'0,"36"0"0,-36-36 16,53-34 0,89-18-1,-18 35-15,123-71 16,-123 71 0</inkml:trace>
  <inkml:trace contextRef="#ctx0" brushRef="#br0" timeOffset="96981.79">3351 8061 0,'0'0'16,"89"-124"15,-19 107-15,-35 70-1,1 70 1,-1 36 15,-35-88-31,18 17 16,-1-18-1,19-34 1,-19-19 0</inkml:trace>
  <inkml:trace contextRef="#ctx0" brushRef="#br0" timeOffset="97122.84">3404 8484 0,'0'0'16,"0"-70"-1,88-36 1,54-18 0,-1-17-1</inkml:trace>
  <inkml:trace contextRef="#ctx0" brushRef="#br0" timeOffset="97296.4">3933 7867 0,'-17'0'15,"34"0"-15,-52 0 16,35-18 0,71-17-1,17-36 1,-35 54-1,-36-1 1,-52 36 0</inkml:trace>
  <inkml:trace contextRef="#ctx0" brushRef="#br0" timeOffset="97626.51">3881 7867 0,'0'35'15,"0"-70"-15,0 105 16,0 1-1,0 0 1,0-36-16,0 0 16,35-88 46,18 0-46,-18 18-16,18 17 15,0 18 1,0 53 0,-36 36-1,-17-37-15,-70 54 16,17-35 0,35-71-1</inkml:trace>
  <inkml:trace contextRef="#ctx0" brushRef="#br0" timeOffset="97925.01">4322 7549 0,'0'-17'16,"0"34"-16,17 19 31,18 70-16,18 17 1,-17-70-16,17 0 16,52 17-1,-52-70 1,-17-53 0,-36-17-1,-36-71 1,-52 106-1,-18 70 1,36 35 0</inkml:trace>
  <inkml:trace contextRef="#ctx0" brushRef="#br0" timeOffset="98270.71">2152 9913 0,'0'0'16,"-124"88"-1,213-123 1,228-159-1,248-159 1,652-317 0,-371 264-1,-175 71 1,-248 123 0,-282 142 15,-159 70-31,-176 88 15</inkml:trace>
  <inkml:trace contextRef="#ctx0" brushRef="#br0" timeOffset="98680.2">2258 9296 0,'0'0'16,"-18"0"0,71-71-1,176-123 1,-123 88-1,-71 36 1,-17 34 0</inkml:trace>
  <inkml:trace contextRef="#ctx0" brushRef="#br0" timeOffset="98995.59">2293 8537 0,'0'0'15,"-71"0"1,1 18-16,-124 211 15,123 177 1,89-124 0,70-106-1,-17-105 1,17-53 0,247-107-1,-141-105 1,-70-53-1,-72-17 1,-210-159 0,-142 281 15,-18 248-15,71 212-1,124 35 1</inkml:trace>
  <inkml:trace contextRef="#ctx0" brushRef="#br0" timeOffset="106434.49">4127 9490 0,'0'0'0,"-158"70"15,52-70 1,71-17-1,35-54 1,35-35 0,0 71-16,71 0 15,0 52 1,0 107 0,-36 35-1,-70-71-15,0-18 16,-35 124-1,-18-123 1,18-53 0,-1-18-16,1-18 15,-35-106 1,70 54 0,53 35-1,35 17 16,71 0-15,-71 1 0,-18-36-1,1-35 1,-36-54 0,0 72-16,-17-89 15,-18 18 1,-53 70-1,-17 71 1,-1 53 0,18 71-1,71-54 1,88-52 0,-36-18-16,1 0 15,70 18 1,-141 52-1,-36 1 1,-69-1 15,-1-52-15,106-124 0,35-88-1,71 18 1,-18 35-1,-53 88-15,1-18 16,-36 36 0,17 35 93,-17 53 0,36 53-93,17-53 0,17-18-1,-35-18-15,1 1 16,-19 0 0,-34-1-1,-19 1 1,1-18-1,17-141 1,18 0 0,53 17-1,-53 71 1,0 0 0,-105-105 15,-19 140-16,-35 18 1,-52 53 0,-160 176-1,89 54 1,35 158 0,176-177-16,36 1 15,123 370 16,195-477-15,105-193 0,17-247-1,125-318 1,-301 177 0,-194 17-1,-264 89 1,-195 211 15,195 176-31,-265 283 16,247-124-1</inkml:trace>
  <inkml:trace contextRef="#ctx0" brushRef="#br0" timeOffset="110796.97">12947 13529 0,'0'-18'16,"0"36"-16,-35-36 16,17 1-16,0 17 15,1 0 1,17-18 46,17 18 63,1 35-109,-18-17-16</inkml:trace>
  <inkml:trace contextRef="#ctx0" brushRef="#br0" timeOffset="111915.28">12030 13811 0,'-18'0'31,"-35"0"-15,18 0-16,-36 0 31,-52 18-16,88-18 1,17-53 15,18 0-15,35-18 0,18 54-1,88 52 1,-53 106-1,-52 36 1,-19-1 0,-70 0-1,1-105-15,-54 35 16,0-71 0,35-35-1,36-141 1,35 17-1,53 72 17,88 52-17,-35 88 17,-71-53-32,36 36 15,17-18 1,-18-36-1</inkml:trace>
  <inkml:trace contextRef="#ctx0" brushRef="#br0" timeOffset="112261.89">12435 13899 0,'-35'-88'31,"70"176"-31,-193-211 15,140 141-15,-17-1 16,-1 71 0,36-52-16,0-1 15,124 36 17,70-1-1,-176-35 0,-36 1-31,-70 34 16,-53-17-1,52-53 1,89-176 0,53 88-1,159-177 1</inkml:trace>
  <inkml:trace contextRef="#ctx0" brushRef="#br0" timeOffset="112624.9">12806 13617 0,'-18'0'47,"-52"35"-32,52 36 1,18 0 15,53-36-15,70 0 0,-70-17-1,-53 17 1,-35 18-1,-53-35 1,70-54 0,53-105-1,71-35 1,53-1 0,-88 125-16,34-1 15,-69 53 1</inkml:trace>
  <inkml:trace contextRef="#ctx0" brushRef="#br0" timeOffset="113223">11889 14958 0,'0'0'0,"0"-18"15,0 71 16,17 212-15,-17-195 0,18-35-1,17-87 63,0 16-62,-17 36-16,0-17 16,17-1-1,-17 18 1,-18 18 15,0 87-15,0-16-1,-18-19 1,18-17 0,0-106 31</inkml:trace>
  <inkml:trace contextRef="#ctx0" brushRef="#br0" timeOffset="113500.66">11959 15028 0,'-17'18'15,"34"-36"-15,-52 36 16,123-71 31,53-53-32,-35 36 1,-18 34 0,-53 36-16,-17 0 31</inkml:trace>
  <inkml:trace contextRef="#ctx0" brushRef="#br0" timeOffset="113727.28">12559 14852 0,'0'0'15,"-18"18"1,1-1-16,17 36 15,0 0-15,-18 88 16,18-17 0,0-19 15,53-52-31</inkml:trace>
  <inkml:trace contextRef="#ctx0" brushRef="#br0" timeOffset="114101.95">13159 14728 0,'-124'-35'32,"248"70"-32,-336-70 31,177 53-31,-1 88 15,36-36 1,89-35 0,-37-17-16,19 0 15,-18-18-15,0 17 16,-35 19 0,-71 17 15,-53 0-16,53-36-15,18-17 16,17-88 0,88-71-1,36 0 1,-53 107-16</inkml:trace>
  <inkml:trace contextRef="#ctx0" brushRef="#br0" timeOffset="114482.64">10231 16916 0,'229'-53'31,"-458"106"-31,1181-441 16,-246 88-1,87-18 1,-369 142-1,-1 17 1,0 0-16,883-370 31,-936 406-15,-246 70 0</inkml:trace>
  <inkml:trace contextRef="#ctx0" brushRef="#br0" timeOffset="116008.54">12929 16369 0,'-17'18'16,"34"-36"-16,-52 36 16,53-36 46,35-17-46,-18 17-1,-18 18 1,19 35 0,-19 1 15,1 34 0,-18 1 0,0-54-15,88 1 0,0 0-1,1-1 1,-36 36-1,-53 53 17,-106 0-17,-18-18-15,1-35 16,52-35 0,54-18-16,17-53 15</inkml:trace>
  <inkml:trace contextRef="#ctx0" brushRef="#br0" timeOffset="116545.67">13088 16087 0,'0'0'0,"-35"-36"16,-212-87 15,0 123-15,70 176-1,36 142 1,88 123 0,195 141-1,105-388 1,70-141 15,36-124-15,17-158-1,-211 88-15,88-177 16,-141 1 0,-194 17-1,-195 53 1,72 176-16,-248 36 15,0 123 1,265 1 0</inkml:trace>
  <inkml:trace contextRef="#ctx0" brushRef="#br0" timeOffset="124015.45">19350 14252 0,'0'0'16,"-159"-53"0,0 36-1,54 34 16,-1 124 1,123-52-17,54-36-15,70 70 16,0 0 0,-88-34-1,-53-1 1,-35-53-16,-71 0 15,0-52 1,53-89 0,53-53-1,35 71-15,36 0 32,335-159-17,-283 212 1,-52 17-1,-36 18-15,0 70 16,-17 89 15,52 141 1,-17-212-17,-17-88-15,34 0 16,-35-35-1,-17-53 1,-36-18 0,-17 35-16,-53-52 15,0 35 1,17 52 0,54 36-1</inkml:trace>
  <inkml:trace contextRef="#ctx0" brushRef="#br0" timeOffset="124416.04">21361 13705 0,'-36'-17'31,"1"17"-31,106 17 0,-195-34 16,71 17-16,-35 88 15,-18 106 1,0 53 0,71-18-1,35-123-15,71 35 16,52-53-1,1-70 1,-36-36 0,-71-17-16,1 0 15,-36-89 1,-87 54 0,-19 70-1,-70 88 1,53 0-1,70-35 1</inkml:trace>
  <inkml:trace contextRef="#ctx0" brushRef="#br0" timeOffset="124751.74">18203 15469 0,'-70'88'31,"140"-176"-31,19 194 16,228-141 0,142-53-1,-195 17-15,301-35 16,-19 36-1,-69 17 1,-160 18 0,-229 35-16,-35 0 15,-106 17 17,-17 18-32</inkml:trace>
  <inkml:trace contextRef="#ctx0" brushRef="#br0" timeOffset="125145.37">19544 16087 0,'-18'-18'15,"36"36"-15,17-89 16,53 18-1,18 36 1,-88 17-16,17 70 16,-53 54-1,-34-19 1,-1 1 0,70-70 15,89-1-16,18 18 1,-54 0 0,-70-18-16,0-17 15,-176 105 1,-1-70 0,36-35-1,88-36 1,53-70-1</inkml:trace>
  <inkml:trace contextRef="#ctx0" brushRef="#br0" timeOffset="125391.49">20338 15857 0,'0'0'0,"53"-70"16,-177 158 15,-211 265-15,70-53-1,-17-18 1,53-53 0,52-70-1,230-177 1</inkml:trace>
  <inkml:trace contextRef="#ctx0" brushRef="#br0" timeOffset="125754.1">22384 13688 0,'53'-36'15,"-106"72"-15,70-89 16,-281 88 0,-124 71-1,-124 88 1,-123 71-1,282-124-15,1 0 16,-760 300 0,460-194-1,176-71 17,87-70-17</inkml:trace>
  <inkml:trace contextRef="#ctx0" brushRef="#br0" timeOffset="127101.61">18979 13300 0,'-70'17'16,"140"-34"-16,-228 52 15,105-35 1,17-35-1,19-18 1,52-18 0,36 18-1,-1 53 1,18 36 0,-17 158-1,-71-36 1,-88-17-1,-18-35 17,-35-35-32,106-71 15,17-71 17,36-17-17,34 18 1,-16 52-16,17 18 15,123 141 1,-52 0 0,-19-17-1,-34-19 1</inkml:trace>
  <inkml:trace contextRef="#ctx0" brushRef="#br0" timeOffset="135115.34">19544 13952 0,'0'0'0,"-35"18"32,-54 17-17,72-35 1,-1 0 15,18-17-31,0-36 16,0 0-1,35 35 1,-17 1 0,17 17-1,-35 17-15,36 54 16,-19 35-1,-17-18 1,-17 0 0,-54-18-1,36-70 1,17 0 0,0-35-1,18 0-15,0 17 16,18-17 15,70 106 0,1 17-15,-37 0 0</inkml:trace>
  <inkml:trace contextRef="#ctx0" brushRef="#br0" timeOffset="136264.69">19509 13141 0,'0'0'15,"35"-53"1,-17 0 0,-36 0-1,-53 0 1,18 53-1,0 36 1,18 52 0,35-35-16,0 0 15,106 70 1,0-35 0,-18 0-1,-53-17 1,-52 17-1,-71-53 1,-1-35 15,36-88-15,53-88 0,36 70-16,105-141 15,18 53 1</inkml:trace>
  <inkml:trace contextRef="#ctx0" brushRef="#br0" timeOffset="140532.14">19703 12841 0,'-18'0'31,"-35"53"-15,0 123-1,0 54 1,53 52 0,53-176-1,18-53 1,17-53-1,-18-18 1,-34 0-16,-1-52 16,-35-1-1,-35 1 1,-53 34 15,-71 72-15,71 70-1,52-71 1</inkml:trace>
  <inkml:trace contextRef="#ctx0" brushRef="#br0" timeOffset="141004.37">19703 12823 0,'0'-17'16,"0"34"-16,-36-52 31,1 53-16,17 141 1,-17 158 0,35-105-1,35-54 1,18-69 0,-17-72-16,-1 1 15,71-71 1,-18-35-1,-53-53 1,-17 35 0,-124 35-1,-17 160 1,-1 52 0,36 0-1</inkml:trace>
  <inkml:trace contextRef="#ctx0" brushRef="#br0" timeOffset="141461.64">19685 12806 0,'0'-35'16,"0"70"-16,-18-88 16,1 53-16,-19 70 15,-16 124 1,16 53-1,36-17 1,0-124 0,18-18-16,70 35 31,-17-123-15,17-17-1,-18-89 1,-34-71-1,-72 72 1,-52 69 0,-53 72-1,71 16 1</inkml:trace>
  <inkml:trace contextRef="#ctx0" brushRef="#br0" timeOffset="143459.31">20479 13899 0,'-36'36'15,"72"-72"-15,-160 89 16,36-35-1,18-36 1,34-17 0,19-53-1,87 35 1,1 35 0,-1 36-1,1 70 1,-36-35-16,-17 71 15,-18-19 17,-71-34-17,18-18 1,-17-53 0,34-53-1,36-18 1,53 18-1,-17 36-15,-1 17 16,124 106 0,-71-1-1,-53-69 1</inkml:trace>
  <inkml:trace contextRef="#ctx0" brushRef="#br0" timeOffset="146551.94">20479 12912 0,'-53'-53'31,"106"106"-31,-335-159 31,193 123-15,19 54-1,34 0 1,54-1 0,70-52-1,18-36 1,-18-35-1,-17 0 1,-53 18-16,17-18 16,-35 35-1,17 142 17,19 211-17,-19-70 1,-17-1-1</inkml:trace>
  <inkml:trace contextRef="#ctx0" brushRef="#br0" timeOffset="149199.46">20373 13035 0,'-35'0'16,"17"0"0,-105 35 15,52 71-15,36-18-16,17-17 15,71 88 1,70-142-1,89-122 17,17-72-17,-123 89-15</inkml:trace>
  <inkml:trace contextRef="#ctx0" brushRef="#br0" timeOffset="154857.56">1746 14252 0,'-70'35'15,"140"-70"-15,71-212 32,194-88-17,106-53 1,53 0-1,-35 88 1,-300 194-16,-1 18 16,-210 159-1,-213 193 17,-1058 759-17,917-705 1,301-248-1,299-246 1,388-283 0,-194 177-16,529-335 15,35 17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6:47:12.03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15822 6562 0,'-106'-36'15,"212"72"-15,-371-89 16,36 70 0,-53 142-1,0 159 1,52 140-1,142-228-15,18 228 16,123-123 0,176-88-1,371-159 1,-353-123 0,423-247-1,-282 0 1,-141-71-1,-194 159 1,-53-35-16,-388-424 31,-53 371-15,-88 211 0,-54 159-1,-52 89 1</inkml:trace>
  <inkml:trace contextRef="#ctx0" brushRef="#br0" timeOffset="1211.58">6368 7743 0,'-89'-35'16,"178"70"-16,-319-87 15,142 52-15,18 52 16,-160 372 0,124 70-1,89-18 1,87-123 15,618-195 0,-370-334-15,-54-106 0,-140 123-16,-36 0 15,-53-476 1,-246 159-1,-177 106 1,-53 246 0,-212 406-1</inkml:trace>
  <inkml:trace contextRef="#ctx0" brushRef="#br0" timeOffset="6894.31">19350 10160 0,'0'0'15,"-18"0"1,-17 0-16,-18-18 15,0 18-15,-53-17 16,53-19 0,18 1-1,35-35 1,53 17 0,141 53-1,-71 88 1,-52 71-1,-71-1 1,-123 54 0,17-124-1,0-52 1,35-36 15,36-142-15,35 54-1,53 35 1,18 53 0,17 53-1,-53-18-15,36 36 16,-1 0 0,-17-18-1,0-53 1,-35 0-1</inkml:trace>
  <inkml:trace contextRef="#ctx0" brushRef="#br0" timeOffset="7523.78">19667 10336 0,'0'0'0,"0"-194"16,0 159 0,-53-18-16,1 53 31,-1 35-16,35 54 1,36-19 0,105 36-1,-35-35 1,-70-1 0,-18-35-16,0 1 15,-141 34 1,88-70-1,53-70 1,35-71 0,124-36-1,-71 124 1,-17 18 0,-18 0-1,17-18 16,-52 18-31,-1-1 16,-17 19 0,-53 17-1,18 35 1,18 35 0,52 72-1,35-72 1,19 18-1,-72-52-15,-17-1 16,-35 53 0,-18-70-1,53-54 1,35-87 0,106-124-1,-105 176 1</inkml:trace>
  <inkml:trace contextRef="#ctx0" brushRef="#br0" timeOffset="9163.51">16633 3739 0,'0'0'16,"-194"-123"-1,89 105-15,-19 18 16,-387 265 0,123 123-1,35 106 1,194-36 0,335 36-1,195-353 1,105-123 15,18-141-15,-18-89-1,-264 71-15,105-177 16,-211-52 0,-212-53-1,-299 35 1,-195 194-1,-159 282 1</inkml:trace>
  <inkml:trace contextRef="#ctx0" brushRef="#br0" timeOffset="10452.82">5256 4498 0,'-70'-18'16,"140"36"-16,-334-36 31,158 54-31,-35 52 16,-247 441 0,194-53-1,158-53 1,72-246-16,70-36 15,35-35-15,247 17 16,53-140 0,0-142-1,17-123 1,-105-71 0,-177-317-1,-370 211 1,-211 142-1,140 246 1,1 71-16,-495 317 31</inkml:trace>
  <inkml:trace contextRef="#ctx0" brushRef="#br0" timeOffset="13212.63">2716 1305 0,'-17'-88'32,"34"176"-32,36-264 15,35 141 1,-35 52-1,-17 71 1,-19 71 0,1-106-1,17-35 1,36-18 0,-18 17-1,-36-17-15,-17 36 16,-105 17-1,-37-1 1,37-16 15,122-107-15</inkml:trace>
  <inkml:trace contextRef="#ctx0" brushRef="#br0" timeOffset="13411.88">3404 917 0,'0'0'0,"-53"-17"15,53-1-15,0 36 32,36 105-17,-1 18 1,-17 36-1,-18-89-15</inkml:trace>
  <inkml:trace contextRef="#ctx0" brushRef="#br0" timeOffset="13743.53">3016 1923 0,'-17'0'15,"34"0"-15,-52 0 16,35 35 0,18 0-1,52 0 1,54 1-1,-89-1 1,-35 0 15,-124 106-15,36-123 0,71-53-1</inkml:trace>
  <inkml:trace contextRef="#ctx0" brushRef="#br0" timeOffset="13885.17">2928 1993 0,'0'-17'0,"0"34"0,0-70 16,18 18-1,-1 0-15,72-18 32,34 0-17,-70 53-15</inkml:trace>
  <inkml:trace contextRef="#ctx0" brushRef="#br0" timeOffset="14231.87">3739 1658 0,'-52'-18'31,"104"36"-31,-140-36 16,71 18-16,-36 89 15,53-54 1,70 18 0,1-36 15,-54 1-31,1 0 0,-18 52 16,-53-34 15,18-19-16,17-17-15,18-35 16,53-159 0,18 53-1,-18 53 1</inkml:trace>
  <inkml:trace contextRef="#ctx0" brushRef="#br0" timeOffset="14499.44">2452 2946 0,'-247'158'15,"494"-316"-15,-565 369 16,406-264-1,54-35-15,634-317 32,-71 52-17,1 53 1,-406 194-16,-53 18 16,17-18-1</inkml:trace>
  <inkml:trace contextRef="#ctx0" brushRef="#br0" timeOffset="15349.04">4427 2346 0,'0'0'16,"0"-71"-1,0 54 1,-53 34-1,1 36 1,34 0 0,53 0-1,71-18 1,-53-35 0,17 18-16,-52 17 31,-36 18-16,-52 0 1,17-35 0,18-124-1,105-70 1,18 17 0</inkml:trace>
  <inkml:trace contextRef="#ctx0" brushRef="#br0" timeOffset="16276.91">2099 3263 0,'-18'-17'16,"36"34"-16,-36-17 31,54 71-15,-19 52 0,1-17-1,0-53-15,-1-18 16,1-35-1</inkml:trace>
  <inkml:trace contextRef="#ctx0" brushRef="#br0" timeOffset="16559.59">2399 3140 0,'-18'0'16,"36"0"-1,-53 0-15,35 17 16,70 54 0,18-18-1,1-36 1,-72 1 0,-34 35-1,-72 35 1,1-17-1,53-71 1,35-18 0</inkml:trace>
  <inkml:trace contextRef="#ctx0" brushRef="#br0" timeOffset="16684.08">2399 3281 0,'35'-106'31,"0"71"-31,-105 176 0,264-370 15,-141 176 1,0 17-16</inkml:trace>
  <inkml:trace contextRef="#ctx0" brushRef="#br0" timeOffset="16891.05">2787 2646 0,'-18'-18'31,"36"36"-31,17 105 32,53 142-17,1 17 1,-19-17 0,-17-18-1,-18-159-15,-17-18 16</inkml:trace>
  <inkml:trace contextRef="#ctx0" brushRef="#br0" timeOffset="17710.14">5186 388 0,'-18'-53'32,"36"106"-32,-18-124 15,17 71-15,1 36 16,-18 87 0,-18-17-1,1-53 1,17-35-16,53-36 31,17-53-15,-17-17-1,-35 18 1,-18 34-16,0 19 16,35 52 46,18 18-46,-35-18-16,52-35 15,-34 0 1,-19-35 0,-17-18-1,0 35-15,-17 1 16,-1 34 15,18 54-15,35 35-1,-35 0 1</inkml:trace>
  <inkml:trace contextRef="#ctx0" brushRef="#br0" timeOffset="17918.88">5627 847 0,'17'0'16,"-34"0"-16,87 17 31,-70 1-31,18-18 16,-18 18-1,0-1 1,-18 1-1</inkml:trace>
  <inkml:trace contextRef="#ctx0" brushRef="#br0" timeOffset="18027.45">5574 847 0,'0'-36'31,"0"72"-31,194-301 16,-124 212-16,1-17 15,88-1 1</inkml:trace>
  <inkml:trace contextRef="#ctx0" brushRef="#br0" timeOffset="18956.58">3210 2946 0,'-35'0'15,"70"0"-15,-88-18 16,53-17-16,18-1 15,88-69 1,-53 87 0,0 71-1,-53 70 1,-18 71 0,-17-123-1,35-53 1,35-54 15,106-122 0,-53 34-15,1-17 0,-72 35-1,-17 71 1,-70 70-1,17 53 1,17 1 0,36-54-1,18-35-15,53-18 16,-18-35 0,17 36-1,-17 34 1,0 107-1,17 87 1,-34-105 0,-19-35-1,1-71-15</inkml:trace>
  <inkml:trace contextRef="#ctx0" brushRef="#br0" timeOffset="19209.75">3969 2170 0,'-18'-18'15,"36"36"-15,-36 34 32,71 107-17,-35-53-15,70 70 16,0 1-1,0-18 1,-35-36 0,-53-17-1</inkml:trace>
  <inkml:trace contextRef="#ctx0" brushRef="#br0" timeOffset="19744.47">4780 3810 0,'-53'-35'15,"106"70"-15,-194-88 16,123 53 0,1 35-16,17 54 31,53-37-15,52 1-1,-34 0 1,-36 53-1,-105-35 1,17-36 0,18-53-1,17-105 1,36 52-16,52-105 16,-52 105-1</inkml:trace>
  <inkml:trace contextRef="#ctx0" brushRef="#br0" timeOffset="20121.91">4127 4092 0,'0'0'0,"-35"-70"16,0-1 0,-36 53-1,36 18-15,-18 71 16,18 17 0,35-53-1,53-17 16,35-53-15,0 88 0,-17 106-1,70 87 17,-71-104-17</inkml:trace>
  <inkml:trace contextRef="#ctx0" brushRef="#br0" timeOffset="20657.43">2981 4480 0,'-53'-17'31,"106"34"-31,-88 1 16,88 70 0,17 36-1,-52-54-15,52 54 16,-17-54-1,-17-70 1</inkml:trace>
  <inkml:trace contextRef="#ctx0" brushRef="#br0" timeOffset="20847.06">3281 4639 0,'-18'-35'15,"36"70"-15,-18-176 16,35 106-16,0-1 15,89 19 1,-71 87 0,0 36-1,-53 18 1</inkml:trace>
  <inkml:trace contextRef="#ctx0" brushRef="#br0" timeOffset="20972.65">3387 4868 0,'0'-53'16,"17"-17"-16,107-107 16,52 1-1,-35 35 1,-123 123 0</inkml:trace>
  <inkml:trace contextRef="#ctx0" brushRef="#br0" timeOffset="21207.56">2822 5733 0,'0'0'16,"-123"141"0,299-247-1,265-212 1,212-87-1,493-142 1,-581 282 0,-336 159-1,-229 89 1</inkml:trace>
  <inkml:trace contextRef="#ctx0" brushRef="#br0" timeOffset="27239.34">24077 900 0,'-106'17'15,"212"-34"-15,-335 34 16,158-17-1,36-17 1,17-1-16,18-35 16,36 0-1,34 53 1,-17 0 15,35 124-15,-70-1-1,-18-17 1,-53-18 0,-35-53-1,0-17 1,35-36 0,35-52-1,18 17 1,53 35-1,17 36 1,19 52 0,17 1-1,-1-18 1,-52-53-16,35 0 16,-35-35-1</inkml:trace>
  <inkml:trace contextRef="#ctx0" brushRef="#br0" timeOffset="27741.69">24589 794 0,'0'0'0,"-71"35"31,0 0-15,19-35-1,34 0 1,0-53 0,18-35-1,53 53 1,0 35 0,18 35-1,-36 53 1,-17-35-1,-18 53 1,0-18 0,-71-17-1,18-36 1,-17-35 0,52-35-1,18 0 1,53 35 15,88 70-15,-35-52-1,-18-18 1,0-18 0,-35-17-1</inkml:trace>
  <inkml:trace contextRef="#ctx0" brushRef="#br0" timeOffset="28544.23">23918 1746 0,'-17'0'16,"34"0"-16,-70-53 15,106-17 1,53 17 0,-35 53-1,-54 53 1,-17 35 15,-53 0-15,53-53-1,36 1 1,-1-36-16,71 35 16,-36-35-1,-52 18 1,-53-1 0,-53 36-1,-54 0 1,107-53-1</inkml:trace>
  <inkml:trace contextRef="#ctx0" brushRef="#br0" timeOffset="28890.81">24677 1446 0,'0'-35'16,"0"70"-16,-35-70 16,-1 53-1,1 70 1,35-18-16,-18 1 16,18 0-16,18 34 15,17-34 1,36-53-1,-18-18 1,-18-53 0,-35 0-1,0 18-15,-18-1 16,-52 19 0,35 17-16,-18 35 15,0 0-15,0 18 16</inkml:trace>
  <inkml:trace contextRef="#ctx0" brushRef="#br0" timeOffset="29189.48">23424 2452 0,'-105'17'15,"210"-34"-15,-369 87 16,211-52-16,35 0 15,89-1 1,193-70 0,160-70-1,105-18 1,318-53 0,-406 123-1,-177 36 1,-229 35-1,-140 53 1,-19-18-16,-105 53 16</inkml:trace>
  <inkml:trace contextRef="#ctx0" brushRef="#br0" timeOffset="29740.64">25329 2346 0,'0'-53'31,"0"106"-31,0-88 32,0 123-17,18 18 1,53 17 0,-54-105-1,1-71 32,35-71-31,0 54-1,17 35 1,-17 35 0,-18 17-1,-35 1-15,0 70 16,-17-35-1,17-35 1,70-18 0,107-71-1,-89 1 1,-70 34 0,-36 19-1</inkml:trace>
  <inkml:trace contextRef="#ctx0" brushRef="#br0" timeOffset="30056.55">25135 2028 0,'0'0'0,"-17"-17"16,-1 17-16,18 176 31,35 106-15,18 18 0,-17 124-1,-54-213 1,-35-70-1,-18-88 1</inkml:trace>
  <inkml:trace contextRef="#ctx0" brushRef="#br0" timeOffset="30748.71">23407 2857 0,'-71'0'31,"142"0"-31,-159 0 16,70 18-1,18 53 1,35-36-16,36 18 15,-18-18 1,-36 0 0,-17 1-1,-35-1 1,-18-17 15,18-142 0,17 36-15,18 70-16,0-17 16,18-18-1,88-17 17,17-1-17,-52 36-15</inkml:trace>
  <inkml:trace contextRef="#ctx0" brushRef="#br0" timeOffset="31067.02">23901 2364 0,'-18'-18'15,"36"36"-15,-71-71 16,53 123 15,0 142-15,0 52-1,17 160 1,1-177 0,0-18 15,-18-70-15,17-36-1,-17-87 1,0-125 31,0-105-32</inkml:trace>
  <inkml:trace contextRef="#ctx0" brushRef="#br0" timeOffset="31914.34">26317 582 0,'0'-53'31,"0"106"-31,-17-141 16,17 123-1,0 71 1,0 35 0,0 0-1,17-88-15,18 35 16,-17-70-1</inkml:trace>
  <inkml:trace contextRef="#ctx0" brushRef="#br0" timeOffset="32166.75">26441 847 0,'0'0'0,"70"-89"16,-17 54-1,-18 35 16,-17 0-31,-18 141 16,-18-105 0,124-54 31,18-17-32,-18-18 1,-54 53-1</inkml:trace>
  <inkml:trace contextRef="#ctx0" brushRef="#br0" timeOffset="32450.16">26723 1164 0,'0'18'31,"88"17"-15,-35 0 0,-35-17 15,-36 35-16,0-35 1,-35-1 0</inkml:trace>
  <inkml:trace contextRef="#ctx0" brushRef="#br0" timeOffset="32591.94">26688 1182 0,'0'0'0,"17"-53"15,71-18 16,18 18-15,35-17 0,-17 35-1</inkml:trace>
  <inkml:trace contextRef="#ctx0" brushRef="#br0" timeOffset="32875.98">25964 1870 0,'0'0'15,"124"0"1,-1-36-16,36-16 15,18 16-15,228-70 16,-34 36 0,-36 17-1,-141 35 1,-141 18 0,-194 36-1,35-1 1</inkml:trace>
  <inkml:trace contextRef="#ctx0" brushRef="#br0" timeOffset="33917.44">27040 917 0,'0'-17'15,"0"34"-15,0-52 32,-35 35-32,-124 194 15,124-53 1,35-17 15,18-54-15,35-35-1,-18-35-15,18 0 16,-18-53 0,-35 1-1,-18 34 1,-105 18-1,-18 70 1</inkml:trace>
  <inkml:trace contextRef="#ctx0" brushRef="#br0" timeOffset="35882.83">24165 2487 0,'0'0'0,"-35"0"16,-18 71 15,35 52-15,18 1-1,0-36 1,0 35 0,0-87-1</inkml:trace>
  <inkml:trace contextRef="#ctx0" brushRef="#br0" timeOffset="36229.94">24447 2611 0,'0'-53'16,"0"106"-16,0-124 15,-17 71 1,-1 71 0,1-36-1,17 18 1,52 0 0,1 0-1,-53-36 1,0 1-1,-70-1 1,52-34 0,71-89-1,124-53 1,-89 106 0</inkml:trace>
  <inkml:trace contextRef="#ctx0" brushRef="#br0" timeOffset="36733.58">25259 3951 0,'0'0'0,"-18"-70"16,54-19 0,52 36-1,-35 53 1,-18 142 0,-53-19-1,-35-35 1,36-53-1,175-105 32,1-54-31,-18 1 0,-105 70-16</inkml:trace>
  <inkml:trace contextRef="#ctx0" brushRef="#br0" timeOffset="37142.75">24783 4022 0,'-18'-36'16,"36"72"-16,-124-125 16,71 107 15,-18 53-15,35-18-16,18-1 15,53-52 1,0 0-1,0-35 1,-18 18 0,-17 34-1,-1 89 1,19 18 0,-19-54-16,-17-17 15,0 0-15,0 0 16</inkml:trace>
  <inkml:trace contextRef="#ctx0" brushRef="#br0" timeOffset="37615.15">23777 4251 0,'0'-18'16,"0"36"0,-17-36-16,34 124 62,18-18-46,-17-52-16,-18-1 15,18 0-15,17 0 16,0-35 0,-17 0-1</inkml:trace>
  <inkml:trace contextRef="#ctx0" brushRef="#br0" timeOffset="38213.56">24130 4039 0,'0'0'0,"-18"-17"16,-70 17-1,18 53 1,34-18-16,-34 106 15,52 18 1,53-36 0,71-52 15,35-36-15,-88-70-1,-17-18 1,-36-18-1,-71 18 1,-70 71 0,17 105-1,71-52 1</inkml:trace>
  <inkml:trace contextRef="#ctx0" brushRef="#br0" timeOffset="38433.99">23566 5327 0,'0'0'0,"335"-88"15,194-124 1,123 0 15,54 1-15,-106 52-1,-371 106-15,0-53 16,-229 89 0</inkml:trace>
  <inkml:trace contextRef="#ctx0" brushRef="#br0" timeOffset="58033.31">25259 670 0,'18'-70'16,"-36"140"-16,53-193 15,-35 105 1,0 53 31,18 71-31,-18 35-1,0 36 1,0-89-16,17 106 15,-17-71 1,0-52 0,0-36-1,-17-35 1,-18-35 0,-1-18-1,1 0 1,17 53-16,1 0 15,-1 88 1,36-35 0,88-35-1,17-18 17,71-106-17,-106 18 1,-35 0-1</inkml:trace>
  <inkml:trace contextRef="#ctx0" brushRef="#br0" timeOffset="58914.78">23177 1235 0,'0'0'0,"0"-106"16,0 35 0,0 36-1,-17 35 1,17 124-1,17 17 1,19 17 0,-1-17-1,-17 71 1,-36-106 0,-53-35 15,-52-54-16,70-52 1,53 17 0,71 1 31,70-36-32,-35 0 1,17-18-1,-70 36 1</inkml:trace>
  <inkml:trace contextRef="#ctx0" brushRef="#br0" timeOffset="59608.06">23548 2752 0,'0'0'16,"0"-71"-1,-53 71 17,-88 141-1,106-70-31,-1 17 15,1 124 1,35-89 0,71-35-1,17-70 1,35-18 0,-70-53-1,-35 0 1,-18-17-1,-106 17 17,-106 141-1,159-18 0</inkml:trace>
  <inkml:trace contextRef="#ctx0" brushRef="#br0" timeOffset="60080.14">23513 2752 0,'0'0'15,"-53"-36"1,17 36 0,-16 53-1,-19 71 1,18 105 0,35-105-1,18-19 1,53-52-1,36-17 1,-19-36 0,-17-36 15,-18-17-15,-17-17-1,-18 52-15,-18 1 16,-105-1-1,35 36 1,35 34 0,17-16-1</inkml:trace>
  <inkml:trace contextRef="#ctx0" brushRef="#br0" timeOffset="60504.82">23407 2769 0,'0'0'16,"-35"-35"15,-18 35-16,0 71 1,35-19-16,-17 19 16,-18 176-1,35-124 1,36-17 0,35-70-1,53-19 1,-18-52-1,-35-18 1,-36-18 0,-17 1 15,-17 52-31,-177 54 16,105 52-1</inkml:trace>
  <inkml:trace contextRef="#ctx0" brushRef="#br0" timeOffset="63275.32">23319 4533 0,'-53'0'15,"106"0"-15,0-53 32,105-35-17,1 18 1,0 52-1,-106 18-15,35 123 16,-35 89 0,-18 0-1,-17 17 1,-18-158 0,17-36 15,-17-141 16,-70-159-32,17 18 1,-35 53 0,-1 106-1,-122 71 1,87 87-1,1 18 1,52-35 0,54-17-1,105-36 1,35-36 0,36-52-1,88-53 16,-141 106-15,-36 52 0,-34 107-1,-1 52 1,-17-70-16,-1-18 16,1 159-1,0-123 1,-1-54-1,-17-52 1,0-89 15,-35-70-15,-18-71 0,-70-105-1,34 211 1,-52 89-1,0 87 1,-35 71 15,105-70-15,54-36 0,87-70 15,54-53-16,-72 35-15,107-53 16,-18 18 0,-17 52-1,17 248 1,-88 88 0,-18 17-1,-17-52 1,-18-18-1</inkml:trace>
  <inkml:trace contextRef="#ctx0" brushRef="#br0" timeOffset="96953.57">13776 12700 0,'0'0'16,"35"0"0,18 0-16,35 0 15,283-18 1,-107-17-1,-17 0 1,-106 17-16,124 1 16,-36-19-1,-17 19 1,-89-1 0,-70 18-1,-70 0 48,-1-18-48</inkml:trace>
  <inkml:trace contextRef="#ctx0" brushRef="#br0" timeOffset="105618.16">5362 4498 0,'-123'-106'16,"246"212"-16,-387-282 16,105 158-1,-53 141 1,142 18-1,-107 671 1,160 35 15,158 158-15,0-494-16,229 336 16,36-247-1,-18-247 1,-35-212-1,-53-124 1,141-387 0,-194-124-1,-89-211 1,-140-177 0,-318-530-1,-35 636 16,-565 18-15,477 793 0,-53 388 15,299-105-15</inkml:trace>
  <inkml:trace contextRef="#ctx0" brushRef="#br0" timeOffset="107430.29">10971 388 0,'0'0'0,"-17"0"16,17 141-1,0 36 1,35-54 0,53-52-1,0-54 17,-70-17-32,53-123 15,-71 17 1,-36 18-1,19 35 1,17 70 15,0 89-15,17 35 0,19 0-1,-19-70-15,19 0 16,16 87-1,1-122 1,-17-36 0</inkml:trace>
  <inkml:trace contextRef="#ctx0" brushRef="#br0" timeOffset="107776.98">11730 706 0,'-35'-124'31,"70"248"-31,-229-213 16,141 160 0,35-1-1,18-52 1,53 0-16,18-18 31,-1-36-15,-34 1-1,-1 18 1,18 158 15,-36-36 1,125 90-17,-54-195 1</inkml:trace>
  <inkml:trace contextRef="#ctx0" brushRef="#br0" timeOffset="107997.28">12294 494 0,'0'-35'31,"0"70"-31,-17 124 31,-19 17-15,36-17 0,-17 35-1,-19-53 1,19-106 0,-1-17-16</inkml:trace>
  <inkml:trace contextRef="#ctx0" brushRef="#br0" timeOffset="108124.09">11977 723 0,'0'0'0,"-18"0"16,36 0-1,35 35 1</inkml:trace>
  <inkml:trace contextRef="#ctx0" brushRef="#br0" timeOffset="108281.43">12435 1270 0,'0'0'15,"0"-18"16,0 1-31</inkml:trace>
  <inkml:trace contextRef="#ctx0" brushRef="#br0" timeOffset="109037.22">12859 776 0,'-36'71'16,"72"-142"-16,-89 230 16,88-89-1,36-34 17,-18-36-17,17-18 1,-70-35-1,-18-17 1,-52-1 0,-36 0-1,71 36 1,52-35 0,89-19-1,35-16 1,-70 52-16,17-53 15,-70 18 1,-18 17 0,-35 36-1,-1 35 17,19 370-1,70-70-16,-1-18 1,-34-123-16,17 88 16,1-71-1,17-70 1,-1-70 0,-16-54-1,-19-17-15,1-18 16,-18-177-1,-53 107 1,-35 52 0,35 54-16,-53-1 15,71 18 1,35-18 0,88 1-1,-35 17-15,0-18 31</inkml:trace>
  <inkml:trace contextRef="#ctx0" brushRef="#br0" timeOffset="109318.8">13988 653 0,'0'0'0,"-53"0"16,17 35-16,1 0 15,35 53 1,0-52-16,18-1 16,141 88-1,-71-70 17,-88 18-17,-106-18 1,0-36-1,18-34 1,70-18 0</inkml:trace>
  <inkml:trace contextRef="#ctx0" brushRef="#br0" timeOffset="109446.78">13917 794 0,'0'0'15,"159"-106"1,-36 53 0</inkml:trace>
  <inkml:trace contextRef="#ctx0" brushRef="#br0" timeOffset="109965.83">14587 670 0,'-35'-17'15,"70"34"-15,-140-52 16,69 53 0,19-1-1,-19 89 1,54-35-1,70-1 1,-17-35 0,-36-17-1,-70-18 48,35-18-16,0 1-32,0-1 95,0 1-95</inkml:trace>
  <inkml:trace contextRef="#ctx0" brushRef="#br0" timeOffset="110328.12">14658 635 0,'0'-18'32,"0"36"-32,-35-53 15,-1 35-15,1 0 16,-53 70 0,53 1-1,35 17 1,35-53-16,53 53 15,0-17 1,-35 0 15,-35-18-15,-18-36-16,0 1 16,-18-1-1,-17-17-15,-36 0 16,18-52-1,53-54 1,89-141 0,-1 106-1</inkml:trace>
  <inkml:trace contextRef="#ctx0" brushRef="#br0" timeOffset="110832.25">15011 758 0,'0'36'47,"-18"34"-32,18 1 1,35-18-1,-17-53-15,17 17 16,1-34 0,-19-36-1,1-35 1,35-53 0,0 88-1,0 35 1,-1 89-1,-16-1-15,-1-17 16,88 88 0,-17-88-1,-35-35 17,-1-36-32,1-88 15,-71 0 16,-71-35-15,-52 71 0,-195 87-1</inkml:trace>
  <inkml:trace contextRef="#ctx0" brushRef="#br0" timeOffset="111650.11">12047 176 0,'0'-17'31,"0"34"-31,0 72 0,53 210 16,124 231 0,-107-354-1,142 283 17,-71-212-17,18-89 1,-53-105-16</inkml:trace>
  <inkml:trace contextRef="#ctx0" brushRef="#br0" timeOffset="112091.63">15134 917 0,'0'0'16,"88"0"-1,159 0 1,300-106-1,-194 53 1,-71 36 0,-123 17-1,-142 0 17</inkml:trace>
  <inkml:trace contextRef="#ctx0" brushRef="#br0" timeOffset="112722.22">12259 3034 0,'0'-18'16,"53"124"31,0 0-32,0-36 1,-18-52-1,0-18 1,-35-106 0,0 18-1,0 18 1,0 211 46,18 0-46,53 53 0,17-106-1,-53-88 1</inkml:trace>
  <inkml:trace contextRef="#ctx0" brushRef="#br0" timeOffset="113035.84">12965 3087 0,'-18'-53'16,"36"106"-16,-107-159 15,72 106-15,-36 0 16,-53 123 0,106-17-1,18-53 1,52-35-1,36-53 1,-71 17 0,1 18-1,-1 123 1,-18 18 0,1-52-16,0 69 15,-18 1 16,-36-88-31</inkml:trace>
  <inkml:trace contextRef="#ctx0" brushRef="#br0" timeOffset="113350.43">12065 4322 0,'0'0'16,"88"70"0,-35-52-16,0 17 15,0-17-15,0 35 16,-53-36-1,0 18-15,0-17 16,-18 17 0,-35-17-1,-17-71 1,34 0-16</inkml:trace>
  <inkml:trace contextRef="#ctx0" brushRef="#br0" timeOffset="113760.43">12118 4322 0,'70'-71'15,"-140"142"-15,282-230 16,-124 123 0,0 1-16,141-35 15,-158 52 1,-54 18 0,-34 0 15,-54 18-16,36 35 1,35 17 0,53 18-1,53-17 17,-89-71-17,1 18 1,-36-1-1,-17-17 1,17 0-16,36-53 31,35-53-15,18 18 0,-36 53-1</inkml:trace>
  <inkml:trace contextRef="#ctx0" brushRef="#br0" timeOffset="114044.27">11130 5609 0,'-88'53'16,"176"-106"-16,-229 124 15,353-142 1,299-141 0,159-87-1,354-54 1,-742 282 0,229-52-1,-458 123 1,-159 53-1,1-18-15,-19-17 16</inkml:trace>
  <inkml:trace contextRef="#ctx0" brushRef="#br0" timeOffset="114642.93">13353 3228 0,'0'0'15,"35"0"1,71 0 0,52-53-1,19 0 1,-71 0-1</inkml:trace>
  <inkml:trace contextRef="#ctx0" brushRef="#br0" timeOffset="114847.13">13952 2805 0,'0'0'0,"-17"17"31,17 107-16,17 34 1,1-87-16,17 123 16,-17 18-1,-53-1 1</inkml:trace>
  <inkml:trace contextRef="#ctx0" brushRef="#br0" timeOffset="116060.12">13652 2963 0,'0'0'15,"0"18"17,0 158-17,18-17 1,0 17-1,-18-34 1,0-89 0</inkml:trace>
  <inkml:trace contextRef="#ctx0" brushRef="#br0" timeOffset="116974.52">13370 4180 0,'-17'0'16,"34"0"-16,-52 0 15,53 0 17,35 0-17,-36 0-15,18 0 16,89-35-1,-71 17 1,17 1 0,-17-1-1,-35 18 1</inkml:trace>
  <inkml:trace contextRef="#ctx0" brushRef="#br0" timeOffset="117316.43">13988 3933 0,'0'0'16,"0"71"15,0 70 0,0-70-31,0 105 16,0 0 0</inkml:trace>
  <inkml:trace contextRef="#ctx0" brushRef="#br0" timeOffset="140112.23">11201 6244 0,'0'0'0,"-36"0"16,-17 18-1,18-1-15,-18-17 16,36 0-1,-1 0 1,36-52 0,17 16-1,0 36 17,18 36-32,0 87 15,-53-17 16,-35-36-15,-36 1 0,36-53 15,17-18-31,1-18 16,17-35-1,35 0 1,35 35-1,1 18 1,53 0 0,-54-17-1,1-36 1,-71 18-16,17-1 16,-17-69-1,0 69 1,-17 36-1,17 53 17,35 53-17,18-71 17,0-17-17,0-36 1,0-88-1,-53 36 1,-53 17 0,-18 35-1,-52 54 1,105-1 0</inkml:trace>
  <inkml:trace contextRef="#ctx0" brushRef="#br0" timeOffset="140379.81">11765 5397 0,'0'-52'31,"0"104"-31,35 37 31,1 34-31,17 1 16,70 422-1,-52-175 1,-18-36 0,-1-53-1</inkml:trace>
  <inkml:trace contextRef="#ctx0" brushRef="#br0" timeOffset="142236.57">10513 3369 0,'0'0'15,"17"-106"17,19 89-17,-19 17 17,1 70-17,-18 18 1,-18-35-1,-17 0 1,17-35 0,1-18-16,34 0 31,36-18-15,0 0-1,18-52 1,-36 35-1,-17-1 1,-18 19 0,0-1-1,0 0 17,0 1 46,0 34 94</inkml:trace>
  <inkml:trace contextRef="#ctx0" brushRef="#br0" timeOffset="142710.01">10513 3298 0,'0'-17'16,"0"34"-16,17-122 16,36 52-1,-35 53 1,-18 123 15,0-52-15,0-36-1,0 0 17,18-17-32,17 0 15,18 17 1,-18 18 0,-35 0-1,-18 17 1,-70 18-1,53-70 1,17-18 0,18-35-1</inkml:trace>
  <inkml:trace contextRef="#ctx0" brushRef="#br0" timeOffset="142994.1">10760 3246 0,'35'-53'16,"-70"106"-16,141-159 16,-71 123-1,-18 54 17,1-18-32,-18 35 15,0-35 1,0-35-1,71-36 17,140-106-17,-34 19 1,-71 16 0,-71 54-16</inkml:trace>
  <inkml:trace contextRef="#ctx0" brushRef="#br0" timeOffset="143910.72">10654 3898 0,'-18'0'15,"36"0"-15,-53 0 16,35 35-1,0 18 1,35-17 0,18-1 15,-18-35-15,0-18-1,-17-35 1,-18-35-1,0 53 1,0 17 0,18 54 15,17 52-15,0-35-1,-17 0 1,-18-36-16,17 1 15,-17-1-15</inkml:trace>
  <inkml:trace contextRef="#ctx0" brushRef="#br0" timeOffset="144110.96">11042 3775 0,'-18'-18'16,"36"36"-16,-36-71 16,18 35-16,53-35 15,0 18 1,-18 35 0</inkml:trace>
  <inkml:trace contextRef="#ctx0" brushRef="#br0" timeOffset="144442.18">11024 3722 0,'0'0'16,"0"53"0,0-36 15,0 1-16,18-36 32,35 1-31,-18-1-16,0 18 16,-17 0-16,53 18 15,-54 17 1,-34 36-1,-72 17 1,-52 53 0</inkml:trace>
  <inkml:trace contextRef="#ctx0" brushRef="#br0" timeOffset="144693.37">10336 4586 0,'-35'35'16,"70"-70"-16,-35 70 16,194-123-1,89-71 1,87-35-1,177-70 1,-318 158 0,-176 88-1</inkml:trace>
  <inkml:trace contextRef="#ctx0" brushRef="#br0" timeOffset="146488.28">11359 4445 0,'0'0'0,"-17"-18"16,17-35 0,53 18-1,35 18 1,-53 17-1,0 70 1,-17-17 0,0 0-1,-18-35-15,0 34 16,0 1 0</inkml:trace>
  <inkml:trace contextRef="#ctx0" brushRef="#br0" timeOffset="146661.75">11448 4568 0,'0'0'0,"0"-35"16,0 0-16,53-53 15,52 0 1,19-1-1,-71 54 1</inkml:trace>
  <inkml:trace contextRef="#ctx0" brushRef="#br0" timeOffset="147452.18">10830 4568 0,'0'0'0,"53"-88"32,-18 88-32,18 36 15,-17 69 1,-19 19-1,1-36 1,0-35 0,-18-18-1</inkml:trace>
  <inkml:trace contextRef="#ctx0" brushRef="#br0" timeOffset="147590.74">10883 4886 0,'0'0'0,"-17"-18"15,87-123 1,89 35 0,158-70-1</inkml:trace>
  <inkml:trace contextRef="#ctx0" brushRef="#br0" timeOffset="148316.81">12365 5962 0,'17'-53'16,"107"-18"0,-71 107-1,-18 105 1,-17 18 0,-18-36 15,0-70-31,0 18 15,17-19 1,-17-16 0</inkml:trace>
  <inkml:trace contextRef="#ctx0" brushRef="#br0" timeOffset="148456.79">12418 6421 0,'0'-18'16,"0"36"-16,0-54 15,35 1-15,71-53 16,17 0 0,1 17-1,-89 53 1</inkml:trace>
  <inkml:trace contextRef="#ctx0" brushRef="#br0" timeOffset="148676.81">12823 5909 0,'-17'-35'15,"34"70"-15,-52-106 16,35 36-16,0 0 16,106-18-1,-18 53 1,-17 53 0,-18 53-1,-53 0 1,0-71-16,0 18 15,0 35 1,0-70 0</inkml:trace>
  <inkml:trace contextRef="#ctx0" brushRef="#br0" timeOffset="148849.24">12947 6138 0,'18'-88'31,"-36"176"-31,141-282 16,1 71-1,-1 17 1,-87 35-16</inkml:trace>
  <inkml:trace contextRef="#ctx0" brushRef="#br0" timeOffset="149085.25">13317 4745 0,'0'123'47,"71"283"-32,-36-247-15,36 211 31,-1 230-15,-52-388 0,-18-142-1</inkml:trace>
  <inkml:trace contextRef="#ctx0" brushRef="#br0" timeOffset="149748.97">13688 5415 0,'0'-53'15,"0"18"-15,0 123 16,17-194-16,19 71 16,34 17-1,36 124 16,-71 0-15,-35 0 0,0-53-16,0-18 15,0 53 17,0-35-32</inkml:trace>
  <inkml:trace contextRef="#ctx0" brushRef="#br0" timeOffset="149921.44">13670 5786 0,'141'-124'31,"-282"248"-31,564-442 31,-370 265-31</inkml:trace>
  <inkml:trace contextRef="#ctx0" brushRef="#br0" timeOffset="150285.44">14182 5186 0,'0'-53'16,"0"106"-16,53-141 15,-1 70 1,1 71-1,-53 88 1,-35 18 0,0-71-1,35-70 17,370-230-17,-158 53 1,-124 106-1</inkml:trace>
  <inkml:trace contextRef="#ctx0" brushRef="#br0" timeOffset="151045.87">13670 7161 0,'0'0'15,"106"-88"1,-18 106 0,-53 105-1,-17-52-15,-18 88 16,-53-18 15,0-71-15,53-52-1,88-53 1,71-71 0,18-18 15,-54 18-16,-88 36 1</inkml:trace>
  <inkml:trace contextRef="#ctx0" brushRef="#br0" timeOffset="151881.24">12400 5433 0,'-18'-18'15,"36"36"1,-36 17 15,36 71-15,17 17 0,36 124-1,-53-159 1</inkml:trace>
  <inkml:trace contextRef="#ctx0" brushRef="#br0" timeOffset="152384.26">13053 7391 0,'-18'-18'16,"36"36"-16,-36 123 47,36-18-32,-1-70-15,1-18 16,17 1-16,18-1 16,35-53-1,1-35 1,-36-17 15,-36 35-31</inkml:trace>
  <inkml:trace contextRef="#ctx0" brushRef="#br0" timeOffset="152509.72">13353 7497 0,'-18'0'16,"36"0"-16,-54 17 16,19 18-16,17 18 15,17 159 1,19-53 0,-19-18-1,-17-71 1</inkml:trace>
  <inkml:trace contextRef="#ctx0" brushRef="#br0" timeOffset="155562.47">11889 7937 0,'-71'0'16,"142"0"-16,-160 0 15,107-35-15,53-18 16,34 18-1,-16 35 1,-19 88 0,-52 53-1,-71 53 1,-18-105 0,18-54 15,53-70 0,18-36-15,35 36-1,35-18 1,-35 35-16,0 1 16,53-72-1,-53 19 1,-36-1-1,-17 18 1,-35-17 0,0 70 15,17 53-15,53 0 15,160 88 0,-178-88-15,-17 0-1,-70-18 17,34-35-17,19-71 1,17-70-1,70-18 1,89 1 0,-141 140-1</inkml:trace>
  <inkml:trace contextRef="#ctx0" brushRef="#br0" timeOffset="155814.44">12065 8890 0,'-176'229'16,"352"-458"-16,-335 494 15,406-354 1,265-175 15,176-54-15,423-140-1,-529 211 1,-265 106 0,-264 123-1</inkml:trace>
  <inkml:trace contextRef="#ctx0" brushRef="#br0" timeOffset="-134121.9">16633 16263 0,'-17'18'32,"34"-36"-32,-34 18 15</inkml:trace>
  <inkml:trace contextRef="#ctx0" brushRef="#br0" timeOffset="-129366.21">10795 13688 0,'-18'0'16,"36"0"-16,-71 0 16,35 17-1</inkml:trace>
  <inkml:trace contextRef="#ctx0" brushRef="#br0" timeOffset="-123335.29">9190 14940 0,'0'-35'31,"0"70"-31,35-141 16,0 89-1,18-19 1,-53 54-1</inkml:trace>
  <inkml:trace contextRef="#ctx0" brushRef="#br0" timeOffset="-51989.44">20955 10530 0,'-18'0'15,"107"-17"17,69-19-17,-70 19-15,54-18 16,-37-1 0,-52-17-1</inkml:trace>
  <inkml:trace contextRef="#ctx0" brushRef="#br0" timeOffset="-51800.58">21325 10089 0,'-17'0'16,"-1"106"0,18 35-1,18 18 1,52 18-1,-34-72 1,-19-16-16,54 34 16</inkml:trace>
  <inkml:trace contextRef="#ctx0" brushRef="#br0" timeOffset="-51565.03">22084 10037 0,'0'0'15,"0"35"17,0 106-17,0 0 1,53 53-1,-18-123 1,-17-71 0</inkml:trace>
  <inkml:trace contextRef="#ctx0" brushRef="#br0" timeOffset="-51218.52">22419 10037 0,'0'-18'15,"0"36"-15,-18-36 16,18 36 0,0 87-1,0 19 1,18-36 0,0-53-16,17-17 15,53 0 1,-35-54-1,0-52 1,-35-18 0,-124-52-1,0 122 1,18 19 15,17 34-15</inkml:trace>
  <inkml:trace contextRef="#ctx0" brushRef="#br0" timeOffset="-50872.82">22948 9984 0,'0'0'16,"0"-36"-1,-17 36 1,-1 53-1,18 0-15,-18 18 16,54 105 0,16-123-1,37-35 17,52-107-17,-124-16 16,-17-19-15,-70 54 0,35 52-16,-1 0 15,-17 36 1,53 0 0</inkml:trace>
  <inkml:trace contextRef="#ctx0" brushRef="#br0" timeOffset="-50524.82">23760 9754 0,'0'0'16,"-18"-35"0,-35 70-1,18 89 16,17 52-15,36 53 0,70-140-1,0-36 1,-17-53 0,-18-18-1,-36-17-15,-17-18 16,-88-18-1,-18 54 1,-70 69 0,88 37-1</inkml:trace>
  <inkml:trace contextRef="#ctx0" brushRef="#br0" timeOffset="-43951.58">13582 13899 0,'0'-17'31,"0"34"-31,0-52 0,-18 106 31,18 123-15,0-18-1,-17 1 17,17-107-32,0 54 0,35-36 15,53-71 16</inkml:trace>
  <inkml:trace contextRef="#ctx0" brushRef="#br0" timeOffset="-43338.25">13952 14358 0,'0'0'0,"-17"-88"16,-1 53-16,18-1 15,35-52 1,36 70-1,-1 36 1,-17 88 0,-53 88-1,-53-71 1,1-34 0,34-36-1,0-36 16,36-17-31,70-17 0,53-36 32,18-36-17,106-69 1,-124 17 0,-88 35-1,-53 35 1,-53 36-1,17 35 1,-17 0-16,18 18 0,-71 52 31,53 54 1,71-89-17,106-35 1,-36-35-1,-35 35 1,-18 17 0,-17 107 15,-18-36-31,0 71 16,0-18-1,0-18 1,17-88-1</inkml:trace>
  <inkml:trace contextRef="#ctx0" brushRef="#br0" timeOffset="-42928.82">15222 14041 0,'0'0'0,"0"-36"16,0 19-1,0 34 1,0 177 0,18-70-1,17-36 1,18-35 15,-35-53-31,17 0 16,36-88-1,-54-1 1,1-16 0,-18 52-1,0 159 17,18 70-17,17 0 1,0-17-1,-17-106-15,-18 88 16,-18-53 0</inkml:trace>
  <inkml:trace contextRef="#ctx0" brushRef="#br0" timeOffset="-42520.13">12435 15928 0,'0'0'16,"-282"106"-1,194-53 1,317-53-1,248-71 1,246-70 0,-300 70-16,36 1 15,899-142 1,-564 106 0,-212 36-1,-282 35 1,-248 35 15,-175 0-15,-36 0-1,-35 52 1</inkml:trace>
  <inkml:trace contextRef="#ctx0" brushRef="#br0" timeOffset="-40661.82">14235 16334 0,'0'0'16,"-18"-18"-1,106-53 1,0 71-1,18 36 1,-35 122 0,-54-69-16,-17-1 15,-53 106 1,-17-106 15,-1-53-15,36-35-1,0-70 1,35-1 0,53 36-1,17 17 1,18 36 0,-35-18-16,53 0 15,18 0 1,-1-71-1,1 1 1,17-107 0,-141 54-1,0 52 1,-71 54 0,36 17-16,-18 0 15,-53 106 16,106-18-15,88 0 0,53-17-1,1 17 1,-107-53 0,-53-17-1,-70-1 1,17-17-1,36-17-15,18-72 16,52-69 0,88-1-1,-35 88 1</inkml:trace>
  <inkml:trace contextRef="#ctx0" brushRef="#br0" timeOffset="-40284.18">15663 16192 0,'-17'0'15,"34"0"-15,-17-35 32,53-18-17,18 18 1,-54 70-1,-17 53 1,-17 18 0,-1-53-16,18-17 15,53 34 1,35-35 0,-17-17-1,-54-18 1,-87 53-1,-54-18 1,36-17 0,88-36-1</inkml:trace>
  <inkml:trace contextRef="#ctx0" brushRef="#br0" timeOffset="-39921.7">16157 16069 0,'-17'-18'15,"34"36"-15,-34-71 16,34 35 0,36 1-1,-35 17-15,35 0 16,-18 35-1,0 36 1,1-18 0,52 17-1,-18-35 1,-52-17 0,-18 35 15,-18-18-31,-35 1 15,-105 87 1,105-88 0,35-35-1</inkml:trace>
  <inkml:trace contextRef="#ctx0" brushRef="#br0" timeOffset="-33502.96">5697 4463 0,'0'-36'0,"0"72"0,0-107 16,0 36-16,0 0 15,-70-18 1,-1 53 0,-70 35-1,-123 159 16,-301 459-15,283-71 0,105 35-1,177-335-15,18-17 32,176 140-17</inkml:trace>
  <inkml:trace contextRef="#ctx0" brushRef="#br0" timeOffset="-31222.1">13600 1940 0,'-71'0'15,"142"0"-15,-230 0 16,441-53 0,230-52-1,140-19 1,371-35-1,-476 71 1,-194 35 15,-177 18-15,-140 35 0,-125 53-1,-87 0 1</inkml:trace>
  <inkml:trace contextRef="#ctx0" brushRef="#br0" timeOffset="11047.31">15699 16104 0,'0'0'0,"0"-17"15,0-1 1,-18 71 31,-17 88-47,-18 53 15,17 53 1,36-159 0,53-70-1,89-18 1,122-159 15,-105 36-15,-36 17-1,-105 71-15</inkml:trace>
  <inkml:trace contextRef="#ctx0" brushRef="#br0" timeOffset="11267.71">15910 16051 0,'-17'0'16,"34"0"-16,-34-17 15,17 52 1,17 159 0,19 141-1,34 177 1,-17-248 0,18-87-1</inkml:trace>
  <inkml:trace contextRef="#ctx0" brushRef="#br0" timeOffset="12669">18133 14887 0,'0'0'0,"88"88"63,177 71-47,-124-106-1,0 18 1,-106-54-1</inkml:trace>
  <inkml:trace contextRef="#ctx0" brushRef="#br0" timeOffset="12857.67">18680 14728 0,'-89'-88'31,"178"176"-31,-248-193 16,106 122-1,-88 230 1,35-17 0,53-19-1,35-70 1,18-88 0</inkml:trace>
  <inkml:trace contextRef="#ctx0" brushRef="#br0" timeOffset="13140.56">19385 14711 0,'0'-18'15,"0"36"-15,-18 17 31,-34 141-15,16 36 0,19-53-1,17-89-15,0 19 16,53-54 0,17-53-1</inkml:trace>
  <inkml:trace contextRef="#ctx0" brushRef="#br0" timeOffset="13660.52">19685 14834 0,'0'-17'16,"0"34"-16,-71-17 16,36 88-1,35 18 16,0 0-15,53-18 0,-18-70-1,-17-18 1,17-53 0,-17-35-1,-18 35-15,18-53 16,34 53-1,1 53 1,18 35 0,17 71-1,106 18 1,-35-89 0,-36-17-1,-34-18 1,-72-88-1,-34-1 1,-72-34 15,-34 35-15,-106 70 0,123 18 15,70 53-16</inkml:trace>
  <inkml:trace contextRef="#ctx0" brushRef="#br0" timeOffset="13959.31">21449 15081 0,'0'0'0,"-35"18"16,70-18-1,88 0 1,54-53-1,-36 18 1,-88 35-16,0-18 16,-89 36-1</inkml:trace>
  <inkml:trace contextRef="#ctx0" brushRef="#br0" timeOffset="14101.17">21414 15399 0,'0'0'15,"229"-18"1,-106-35-16,18 0 16,230-88-1,-212 53 1</inkml:trace>
  <inkml:trace contextRef="#ctx0" brushRef="#br0" timeOffset="15235.84">12541 15205 0,'-35'0'15,"70"0"-15,-70 17 16,123-34 0,159-89-1,141-88 1,124-35 0,-248 105-16,283-141 15,0 54 1,-71 34-1,-158 89 1,-230 71-16,0 34 16,-106 89 15,-17-18-31</inkml:trace>
  <inkml:trace contextRef="#ctx0" brushRef="#br0" timeOffset="15566.96">13017 17321 0,'0'0'31,"89"0"-31,740-247 16,-212-17-1,71-1 1,282-17 15,-229 141-15,-688 141-1,-71 0-15,-35 18 16</inkml:trace>
  <inkml:trace contextRef="#ctx0" brushRef="#br0" timeOffset="46292.47">16263 16263 0,'35'0'0,"-70"0"0,-36 0 15,71-53 1,36-17 0,34 34-1,1 36 1,-36 0-16,0 88 16,-35 71-1,-17 0 1,-54 0-1,18-36 17,53-105-17,89-36 1,87-88 0,36-17-1,-89 70-15,53-88 16,-70 17-1</inkml:trace>
  <inkml:trace contextRef="#ctx0" brushRef="#br0" timeOffset="46608.05">16263 16228 0,'-71'-36'31,"142"72"-31,-89-177 16,89 141 0,0 105 15,-54 336 0,-52-317-15,35-89-1,35-17 1,36-53-16,123-107 16,70-52-1,-34-17 1</inkml:trace>
  <inkml:trace contextRef="#ctx0" brushRef="#br0" timeOffset="47978.31">14340 12982 0,'0'-17'16,"0"34"-16,-53-34 15,18 17-15,-35 52 16,-19 90-1,54 16 1,18-17 0,69-52-1,54-54 1,-18-53 0,-35-35-1,-17 0 1,-54-35 15,-53 71-15,-17 34-1,35 54 1,36-18 0</inkml:trace>
  <inkml:trace contextRef="#ctx0" brushRef="#br0" timeOffset="48387.3">14623 13035 0,'0'-18'16,"0"36"-16,0 17 31,0 124-15,35-71 15,141-52 0,-123-54-31,0-53 16,-18-17 0,-17 0-1,-18 35 1,0 35-1,0 71 1,0 53 0,0 18-1,18-1 1,35 89 15,-36-177-31</inkml:trace>
  <inkml:trace contextRef="#ctx0" brushRef="#br0" timeOffset="48592.01">15169 13141 0,'0'-53'16,"18"18"-16,-36 123 0,124-229 31,-70 141-31,34 35 16,1 53-1,-36 18 1,-17 0 0,-18 17-1,-18-87-15</inkml:trace>
  <inkml:trace contextRef="#ctx0" brushRef="#br0" timeOffset="48737.18">15258 13335 0,'0'0'16,"317"-265"0,-17 71-1,17 0 1,-211 106-16</inkml:trace>
  <inkml:trace contextRef="#ctx0" brushRef="#br0" timeOffset="51850.17">15469 17586 0,'0'0'31,"-35"-53"-31,17 18 16,18 141 46,18 52-46,35 125 0,-18-160-1,0-35 1,-17-52 0</inkml:trace>
  <inkml:trace contextRef="#ctx0" brushRef="#br0" timeOffset="52526.23">15787 17762 0,'-18'-53'16,"36"106"-16,-36-123 15,1 52 1,17 36 203,17 52-204,1-34-15,17 34 16,18 1-1,18-36 1,-1-35 0,1-18-1,-1-70 1,-52 0 0,-18 0-1,0 53 1,0 17-1,0 106 32,0 53-31,35 53 0,-17-53-1,-18-17 1,0-71-1</inkml:trace>
  <inkml:trace contextRef="#ctx0" brushRef="#br0" timeOffset="53107.87">16475 17709 0,'0'0'0,"-18"-52"15,71-37 1,53 54 0,-36 106-1,-52 52 17,-18-52-32,0-18 15,-53 88 1,35-106-1,124-70 17,177-142-17,-107 54 1</inkml:trace>
  <inkml:trace contextRef="#ctx0" brushRef="#br0" timeOffset="53501.87">17462 17216 0,'0'0'0,"-17"-36"15,17 89 32,17 194-31,1-176-16,17 70 15,18-35 17,-17-18-17</inkml:trace>
  <inkml:trace contextRef="#ctx0" brushRef="#br0" timeOffset="54776.61">13652 13829 0,'0'0'0,"-123"35"15,123-70 1,106-18-16,211-159 15,142-52 17,52 17-17,1 53 1,52-18 0,-370 159-1,-123 53 1,-71 35-1</inkml:trace>
  <inkml:trace contextRef="#ctx0" brushRef="#br0" timeOffset="55578.96">15152 18750 0,'-177'88'15,"354"-176"-15,-389 176 16,371-176 0,158-141-1,160-53 17,1004-406-17,-969 494 16,-124 53-15,-229 105-16,35-17 16</inkml:trace>
  <inkml:trace contextRef="#ctx0" brushRef="#br0" timeOffset="58875.63">17745 17163 0,'0'0'0,"-18"0"16,-17 0 0,-18 17-1,0-17 1,35 18-16,-35 52 16,18 89-1,35 18 1,18-1-1,17-105-15,18-36 32,264-53-17,-175-123 1,-37-18 0,-87 71-16,-36-88 15,-105-1 16,-53 89-15,-18 141 0,105 18-16,19 17 15,-36 159 1,106-106 0</inkml:trace>
  <inkml:trace contextRef="#ctx0" brushRef="#br0" timeOffset="59520.46">17851 16492 0,'0'-70'16,"0"140"-16,0-246 16,0 123-1,-36 53 1,1 159-1,-18 511 1,53-35 0,-35 35-1,0-193 1,-18-319 15</inkml:trace>
  <inkml:trace contextRef="#ctx0" brushRef="#br0" timeOffset="60227.55">20655 14041 0,'0'0'15,"35"-230"1,-35 213 0,-53 193-1,-52 230 1,-19 158 15,54-246-31,17-19 16,-88 513-1,70-389 1</inkml:trace>
  <inkml:trace contextRef="#ctx0" brushRef="#br0" timeOffset="63287.14">25876 13370 0,'-17'0'16,"34"0"-16,-193 53 31,88 53-15,35 53-1,17 17 1,54 53 0,53-158-1,34-53 1,-34-36-1,-18-35 1,-53 18-16,0-53 16,-53 35-1,-70 35 1,-54 71 0,142 18-1,35-54 1</inkml:trace>
  <inkml:trace contextRef="#ctx0" brushRef="#br0" timeOffset="63676.45">26053 13600 0,'0'0'0,"17"-71"15,-17 53 1,0 89-1,-17 52 1,34-17 0,71-35-1,54-36 1,-54-53 0,-18-52-1,-52-18 1,-18-1-1,0 72-15,0-18 16,0 140 31,-18 54-31,18-71-16,0-17 15,18 123 1,35-88-1,-35-89 1</inkml:trace>
  <inkml:trace contextRef="#ctx0" brushRef="#br0" timeOffset="63943.73">26758 13723 0,'53'-123'47,"-106"246"-47,247-317 16,-88 194-1,-35 88 1,-54 177 15,-17-106-15,-17-54-1,-1-16 1,18-72-16</inkml:trace>
  <inkml:trace contextRef="#ctx0" brushRef="#br0" timeOffset="64337.14">26829 14023 0,'0'0'16,"53"-35"-1,105-54 1,54-16 0,-88 52-16,-19-18 15,89-35 1,-176 89 0,-18 105-1,-35 71 16,35 52-15,88-123 0,53-52-1,0-36 1,-17-53 0,-89 18-16,18-54 15,-53-16 1,-53-19-1,-35 53 1,35 54-16,-35-1 16,-53 36-1,70 35 1</inkml:trace>
  <inkml:trace contextRef="#ctx0" brushRef="#br0" timeOffset="64668.44">24888 15169 0,'89'-52'0,"-266"122"15,265-88-15,-105 54 16,123-36-16,35-18 15,511-105 1,-87 52 0,-1-17-1,-17 17 1,123-17 0,-405 53-1,-177 0 1,-123 35-1,-177 17 1</inkml:trace>
  <inkml:trace contextRef="#ctx0" brushRef="#br0" timeOffset="66604.15">26211 15434 0,'0'0'16,"-17"-18"-1,-1 1 1,18 52 31,0 194-32,0-70 1,18-35 0,-1-72-1,36-52 1</inkml:trace>
  <inkml:trace contextRef="#ctx0" brushRef="#br0" timeOffset="67045.08">26388 15487 0,'0'0'0,"0"-18"31,17 106 0,1 36-15,0-53-16,17-36 15,71 53 1,-36-88 0,1-35-1,-18-89 1,-53 36 0,0 0-1,0 53 1,0 17-1,0 71 1,0 88 0,-18 0-1,18-35 17,0-36-17,18-34-15,-1-19 16,19-17-1</inkml:trace>
  <inkml:trace contextRef="#ctx0" brushRef="#br0" timeOffset="68601.81">27058 15593 0,'0'-36'15,"0"72"-15,0-142 16,35 71-16,36-1 16,-18 36-1,-18 71 1,-35 52 0,-18 1-1,-34-18 1,34-106-1,71 0 1,123-88 0,230-142-1,-177 89 1</inkml:trace>
  <inkml:trace contextRef="#ctx0" brushRef="#br0" timeOffset="69121">27887 15028 0,'0'0'15,"-141"53"1,17 18-16,-34 52 15,-424 336 1,141-124 0,-36-35-1,-52-36 1,423-246 0,106-53-1</inkml:trace>
  <inkml:trace contextRef="#ctx0" brushRef="#br0" timeOffset="69467.85">29439 13176 0,'-17'0'16,"34"0"-16,-228 0 15,-107 36 1,-123 52 0,-176 70-1,-530 178 16,-423 157-15,1006-334 0,211-53-1,247-71 1</inkml:trace>
  <inkml:trace contextRef="#ctx0" brushRef="#br0" timeOffset="87827.22">25347 12718 0,'0'0'0,"-35"0"16,35-36-1,53-17 1,35 36 0,-53 34-1,-17 36 1,-18 53 0,-35 0-1,17-71-15,0 36 16,18-36-1,53-17 1,35 17 0,-70-17-16,0 17 15,-71 18 1,-88 0 15,-71 17 0,194-140-15,89-54 0,-18 71-1</inkml:trace>
  <inkml:trace contextRef="#ctx0" brushRef="#br0" timeOffset="88787.23">26088 12753 0,'-176'-53'15,"352"106"-15,-423-141 16,229 35 0,36 0-1,53 18 1,70 35 15,-53 70-15,-53 36-1,-17 17 1,-54 1 0,1-54-16,-18-17 15,-70 71 1,105-106 0,53-18-1,36-36-15,141-52 16,35 0-1,-142 53 1</inkml:trace>
  <inkml:trace contextRef="#ctx0" brushRef="#br0" timeOffset="90170.53">26811 12612 0,'-53'-35'16,"106"70"-16,-106-106 15,88 54 1,71-19-1,-53 54 1,-35 53 15,-18-19-31,-53 125 16,18-124 15,35-18-15,35-17-1,71 17 1,-71 0 0,-35-17-1,-53 35 1,-123 17 0,105-52-1,54-18 16,52-71-31</inkml:trace>
  <inkml:trace contextRef="#ctx0" brushRef="#br0" timeOffset="90469.93">27517 12594 0,'17'-17'15,"-34"34"-15,-1-87 31,-35 105-15,-17 35 0,34-17-1,54 0 1,17-35-16,71 17 16,0 0-1,-36 1 1,-70-1-1,-70 18 1,-36-18 15,-35-17-15</inkml:trace>
  <inkml:trace contextRef="#ctx0" brushRef="#br0" timeOffset="90627.73">27481 12612 0,'53'-53'16,"-106"106"-16,424-388 31,-142 176-15,-70 35 0,-106 89-16</inkml:trace>
  <inkml:trace contextRef="#ctx0" brushRef="#br0" timeOffset="91791.92">26405 16969 0,'0'0'15,"-88"0"1,71 0-16,17-36 16,52-17 15,19 18-31,0 17 15,-18 18 1,35 124 15,-53 35-15,18-1 0,-35-34-1,17-18 1,-18-71-1</inkml:trace>
  <inkml:trace contextRef="#ctx0" brushRef="#br0" timeOffset="91996.04">26352 17392 0,'-17'0'15,"34"0"-15,72-35 16,69-54 0,36-16 15,-17-19-15</inkml:trace>
  <inkml:trace contextRef="#ctx0" brushRef="#br0" timeOffset="92169.59">27270 16669 0,'0'0'16,"0"17"-1,0 89 1,0 71 0,17-1-1,19 71 16,-36-88-31</inkml:trace>
  <inkml:trace contextRef="#ctx0" brushRef="#br0" timeOffset="92847.22">25859 18080 0,'0'0'16,"105"-124"0,142-87-1,106-54 1,-159 106-16,230-176 16,-1 53-1,-88 123 1,-106 89-1,-176 70-15,-18 0 32,-105 0-17</inkml:trace>
  <inkml:trace contextRef="#ctx0" brushRef="#br0" timeOffset="93587.88">24430 13282 0,'-247'106'15,"494"-212"-15,-653 300 16,371-176-1,53-18 1,211-71 0,159-88-1,194-70 1,88 0 0,406-36-1,-423 142 1,-89 17-1,-176 53 1,-141 53 0,-282 18 15</inkml:trace>
  <inkml:trace contextRef="#ctx0" brushRef="#br0" timeOffset="101217.61">27570 12488 0,'0'-17'16,"0"34"-16,-36-70 31,-17 230 0,53-1-15,18-52-1,35-36 1,53-53 0,0-70-1,-1-36 1,-16-17 0,-72-35-1,-87-71 1,-54 158 15,-123 177-15,194-70-16,-35 141 15</inkml:trace>
  <inkml:trace contextRef="#ctx0" brushRef="#br0" timeOffset="102019.69">27517 16669 0,'0'0'0,"-53"0"16,-88 141-1,123 53 17,53-88-17,36-36 1,-1-52 0,71-89-1,-88-17 1,-17-18-1,-36-17 1,-53 35 0,-35 70 15,-18 124-15,88-53-1</inkml:trace>
  <inkml:trace contextRef="#ctx0" brushRef="#br0" timeOffset="102287.49">27746 15981 0,'0'0'16,"-35"0"0,17 17-16,0 54 15,-70 423 1,35-35 0,-17-36-1,-54 88 1,71-281-1,36-142 1</inkml:trace>
  <inkml:trace contextRef="#ctx0" brushRef="#br0" timeOffset="103027.24">28046 11906 0,'-18'53'31,"-88"176"-15,-229 653 15,106-370-15,35-53-1,-18 87 1</inkml:trace>
  <inkml:trace contextRef="#ctx0" brushRef="#br0" timeOffset="104272.21">24765 13441 0,'0'0'15,"18"0"1,123-88 0,88-53-1,124-71 1,88-17-1</inkml:trace>
  <inkml:trace contextRef="#ctx0" brushRef="#br0" timeOffset="106461.06">25717 11730 0,'0'0'0,"-17"-35"16,17 17-1,0 0 1,-18 18-1,1 36 17,17 87-17,-18 1 1,18-19 0,18-34-1,123-53 16,17-36-15,-16-35 0,-37 0-1,-69 0 1</inkml:trace>
  <inkml:trace contextRef="#ctx0" brushRef="#br0" timeOffset="106634.77">25982 11818 0,'-18'-18'16,"36"36"-16,-53-18 16,35 124-1,0 52 1,0-70-16,17 123 16,-17-17-1,0-89 1</inkml:trace>
  <inkml:trace contextRef="#ctx0" brushRef="#br0" timeOffset="111028.93">28981 9243 0,'0'0'0,"53"-71"31,0 36-16,-53 17 1,0 36 31,0 105-31,0-70-1,17-17 1,36-1-1,35-35 1,0-18 0,1-17 15,-54-18-15,0-18-1,-35 36 1,0 18-1,18 17 17,35 17-17,0 18 1,-18 1 0,-17-19-1,-18 19 1,-18-19-1,0-17 1,89-53 15,-1 0 1,54-52-1,-124 87-31</inkml:trace>
  <inkml:trace contextRef="#ctx0" brushRef="#br0" timeOffset="111233.84">28751 9842 0,'0'0'16,"-17"18"-1,299-88 17,723-230-17,-652 229 1</inkml:trace>
  <inkml:trace contextRef="#ctx0" brushRef="#br0" timeOffset="112318.07">26494 12435 0,'-36'-35'16,"72"70"-16,-72-105 31,36 105 0,0 106-15,36-70 15,-19-18-15,1-53-1,35-18 1,-18-52 0,0-36-1,-35 53 1,0 35 0,0 71-1,0 88 1,-17 0-1,17 0 1,0 53 0</inkml:trace>
  <inkml:trace contextRef="#ctx0" brushRef="#br0" timeOffset="114925.48">26635 11589 0,'0'-53'16,"0"106"-16,0-141 16,0 70-16,-18 18 15,-35 35 1,0 106 0,0 53-1,53-17 1,18-124-16,35 35 15,0-53 17,70-88-1,-105-53-15,-18 36-1,-71 35 1,-34 70-1,-19 53 1</inkml:trace>
  <inkml:trace contextRef="#ctx0" brushRef="#br0" timeOffset="116655.3">1923 15628 0,'0'0'0,"105"-88"15,142-124 1,71-70 0,-1 17-1,89-34 1,-247 175 0,-124 124-1,-123 124 1,-159 122-1</inkml:trace>
  <inkml:trace contextRef="#ctx0" brushRef="#br0" timeOffset="116812.66">2505 15311 0,'-388'317'15,"776"-634"-15,-829 687 16,458-405-16,89-89 16,582-476-1,-88 124 16,-36 106-15,-334 229-16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7:03:46.23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11359 13952 0,'-35'-70'15,"70"140"-15,-87-211 16,34 88-1,18 36 1,18 140 31,17 89-31,-18-106-16,1 52 15,17 1 1,18-53-1,0-35 1,0-71 0</inkml:trace>
  <inkml:trace contextRef="#ctx0" brushRef="#br0" timeOffset="329.8">11924 14023 0,'0'-106'15,"0"212"-15,-71-300 16,18 194 15,0 18-15,36-1 0,17 18-16,70 36 15,36-18 1,0-18-1,-35 53 1,-89 1 0,-53-37-1,1-34 17,52-177-1,195-105-16,-107 193 1</inkml:trace>
  <inkml:trace contextRef="#ctx0" brushRef="#br0" timeOffset="533.11">12753 13476 0,'0'-18'31,"0"36"-31,-35 88 31,-18 88-15,35 18-1,-17-1 1,17 19 0,18-195-1</inkml:trace>
  <inkml:trace contextRef="#ctx0" brushRef="#br0" timeOffset="690.25">12488 13988 0,'-53'-36'16,"106"72"0,-123-89-16,105 17 15,18 36 1</inkml:trace>
  <inkml:trace contextRef="#ctx0" brushRef="#br0" timeOffset="817.29">13264 14182 0,'0'0'15</inkml:trace>
  <inkml:trace contextRef="#ctx0" brushRef="#br0" timeOffset="1651.14">13458 13882 0,'-17'-18'31,"34"36"-31,-52-36 16,0 89-1,35 35 1,0-1 0,88-52-1,-53-35-15,18 0 16,71-36-1,-71 0 1,-53-35 0,-18 18-16,-53-53 15,-17 17 1,18 1 0,17 17-1,123-53 1,1 53-1,194-106 17,-142 54-17,-70 16 1,-35-34 0,-54 70-1,-17 18 1,18 17-1,17 18 1,18 124 0,0 105-1,36 106 1,-1 35 0,0 142-1,-17-248 1,0-69-1,17-107 1,0-71 0,-35-34 15,0-142-15,-53-17-1,0 17 1,-35 71-1,53 70 1,35 0 0,35-17-1,89-35 1,52-19 0</inkml:trace>
  <inkml:trace contextRef="#ctx0" brushRef="#br0" timeOffset="2060.1">14922 13794 0,'-35'0'15,"70"0"-15,-105 0 16,52 35 0,18 18-1,36 0 1,105 35-1,-53-18 1,-70-17 0,-54 18-1,-123 17 1,71-70 0,35-71-1,53 0 1</inkml:trace>
  <inkml:trace contextRef="#ctx0" brushRef="#br0" timeOffset="2217.55">14817 13899 0,'0'0'15,"53"-35"1,17 0 0,107-18-1,-72 35 1,1 18-1</inkml:trace>
  <inkml:trace contextRef="#ctx0" brushRef="#br0" timeOffset="2833.34">15646 13829 0,'0'-18'16,"0"36"-16,0-53 16,-36 35-1,-69 35 16,16 159-15,107-124 0,35-17 15,35-35-15,-53-18-16,18-18 15,-17-35 1,-36-17-1,35-36 17,0 53-32,0 36 15,18 17 17,71 123-1,-107-88-31,36 36 15,0-36 1,-17-17 0,-1-1-1,-18-70 1,-17-17 0,0-18-1,18 35 16,-18 18-31,18 35 16,-1-18 0</inkml:trace>
  <inkml:trace contextRef="#ctx0" brushRef="#br0" timeOffset="3498.22">15699 13847 0,'-18'0'15,"36"0"-15,-142-18 16,54 36 0,-19 87-1,1 72 16,123-19 1,107-140-17,-37-36 1,-16-70 0,-36 0-1,-36-35 1,-70-1-1,18 71-15,-71 0 16,-17 71 0,52 17-1</inkml:trace>
  <inkml:trace contextRef="#ctx0" brushRef="#br0" timeOffset="3942.53">15628 14182 0,'-18'0'31,"-52"70"-15,35 18 15,35 18-15,0-70-16,0 52 16,52-35-1,19-36 1,35-34-1,-53-19 1,-18-34 0,-17-18-1,-54 17 1,19 36-16,-18-1 16,-89 19-1,71 17 1</inkml:trace>
  <inkml:trace contextRef="#ctx0" brushRef="#br0" timeOffset="4606.2">16281 13899 0,'-36'0'31,"72"0"-31,-107 53 16,53 36-1,36-1 1,0-53-16,-1-17 15,54 17 17,-18-35-17,-35-88 17,-18 0-17,17-1 1,1 54-1,17 17 1,-17 18-16,-1 0 16,72 106-1,-19-35 1,18-1 0,53-17-1,-70-53 1,-18-17-1,0-19 1,-36-52 0,-52-106-1,-35 71 17,-195 52-17,53 142 16,107 52-15</inkml:trace>
  <inkml:trace contextRef="#ctx0" brushRef="#br0" timeOffset="5572.41">18609 13970 0,'-71'0'31,"1"0"-15,35-18 0,35-17-1,0 17 1,70 18 0,-35 18-1,18 35 1,-53-18-1,0 1 17,-35-19-32,0-17 15,17 0 17,18-70-17,35 52-15,-17 18 16</inkml:trace>
  <inkml:trace contextRef="#ctx0" brushRef="#br0" timeOffset="6103.95">18644 14640 0,'-35'0'15,"70"0"-15,-88 0 32,71 0-17,17 0 17,-17 0-17,-36 18 16,-52 17-15,70-52 15,17 17 1,1 0-1,-36-36 125</inkml:trace>
  <inkml:trace contextRef="#ctx0" brushRef="#br0" timeOffset="12402.94">19914 14005 0,'-158'-17'31,"316"34"-31,-405-105 16,230 18 0,105-19-1,0 89 1,0 106 15,18 265 0,-124-248-15,1-70-16,-71 18 16,17-54-1,18-17 1,-17-88-1,52 35 1,18 18 0,71 35-1,17 17 1,-35 1-16,0-18 16,123 18-1,-53-54 1,-34-17-1,-54-70 1,-35 17 0,-18 18-1,1 35 1,17 71 31,17 140-32,19-34 1,-1-18 0,35 17-1,-17-87 1</inkml:trace>
  <inkml:trace contextRef="#ctx0" brushRef="#br0" timeOffset="12655.19">21378 13811 0,'0'-17'16,"0"34"-16,0-52 16,0 53-1,-35 105 1,-36 36 15,19 52-15,34-105-1,-17-35 1,-1-53-16</inkml:trace>
  <inkml:trace contextRef="#ctx0" brushRef="#br0" timeOffset="12812.07">20902 13988 0,'-35'0'16,"70"0"-16,-53 0 31,71 0-15</inkml:trace>
  <inkml:trace contextRef="#ctx0" brushRef="#br0" timeOffset="12954.83">21414 14358 0,'17'-35'31</inkml:trace>
  <inkml:trace contextRef="#ctx0" brushRef="#br0" timeOffset="13821.04">22472 13741 0,'-88'-18'31,"176"36"-31,-212-36 0,1 36 16,52 70-1,19 0 16,52-35-31,0 0 16,123 17 0,-17-70-1,0-17 1,-71-1-16,0-52 16,-35-19-1,-88 1 1,-53 0-1,0 53 1,88 17-16,18 18 16,70-70-1,106-19 1,35-16 0,1-107-1,-124 88 1,-53 19-1,-18 34 1,-35 53 15,18 1-15,0 105 0,35 124-1,0 87 1,17 231-1,54-195 1,17-88 0,18-106-1,-36-53 1,-52-70-16,0-1 16,-18-34-1,0-54 1,-18-35-1,-88-52 1,0 87 0,18 36 15,70 35-15,36-18-1,141-17 1,-36-18-16,1 0 15</inkml:trace>
  <inkml:trace contextRef="#ctx0" brushRef="#br0" timeOffset="14340.75">23513 13794 0,'0'0'15,"-18"-36"1,71-17-1,106-17 1,-124 70 0,18 17-1,-53 36 1,-18 36 0,-35 16-1,53-69 1,71 34-1,-1-17 1,-17-18 0,-53 1-1,-88-1 1,-18-35 0,18 0-1,70-88 16</inkml:trace>
  <inkml:trace contextRef="#ctx0" brushRef="#br0" timeOffset="14701.84">24553 13582 0,'0'0'31,"-88"0"-15,0 70 0,17 36-1,36 35 1,35-35 15,18-53-31,140 18 16,-105-71-1,0-36 17,-53-69-17,-17 69 1,-54 19 0,1 17-1,-36 35 1</inkml:trace>
  <inkml:trace contextRef="#ctx0" brushRef="#br0" timeOffset="15269.14">24906 13688 0,'0'-18'15,"0"36"-15,-18-36 16,-87 71 15,105 53-15,17-18 0,107 0-1,-71-88 1,-18 0 15,-35-123-15,0-36-1,18 71 1,52 17 15,142 212-15,-124 1 15,0-37-15,36-34-1,-1-36 1,18-35 0,-88-17-16,35-54 31,-35-52-16,-53-19 1,-176-69 0,-36 175-1,-52 72 1,123-19 0</inkml:trace>
  <inkml:trace contextRef="#ctx0" brushRef="#br0" timeOffset="17882.2">15064 16016 0,'0'0'16,"0"124"15,0 105-15,0-106-16,0 1 15,0-1-15,0 36 16,17-53 0,36-53-1,18-36 1</inkml:trace>
  <inkml:trace contextRef="#ctx0" brushRef="#br0" timeOffset="18276.62">15628 16404 0,'0'0'0,"0"-88"15,-106 17 17,53 89-17,18 0-15,35 17 16,0 53-1,88-35 1,36 0 0,-36 0-1,-70 17 1,-36-17 0,-70 0-1,-1-35 1,37-18 15,122-335 0,195 141-15</inkml:trace>
  <inkml:trace contextRef="#ctx0" brushRef="#br0" timeOffset="18482.14">16192 16192 0,'0'18'31,"36"88"-15,70 35 0,17 0-1,-52-70-15,87 17 31,125-35-15</inkml:trace>
  <inkml:trace contextRef="#ctx0" brushRef="#br0" timeOffset="18671.07">16792 16245 0,'0'0'16,"-211"124"-1,87 52 17,1 1-17,52-36 1,71-18 0,18-87-16</inkml:trace>
  <inkml:trace contextRef="#ctx0" brushRef="#br0" timeOffset="19026.28">17780 16157 0,'-35'0'31,"70"0"-31,-106 0 16,36 88 0,70 54 15,54-72-15,34 18 15,-52-35-16,-36-18 1,-35-17-16,-53 35 16,-53-18-1,0-35 1,18-53 0</inkml:trace>
  <inkml:trace contextRef="#ctx0" brushRef="#br0" timeOffset="19170.05">17604 16334 0,'17'-18'16,"-34"36"-16,158-107 15,0 19 1,35-1 0,-88 54-16,-17 17 15</inkml:trace>
  <inkml:trace contextRef="#ctx0" brushRef="#br0" timeOffset="19573.08">18821 16192 0,'0'0'0,"-18"-35"15,-53-18 1,1 36-1,35 17-15,-18 0 16,35 53 0,53-1-1,71 19 1,-35-18-16,-18-18 16,35 89-1,-70-36 16,-160 53-15,89-123-16,-35-1 16,35-52-1,71-88 17,194-160-17,-124 213 1,0 17-16</inkml:trace>
  <inkml:trace contextRef="#ctx0" brushRef="#br0" timeOffset="19747.6">20108 16034 0,'0'0'15,"-17"0"63</inkml:trace>
  <inkml:trace contextRef="#ctx0" brushRef="#br0" timeOffset="19890.36">20214 16775 0,'0'0'16,"18"-36"15,17-17-31</inkml:trace>
  <inkml:trace contextRef="#ctx0" brushRef="#br0" timeOffset="20368.02">21272 16087 0,'0'0'0,"-70"-18"15,70-70 1,141 17 0,-53 89-1,-17 70 16,-54 36-15,-34 17 0,-18-88-16,-36 52 15,0-34 1,36-53 0,70-18-1,18-18 1,36-17-16,87-53 15,18-1 1,-18-17 0</inkml:trace>
  <inkml:trace contextRef="#ctx0" brushRef="#br0" timeOffset="20555.16">22260 15946 0,'0'-18'0,"0"36"0,0-54 15,-35 107 16,-18 123-15,35-71 15,18-17-15,0-53-16,0 0 16,0-18-16,18 1 15</inkml:trace>
  <inkml:trace contextRef="#ctx0" brushRef="#br0" timeOffset="20823.84">23072 15928 0,'-18'0'16,"18"35"-1,53 71 1,35 35 0,89 18-1,-89-106 17,18-88-17</inkml:trace>
  <inkml:trace contextRef="#ctx0" brushRef="#br0" timeOffset="20981.84">23495 16051 0,'0'0'0,"-35"-70"15,-36 70 1,-88 106 0,18 70-1,18 0 16,-36 107-15,159-266 0</inkml:trace>
  <inkml:trace contextRef="#ctx0" brushRef="#br0" timeOffset="21551.86">24130 15963 0,'-106'-35'32,"212"70"-32,-229-123 0,140 35 31,177-17-15,-159 87 15,-17 36-16,-18 35 1,-35 0 0,17-52-16,1 17 15,17-18 1,70-17 0,1 34-1,-36-34 1,0 35-1,-17-18 1,-18-17 0,-71 17-1,18-35-15,18 0 16,-88-17 0,105-54-1</inkml:trace>
  <inkml:trace contextRef="#ctx0" brushRef="#br0" timeOffset="21898.1">25012 15540 0,'0'0'16,"35"-35"-1,-52 123 16,-19 71 1,36-71-32,0 53 15,36-35 1,52-53 0,0-36-1,-53-17-15,18 0 16,18-88-1,-71 17 1,-71 19 0,18 34-16,-17 18 15,17 0-15,-88 70 16,88-52 0</inkml:trace>
  <inkml:trace contextRef="#ctx0" brushRef="#br0" timeOffset="23336.15">16034 15910 0,'0'0'0,"53"-88"15,-18 53 1,-106 70 0,-70 89-1,-35 105 1,-18 88-1,-18 36 1,89-176 0,-107 140-1,-34-17 17,246-265-17,53-52 1,36-36-1,-36 17 1</inkml:trace>
  <inkml:trace contextRef="#ctx0" brushRef="#br0" timeOffset="25593.93">16069 17956 0,'0'-17'16,"0"34"-16,-53-140 16,-17 70-1,-36 35 1,-53 71-1,88 35 17,36 1-17,35-19 1,35-52-16,71-18 16,18-18-1,-1-52 1,-17-19-1,-53 37 1,-18 16 0,-35 54-1,0 123 1,18 141 0,-1 142 15,54-89-16,-53-318 1</inkml:trace>
  <inkml:trace contextRef="#ctx0" brushRef="#br0" timeOffset="26522.93">25118 15487 0,'0'0'15,"17"-71"1,1 18 0,-18 36-1,-53 70 17,-106 141-17,-88 106 1,-229 229-1,159-212 1,105-87 15,89-72-15,87-87-16</inkml:trace>
  <inkml:trace contextRef="#ctx0" brushRef="#br0" timeOffset="27121.62">24571 17127 0,'0'-88'16,"0"176"-16,0-229 16,0 177 15,0 87-15,0-35-16,-18 0 31,18 230 0,36-248-15,-1-70-1</inkml:trace>
  <inkml:trace contextRef="#ctx0" brushRef="#br0" timeOffset="27500.53">25135 17198 0,'36'-106'16,"-72"212"-16,72-282 31,-36 158-31,-71 0 16,1 71-1,34 35 1,36 1 15,71-1-15,88 18-1,-106-36 1,-53-17 0,-53 0-1,-89-35 1,72-54-1,52-70 1,106-88 0,89-35-1</inkml:trace>
  <inkml:trace contextRef="#ctx0" brushRef="#br0" timeOffset="29963.44">16510 17445 0,'0'0'16,"-18"17"0,-52 125-1,-54 122 1,54-87-16,-124 228 16,17-34-1,36-195 1,71-141 15</inkml:trace>
  <inkml:trace contextRef="#ctx0" brushRef="#br0" timeOffset="30670.38">25365 16510 0,'70'-71'15,"-140"142"-15,158-159 16,-123 158 15,-142 160-15,71-72-1,-176 195 1,-229 265 15,370-424-15,105-124 0,36-52-16,36-36 15</inkml:trace>
  <inkml:trace contextRef="#ctx0" brushRef="#br0" timeOffset="31113.88">26035 17480 0,'0'0'16,"-88"-159"15,141 71-15,53 35-1,-71 53-15,18 0 16,35 106 0,-88 35-1,-71 0 1,18-70-16,-35 17 16,53-35-1,53-53 1,158-71-1,177-87 1,-142 52-16,1 0 16,17-17-1</inkml:trace>
  <inkml:trace contextRef="#ctx0" brushRef="#br0" timeOffset="33271.41">27129 16563 0,'53'-141'15,"-106"282"-15,123-300 16,-123 247 0,-123 195-1,-89 140 1,-193 230 15,175-265-15,89-106-1,36-123 1</inkml:trace>
  <inkml:trace contextRef="#ctx0" brushRef="#br0" timeOffset="34029.25">17321 17251 0,'0'0'15,"265"-300"1,52 35 0,1-17-1,-1 53 1,72 35-1,-266 141 17,-88 53-17,-211 264 1</inkml:trace>
  <inkml:trace contextRef="#ctx0" brushRef="#br0" timeOffset="35129.78">18133 17604 0,'0'0'0,"-36"35"15,-52-17 1,-53-1 0,71-17-1,34-53 1,36 0-1,36-17 1,-1 34-16,0 19 16,71 34-1,-35 72 1,-36 34 0,-18 1-1,-87 34 16,-1-105-15,-17-17 0,53-36-1,0-89 1,52 36 0,36 18-1,18 35 1,17 35-1,-35 1-15,35 17 16,0-18 0,-17-35-1,17-35 1</inkml:trace>
  <inkml:trace contextRef="#ctx0" brushRef="#br0" timeOffset="35472.18">18768 17621 0,'17'-106'15,"-34"212"1,34-300 0,-70 177-1,-52 34 1,16 71 0,19 18-1,52-53-15,18-18 16,53-17-1,35-18 1,-17-35 0,-18 0-1,-18 35 1,-17 141 0,-1 88-1,1 36 1,0 70-1</inkml:trace>
  <inkml:trace contextRef="#ctx0" brushRef="#br0" timeOffset="42009.86">1870 15011 0,'0'0'15,"-335"229"1,211-141 0,89-70-1,211-106 1,230-212 0,-124 106-16,318-177 15,-36 71 1,-140 106-1,-107 106 1,-299 124 0,-106 105-1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7:04:45.01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3739 13123 0,'-158'0'16,"316"0"-16,-528-17 16,70 17-1,-53 53 1,-52 88 0,-124 159 15,299-106-16,160 17 1,140-34 0,354-19-1,34-175 1,71-107 0,0-52-1,1-36 1,-301 89-16,141-124 15,-264 18 1,-247 87 0,-600 72-1,406 140 1,-18 54 0</inkml:trace>
  <inkml:trace contextRef="#ctx0" brushRef="#br0" timeOffset="5816.96">8167 5944 0,'0'0'15,"-71"18"1,230-89 0,194-87-1,123-19 1,18-34 0,-265 105-16,195-53 31,-107 71-16,-335 88 1</inkml:trace>
  <inkml:trace contextRef="#ctx0" brushRef="#br0" timeOffset="6038">8802 5768 0,'-247'123'15,"494"-246"-15,-547 264 16,459-176 0,193-106-1,125-71 1,281-106 0,-370 195-1,-176 88 1</inkml:trace>
  <inkml:trace contextRef="#ctx0" brushRef="#br0" timeOffset="9117.73">6544 5397 0,'-71'0'16,"142"0"-16,-247-123 31,158-18-15,36-35-1,87-36 1,89-17 0,-70 140-16,141-87 15,-19 105 1,-34 89-1,-35 123 1,-107-35-16,71 106 16,-35-1-1,0-17 1</inkml:trace>
  <inkml:trace contextRef="#ctx0" brushRef="#br0" timeOffset="10171.6">20373 1147 0,'0'0'16,"-53"-124"0,106 53-1,88 36 16,-70 53-15,-19 70 0,-16 36-1,-36 17 1,0-88-16,0 35 16,0-18-1,-18-17 1,-17-35-1</inkml:trace>
  <inkml:trace contextRef="#ctx0" brushRef="#br0" timeOffset="10549.35">20267 1482 0,'0'0'16,"141"-89"-1,36 19 1,-1-18 15,-17 17-15,-71 1-1,-70 70-15,-18-18 16,-36 18 0,1 18-1,17 52 1,18-35-16,89 36 15,34-18 1,-35-18 0,-53 0-1,-35-17 1,-141 53 0,36-36-1,34-35 1</inkml:trace>
  <inkml:trace contextRef="#ctx0" brushRef="#br0" timeOffset="10691.01">20973 1199 0,'17'-35'16,"-34"70"-16,87-140 16,-17 52-16,0 0 15,123-35 1,-105 70-1</inkml:trace>
  <inkml:trace contextRef="#ctx0" brushRef="#br0" timeOffset="11038.03">20002 2117 0,'0'0'16,"-52"53"-1,104-53 1,143 0 0,140-53 15,88 0-16,0-18 1,-229 36-16,-35 17 16,88-17-1,-229 35 1,-89 0 0,18 0-16,-17 18 15,-1-1-15,1-17 16</inkml:trace>
  <inkml:trace contextRef="#ctx0" brushRef="#br0" timeOffset="11793.02">20443 2434 0,'-52'-17'16,"104"34"-16,-104-52 15,69 0 1,71-1 0,-35 19-1,-17 17 1,-19 35-16,-17 53 16,0 0-1,53 1 1,18-37-1,-36-34-15,0 0 16,-35-1 0,-106 1 15,-35 35-15,88-53-16,0 18 15,36-18-15,-1-18 16</inkml:trace>
  <inkml:trace contextRef="#ctx0" brushRef="#br0" timeOffset="12248.89">21131 2364 0,'-70'0'15,"140"0"-15,-211 17 16,124 19-16,-1 52 15,53-18 1,36-34 0,-18-36-1,-18 0-15,0-36 16,-17-34 15,-18-18-15,18 17-1,34 36 1,37 52 0,-19 89-1,-17 35 1,18-35 0,-1-53-1,-17-53-15,18 0 16,-1-88-1,-52-18 1,-18 0 0,-18 53-16,-35-35 15,0 53 1,36 35 0</inkml:trace>
  <inkml:trace contextRef="#ctx0" brushRef="#br0" timeOffset="12501.87">22578 1623 0,'0'0'0,"53"53"31,105 105-15,-87-69 0,-18-36-1,-35-53 1,-18-18 0</inkml:trace>
  <inkml:trace contextRef="#ctx0" brushRef="#br0" timeOffset="12658.65">22913 1640 0,'-18'-35'0,"36"70"0,-53-123 15,-1 88 1,-87 141 15,52 18-15,1 0 0,17 35-1</inkml:trace>
  <inkml:trace contextRef="#ctx0" brushRef="#br0" timeOffset="12894.13">23319 1587 0,'0'0'0,"0"-17"16,0 34-1,-18 178 1,18-72 0,0-17 15,18-53-15</inkml:trace>
  <inkml:trace contextRef="#ctx0" brushRef="#br0" timeOffset="13335.92">23548 1640 0,'0'-35'16,"0"70"-16,0-88 15,0 124 17,18 35-17,-1-71-15,18 0 16,18 1-1,-35-36 1,0-71 15,-1 36-31,54-124 16,-18 159 15,0 0 0,0 88-15,52 53 0,-16-88-1,-19-35 1,-17-18 0,-18-53-1,-35 35-15,0-70 16,-35 18-1,-35-1 1,-36 71 0,35 0-16</inkml:trace>
  <inkml:trace contextRef="#ctx0" brushRef="#br0" timeOffset="13509.38">23530 1887 0,'71'-35'16,"17"17"-16,-247 71 0,441-141 15,-17 0 1,-71 17 0,-123 54-16,-36-1 15</inkml:trace>
  <inkml:trace contextRef="#ctx0" brushRef="#br0" timeOffset="14044.79">20937 2522 0,'-17'0'16,"34"0"-16,177-70 15,124-36 1,52-53 15,-176 89-31,124-71 16</inkml:trace>
  <inkml:trace contextRef="#ctx0" brushRef="#br0" timeOffset="14753.66">20726 2381 0,'0'0'0,"-141"124"16,-71 70-1,-17 35 1,-18 0 0</inkml:trace>
  <inkml:trace contextRef="#ctx0" brushRef="#br0" timeOffset="15069.23">21696 1041 0,'0'0'16,"-353"123"-1,-53 71 1,-123 53-1,-35 0 1,317-141 0</inkml:trace>
  <inkml:trace contextRef="#ctx0" brushRef="#br0" timeOffset="17093.07">21608 3863 0,'-53'0'16,"106"0"-16,-159 0 15,71 0-15,17 0 32,-53-124-17,71 89 1,18 0-1,0 35-15,17 18 16,18 70 15,-18 35-15,-35 1 0,0-71-16,-18-1 15,-105 72 1,35-89-1,0-35 1,52-53 0,54-70-1,35 70 1,17 53 0,19 0-1,-1 35 16,-53 0-31,141 36 16,-105-89 0,-18-35-1,17-88 17,-52 36-17,0 34 16,-18 53 1,0 71-17,53 18 1,53-1 0,-54-52-16,1 17 15,-35-17-15,17 0 16,-52 17-1,-54 18 1,-17-36 0,53-17-16</inkml:trace>
  <inkml:trace contextRef="#ctx0" brushRef="#br0" timeOffset="17209.89">21996 3739 0,'17'-35'15,"-34"70"-15,105-140 16,53 52 0,-53 35-16</inkml:trace>
  <inkml:trace contextRef="#ctx0" brushRef="#br0" timeOffset="17414.16">23125 3334 0,'0'0'0,"-18"-18"16,-53 142-1,18 70 1,1 17 0,-19 107-1,0-159 1</inkml:trace>
  <inkml:trace contextRef="#ctx0" brushRef="#br0" timeOffset="17555.93">22560 3863 0,'0'0'0,"-18"-53"16,36 35-16,35 1 15,0 17-15</inkml:trace>
  <inkml:trace contextRef="#ctx0" brushRef="#br0" timeOffset="17666.02">23177 4163 0,'-17'0'16,"34"0"-16,-52 0 15</inkml:trace>
  <inkml:trace contextRef="#ctx0" brushRef="#br0" timeOffset="17917.62">20867 4762 0,'-106'18'15,"212"-36"-15,158-17 16,407-106 0,193-18-1,-17 36 1,-230 52-1</inkml:trace>
  <inkml:trace contextRef="#ctx0" brushRef="#br0" timeOffset="29728.06">19509 5891 0,'-18'-17'16,"36"34"-16,-54-87 16,89 17-1,18-18 1,-18 54-16,0 17 16,0 0-1,-53 53 1,0 70-1,-18-70-15,18 53 16,0-36 0,35 1-1,36-36 1,-36-17-16,-17 0 16,-1-1-1,-87 1 1,-36 17-1,18 0 1,52-35 15,54 0-31</inkml:trace>
  <inkml:trace contextRef="#ctx0" brushRef="#br0" timeOffset="29964.58">20038 5909 0,'17'-88'31,"-34"176"-31,123-211 16,-36 193 0,-17 54-1,0 17 1,-18 0-1,-35-88 1,0 53-16,-17-36 16</inkml:trace>
  <inkml:trace contextRef="#ctx0" brushRef="#br0" timeOffset="30325.43">20038 6262 0,'0'0'0,"0"-35"16,17 17-16,36-17 16,194-54-1,-88 36 1,-53 1 0,-71 16-1,-70 36 16,35 36-15,35 34 0,89 18-1,-71-52 1,-53-1 15,-18 0-15,-53 0-1,54-17-15,-36-18 16</inkml:trace>
  <inkml:trace contextRef="#ctx0" brushRef="#br0" timeOffset="30451.72">20567 6103 0,'0'-35'16,"0"-18"-16,0 141 0,18-247 15,87 71 1,54 18-1,-18 52 1</inkml:trace>
  <inkml:trace contextRef="#ctx0" brushRef="#br0" timeOffset="30672.65">21167 6121 0,'0'0'15,"17"0"17,160 0-17,-19-36 1,19 19 0,-54-1-1,-35 18 1</inkml:trace>
  <inkml:trace contextRef="#ctx0" brushRef="#br0" timeOffset="31144.55">22031 5838 0,'0'-52'16,"0"104"-1,0-140-15,0 71 16,18 87 31,-1 36-31,36-18-1,35-35 1,-35-35-1,-35-36 1,17-35 0,-17-17-1,-18 34-15,0-34 16,0 35 0,0 52 15,35 124 0,-17-70-31,-18 17 16,17-17 15,-17-18-15</inkml:trace>
  <inkml:trace contextRef="#ctx0" brushRef="#br0" timeOffset="31475.6">22666 5786 0,'18'-53'16,"-36"106"-16,53-124 16,-35 53-1,0 71 16,0 18-15,36-1 0,87 1-1,-70-53 1,-18-1 15,-17 1 0,-36-18-15,1 17-16,-54 1 16,0-18-1</inkml:trace>
  <inkml:trace contextRef="#ctx0" brushRef="#br0" timeOffset="31806.21">22772 5786 0,'17'-36'15,"-34"72"-15,105-125 16,-35 54-16,17 17 16,89-17-1,-88 70 1,-54 71 0,1 18-1,53-18 1,-1-71-1,18-35 17,1-53-17,-19-71 1,-70 19 0,-70-1-1,-54 88 1,-176 106-1</inkml:trace>
  <inkml:trace contextRef="#ctx0" brushRef="#br0" timeOffset="32419.01">19262 6703 0,'-247'0'16,"494"0"-16,-671 17 15,530-17 17,282 0-17,282-70 1,195-1-1,34 18 1,-52 18 0,-459 35-16,229-18 15,-158 18 1,-230 0 0,-211 0-1,-89 0 1</inkml:trace>
  <inkml:trace contextRef="#ctx0" brushRef="#br0" timeOffset="37253.71">25682 4304 0,'0'0'0,"-70"0"16,70-18-1,35-17 1,53 17 0,-17 18-1,-36 18-15,18 35 16,-35 35 0,-18 0 15,-36 0-16,36-123 32,53 0-31,-18 0-16,1 17 16,70 0-1,-71 18 1,0 36-1,0-1 1,-17 0 0,-18-17 15,-18-1-31</inkml:trace>
  <inkml:trace contextRef="#ctx0" brushRef="#br0" timeOffset="37395.33">26141 4357 0,'35'-106'32,"-70"212"-32,370-441 15,-212 299 1,-87 36 0</inkml:trace>
  <inkml:trace contextRef="#ctx0" brushRef="#br0" timeOffset="38027.15">25841 4921 0,'0'0'16,"0"18"15,0 35-16,35 0 1,36 0 15,-71-36-15,0 1 0,-71 0-1,1-1 1</inkml:trace>
  <inkml:trace contextRef="#ctx0" brushRef="#br0" timeOffset="38327.18">25823 4939 0,'0'0'0,"71"-35"16,35 17 0,-71 18-1,18 53 1,35 17-1,-53-17 1,18-35 0,-17-18 15,34-141 0,-88 70-15,-52 36-1,-18 35 1,-18 35 0</inkml:trace>
  <inkml:trace contextRef="#ctx0" brushRef="#br0" timeOffset="38561.9">25259 5609 0,'18'18'31,"-36"-36"-31,529-17 16,-334 0-16,193-36 15,18-35 1,-106 53 0,-158 18 15</inkml:trace>
  <inkml:trace contextRef="#ctx0" brushRef="#br0" timeOffset="40276.28">20443 7761 0,'0'0'16,"-70"-18"-1,123-52 16,17 17-15,-17 35 15,35 54-15,-35 52 0,-35 0-1,0-17 1,-1-19-1,1-34 1,17-18 0,1-18-1,16-52 1,-34 35-16,17-36 16,1 36-1,-1 17 1,18 18-1,70 18 1,-70 17 0,-53 0 15,0 18-15,-17-17-16,-19-1 15,1-18-15</inkml:trace>
  <inkml:trace contextRef="#ctx0" brushRef="#br0" timeOffset="40434.1">21026 7655 0,'0'0'0,"105"-123"16,107-71-1,-106 123 1,-71 71-16</inkml:trace>
  <inkml:trace contextRef="#ctx0" brushRef="#br0" timeOffset="42374.85">20302 7761 0,'0'0'0,"-53"0"15,53-18 1,18-17 0,106-18-1,-36 36 1,-18 34 0,1 71-1,-18 36 16,-36-54-31,-17 54 16,18-36 0,-18-17-1,0-18 1,0-36-16,0 1 16</inkml:trace>
  <inkml:trace contextRef="#ctx0" brushRef="#br0" timeOffset="43335.18">19756 8467 0,'0'0'0,"-230"17"31,230 1-15,141 17 15,353-35-15,-282 0-1,476-88 1,-265 35 0,-141 18-1,-193 35-15,-19-18 16,-158 53 15,-71 18-15</inkml:trace>
  <inkml:trace contextRef="#ctx0" brushRef="#br0" timeOffset="43854.62">20461 9013 0,'-53'0'16,"106"0"-16,-71-35 31,89 0-15,-18 0 0,17 52-1,-70 1 1,36 105 15,34 18-15,36-52 15,-71-54-15,-35 18-1,-35 0 1,-106 17-1,88-70 1,18-17 0,35-107-1</inkml:trace>
  <inkml:trace contextRef="#ctx0" brushRef="#br0" timeOffset="44075.38">20902 8943 0,'0'-18'32,"141"18"-17,-53 53 1,-35 18 15,-35-36-31,0 53 16,-18-17-1,-18-18 1,0-36-16</inkml:trace>
  <inkml:trace contextRef="#ctx0" brushRef="#br0" timeOffset="44421.37">20990 9313 0,'18'-17'16,"-36"34"-16,195-175 15,-54 52 1,1 0 0,-36 35-1,-35 18 1,-53 71 15,-18 35 0,18 35-15,71 18 0,-1-53-1,-35-18 1,-35-17 15,-70 17-15,35-35-1</inkml:trace>
  <inkml:trace contextRef="#ctx0" brushRef="#br0" timeOffset="44563.56">21519 8961 0,'53'-71'15,"-106"142"-15,265-283 16,-141 159-16,-18 18 15,35-18 1</inkml:trace>
  <inkml:trace contextRef="#ctx0" brushRef="#br0" timeOffset="44862.07">22578 7885 0,'0'0'31,"123"35"-15,36 106-1,-71-53 1,-35-35-1,-18-35 1,-17-18 15</inkml:trace>
  <inkml:trace contextRef="#ctx0" brushRef="#br0" timeOffset="45019.07">23072 7814 0,'0'0'16,"-18"-18"-1,-53 107 1,-34 69 0,16 19-1,1 17 1,71-141 0,-1-18-1</inkml:trace>
  <inkml:trace contextRef="#ctx0" brushRef="#br0" timeOffset="45270.6">23460 7867 0,'0'-18'16,"0"36"-16,0 17 31,0 89-15,0-54-16,0 36 15,17-35 1,1-54 0,0-17-1</inkml:trace>
  <inkml:trace contextRef="#ctx0" brushRef="#br0" timeOffset="45744.39">23724 7937 0,'0'0'0,"0"-17"16,0-1-16,0 71 62,18 18-46,17-18 0,36-36-1,-18-34 1,17-36 0,1 0-1,-1 0 1,-34 53-1,17 106 1,35-18 0,53-18-1,-71-70 1,89-35 0,-71-35-1,-35-19 1,-53 54-16,18-71 31,-71 36-31,-70 52 31,-54 53-15,71 1-16</inkml:trace>
  <inkml:trace contextRef="#ctx0" brushRef="#br0" timeOffset="52930.98">20002 7973 0,'0'0'0,"-264"53"15,193-36 1,230-70 15,353-141-15,-54 18 0,-34-18-1,-72 0 1,-87 70-1</inkml:trace>
  <inkml:trace contextRef="#ctx0" brushRef="#br0" timeOffset="53327.85">20002 9790 0,'-176'52'16,"352"-104"-16,-422 140 16,404-141-1,195-88 1,123-53 15,18 0-15,-264 105-16,-19 19 15,195-71 1,-371 123 0</inkml:trace>
  <inkml:trace contextRef="#ctx0" brushRef="#br0" timeOffset="53733.23">22049 9613 0,'0'0'0,"-18"-17"15,0-1 1,1 36 0,17 17-16,-18 18 15,71 53 1,53-54 0,-36 1-1,-52-17 1,-71 34-1,-53-17 1,0-35 0,53-53-1</inkml:trace>
  <inkml:trace contextRef="#ctx0" brushRef="#br0" timeOffset="53874.56">21996 9578 0,'0'-18'16,"0"36"-16,141-159 16,106 17-1,53 1 1</inkml:trace>
  <inkml:trace contextRef="#ctx0" brushRef="#br0" timeOffset="54376.93">25488 8079 0,'-17'0'16,"34"0"-16,1 0 31,193-36-15,-105 19-1,-53 17 1,-70 53 0,-142 70 15,-53-17-16,195-88 17,34-18-32,54-18 15,370-123 1,-265 53 0</inkml:trace>
  <inkml:trace contextRef="#ctx0" brushRef="#br0" timeOffset="55084.17">26811 7796 0,'-106'-35'16,"212"70"-16,-265-123 15,177 18 1,70 52-1,36 53 17,-89 230-1,-123-124-15,-18-53-1,71-70-15,-18-18 16,53-18-1,35-70 1,53 17 0,-53 54-16,71 17 15,-35 35 1,17 0 0,0-17 15,53-106-16,-141 17 1,-17 1 0,-19 52-1,19 18 17,52 71-17,36-1 16,123 1-15,-124-89 0,-70-53-1,0 1 1,-88 17 15,-229 106-15,264 0 15,53 17-15,35-34-16</inkml:trace>
  <inkml:trace contextRef="#ctx0" brushRef="#br0" timeOffset="55304.75">28028 7461 0,'0'-17'16,"0"34"-16,-35 54 31,-89 193-15,36-105-1,35 0 1,18-36-1,17-87 1</inkml:trace>
  <inkml:trace contextRef="#ctx0" brushRef="#br0" timeOffset="55415.35">27728 7885 0,'0'-89'31,"0"178"-31,53-195 15</inkml:trace>
  <inkml:trace contextRef="#ctx0" brushRef="#br0" timeOffset="55525.75">28011 8026 0,'0'0'0,"0"17"16,17 1-1,-34 0 1</inkml:trace>
  <inkml:trace contextRef="#ctx0" brushRef="#br0" timeOffset="57918.41">19544 12788 0,'0'0'16,"0"-35"-1,0 17 1,18 124 15,17 53-15,18-36-1,70-17 1,-52-88 0,-1-53 15,-17-36-15,-35-35-1,-18 0 1,-18 36-1,18 52 1,-17 18 0,17 35-16,0 106 15,0 1 1,0-1 0,17 0-1,1-35 1,35-53-1</inkml:trace>
  <inkml:trace contextRef="#ctx0" brushRef="#br0" timeOffset="58217.7">20373 12894 0,'0'-18'16,"0"36"-16,-35-36 15,-1 36 1,19 88 0,52-36-1,71-17 1,-36-35-16,-17 17 16,18-17-16,-18 17 15,-36 0 1,-70 1-1,-70 17 1,35-53 0,35 0-1</inkml:trace>
  <inkml:trace contextRef="#ctx0" brushRef="#br0" timeOffset="58547.48">20426 13035 0,'53'-88'31,"-106"176"-31,194-264 16,-18 105 0,1 18-1,-36 89 1,-17 140 0,-54-53-1,36-34 1,0-54-1,35-17 1,-35-54 0,-35-17-1,-18-35 17,-159-88-17,106 140 1,36 19-1</inkml:trace>
  <inkml:trace contextRef="#ctx0" brushRef="#br0" timeOffset="58799.35">21661 13176 0,'-53'0'15,"106"0"-15,-89 0 16,142-17 0,35-36-1,18 17 1,-71 1-1</inkml:trace>
  <inkml:trace contextRef="#ctx0" brushRef="#br0" timeOffset="59303.51">22490 12753 0,'0'0'31,"0"-18"-31,-18 1 16,18 52 15,18 141-15,34-70-1,1-53 1,18-18 0,0-35 15,-54 0-31,54-141 31,-54 53-15,-17 53-16,0-1 15,0 19 17,0 70-1,0 53-15,0-18-1,18 53 1,0-71-1,-18-52 1</inkml:trace>
  <inkml:trace contextRef="#ctx0" brushRef="#br0" timeOffset="59618.38">23036 12894 0,'0'-18'15,"0"36"-15,0-53 31,0 88-15,18 17 0,17 18-1,18-52 1,-35-19-16,17-17 16,0 0-1,1-35 1,-19-36-1,-17-34 1,0 16 0,-35 72-1,0 17 1,17 0-16</inkml:trace>
  <inkml:trace contextRef="#ctx0" brushRef="#br0" timeOffset="59944.5">23654 12753 0,'0'0'16,"-53"-18"-1,18 18-15,17 0 16,0 0-16,1 53 15,17 0 1,53 18 0,17-18-1,1-1 1,-71-34 15,-36 0-15,19-18-16,-19 0 31</inkml:trace>
  <inkml:trace contextRef="#ctx0" brushRef="#br0" timeOffset="60092.04">23636 12771 0,'18'-36'15,"-36"72"-15,106-142 16,53-18-1,36 1 1,-89 35 0,-70 70-16</inkml:trace>
  <inkml:trace contextRef="#ctx0" brushRef="#br0" timeOffset="60643.37">18538 14270 0,'-123'35'31,"246"-70"-31,-228 70 16,334-53 0,459-52-1,0-18 1,194-36 0,123 18-1,442-35 1,-742 53-1,-282 35 1,-264 36 15,-212 17-15,-35 0-16,-229 35 16,105-18-16</inkml:trace>
  <inkml:trace contextRef="#ctx0" brushRef="#br0" timeOffset="64606.25">19897 14728 0,'0'-17'16,"0"34"-16,0 1 47,35 88-32,0-18 1,53 18 0,-52-88-1,17-18 1,-36 0-16,1-18 15,-18 0-15,35-70 16,-17 18 0,-18 34-1,17 36 32,19 124-31,-1-18-1,-35-1 1,18-16 0,-1-1-1</inkml:trace>
  <inkml:trace contextRef="#ctx0" brushRef="#br0" timeOffset="64874.15">20690 14870 0,'0'-18'16,"18"88"15,53 19-15,34-36-1,-16 0 16,-107 35-15,-105-18 0,-1-17-1,18-53 1</inkml:trace>
  <inkml:trace contextRef="#ctx0" brushRef="#br0" timeOffset="65016.39">20602 14940 0,'18'-53'15,"-36"106"-15,106-194 16,54 35 0,122-70-1,-140 141 1,-89 52 0</inkml:trace>
  <inkml:trace contextRef="#ctx0" brushRef="#br0" timeOffset="65290.37">19544 15928 0,'0'0'0,"18"0"16,52 0-16,18-18 15,53-17-15,159-36 16,53-17 0,0 35-1,-71 0 1,-141 18 0,-159 53-1,-70 17 16</inkml:trace>
  <inkml:trace contextRef="#ctx0" brushRef="#br0" timeOffset="65692.67">20073 16016 0,'-18'18'16,"36"70"15,17 35-31,1-17 16,17-18-1,-36-70-15,54 0 32,35-106-17,-71-18 1,-35 17-1,0 54-15,0 176 63,17 18-47,-17-18-1,18-35 1,17-53-1,-17-53 1</inkml:trace>
  <inkml:trace contextRef="#ctx0" brushRef="#br0" timeOffset="65891.02">20726 16298 0,'0'0'0,"35"18"47,0 53-32,1-19 1,-36 19 0,0-53-1</inkml:trace>
  <inkml:trace contextRef="#ctx0" brushRef="#br0" timeOffset="66199.57">20726 16334 0,'0'0'0,"17"-71"15,89 0 1,18 36 0,-19 18-1,-16 87 1,-54 1-1,18-18 1,-18-18 0,36-53-1,-36-35 1,-35-17 0,-18-18-1,-105 17 1,35 53-1,17 36 1,53 0 0</inkml:trace>
  <inkml:trace contextRef="#ctx0" brushRef="#br0" timeOffset="66448.02">21872 15416 0,'18'0'16,"17"18"-16,-88-36 0,194 107 15,-35-1 1,-35-18-1,-1-17 1,-52-53 0</inkml:trace>
  <inkml:trace contextRef="#ctx0" brushRef="#br0" timeOffset="66637.07">22243 15346 0,'-18'-18'16,"36"36"-16,-71-53 15,0 70 1,-35 106 0,17 18-1,18 52 1,35-122 0,18-72-1</inkml:trace>
  <inkml:trace contextRef="#ctx0" brushRef="#br0" timeOffset="66856.55">22454 15399 0,'18'0'15,"-36"0"-15,36 88 31,0 18-15,-1-18 0,-17 0-1,18-70 1</inkml:trace>
  <inkml:trace contextRef="#ctx0" brushRef="#br0" timeOffset="67361.33">22737 15416 0,'0'0'0,"0"-35"16,0 17-1,17 54 17,54 122-17,-36-105 16,-17-35-15,17-36 0,-17-35-1,-1-52 1,18 34 0,36 18-1,-18 53 1,17 71-1,19-1 17,105 18-17,-159-88 1,0 0 0,-35-35-16,18 0 15,-18 0-15,0-71 31,-106-18-15,0 107 15,-53 34-15</inkml:trace>
  <inkml:trace contextRef="#ctx0" brushRef="#br0" timeOffset="67866.78">19614 15557 0,'0'0'16,"71"-70"-1,158-106 1,89-36-1,35 18 1,70 17 0,-282 160-1,-123 105 1,-54 0 0</inkml:trace>
  <inkml:trace contextRef="#ctx0" brushRef="#br0" timeOffset="68135.28">19650 16880 0,'158'-53'31,"107"-123"-15,-89 88-16,195-106 15,17 35 1,-53 18 0,-88 70-1,-141 71 1,-177 142 0</inkml:trace>
  <inkml:trace contextRef="#ctx0" brushRef="#br0" timeOffset="68355.11">21202 16933 0,'0'0'16,"18"36"30,-1 69-30,1-52-16,-1 0 16,1-17-16,17-1 15,-17-35 1</inkml:trace>
  <inkml:trace contextRef="#ctx0" brushRef="#br0" timeOffset="68623.19">21484 17039 0,'0'-17'0,"0"34"0,0 36 47,53 35-32,-35-70-15,52 17 32,-17-35-32,-18-35 31,-35-18-16,0-35 1,-70 17 0,17 71-1,0 18 1</inkml:trace>
  <inkml:trace contextRef="#ctx0" brushRef="#br0" timeOffset="68954.69">24306 15540 0,'-35'0'16,"70"0"-16,-35 0 16,124-18-1,35-35 1,-106 36-16,-1 17 15,-34 0-15,0 35 16</inkml:trace>
  <inkml:trace contextRef="#ctx0" brushRef="#br0" timeOffset="69065.82">24589 15628 0,'-53'35'0,"106"-70"0,-212 141 16,124-88 0,158-36-1,53-70 1,1-36-1</inkml:trace>
  <inkml:trace contextRef="#ctx0" brushRef="#br0" timeOffset="69254.62">25153 15134 0,'0'0'16,"0"71"30,35 35-14,-17-1-32,17 1 15,1-71-15,-19 18 16</inkml:trace>
  <inkml:trace contextRef="#ctx0" brushRef="#br0" timeOffset="69537.48">25488 15205 0,'0'-18'15,"0"36"-15,0-54 16,0 54-16,0 17 16,0 18-16,0 35 15,53-17 16,0-36-15,0-35 0,-35-17-1,-18-107 1,-36 54 0,-17 17-1,0 35 1,18 0-1</inkml:trace>
  <inkml:trace contextRef="#ctx0" brushRef="#br0" timeOffset="69821.7">26282 14852 0,'0'-18'31,"0"1"-31,0 52 0,-18-70 16,-17 88-1,-18 105 1,-35 54 0,17-18-1,36-106-15,0 36 16,35-54-1</inkml:trace>
  <inkml:trace contextRef="#ctx0" brushRef="#br0" timeOffset="69932.02">25894 15258 0,'0'-18'16,"0"36"-16,53-124 15,17 88 1</inkml:trace>
  <inkml:trace contextRef="#ctx0" brushRef="#br0" timeOffset="70073.14">26458 15540 0,'0'0'0,"0"-18"47</inkml:trace>
  <inkml:trace contextRef="#ctx0" brushRef="#br0" timeOffset="71644.78">8784 12929 0,'0'0'0,"0"-17"16,0 87 0,0 36-1,18-35 17,35-36-17,17-17 1,-34-36-1,-19-35 1,1 0 0,-18 0-1,0 35-15,0 1 16,0 52 15,0 71-15,17 35-1,19 71 1,-1-124 0,18-53 15</inkml:trace>
  <inkml:trace contextRef="#ctx0" brushRef="#br0" timeOffset="71928.23">9260 13123 0,'0'-17'16,"0"34"-16,-17-52 16,17 70-1,0 71 1,17-18 0,36-35-1,-17-35-15,17-18 16,-18-35 15,-18-36-15,1-17-1,-36 17 1,-70 1 0,35 70-1,0 17 16</inkml:trace>
  <inkml:trace contextRef="#ctx0" brushRef="#br0" timeOffset="72181.08">9754 13000 0,'0'-18'15,"0"36"-15,0 70 47,53-17-31,0-18 0,-35-1-1,-18 1 1,-36 53-1,19-88 1</inkml:trace>
  <inkml:trace contextRef="#ctx0" brushRef="#br0" timeOffset="72338.5">9701 13088 0,'0'0'0,"-17"-18"16,34-17-1,124-71 1,36 53 0,-107 53-1</inkml:trace>
  <inkml:trace contextRef="#ctx0" brushRef="#br0" timeOffset="72574.3">10319 13458 0,'-18'0'16,"36"0"-16,17-35 31,177-88-16,-54 52 1,-87 54 0</inkml:trace>
  <inkml:trace contextRef="#ctx0" brushRef="#br0" timeOffset="73031.95">11024 13017 0,'-35'0'15,"70"0"-15,-105-52 31,123-1-15,0 35 0,-36 18-16,18 35 15,-17 53 1,-18 18 0,0-35-1,0-18 1,106 0-1,-53-53 1,-35 17 0,-71 19-1,-89 17 1,90-36 0,52-52-1</inkml:trace>
  <inkml:trace contextRef="#ctx0" brushRef="#br0" timeOffset="73550.5">11518 13035 0,'0'-18'16,"0"-17"-16,0 88 0,35-176 15,18 70 1,0 53 15,0 141-15,-53 35-1,-35-105 1,35-54 0,106-105 15,-18 0 0,0-35-15,-70 123 15,-1 17-15,36 36-1,18 0 1,-18-35-1,-18-18-15,36 0 16,-36-53 0,-17-18-1,-18 1 1,-71 17 0,-88 70-1,1 89 1,87-35-1</inkml:trace>
  <inkml:trace contextRef="#ctx0" brushRef="#br0" timeOffset="74104.36">8026 14146 0,'-124'36'31,"142"-36"-31,88-36 0,-106 72 16,370-72-1,530-105 1,-107 18 0,36 17-1,-35-18 1,0-17-1,-582 106 1,-177 17 0,-123 36-1,-124 17 1</inkml:trace>
  <inkml:trace contextRef="#ctx0" brushRef="#br0" timeOffset="78589.67">6068 13600 0,'0'-53'16,"0"106"-16,-18-159 16,0 106-16,-34-36 15,34 36 1,0 0 0,1 18 15,17 106-16,0-72 17,17-16-17,36-1 1,0 0 0,-35 1-1,-18 17 1,0-18-1,0-70 17,35-54-17,18 19 1,-18 34 0,-17 36-16,17 0 15,18 18 1,0 35-1,0-35 1,17-18 0,19-53-1,-72 17 17,-17-16-17,-35 16 1,-88 1-1,52 53 1,0 105 0,19-35-1</inkml:trace>
  <inkml:trace contextRef="#ctx0" brushRef="#br0" timeOffset="81066.05">9172 14975 0,'0'-88'15,"0"176"-15,-17-229 16,-1 106-16,0 17 16,-35 18-1,36 18 1,-1 53 0,18-36-16,35 35 15,36 1 1,17-18-1,-35 0 1,-53 0 15,0-18-31,-123 71 16,70-106 0,35-18-1,53-141 1,36 54 15,70-37 0,-70 90-15,-19-37 0,-34 72-1,0 17 1,-18 88 15,35-18-15,18-17-1,0 0 1,-18-17 15,-70 87-15,17-105-1,1-18 1</inkml:trace>
  <inkml:trace contextRef="#ctx0" brushRef="#br0" timeOffset="81244.78">9543 14922 0,'-18'-52'16,"36"104"-16,-18-228 15,70 35 1,124-35-1,-88 87 1,-18 72 15,-52 17-31</inkml:trace>
  <inkml:trace contextRef="#ctx0" brushRef="#br0" timeOffset="81568.98">8184 16210 0,'0'0'0,"-35"18"16,300-71 15,35-71-15,35-17-1,194-53 1,-229 106 0,-124 53-1,-123 17 1,-176 142-1,-71-1 1</inkml:trace>
  <inkml:trace contextRef="#ctx0" brushRef="#br0" timeOffset="81994.89">8855 16298 0,'0'-17'16,"0"34"15,0 107-15,17 52 0,19-35-1,-1-88-15,0-18 16,71-17-1,-53-53 1,0-71 0,-36 53-16,1-88 15,-18 35 1,0 71 0,0 105 30,18 160-46,-1-89 16,19-18 0,-1-34-1,18-89 17</inkml:trace>
  <inkml:trace contextRef="#ctx0" brushRef="#br0" timeOffset="82272.66">9507 16563 0,'18'-71'16,"-36"142"-16,36-106 31,-18 123-15,35-35 0,71-18-1,-35-53 1,-18-35-1,-36-17 1,-52-54 15,-36 89-31,-17 35 16,18 35 0</inkml:trace>
  <inkml:trace contextRef="#ctx0" brushRef="#br0" timeOffset="82530.85">10107 16210 0,'0'0'15,"18"53"16,52 53-15,-34-36 0,-36 19-1,-18-1 1,-35-18 15,35-70-31</inkml:trace>
  <inkml:trace contextRef="#ctx0" brushRef="#br0" timeOffset="82672.59">10107 16404 0,'0'-88'31,"0"176"-31,53-247 16,53 36 0,70-36-1,-105 71-15,17 35 16</inkml:trace>
  <inkml:trace contextRef="#ctx0" brushRef="#br0" timeOffset="82940.98">11060 15152 0,'0'0'16,"-18"-35"15,0 52-15,-52 195-1,-1-53 1,18-36-1,18-88 1</inkml:trace>
  <inkml:trace contextRef="#ctx0" brushRef="#br0" timeOffset="83161.06">10636 15311 0,'-17'-106'15,"17"70"-15,17 178 0,-34-301 16,52 176 15,53 72-15,0-19-1,71 36 1,-53-106 0,-53 0-1</inkml:trace>
  <inkml:trace contextRef="#ctx0" brushRef="#br0" timeOffset="83350.34">11307 15117 0,'0'0'0,"0"-89"16,-18 36 15,18 71 0,0 106-15,0-19-1,0-16 1,18-19 0,52-52-1</inkml:trace>
  <inkml:trace contextRef="#ctx0" brushRef="#br0" timeOffset="83790.64">11518 15187 0,'0'0'0,"0"-88"16,0 53-16,0-1 15,-17 36 17,-1 18-17,18 35 1,0 0-16,35 0 16,0-36-1,1-17 1,-1-17-1,-17-36 1,-1-53 0,1 71-1,17 35 1,18 17 0,53 89-1,-18-71 1,-17-35-1,-18-35 1,-18-53 15,-35 17-15,-35 1 0,-36 35-1,36 17 1,17 18-16</inkml:trace>
  <inkml:trace contextRef="#ctx0" brushRef="#br0" timeOffset="84168.08">12841 15046 0,'-35'0'31,"70"0"-31,-35-18 32,106-35-17,0 18 1,-89 35-1,-17 71 1,-53 35 0,1-18-1,157-124 17,72-87-17,-1-18 1,-105 70-1</inkml:trace>
  <inkml:trace contextRef="#ctx0" brushRef="#br0" timeOffset="99012.32">10319 15998 0,'0'-17'16,"-36"87"171,-16 89-171,-1 35 0,35-17-1,18-125-15,35 19 16,36-53 0,35-54-1,-18-87 1,-53 52-16,-17-70 15,-54-18 1,-69 54 0,-19 69-1,71 36-15,-17 18 16,34 35-16,-34 70 16,52-70-1</inkml:trace>
  <inkml:trace contextRef="#ctx0" brushRef="#br0" timeOffset="99719.36">9419 16880 0,'-35'18'16,"70"-36"-16,-105 54 16,70-54-1,229-176 1,71-18 0,35 1-1,-53 52 1,-70 88-1,-195 71 1,1 0 15</inkml:trace>
  <inkml:trace contextRef="#ctx0" brushRef="#br0" timeOffset="100096.73">11359 15311 0,'-17'0'16,"34"0"-16,54-18 15,0-35-15,34 0 16,266-176-1,-160 105 1,-52 36 0,-106 70-1</inkml:trace>
  <inkml:trace contextRef="#ctx0" brushRef="#br0" timeOffset="104649.18">14482 14605 0,'-106'0'15,"212"0"-15,-318 0 16,124-35 0,70-18-1,18-18 1,53 18-1,-18 53-15,53 0 16,1 53 0,-36 53-1,-36 18 1,-52 52 0,-36-106 15,-35-17-16,89-70 1,-1-1-16,18-17 16,35 17-1,36 18 17,35 18-17,53-1 1,-36-52-1,-17-53 17,-36 0-32,-52 0 15,-18-53 1,-35 88 15,35 35-15,-18 18-1,18 53 1,18 88 0,17 0-1,0 18 1,1-53 0,-19-53-16,19 0 15,-1-36 1</inkml:trace>
  <inkml:trace contextRef="#ctx0" brushRef="#br0" timeOffset="104944.28">15769 14235 0,'0'-53'15,"0"106"-15,0-142 16,0 72 0,0 34-1,-35 266 1,-18-1 0,35-53-1,-17-35 1,35-53-1,-18-88 17</inkml:trace>
  <inkml:trace contextRef="#ctx0" brushRef="#br0" timeOffset="105094.07">15434 14870 0,'-53'-18'16,"106"36"-16,-124-54 15,160-52 17,-36 70-32</inkml:trace>
  <inkml:trace contextRef="#ctx0" brushRef="#br0" timeOffset="105205.35">15998 15064 0,'36'35'15,"-72"-70"-15,107 105 16,-53-70-1,-36 18 1</inkml:trace>
  <inkml:trace contextRef="#ctx0" brushRef="#br0" timeOffset="105475.51">14217 16140 0,'-141'70'16,"282"-140"-16,-265 140 16,354-140-1,334-160 17,-88 72-17,-35 69 1,-158 36-1,-195 53 1,-123 53-16,-177 71 16,36-36 15</inkml:trace>
  <inkml:trace contextRef="#ctx0" brushRef="#br0" timeOffset="105599.3">15064 16175 0,'0'0'16,"-635"317"-1,635-299-15,211-71 31,953-370 1,-846 317-32,282-106 31</inkml:trace>
  <inkml:trace contextRef="#ctx0" brushRef="#br0" timeOffset="131210.63">28081 12365 0,'0'-18'15,"0"36"-15,0-53 16,35-18-1,106-18 1,-70 71 0,-18 0-1,-53 106 1,-18 0 0,1-53-1,-19 17 1,54 18 15,106-35-15,-72-17-1,-87-1 17,-71 0-17,53-17-15,18-18 16,-18 0-1,71-53 17,35 18-32</inkml:trace>
  <inkml:trace contextRef="#ctx0" brushRef="#br0" timeOffset="131745.73">28646 12365 0,'0'-35'16,"0"70"-16,0-123 15,0 70-15,17-17 16,89-1 0,-53 54-1,-18 53 1,-35 34 0,0 37-1,0-89 1,0-36-1,71-17 1,-1-35 0,-34 0-16,17-54 15,-18 1 17,-18 18-17,-17 52 1,0 36-1,18 52 1,35 18 0,18-52-1,-19-19-15,-16-17 16,-19 0-16,54-17 16,-53-36-1,-1 0 1,-70-35-1,-17 52 1,17 1 0,35 35 15</inkml:trace>
  <inkml:trace contextRef="#ctx0" brushRef="#br0" timeOffset="131935.01">29739 12347 0,'0'0'15,"18"0"1,17 0 0,53-35-1,-52 17-15,34 1 16,159-89-1</inkml:trace>
  <inkml:trace contextRef="#ctx0" brushRef="#br0" timeOffset="132439.71">30551 12047 0,'-18'-17'15,"36"34"-15,-1-87 16,18 35-16,1 17 16,52-17 15,-88 158-15,0-35-1,0-35-15,35 18 16,36-18-1,-1 0 17,-34-18-1,-72-18-31,-87 1 16,35-18-1,35-18 1,88-70 15</inkml:trace>
  <inkml:trace contextRef="#ctx0" brushRef="#br0" timeOffset="132974.64">31274 11994 0,'53'-88'16,"-106"176"-16,106-264 31,-71 123-31,-70 35 15,0 54 1,35 52 0,88-35-1,71 17 17,0-17-17,-53-35 1,-53 0-16,0-1 15,-71-17 1,18 0 0,53-70 15,18 34-31,70-52 0,18 53 16,-18 35-1,-17 53 1,-36-18-16,0 0 15,124 1 1,-53-36 0,-18-53-1,-35-18 1,-36-88 0,-70 36 15,-35 52-16,-53 54 17,-18 87-17,71-17-15</inkml:trace>
  <inkml:trace contextRef="#ctx0" brushRef="#br0" timeOffset="133399.1">28063 13035 0,'0'0'0,"-211"71"16,140-36-1,142-35 1,246-35 0,212-89-1,-229 71-15,424-70 16,52 17-1,0-17 1,-124 34 0,-387 54-16,105 0 15,-229 17 1,-158 18 0,-160 53-1,36-18-15</inkml:trace>
  <inkml:trace contextRef="#ctx0" brushRef="#br0" timeOffset="134897.47">28646 13652 0,'-36'-35'16,"72"70"-16,-89-105 15,35 70 1,18 53 453,-18 70-454,18-17 1,36 53 15,34-124-15,36-35-1,-71 0-15,1-53 16,-19 0 0,-17-17-1,0 17 17,0 35-32,-17 18 31,17 71-16,-18 52 1,0 36 0,18-53-1,0-36 1,18-34 0,17-1-1,-17-35-15</inkml:trace>
  <inkml:trace contextRef="#ctx0" brushRef="#br0" timeOffset="135197.93">29069 13952 0,'0'-70'16,"0"140"-16,0-158 16,0 194 15,0 17-16,18 1 1,87-54 0,-34-70-1,-1-52 1,-17-125 0,-53 36-1,-53 0 1,-35 88-1,-18 88 1,-17 71 0</inkml:trace>
  <inkml:trace contextRef="#ctx0" brushRef="#br0" timeOffset="135874.41">28716 13441 0,'18'-35'16,"-36"70"-16,18-70 47,-35 158-32,0-17-15,-1 0 16,-17 194-1,53-159 1,18-53 0,70-35-1,-35-53 1,0-36 0,-35-34-1,-18-18 1,-53 0 15,17 70-31,-34 18 16,17 0-1,18 35 1,35-17 0</inkml:trace>
  <inkml:trace contextRef="#ctx0" brushRef="#br0" timeOffset="136252.22">28716 13494 0,'0'-71'16,"0"142"-16,0-159 16,-18 88-1,-52 211 1,17 19-1,18-1 1,35-53 15,17-88-15,19-52-16,34-36 16,1 0-1,-36-71 1,-17-17-1,-18 35-15,-53-53 16,-18 71 0,1 53-1,-1 52 1</inkml:trace>
  <inkml:trace contextRef="#ctx0" brushRef="#br0" timeOffset="136554.94">28028 14905 0,'-17'0'15,"34"0"-15,-17 0 16,124-35-1,123-36 1,35-17 0,18 35-1,-159 18-15,88-1 16,-105 19 0,-89-1-1,-70 18 16</inkml:trace>
  <inkml:trace contextRef="#ctx0" brushRef="#br0" timeOffset="137040.91">28310 15293 0,'0'0'15,"-35"-18"1,35-17-16,0-18 15,53 18 1,0 0 0,-18 35-1,-17 0-15,-18 35 16,0 124 0,0-71-1,0-18 1,106 18-1,-53-52 1,-36-1 0,-70 0 15,-70 18-15,17-35-1,71-18-15,17-53 16</inkml:trace>
  <inkml:trace contextRef="#ctx0" brushRef="#br0" timeOffset="137545.14">28769 15311 0,'18'-71'31,"-36"142"-31,124-195 15,-71 124 1,0 53 0,-35 35-1,-17 53 17,-1-88-17,36-35 1,52-18-1,19-71 1,-37 18-16,1-35 16,-17 35-1,-36 36 1,17 70 15,36-1-15,18-34-1,-1-18 1,-34 0-16,-1-35 16,-18-36-1,-52 1 1,-71 52 0,1 36-1,16 35 16</inkml:trace>
  <inkml:trace contextRef="#ctx0" brushRef="#br0" timeOffset="137827.34">29863 14235 0,'0'0'0,"17"-18"15,71 18 1,1 53 0,-36-18-16,35 36 15,-18-18 1,-34-36-1</inkml:trace>
  <inkml:trace contextRef="#ctx0" brushRef="#br0" timeOffset="137985.01">30215 14146 0,'0'0'0,"-35"-35"15,17 35-15,-17 0 16,-53 106-1,17 17 1,36 19 0,35-19-1,35-52 1</inkml:trace>
  <inkml:trace contextRef="#ctx0" brushRef="#br0" timeOffset="138207.01">30498 13988 0,'0'0'15,"0"17"17,0 89-17,17-18 1,19 18-1,-1-53 1</inkml:trace>
  <inkml:trace contextRef="#ctx0" brushRef="#br0" timeOffset="138639.04">30868 13970 0,'0'0'0,"0"-18"15,-18 71 1,18 18 15,18-36-31,0-17 16,17-18-16,18 17 16,0-34-1,-18-54 1,0-17 15,-17 53-31,17-1 16,36 36-1,17 36 1,35 17 0,-70-36-16,71-17 15,-18-17 1,-18-54-1,-35 1 1,-53 34-16,17 1 16,-17-18-16,-35-35 15,-71 53 1,-52 52 0,52 36-1</inkml:trace>
  <inkml:trace contextRef="#ctx0" brushRef="#br0" timeOffset="139169.31">29333 13406 0,'-35'-18'15,"70"36"-15,-87-36 16,16 106 0,-17 177-1,36-71-15,-1-18 16,-52 371 0,52-230-1,18-52 1,0-159-1</inkml:trace>
  <inkml:trace contextRef="#ctx0" brushRef="#br0" timeOffset="139457.16">29757 14834 0,'0'0'0,"17"-35"16,-17 53 0,-17 123-1,-18-18-15,-18 18 16,-71 353-1,54-194 1,52-159 0</inkml:trace>
  <inkml:trace contextRef="#ctx0" brushRef="#br0" timeOffset="140018.7">27922 14799 0,'0'0'16,"89"-123"-1,-19 34 1,301-281 0,-107 105-1,-52 54 1,-142 140-16,-17 18 16,0 18-1</inkml:trace>
  <inkml:trace contextRef="#ctx0" brushRef="#br0" timeOffset="140342.47">28593 12859 0,'17'35'47,"19"88"-31,-19-70-16,1 18 15,-1 211 1,-17-158 0</inkml:trace>
  <inkml:trace contextRef="#ctx0" brushRef="#br0" timeOffset="140694.79">27640 15840 0,'-53'35'16,"106"-70"-16,-71 52 15,195-122 1,105-90 0,89-34-1,-19 0 1,-193 141-16,70-53 16,-123 88-1,-176 123 16,-71 36 1</inkml:trace>
  <inkml:trace contextRef="#ctx0" brushRef="#br0" timeOffset="141658.6">29069 16140 0,'-35'35'47,"35"35"-32,70-17 1,18-17-1,-35-1 1,-17 0 0,-72 0 15,-34 1-15,-1-19-1,36-34 1</inkml:trace>
  <inkml:trace contextRef="#ctx0" brushRef="#br0" timeOffset="141785.74">29104 16210 0,'35'-18'15,"-70"36"-15,123-106 32,124-106-17,-106 141 1</inkml:trace>
  <inkml:trace contextRef="#ctx0" brushRef="#br0" timeOffset="142463.53">29774 16969 0,'-35'-36'15,"70"72"-15,-87-160 16,69 1 0,54-1-1,-18 89-15,52 17 16,1 106-1,35 71 1,-17-35 0,-71-89-16,35 0 15,-35-35 1,-53-88 15,-35-53-15,17 53-16,-17-89 15,35 54 1,0 88 0</inkml:trace>
  <inkml:trace contextRef="#ctx0" brushRef="#br0" timeOffset="142731.43">30850 16387 0,'-17'0'16,"-1"0"-1,18 35 1,0 35 0,106 54-1,-53-54 1,-53-34-1,0-1 1,-71-17 0,18-18-16,0 0 15</inkml:trace>
  <inkml:trace contextRef="#ctx0" brushRef="#br0" timeOffset="143030.68">30621 16598 0,'0'-35'16,"0"70"-16,88-158 15,89 35 1,17 17 0,-53 53-1,-71 107 1,-52 16 0,17-34-1,1-36 1,-1-35-1,-18 0-15,1-70 16,-18-19 0,-35 1-1,-71 35 1,53 53-16,-53 0 16,53 36-1,53-19 1</inkml:trace>
  <inkml:trace contextRef="#ctx0" brushRef="#br0" timeOffset="143282.7">31821 15893 0,'0'0'0,"0"-18"15,-18 36 17,-88 405-17,53-282 1,36-35 0,17-36-1</inkml:trace>
  <inkml:trace contextRef="#ctx0" brushRef="#br0" timeOffset="143425.59">31485 16298 0,'-17'0'16,"34"0"-16,19-88 31,87 35-15</inkml:trace>
  <inkml:trace contextRef="#ctx0" brushRef="#br0" timeOffset="143536.6">31979 16510 0,'0'0'0,"0"53"31,-17-53-15</inkml:trace>
  <inkml:trace contextRef="#ctx0" brushRef="#br0" timeOffset="143851.29">31115 17233 0,'141'-35'16,"-282"70"-1,494-176 1,-230 88-16,89-35 16,-89 53-1,-105 35 1,-106 106 0,0-54-16,-89 72 15,89-71 1,70-36-1,142-34 1,123-107 0,264-158-1,-352 176 1</inkml:trace>
  <inkml:trace contextRef="#ctx0" brushRef="#br0" timeOffset="148916.9">794 6703 0,'-53'0'15,"106"0"-15,-106-36 16,88-16 0,36-1-1,-36 35-15,0 18 16,0 0-1,-17 35 1,0 18 0,-1 0 15,1-18-31,17 1 16,18-1-1,35 18 1,-17-18-1,-36-35-15,-35 35 16,-17 1 0,-89 52-1,-18-18 1,36-34 0,70-36-16,1-18 15,34-52 1</inkml:trace>
  <inkml:trace contextRef="#ctx0" brushRef="#br0" timeOffset="149501.84">1429 6526 0,'0'-88'15,"0"176"-15,-18-211 16,0 105-16,-34 1 15,-1 17 1,0 53 0,53-18-1,0-18-15,70 19 16,36-1 0,-18-17-1,-52 17 1,-36 0-1,0 0-15,-18-17 16,-53 35 0,54-71-1,17-87 1,0 34-16,35-52 16,0 34 15,1 72 0,87 175 0,-52-105-15,-18-53 0,-18 0-1,-35-35 1,0-18-1,-53-17 1,-18 17 0,1 35-1,34 18-15,19 35 16</inkml:trace>
  <inkml:trace contextRef="#ctx0" brushRef="#br0" timeOffset="149738.34">2064 6473 0,'-18'0'16,"36"0"-16,-54 0 15,54 0-15,35-17 16,0-18-16,70-36 31,1 0-31</inkml:trace>
  <inkml:trace contextRef="#ctx0" brushRef="#br0" timeOffset="150056.23">2575 5856 0,'-35'-18'15,"70"36"-15,-88-36 16,36 36 0,17 35 15,35-35-16,0-1 1,106 71 15,-123-52-15,-18-1 0,-18-17-16,-35 52 15,1-52 1,-1 0-1</inkml:trace>
  <inkml:trace contextRef="#ctx0" brushRef="#br0" timeOffset="150197.04">2487 5927 0,'0'-53'16,"0"106"-16,53-159 15,0 71-15,35-36 16,0 36 15,-35 35-15</inkml:trace>
  <inkml:trace contextRef="#ctx0" brushRef="#br0" timeOffset="150479.72">2893 5733 0,'0'53'31,"17"70"-15,19-70 0,-1-18-1,0-35 1,1 0 0,-19-17-16,1-36 15,-18-18 1,-53 18-1,0 18 1,35 17-16,-35 18 16,36 0 15</inkml:trace>
  <inkml:trace contextRef="#ctx0" brushRef="#br0" timeOffset="150732.76">3104 5592 0,'36'0'31,"34"0"-15,18 0-1,-17 0 1,-53 0-1,-1 0-15,1 52 16,-36 19 15,-17 0-31</inkml:trace>
  <inkml:trace contextRef="#ctx0" brushRef="#br0" timeOffset="150893.72">3175 5450 0,'106'-229'32,"-212"458"-32,318-581 15,-142 263 1,-52 72 0</inkml:trace>
  <inkml:trace contextRef="#ctx0" brushRef="#br0" timeOffset="151227.62">970 7796 0,'-247'124'16,"494"-248"-16,-459 213 16,565-301-1,194-141 17,-212 141-32,388-193 15,-17 52 1,-142 88-1,-193 107 1,-283 140-16,-106 71 31,-70 17-15</inkml:trace>
  <inkml:trace contextRef="#ctx0" brushRef="#br0" timeOffset="154150.4">2117 2170 0,'-18'-36'16,"36"72"-16,-36-160 15,53 89-15,1 0 16,34 17-1,-52 18-15,17 53 16,-35 70 0,-18 36-1,1-53 1,17-88-16,0-1 16,53-17-1,35-70 1,-18-54-1,-34 71 1,-1-17-16,0 52 31,18 53 16,71 1-31,-36-36-1,-53-53 1,0-18 0,-70-52-1,-53 87 1,0 36 0,0 53-1,35 106 1</inkml:trace>
  <inkml:trace contextRef="#ctx0" brushRef="#br0" timeOffset="154749.91">2187 2875 0,'-35'-18'31,"70"36"-31,-70-53 16,53 88 15,70 106 0,0-36-31,0-35 16,-53-53-16</inkml:trace>
  <inkml:trace contextRef="#ctx0" brushRef="#br0" timeOffset="155226.99">2593 2805 0,'0'0'15,"-53"-36"1,35 36 0,1 0-1,17 36-15,0-1 16,35 71 15,18-71-31,-18-35 16,0-18-1,-17-88 1,0 18 15,-18 35-31,35 36 16,18 17-1,0 0-15,35 35 32,18 0-32,0-35 15,-36-53 1,-34 18 0,-1-53-1,-35 0 1,-53 35 15,-18 35-15,-34 71-1,34 0-15,18 35 16</inkml:trace>
  <inkml:trace contextRef="#ctx0" brushRef="#br0" timeOffset="155826.29">3510 3052 0,'18'0'32,"17"0"-17,0 0 1,18 0 0,-35 17-1,0 1 1,-18 52-1,-18-34 1,0-36-16</inkml:trace>
  <inkml:trace contextRef="#ctx0" brushRef="#br0" timeOffset="155950.26">3510 2981 0,'0'0'0,"53"-176"15,35 52 1,18 1-1,-35 87 1,-71 54 0</inkml:trace>
  <inkml:trace contextRef="#ctx0" brushRef="#br0" timeOffset="156203.18">2505 4286 0,'-53'71'31,"106"-142"-31,105 18 16,19-53-16,281-193 16,19-19-1,-1 54 1,-106 70-1,-176 88 1,-211 88 0</inkml:trace>
  <inkml:trace contextRef="#ctx0" brushRef="#br0" timeOffset="157222.21">1570 8326 0,'-18'-36'16,"36"72"-16,-53-89 16,17 35-16,18 71 62,53 53-46,17 88-1,-17-124 17,0-52-17</inkml:trace>
  <inkml:trace contextRef="#ctx0" brushRef="#br0" timeOffset="157641.23">1817 8290 0,'-18'-70'16,"36"140"-16,-1-193 16,36 105-1,0 36 1,-17 52 0,-36 54-1,0-89 1,17-35-1,54 0 17,105-229-17,-158 158 1,-18 36 0,17 35-1,54 0 1,-18 0-16,53 0 15,-36 18 17,-34 35-17,-36 17 1,-36-17-16,1-35 16</inkml:trace>
  <inkml:trace contextRef="#ctx0" brushRef="#br0" timeOffset="157782.4">2205 8079 0,'-18'-53'16,"36"106"-16,-1-265 16,89 18-1,53 35 1,-88 106-16,-18 18 16,-18 35-16,-35 71 15</inkml:trace>
  <inkml:trace contextRef="#ctx0" brushRef="#br0" timeOffset="158097.51">1376 9402 0,'0'0'15,"-35"17"1,158-70 0,124-123-1,88-53 1,247-107 15,-247 178-31,-141 87 16,-176 53-16,-141 124 47</inkml:trace>
  <inkml:trace contextRef="#ctx0" brushRef="#br0" timeOffset="158601.38">1834 9596 0,'0'0'15,"-35"0"1,35-18-16,0-35 16,35 0-1,18 0 1,-17 53-1,-1 0 1,-17 35 0,17 124-1,-18-88 1,19-18 0,-1-36-16,-17-17 15,35 36 1,-36-19-1,-52 36 1,-36 18 0,-34-36-1</inkml:trace>
  <inkml:trace contextRef="#ctx0" brushRef="#br0" timeOffset="159122.06">2311 9296 0,'0'0'16,"-18"-71"15,0 71-31,1 0 16,-36 53-1,53 18 1,35-18-1,0-36-15,18-17 16,-17 18-16,17-1 16,-53 1-1,0 17 1,-36 1 0,1-36-1,17-89 1,54 1-1,34 35 1,-17 36-16,0 17 16,-18 0-16,53 17 15,1 1 1,-36-18 0,-1 0 15,-34-18-31,-18-17 15,18-53 1,-54 35 0,-34 18-1,17 35-15,0 0 16,-53 70 0</inkml:trace>
  <inkml:trace contextRef="#ctx0" brushRef="#br0" timeOffset="159406.1">3369 8114 0,'-18'0'15,"18"-18"-15,18 36 0,0-36 32,35 36-32,-1 0 15,90 34 1,-72-34 0,-35-18-1,-35-18-15</inkml:trace>
  <inkml:trace contextRef="#ctx0" brushRef="#br0" timeOffset="159577.06">3687 8008 0,'-36'-53'16,"72"106"-16,-125-159 16,54 89 15,-53 175 0,70-17-31,18 18 16,0-53-1,0-71 1</inkml:trace>
  <inkml:trace contextRef="#ctx0" brushRef="#br0" timeOffset="159773.09">3687 7832 0,'0'0'15,"0"35"17,88 88-1,18 1-15</inkml:trace>
  <inkml:trace contextRef="#ctx0" brushRef="#br0" timeOffset="160196.91">3951 7761 0,'-35'-18'31,"70"36"-31,-70-18 16,35 88 15,35-52-16,-17-36-15,-1 0 32,1-36-17,-18-17 1,0-17 0,18 35-1,-18 17-15,53 18 16,35 18-1,18 17 1,17-18 0,-35-17-1,-17-70 1,-54-18 0,-17 0-1,-52-1 1,-107 54-1,18 141 1,52-18 0</inkml:trace>
  <inkml:trace contextRef="#ctx0" brushRef="#br0" timeOffset="161730.87">2205 7867 0,'0'0'0,"0"-35"16,-18 35-1,18 53 16,35 70-15,54-35 0,-1-52-1,-53-36-15,18 0 16,0-53 0,-53-53-1,-18-18 1,-17 71-16,-53-17 15,0 52 1,-1 142 0,19 52-1,52-105 1</inkml:trace>
  <inkml:trace contextRef="#ctx0" brushRef="#br0" timeOffset="162092.34">2346 7444 0,'-35'-124'16,"70"248"-16,-88-407 31,35 266-15,18 211-1,18 123 1,53 212 15,-36-176-15,-35-194-16</inkml:trace>
  <inkml:trace contextRef="#ctx0" brushRef="#br0" timeOffset="162439.75">2716 8890 0,'0'0'0,"-35"-53"16,35 88 15,0 159-15,18 124-1,35-18 1,-53-142-16,17-16 15</inkml:trace>
  <inkml:trace contextRef="#ctx0" brushRef="#br0" timeOffset="162913.59">1341 9155 0,'0'0'0,"-36"17"31,72-123-15,69-88 0,54-70-1,18-18 1,-1-71 0,-141 247-1,-52 71 1</inkml:trace>
  <inkml:trace contextRef="#ctx0" brushRef="#br0" timeOffset="163119.47">1376 7461 0,'-35'0'15,"70"0"-15,-35 88 32,159 177-17,-36-53 1,-52-106 0</inkml:trace>
  <inkml:trace contextRef="#ctx0" brushRef="#br0" timeOffset="163450.44">1552 10195 0,'-35'18'15,"70"-36"-15,-88 54 16,89-142 0,122-106-1,-52 71-15,123-194 16,1 17-1,-71 54 1,-107 193 0</inkml:trace>
  <inkml:trace contextRef="#ctx0" brushRef="#br0" timeOffset="165454.2">1129 7726 0,'0'0'16,"-71"0"-1,89-71 16,53-17-15,-19 53-16,37 0 16,-36 17-1,-36 88 1,-17 72 0,0-72-16,-17 54 15,17-36 1,35-53-1,35 0 17,1-35-32,-18 0 15,-18 0-15,36 18 16,-71 17 15,-89 53-15,37-35-16,-54 53 31,-35 0-15</inkml:trace>
  <inkml:trace contextRef="#ctx0" brushRef="#br0" timeOffset="168341.4">2999 9984 0,'0'0'16,"-36"-53"0,1 17-1,-88 1 1,17 53-1,0 70 1,71-35-16,-1 17 16,19-34-1,34 34-15,72-70 32,16-35-17,1-53 1,-35-36-1,-1-34 1,-70 105 0,0 35-1,18 53 48,0 18-48,17 0 1,-35-35 47,18 35-48,140 299 16,-70-122-15,-17-19 0,-53-122-16</inkml:trace>
  <inkml:trace contextRef="#ctx0" brushRef="#br0" timeOffset="172576.83">5327 776 0,'0'0'0,"-18"-35"16,1 17-1,17 1 17,17 87-1,19 18-15,-1 106 15,-35-158-31,0 17 15,0-18-15,0-18 16</inkml:trace>
  <inkml:trace contextRef="#ctx0" brushRef="#br0" timeOffset="173126.83">5115 1358 0,'-35'18'15,"70"-36"-15,-52 36 31,105-53-15,-35 17-16,70-35 16,18 0-1,-17 18 1,-54 35 0,-52 0-16,0 35 15,-54-35 63,1 0-62,-18 0 0,-17 71-1,34-1 1,19-17-1,17-35 17,53-36-1,-18-35-15,35-35-1,-52 106 1,17 52-1,-17-17-15,17 53 16,1 17 15,16-17-15</inkml:trace>
  <inkml:trace contextRef="#ctx0" brushRef="#br0" timeOffset="173947.14">6068 1182 0,'-18'-18'32,"36"36"-32,35-89 15,0 54-15,17-1 16,-17 18-1,-35 0 1</inkml:trace>
  <inkml:trace contextRef="#ctx0" brushRef="#br0" timeOffset="174074.45">6138 1252 0,'-35'0'16,"70"0"-16,-88 18 15,89-36 16,158-35-15,-124 18 0</inkml:trace>
  <inkml:trace contextRef="#ctx0" brushRef="#br0" timeOffset="176379.93">6809 847 0,'0'0'16,"-18"-36"15,18 54 31,18 35-46,17 17 0,0 1-1,-35-36-15,35 54 16,-35-72 0</inkml:trace>
  <inkml:trace contextRef="#ctx0" brushRef="#br0" timeOffset="177217.39">7091 970 0,'-18'-106'31,"36"212"-31,-53-265 16,35 124 0,0 17-1,0 36 32,35 70-31,0-17-1,0 17 1,-17-35-16,0 0 16</inkml:trace>
  <inkml:trace contextRef="#ctx0" brushRef="#br0" timeOffset="177391.95">7285 970 0,'0'0'16,"17"0"31,19 0-32</inkml:trace>
  <inkml:trace contextRef="#ctx0" brushRef="#br0" timeOffset="177676.84">7620 582 0,'0'0'16,"-35"-35"-1,35 52 32,53 89-31,-36-70 0,1 16-1,0-16-15,-1 17 16</inkml:trace>
  <inkml:trace contextRef="#ctx0" brushRef="#br0" timeOffset="177881.84">7796 547 0,'0'0'0,"0"-35"15,0 52 32,53 36-31,0 0-1,18 18 1,-54-19-16,-17 19 16</inkml:trace>
  <inkml:trace contextRef="#ctx0" brushRef="#br0" timeOffset="179020.79">4233 10530 0,'0'0'16,"-17"-17"0,52-142-1,53 71 1,-35 35 0,-18 53 15,-35 18-31,0 70 15,0 0 1,0-35 0,18-18-16,53-17 31,70 17 0,-124-35-31,1 0 16,-18 18-16,0 17 31,-71 36-31,-34-1 16,34-35-1,36-17 1,35-106 15</inkml:trace>
  <inkml:trace contextRef="#ctx0" brushRef="#br0" timeOffset="179429.73">4745 10213 0,'-18'-18'16,"36"36"-16,-36-106 31,71 17-15,35 18-1,-52 53-15,-1-17 16,0 70 0,-17 17-1,-1 18 1,19-52-1,34-19 1,-34 1 0,-1-1-1,-35 1 1,-53 70 0,0-52-1,35-19 1,1-34-1</inkml:trace>
  <inkml:trace contextRef="#ctx0" brushRef="#br0" timeOffset="179635.45">5309 10054 0,'0'0'31,"18"-17"48</inkml:trace>
  <inkml:trace contextRef="#ctx0" brushRef="#br0" timeOffset="180016.41">5468 9772 0,'0'0'16,"-35"-53"-1,70 0 16,18 18-15,-18 35-16,-17 0 16,0 17-1,-1 36 1,-17 0 0,53 0-1,35-35 1,-35-1-1,-35 1 1,-18 17 0,-88 54-1,35-54 1,17-17 0</inkml:trace>
  <inkml:trace contextRef="#ctx0" brushRef="#br0" timeOffset="180331.57">5786 9666 0,'0'-53'16,"0"106"-16,0-159 15,52 71 1,-16 35-1,-1 0 1,0 53 0,36-18-1,17-17 1,-17-1 0,-54-17-1,-17 36 1,-88 34-1,-18 18 1,53-52 0</inkml:trace>
  <inkml:trace contextRef="#ctx0" brushRef="#br0" timeOffset="180616.5">4586 11165 0,'-53'36'15,"106"-72"-15,-141 89 16,106-70-16,158-107 31,141-105-15,71-36-1,36 1 1,-213 140-16,178-105 16,-143 53-1,-140 17 1</inkml:trace>
  <inkml:trace contextRef="#ctx0" brushRef="#br0" timeOffset="180810.5">6562 9172 0,'-18'0'31,"36"0"-31,-36 35 16,18 54-1,0 34 1,18 1-1,-18-89-15</inkml:trace>
  <inkml:trace contextRef="#ctx0" brushRef="#br0" timeOffset="180947.74">6350 9560 0,'0'0'0,"-71"-17"16,36-19-1,70 19 1,1 17-16</inkml:trace>
  <inkml:trace contextRef="#ctx0" brushRef="#br0" timeOffset="181090.14">6756 9631 0,'0'0'16,"17"0"31,-17 17-47</inkml:trace>
  <inkml:trace contextRef="#ctx0" brushRef="#br0" timeOffset="181280.23">5909 10707 0,'0'0'15,"0"0"1,53-35-16,70-54 31</inkml:trace>
  <inkml:trace contextRef="#ctx0" brushRef="#br0" timeOffset="-150637.89">30956 16316 0,'-17'53'32,"34"-106"-32,-70 124 15,18-71-15,-18 0 32,0-18-32,0-17 15,18-18 16,35 17-15,0 19 0,0-1-16,35 18 15,18 71 1,0 35 0,-35 140-1,-106 54 1,35-247 31,0-35-32,35-36 1,18-17-16,0-53 16,35 35-1,36 35 1,88 71-1,-53 0 1,-1-18 0,-16-35-1,-19-70 1</inkml:trace>
  <inkml:trace contextRef="#ctx0" brushRef="#br0" timeOffset="-148787.99">30833 16510 0,'0'-18'31,"-53"18"16,18 0-32,-1-35 1,1-18 0,35 18-16,-18-18 15,18 0 1,36 35-1,69 18 1,-34 89 15,0 69-15,-71 1 0,-18 0-1,-17-89-15,-18-17 16,-124 71-1,107-124 1,17-18 0,35-105-1,71 87 1,71 19 0,17 52-1,0 36 1,-18-1-1,-87-35-15,17 36 16,-36-36 0</inkml:trace>
  <inkml:trace contextRef="#ctx0" brushRef="#br0" timeOffset="-148554.65">30533 17674 0,'35'0'16,"-70"0"-16,264-17 15,106-89 1,159-71 0,-212 71-16,406-140 15,-17 34 1,-230 18-1</inkml:trace>
  <inkml:trace contextRef="#ctx0" brushRef="#br0" timeOffset="-146238.29">4551 6756 0,'0'0'15,"-18"0"1,18-18 0,35 18-1,18 0 1,18 0-1,-1-88 1,19-106 15,-19 53-31,212-565 32</inkml:trace>
  <inkml:trace contextRef="#ctx0" brushRef="#br0" timeOffset="-144938.03">3651 13212 0,'-176'35'16,"352"-70"-16,-458 87 16,35 1-1,-35 0 1,123-17-16,-194 87 15,18 36 1,71 35 0,122 176-1,284-88 1,140-70 0,124-159-1,70-141 1,-247-18-16,18-53 15,370-388 1,-317 177 15,-229 17-15,-406-35 0,-653 635 15,423 353-16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7:09:44.75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17515 8837 0,'0'0'0,"-511"71"32,317 70-17,88 53 1,88 0-1,71-124-15,141 19 32,459-178-17,-336-52 1,-70-70 0,-247 52 15,-194 35-16,-105 107 1,-54 105 0,194-35-16,0 17 15</inkml:trace>
  <inkml:trace contextRef="#ctx0" brushRef="#br0" timeOffset="4306.35">20496 3951 0,'-70'0'15,"140"0"-15,-211 71 16,88 34 0,53-34-1,36-36-15,87 18 16,1-17-1,-36-19 1,-53 18 0,-53-17 15,-17 0-31,-141 52 16,105-70-1,36-17 1</inkml:trace>
  <inkml:trace contextRef="#ctx0" brushRef="#br0" timeOffset="4447.56">20338 4022 0,'17'-36'16,"1"1"-16,-53 106 0,105-195 16,-17 89-16,53-36 15,0 36 1,0 35-1</inkml:trace>
  <inkml:trace contextRef="#ctx0" brushRef="#br0" timeOffset="4762.53">21061 3916 0,'0'17'31,"0"-34"-31,-71 193 15,54-70 1,17-35 0,35-54-1,35 19 1,1-36 0,0-53-1,-54-18 1,-17 18-16,0 0 15,-88-53 1,0 71 0,0 35 15,70 18-31,0 17 0</inkml:trace>
  <inkml:trace contextRef="#ctx0" brushRef="#br0" timeOffset="5137.35">21572 3810 0,'0'0'0,"0"-106"31,-35 106-16,17 53 1,1 18 0,52-18-1,0-36-15,36 36 16,-1 0 0,-34-18 15,-107 71-16,-17-35 1,17-54 0,54-34-1</inkml:trace>
  <inkml:trace contextRef="#ctx0" brushRef="#br0" timeOffset="5267.32">21608 3616 0,'53'-88'31,"-106"176"-31,282-317 31,53 88-15</inkml:trace>
  <inkml:trace contextRef="#ctx0" brushRef="#br0" timeOffset="6401.72">20585 5009 0,'0'0'15,"-36"-52"1,19 52 15,17 123 0,17 18-15,1-70 0,17 70-1,0-35 1,18-89 0</inkml:trace>
  <inkml:trace contextRef="#ctx0" brushRef="#br0" timeOffset="6701.13">21026 4939 0,'-18'-35'16,"36"70"-16,-54-70 16,1 70-1,35 71 1,53-71-1,35 18 1,-17-35 0,-36-1-1,-88 54 32,-53 17-31,18-35-1</inkml:trace>
  <inkml:trace contextRef="#ctx0" brushRef="#br0" timeOffset="7033.46">20990 4992 0,'0'0'0,"53"-53"16,88-88-1,18 53 1,-88 105-1,-36 71 1,18 18 0,53 0 15,-18-88-31,0-18 16,-17-53-1,-1-35 16,-52 35-31,-1-71 16,-52 1 15,-53 35-15,-124 123 0,89 53-1</inkml:trace>
  <inkml:trace contextRef="#ctx0" brushRef="#br0" timeOffset="7395.86">20655 5909 0,'-18'-18'16,"36"36"-16,-53-36 15,35 71 1,0 88 0,0 36-1,35-18 1,-17-71-16,17-35 16</inkml:trace>
  <inkml:trace contextRef="#ctx0" brushRef="#br0" timeOffset="7885.53">20920 5962 0,'0'0'0,"35"-53"16,53 35 15,-35 124-16,-18 0 1,-35-18 0,36-52-1,69-54 1,-16-53 0,-1-35-1,-18-17 1,-52 52-1,0 71-15,-18 53 32,35 36-17,18-54 1,35-35 15,-17-71-31,-36-17 16,-17 0-1,-54 0 17,1 70-32,-36-17 15,-52 88 1,52 17-16</inkml:trace>
  <inkml:trace contextRef="#ctx0" brushRef="#br0" timeOffset="8153.54">19808 7391 0,'0'0'16,"71"-36"-1,35-17 1,264-158-16,124-36 15,53 53 1,-71 17 0,-123 89-1,-247 53 1,-71 35 0</inkml:trace>
  <inkml:trace contextRef="#ctx0" brushRef="#br0" timeOffset="8436.67">21907 6791 0,'0'0'0,"18"35"46,106 106-30,-19-70 0,-16-36 15,-89 0-31,-53 36 16,-53-36 15</inkml:trace>
  <inkml:trace contextRef="#ctx0" brushRef="#br0" timeOffset="8563.68">22031 6650 0,'159'-159'16,"-318"318"-16,529-494 31,-176 158-15,-52 1-1</inkml:trace>
  <inkml:trace contextRef="#ctx0" brushRef="#br0" timeOffset="10770.33">21272 6932 0,'0'0'16,"-17"0"-1,17-18-15,35-17 16,18 0 0,18 35-1,-1 53 1,-35 0-16,-17 17 15,17 142 1,-17-89 0,-18-34-1,0-36 1,-53-18 15</inkml:trace>
  <inkml:trace contextRef="#ctx0" brushRef="#br0" timeOffset="10930.44">21255 7426 0,'70'-88'31,"-140"176"-31,317-282 16,-36 53-1,19-53 1,-195 159-1</inkml:trace>
  <inkml:trace contextRef="#ctx0" brushRef="#br0" timeOffset="12949.4">20302 7267 0,'0'-17'16,"0"34"-16,53-70 16,-17 18-16,16 35 15,72-18 1,-54 71-1,-17 124 1,0 70 15,0 70-15,-35-176 0,-18-53-1,0-52 1,-18-54-1</inkml:trace>
  <inkml:trace contextRef="#ctx0" brushRef="#br0" timeOffset="13123.24">20355 7937 0,'-70'0'16,"140"0"-16,-158 0 15,194-35 1,106-53-1,-89 35-15,18-17 16,212-107 0,-247 107-1</inkml:trace>
  <inkml:trace contextRef="#ctx0" brushRef="#br0" timeOffset="13391.04">20285 8625 0,'-71'71'15,"18"-36"-15,177-141 0,-195 212 16,336-212 0,176-88-1,106 0 1,317-70 15,-388 140-31,-176 36 31,-282 70-15</inkml:trace>
  <inkml:trace contextRef="#ctx0" brushRef="#br0" timeOffset="15599.84">5450 11730 0,'-70'17'16,"140"-34"-16,-175 34 16,281-52 15,-17 0 0,35 17-15,17 18-1,-122 0 1,-36 18 0</inkml:trace>
  <inkml:trace contextRef="#ctx0" brushRef="#br0" timeOffset="15790.5">6050 11553 0,'-18'-17'15,"36"34"-15,-71-34 16,106 34 15,35 72 0,-52 34-31,-36 36 32,-106 105-17,88-228 1</inkml:trace>
  <inkml:trace contextRef="#ctx0" brushRef="#br0" timeOffset="16073.72">6473 11818 0,'0'0'16,"-17"-35"-1,17 17-15,17-17 16,54 17 0,35 18-1,35 124 1,-123-1 15,-18 18-31,-36-17 31,1-36-31</inkml:trace>
  <inkml:trace contextRef="#ctx0" brushRef="#br0" timeOffset="16253.35">6526 12100 0,'-17'-53'31,"34"106"-31,-17-176 15,106 35 1,18 35 0,-54 35-16,-17 18 15,18 0 1</inkml:trace>
  <inkml:trace contextRef="#ctx0" brushRef="#br0" timeOffset="16482.86">6950 11818 0,'0'-53'16,"0"106"-16,53-194 31,70 123-15,-35 195 15,-35-1-15,-35-17-1,-18 17 1,0-105 0</inkml:trace>
  <inkml:trace contextRef="#ctx0" brushRef="#br0" timeOffset="16813.95">7091 12153 0,'0'0'0,"70"-88"16,36-18 0,53-17-1,-106 87 1,-35 19 15,-18 34 0,52 107-15,54-36 0,0-17-1,-35-18 17,-107 123-1,1-141-31</inkml:trace>
  <inkml:trace contextRef="#ctx0" brushRef="#br0" timeOffset="16956.14">7602 11977 0,'0'0'16,"18"-71"-16,88-52 15,105-107 1,-69 89-1,-89 53 1</inkml:trace>
  <inkml:trace contextRef="#ctx0" brushRef="#br0" timeOffset="18532.21">11889 8855 0,'0'0'0,"-71"-36"15,-17 1 1,-89 53 0,36 52-1,18 89 1,35 53-1,88-18 1,17-106-16,107 35 16,87-87-1,54-54 1,17-88 0,-158 36-1,105-107 1,-105-17-1,-124 0 1,-195 36 0,54 122-16,0 19 15,-335 122 1,211 37 0</inkml:trace>
  <inkml:trace contextRef="#ctx0" brushRef="#br0" timeOffset="20979.56">2099 7338 0,'0'0'15,"-35"0"1,70-53 0,36-18-1,-36 54-15,18-1 16,0 18 0,-36 71-1,-17 17 1,0-53-16,0 36 31,36-36-15,34 0-1,-17-17 1,-35-1-16,-1-17 16,-52 53-1,-53 18 1,-18-1-1,53-34 1,35-19 0</inkml:trace>
  <inkml:trace contextRef="#ctx0" brushRef="#br0" timeOffset="21364.5">2681 7232 0,'0'0'0,"18"-71"16,-18 36-1,-36 106 32,19 17-31,52-53-1,89-17 1,-54-1 15,-17 1-31,-53 0 16,-35 52-1,-1-34-15,1 16 16,-53 19 0</inkml:trace>
  <inkml:trace contextRef="#ctx0" brushRef="#br0" timeOffset="21703.34">2805 7161 0,'0'-35'15,"0"70"-15,35-140 16,0 69 0,18 36-1,-35 18-15,70 52 16,0 1 0,-17-36-1,34-17 1,-69-71 15,-1-141-15,-70 88-1,-53 36 1,35 52-16,-71 18 16,1 141 15,34-53-31</inkml:trace>
  <inkml:trace contextRef="#ctx0" brushRef="#br0" timeOffset="22086.87">2293 8096 0,'-18'71'16,"36"-142"-16,0 248 31,140-142-15,-69-88-1,-72 18-15,1-1 16,-18-87-1,-18 70 17,18 35-17,18 89 32,35 35-31,0 35-1,-18-18 1,-17-70-16</inkml:trace>
  <inkml:trace contextRef="#ctx0" brushRef="#br0" timeOffset="22443.75">2946 7955 0,'-36'-18'16,"72"36"-16,-89-36 16,53 36-1,17 88 1,36-35 15,18-36-15,-1-35-1,1-35 1,-36-36 0,-35-17-1,-17 0 1,-54 17 0,18 53-16,-17 18 15,17 71 1,17 17-1,36-53 1</inkml:trace>
  <inkml:trace contextRef="#ctx0" brushRef="#br0" timeOffset="22681.69">3334 7743 0,'17'-17'15,"-34"34"-15,52-52 16,0 35 0,18 35-1,-18-17-15,36 17 16,-36 1 0,-35 34-1,-35 18 1,17-70-16</inkml:trace>
  <inkml:trace contextRef="#ctx0" brushRef="#br0" timeOffset="22853.84">3316 7796 0,'35'-176'32,"-70"352"-32,123-423 15,159-35 1,-176 229-1,-36 53-15,-35 18 16,0 35 0</inkml:trace>
  <inkml:trace contextRef="#ctx0" brushRef="#br0" timeOffset="23137.78">2046 9296 0,'-35'17'15,"70"-34"-15,-17 34 32,529-387-17,176-124 16,-212 194-15,265-70 0,-670 317-1,-123 70 17</inkml:trace>
  <inkml:trace contextRef="#ctx0" brushRef="#br0" timeOffset="26750.84">5256 12735 0,'-88'36'15,"176"-72"-15,-105 72 47,352-72-16,-265 19-31,1-1 16,88 0 0,-106-17-1</inkml:trace>
  <inkml:trace contextRef="#ctx0" brushRef="#br0" timeOffset="26908.04">5838 12506 0,'-35'0'16,"70"0"-16,-87-18 15,69 71 17,18 106-1,-87 158-15,16-193-1</inkml:trace>
  <inkml:trace contextRef="#ctx0" brushRef="#br0" timeOffset="27936.82">6244 12859 0,'-17'0'16,"34"0"-16,-34-18 31,34-17-15,142-71 15,-124 106-16,18 88 1,-35-17-16,-1-18 16,1 247 15,0-230-15,-1-17-1,1-35-15</inkml:trace>
  <inkml:trace contextRef="#ctx0" brushRef="#br0" timeOffset="28283.86">6844 12876 0,'0'0'0,"0"-17"31,-18 17 0,1 53-15,17-18-16,0 0 16,35 36-1,35-18 1,-17-36-1,-35 1 1,-18 17 0,-53 18 15,-17 0-15,17-53-1,35 0-15</inkml:trace>
  <inkml:trace contextRef="#ctx0" brushRef="#br0" timeOffset="28436.89">6862 12841 0,'0'-18'16,"17"-17"0,18 0-1,36 0 1,0 17-1</inkml:trace>
  <inkml:trace contextRef="#ctx0" brushRef="#br0" timeOffset="28770.1">7285 12771 0,'0'-18'15,"0"0"1,0 1-1,-18 17 1,1 0 0,-1 17-16,18 36 15,0 18 1,53-18 0,0-18-1,-36-17-15,1 17 16,-18-18-1,0 1 1,-35-18 0,17 0 15</inkml:trace>
  <inkml:trace contextRef="#ctx0" brushRef="#br0" timeOffset="28872.1">7302 12806 0,'18'-53'15,"-36"106"-15,230-388 32,-106 194-17,-53 70 1</inkml:trace>
  <inkml:trace contextRef="#ctx0" brushRef="#br0" timeOffset="29618.77">5362 13547 0,'0'17'32,"0"-34"-32,88-1 15,-35-17-15,71 17 16,-18-17-1,-36 17 1,-17-17 0,-53 17 15,-53-35 0,71 159 16,-1 18-31,-34 34-1,-54 1 1</inkml:trace>
  <inkml:trace contextRef="#ctx0" brushRef="#br0" timeOffset="31703.25">15487 8819 0,'0'0'16,"18"-52"-1,-1 34 1,-34 0-1,-1 1-15,-88 17 16,-35 53 0,-53 88 15,0 88-15,123-88-16,177 335 31,141-370-16,53-88 1,0-106 0,-177 17-16,89-88 15,-106-35 1,-141-35 0,-159 0-1,35 140-15,-529 142 31</inkml:trace>
  <inkml:trace contextRef="#ctx0" brushRef="#br0" timeOffset="33002.14">26652 6791 0,'-88'0'15,"176"0"-15,-299 0 16,228-18-1,54-52 1,35 17 0,-18 35-1,-53 18-15,-17 0 16,17 53 15,-35 35-15,0 1-1,0-54-15,0 53 16,141 35 15,-106-87-15,-35-19 0,-35 19-1,-18-19-15,-53 19 16,1-19-1,52-17 1,53-53 15,35 18-15</inkml:trace>
  <inkml:trace contextRef="#ctx0" brushRef="#br0" timeOffset="33553.44">27340 6738 0,'0'-35'16,"0"70"-16,0-123 15,0 70-15,-17 1 16,-36 17 0,0 52-1,53 19 1,17-18-1,72 18 1,-19-36-16,18 18 16,-52-18 15,-54 36-15,-105-1-1,52-158 16,106-36-15,89 1 0,-1 52-1,-70 54-15,35 17 16,-35 70 0,0 36-1,35 35 1,-17-123-1,-18-18 1,0-71 0,-18-17 15,-35 35-31,0 0 16,-106-53-1,-35 106 1,-18 106-1</inkml:trace>
  <inkml:trace contextRef="#ctx0" brushRef="#br0" timeOffset="34053.17">26635 7920 0,'0'0'16,"35"-106"15,88 35-15,-52 54 0,-36 34-1,-35 107 1,-35-36-16,17-17 15,-52 87 1,70-140 0,88-36-1,124-158 1,-106 35 0,-54 17-1,-34 89 1,-18 18-1,0 52 1,0 88 0,0 36 15,35 0-15,54 0-1,-54-124 1</inkml:trace>
  <inkml:trace contextRef="#ctx0" brushRef="#br0" timeOffset="34352.44">27834 7602 0,'-35'36'31,"70"-72"-31,-52 266 15,69-125 1,1-16 0,0-72 15,0-34-15,-18-19-16,36-87 15,-36-1 1,-35-17-1,-141 88 1,-18 142 0</inkml:trace>
  <inkml:trace contextRef="#ctx0" brushRef="#br0" timeOffset="34836.6">26917 8872 0,'0'0'16,"-53"0"0,35 0 15,18 71-15,89 352-1,-72-299 16,1-54-15</inkml:trace>
  <inkml:trace contextRef="#ctx0" brushRef="#br0" timeOffset="35367.92">27428 8819 0,'0'0'16,"-105"-35"15,52 35-15,17 71 15,36-36-31,0 0 16,106 71-1,-18-71 1,-52 36-1,-107 35 1,-17-71 0,35-53-1,53-123 1,88-35 0,53 0-1,-70 105-15,70 0 16,-53 89-1,-17 106 1,-1 17 15,71-88 1,-70-106-17,-36-53 1,-17 0-1,-36 53-15,-52-35 16,-36 53 0,-53 87-1</inkml:trace>
  <inkml:trace contextRef="#ctx0" brushRef="#br0" timeOffset="35619.91">26229 10001 0,'0'0'16,"-247"159"15,300-159-15,1094-406-1,-407 159 16,19 36-15,-124 34 0,-247 89-1,-282 53-15,-71 17 0</inkml:trace>
  <inkml:trace contextRef="#ctx0" brushRef="#br0" timeOffset="36386.72">28646 9842 0,'0'-17'31,"0"34"-31,-18-52 15,0 53 1,18 141 0,0-54-1,36-34 17,87-106-1,-88-36-16,-17-17 1,-36-18 0,-17 71-16,-18 17 15,-176 106 1</inkml:trace>
  <inkml:trace contextRef="#ctx0" brushRef="#br0" timeOffset="37119.94">27464 10266 0,'-18'-18'15,"36"36"-15,-36-89 16,36 54-16,70-54 16,18 36 15,-18 88-15,0 370-1,-88-299 16,0-36-15,0-53 0</inkml:trace>
  <inkml:trace contextRef="#ctx0" brushRef="#br0" timeOffset="37249.67">27658 10654 0,'17'-53'16,"-34"106"-16,140-230 15,54 1 1,-1-36 0,-70 54-1,-106 105-15</inkml:trace>
  <inkml:trace contextRef="#ctx0" brushRef="#br0" timeOffset="37569.93">26158 9454 0,'0'-17'31,"0"34"-31,71 160 31,35 52-15,-18-17-1,-53-124-15</inkml:trace>
  <inkml:trace contextRef="#ctx0" brushRef="#br0" timeOffset="41914.06">26547 10389 0,'0'0'16,"-71"0"-1,53-35 1,107-18-1,105 18 1,-106 70 0,-18 89-1,-34 17 1,-36-35 0,0-1-1,0-87-15,0 17 16</inkml:trace>
  <inkml:trace contextRef="#ctx0" brushRef="#br0" timeOffset="42069.83">26793 10830 0,'-17'-17'0,"34"34"0,-34-52 15,52-53 17,141-89-17,124-87 1,18-36-1,-195 159-15</inkml:trace>
  <inkml:trace contextRef="#ctx0" brushRef="#br0" timeOffset="43211.15">6456 13776 0,'0'0'15,"0"-53"1,17 0 0,36 0-1,-17 53-15,52 35 16,-18 89 0,-34-1-1,-1 36 1,-17-88-1,-18-54 1</inkml:trace>
  <inkml:trace contextRef="#ctx0" brushRef="#br0" timeOffset="43383.67">6615 14076 0,'-18'0'16,"36"0"-16,-1-141 31,71 53-15,18-18-1,-18 35 1</inkml:trace>
  <inkml:trace contextRef="#ctx0" brushRef="#br0" timeOffset="43819.91">7003 13547 0,'0'0'0,"-18"0"15,0 0 1,1 105 0,17-34-1,53 0 17,0-54-17,-1-17 1,-34 0-16,0-17 15,-1-72 1,-17 19 0,0 17-1,0 35 1,106 36 15,-18 0-15,1-18-1,-54-18-15,-17 0 16,17-70 0,-35 35-1,-35 0 1,-89 18 0,36 35 15,-18 71-16,71-19-15</inkml:trace>
  <inkml:trace contextRef="#ctx0" brushRef="#br0" timeOffset="44430.42">5874 14376 0,'0'0'32,"-71"0"-17,89 0 17,105 17-17,-17 1-15,159 17 16,105-35-1,53-53 1,212-35 0,-317 35-1,-159 36 17,-124 17-17,-123 0 1,35 0-1,-35 0 1,105-18 15,36 36-15,-17 70 0,-36 71-1,-18 17 1</inkml:trace>
  <inkml:trace contextRef="#ctx0" brushRef="#br0" timeOffset="46341.4">6473 8872 0,'0'-105'15,"0"210"-15,-17-246 16,-54 88 0,-17 36-1,35 17-15,-70 88 16,-1 106 0,18 88-1,89 212 1,158-265-1,53-140 1,18-89 0,34-177 15,-104 54-31,-19-36 16,124-300-1,-229 142 1,-195 70-1,-264 159 1,106 299 0</inkml:trace>
  <inkml:trace contextRef="#ctx0" brushRef="#br0" timeOffset="49701.89">2558 3863 0,'0'0'16,"-124"18"-1,107 34 1,17 1-1,17-35-15,71 35 32,1-18-17,-1 0 1,-88 1 0,0-1-1,-71 53 1,-17-17-1,53-54-15</inkml:trace>
  <inkml:trace contextRef="#ctx0" brushRef="#br0" timeOffset="50111.78">2540 3845 0,'106'-141'16,"-212"282"-16,265-317 15,-124 194 1,18 70 0,17 18-1,1-36 1,-36-52-16,36-18 16,-18-36 15,-18-122 0,-35 34 0,-35 71-31,35 36 16,0 70 15,53 141 0,0-53-15,0-18 0,17-35-1,-52-70 1</inkml:trace>
  <inkml:trace contextRef="#ctx0" brushRef="#br0" timeOffset="50379.01">3369 3634 0,'0'70'15,"0"-140"-15,106 264 32,-71-194-17,71-53 1,-71-35-1,-35 17 1,-17 18-16,-19 18 16,-122-18-1,52 123 1</inkml:trace>
  <inkml:trace contextRef="#ctx0" brushRef="#br0" timeOffset="50616.05">2734 4657 0,'0'70'16,"0"-140"-16,18 193 15,17-70-15,0 0 16,53 141 0,-17-88-1</inkml:trace>
  <inkml:trace contextRef="#ctx0" brushRef="#br0" timeOffset="51118.98">3263 4445 0,'-17'-18'15,"34"36"-15,-52 17 16,35 71 0,18-35-1,17-54 1,18-17-1,-18 0 1,-53 18 15,-52 17-15,52-52 0,71-72-1,53-16 1,-18 34-1,-35 71-15,53 0 16,0 18 0,0-18-1,-36-36 1,-17 1-16,-35 0 16,17-106-1,-53 52 1,-52 37-1,-1 34 1,-52 18 0,-54 106-1</inkml:trace>
  <inkml:trace contextRef="#ctx0" brushRef="#br0" timeOffset="51339.28">2222 5715 0,'-52'106'16,"104"-212"-16,-52 212 15,106-141-15,194-159 16,88-106 0,53-35-1,-35 52 1,-212 160-16,123-36 31,-140 124-31,-177 52 16</inkml:trace>
  <inkml:trace contextRef="#ctx0" brushRef="#br0" timeOffset="51623.78">4163 4780 0,'0'0'15,"0"18"1,17 35 15,36 0-31,18-36 16,-1-17 0,-34-17-16,17-54 15,-36-17 1,-34 35-1,-72 35 1,-52 71 0,53 0-16,18 35 15</inkml:trace>
  <inkml:trace contextRef="#ctx0" brushRef="#br0" timeOffset="52066.35">2170 5292 0,'-36'0'15,"72"0"-15,-72-18 16,89 89 15,71 70-15,52 17-1,-88-87-15</inkml:trace>
  <inkml:trace contextRef="#ctx0" brushRef="#br0" timeOffset="52350.86">3104 5539 0,'53'-124'31,"0"106"-31,-159 160 0,406-248 16,-229 194-1,-54 0 1,-34-35 0,17-35 15,35-124-16,124-106 1,35-70 0,-106 141-16</inkml:trace>
  <inkml:trace contextRef="#ctx0" brushRef="#br0" timeOffset="55899.81">2716 6121 0,'-53'-36'16,"106"72"-16,-106-160 15,106 89 1,18 35 15,17 53-15,-17 35-1,-36-17-15,18 52 16,-18-17 0</inkml:trace>
  <inkml:trace contextRef="#ctx0" brushRef="#br0" timeOffset="56042.18">2857 6438 0,'-35'-17'16,"70"34"-16,-87-105 16,87-35-1,88-72 1,-34 90-16,87-72 16,-88 89-1</inkml:trace>
  <inkml:trace contextRef="#ctx0" brushRef="#br0" timeOffset="56231.02">2646 6844 0,'0'-18'31,"0"36"-31,300-318 16,229-176-1,176-89 1,72 36 0,-142 123-1</inkml:trace>
  <inkml:trace contextRef="#ctx0" brushRef="#br0" timeOffset="57399.73">9049 14058 0,'0'-106'31,"0"212"-31,53-265 31,-18 159-31,53 36 16,71 264 15,-141-124-15,-18-35-1,0-88-15,0 35 16,0-53 0</inkml:trace>
  <inkml:trace contextRef="#ctx0" brushRef="#br0" timeOffset="57542.64">9102 14605 0,'-18'-88'15,"36"176"-15,17-229 16,18 88-16,70-53 16,54 0-1,-107 71 1</inkml:trace>
  <inkml:trace contextRef="#ctx0" brushRef="#br0" timeOffset="57999.63">9860 14005 0,'-18'-35'16,"36"70"-16,-18-123 15,35 53 1,18 52 0,-35 19-16,0 105 31,-1-35-31,1-53 16,17-36-1,36-52 1,-36 0-16,36-54 31,34-16-15,-87 105-1,53 17 1,-19-17 0,1-70 15,-17-1-16,-36 1 1,-36 52 0,-52-17-16,-88 35 15,70 17-15</inkml:trace>
  <inkml:trace contextRef="#ctx0" brushRef="#br0" timeOffset="58679.12">1870 11889 0,'-230'229'31,"460"-458"-31,-389 458 16,371-353 0,123-105-1,88-18 1,159-35 0,-370 229-1,-177 106 1,-105 35-1</inkml:trace>
  <inkml:trace contextRef="#ctx0" brushRef="#br0" timeOffset="58853.28">2258 12241 0,'-388'283'15,"776"-566"-15,-917 654 16,546-389-16,89-70 16,670-441 15,-70 88-16,-1 53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7:11:03.52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12012 8784 0,'0'0'16,"-317"0"15,105 106-16,-106 264 1,213-70 0,105-88-1,123-89 1,106-52 0,-88-71-16,159-53 15,-17-70 1,-107-54-1,-88-34 1,-88 87-16,-18 1 16,-176-248-1,-52 301 1,-107 140 0</inkml:trace>
  <inkml:trace contextRef="#ctx0" brushRef="#br0" timeOffset="1581.39">17921 8890 0,'0'0'0,"-18"-35"15,1-1 1,-89-69 0,-35 69-1,-53 36 1,-71 141 0,-158 300-1,282-123 1,176-89-1,177-70 1,299-106 0,-140-141-1,-54-71 17,-123-53-17,-141-88 1,-53 142-16,-159-160 15,-105 142 1,-160 158 0</inkml:trace>
  <inkml:trace contextRef="#ctx0" brushRef="#br0" timeOffset="5845.5">8943 11677 0,'0'0'15,"0"-18"1,53-35 0,17 18-1,-34 35-15,-1 18 32,35 317-1,-70-123 0,0-124-15,18-53-1,17-35 1</inkml:trace>
  <inkml:trace contextRef="#ctx0" brushRef="#br0" timeOffset="6141.61">9684 11730 0,'0'-53'31,"0"106"-31,0-88 32,17 105-1,54 1-16,35 35 1,-89-36 0,-34 1-1,-71-1 1,-71 1 0,124-89-1,35-17 1</inkml:trace>
  <inkml:trace contextRef="#ctx0" brushRef="#br0" timeOffset="6314.57">9719 11730 0,'0'0'15,"-18"-18"1,107-35 15,16 18 0,-52 35-31</inkml:trace>
  <inkml:trace contextRef="#ctx0" brushRef="#br0" timeOffset="6611.94">10283 11712 0,'0'0'16,"-35"-17"-1,18 17 1,-1 17 0,18 71-1,18 1 1,17-54 0,35 35-16,-17 1 15,-35-36 1,-36 18-1,-105 0 17,70-35-32,18-71 31</inkml:trace>
  <inkml:trace contextRef="#ctx0" brushRef="#br0" timeOffset="6764.44">10283 11783 0,'0'0'0,"18"-88"31,70-1-15,18 19-1,-53 52-15</inkml:trace>
  <inkml:trace contextRef="#ctx0" brushRef="#br0" timeOffset="7007.08">10813 12347 0,'0'0'16,"317"-106"-1,-52 53 17,176 1-17</inkml:trace>
  <inkml:trace contextRef="#ctx0" brushRef="#br0" timeOffset="14795.65">12136 11747 0,'0'0'15,"-36"-17"1,195-54 0,-36 89-1,-70 17 1,0 18-1,-17 18-15,-1 123 16,-35 17 0,-35-34-1,-1-54 1,19-52 0,-1-54-1</inkml:trace>
  <inkml:trace contextRef="#ctx0" brushRef="#br0" timeOffset="14964.62">12136 12453 0,'-18'0'16,"36"0"-16,-1-35 31,36-1-31,353-140 15,-230 106 17</inkml:trace>
  <inkml:trace contextRef="#ctx0" brushRef="#br0" timeOffset="15215.24">12876 11959 0,'-17'-53'16,"34"106"-16,-17-176 16,71 105-1,17 18 1,-17 124 0,-36 105-1,-35-88 1,0-35-1,-18-18 1,18-35 0</inkml:trace>
  <inkml:trace contextRef="#ctx0" brushRef="#br0" timeOffset="15595.77">12859 12400 0,'0'-18'16,"0"36"-16,35-106 16,106 0-1,71-36 1,-106 54 0,-53-1-1,-18 36 1,-35 53 31,53 87-32,53-52 1,-1 18 15,-105-18-15,-70-18 15,-18 0-15,35-17-1</inkml:trace>
  <inkml:trace contextRef="#ctx0" brushRef="#br0" timeOffset="15748.51">13564 11871 0,'0'0'15,"159"-159"1,0 53 0,17-17-1,-105 52-15,17-34 16,-70 52 0</inkml:trace>
  <inkml:trace contextRef="#ctx0" brushRef="#br0" timeOffset="38294.25">10866 10195 0,'-265'71'31,"530"-142"-31,-706 195 16,388-107-16,17 1 15,160-18 1,246-53 0,530-247 15,-248 36-15,-69 34-1,-160 72 1,-211 105-1,-177 35-15</inkml:trace>
  <inkml:trace contextRef="#ctx0" brushRef="#br0" timeOffset="45947.75">8767 12947 0,'0'-18'16,"141"-70"15,-53 88-15,-35 106-1,-18 70 1,-35-87-16,0 87 16,0-35-1,-18-70 1,18-54-1,0-34 1</inkml:trace>
  <inkml:trace contextRef="#ctx0" brushRef="#br0" timeOffset="46114.32">8890 13300 0,'0'0'16,"18"0"15,87-36-15,-52 19-16,212-89 15</inkml:trace>
  <inkml:trace contextRef="#ctx0" brushRef="#br0" timeOffset="46386.08">9701 12894 0,'0'0'16,"-70"0"0,-1 35-1,1 53 1,70-52 15,141 70-15,-106-89-1,18 1-15,-18 52 16,-35-34 0,-88 34 15,-124 1 0</inkml:trace>
  <inkml:trace contextRef="#ctx0" brushRef="#br0" timeOffset="46607.28">9578 13000 0,'0'0'16,"-18"0"-16,1 0 15,70-18 1,52-35 0,54 0-1,-88 18-15,-1 17 16</inkml:trace>
  <inkml:trace contextRef="#ctx0" brushRef="#br0" timeOffset="47048.78">10372 12982 0,'0'0'16,"0"-17"0,-53 17-1,0 35 1,18-18-16,17 36 15,36-17 1,52 17 0,18 17-1,-52-52-15,-19 35 16,-17 0 15,-176 52-15,141-105-1,-1 0-15,19-35 16</inkml:trace>
  <inkml:trace contextRef="#ctx0" brushRef="#br0" timeOffset="47207.97">10336 13000 0,'0'-18'16,"0"36"-16,36-71 15,69-18 1,19 36 0,-71 35-16</inkml:trace>
  <inkml:trace contextRef="#ctx0" brushRef="#br0" timeOffset="47431.45">10918 13300 0,'-17'17'31,"52"-17"-31,-53-17 0,424-36 31,-106 18-15,0-1-1,-177 19-15</inkml:trace>
  <inkml:trace contextRef="#ctx0" brushRef="#br0" timeOffset="48481.32">9613 13106 0,'-53'17'15,"106"-34"-15,-176 52 16,87-35-16,-16 0 16,16-18-1,36-17 1,18-36-1,52 19 1,-34 34 0,17 53-1,0 71 1,-36-18-16,-17-17 16,-35 176 15,-71-106-16,18-88 1,35-36 0,18-70-1,17-35 1,53 0 0,1 53-1,34 35 1,-17 35-16,71 89 15,17-1 1,17-52 0,19-54-1</inkml:trace>
  <inkml:trace contextRef="#ctx0" brushRef="#br0" timeOffset="59958.1">9596 12912 0,'0'0'0,"-36"0"15,36-18 1,71-53 0,35 19-1,-71 34-15,18 0 16,70-35-1,-87 53 1,-19 0 0</inkml:trace>
  <inkml:trace contextRef="#ctx0" brushRef="#br0" timeOffset="60359.07">9684 12771 0,'0'0'0,"-71"70"15,36 195 1,17-142 0,18 18 15,0-35-15,-17-71-1,17-70 16,53-71-15,-18 71-16,0 0 16,71 17-1,-36 124 1,-34 53 0,-36 17-1,-194 71 16,-88-35-15,229-212 0,35-18-16,18-53 15</inkml:trace>
  <inkml:trace contextRef="#ctx0" brushRef="#br0" timeOffset="60897.47">9842 12665 0,'0'-18'16,"0"36"-16,0-71 15,-52 70 1,-54 54 0,35-18-16,-70 70 15,35 1 1,36-18-1,52-53 17,18-36-32,53 124 15,0-35 1,-18-18 0,-17-17-1,-18-53-15,0-1 31,17-17 1,19-53-17,87-35 1,18 53 0,0 52-1,-17 89 1,-106 35-1,-18-70-15,-142 88 16,-52-18 0,0-35-1,53-89 17,88-17-32,18-35 0</inkml:trace>
  <inkml:trace contextRef="#ctx0" brushRef="#br0" timeOffset="61468.93">9842 12682 0,'0'0'15,"-35"-17"1,-35 34 0,-71 54-1,70-36-15,0 0 16,-105 89 0,123-71-1,35 0 1,18 35-1,89 71 1,-54-53 0,-17-1-1,-18-16 1,0-54 0,0-18-1,0-52 32,123-53-31,-35 53-1,53 17 1,0 106 0,-52 36-1,-89-54-15,0 1 16,-194 193-1,-18-105 1,0-53 0,71-53-1</inkml:trace>
  <inkml:trace contextRef="#ctx0" brushRef="#br0" timeOffset="63819.24">14023 8714 0,'0'0'0,"-18"-36"15,-17 19-15,-141-54 32,-36 71-17,36 177 1,-1 122 0,54 19-1,105-71 1,71-159-16,123 35 15,71-87 1,18-72 0,-18-69-1,-18-125 17,-176-17-32,-88-52 15,-159 52 1,70 194-16,-34 35 15,-354 142 1</inkml:trace>
  <inkml:trace contextRef="#ctx0" brushRef="#br0" timeOffset="64751.13">19597 2575 0,'0'-17'16,"0"34"-16,53-123 15,-18 71-15,18 18 16,35-1 0,-88 71-1,0 70 1,-35-17 0,70 18-1,71-54 1,-18-35-1,-70-35 1,-54 36 0,-34-19-16,-71 19 15,35-1 1,88-35 0,36-35-1</inkml:trace>
  <inkml:trace contextRef="#ctx0" brushRef="#br0" timeOffset="65210.35">20179 2417 0,'18'-36'16,"-1"1"-16,-52 106 0,123-177 16,-17 88-1,-36 106 1,-17 18-1,-18 35 1,0-106 0,35-17-1,18-36 1,35-52 0,-35 17-16,17-35 15,-34 35 1,-1 53-1,-17 35 1,52 53 0,18-52 15,-35-36-15,-17-18-1,-36-17-15,0-1 16,-18-34-1,-35 35 1,-18 17 0,19 53-1</inkml:trace>
  <inkml:trace contextRef="#ctx0" brushRef="#br0" timeOffset="65635.23">19562 3334 0,'35'-71'15,"106"18"1,-71 106 15,-70 71-15,-52-1-1,-1-35 1,53-52 0,70-54-1,54-70 1,-1-18 0,-17 0-1,-18 18 1,-53 88 15,18 18-31,18 34 16,-53-16-16,17-1 15,0 71 1,-53-18 0,-34-53-1</inkml:trace>
  <inkml:trace contextRef="#ctx0" brushRef="#br0" timeOffset="66014.11">20161 3422 0,'212'-176'32,"-424"352"-32,636-494 31,-213 230-16,-70 53 17,-158 141-17,-1 17 1,18-17 0,35-18-1,18-70-15,0-18 16,71-35-1,-36-54 1,-71-34 0,-17 17-1,-141 0 1,-17 124 0,87 35-1</inkml:trace>
  <inkml:trace contextRef="#ctx0" brushRef="#br0" timeOffset="66645.32">19756 4198 0,'0'0'15,"-18"-18"1,18 54 0,35 52-1,-17 35 1,17-17 0,-17 18-1,-18-36 1</inkml:trace>
  <inkml:trace contextRef="#ctx0" brushRef="#br0" timeOffset="67594.09">20496 4022 0,'-17'-18'16,"34"36"-16,-70-54 15,36 36 1,-36 159-1,53-53 1,18-18 0,34-35-1,1-53 1,-17-18 0,-19-17 15,-17 0-16,-53 17 1,18 18-16,-53 18 16,35 35-1,35-36-15</inkml:trace>
  <inkml:trace contextRef="#ctx0" brushRef="#br0" timeOffset="67878.3">20761 4075 0,'0'17'15,"0"18"-15,18 107 16,52-72 0,1-52-1,17-36 1,-53-52-1,-35-19 17,0 1-17,-35 18 1,0 70-16,-71 0 16,53 53-1</inkml:trace>
  <inkml:trace contextRef="#ctx0" brushRef="#br0" timeOffset="68178.59">18680 5486 0,'-124'70'15,"248"-140"-15,-160 140 16,371-193-1,195-89 1,546-141 0,-300 142 15,-53 34-15,-176 71-1,-371 71-15,-70 0 16,-106 35-1</inkml:trace>
  <inkml:trace contextRef="#ctx0" brushRef="#br0" timeOffset="68953.78">21343 5062 0,'-18'-17'16,"36"34"-16,-53-34 31,17 70-16,18 70 1,0 1 0,71-19-1,-18-105 1,0-17 0,-18-54-1,-18-35 1,-17 53-16,-35-35 15,-71 35 1,-17 71 0,35 17-1</inkml:trace>
  <inkml:trace contextRef="#ctx0" brushRef="#br0" timeOffset="72314.07">19544 4974 0,'0'0'15,"-53"-70"1,35 34-1,18 19 17,0 34-17,0 54 1,36 35 0,-36 17-1,17 36 16,19-89-15</inkml:trace>
  <inkml:trace contextRef="#ctx0" brushRef="#br0" timeOffset="72725.31">20496 5203 0,'-35'18'16,"70"-36"-16,-52 36 47,105-71-32,-18 18 1,1 0 0,-71 17-1</inkml:trace>
  <inkml:trace contextRef="#ctx0" brushRef="#br0" timeOffset="73104.89">20514 5098 0,'-18'0'16,"18"17"-1,-17 107 1,17-89-16,0 53 31,0 18 0,0-88-15,35-36 15,36-35 1,87-35-17,-69 106 16,-125 176-15,-87-71 15,35-52-31,-159 105 16</inkml:trace>
  <inkml:trace contextRef="#ctx0" brushRef="#br0" timeOffset="75314.17">20144 2417 0,'35'-89'32,"-70"178"-32,88-231 15,-53 160 1,-106 158 0,-88 142-1,-177 193 1,248-352-1</inkml:trace>
  <inkml:trace contextRef="#ctx0" brushRef="#br0" timeOffset="75584.98">20073 3351 0,'-35'-35'15,"70"70"-15,-141-52 16,-53 175-1,-70 142 1,-35 35 0</inkml:trace>
  <inkml:trace contextRef="#ctx0" brushRef="#br0" timeOffset="75899.92">19756 4992 0,'-36'-18'16,"-158"212"-1,-17 124 1,-89 211 0,176-265-1</inkml:trace>
  <inkml:trace contextRef="#ctx0" brushRef="#br0" timeOffset="76294.89">19685 6103 0,'0'0'0,"-35"-53"16,123-88 15,0 123-15,-35 36-1,0 70 17,-35-35-32,-1 0 15,-17 88 1,0-53-1,-17-70-15</inkml:trace>
  <inkml:trace contextRef="#ctx0" brushRef="#br0" timeOffset="76453.32">19614 6385 0,'0'0'16,"36"-88"-1,34 18-15,36-1 16,265-176-1,-177 159 1,-142 88 0</inkml:trace>
  <inkml:trace contextRef="#ctx0" brushRef="#br0" timeOffset="76627">19650 6809 0,'0'0'0,"-71"70"16,106-70-1,71-17 1,582-319 0,35 1-1,71-18 1,-88-52 0</inkml:trace>
  <inkml:trace contextRef="#ctx0" brushRef="#br0" timeOffset="78330.55">4127 12365 0,'-70'70'15,"140"-140"-15,-334 334 16,17-34 0,-123 52-1,176-176 1,105-89-1,72-69 1,70-90 0,-18 54-16,35-35 15,1 52 1,17 71 0,0 53-1,89 106 16,-36-53-15,-18-71-16,-70-35 16</inkml:trace>
  <inkml:trace contextRef="#ctx0" brushRef="#br0" timeOffset="78712.42">3757 11501 0,'-53'0'16,"106"0"-16,-176 70 16,87 1-16,-87 105 15,-36 18 1,-17-18-1,-1-52 1,1-89 15,158-105-15,124-160 0,35 160-1,-53 70-15,106 53 16,36 105 15,-1 19-15,-141-89-16</inkml:trace>
  <inkml:trace contextRef="#ctx0" brushRef="#br0" timeOffset="84676.95">24853 5627 0,'0'0'16,"-35"-53"-1,17-35 1,18-18 0,0 53-1,0 35 1,0 1 0,0 105-1,0 88 1,53 36-1,-18-124 1,1-35 0,-1-53-1,0-53 1,-35-35 0,18-18 15,-18 53-16,0 124 32,0 52-31,0 1 0,18 34-1,-1-69 1,1-54-1</inkml:trace>
  <inkml:trace contextRef="#ctx0" brushRef="#br0" timeOffset="85247.01">25241 5927 0,'18'-53'16,"-36"106"-16,71-212 16,-35 88 15,-18 36-16,0 53 17,-18 123-1,53-124-31,89 89 31,-89-70-15,-35-19-1,-35 18 1,0-35 0,-1-70-1,19-54 1,17 19 0,35 52-1,36 0-15,17 35 31,88 124 1,-52 17-17,-19-87 1,1-19 0,0-70-1,-35-35 1,-36 35-16,-35-70 15,-53 17 1,-70 53 0,-19 71-1,1 105 1,-17 18 0</inkml:trace>
  <inkml:trace contextRef="#ctx0" brushRef="#br0" timeOffset="85447.19">25100 6650 0,'-18'35'16,"18"0"-1,36 159 1,-1-52-1,0-1 1,-17-88-16,0-18 16</inkml:trace>
  <inkml:trace contextRef="#ctx0" brushRef="#br0" timeOffset="85658.21">25523 6720 0,'0'0'16,"18"0"15,17 18-15,1 0-16,17 17 16,-18 0-1,-35 18 1,0-35-1</inkml:trace>
  <inkml:trace contextRef="#ctx0" brushRef="#br0" timeOffset="85977.47">25471 6791 0,'0'-53'15,"0"106"-15,70-247 16,1 123-16,-1 18 31,318-105 0,-300 211-15,-17 88 0,-53 0-1,52-71 1,-17-70 0,0-53-1,-35 1-15,-1-1 16,1-141-1,-89 70 1,-34 54 0,-37 105-1,54 35-15</inkml:trace>
  <inkml:trace contextRef="#ctx0" brushRef="#br0" timeOffset="86263.87">24342 7990 0,'-106'89'32,"88"-89"-32,142-89 0,-177 178 15,741-372 16,-159 54-15,-247 106-16,36-1 16,-36 1-16,176-36 15,-211 88 1,-229 89 15</inkml:trace>
  <inkml:trace contextRef="#ctx0" brushRef="#br0" timeOffset="86547.1">26476 7444 0,'18'70'16,"-36"-140"-16,53 281 15,18-70 1,0-35-1,0-53 1,18-71 0,-36-70-1,-18-18 1,-34 54 0,-18-1-1,-18 0-15,-230 70 31</inkml:trace>
  <inkml:trace contextRef="#ctx0" brushRef="#br0" timeOffset="86820.69">25082 7479 0,'0'0'16,"-17"-18"0,17 54 15,0 122-16,17-70-15,19-17 16,34 70-16</inkml:trace>
  <inkml:trace contextRef="#ctx0" brushRef="#br0" timeOffset="87097.04">25629 8149 0,'0'0'15,"36"124"1,-19-89-16,1 0 16,52 36-1,-17-71 1,-17-36 0,-19-34-1,-34-54 1,-54 89 15,-123 123 0</inkml:trace>
  <inkml:trace contextRef="#ctx0" brushRef="#br0" timeOffset="88147.07">24924 8114 0,'-36'0'32,"72"0"-32,-107 35 15,54 106 1,17 36 15,35-107-31,106 54 31,-88-124-15,-36-18 0,-17-53-1,-88 19 17,18 104-17,34 19-15</inkml:trace>
  <inkml:trace contextRef="#ctx0" brushRef="#br0" timeOffset="91841.04">24765 7020 0,'18'-53'32,"52"-17"-17,-35 35-15,36 17 32,-36 71-17,-17 70 1,0 54-1,34-107 1,19-17 15,17-18 1,-35-17-17,-53 17 1,-88 18-1,-18 0 1,36 0 0,34-53-16,36 18 15,0-36 1</inkml:trace>
  <inkml:trace contextRef="#ctx0" brushRef="#br0" timeOffset="92440.21">25576 6773 0,'0'0'0,"0"-35"15,0 17 1,-17 54 31,-1 52-32,18-18-15,0-17 16,18 0-16,17 18 16,18-36-1,-18-35 1,0-18 0,-35 1-16,18-18 15,-18-107 1,-18 54-1,18 0 1,0 53-16,0-1 16,18 19-16,35 17 15,35 0 1,0 70 0,36 19-1,-54-72-15,1 19 16,105-36 15,-70-53-15,0-53-1,-71 53-15,-17 0 16,-71-141 0,-70 70-1,-19 72 1,1 69-1,-70 212 1,158-140 0</inkml:trace>
  <inkml:trace contextRef="#ctx0" brushRef="#br0" timeOffset="94691.6">8961 14640 0,'0'0'16,"-18"-17"15,18-1-31,123-123 15,-52 141 17,-1 70-17,1 107 1,-36-89-16,1 88 16,-1-17-1,0-35 1,0-71-1,-17-36-15,0-17 16,35 0 0</inkml:trace>
  <inkml:trace contextRef="#ctx0" brushRef="#br0" timeOffset="95323.51">9737 14728 0,'0'0'0,"-18"0"32,0 89-17,36-36 1,53-18 0,-1-18 15,-35-17-31,1 18 15,-36 35 1,0 35 0,-53-35-1,35-35-15,0-1 16,-52-87 0,35-36 15,35-70-16,0 123 1,35-18-16,35 18 16,1 53-1,35 53 17,-53 0-32,176 88 15,-141-123 1,-17-18 15,-18-53-15,-36 0-16,1-53 15,-36-17 1,-70 17 0,-35 53-1,52 35 1,18 18-16,-53 106 15,89-18 1</inkml:trace>
  <inkml:trace contextRef="#ctx0" brushRef="#br0" timeOffset="95622.24">11112 14887 0,'0'0'31,"159"-35"-16,88-53 1,71 0 0,-1 17-1,89-17 1,-230 53 0,-140 35-1</inkml:trace>
  <inkml:trace contextRef="#ctx0" brushRef="#br0" timeOffset="110601.51">27605 10001 0,'0'0'0,"17"-17"16,89-54 0,106 18 15,-159 88-31,-35 36 31,-36 35-15,-53 35-1,71-88 1,18-18 0,70 18-1,0 18 1,-52-36-16,-19 18 16,-34 0-1,-89 17 1,-35 1-1,70-54-15,1 1 32,105-177-17</inkml:trace>
  <inkml:trace contextRef="#ctx0" brushRef="#br0" timeOffset="111163.12">28416 10072 0,'0'-35'16,"0"70"-16,53-141 15,35 35 1,1 36 0,-37 35-1,-34 53 1,-18 0-16,0 70 31,-18 54-15,36-142-1,141-88 1,0-53 0,-36 1-1,-70 16 1,-53 54 15,0 88 0,35 35-15,53-35 0,89-35 15,-18-54-31,-18-34 15,-53-36 1,-88 18 0,-18 35-16,-123-18 15,-35 71 1,-1 71 0,36 52 15,71-52-31</inkml:trace>
  <inkml:trace contextRef="#ctx0" brushRef="#br0" timeOffset="113344.76">27534 11783 0,'0'0'0,"71"-124"31,17 107-16,18 34 1,-88 19-16,17 105 16,-35 17-1,-71 1 1,1-53 0,52-71-16,-17 1 15,141-89 32,70-71-31,36-35-1,17 18 1</inkml:trace>
  <inkml:trace contextRef="#ctx0" brushRef="#br0" timeOffset="113659.95">28610 11518 0,'-17'-123'32,"34"246"-32,1-299 15,194 70 1,-107 141-1,-69 36-15,-1 88 16,-35 17 15,0-53-15,-18-17 0,18-35-1</inkml:trace>
  <inkml:trace contextRef="#ctx0" brushRef="#br0" timeOffset="114070.67">28751 11853 0,'53'-106'31,"0"71"-31,-159 176 0,371-405 16,-177 193-16,71-52 31,-53 35-31,-53 70 16,-53 36-1,0 34-15,17 125 16,1-54 15,35-35-15,53-70-1,17-36 1,36-87 0,-71-1-1,-70-35 1,-54 17 0,-122 36 15,17 88-31,-18 88 15,18 18 1</inkml:trace>
  <inkml:trace contextRef="#ctx0" brushRef="#br0" timeOffset="114640.78">28452 12488 0,'0'0'16,"-36"-53"0,19 36 15,17 123 0,0 70-15,0 18-1,17-18 1,-17-105-16,53 0 16,18-36-1,-18-35 1</inkml:trace>
  <inkml:trace contextRef="#ctx0" brushRef="#br0" timeOffset="114969.23">29051 12612 0,'0'-71'32,"0"142"-32,-35-89 31,17 142-16,18 34 1,36-52 0,34-35-1,-17-71-15,0 0 16,0-36 0,-18-34-1,-35-1 1,-17 36-16,-54 35 15,-17 18 1,17 52 0,36-17-1,35-35 1</inkml:trace>
  <inkml:trace contextRef="#ctx0" brushRef="#br0" timeOffset="115285.5">29616 12524 0,'0'-18'16,"0"36"-16,17-36 15,-17 71 1,36 53 0,17 0-1,105-18 1,-52-88-1,-18-18 1,-52 0-16,-1-17 16,-35-18-16,0-70 15,-35-18 1,-36 52 0,-17 37-1,-18 69 1,-35 107-1</inkml:trace>
  <inkml:trace contextRef="#ctx0" brushRef="#br0" timeOffset="115679.73">26882 14340 0,'-159'89'16,"318"-178"-16,-336 195 16,230-123-16,194-107 15,194-70 1,124-18-1,87-17 1,54 35 0,264-53 15,-194 53-15,-670 176 15,-247 124 0</inkml:trace>
  <inkml:trace contextRef="#ctx0" brushRef="#br0" timeOffset="116057.97">30339 13829 0,'0'0'16,"-18"0"15,-52 247-15,87-18 15,54-141-31,35-70 15,-71-18 1,18-35 0,-18-1-16,18-52 15,-53-18 1,-53 18 0,-53 35-1,-17 53 1,-71 106-1</inkml:trace>
  <inkml:trace contextRef="#ctx0" brushRef="#br0" timeOffset="117644.74">31627 9049 0,'0'0'16,"17"-106"0,-34 88-16,-36 1 15,17 17 1,1 0-1,17 17 17,18 1-32,53 52 15,18 36 1,17-18 0,-53 1-1,-17-19 1,-36-34 15,-70-89-15,88-71-1,0 54-15,88-72 16,53 1 0,-88 88-1</inkml:trace>
  <inkml:trace contextRef="#ctx0" brushRef="#br0" timeOffset="118445.93">28169 13088 0,'-17'0'15,"34"0"-15,-34 18 16,17 35-16,17 105 16,19 36-1,-1-35 1,18-35-1,17-71 1</inkml:trace>
  <inkml:trace contextRef="#ctx0" brushRef="#br0" timeOffset="118709.29">29316 13811 0,'0'0'16,"70"-17"0,19-36-1,52-18 1,-88 53-16,17 1 15,-35-1 1,-52 18 0</inkml:trace>
  <inkml:trace contextRef="#ctx0" brushRef="#br0" timeOffset="119073.08">29316 13794 0,'0'0'15,"-18"35"-15,18 106 32,0-35-32,18-18 31,17-35-15,-17-71 15,-1-52-31,54-18 31,-36 52-31,18 1 16,0 35-16,35 0 15,0 88 1,-17 71 0,-71-18-1,-53-17 1,-106 17 15,-17-106-15</inkml:trace>
  <inkml:trace contextRef="#ctx0" brushRef="#br0" timeOffset="120353.42">28363 8996 0,'0'0'0,"18"-53"16,-18 18-1,-53 70 17,-70 194-17,-71 159 1,-53 106-1,123-247-15,-158 247 32,35-71-17,71-123 1</inkml:trace>
  <inkml:trace contextRef="#ctx0" brushRef="#br0" timeOffset="120796.37">27975 11218 0,'0'0'0,"18"-35"15,-36 88 1,-158 370 0,-1-17-1,1 0 1,-18-36 0,18 1 15,140-230-16</inkml:trace>
  <inkml:trace contextRef="#ctx0" brushRef="#br0" timeOffset="121079.81">28310 13088 0,'0'0'0,"-194"212"16,36-1 0,-36 1-1,0 0 1,52-54-1,90-105 1,16 18-16,36-53 31</inkml:trace>
  <inkml:trace contextRef="#ctx0" brushRef="#br0" timeOffset="121539.33">28169 14658 0,'0'0'16,"18"-212"15,88 106-16,53 53 1,-124 71 0,71 159-1,-53-19 1,-36-17 0,-17-88-16,0 18 15,-17-18 1</inkml:trace>
  <inkml:trace contextRef="#ctx0" brushRef="#br0" timeOffset="121744.07">28257 15169 0,'18'-17'16,"-36"34"-16,160-158 15,-54 71-15,159-107 16,17 36-1,-34 71 17,-107 52-17,-88 106 1</inkml:trace>
  <inkml:trace contextRef="#ctx0" brushRef="#br0" timeOffset="121950.89">28187 15787 0,'0'0'16,"247"-71"15,176-105-15,1235-300-1,-935 282 1,-105 52-1,-389 90-15,-52-1 16,-19 0 15</inkml:trace>
  <inkml:trace contextRef="#ctx0" brushRef="#br0" timeOffset="123607.15">2734 14376 0,'0'0'0,"-18"0"15,-17 17 1,17-17-1,18-53 1,124-105 15,35-72-15,70-87 15,106-54-15,53 19-1,-211 211-15,140-89 16,-141 124 0,-87 71-1,-107 88 1,-17 18-16,-36 17 16</inkml:trace>
  <inkml:trace contextRef="#ctx0" brushRef="#br0" timeOffset="123923.16">2064 14958 0,'0'17'15,"0"-34"-15,264-160 31,71-140-15,71-89 0,35-35-1,282-194 1,-335 335 0,-176 159-1,-141 141 1,-160 212-1,1-89 1</inkml:trace>
  <inkml:trace contextRef="#ctx0" brushRef="#br0" timeOffset="136636.87">10019 7461 0,'0'0'0,"-35"-17"16,-107 17-1,72 0-15,-71 53 16,17 105 15,36 72-15,71 52-1,69-159-15,19 1 16,211 52 0,-35-176-1,-18-123 1,-35-54-1,-70-176 17,-142 89-17,-158 17-15,-71 88 32,-300 336-17</inkml:trace>
  <inkml:trace contextRef="#ctx0" brushRef="#br0" timeOffset="138246.38">1746 6050 0,'-17'0'16,"34"0"-16,-34-18 15,17-17 1,88-35 0,-35 34-1,-18 36 1,0 71-1,-17 52 17,0-70-32,34 0 15,1-17 1,0-1 0,-35-35-16,-18 35 15,-18 0 1,-52 18-1,-18 18 1,70-71 0,-17 17-1,35-34 1</inkml:trace>
  <inkml:trace contextRef="#ctx0" brushRef="#br0" timeOffset="138769.34">2275 5909 0,'0'0'16,"-35"-18"0,35 54 15,0 17-16,0-18-15,18-18 16,52 19 0,1-36-1,-36 0 1,-17-36 0,-1-69 15,-17 52-31,0 17 31,18 19-15,35 17-1,-18 0-15,36 35 16,17-17 0,18-18-1,35-36 1,-88-16-1,-35-19 1,-36 18 0,-70-17-1,35 52-15,0 0 16,0 18 0,-18 18-16,1 88 15,17-36 1</inkml:trace>
  <inkml:trace contextRef="#ctx0" brushRef="#br0" timeOffset="139004.41">2205 6791 0,'0'18'15,"0"-36"-15,0 89 16,17-36-16,1 18 16,70 88-1,-17-35 1,-18-53 0</inkml:trace>
  <inkml:trace contextRef="#ctx0" brushRef="#br0" timeOffset="139510.6">2170 6809 0,'-53'35'15,"106"-70"-15,-195 229 16,107-124-1,35-35 17,18-17-17,52-36 1,-17-17-16,106-88 16,-71 70-1</inkml:trace>
  <inkml:trace contextRef="#ctx0" brushRef="#br0" timeOffset="139731.26">2646 6615 0,'-35'52'31,"70"-104"-31,-53 175 16,71-88-1,18-17 1,-36 0 0,0 35-1,-35-1 1</inkml:trace>
  <inkml:trace contextRef="#ctx0" brushRef="#br0" timeOffset="140079.31">2611 6650 0,'0'0'15,"88"-141"1,18 88 0,-1 53-1,-16 35 1,-1 36-1,-71-36-15,19-17 16,52-1 0,-53-52-1,-17-36 1,-18-17 0,-53-35 15,-35 70-31,-18 88 31,-18 71-15</inkml:trace>
  <inkml:trace contextRef="#ctx0" brushRef="#br0" timeOffset="140316.66">1535 8255 0,'70'-35'31,"-140"70"-31,369-264 16,-157 105-16,246-176 16,53-35-1,-18 35 1,-88 89-1,-211 158-15,-36 35 16,-88 36 0</inkml:trace>
  <inkml:trace contextRef="#ctx0" brushRef="#br0" timeOffset="140616.66">2258 8184 0,'-18'-70'31,"36"140"-31,-1-228 16,72 87-1,-19 53 1,-17 18-16,18 71 15,17 53 1,-35-19 0,0 1-1,-36-71-15,19 36 16,-36-53 0</inkml:trace>
  <inkml:trace contextRef="#ctx0" brushRef="#br0" timeOffset="140993.49">2593 8484 0,'-18'0'15,"36"-70"1,52-54 0,-17 54-16,53-89 15,-35 53 1,-36 71-1,-35 52 32,88 107-31,0-89 15,54-17 0,-160 17 1,-35-17-17,35-36-15,-17-17 16</inkml:trace>
  <inkml:trace contextRef="#ctx0" brushRef="#br0" timeOffset="141261.54">3069 7885 0,'0'0'0,"18"-71"16,52 0-1,71 36 1,-52 53 0,-1 35-1,-18 0 1,1-36 0,-36-17-16,18-70 15,0-18 1,-53-18 15,-229-53 0,123 194-15,-18 89 0</inkml:trace>
  <inkml:trace contextRef="#ctx0" brushRef="#br0" timeOffset="141474.91">2469 9278 0,'36'-35'31,"-72"70"-31,495-458 15,-247 229-15,52-18 16,671-458 0,-335 299-1,-353 195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7:14:13.27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11024 10636 0,'-88'53'16,"176"-106"-16,-211 124 16,158-71 15,89-18-16,-54 1-15,18-19 16,124-52 15,-141 70-15,-71 1 0,-106 87-1,-35 19 1,-18-1-1,35-18 1,71-34 0,124-36-1,123-71 1,35-35 0,-123 53-1</inkml:trace>
  <inkml:trace contextRef="#ctx0" brushRef="#br0" timeOffset="8035.61">6456 7179 0,'0'0'16,"-229"71"-1,70-1 17,-88 177-32,159 35 15,88 18 1,70-71 0,107-123 15,-72-88-31,19-18 15,282-212 1,-159-17 0,-106-18-1,-124 124-15,-52-142 16,-141 36 0,-107 123 15,-16 176-31,-37 177 15</inkml:trace>
  <inkml:trace contextRef="#ctx0" brushRef="#br0" timeOffset="14792.09">17762 7549 0,'-88'-52'47,"0"34"-32,-18 18 16,-106 123-15,89 36 0,52 53-1,54 17 1,52-70 0,18-89-16,70 19 15,36-54 1,35-88-1,0-88 1,-106 70-16,36-123 16,-89-17-1,-123-1 1,-106 106 0,-88 124-1,-159 229 16</inkml:trace>
  <inkml:trace contextRef="#ctx0" brushRef="#br0" timeOffset="31350.58">19614 2999 0,'-17'-18'16,"34"36"-16,-34-71 16,-1 106 15,1 105-15,17-69-16,0 69 15,0-17 1,0 1-1,0-19 1,52-35 15,-34-88-31</inkml:trace>
  <inkml:trace contextRef="#ctx0" brushRef="#br0" timeOffset="31979.42">20038 3369 0,'0'-53'16,"0"0"-16,0 159 0,0-335 16,-18 193-1,-17 19 1,-36 34 0,-17 89-1,35-18 1,53-35-16,0-17 15,124 69 1,-19-69 0,-34-1-1,-53 0 1,-54 36 0,-34-53-1,17-36 1,53-53-1,18-35 1,17 54-16,53-37 16,-17 36-1,-1 53 17,-17 18-1,-18 17-31,18 54 15,0 16 1,18-34 0,17-53-1,-53-18-15,0 0 16,54-106 0,-89 18-1,-18-36 1,-70 18-1,-89 53 1,72 53 0,52 36-1,53-1 1</inkml:trace>
  <inkml:trace contextRef="#ctx0" brushRef="#br0" timeOffset="32279.69">21502 3634 0,'0'0'16,"17"0"-1,125 0 1,69-18 0,19 0-1,69 1 1,-122-1 0,-18-17-1,-36 17 1</inkml:trace>
  <inkml:trace contextRef="#ctx0" brushRef="#br0" timeOffset="32758.32">23372 3069 0,'0'0'16,"-53"-53"0,35 53 15,18 71-16,0 123 1,0-71 0,0 1-1,18-18 1,-1-53-16,1-18 16,0-18-1</inkml:trace>
  <inkml:trace contextRef="#ctx0" brushRef="#br0" timeOffset="33068.56">23742 3228 0,'0'-53'16,"0"106"-16,-18-124 16,1 71-16,-1 0 15,-17 89 1,35-19 15,53-17-15,35 0-1,18 17 1,-89-52 0,-17 17-1,-53 1 1,-35 17-1,53-36-15,-18-17 16</inkml:trace>
  <inkml:trace contextRef="#ctx0" brushRef="#br0" timeOffset="33383.86">23724 3228 0,'0'0'0,"141"-106"31,-35 53-31,18 36 15,-71 17-15,0 35 16,35 124 0,-35-36 15,0-52-15,17-19-1,54-52 16,-71-52-15,-1-54-16,-52-35 16,-17 0-1,-36 88-15,-71 17 32,-52 72-17,53 17 1</inkml:trace>
  <inkml:trace contextRef="#ctx0" brushRef="#br0" timeOffset="34504.75">13529 13970 0,'-18'-18'16,"36"36"-16,-53-53 15,52-1 1,72-16 0,-37 52-16,37-18 15,-36 53 1,-36 71-1,-17 17 1,-35 19 15,35-90-15,18 1-16,70 0 16,-53-17-1,-17-1-15,35 0 31,-53 0-15,-71 1 0,-17-19-1,-18-17 1,106-35 0,18-18-1</inkml:trace>
  <inkml:trace contextRef="#ctx0" brushRef="#br0" timeOffset="34820.25">14323 13935 0,'-36'70'16,"72"-140"-16,-89 334 31,70-140-31,36-54 15,-17-52 1,-1 0 0,106-54-1,-53-70 1,-35 1 0,-53-36-1,-70-18 16,-107 106-15,89 159 0</inkml:trace>
  <inkml:trace contextRef="#ctx0" brushRef="#br0" timeOffset="35157.54">12823 15328 0,'0'0'0,"-52"35"16,263-35-1,89-52 1,70-1 15,36-18-15,0-17-1,70 17 1,-335 54 0,-105 17-1,-72 35-15,-34 0 16,-36 18-16</inkml:trace>
  <inkml:trace contextRef="#ctx0" brushRef="#br0" timeOffset="35436.81">13476 15734 0,'0'0'16,"-35"-106"15,17 106-15,18 53 0,0 229-1,0-88 1,0-17-1,35-72 1,-17-87-16</inkml:trace>
  <inkml:trace contextRef="#ctx0" brushRef="#br0" timeOffset="36003.89">14005 15981 0,'0'-88'15,"0"176"-15,-70-247 16,-1 159 0,-17 71 15,53-36-31,35 35 16,35 1-1,71 0 1,-36-1-1,-52 1 1,-53-36 0,-1-35-1,19-88 1,17 35-16,17-18 16,107-70-1,-18 106 1,-36 53-1,18 52 1,1 36 15,17-71-15,-54-52 0,-34-1-1,0-17 1,-18-142-1,-53 54 1,-71 70 0,1 53-1,-36 18 1,141-1 0</inkml:trace>
  <inkml:trace contextRef="#ctx0" brushRef="#br0" timeOffset="36318.61">15557 14570 0,'0'0'0,"-35"-18"31,70 71-15,89 70 0,17 19-1,71 34 1,-124-105-1,-53-54 1</inkml:trace>
  <inkml:trace contextRef="#ctx0" brushRef="#br0" timeOffset="36507.22">16051 14517 0,'0'0'15,"-70"-35"1,35 52-16,-54 107 15,-16 70 1,16 17 15,19 124 1,70-299-32</inkml:trace>
  <inkml:trace contextRef="#ctx0" brushRef="#br0" timeOffset="36729.11">16422 14534 0,'0'-17'15,"0"34"-15,0 36 31,-18 71-15,18 17 0,0-18-1,35 19 1</inkml:trace>
  <inkml:trace contextRef="#ctx0" brushRef="#br0" timeOffset="37266.87">16739 14587 0,'0'-35'15,"0"70"-15,0-88 16,-17 89 15,17 70-15,0-1-1,35-52 1,-17-17-16,17-36 16,18 0-1,-36-36 1,19-52 0,-1-18-1,0 0 16,71 124-15,-18 70 0,-52-35-1,16 0 1,107 35 0,-71-70-1,-17-18 1,0-71-1,-36-87 1,-35 17 0,-53 17-1,-53 53 1,-88 71 0,88 36-16,-123 34 15</inkml:trace>
  <inkml:trace contextRef="#ctx0" brushRef="#br0" timeOffset="37802.01">14340 12912 0,'0'-36'15,"0"72"-15,-17 34 32,-19 54-32,-16 281 15,34 54 1,18-18 0,18-35-1,-1 88 16</inkml:trace>
  <inkml:trace contextRef="#ctx0" brushRef="#br0" timeOffset="38092.11">14640 15293 0,'0'0'16,"0"53"0,0 53-16,-35 211 15,0 54 1,-18-1-1,-18-17 1,1-71 0</inkml:trace>
  <inkml:trace contextRef="#ctx0" brushRef="#br0" timeOffset="38765.78">18274 14605 0,'0'18'15,"106"-1"1,17-17 0,54 0-1,-36-17 1,-88-1-16,-18 0 16,-17 18-16,-1 0 15,-52 0 1</inkml:trace>
  <inkml:trace contextRef="#ctx0" brushRef="#br0" timeOffset="39126.37">18344 14817 0,'0'0'16,"36"0"0,105-53-1,70-35 1,-122 52-16,69-34 15,-87-1 1,-53 1 0,-36-1-1,-35-17 1,35 70 0,54 36 15,34 70-16,-34-17-15,-19 70 32,-105 123-17,-35-123 1,17-35 0</inkml:trace>
  <inkml:trace contextRef="#ctx0" brushRef="#br0" timeOffset="40072.65">20620 13776 0,'-18'-53'16,"36"106"-16,-53-124 16,-1 71-16,1 0 15,0 36 1,17 34-1,18 18 17,282 124-1,-158-124-31,-71-35 16,-36-35-1,-34 17-15,-107 0 31,-140-17-15,175-89 15,54-123-15,88 53 0,35 36-1,0 16 1,1 36-1,-36 18 1,35 35-16,0 35 16,-17 71 15,-19 18-15,160 70-1,-106-194 1,0-18-1,-36-35 1,-52 0-16,0-70 31,-107-124 1,1 194-1,-71 53-16,71 70 1,0 36 0</inkml:trace>
  <inkml:trace contextRef="#ctx0" brushRef="#br0" timeOffset="40391.8">20197 14975 0,'0'0'15,"70"-17"1,36-1-16,17-17 16,407-89-1,-107 54 1,-35-1 15,-18 18-15,-70 0-1,-282 53 1,-89 0 0,-140 71-1</inkml:trace>
  <inkml:trace contextRef="#ctx0" brushRef="#br0" timeOffset="40799.18">21131 15222 0,'0'-88'31,"0"176"-31,124-264 16,-71 176 0,-36 35-1,1 53 17,17 54-17,36-54 1,17 0-1,-17-18 1,-54-17 0,-17-35-16,-70 17 15,-54-17 1,1 0 0,17-18 15,71-106-31,35 0 31</inkml:trace>
  <inkml:trace contextRef="#ctx0" brushRef="#br0" timeOffset="41664.68">23142 14587 0,'-35'0'16,"70"0"-16,-88 0 15,124 0 1,105 0 0,-52 0-16,-18-17 15,193-19 1,-175 36 0,-283 53 15</inkml:trace>
  <inkml:trace contextRef="#ctx0" brushRef="#br0" timeOffset="41806.78">23230 14817 0,'0'0'0,"0"17"16,71-17-16,35 0 16,388-88 15,-142 0-16,-105 17 1</inkml:trace>
  <inkml:trace contextRef="#ctx0" brushRef="#br0" timeOffset="45598.09">20567 13688 0,'0'-18'15,"0"36"-15,0-54 32,-106 89-17,53 36 1,36-36-16,-1 35 16,36-18 15,52 1-16,36 17 1,-36-70-16,-17 17 16,53 53-1,-88-17 1,-89 17 0,-70 18-1,-176 35 16,158-71-31,88-70 16,71-17 0,89-107-1,-19 36-15</inkml:trace>
  <inkml:trace contextRef="#ctx0" brushRef="#br0" timeOffset="45818.85">20461 13794 0,'-18'0'15,"36"0"-15,0-36 32,229-70-17,-36 18 1,-70 35-1,-88 53 1</inkml:trace>
  <inkml:trace contextRef="#ctx0" brushRef="#br0" timeOffset="46228.92">20637 13723 0,'-52'18'15,"104"-36"-15,-175 89 16,70-1 0,0 71 15,18-70-15,35-18-1,-18-36 16,106-17-15,18 0 0,0 18-1,18 35 1,-71 70 15,-106 1-15,-89-1-1,-16 1 1,-1-54 0,106-52-16,0-18 15,53-88 1</inkml:trace>
  <inkml:trace contextRef="#ctx0" brushRef="#br0" timeOffset="46449.25">20461 13794 0,'-53'17'15,"106"-34"-15,-18 17 31,248-89-15,-89 36 0</inkml:trace>
  <inkml:trace contextRef="#ctx0" brushRef="#br0" timeOffset="47078.93">20884 14252 0,'-88'18'16,"176"-36"-16,-229 212 15,124 88 1,105-17-1,-18-141-15,124 70 32,212-142-1,-265-193-15,-70-53-1,-71 88-15,-53-158 16,-88-54-1,-18-17 1,0 106 0,106 176-16,-88 88 15,53 230 1,53 141 0,105 52-1,-17-228-15,124 193 31,17-106-31,-18-123 16,18-70 0,-123-107-16</inkml:trace>
  <inkml:trace contextRef="#ctx0" brushRef="#br0" timeOffset="49553.52">25859 13212 0,'-36'0'15,"72"0"-15,-89 0 16,70-53 0,72 17-1,-37 19-15,37-19 16,-36 36-1,-36 18 1,-17 53 0,0-18-16,0-1 15,-17 54 17,17-35-17,141 52 1,-106-87-16,18 34 15,-36-17 1,-34-18 15,-54 1-15,18-19-16,0 1 16,1 0-16,-19-18 15,53 0 1,18-18-1,18-70 1</inkml:trace>
  <inkml:trace contextRef="#ctx0" brushRef="#br0" timeOffset="50213.08">26846 13088 0,'0'0'0,"-17"-35"16,-1 35-16,0 0 15,-52 17 17,17 54-17,18 35 1,35-53-16,0 0 15,0 0-15,53 17 32,17-35-17,-17-17 1,-18-18 0,-35-18-16,0-17 15,0-53 1,0-18-1,0 0 1,36 53-16,-1 18 16,88-18-1,-52 53 1,-18 53 0,0 35-1,53 71 16,-18-71-15,0-17 0,-17-54-1,-1-17 1,-52-17-16,17-54 16,-17-35-1,-36-35 1,-35 18-1,18 70-15,-36-18 16,-17 54 0,-35 70-1,-18 70 1</inkml:trace>
  <inkml:trace contextRef="#ctx0" brushRef="#br0" timeOffset="50608.21">25347 14482 0,'0'0'16,"-53"35"-1,177-35 1,175-35 0,142-36-1,318-70 1,-248 70 0,-70 1-1,-123 17 1,-177 35-1,-106 18-15,-52 0 16,-124 18 15,-71 35-15</inkml:trace>
  <inkml:trace contextRef="#ctx0" brushRef="#br0" timeOffset="51018.95">26705 14570 0,'-17'0'15,"34"0"-15,-52 35 16,17 71 0,18 53-1,36-18 1,-19 0 0,1-88-16,-18 53 15,0-71 1</inkml:trace>
  <inkml:trace contextRef="#ctx0" brushRef="#br0" timeOffset="51458.56">27111 14834 0,'18'-70'16,"-36"140"-16,124-281 31,-106 193-15,-18 18-1,1 0-15,-36 18 16,17 52 0,36 1-1,71 17 16,-36-35-31,106 106 32,-158-89-17,-54-70 1,1-35 15,140-247-15,106 105-1,-87 107 1,16-1-16</inkml:trace>
  <inkml:trace contextRef="#ctx0" brushRef="#br0" timeOffset="53130.11">12947 14834 0,'-18'0'15,"36"0"-15,0-88 16,123-71 0,35 1-1,-88 69-15,71-52 32,0 0-32</inkml:trace>
  <inkml:trace contextRef="#ctx0" brushRef="#br0" timeOffset="53366.68">13582 12524 0,'0'-18'15,"0"36"-15,0-18 31,35 123-15,-35-35-16,35 106 16,18 71-1,0 17 1</inkml:trace>
  <inkml:trace contextRef="#ctx0" brushRef="#br0" timeOffset="53724.78">12859 16810 0,'0'0'0,"-18"0"15,89-35 1,140-124 0,-52 35-16,35 19 15,388-284 1,-176 160-1,-53 53 1,-89 105 0,-140 159-1,-142 1 1</inkml:trace>
  <inkml:trace contextRef="#ctx0" brushRef="#br0" timeOffset="54203.18">15769 16228 0,'-106'53'32,"212"-106"-32,-300 388 15,194-123 1,53-36-1,53-70 1,70-53 0,-105-53-1,-18-36 17,-53-16-17,-36 16 1,1 19-16,-71 17 15,-17 105 1,-1 19 0</inkml:trace>
  <inkml:trace contextRef="#ctx0" brushRef="#br0" timeOffset="58613.42">3475 14975 0,'-88'53'16,"176"-106"-16,-282 159 16,106-53-16,-36 0 15,89-35 1,70-18 0,159-88-1,-35-1-15,17-17 16,371-282-1,-229 159 1,-124 106 0,-141 87-16,-265 160 47</inkml:trace>
  <inkml:trace contextRef="#ctx0" brushRef="#br0" timeOffset="58786.57">3175 15363 0,'-318'265'32,"636"-530"-32,-636 530 15,601-459 1,211-194 0,-195 159-16,301-212 31,-106 88-31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2-27T17:15:29.98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6544 6473 0,'0'0'0,"-106"0"15,0 36 1,-52 34 0,-19 54-1,-52 140 1,176-70 0,71-53-1,70-35 1,176-53 15,-52-88-31,-18-53 16,-18-36-1,-70-52 1,-70 88-16,-36 0 16,-106-195-1,-88 142 1,-18 88-1,-123 106 17</inkml:trace>
  <inkml:trace contextRef="#ctx0" brushRef="#br0" timeOffset="1230.85">8273 7726 0,'-124'-35'31,"248"70"-31,-354-70 15,177 52-15,0 18 16,-141 230 0,106-36-1,88-17 1,88 0 0,54-142-1,34-52 1,18-71-1,18-88 1,-18 0 0,-124 53-16,18-89 15,-105-52 1,-18 105 0,-36 19-1,-17 16-15,-124 19 16,0 70-1,36 106 1,88-53-16</inkml:trace>
  <inkml:trace contextRef="#ctx0" brushRef="#br0" timeOffset="2011.76">9931 7408 0,'0'0'15,"-36"0"1,-122 106 0,34 88 15,54-70-31,-19 140 16,72-34-1,52-36 1,89-71-1,52-52 1,-88-71-16,18 0 16,194-177-1,-141 18 1,-71-17 15,-88 70-31,-141-388 16,-18 371 15,-53 105-15,18 89-1,124-36 1</inkml:trace>
  <inkml:trace contextRef="#ctx0" brushRef="#br0" timeOffset="4149.63">19985 2187 0,'35'-88'32,"71"17"-17,-71 54-15,36-1 16,-36 36 0,-35 52-1,-18 54 1,-34-1-1,16-70-15,19-17 16,17 16 0,70-16-1,18-19 1,36 36 0,-89-35 15,-53 0-31,-105 34 15,-18 1 1,17-17 15,89-19-31,17-17 16</inkml:trace>
  <inkml:trace contextRef="#ctx0" brushRef="#br0" timeOffset="4733.49">20902 1993 0,'0'0'16,"-18"-17"-1,-34 17 1,-54 123 15,53 71-15,70-141-1,54-53 1,-18 0 15,-18-18-31,0-52 16,1-36-1,-1 0 1,53-17 0,-53 87-1,18 36 1,0 71 0,0 35-1,0-53-15,-18-18 16,107 35-1,-37-70 1,-16-52 15,-19-72-15,-140-105 0,-36 141-1,-35 88 1,52 35-1,1 18 1,-106 106-16</inkml:trace>
  <inkml:trace contextRef="#ctx0" brushRef="#br0" timeOffset="9078.44">20302 3739 0,'-17'0'31,"34"0"-31,1-17 16,53-1-1,-1-17 1,-17 17 0,-18 1-1,-17 17-15,-36 17 31</inkml:trace>
  <inkml:trace contextRef="#ctx0" brushRef="#br0" timeOffset="9488.86">20285 3775 0,'0'17'31,"0"89"-15,0-71-16,0 1 15,0 70 1,-18-71 0,18-18 15,35-69 16,18 16-32,0 19 1,18-1 0,-36 53-1,-17 36 1,-36 17 0,-123 36 15,53-54-16,35-52 1,53-54 15</inkml:trace>
  <inkml:trace contextRef="#ctx0" brushRef="#br0" timeOffset="10074.12">20920 3704 0,'0'-17'16,"0"34"-16,-18-17 31,-52 88-15,52-35-16,0-17 15,18 87 1,36-88-1,16-17 1,37-53 0,-36-36-1,-36-17 1,1 0 0,17 35-1,0 18 1,-17 35-16,35 35 15,17 35 1,-17 1 0,53-1 15,-18-70-15,1 0-1,-19-35 1,-17-18-1,-35 18-15,-1 0 16,-34-124 0,-54 71-1,-52 52 1,-107 89 0,72 71-1,52-1 1</inkml:trace>
  <inkml:trace contextRef="#ctx0" brushRef="#br0" timeOffset="14529.58">15681 6791 0,'-35'-35'15,"70"70"-15,-176-88 16,53 53 0,-53 53-1,70 0-15,18 17 16,-53 213-1,89-72 17,87-34-17,54-89 1,140-70 0,-105-107-1,0-69 1,-53-1-1,-71 0 1,-35 71-16,-124-71 16,-87 89-1,-54 70 1,124 35 0</inkml:trace>
  <inkml:trace contextRef="#ctx0" brushRef="#br0" timeOffset="17441.89">20073 2328 0,'0'0'16,"-18"18"15,389-247-15,-18-1-1,-195 107 1,-105 70-1,-106 53 17,-599 353-1,352-142-15,159-69-1,123-107-15,53-18 16,406-52 15,-17-124-15,458-211 15,-777 282-31,-157 88 16,-160 88 15,-123 88-16</inkml:trace>
  <inkml:trace contextRef="#ctx0" brushRef="#br0" timeOffset="27376.25">11747 6985 0,'0'0'0,"-194"-88"15,106 105 1,-18 89 0,71-18-16,-18 124 15,89-35 1,69-36-1,54-71 1,-53-52 0,88-53-1,0-89 1,-53-52 0,-88-1-1,-53 54-15,0 17 16,-247-194-1,18 282 17,-159 354-17</inkml:trace>
  <inkml:trace contextRef="#ctx0" brushRef="#br0" timeOffset="33933">20549 4639 0,'-35'-35'16,"70"70"-16,-88-70 15,36 17 1,34 71 15,36 35-15,18-17 15,52-18 0,-70-71-15,-17-17 0,-36-18-1,0-18 1,0 36-16,-18 0 16,0 17-1,18 36 16,18 88 1,17-18-32,0 0 15,1-17 1,-1 17 0,-17-71-16,-1 1 15</inkml:trace>
  <inkml:trace contextRef="#ctx0" brushRef="#br0" timeOffset="34519.15">21290 4498 0,'0'0'0,"-53"-35"16,18 35-16,0 0 15,-1 0 1,36 17 0,0 19-1,36-19-15,52 18 16,0 1 15,-17 34-15,-71-52-16,-18 0 15,-70 17 1,52-35 15,19-71-15,52-17 0,71-35-1,-18 87 1,-17 36-1,-18 53 1,0 18 0,-18-54-16,0 19 15,0-36 1,1-18 0,17-70-1,-53 35-15,17-70 31,-52 34-15,-159 72 0,123 70-16,18 0 15,-17 17 1</inkml:trace>
  <inkml:trace contextRef="#ctx0" brushRef="#br0" timeOffset="34900.11">19791 5715 0,'0'0'15,"-300"141"1,247-123 0,247-54-1,212-122 1,211-89 0,71-35-1,-18 70 1,-387 106-16,158-35 15,-230 70 17,-176 71-17,-176 18 1,18 35-16</inkml:trace>
  <inkml:trace contextRef="#ctx0" brushRef="#br0" timeOffset="37672.37">22207 5327 0,'0'-35'15,"0"70"-15,-53-159 31,36 107-15,-1 52 0,1 53-1,17 36 1,17-71-16,54 35 16,-1-70-1,-17-18 1,0-36-1,-35 19-15,-1-72 16,-17-16 15,-53 16-31,-52 36 16,-36 53 0,70 36-16</inkml:trace>
  <inkml:trace contextRef="#ctx0" brushRef="#br0" timeOffset="38082.58">21678 5450 0,'0'0'0,"0"-17"16,-70-54-1,52 71 1,0 18 0,18 52-1,0-34-15,89 34 32,34-34-32,-35-1 15,-53 0 1,-52 0-1,-18-17-15,-54 17 16,19-35 15,17-158-15,141-89 15,-53 176 0</inkml:trace>
  <inkml:trace contextRef="#ctx0" brushRef="#br0" timeOffset="38586.21">21114 5750 0,'0'0'0,"0"-106"16,-71 18 15,1 88-15,17 88 0,0 1-1,53-36-15,0-1 16,35-52-1,36-35 1,-1-35 0,-35 34-16,1 1 15,-19 141 17,19 70-17,-19-70-15,1-18 16,52 142-1,-52-195 1</inkml:trace>
  <inkml:trace contextRef="#ctx0" brushRef="#br0" timeOffset="41091.54">17815 8220 0,'-53'-36'16,"18"19"-16,123 70 0,-299-141 15,52 70 1,18 36 0,17 70-1,-34 176 17,122-52-17,54-18-15,88-88 31,70-89-15,-52-52-16,105-88 16,-17-89-1,-71-17 1,-106 35 0,-35 123-16,-141-70 15,-88 70 1,-18 89-1,35 106 1</inkml:trace>
  <inkml:trace contextRef="#ctx0" brushRef="#br0" timeOffset="41814.83">21431 6491 0,'0'0'15,"-17"-18"1,-1 1-1,18 70 1,0 70 0,0 36 15,0-18-15,53 0-1,-18-141 1</inkml:trace>
  <inkml:trace contextRef="#ctx0" brushRef="#br0" timeOffset="42305.15">21678 6544 0,'-35'-18'16,"70"36"-16,-88-71 16,53 35-16,18-17 15,70 18 1,-53 69 15,1 54-15,-36-18-1,0-17 1,0-36-16,17-35 16,36-17-1,35-54 16,-17-35-15,-53 53-16,17 0 16,-35 36-1,18 52 17,34 53-17,1-52-15,36-1 16,-1-35-1,-18-35 1,-17-54 0,-53 36-16,0-35 15,-53 0 1,-35 53 0,-18 70-1,-35 71 1</inkml:trace>
  <inkml:trace contextRef="#ctx0" brushRef="#br0" timeOffset="42579.09">20179 7990 0,'0'0'16,"-88"89"-1,105-89-15,89 0 16,617-265 0,-35-17-1,35-18 1,-88 53 0,-123 53-1,-494 212 1,-107 52-1</inkml:trace>
  <inkml:trace contextRef="#ctx0" brushRef="#br0" timeOffset="42879.75">22490 7549 0,'105'36'31,"-34"52"-16,-18 18 1,-18-18 0,18-53-1,0-35 1,-35-17-16,17-89 16,-35-18-1,-35 18 1,-54 54-1,-122 104 1,52 37 0</inkml:trace>
  <inkml:trace contextRef="#ctx0" brushRef="#br0" timeOffset="43125.71">21131 7302 0,'0'-17'15,"0"34"-15,-17-17 16,17 124-1,17 35 1,19-1 0</inkml:trace>
  <inkml:trace contextRef="#ctx0" brushRef="#br0" timeOffset="43426.57">21837 8026 0,'0'106'31,"0"17"-15,35-52-1,36-54 1,-18-34-1,0-54 1,-36 18-16,-17 0 31,-35-53-15,-53 89 0,-18 87-1,53-17 1</inkml:trace>
  <inkml:trace contextRef="#ctx0" brushRef="#br0" timeOffset="43994.59">20973 8167 0,'0'0'16,"17"88"31,19 35-32,-19-70-15,1 0 16,17 71 0</inkml:trace>
  <inkml:trace contextRef="#ctx0" brushRef="#br0" timeOffset="44199.7">21184 8167 0,'0'-18'32,"0"36"-32,0 70 15,36 53 1,16-35 0,-52 0 15</inkml:trace>
  <inkml:trace contextRef="#ctx0" brushRef="#br0" timeOffset="47043.74">22154 8890 0,'-88'0'16,"176"0"-16,-246-18 15,140 1 1,18-36 0,35 0-1,36 18 1,-53 35-16,17 0 16,-35 17-1,0 54 1,0-1-1,0-34 1,0 17-16,0-18 31,0 0-15,35-35 0,0-18-1,1 1-15,17-36 16,-18-35-1,-18 17 1,-17-17 0,0 35-1,0 106 17,18 53-17,0-53-15,17-18 16,53 18-1,-35-53 1,0-53 0,-35-35-1,-18-53 1,0 88 0,0 176 46,53 89-46,0-106-1,-18-18 1,0-70 0</inkml:trace>
  <inkml:trace contextRef="#ctx0" brushRef="#br0" timeOffset="47311.8">22966 8520 0,'0'0'0,"-18"70"16,36 89 0,70-71-1,-35-88 16,-18-18-15,-17-70 0,-18-35-1,0 70-15,0 0 16,-88-35 0,-1 123-1</inkml:trace>
  <inkml:trace contextRef="#ctx0" brushRef="#br0" timeOffset="47612.37">20443 10195 0,'0'0'16,"-194"194"-1,424-247 1,546-264 15,-18-1-15,54 1 0,-71 52-1,-124 71 1,-353 124-16,89-18 15,-229 52 1</inkml:trace>
  <inkml:trace contextRef="#ctx0" brushRef="#br0" timeOffset="48782.6">21890 10319 0,'-18'0'16,"36"0"-16,-36 70 31,18 89-16,0-18 1,0 0 0,0-70-1,0-36 1,0 0-16</inkml:trace>
  <inkml:trace contextRef="#ctx0" brushRef="#br0" timeOffset="49177.8">21978 10548 0,'-35'-35'16,"70"70"-16,-53-123 16,54 53-16,52-18 31,18 35-16,-89 71 1,-34 88 15,-1 0-15,71-106 0,0-35 15,17 36-16,-34-19 1,-36 19 0,-71 52-1,-35 18 1,18-36 0,71-52-1,34-36 1</inkml:trace>
  <inkml:trace contextRef="#ctx0" brushRef="#br0" timeOffset="49573.39">22507 10389 0,'0'-17'16,"0"-1"-16,0 53 0,0 71 46,53 53-30,-18-141 0,1-1-16,52 1 31,-53-71-15,0-18-1,-17-70 1,-18 88-1,0 124 32,0 52-31,0-52-16,0 35 16,0 0-1,18-54 1,17-34-1</inkml:trace>
  <inkml:trace contextRef="#ctx0" brushRef="#br0" timeOffset="49842.42">23019 10477 0,'0'-17'16,"0"34"-16,0 19 15,17 70 16,36-36-15,18-17 0,-1-53-1,-34-88 1,-36-18 0,0-17-1,-53 52 1,0 71-16,-53 88 15,35 0 1</inkml:trace>
  <inkml:trace contextRef="#ctx0" brushRef="#br0" timeOffset="59632.34">24183 10583 0,'0'0'0,"-35"-17"16,-54 17-1,1 0 1,71 0-16,-1 0 15,53 0 17,106 0-17,-70 0-15,123-18 16,-18-17 0,-70-1-1,-88 36 1,-36 18 31,-52 53-32</inkml:trace>
  <inkml:trace contextRef="#ctx0" brushRef="#br0" timeOffset="61566.38">25506 11942 0,'0'0'0,"-106"35"31,106-18-31,247 36 31,88-53-15,88-70-1,865-160 1,-865 160 15,-140 35-15,-195 17 0,-123 0-1</inkml:trace>
  <inkml:trace contextRef="#ctx0" brushRef="#br0" timeOffset="66449.47">1782 8908 0,'-53'0'15,"106"0"-15,-142 0 16,89-36 15,18-34-15,35 17 0,0 0-1,-18 35 1,18 54-1,-35 52 1,-1 0 0,-17 0-1,36 0 1,16-70 0,19 0-1,-18-1 1,-53 1-1,-53 70 1,-53 0 0,0-17-1,53-53 1,53-36 15</inkml:trace>
  <inkml:trace contextRef="#ctx0" brushRef="#br0" timeOffset="66988.25">2417 8643 0,'-36'0'15,"1"0"-15,106 0 0,-195 18 31,89 52-31,17 1 16,18-1 15,106 1-15,-53-89 0,17-35-1,-34-17 1,-19-18 15,1 35 0,0 35-15,35 18 0,70 71-1,-17-36 1,-36-17-1,-34-18-15,-1 0 16,0-36-16,1-17 16,-36-17 15,-36-89 0,-158 106-15,106 141-1,17 36 1,54-54 0</inkml:trace>
  <inkml:trace contextRef="#ctx0" brushRef="#br0" timeOffset="77130.6">2152 6650 0,'-18'-53'31,"36"106"-31,-53-141 16,35 141 15,0 52-15,17 19-1,36 52 1,18-70-1,-1-35 1,1-71 0,-36 0-1</inkml:trace>
  <inkml:trace contextRef="#ctx0" brushRef="#br0" timeOffset="77344.95">2469 6914 0,'0'0'0,"-35"-105"15,0 52 1,0 35 15,35 36-15,53 193 15,-1-105-15,1 53-1,-17-36 1,-1-70-1</inkml:trace>
  <inkml:trace contextRef="#ctx0" brushRef="#br0" timeOffset="77932.33">2769 6862 0,'-17'-18'31,"34"36"-31,-87-71 15,70 70 17,0 36-1,70-18-15,36 1 30,-88-1-30,-54 36 0,1-36-1,0-35 1,17-53 0,18-106-1,18 71 1,17 53-1,0-1 1,36 36 0,-36 0-16,54 36 15,-1-1 1,0-17 0,-18-18-1,-52-36-15,17-17 16,-35-17 15,-70-107 0,-18 142-15,52 35-16,-17 18 16,-88 158-1</inkml:trace>
  <inkml:trace contextRef="#ctx0" brushRef="#br0" timeOffset="78165.57">2064 7849 0,'0'36'31,"0"-72"-31,423-175 16,36-72-1,52-16 1,-264 157-16,247-87 16,-159 70 15</inkml:trace>
  <inkml:trace contextRef="#ctx0" brushRef="#br0" timeOffset="79476.58">25382 10142 0,'0'0'15,"-88"-123"16,88 105-31,0 106 47,0 106-31,0-105-16,18-1 16,-1 124-1,19-107 1,17-87-1,0-18-15,-18-35 16</inkml:trace>
  <inkml:trace contextRef="#ctx0" brushRef="#br0" timeOffset="79682.33">25647 10283 0,'-35'-88'16,"70"176"-16,-88-229 15,53 124 1,0 34-1,0 107 1,0 105 15,0-88-31,18-17 32,35-71-17</inkml:trace>
  <inkml:trace contextRef="#ctx0" brushRef="#br0" timeOffset="80013.16">26106 10301 0,'0'0'16,"0"-106"0,0 89-1,-36 17 1,1 88-1,17 71 1,71-71 0,35-53-1,18 0 1,-18 1 0,-88-19-1,-88 36 16,-35 0-15,52-18 0,54-35-16,-1 0 15,18-88 1</inkml:trace>
  <inkml:trace contextRef="#ctx0" brushRef="#br0" timeOffset="80140.36">26088 10389 0,'-18'-17'16,"36"34"-16,-36-70 15,36 0 1,123-35 0,18 35-1,-18 18 1</inkml:trace>
  <inkml:trace contextRef="#ctx0" brushRef="#br0" timeOffset="80440.28">26670 10107 0,'0'53'31,"0"70"-15,0 36 0,35 0 15,36-53-15,70-71-1,-35-88 1,-36-53-1,-52-52 1,-71-107 15,-53 142-15,-158 264 0,140 35-1</inkml:trace>
  <inkml:trace contextRef="#ctx0" brushRef="#br0" timeOffset="81325.19">21678 11624 0,'0'0'15,"-211"53"1,193-18-16,71 0 16,211 1-1,248-19 1,193-105 15,142-71-15,547-87-1,-548 87 1,-175 71 0,-230 17-1,-247 53 1,-265 71 0,-176 88-1,-70 18 1,140-71-1</inkml:trace>
  <inkml:trace contextRef="#ctx0" brushRef="#br0" timeOffset="81625.23">24183 12859 0,'0'0'0,"-53"0"16,35 0-16,18-106 31,177-35-15,-36 106 0,-35 87-1,-71 37-15,0 105 31,-35 17-31,-17-34 16,-1-54 0,0-70-1</inkml:trace>
  <inkml:trace contextRef="#ctx0" brushRef="#br0" timeOffset="81798.92">24271 13353 0,'-18'0'15,"36"0"-15,141-194 16,123 17 0,53 1 15,-105 17-15</inkml:trace>
  <inkml:trace contextRef="#ctx0" brushRef="#br0" timeOffset="92666.01">23901 15293 0,'0'0'16,"-89"-35"0,72 17-1,17 89 1,17 17-1,36 123-15,-17-34 16,34-36 0,1-35-1,-18-53 1</inkml:trace>
  <inkml:trace contextRef="#ctx0" brushRef="#br0" timeOffset="93009.88">24377 15628 0,'-35'-106'16,"70"212"-16,-159-318 15,72 177 1,-19 70 15,71 18-15,0-17 15,18-19-15,35-17-1,-18-17-15,0-19 16,-17 36 15,17 88-15,-17-35-16,-1 0 15,36 124 1,18-89 0,-1-70-1,-34-18-15</inkml:trace>
  <inkml:trace contextRef="#ctx0" brushRef="#br0" timeOffset="93289.88">24677 15469 0,'-18'-53'15,"36"106"-15,-36-70 32,18 140-17,71 1 1,-1-54 0,1-52-1,-54-18-15,19-18 16,-36-88-1,0-35 1,-53 0 0,18 106-16,-1 0 15,-122 70 1,16 106 0</inkml:trace>
  <inkml:trace contextRef="#ctx0" brushRef="#br0" timeOffset="93526.08">23601 16563 0,'0'53'16,"0"-106"-16,70 176 31,142-140-15,106-107-1,-124 54-15,17-18 16,1 17-16,158-17 16,-140 52-1,-177 36 1,-53 18 0</inkml:trace>
  <inkml:trace contextRef="#ctx0" brushRef="#br0" timeOffset="93825.73">24465 17074 0,'-70'0'16,"140"0"-16,-105-105 15,88 52 1,0 17-1,0 19-15,35 17 16,-35 106 0,-18 35-1,-17-35 1,-18-54-16,17-16 16,-17-1-1,0-17 1</inkml:trace>
  <inkml:trace contextRef="#ctx0" brushRef="#br0" timeOffset="93961.53">24642 17357 0,'-18'-18'15,"36"36"-15,-54-36 0,36-17 16,106-71 0,-18 35-16,159-123 15,35-17 1</inkml:trace>
  <inkml:trace contextRef="#ctx0" brushRef="#br0" timeOffset="94173.17">26352 16087 0,'0'0'16,"-52"0"-1,104 0-15,107-36 16,0-34 0,-106 52-1</inkml:trace>
  <inkml:trace contextRef="#ctx0" brushRef="#br0" timeOffset="94331.4">26441 16316 0,'-18'35'31,"36"-70"-31,334-71 31,-105-53-15</inkml:trace>
  <inkml:trace contextRef="#ctx0" brushRef="#br0" timeOffset="94772.89">25206 16633 0,'0'-17'15,"-18"17"-15,36 17 0,-124 89 16,-17 141-1,-36 53 1,18-35 0,0-18-1,141-177 1</inkml:trace>
  <inkml:trace contextRef="#ctx0" brushRef="#br0" timeOffset="95072.56">25241 14993 0,'-229'229'16,"458"-458"-16,-776 776 15,124-177 1,-106 1 0,0-36-1,-71 0 16,477-264-31</inkml:trace>
  <inkml:trace contextRef="#ctx0" brushRef="#br0" timeOffset="97199.17">23830 14693 0,'-106'35'31,"212"-70"-31,-300 88 16,176-53 0,1-35 15,17-18-15,17 18-1,1 17-15,17 18 16,18 0-1,18 88 1,-36 36 0,-17-54-16,-18 1 15,-71 88 1,36-124 0,0-18-1,-1-17 1,19-88-1,17 18 1,35 34 0,36 54-1,87 88 1,-34-36 15,-71-34-31</inkml:trace>
  <inkml:trace contextRef="#ctx0" brushRef="#br0" timeOffset="101236.39">24395 15028 0,'0'0'0,"-18"0"15,-17 0 1,35 18 78,0 0-79,0-1-15,35 19 16,0-19-1,18 1 1,-18-1 0,-17-17-16,-18 18 15,0 0 1,-18 17 15,-52 18-31,52-35 16,1-1-16,-1 1 31</inkml:trace>
  <inkml:trace contextRef="#ctx0" brushRef="#br0" timeOffset="101410.25">24359 15046 0,'-17'0'16,"34"0"-16,89-106 62,141-35-30</inkml:trace>
  <inkml:trace contextRef="#ctx0" brushRef="#br0" timeOffset="106343.88">2787 16210 0,'0'0'16,"-124"53"-1,195-124 1,158-123-1,-88 53-15,195-176 16,-37-18 15,-34 52-15,-89 125 0,-123 105-16,-35 53 15,-71 70 1,-53 71-1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2135-0A8D-4FE6-B3BF-0A072FD87E0B}" type="datetimeFigureOut">
              <a:rPr lang="en-IN" smtClean="0"/>
              <a:t>14-03-2024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814CD-E063-45FB-A5F2-920B8EF46C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67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2135-0A8D-4FE6-B3BF-0A072FD87E0B}" type="datetimeFigureOut">
              <a:rPr lang="en-IN" smtClean="0"/>
              <a:t>14-03-2024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814CD-E063-45FB-A5F2-920B8EF46C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82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2135-0A8D-4FE6-B3BF-0A072FD87E0B}" type="datetimeFigureOut">
              <a:rPr lang="en-IN" smtClean="0"/>
              <a:t>14-03-2024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814CD-E063-45FB-A5F2-920B8EF46C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2135-0A8D-4FE6-B3BF-0A072FD87E0B}" type="datetimeFigureOut">
              <a:rPr lang="en-IN" smtClean="0"/>
              <a:t>14-03-2024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814CD-E063-45FB-A5F2-920B8EF46C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931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2135-0A8D-4FE6-B3BF-0A072FD87E0B}" type="datetimeFigureOut">
              <a:rPr lang="en-IN" smtClean="0"/>
              <a:t>14-03-2024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814CD-E063-45FB-A5F2-920B8EF46C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020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2135-0A8D-4FE6-B3BF-0A072FD87E0B}" type="datetimeFigureOut">
              <a:rPr lang="en-IN" smtClean="0"/>
              <a:t>14-03-2024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814CD-E063-45FB-A5F2-920B8EF46C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732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2135-0A8D-4FE6-B3BF-0A072FD87E0B}" type="datetimeFigureOut">
              <a:rPr lang="en-IN" smtClean="0"/>
              <a:t>14-03-2024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814CD-E063-45FB-A5F2-920B8EF46C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918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2135-0A8D-4FE6-B3BF-0A072FD87E0B}" type="datetimeFigureOut">
              <a:rPr lang="en-IN" smtClean="0"/>
              <a:t>14-03-2024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814CD-E063-45FB-A5F2-920B8EF46C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443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2135-0A8D-4FE6-B3BF-0A072FD87E0B}" type="datetimeFigureOut">
              <a:rPr lang="en-IN" smtClean="0"/>
              <a:t>14-03-2024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814CD-E063-45FB-A5F2-920B8EF46C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975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2135-0A8D-4FE6-B3BF-0A072FD87E0B}" type="datetimeFigureOut">
              <a:rPr lang="en-IN" smtClean="0"/>
              <a:t>14-03-2024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814CD-E063-45FB-A5F2-920B8EF46C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404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2135-0A8D-4FE6-B3BF-0A072FD87E0B}" type="datetimeFigureOut">
              <a:rPr lang="en-IN" smtClean="0"/>
              <a:t>14-03-2024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814CD-E063-45FB-A5F2-920B8EF46C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029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D2135-0A8D-4FE6-B3BF-0A072FD87E0B}" type="datetimeFigureOut">
              <a:rPr lang="en-IN" smtClean="0"/>
              <a:t>14-03-2024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814CD-E063-45FB-A5F2-920B8EF46C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330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5" Type="http://schemas.openxmlformats.org/officeDocument/2006/relationships/image" Target="../media/image7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5" Type="http://schemas.openxmlformats.org/officeDocument/2006/relationships/image" Target="../media/image9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customXml" Target="../ink/ink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customXml" Target="../ink/ink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4340560" y="6172200"/>
            <a:ext cx="5641641" cy="39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77"/>
              </a:lnSpc>
            </a:pPr>
            <a:r>
              <a:rPr lang="en-US" sz="2647" spc="222" dirty="0">
                <a:solidFill>
                  <a:srgbClr val="F2EAE7"/>
                </a:solidFill>
                <a:latin typeface="Alice"/>
              </a:rPr>
              <a:t>\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600" y="3127067"/>
            <a:ext cx="8155700" cy="1217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dirty="0">
                <a:solidFill>
                  <a:srgbClr val="190C03"/>
                </a:solidFill>
                <a:latin typeface="Canva Sans Bold"/>
              </a:rPr>
              <a:t>Concepts, Solved Examples &amp; Preparation Strategies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F388DD7-92A9-D501-67FD-7918981A4E8F}"/>
              </a:ext>
            </a:extLst>
          </p:cNvPr>
          <p:cNvSpPr txBox="1">
            <a:spLocks/>
          </p:cNvSpPr>
          <p:nvPr/>
        </p:nvSpPr>
        <p:spPr>
          <a:xfrm>
            <a:off x="567027" y="1768040"/>
            <a:ext cx="9024649" cy="132210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800" b="1" dirty="0">
                <a:solidFill>
                  <a:srgbClr val="002060"/>
                </a:solidFill>
                <a:latin typeface="Footlight MT Light" panose="0204060206030A020304" pitchFamily="18" charset="0"/>
              </a:rPr>
              <a:t>Data interpretation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49FA72-5800-39AD-04B8-FB607BCF017E}"/>
              </a:ext>
            </a:extLst>
          </p:cNvPr>
          <p:cNvCxnSpPr>
            <a:cxnSpLocks/>
          </p:cNvCxnSpPr>
          <p:nvPr/>
        </p:nvCxnSpPr>
        <p:spPr>
          <a:xfrm>
            <a:off x="724563" y="2870200"/>
            <a:ext cx="52044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2D9144C-90FC-29B5-40AF-96C5AA8825E3}"/>
              </a:ext>
            </a:extLst>
          </p:cNvPr>
          <p:cNvSpPr/>
          <p:nvPr/>
        </p:nvSpPr>
        <p:spPr>
          <a:xfrm>
            <a:off x="5915530" y="2787848"/>
            <a:ext cx="176634" cy="164704"/>
          </a:xfrm>
          <a:prstGeom prst="ellips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5EED2-86D7-6276-C393-BD37E451F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19F80A3-1130-E756-1168-2217EFDEEA5F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B9BC809-90AD-4A20-CC3E-0AB46531B888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8B35FCC9-9ABA-512E-23CA-0C22258A872D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C5104133-E9FE-433D-1828-8D383438F781}"/>
              </a:ext>
            </a:extLst>
          </p:cNvPr>
          <p:cNvSpPr txBox="1"/>
          <p:nvPr/>
        </p:nvSpPr>
        <p:spPr>
          <a:xfrm>
            <a:off x="480077" y="664254"/>
            <a:ext cx="8390358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Study the following graph and answer the following questions:-</a:t>
            </a:r>
            <a:b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</a:br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Total students in Six different schools:-</a:t>
            </a:r>
            <a:endParaRPr lang="en-US" dirty="0">
              <a:solidFill>
                <a:srgbClr val="000000"/>
              </a:solidFill>
              <a:latin typeface="Roboto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95B4D4D-9807-6C80-105C-C6646BFD5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58" y="1477589"/>
            <a:ext cx="3900449" cy="2631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DF4662-7099-EDE5-18AC-2B663CB0A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044" y="1801613"/>
            <a:ext cx="4249972" cy="198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29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75F1-5C3C-9CD9-16E3-00A7ADB9C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34C0763-DD6B-A533-852C-D3CB04503F8B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7A223E0-47FD-4652-9D97-2366A70AA4C6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A937857F-344B-9B3F-F339-2AAF4ADFB2FF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D23DBF-A94B-74A0-F330-D5BB4646C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94" y="397240"/>
            <a:ext cx="4003306" cy="270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92C61C-76D5-B19E-60DB-7183F67029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56" t="2388" r="6699"/>
          <a:stretch/>
        </p:blipFill>
        <p:spPr>
          <a:xfrm>
            <a:off x="4869651" y="502866"/>
            <a:ext cx="4003306" cy="23980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9A37BE-90E0-662E-4714-AC636E4C4A6D}"/>
              </a:ext>
            </a:extLst>
          </p:cNvPr>
          <p:cNvSpPr txBox="1"/>
          <p:nvPr/>
        </p:nvSpPr>
        <p:spPr>
          <a:xfrm>
            <a:off x="424154" y="3291408"/>
            <a:ext cx="119443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latin typeface="Roboto" panose="02000000000000000000" pitchFamily="2" charset="0"/>
              </a:rPr>
              <a:t>1. What is the average of girls in all school?</a:t>
            </a:r>
            <a:br>
              <a:rPr lang="en-US" dirty="0"/>
            </a:br>
            <a:r>
              <a:rPr lang="en-US" dirty="0">
                <a:latin typeface="Roboto" panose="02000000000000000000" pitchFamily="2" charset="0"/>
              </a:rPr>
              <a:t>A. 1375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B. 1275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C. 1225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D. 1350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E. None of these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B4937CF-7982-BA1D-BD78-3121BD1F5C12}"/>
                  </a:ext>
                </a:extLst>
              </p14:cNvPr>
              <p14:cNvContentPartPr/>
              <p14:nvPr/>
            </p14:nvContentPartPr>
            <p14:xfrm>
              <a:off x="1617426" y="-391120"/>
              <a:ext cx="11728800" cy="685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B4937CF-7982-BA1D-BD78-3121BD1F5C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08066" y="-400480"/>
                <a:ext cx="11747520" cy="687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8714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91010-0A16-95FA-F24E-96D777CE6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3C03A89-5C7A-D9C0-7C01-8721A45B0DAA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A6BD3A4-7728-EF2F-1C80-B7DE04345C48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D3811193-9BE0-6150-B94C-CAD280CD3DC8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4A2363-769D-4D86-02CD-4BF517F6D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88" y="394096"/>
            <a:ext cx="4003306" cy="270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5FE7D2-4BE1-824F-A343-24E28EF991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56" t="2388" r="6699"/>
          <a:stretch/>
        </p:blipFill>
        <p:spPr>
          <a:xfrm>
            <a:off x="4881185" y="627429"/>
            <a:ext cx="4003306" cy="23980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FEAAB4-2536-6421-C8C3-1EEEF934D8CE}"/>
              </a:ext>
            </a:extLst>
          </p:cNvPr>
          <p:cNvSpPr txBox="1"/>
          <p:nvPr/>
        </p:nvSpPr>
        <p:spPr>
          <a:xfrm>
            <a:off x="236958" y="3545099"/>
            <a:ext cx="119443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latin typeface="Roboto" panose="02000000000000000000" pitchFamily="2" charset="0"/>
              </a:rPr>
              <a:t>Q.2 What is the difference between the boys in school F and the girls in school D? </a:t>
            </a:r>
            <a:endParaRPr lang="en-US" dirty="0">
              <a:latin typeface="Roboto" panose="02000000000000000000" pitchFamily="2" charset="0"/>
            </a:endParaRPr>
          </a:p>
          <a:p>
            <a:pPr algn="l"/>
            <a:r>
              <a:rPr lang="en-US" dirty="0">
                <a:latin typeface="Roboto" panose="02000000000000000000" pitchFamily="2" charset="0"/>
              </a:rPr>
              <a:t>A. 600</a:t>
            </a:r>
          </a:p>
          <a:p>
            <a:pPr algn="l"/>
            <a:r>
              <a:rPr lang="en-US" dirty="0">
                <a:latin typeface="Roboto" panose="02000000000000000000" pitchFamily="2" charset="0"/>
              </a:rPr>
              <a:t>B. 700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C. 400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D. 200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E. None of these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F18F529-DC2E-427D-B0C7-465EA765F192}"/>
                  </a:ext>
                </a:extLst>
              </p14:cNvPr>
              <p14:cNvContentPartPr/>
              <p14:nvPr/>
            </p14:nvContentPartPr>
            <p14:xfrm>
              <a:off x="-1047720" y="3124080"/>
              <a:ext cx="6832800" cy="1581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F18F529-DC2E-427D-B0C7-465EA765F1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057080" y="3114720"/>
                <a:ext cx="6851520" cy="160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795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821AC-2FE4-D947-933B-E623D96A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E85FB0A-BFF0-47EE-AC0F-EDEF3913941E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8DBC982-0D80-B141-86EF-6D959512B3AE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7A769930-F6E3-D4D5-6799-EBE0E38D6D51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3565959-EB05-5C33-14FF-F2C23B032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3" y="425160"/>
            <a:ext cx="3966938" cy="26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EB1AF8-F56A-9E65-D713-2CA0AC1FA0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56" t="2388" r="6699"/>
          <a:stretch/>
        </p:blipFill>
        <p:spPr>
          <a:xfrm>
            <a:off x="3980652" y="504205"/>
            <a:ext cx="4003306" cy="23980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49D25F-0B87-8BF5-CD65-397762F63DF7}"/>
              </a:ext>
            </a:extLst>
          </p:cNvPr>
          <p:cNvSpPr txBox="1"/>
          <p:nvPr/>
        </p:nvSpPr>
        <p:spPr>
          <a:xfrm>
            <a:off x="257176" y="3545099"/>
            <a:ext cx="85660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latin typeface="Roboto" panose="02000000000000000000" pitchFamily="2" charset="0"/>
              </a:rPr>
              <a:t>Q.3 If in school E 30% students got first division, 28% students got second division, 26% students got third division and rest did not pass. Find the failed students.</a:t>
            </a:r>
            <a:endParaRPr lang="en-US" dirty="0">
              <a:latin typeface="Roboto" panose="02000000000000000000" pitchFamily="2" charset="0"/>
            </a:endParaRPr>
          </a:p>
          <a:p>
            <a:pPr algn="l"/>
            <a:r>
              <a:rPr lang="en-US" dirty="0">
                <a:latin typeface="Roboto" panose="02000000000000000000" pitchFamily="2" charset="0"/>
              </a:rPr>
              <a:t>A. 1000</a:t>
            </a:r>
          </a:p>
          <a:p>
            <a:pPr algn="l"/>
            <a:r>
              <a:rPr lang="en-US" dirty="0">
                <a:latin typeface="Roboto" panose="02000000000000000000" pitchFamily="2" charset="0"/>
              </a:rPr>
              <a:t>B. 900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C. 940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D. 960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E. None of these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8DA275A-7855-E32A-40BF-3EB604FCCFD4}"/>
                  </a:ext>
                </a:extLst>
              </p14:cNvPr>
              <p14:cNvContentPartPr/>
              <p14:nvPr/>
            </p14:nvContentPartPr>
            <p14:xfrm>
              <a:off x="1257360" y="1485720"/>
              <a:ext cx="5645520" cy="4947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8DA275A-7855-E32A-40BF-3EB604FCCF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48000" y="1476360"/>
                <a:ext cx="5664240" cy="49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A1FC7CD-F906-F4B9-CCB1-4BBB27D7086F}"/>
                  </a:ext>
                </a:extLst>
              </p14:cNvPr>
              <p14:cNvContentPartPr/>
              <p14:nvPr/>
            </p14:nvContentPartPr>
            <p14:xfrm>
              <a:off x="-920640" y="4051440"/>
              <a:ext cx="11207880" cy="24703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A1FC7CD-F906-F4B9-CCB1-4BBB27D708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930000" y="4042080"/>
                <a:ext cx="11226600" cy="248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7806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2C6E0-C7D0-6B78-544C-BCBCB8B7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BA76790-711D-FD50-630A-C1D13CB21F74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156EF94-A77E-4301-CA43-BFD87539E0FB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A6A2C4D6-6E37-67BC-CC36-0C598DF9D6BA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0E37FE-9870-8958-8E45-28CA6D23B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94" y="428376"/>
            <a:ext cx="4003306" cy="270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283407-2DE9-8B43-715F-1FD4B1E7DD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56" t="2388" r="6699"/>
          <a:stretch/>
        </p:blipFill>
        <p:spPr>
          <a:xfrm>
            <a:off x="4938191" y="479670"/>
            <a:ext cx="4003306" cy="23980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CF2E11-0182-8E81-28A2-BBECDE71E9B5}"/>
              </a:ext>
            </a:extLst>
          </p:cNvPr>
          <p:cNvSpPr txBox="1"/>
          <p:nvPr/>
        </p:nvSpPr>
        <p:spPr>
          <a:xfrm>
            <a:off x="445094" y="3349086"/>
            <a:ext cx="119443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latin typeface="Roboto" panose="02000000000000000000" pitchFamily="2" charset="0"/>
              </a:rPr>
              <a:t>Q.4 What is the ratio between girls in school B and boys in school C?</a:t>
            </a:r>
            <a:endParaRPr lang="en-US" dirty="0">
              <a:latin typeface="Roboto" panose="02000000000000000000" pitchFamily="2" charset="0"/>
            </a:endParaRPr>
          </a:p>
          <a:p>
            <a:pPr algn="l"/>
            <a:r>
              <a:rPr lang="en-US" dirty="0">
                <a:latin typeface="Roboto" panose="02000000000000000000" pitchFamily="2" charset="0"/>
              </a:rPr>
              <a:t>A. 8:5</a:t>
            </a:r>
          </a:p>
          <a:p>
            <a:pPr algn="l"/>
            <a:r>
              <a:rPr lang="en-US" dirty="0">
                <a:latin typeface="Roboto" panose="02000000000000000000" pitchFamily="2" charset="0"/>
              </a:rPr>
              <a:t>B. 5:8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C. 6:7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D. 7:6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E. None of these</a:t>
            </a:r>
          </a:p>
          <a:p>
            <a:pPr algn="l"/>
            <a:endParaRPr lang="en-US" dirty="0">
              <a:latin typeface="Roboto" panose="02000000000000000000" pitchFamily="2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9835DA7-1421-70F1-5FB9-9CCA632AF8A3}"/>
                  </a:ext>
                </a:extLst>
              </p14:cNvPr>
              <p14:cNvContentPartPr/>
              <p14:nvPr/>
            </p14:nvContentPartPr>
            <p14:xfrm>
              <a:off x="-844680" y="1143000"/>
              <a:ext cx="8331840" cy="4204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9835DA7-1421-70F1-5FB9-9CCA632AF8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854040" y="1133640"/>
                <a:ext cx="8350560" cy="42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A45572B-137A-9550-677B-CB128069FF4F}"/>
                  </a:ext>
                </a:extLst>
              </p14:cNvPr>
              <p14:cNvContentPartPr/>
              <p14:nvPr/>
            </p14:nvContentPartPr>
            <p14:xfrm>
              <a:off x="-1079400" y="3111480"/>
              <a:ext cx="11055600" cy="2565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A45572B-137A-9550-677B-CB128069FF4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088760" y="3102120"/>
                <a:ext cx="11074320" cy="258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5352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A93CF-BEF4-F2A3-7A07-EE5714F1A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C05E812-011C-F69B-2BD6-885E72B8F2F5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794C795-4162-5367-B2AE-8ADA7147017F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C7D535D9-B1E2-7A8C-10B8-43BD3001F1B5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471AB5-8A43-92B7-99EA-8F90DE808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25" y="432454"/>
            <a:ext cx="4003306" cy="270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930A50-9ECF-E549-EC6A-7C29C75B1D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56" t="2388" r="6699"/>
          <a:stretch/>
        </p:blipFill>
        <p:spPr>
          <a:xfrm>
            <a:off x="4938191" y="474940"/>
            <a:ext cx="4003306" cy="23980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E9BD9B-D877-3F36-A96F-E9FFD70EF0EF}"/>
              </a:ext>
            </a:extLst>
          </p:cNvPr>
          <p:cNvSpPr txBox="1"/>
          <p:nvPr/>
        </p:nvSpPr>
        <p:spPr>
          <a:xfrm>
            <a:off x="311604" y="3454978"/>
            <a:ext cx="119443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latin typeface="Roboto" panose="02000000000000000000" pitchFamily="2" charset="0"/>
              </a:rPr>
              <a:t>Q.5 The boys in school B and C is approximately what % of total no. of boys? </a:t>
            </a:r>
            <a:endParaRPr lang="en-US" dirty="0">
              <a:latin typeface="Roboto" panose="02000000000000000000" pitchFamily="2" charset="0"/>
            </a:endParaRPr>
          </a:p>
          <a:p>
            <a:pPr algn="l"/>
            <a:r>
              <a:rPr lang="en-US" dirty="0">
                <a:latin typeface="Roboto" panose="02000000000000000000" pitchFamily="2" charset="0"/>
              </a:rPr>
              <a:t>A. 23</a:t>
            </a:r>
          </a:p>
          <a:p>
            <a:pPr algn="l"/>
            <a:r>
              <a:rPr lang="en-US" dirty="0">
                <a:latin typeface="Roboto" panose="02000000000000000000" pitchFamily="2" charset="0"/>
              </a:rPr>
              <a:t>B. 28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C. 38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D. 40</a:t>
            </a:r>
            <a:br>
              <a:rPr lang="en-US" dirty="0">
                <a:latin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</a:rPr>
              <a:t>E. None of these</a:t>
            </a:r>
          </a:p>
          <a:p>
            <a:pPr algn="l"/>
            <a:endParaRPr lang="en-US" dirty="0">
              <a:latin typeface="Roboto" panose="02000000000000000000" pitchFamily="2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0E9AE0C-CFFB-D732-410D-9D1CB090BB98}"/>
                  </a:ext>
                </a:extLst>
              </p14:cNvPr>
              <p14:cNvContentPartPr/>
              <p14:nvPr/>
            </p14:nvContentPartPr>
            <p14:xfrm>
              <a:off x="-1143120" y="158760"/>
              <a:ext cx="8350560" cy="4984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0E9AE0C-CFFB-D732-410D-9D1CB090BB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52480" y="149400"/>
                <a:ext cx="8369280" cy="50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F31D4C2-E873-9428-3050-9DF474BF76BB}"/>
                  </a:ext>
                </a:extLst>
              </p14:cNvPr>
              <p14:cNvContentPartPr/>
              <p14:nvPr/>
            </p14:nvContentPartPr>
            <p14:xfrm>
              <a:off x="-1079400" y="2425680"/>
              <a:ext cx="11131920" cy="38041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F31D4C2-E873-9428-3050-9DF474BF76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088760" y="2416320"/>
                <a:ext cx="11150640" cy="382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9109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F9F8-EF18-5422-0FBA-7712E49CC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95875F4-2876-24DE-4948-C53978F72358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C536813-461D-75A3-74F3-E400B2052FFA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462365F1-E9D2-CC7E-9019-D53F16F318A0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46BDA8-7ECF-FB9D-4E5D-B0D6B5F5F4B4}"/>
              </a:ext>
            </a:extLst>
          </p:cNvPr>
          <p:cNvSpPr txBox="1"/>
          <p:nvPr/>
        </p:nvSpPr>
        <p:spPr>
          <a:xfrm>
            <a:off x="563141" y="600426"/>
            <a:ext cx="86582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Directions (6-10): Study the following pie - charts carefully and answer the questions given below:</a:t>
            </a:r>
            <a:br>
              <a:rPr lang="en-US" dirty="0"/>
            </a:br>
            <a:b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</a:b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pPr algn="l"/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Percentage break up of the number of children in five different villages and break up of children Attending school from those villages</a:t>
            </a: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F4DB103C-D368-3C01-54F2-EF1A38E28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72" y="2835278"/>
            <a:ext cx="2582801" cy="305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250776B0-069E-C2F3-FFF1-5FE45B0C7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100" y="2881214"/>
            <a:ext cx="3741673" cy="307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3544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0E558-E70D-64BD-7300-79C8F2BAE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92AF473-FAB6-7B32-1F20-D6F07AE2364D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5FCC99A-368C-EA17-CABD-3AF933F44F47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C0F96C9B-9FB4-B06C-7E24-1DC47636D717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66E214F9-9265-7FB9-3A1B-1560A6DE1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781" y="595222"/>
            <a:ext cx="2582801" cy="305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CE4555C1-F021-FCDA-8537-F1A8CB437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283" y="637261"/>
            <a:ext cx="3741673" cy="307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171EEF-7AE2-5C73-C18C-42B4273C093C}"/>
              </a:ext>
            </a:extLst>
          </p:cNvPr>
          <p:cNvSpPr txBox="1"/>
          <p:nvPr/>
        </p:nvSpPr>
        <p:spPr>
          <a:xfrm>
            <a:off x="275848" y="3867662"/>
            <a:ext cx="84639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6. What is the total number of children not attending school from village V₂ and V₃ together?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pPr algn="l"/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1. 528</a:t>
            </a:r>
          </a:p>
          <a:p>
            <a:pPr algn="l"/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2. 508</a:t>
            </a:r>
          </a:p>
          <a:p>
            <a:pPr algn="l"/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3. 518</a:t>
            </a:r>
          </a:p>
          <a:p>
            <a:pPr algn="l"/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4. 618</a:t>
            </a:r>
          </a:p>
          <a:p>
            <a:pPr algn="l"/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5. 628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50C3B08-56CC-CA61-C7CA-CB043E026C0B}"/>
                  </a:ext>
                </a:extLst>
              </p14:cNvPr>
              <p14:cNvContentPartPr/>
              <p14:nvPr/>
            </p14:nvContentPartPr>
            <p14:xfrm>
              <a:off x="-1162200" y="1060560"/>
              <a:ext cx="11824200" cy="4381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50C3B08-56CC-CA61-C7CA-CB043E026C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71560" y="1051200"/>
                <a:ext cx="11842920" cy="440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5459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B0CA5-7CAE-3D55-EF68-AFCE392D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00BE88F-616A-4D89-03CD-8568EE06B7F5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F95383B-9C3B-3D3E-CF41-294561051B80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8D6E115F-B23F-EC4E-C8E5-5286CBFB49BA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05CD5E48-5142-B62D-3801-94487BB03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781" y="595222"/>
            <a:ext cx="2582801" cy="305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E1C78470-7BF1-CACE-ABD0-B421A7722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283" y="637261"/>
            <a:ext cx="3741673" cy="307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F61DD2-F296-6D97-1BAC-7B7C791DF0CB}"/>
              </a:ext>
            </a:extLst>
          </p:cNvPr>
          <p:cNvSpPr txBox="1"/>
          <p:nvPr/>
        </p:nvSpPr>
        <p:spPr>
          <a:xfrm>
            <a:off x="164075" y="4016465"/>
            <a:ext cx="88119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7. The number of children attending school from village V₁ is approximate, what percent of the number of children from that village?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54%</a:t>
            </a:r>
          </a:p>
          <a:p>
            <a:pPr marL="342900" indent="-342900">
              <a:buAutoNum type="alphaUcPeriod" startAt="2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56%</a:t>
            </a:r>
          </a:p>
          <a:p>
            <a:pPr marL="342900" indent="-342900">
              <a:buAutoNum type="alphaUcPeriod" startAt="2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60%</a:t>
            </a:r>
          </a:p>
          <a:p>
            <a:pPr marL="342900" indent="-342900">
              <a:buAutoNum type="alphaUcPeriod" startAt="2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53%</a:t>
            </a:r>
          </a:p>
          <a:p>
            <a:pPr marL="342900" indent="-342900">
              <a:buAutoNum type="alphaUcPeriod" startAt="2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58%</a:t>
            </a:r>
          </a:p>
          <a:p>
            <a:pPr algn="l"/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0684D1-E3A2-EAE0-2358-E6D7BF56FFA8}"/>
                  </a:ext>
                </a:extLst>
              </p14:cNvPr>
              <p14:cNvContentPartPr/>
              <p14:nvPr/>
            </p14:nvContentPartPr>
            <p14:xfrm>
              <a:off x="-1054200" y="0"/>
              <a:ext cx="10535040" cy="6756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0684D1-E3A2-EAE0-2358-E6D7BF56FF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063560" y="-9360"/>
                <a:ext cx="10553760" cy="677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9607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C0C3C-9F1B-A2B1-67DA-FF894A74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ECDA9C1-E2F5-4B29-4328-A2B89E089A92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C528998-7E53-E4AC-9827-2431D447BFB1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270C9299-0A77-25B1-E32B-1B542C15D5E5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29A00CF1-D3CF-3FA7-F62E-9B0DE403F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781" y="595222"/>
            <a:ext cx="2582801" cy="305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B16C1B48-AEBE-F2BE-F62C-B1E9A7508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283" y="637261"/>
            <a:ext cx="3741673" cy="307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E753C1-8B15-891E-8EBA-2798FE04A75F}"/>
              </a:ext>
            </a:extLst>
          </p:cNvPr>
          <p:cNvSpPr txBox="1"/>
          <p:nvPr/>
        </p:nvSpPr>
        <p:spPr>
          <a:xfrm>
            <a:off x="266712" y="3713748"/>
            <a:ext cx="82148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8. What is the approximate average number of children not attending school from village V₂, V₃ and V₄ together?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269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258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264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270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266</a:t>
            </a:r>
          </a:p>
          <a:p>
            <a:pPr algn="l"/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EE27ACB-64FA-9EA1-E511-DC75E1A62FFD}"/>
                  </a:ext>
                </a:extLst>
              </p14:cNvPr>
              <p14:cNvContentPartPr/>
              <p14:nvPr/>
            </p14:nvContentPartPr>
            <p14:xfrm>
              <a:off x="-996960" y="25560"/>
              <a:ext cx="9995400" cy="6343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EE27ACB-64FA-9EA1-E511-DC75E1A62F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006320" y="16200"/>
                <a:ext cx="10014120" cy="636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8670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6ECD4-1ADB-AA55-EAB4-E872FB24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0BF0592-CDF5-A7A8-9202-3431DC902331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BA98A72-4628-5AEE-DBA5-AF1CD7BA084E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B366CB89-87AA-8B8C-A500-0D25D3F7A290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2192E198-B2B9-6ABB-9259-09359166A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781" y="595222"/>
            <a:ext cx="2582801" cy="305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250D1598-A8A4-5FD1-ACA0-480F0F227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283" y="637261"/>
            <a:ext cx="3741673" cy="307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1D7EBE-3BBA-B085-B3FC-49F6EE244957}"/>
              </a:ext>
            </a:extLst>
          </p:cNvPr>
          <p:cNvSpPr txBox="1"/>
          <p:nvPr/>
        </p:nvSpPr>
        <p:spPr>
          <a:xfrm>
            <a:off x="238719" y="3800025"/>
            <a:ext cx="83903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9. The number of children not attending school from village V₄ and V₅ is approximately what percent of the total number of children from village V₄ and V₅ together?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43.65%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42.5%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48%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46%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49.45%</a:t>
            </a:r>
          </a:p>
          <a:p>
            <a:pPr algn="l"/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83974CF-847E-A402-20DF-A3A453783AC6}"/>
                  </a:ext>
                </a:extLst>
              </p14:cNvPr>
              <p14:cNvContentPartPr/>
              <p14:nvPr/>
            </p14:nvContentPartPr>
            <p14:xfrm>
              <a:off x="-831720" y="38160"/>
              <a:ext cx="10242720" cy="6813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83974CF-847E-A402-20DF-A3A453783A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841080" y="28800"/>
                <a:ext cx="10261440" cy="683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2772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31BE1-1807-48F7-FA12-7769D3F2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93E82DA-0943-59CD-433D-A12E724E33BC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349B745-6B1F-65CD-6386-2D56159BAF20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6A4378C7-7637-4370-8C86-9FEA3B77C510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86BA9272-352D-A7C8-E59C-B3FED36B3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781" y="595222"/>
            <a:ext cx="2582801" cy="305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A3FF5DED-95B5-E56A-71F7-EFB4750C5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283" y="637261"/>
            <a:ext cx="3741673" cy="307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AEDB04-5C19-CDBB-02CA-4E533A040F4E}"/>
              </a:ext>
            </a:extLst>
          </p:cNvPr>
          <p:cNvSpPr txBox="1"/>
          <p:nvPr/>
        </p:nvSpPr>
        <p:spPr>
          <a:xfrm>
            <a:off x="418724" y="3867661"/>
            <a:ext cx="8320450" cy="2296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10. What is the ratio of the total number of children from village V₄ to the number to children attending school from the same village?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22:21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29:28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29:21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29:27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23:21</a:t>
            </a:r>
          </a:p>
          <a:p>
            <a:pPr algn="l"/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EC23AAE-9CEA-BE24-4A53-1CCB2C8A7611}"/>
                  </a:ext>
                </a:extLst>
              </p14:cNvPr>
              <p14:cNvContentPartPr/>
              <p14:nvPr/>
            </p14:nvContentPartPr>
            <p14:xfrm>
              <a:off x="-1028640" y="4629240"/>
              <a:ext cx="9309240" cy="2222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EC23AAE-9CEA-BE24-4A53-1CCB2C8A76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038000" y="4619880"/>
                <a:ext cx="9327960" cy="224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2520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E33A1-6AD3-C895-506C-5B72E5760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C69CAC5-4388-A8BA-4E10-A5BBD684C07C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D4449D7-739D-BD82-5FFB-0FA1FDE03938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38CB1830-B57B-C377-98FC-25E70CDD7D07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546B64C-06D9-C4CF-E04E-F38637419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38" y="1291446"/>
            <a:ext cx="7934670" cy="507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D75C0B-58D5-C656-267D-C0E75DDD5C4A}"/>
              </a:ext>
            </a:extLst>
          </p:cNvPr>
          <p:cNvSpPr txBox="1"/>
          <p:nvPr/>
        </p:nvSpPr>
        <p:spPr>
          <a:xfrm>
            <a:off x="159754" y="374289"/>
            <a:ext cx="7258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Directions (11-15): Study the following line graph carefully and answer the questions given below:</a:t>
            </a:r>
            <a:br>
              <a:rPr lang="en-US" dirty="0"/>
            </a:br>
            <a:b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</a:b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821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13AA8-1DFC-99BA-4F1D-B3ADC31E6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A0ED488-EC1A-F73E-978F-1FF63A8051C3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D17C0B6-B113-111D-B6EE-9575F9AA040F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9AC79027-88BC-D876-9242-7A41F70C95D2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383F6D-871D-4D49-BF01-A59E2E5DA7C4}"/>
              </a:ext>
            </a:extLst>
          </p:cNvPr>
          <p:cNvSpPr txBox="1"/>
          <p:nvPr/>
        </p:nvSpPr>
        <p:spPr>
          <a:xfrm>
            <a:off x="66299" y="8859368"/>
            <a:ext cx="10611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11. 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CEDE2BC-139B-A56B-DAB6-9B9C7C7EA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7666" y="345649"/>
            <a:ext cx="5279741" cy="337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9A2736ED-4FC2-25C6-681E-2062A5F7F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9" y="3917369"/>
            <a:ext cx="9114259" cy="2508023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>
                <a:latin typeface="inherit"/>
              </a:rPr>
              <a:t>11. In which of the following years the percentage increase/decrease in the cost of Travel C with respect to the previous year is the maximum?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latin typeface="inherit"/>
              </a:rPr>
              <a:t>2012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latin typeface="inherit"/>
              </a:rPr>
              <a:t>2015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latin typeface="inherit"/>
              </a:rPr>
              <a:t>2010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latin typeface="inherit"/>
              </a:rPr>
              <a:t>2011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latin typeface="inherit"/>
              </a:rPr>
              <a:t>None of these</a:t>
            </a:r>
            <a:endParaRPr lang="en-US" altLang="en-US" dirty="0"/>
          </a:p>
          <a:p>
            <a:br>
              <a:rPr lang="en-US" altLang="en-US" dirty="0"/>
            </a:br>
            <a:endParaRPr lang="en-US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4759BFC-E26E-5DA6-79B4-734D7B4A3358}"/>
                  </a:ext>
                </a:extLst>
              </p14:cNvPr>
              <p14:cNvContentPartPr/>
              <p14:nvPr/>
            </p14:nvContentPartPr>
            <p14:xfrm>
              <a:off x="-1263720" y="184320"/>
              <a:ext cx="11862360" cy="6178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4759BFC-E26E-5DA6-79B4-734D7B4A33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273080" y="174960"/>
                <a:ext cx="11881080" cy="619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4782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66889-98DA-6686-CE8B-EFBF876D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86AEBEC-DC5F-436A-D46A-F1B7CBD7AEB8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2E7D278-F278-F536-A194-F20CA6DDF245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C31F8487-42BD-CACB-DCEF-E7E526B68A0D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774474-692C-1FE2-3A31-CDB13DA7CEC5}"/>
              </a:ext>
            </a:extLst>
          </p:cNvPr>
          <p:cNvSpPr txBox="1"/>
          <p:nvPr/>
        </p:nvSpPr>
        <p:spPr>
          <a:xfrm>
            <a:off x="66299" y="8859368"/>
            <a:ext cx="10611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11. 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8304E22-2C82-DEFD-B72E-F64D907D2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88" y="268246"/>
            <a:ext cx="5279741" cy="337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A351C61F-71C6-07D0-0431-AC3AE4AAB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1" y="9872781"/>
            <a:ext cx="10544175" cy="246221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/>
              <a:t>12.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C7269B8-9784-FD5D-D67A-A3F2EB801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58" y="3865184"/>
            <a:ext cx="8815683" cy="2215991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>
                <a:solidFill>
                  <a:srgbClr val="333333"/>
                </a:solidFill>
                <a:latin typeface="+mn-lt"/>
              </a:rPr>
              <a:t>12. In which of the following years the cost of all the three travels together is the maximum?</a:t>
            </a:r>
            <a:endParaRPr lang="en-US" altLang="en-US" dirty="0">
              <a:latin typeface="+mn-lt"/>
            </a:endParaRPr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+mn-lt"/>
              </a:rPr>
              <a:t>2015</a:t>
            </a:r>
            <a:endParaRPr lang="en-US" altLang="en-US" dirty="0">
              <a:latin typeface="+mn-lt"/>
            </a:endParaRPr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+mn-lt"/>
              </a:rPr>
              <a:t>2012</a:t>
            </a:r>
            <a:endParaRPr lang="en-US" altLang="en-US" dirty="0">
              <a:latin typeface="+mn-lt"/>
            </a:endParaRPr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+mn-lt"/>
              </a:rPr>
              <a:t>2014</a:t>
            </a:r>
            <a:endParaRPr lang="en-US" altLang="en-US" dirty="0">
              <a:latin typeface="+mn-lt"/>
            </a:endParaRPr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+mn-lt"/>
              </a:rPr>
              <a:t>2009</a:t>
            </a:r>
            <a:endParaRPr lang="en-US" altLang="en-US" dirty="0">
              <a:latin typeface="+mn-lt"/>
            </a:endParaRPr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+mn-lt"/>
              </a:rPr>
              <a:t>None of these</a:t>
            </a:r>
            <a:endParaRPr lang="en-US" altLang="en-US" dirty="0">
              <a:latin typeface="+mn-lt"/>
            </a:endParaRPr>
          </a:p>
          <a:p>
            <a:br>
              <a:rPr lang="en-US" altLang="en-US" dirty="0">
                <a:latin typeface="+mn-lt"/>
              </a:rPr>
            </a:br>
            <a:endParaRPr lang="en-US" altLang="en-US" dirty="0"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B45576E-2FE1-FC00-C244-AB2EF33609F0}"/>
                  </a:ext>
                </a:extLst>
              </p14:cNvPr>
              <p14:cNvContentPartPr/>
              <p14:nvPr/>
            </p14:nvContentPartPr>
            <p14:xfrm>
              <a:off x="-933600" y="1168560"/>
              <a:ext cx="10154160" cy="4133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B45576E-2FE1-FC00-C244-AB2EF33609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42960" y="1159200"/>
                <a:ext cx="10172880" cy="415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611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AC2A6-168A-A60F-2B6B-D0FEE2D57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DBAB860-2B9C-D9E9-108D-993738EB2A13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A79497B-3C8A-80C7-4AD2-9B92221E9BD4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778DA5FF-D162-BC69-2723-CDD713F19A7F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72020-8CEF-E794-B219-1CF7ABA64CC5}"/>
              </a:ext>
            </a:extLst>
          </p:cNvPr>
          <p:cNvSpPr txBox="1"/>
          <p:nvPr/>
        </p:nvSpPr>
        <p:spPr>
          <a:xfrm>
            <a:off x="66299" y="8859368"/>
            <a:ext cx="10611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11. 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D8CF921-667C-E34D-91D9-3429DE749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61" y="311974"/>
            <a:ext cx="5279741" cy="337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30C13462-44DE-D980-9538-0B181A28C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1" y="9872781"/>
            <a:ext cx="10544175" cy="246221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/>
              <a:t>12.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AE03EB7-2E86-D3FF-2324-564FBC825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61975" y="4772936"/>
            <a:ext cx="65" cy="246221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00" dirty="0">
              <a:latin typeface="+mn-lt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8308D84-F720-AFA9-1EC3-E2270763C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07" y="3941939"/>
            <a:ext cx="8097986" cy="1661993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>
                <a:solidFill>
                  <a:srgbClr val="333333"/>
                </a:solidFill>
                <a:latin typeface="inherit"/>
              </a:rPr>
              <a:t>13. In which of the following two years the total cost of all three travels  is the same?</a:t>
            </a:r>
            <a:endParaRPr lang="en-US" altLang="en-US" dirty="0"/>
          </a:p>
          <a:p>
            <a:r>
              <a:rPr lang="en-US" altLang="en-US" dirty="0">
                <a:solidFill>
                  <a:srgbClr val="333333"/>
                </a:solidFill>
                <a:latin typeface="inherit"/>
              </a:rPr>
              <a:t>A. 2012 and 2015</a:t>
            </a:r>
          </a:p>
          <a:p>
            <a:r>
              <a:rPr lang="en-US" altLang="en-US" dirty="0">
                <a:solidFill>
                  <a:srgbClr val="333333"/>
                </a:solidFill>
                <a:latin typeface="inherit"/>
              </a:rPr>
              <a:t>B. 2012 and 2013</a:t>
            </a:r>
            <a:endParaRPr lang="en-US" altLang="en-US" dirty="0"/>
          </a:p>
          <a:p>
            <a:r>
              <a:rPr lang="en-US" altLang="en-US" dirty="0">
                <a:solidFill>
                  <a:srgbClr val="333333"/>
                </a:solidFill>
                <a:latin typeface="inherit"/>
              </a:rPr>
              <a:t>C. 2011 and 2013</a:t>
            </a:r>
            <a:endParaRPr lang="en-US" altLang="en-US" dirty="0"/>
          </a:p>
          <a:p>
            <a:r>
              <a:rPr lang="en-US" altLang="en-US" dirty="0">
                <a:solidFill>
                  <a:srgbClr val="333333"/>
                </a:solidFill>
                <a:latin typeface="inherit"/>
              </a:rPr>
              <a:t>D. 2010 and 2011</a:t>
            </a:r>
            <a:endParaRPr lang="en-US" altLang="en-US" dirty="0"/>
          </a:p>
          <a:p>
            <a:r>
              <a:rPr lang="en-US" altLang="en-US" dirty="0">
                <a:solidFill>
                  <a:srgbClr val="333333"/>
                </a:solidFill>
                <a:latin typeface="inherit"/>
              </a:rPr>
              <a:t>E. None of these</a:t>
            </a:r>
            <a:endParaRPr lang="en-US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4C2DA7E-7071-FCDE-3EF0-6F704FC2671B}"/>
                  </a:ext>
                </a:extLst>
              </p14:cNvPr>
              <p14:cNvContentPartPr/>
              <p14:nvPr/>
            </p14:nvContentPartPr>
            <p14:xfrm>
              <a:off x="-971400" y="819000"/>
              <a:ext cx="11118960" cy="4864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4C2DA7E-7071-FCDE-3EF0-6F704FC267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80760" y="809640"/>
                <a:ext cx="11137680" cy="488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0345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E2917-ABB2-439F-EC63-0AAF1F8E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C509E1F-7553-C91F-F4FA-A884B1C3F3D3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BA76B02-3A15-0969-396B-ADB758F68FC6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59844639-D307-DB6D-93C4-615821761E31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679E7E-A4A4-0143-8D6B-A516EB572489}"/>
              </a:ext>
            </a:extLst>
          </p:cNvPr>
          <p:cNvSpPr txBox="1"/>
          <p:nvPr/>
        </p:nvSpPr>
        <p:spPr>
          <a:xfrm>
            <a:off x="66299" y="8859368"/>
            <a:ext cx="10611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11. 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B97F41E-140B-B15D-636F-EDDAB97D0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61" y="373178"/>
            <a:ext cx="5279741" cy="337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320E2C51-9788-48E5-9CB7-137702AFC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1" y="9872781"/>
            <a:ext cx="10544175" cy="246221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/>
              <a:t>12.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5DD4B86-5FCA-C672-951B-E91590690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61975" y="4772936"/>
            <a:ext cx="65" cy="246221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00" dirty="0">
              <a:latin typeface="+mn-lt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53090DB-93B8-B316-BAC5-C882B6972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1455" y="4528752"/>
            <a:ext cx="65" cy="27699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B25AA23D-06B8-9081-3617-1F83D71D8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66" y="4065049"/>
            <a:ext cx="7098225" cy="1661993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>
                <a:solidFill>
                  <a:srgbClr val="333333"/>
                </a:solidFill>
                <a:latin typeface="inherit"/>
              </a:rPr>
              <a:t>14. Find the percentage decrease in the cost of travel B from 2009 to 2015.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inherit"/>
              </a:rPr>
              <a:t>20%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inherit"/>
              </a:rPr>
              <a:t>15%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inherit"/>
              </a:rPr>
              <a:t>24%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inherit"/>
              </a:rPr>
              <a:t>16 %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inherit"/>
              </a:rPr>
              <a:t>None of these</a:t>
            </a:r>
            <a:endParaRPr lang="en-US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F3C4869-8F70-6B9E-02A5-C45E1B9F3F47}"/>
                  </a:ext>
                </a:extLst>
              </p14:cNvPr>
              <p14:cNvContentPartPr/>
              <p14:nvPr/>
            </p14:nvContentPartPr>
            <p14:xfrm>
              <a:off x="-495480" y="1060560"/>
              <a:ext cx="9182520" cy="5131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F3C4869-8F70-6B9E-02A5-C45E1B9F3F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04840" y="1051200"/>
                <a:ext cx="9201240" cy="514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4851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CE6BE-1E40-78DC-EBB3-6E48A55F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1E0CDC8-0C23-FE09-FFAE-2AA19892F9A2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33E24DD-FC87-B447-F452-C1016B38D8F5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43BA66AD-4486-1718-EF73-959BD409C72F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4C148-130F-1936-B651-622A201D4693}"/>
              </a:ext>
            </a:extLst>
          </p:cNvPr>
          <p:cNvSpPr txBox="1"/>
          <p:nvPr/>
        </p:nvSpPr>
        <p:spPr>
          <a:xfrm>
            <a:off x="66299" y="8859368"/>
            <a:ext cx="10611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11. 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41871B8-059C-8A3B-B809-008FC6F6B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56" y="232014"/>
            <a:ext cx="5279741" cy="337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DA7E437C-4DB8-CD30-11F9-5085FBAE7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1" y="9872781"/>
            <a:ext cx="10544175" cy="246221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/>
              <a:t>12.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24AAA2D-A8AF-BD4D-6217-B4FB34B72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61975" y="4772936"/>
            <a:ext cx="65" cy="246221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00" dirty="0">
              <a:latin typeface="+mn-lt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C8D7C63A-E99F-E8CE-D8FB-D6A37B931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1455" y="4528752"/>
            <a:ext cx="65" cy="27699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FFA11E6E-3B4C-D5B8-54E0-B85EC84C0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947" y="4713734"/>
            <a:ext cx="65" cy="27699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2874010E-2647-C39F-CEB8-127B6716D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52" y="3850262"/>
            <a:ext cx="8406563" cy="1938992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>
                <a:solidFill>
                  <a:srgbClr val="333333"/>
                </a:solidFill>
                <a:latin typeface="inherit"/>
              </a:rPr>
              <a:t>15. Find the approximate difference between the average cost of travel A and that of travel B.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inherit"/>
              </a:rPr>
              <a:t>Rs. 23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inherit"/>
              </a:rPr>
              <a:t>Rs. 30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inherit"/>
              </a:rPr>
              <a:t>Rs. 33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inherit"/>
              </a:rPr>
              <a:t>Rs. 20</a:t>
            </a:r>
            <a:endParaRPr lang="en-US" altLang="en-US" dirty="0"/>
          </a:p>
          <a:p>
            <a:pPr marL="342900" indent="-342900">
              <a:buFontTx/>
              <a:buAutoNum type="alphaUcPeriod"/>
            </a:pPr>
            <a:r>
              <a:rPr lang="en-US" altLang="en-US" dirty="0">
                <a:solidFill>
                  <a:srgbClr val="333333"/>
                </a:solidFill>
                <a:latin typeface="inherit"/>
              </a:rPr>
              <a:t>Rs. 27</a:t>
            </a:r>
            <a:endParaRPr lang="en-US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299DB10-0150-C72C-01F7-1E80A4AD496A}"/>
                  </a:ext>
                </a:extLst>
              </p14:cNvPr>
              <p14:cNvContentPartPr/>
              <p14:nvPr/>
            </p14:nvContentPartPr>
            <p14:xfrm>
              <a:off x="-914520" y="615960"/>
              <a:ext cx="9646200" cy="5816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299DB10-0150-C72C-01F7-1E80A4AD49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23880" y="606600"/>
                <a:ext cx="9664920" cy="583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4076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25A70-4F78-C0E9-4A12-8151E377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DC59968-319F-BB9B-E164-0EC9DFAECCC6}"/>
              </a:ext>
            </a:extLst>
          </p:cNvPr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0D76400-EE2F-B317-4F98-ADAC051F5905}"/>
              </a:ext>
            </a:extLst>
          </p:cNvPr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7C09F699-B66F-B41C-5EA1-9C2E2132826D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59F92-843D-57CC-1DCF-81B1619EBA88}"/>
              </a:ext>
            </a:extLst>
          </p:cNvPr>
          <p:cNvSpPr txBox="1"/>
          <p:nvPr/>
        </p:nvSpPr>
        <p:spPr>
          <a:xfrm>
            <a:off x="66299" y="8859368"/>
            <a:ext cx="10611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11. 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B589B2A-96EA-19F9-6254-CCD244594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1" y="9872781"/>
            <a:ext cx="10544175" cy="246221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/>
              <a:t>12.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C6B67C0-FB5D-1276-F78C-44E72DE85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61975" y="4772936"/>
            <a:ext cx="65" cy="246221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00" dirty="0">
              <a:latin typeface="+mn-lt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70864545-1505-BF45-E6E0-162715C47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1455" y="4528752"/>
            <a:ext cx="65" cy="27699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C98A708D-9CE7-4961-DB58-429191A7B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947" y="4713734"/>
            <a:ext cx="65" cy="27699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55C5C3B4-F80F-04B4-7C61-77DFDF684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216" y="4634437"/>
            <a:ext cx="65" cy="27699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dirty="0"/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8AF9A54A-FB45-24E9-37A2-6E7871CB6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83" y="1752829"/>
            <a:ext cx="7207882" cy="315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11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123</TotalTime>
  <Words>693</Words>
  <Application>Microsoft Office PowerPoint</Application>
  <PresentationFormat>On-screen Show (4:3)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Aldhabi</vt:lpstr>
      <vt:lpstr>Alice</vt:lpstr>
      <vt:lpstr>Arial</vt:lpstr>
      <vt:lpstr>Calibri</vt:lpstr>
      <vt:lpstr>Calibri Light</vt:lpstr>
      <vt:lpstr>Canva Sans Bold</vt:lpstr>
      <vt:lpstr>Footlight MT Light</vt:lpstr>
      <vt:lpstr>inherit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medari anusha</dc:creator>
  <cp:lastModifiedBy>medari anusha</cp:lastModifiedBy>
  <cp:revision>3</cp:revision>
  <dcterms:created xsi:type="dcterms:W3CDTF">2024-02-19T13:32:07Z</dcterms:created>
  <dcterms:modified xsi:type="dcterms:W3CDTF">2024-03-14T13:13:31Z</dcterms:modified>
</cp:coreProperties>
</file>