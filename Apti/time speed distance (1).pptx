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xml" ContentType="application/vnd.openxmlformats-officedocument.presentationml.notesSlide+xml"/>
  <Override PartName="/ppt/ink/ink5.xml" ContentType="application/inkml+xml"/>
  <Override PartName="/ppt/notesSlides/notesSlide2.xml" ContentType="application/vnd.openxmlformats-officedocument.presentationml.notesSlide+xml"/>
  <Override PartName="/ppt/ink/ink6.xml" ContentType="application/inkml+xml"/>
  <Override PartName="/ppt/notesSlides/notesSlide3.xml" ContentType="application/vnd.openxmlformats-officedocument.presentationml.notesSlide+xml"/>
  <Override PartName="/ppt/ink/ink7.xml" ContentType="application/inkml+xml"/>
  <Override PartName="/ppt/notesSlides/notesSlide4.xml" ContentType="application/vnd.openxmlformats-officedocument.presentationml.notesSlide+xml"/>
  <Override PartName="/ppt/ink/ink8.xml" ContentType="application/inkml+xml"/>
  <Override PartName="/ppt/notesSlides/notesSlide5.xml" ContentType="application/vnd.openxmlformats-officedocument.presentationml.notesSlide+xml"/>
  <Override PartName="/ppt/ink/ink9.xml" ContentType="application/inkml+xml"/>
  <Override PartName="/ppt/notesSlides/notesSlide6.xml" ContentType="application/vnd.openxmlformats-officedocument.presentationml.notesSlide+xml"/>
  <Override PartName="/ppt/ink/ink10.xml" ContentType="application/inkml+xml"/>
  <Override PartName="/ppt/notesSlides/notesSlide7.xml" ContentType="application/vnd.openxmlformats-officedocument.presentationml.notesSlide+xml"/>
  <Override PartName="/ppt/ink/ink11.xml" ContentType="application/inkml+xml"/>
  <Override PartName="/ppt/ink/ink12.xml" ContentType="application/inkml+xml"/>
  <Override PartName="/ppt/ink/ink13.xml" ContentType="application/inkml+xml"/>
  <Override PartName="/ppt/ink/ink14.xml" ContentType="application/inkml+xml"/>
  <Override PartName="/ppt/notesSlides/notesSlide8.xml" ContentType="application/vnd.openxmlformats-officedocument.presentationml.notesSlide+xml"/>
  <Override PartName="/ppt/ink/ink15.xml" ContentType="application/inkml+xml"/>
  <Override PartName="/ppt/notesSlides/notesSlide9.xml" ContentType="application/vnd.openxmlformats-officedocument.presentationml.notesSlide+xml"/>
  <Override PartName="/ppt/ink/ink16.xml" ContentType="application/inkml+xml"/>
  <Override PartName="/ppt/notesSlides/notesSlide10.xml" ContentType="application/vnd.openxmlformats-officedocument.presentationml.notesSlide+xml"/>
  <Override PartName="/ppt/ink/ink17.xml" ContentType="application/inkml+xml"/>
  <Override PartName="/ppt/notesSlides/notesSlide11.xml" ContentType="application/vnd.openxmlformats-officedocument.presentationml.notesSlide+xml"/>
  <Override PartName="/ppt/ink/ink18.xml" ContentType="application/inkml+xml"/>
  <Override PartName="/ppt/notesSlides/notesSlide12.xml" ContentType="application/vnd.openxmlformats-officedocument.presentationml.notesSlide+xml"/>
  <Override PartName="/ppt/ink/ink19.xml" ContentType="application/inkml+xml"/>
  <Override PartName="/ppt/notesSlides/notesSlide13.xml" ContentType="application/vnd.openxmlformats-officedocument.presentationml.notesSlide+xml"/>
  <Override PartName="/ppt/ink/ink20.xml" ContentType="application/inkml+xml"/>
  <Override PartName="/ppt/ink/ink21.xml" ContentType="application/inkml+xml"/>
  <Override PartName="/ppt/notesSlides/notesSlide14.xml" ContentType="application/vnd.openxmlformats-officedocument.presentationml.notesSlide+xml"/>
  <Override PartName="/ppt/ink/ink22.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23.xml" ContentType="application/inkml+xml"/>
  <Override PartName="/ppt/notesSlides/notesSlide17.xml" ContentType="application/vnd.openxmlformats-officedocument.presentationml.notesSlide+xml"/>
  <Override PartName="/ppt/ink/ink24.xml" ContentType="application/inkml+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67" r:id="rId2"/>
    <p:sldId id="325" r:id="rId3"/>
    <p:sldId id="326" r:id="rId4"/>
    <p:sldId id="327" r:id="rId5"/>
    <p:sldId id="328" r:id="rId6"/>
    <p:sldId id="304" r:id="rId7"/>
    <p:sldId id="268" r:id="rId8"/>
    <p:sldId id="294" r:id="rId9"/>
    <p:sldId id="301" r:id="rId10"/>
    <p:sldId id="305" r:id="rId11"/>
    <p:sldId id="309" r:id="rId12"/>
    <p:sldId id="307" r:id="rId13"/>
    <p:sldId id="308" r:id="rId14"/>
    <p:sldId id="296" r:id="rId15"/>
    <p:sldId id="302" r:id="rId16"/>
    <p:sldId id="311" r:id="rId17"/>
    <p:sldId id="306" r:id="rId18"/>
    <p:sldId id="312" r:id="rId19"/>
    <p:sldId id="314" r:id="rId20"/>
    <p:sldId id="319" r:id="rId21"/>
    <p:sldId id="316" r:id="rId22"/>
    <p:sldId id="318" r:id="rId23"/>
    <p:sldId id="310" r:id="rId24"/>
    <p:sldId id="320" r:id="rId25"/>
    <p:sldId id="321" r:id="rId26"/>
    <p:sldId id="322" r:id="rId27"/>
    <p:sldId id="323" r:id="rId28"/>
    <p:sldId id="324" r:id="rId29"/>
    <p:sldId id="313"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2614" autoAdjust="0"/>
  </p:normalViewPr>
  <p:slideViewPr>
    <p:cSldViewPr snapToGrid="0">
      <p:cViewPr varScale="1">
        <p:scale>
          <a:sx n="68" d="100"/>
          <a:sy n="68" d="100"/>
        </p:scale>
        <p:origin x="191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1T08:26:05.693"/>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
  </inkml:definitions>
  <inkml:trace contextRef="#ctx0" brushRef="#br0">8396 1548 0,'105'79'15</inkml:trace>
  <inkml:trace contextRef="#ctx0" brushRef="#br0" timeOffset="581.9">9105 1443 0,'-53'-26'0,"27"-1"16,0 27-16,0-26 15,-1 79 16,1-27-15,0 26-16,26 1 16,0-27-16,0 27 15,0-27-15,52 26 16,27-25-16,-26 25 0,51-26 16,1-26-16,-26 27 15,26-1-15,-52 0 16,-1-26-16,-26 26 15,-26 1 1,-26-1-16,-53 0 16,-26 0-16,0-26 15,27 26-15,25-26 16,1 0-16,-1 0 16,1-26-16</inkml:trace>
  <inkml:trace contextRef="#ctx0" brushRef="#br0" timeOffset="723">8947 1548 0,'0'-26'15,"53"-1"1,26 1 0,25-26-16,54 25 15,-27 1-15,-26 26 16</inkml:trace>
  <inkml:trace contextRef="#ctx0" brushRef="#br0" timeOffset="1084.51">9944 1469 0,'-26'0'0,"0"0"31,26 53-31,0-1 16,0 1-16,0-1 16,0 1-16,0 25 15,26-51-15,27 25 16,-1-26-16,1-26 0,-1 0 16,1 0-16,-1 0 15,1-26-15,-27 0 16,0-27-16,-26-25 15,0 25-15,0-26 16,-52 27-16,-1 26 16,1-1-16,-1 27 15,1 0-15,-1 0 16,1 0 0,25 53-16</inkml:trace>
  <inkml:trace contextRef="#ctx0" brushRef="#br0" timeOffset="1351.19">10915 1364 0,'-52'-26'0,"104"78"62,-25 1-62,-1-1 0,0 27 16,0-26-16,0-1 15,-26 1-15,27-1 16,-27-26-16,0 1 16,0-1-16</inkml:trace>
  <inkml:trace contextRef="#ctx0" brushRef="#br0" timeOffset="1603.41">11440 1443 0,'-26'-26'16,"0"26"-16,-27 0 0,-26 26 15,1 0-15,-1 27 16,26-27-16,1 0 15,26 0-15,26 1 16,0-1-16,26 0 16,26 0-16,53 1 15,0-1-15,27-26 16,-27 0 0,-27 0-16,1 0 0,0-26 0,-53-1 15</inkml:trace>
  <inkml:trace contextRef="#ctx0" brushRef="#br0" timeOffset="2498.5">11807 1495 0,'-26'0'0,"0"0"15,26 27 17,0 25-17,0-26-15,0 1 16,26 25-16,-26-26 15,26-26-15,-26-52 47,0-1-47,0 1 16,0 26-16,0-1 16,0 1-16,0 0 15,0 52 16,27 0-15,25 1-16,-26 25 0,27-26 16,-27 1-1,0-1-15,1-26 0,-1 0 16,-26-53 15,0 27-31,0-26 16,26-1-16,-26 27 15,0 0-15,26 26 16,-26-27 0,27 27-1,-1 27-15,0-1 16,27 0 0,-27 27-16,0-27 0,26 0 0,-25 0 15,-1-26 1,0 0-1,-26-26-15,0-26 32,0 25-32,0-25 0,0 26 15,0-1 1,0 54 31,26 25-32,1 27-15,-1-27 16,26 27-16,-25-26 0,-1 25 16,0-25-16,0-27 15,-26 27-15,0-27 16,-52-52 15,26-53-15,-1 0-16,-25 0 15,26 1-15,26-27 16,0 52-16,0 1 16,26-1-16,26 27 15,27 0-15,0 26 16,-27 0-16,1 0 16,-1 0-16,-25 26 0,-27 0 15,0 27-15,0-27 16,-79 26-16,0 1 15,-26-27-15,26 0 16</inkml:trace>
  <inkml:trace contextRef="#ctx0" brushRef="#br0" timeOffset="2954.54">13067 839 0,'-26'-26'16,"26"52"15,52 53-15,-26 0-16,27 0 16,-27-1-16,0 1 15,1 0-15,-27-27 16,26 1-16,-26-27 15,26-26 1,-26-53 0,26 1-16,1 0 15,-1 25-15,0 1 16,0 0-16,1 26 16,25 52-1,-26 1-15,27-1 16,-1 27-16,1-53 15,25 27-15,-25-53 16,-27 0-16,27 0 0,-27 0 16,26-27-16,-25-25 15,-1-1-15,0 1 16,0-27-16,1 1 16</inkml:trace>
  <inkml:trace contextRef="#ctx0" brushRef="#br0" timeOffset="3425.78">17160 1259 0,'-26'-26'0,"26"0"16,26 0-16,27-1 16,26 1-16,-1 0 15,1 26-15,-27 0 16,1 0-16,-1 0 15,-25 26-15,-27 27 0,0-1 16,-27 1 0,-25-27-16,-27 26 0,0 1 15,1-27-15,-1 0 16,27-26-16,25 26 16,80-26 15,52 27-16,26-27-15,0 0 16,0 0-16,1-27 16,-27-25-16,-1-1 0,-25 1 15</inkml:trace>
  <inkml:trace contextRef="#ctx0" brushRef="#br0" timeOffset="4086.65">18262 971 0,'-26'-53'16,"-26"27"-16,25 0 0,1-1 15,0 80 32,26-1-47,0 27 16,0-26-16,0 25 16,0-25-16,0 26 0,0-27 15,26-26-15,-26 0 16,0 1-16,26-27 15,-26-53 17,0 27-17,0-26-15,0-1 16,27 27-16,-1 0 16,0 26-16,27 0 15,-1 0-15,-26 0 16,27 0-16,-1 0 0,-25 52 15,-1-26-15,0 27 16,0-27 0,-26 0-16,0 0 0,0 1 15,-26-27 17,0 0-32,0-27 15,-1-25-15,27 26 16,0-27-16,0 27 15,0 0-15,53 0 0,-1 26 16,1-27-16,-1 27 16,1 0-16,-1 27 15,-26-1-15,1 26 16,-1-25-16,0-1 16,-26 0-16,0 0 15,0-78 32,0 26-31,0-27-16,0 27 15,26 0-15,-26-1 16,27 27-16,-1 0 16,0 0-16</inkml:trace>
  <inkml:trace contextRef="#ctx0" brushRef="#br0" timeOffset="4322.24">19522 997 0,'0'-26'0,"-53"26"15,1-27 1,26 27 0,-1 27-16,1 25 0,26-26 15,0 27-15,0-1 16,26 1-16,27-27 15,-27 27-15,0-27 16,-26 0 0,0 0-16,-52 0 15,-53 1 1,-26-27-16</inkml:trace>
  <inkml:trace contextRef="#ctx0" brushRef="#br0" timeOffset="4997.53">8318 3175 0,'-315'0'16,"52"26"-16,53-26 16,105 26-16,79-26 15,210 0 1,157-52-16,105-1 15,131 1-15,53-53 0,52 26 16,27-26 0,-1 26-16,-52-25 0,-78 25 15,-106 26-15,-131 1 16,-157-1-16,-79 53 16,-79 0-16,-52 0 31,-1-26-16</inkml:trace>
  <inkml:trace contextRef="#ctx0" brushRef="#br0" timeOffset="5312.15">15219 2361 0,'-105'0'0,"78"0"15,159 0 1,130 0-16,79-26 16,79-26-16,52-27 0,27 26 15,-1-25-15,1 25 16,-27 1-16,-52-1 15,-79 27-15,-78-26 16,-53 25-16,-106 27 16,-77-26-16,-54 26 15,-51 0 1</inkml:trace>
  <inkml:trace contextRef="#ctx0" brushRef="#br0" timeOffset="7111.57">11571 4146 0,'-26'0'0,"26"-53"16,0 27-16,0 52 63,0 27-48,26 25-15,27-25 16,-27 26-16,0-1 15,0-25-15,27-1 16,-53-26-16,26 27 16,-26-27-16,0 0 0,0 1 15,0-1 1,0-52 31,0-27-32</inkml:trace>
  <inkml:trace contextRef="#ctx0" brushRef="#br0" timeOffset="7488.66">11440 4198 0,'-26'0'0,"26"-26"15,52 26 48,1 0-63,52 26 15,0 0-15,26 1 16,0-1-16,-26 0 16,0 0-16,0 1 0,-26-1 15,-53 0 1,0 0-16,-26 1 0,0-1 15,-26 0 1,-79 26-16,0 1 0,0-27 16,-26 27-16,26-1 15,0-26-15,26 1 16,27-1-16,26-26 16,104 0 15</inkml:trace>
  <inkml:trace contextRef="#ctx0" brushRef="#br0" timeOffset="7755.39">13119 4618 0,'-52'0'0,"78"0"32,53 0-17,26-26-15,0 26 16,0 0-16,-27-27 0,1 27 16,-26 0-16,-27 0 15,0 0-15</inkml:trace>
  <inkml:trace contextRef="#ctx0" brushRef="#br0" timeOffset="7897.43">13119 4854 0,'-26'26'16,"79"-26"-1,25 0-15,54 0 16,-1 0-16,26-26 15,-26 0 1,-26 26-16,-26-26 0</inkml:trace>
  <inkml:trace contextRef="#ctx0" brushRef="#br0" timeOffset="11806.8">13985 630 0,'-26'-27'0,"-79"1"31,-52 0-31,-53 0 0,-53-1 0,-51 27 16,-80 0-16,-52 27 16,-79 25-16,-52 27 15,-53 52-15,-52 0 16,0 53-16,26 52 16,52 0-1,105 27-15,80-27 0,183-26 16,104 0-16,132-27 15,105-52-15,184 1 0,131-27 16,105-79 0,104 0-16,80-52 15,78-27-15,79-52 0,26-52 16,0 0-16,-26-27 16,-105 0-16,-131-52 15,-158 26-15,-131-52 16,-183 26-16,-158-1 15,-184 1-15,-210 53 16,-209 51-16,-158 27 16,-105 105-1,-79 0-15,-52 53 0</inkml:trace>
  <inkml:trace contextRef="#ctx0" brushRef="#br0" timeOffset="13659.97">19417 393 0,'0'-78'0,"-79"25"15,-78 27-15,-27 0 16,-105 26-16,-25 26 16,-80 53-16,0 52 15,27 26-15,0 27 16,104 26-16,80 0 16,78 26-16,78-26 15,27-26-15,132-1 16,104-52-16,52 1 15,27-54-15,26-25 0,-26-53 16,26-26-16,1-53 16,-28-26-16,1-53 15,0-25-15,-26-1 16,-79-52-16,-53 0 16,-104 0-16,-53 52 15,-105 0-15,-105 27 16,-105 52-16,-52 52 15,-27 27-15,0 26 16,27 0-16,26 53 0,52-1 16</inkml:trace>
  <inkml:trace contextRef="#ctx0" brushRef="#br0" timeOffset="15332.35">14773 4303 0,'0'-26'0,"0"0"32,0 78 77,0 1-93,26-1-16,-26 1 15,26-1-15,-26 0 0,26-25 16,0 25 0,1 1-16,-27-27 0,0 0 15,0 0-15,26-26 16,-26 27-16,0-1 31,0 0 16</inkml:trace>
  <inkml:trace contextRef="#ctx0" brushRef="#br0" timeOffset="16119.61">15271 4382 0,'-26'-26'0,"0"26"62,26 26-46,0 26-16,0 1 15,0-1-15,0-26 16,0 27-16,52-1 16,1-25-16,-1-1 15,1 0-15,25 0 16,-52-26-16,27 0 15,-27 0-15,0 0 16,-26-26 0,0 0-16,0-27 15,0 27-15,-26-26 16,0 25 0,0 1-16,26 0 0,-27 0 15,27 0 1,27-1-1,25 1-15,27 26 16,0-26-16,-1 26 16,1-26-16,0 26 15,0 0-15,-27 0 0,-26 0 16,0 0 0,1 0-16,-27 26 15,0 0-15,0 27 16,0-27-16,0 0 15,0 26-15,0-25 16,0 25 0,0-26-16,26 1 0,-26 25 15,26-52-15,0 26 16,1-26-16,25 27 16,-26-27-16,27 0 15,-27 0-15,27-27 0,-27 1 16,0 0-1,0-27-15,-26 1 0,0-1 16,0 1-16,0 0 16,-52 25-16,-1-25 15,1 26-15,-1-1 16,27 27-16,-26-26 16,25 26-16,1 0 15,26 26-15,-26 1 16</inkml:trace>
  <inkml:trace contextRef="#ctx0" brushRef="#br0" timeOffset="16451.08">16950 4277 0,'0'-26'16,"0"52"31,27 0-47,-1 0 15,-26 27-15,26-1 16,-26-25-16,26 25 15,-26-26-15,0 27 16,0-27-16,0 0 16,0 0-16,0 1 0,0-1 15,27-26 1</inkml:trace>
  <inkml:trace contextRef="#ctx0" brushRef="#br0" timeOffset="17316.11">17475 4382 0,'0'-26'0,"0"-1"16,0 1-1,-26 26-15,-27 0 0,1 0 16,0 0-16,-1 26 16,1 1-16,-1 25 15,27 1-15,26-27 16,0 26-16,0-26 15,0 27-15,52-53 16,27 26-16,0-26 16,-1 0-16,1 0 15,0 0-15,-27-26 16,1 0-16,-1-1 16,-25-25-16,-27 26 15,26-27-15,-26 27 16,0 0-16,0 0 0,0 78 62,0-26-46,0 27-16,0-27 16,0 0-16,26 0 15,-26 1-15,0-80 63,0 27-63,-26-26 15,26 25-15,0-25 16,0 26-16,52-1 16,1 1-16,-1 26 15,1 0-15,-27 0 16,26 0-16,-25 0 15,25 26-15,-26 27 16,1-27-16,-1 27 16,-26-27-16,0 26 15,0-26-15,0 1 16,0-80 31,0 27-32,0-26-15,0 25 16,0-25-16,26 26 16,27-1-16,-27 27 15,26-26-15,-25 26 16,25 0-16,-26 0 16,27 26-16,-1 1 0,1 25 15,-27-26 1,26 1-16,-25-1 0,-1 0 15,-26 26-15,0-25 16,0-1-16,0 0 16,0 0-16,-53 1 15,27-27 1</inkml:trace>
  <inkml:trace contextRef="#ctx0" brushRef="#br0" timeOffset="18337.5">19076 3752 0,'-105'-52'15,"0"25"1,-79 1-16,-52-26 0,-79 25 0,-78 1 16,-132 26-16,-79 0 31,-130 26-31,-54 27 0,-78 52 0,-78 52 15,25 1-15,54 52 16,104-27-16,210 27 16,183-26-16,211 0 15,157-1-15,210-52 16,314 1-16,185-27 16,236-53-16,104-52 0,79 0 15,27-26-15,0-79 16,-80 0-16,-77-26 15,-185-53-15,-183 0 16,-210-52-16,-237-26 16,-183-1-16,-210 1 15,-288 26-15,-237 78 16,-236 53-16,-131 53 16,-105 52-16</inkml:trace>
  <inkml:trace contextRef="#ctx0" brushRef="#br0" timeOffset="28987.62">12149 10679 0,'-27'-52'0,"1"-1"16,0 1-16,0 26 15,26-1-15,0 1 32,-27 26-17,27 26 1,0 53-1,0 0-15,53 26 16,-53 26-16,26-26 16,0 0-16,-26 0 0,27-26 15,-27-27-15,26 1 16,-26-27-16,26 0 16</inkml:trace>
  <inkml:trace contextRef="#ctx0" brushRef="#br0" timeOffset="29270.68">11860 10784 0,'-26'-26'16,"-1"0"-16,27 0 0,0-1 16,0 1-1,53 0-15,26 26 16,26 0-1,0 0-15,26 0 0,0 52 16,0-25-16,-26 25 16,0 1-16,-52-1 15,-1 0-15,-52 1 16,0 26-16,0-1 16,-79-25-16,-26-1 0,0 1 15,0-27 1,-26 27-16,53-27 0,-1-26 15,53 0-15</inkml:trace>
  <inkml:trace contextRef="#ctx0" brushRef="#br0" timeOffset="29538.1">13408 11020 0,'-26'0'0,"78"0"31,27 0-15,26 0-16,0 0 15,-26 0-15,-1-26 16,1 26-16,-26 0 16,-27 0-16</inkml:trace>
  <inkml:trace contextRef="#ctx0" brushRef="#br0" timeOffset="29710.94">13618 11230 0,'-26'27'15,"-1"-27"-15,1 26 0,79-26 47,25 0-47,27 0 0,0-26 16,27-1-16,-27 1 0</inkml:trace>
  <inkml:trace contextRef="#ctx0" brushRef="#br0" timeOffset="30245.16">15350 10784 0,'0'-26'0,"-26"26"16,26-26-16,-27 0 15,1-1-15,0 27 16,0 0-16,-1 0 16,1 0-16,0 0 15,0 0-15,-1 0 16,1 27-16,0-1 15,26 0-15,0 0 16,26 27 0,27-27-16,25 0 0,1 0 15,0 1-15,0-1 0,-1 0 16,-25 0-16,-27 1 16,0-1-16,0 0 15,-26 0 1,0 1-1,-26-1-15,-26-26 16,-27 26-16,0-26 16,1 0-16,-1 0 15,26 0-15,1 0 16,-1 0-16,27 0 16,0-26-16,26 0 31</inkml:trace>
  <inkml:trace contextRef="#ctx0" brushRef="#br0" timeOffset="30528.72">16452 10679 0,'0'-26'0,"0"0"16,-26 78 31,-1 1-31,-25-1-16,26 1 15,-1-1-15,1 1 16,0-1-16,0-26 15,-27 27-15,27-27 16,-26 0-16,-1-26 16</inkml:trace>
  <inkml:trace contextRef="#ctx0" brushRef="#br0" timeOffset="30764.85">16032 10706 0,'53'0'62,"-1"26"-62,27 0 16,26 27-16,-27-27 0,27 0 16,-26 0-16,0 0 15,-1 1-15,-25-1 16,-1-26-16,1 26 15,-27-26-15</inkml:trace>
  <inkml:trace contextRef="#ctx0" brushRef="#br0" timeOffset="31047.42">17501 10548 0,'0'-26'0,"-26"0"15,26 52 32,0 0-47,26 27 16,27-1-16,-27 1 16,0-1-16,1-26 15,-27 27-15,26-27 16,-26 0-16,26-26 15,-26 26-15,-26-26 47</inkml:trace>
  <inkml:trace contextRef="#ctx0" brushRef="#br0" timeOffset="31283.29">17134 10601 0,'0'-27'47,"53"27"-47,52-26 15,-1 0-15,28 0 16,25-1-16,-26 1 0,1-26 16,-1 25-16,-26 1 15,-53 26 1,-26 0-16,-52 0 31,-53 0-31</inkml:trace>
  <inkml:trace contextRef="#ctx0" brushRef="#br0" timeOffset="31897.02">14274 12700 0,'52'0'47,"1"0"-31,-1 0-16,-25 0 0,25 0 15,-26 0-15,1 0 16,25 0-16,-26-26 15,1 26 1</inkml:trace>
  <inkml:trace contextRef="#ctx0" brushRef="#br0" timeOffset="32054.52">14274 12910 0,'-26'0'0,"-1"0"15,54 0 1,51 0 0,27 0-16,0 0 0,27-27 15,-27 1-15</inkml:trace>
  <inkml:trace contextRef="#ctx0" brushRef="#br0" timeOffset="32620.91">16006 12516 0,'-26'-26'0,"-1"26"16,1 0 15,0 0-15,0 52-16,-1 1 15,27-27-15,0 27 16,0-27-16,27 26 16,25-25-16,1-1 15,25 0-15,1-26 0,0 26 16,-1-26-16,-25 26 15,-27-26-15,0 0 16,-26 27 0,-26-27-1,-53 26-15,-26 0 16,1 0-16,25 1 16,26-27-16,-25 0 15,51 0-15,-25 0 16</inkml:trace>
  <inkml:trace contextRef="#ctx0" brushRef="#br0" timeOffset="32776.85">15927 12595 0,'-26'0'16,"26"-26"15,79-1-31,52 27 15,0-26-15,0 0 16</inkml:trace>
  <inkml:trace contextRef="#ctx0" brushRef="#br0" timeOffset="33185.87">16898 12437 0,'-26'-26'0,"-1"26"16,27 26 31,0 1-32,0 51-15,0-25 16,0-1-16,0 1 15,27-27-15,-1 0 0,26 1 16,1-1-16,-1-26 16,1 0-16,-1 0 15,27-26-15,-26-1 16,-1-25-16,-26 26 16,-26-27-16,0 1 15,0-1-15,0 1 16,-52-1-16,-27 1 15,0 25-15,27 1 16,-1 0-16,1 26 0,-1 0 16,27 26-1,26 0-15</inkml:trace>
  <inkml:trace contextRef="#ctx0" brushRef="#br0" timeOffset="33453.51">17685 12306 0,'0'-26'0,"53"78"46,25-25-46,1 25 16,0 1-16,-1-27 16,1 26-16,-26-25 15,-1-1-15,1 0 16,-27-26-16</inkml:trace>
  <inkml:trace contextRef="#ctx0" brushRef="#br0" timeOffset="33643.56">18289 12280 0,'-27'0'15,"-25"0"1,-1 26-16,1 27 16,-1-1-16,1 1 15,26 25-15,-27-25 16,27-1-16,0 1 15,26-1-15,-26-25 0,26-1 16,0 0-16</inkml:trace>
  <inkml:trace contextRef="#ctx0" brushRef="#br0" timeOffset="34083.76">18787 12359 0,'-52'-27'0,"25"27"16,27-52-16,0 26 16,0-1-16,0 1 15,27 0-15,25 0 16,1 26-16,-1-26 15,27 26-15,-53 0 16,27 26-16,-27 0 16,0 26-16,-26 1 15,0-1-15,0 1 16,0-1-16,-52 1 0,-1-1 16,1 1-16,-1-27 15,-26 0-15,53 1 16,-26-1-16,25-26 15,27 26-15,0 0 32,53-26-32,26 0 15,26 0-15,-27 0 16,27-26-16,27-26 0,-28 25 16,1-25-16</inkml:trace>
  <inkml:trace contextRef="#ctx0" brushRef="#br0" timeOffset="34321.33">19916 12437 0,'-27'0'0,"1"0"15,79-26 16,-1 26-31,27 0 0,26-26 16,0 0-16,-27-1 16,-25 27-16,26 0 15,-53 0 1</inkml:trace>
  <inkml:trace contextRef="#ctx0" brushRef="#br0" timeOffset="34476.91">20099 12569 0,'-26'0'0,"78"0"47,27 0-47,26 0 0,26-27 0,-26 1 16,0-26-16</inkml:trace>
  <inkml:trace contextRef="#ctx0" brushRef="#br0" timeOffset="34823.33">21280 12018 0,'0'-53'0,"0"27"16,-26 0-16,26-1 15,0 80 48,0-1-63,0 27 0,0-26 0,26 25 15,0-25-15,27-1 32,-27 1-32,0-27 0,0 0 0,1 0 15,-1-26 1</inkml:trace>
  <inkml:trace contextRef="#ctx0" brushRef="#br0" timeOffset="35423.21">21726 11939 0,'-26'-26'16,"0"26"-1,26 26 17,0 26-17,-27 27-15,27-26 16,0-1-16,27 0 15,25-25-15,-26-1 16,27 0-16,-1-26 16,-26 0-16,1 0 0,-1 0 15,0-26-15,0-27 16,-26 27-16,0-26 16,0-1-16,-52 27 15,26-26-15,-1 25 16,-25-25-16,52 26 15,0-1 1,26 27-16,27-26 16,25 26-16,-25 0 15,-1 0-15,-25 0 16,-1 0-16,0 0 16,0 26-16,-26 27 15,27-1-15,-27 1 0,26-1 16,0 1-16,0-27 15,1 26-15,25-25 16,-26-1-16,27-26 16,-1 26-16,1-26 15,-1 0-15,1-26 16,-1 0-16,-26-1 16,1-25-16,-27 0 15,0-1-15,0 1 16,-27-1-16,-25 1 0,-1-1 15,-25 27 1,25 26-16,1 0 0,-1 0 16,1 0-16,-1 26 15</inkml:trace>
  <inkml:trace contextRef="#ctx0" brushRef="#br0" timeOffset="35672.44">23012 11676 0,'0'27'47,"0"25"-47,26 27 16,0-27-16,0 27 15,1-26-15,-27-1 16,26 1-16,-26-27 16,26 26-16,-26-26 15</inkml:trace>
  <inkml:trace contextRef="#ctx0" brushRef="#br0" timeOffset="36490.99">23484 11834 0,'0'-53'16,"-52"27"0,25 26-16,-25 0 15,-27 0-15,0 26 16,1 1-16,25 25 16,27 1-16,26-1 15,0-26-15,0 27 0,26-27 16,27 0-1,25-26-15,1 27 0,0-27 16,0 0-16,-1-27 16,-25-25-16,26 26 15,-27-27-15,-26 1 16,0-1-16,1 1 16,-27-1-16,0 27 15,0 0-15,0 52 47,0 0-47,0 27 16,0-1-16,0 1 15,26-1-15,-26-26 16,0 1-16,0-1 16,0-79 30,0 1-30,0-1-16,0 1 16,0-1-16,26 1 15,27-1-15,-1 27 0,1 26 16,-1 0 0,-26 0-16,1 0 0,-1 0 15,0 26-15,-26 27 16,26-1-16,-26-25 15,0 25-15,0-26 16,0 1 0,0-54 15,0 1-31,0-26 16,0-27-1,0 26-15,0 1 0,53-1 16,-1 1-16,27 26 15,-27 26-15,27 0 16,-26 0-16,25 0 16,-25 0-16,-1 52 15,-25 1-15,25-1 16,-26 1-16,1-1 16,-27-26-16,0 27 15,0-1-15,-27-25 16</inkml:trace>
  <inkml:trace contextRef="#ctx0" brushRef="#br0" timeOffset="37293.19">11493 9735 0,'-79'-79'15,"0"53"-15,27 0 16,25-1-16,1 27 16,26 53-1,0 52 1,0 78-16,53 54 15,25 25 1,27 53-16,0 52 0,26 27 16,-26 26-16,0-1 0,0-25 15,0-53-15,0-52 16,0-27-16,-26-26 16,-27-78-16,-25-1 15,-1-78-15,0 0 31,-26-53-31,26-26 16,-26-26-16,0-79 16,0-27-16,-52-77 0</inkml:trace>
  <inkml:trace contextRef="#ctx0" brushRef="#br0" timeOffset="38046.61">10758 10233 0,'-26'-26'16,"78"0"0,132 26-16,78-26 15,106-27-15,104 27 0,105-27 16,79 1-1,79 26-15,78-1 0,79 1 16,27 0-16,25 0 16,1 26-16,-53-27 15,-26 1-15,-52-26 16,-27 25-16,-79-25 16,-78 26-16,-79-27 15,-131 27-15,-79 0 16,-105-27-16,-78 27 15,-54 0-15,-51 0 16,-27-1-16,0 27 0,-26-26 16,0 79 140,0-27-156,0 26 16,0 27-16,27 0 15,-1 52-15,26 0 16,-25 53-16,-1 0 15,26-1-15,1 53 16,26 0-16,26 1 16,-1-1-16,1-26 15,27-27-15,-27 1 16,-27-26-16,1-27 16,-53 0-16,1-52 15,-27-1-15,0-25 0,-132-1 16,-104 1-16,-79-1 15,-157 1-15,-105 25 16,-106-25-16,-182 52 16,-80 0-16,-131 52 15,-105 1-15</inkml:trace>
  <inkml:trace contextRef="#ctx0" brushRef="#br1" timeOffset="48653.45">1285 11099 0,'-26'-26'15,"0"26"-15,26-26 16,0-1 0,0 1-16,52 0 15,1 0-15,-27 26 16,0 0-16,1 0 16,-1 0 15,-26 52-31,0 1 15,0-1-15,0-26 0,-26 27 16,-27-1-16,27-25 16,-27 25-16,27-26 15,0 1 1,26-1 15,26 0-31,27-26 16,-1 26-16,1-26 15,-1 27-15,0-27 16,1 26-16,-27 0 16,0-26-16,-26 26 0,0 0 31,-52-26-15,-1 27-16,-25-27 15,25 0-15,-25 0 16,-1 0-16,26 0 15,1 0-15,26 0 16,-1 0-16,27-27 16</inkml:trace>
  <inkml:trace contextRef="#ctx0" brushRef="#br1" timeOffset="49376.23">2020 11125 0,'0'-26'15,"-26"26"-15,0 0 32,-1 0-17,-25 26-15,-1 1 16,27-1-16,0 26 0,26 1 15,0-27 1,0 27-16,26-1 0,27-26 16,-1 1-16,1-1 15,-1-26-15,1 0 16,-27 0-16,26 0 16,-26 0-16,1 0 15,-1-26-15,0-1 16,-26-25-16,0-1 15,0 1-15,-26-1 16,0 27-16,-27-26 16,53 25-16,0 1 15,0 0-15,26 0 16,27 26-16,-1-27 16,27 27-16,-53 0 15,27 0-15,-1 27 16,-52-1-16,27 0 15,-27 27-15,0-27 16,0 26-16,0 1 16,0-27-16,0 27 15,0-27-15,0 0 16,0 0-16,0 1 16,0-1-16,26-26 15,0 0-15,27 0 0,-27 0 16,26 0-16,1 0 15,-27-26-15,0-27 16,0 27-16,1-27 16,-27 1-16,0-1 15,0 1-15,-27-1 16,-25 1-16,0 26 16,-1-1-16,1 27 15,-1 0-15,1 0 16,25 0-16,-25 27 15,26-1-15,26 0 0</inkml:trace>
  <inkml:trace contextRef="#ctx0" brushRef="#br1" timeOffset="49674.88">3043 10915 0,'0'-26'16,"0"0"-16,0 78 47,0 1-31,27-1-16,-27 1 15,26-1-15,0 1 16,-26-1-16,0-25 15,0 25-15,0-26 16,0 1-16,26-1 16</inkml:trace>
  <inkml:trace contextRef="#ctx0" brushRef="#br1" timeOffset="50507.77">3411 11099 0,'0'-52'0,"0"25"0,0 1 15,0 0 1,-26 26-16,-1 0 0,-25 0 16,26 0-16,-27 0 15,1 26-15,25 0 16,1 27-16,0-1 16,26 1-16,0-27 15,0 27-15,52-27 16,1-26-16,-1 26 15,27-26-15,0 0 0,-1 0 16,-25 0-16,-1-26 16,1-27-16,-1 27 15,-25-26-15,-1-1 16,-26 1-16,0-1 16,0 27-1,0 0-15,0-1 16,0 54 15,0 25-15,0 1-16,0-1 0,0-26 15,0 27 1,0-27-16,0 0 16,0-52 30,0 0-46,0-27 16,0 27-16,0-26 16,0-1-16,0 27 15,26 0-15,0 26 16,27-27-16,-1 27 16,-25 0-16,25 0 0,0 27 15,1-1-15,-1 26 16,-25 1-16,-1-27 15,-26 27 1,0-27-16,0 0 0,0 0 16,0-78 46,0-1-62,0 1 16,0-1-16,26 1 0,0-1 15,27 27-15,-1 0 16,1 26-16,-1 0 16,1 0-16,-1 0 15,27 26-15,-27 27 16,-25-1-16,-1-26 16,0 27-1,-26-1-15,0 1 0,0-27 16,-26 27-16,-27-1 15,1-26-15</inkml:trace>
  <inkml:trace contextRef="#ctx0" brushRef="#br1" timeOffset="54684.1">6350 11020 0,'0'-26'15,"26"0"-15,0 0 0,-26-1 16,0 1-16,0 52 78,0 1-78,0-1 16,0 0-16,26 0 15,1 1-15,-1-1 16,26 0-16,1 0 16,25 27-1,-25-27-15,-1 0 0,27 1 16,-26-1-16,-27-26 16,0 26-1,-78-26 16,-27 0-31,0 0 0,-26 26 16,27-26-16,25 0 16,1 0-1,-1 0 1</inkml:trace>
  <inkml:trace contextRef="#ctx0" brushRef="#br1" timeOffset="54873.41">6402 10889 0,'0'-26'31,"79"26"-15,0 0-16,25 0 15,28-26-15,-54 26 16,1 0-16,-26 0 15</inkml:trace>
  <inkml:trace contextRef="#ctx0" brushRef="#br1" timeOffset="55220">7268 10784 0,'-26'27'62,"-1"25"-46,27 0-16,0 1 16,0-1-16,0 1 15,0-27-15,0 0 0,27 1 16,-1-27 0,26 0-16,-25 0 0,-1 0 15,26 0-15,-25 0 16,25-27-16,-26-25 15,-26-1-15,0 1 16,0-1-16,0 1 16,-26 0-16,-26 25 15,-1 1-15,1 0 16,25 26-16,1 0 0,0 0 16,26 26-16,0 0 15</inkml:trace>
  <inkml:trace contextRef="#ctx0" brushRef="#br1" timeOffset="55460.4">7688 10732 0,'0'-26'16,"0"52"30,0 26-46,0 1 16,26-1-16,-26 1 16,0-1-16,0 1 15,0-1-15,0-26 16,0 1-16,26-27 16</inkml:trace>
  <inkml:trace contextRef="#ctx0" brushRef="#br1" timeOffset="55707.89">8134 10758 0,'-53'0'0,"27"-26"15,-26 26-15,-1 0 16,1 0 0,-1 26-16,27 0 0,-26 1 15,25-1-15,27 26 16,0-26-16,0 27 15,0-27-15,53 27 16,-1-27-16,1 0 16,25 0-16,1-26 15,0 0-15,0 0 0,-27 0 16,1 0-16,-1-26 16</inkml:trace>
  <inkml:trace contextRef="#ctx0" brushRef="#br1" timeOffset="56305.75">8527 10811 0,'0'-27'16,"-26"27"-16,26 27 47,0-1-32,0 26-15,0-26 16,26 1-1,1-1-15,-27 0 0,26-26 16,-26 26-16,0-52 47,0-26-47,-26 25 16,26-25-16,0 0 15,0 25-15,0 1 0,0 0 16,26 26 31,0 52-47,27-25 15,-1-1-15,1 0 16,-27 0 0,0 0-16,0-26 0,-26-52 62,27 26-62,-27-27 0,26 27 16,-26 0-1,26 0-15,0-1 0,1 27 16,-1 0 0,0 0-1,0 27-15,1 25 16,25-26-16,-26 27 15,0-27-15,-26 0 16,0 0 0,0 1-16,0-1 0</inkml:trace>
  <inkml:trace contextRef="#ctx0" brushRef="#br1" timeOffset="56541.84">9262 10679 0,'0'-26'0,"0"0"0,0 0 16,0 52 15,0 26-15,0 1-16,26 26 16,1-1-16,-1 1 15,-26 0-15,26-1 0,0-25 16,-26-1-16,0 1 15,0-1-15,0-25 16,0-1-16,-26 0 16</inkml:trace>
  <inkml:trace contextRef="#ctx0" brushRef="#br1" timeOffset="56762.19">9393 10758 0,'0'-52'0,"0"25"16,27-25-16,51 52 16,-25-26-1,-1 26 1,-25 0-16,-1 0 16,0 26-16,-26 0 15,0 27-15,0-27 16,-26 26-16,-27 1 15,-25-27-15,25 26 16</inkml:trace>
  <inkml:trace contextRef="#ctx0" brushRef="#br1" timeOffset="57329.21">9944 10207 0,'-26'0'0,"26"-26"15,0 52 32,26 27-47,1-1 16,-27 27-16,26-1 15,-26 1-15,0-26 16,0 25-16,0-25 16,0-27-16,26 0 0,-26 1 31,26-27-16,-26-27-15,27-25 16,-1-1-16,26 27 16,-52 0-16,27 0 15,-1 26 1,0 0-16,27 0 16,-27 26-16,26 0 15,1 27-15,-1-27 16,1 0-16,-27-26 15,26 0-15,1 0 16,-1 0-16,1-26 16,-27 0-16,27-1 0,-27-25 15,-26 26-15,26-1 16,-26 1-16</inkml:trace>
  <inkml:trace contextRef="#ctx0" brushRef="#br1" timeOffset="68800.55">6008 12070 0,'-104'26'0,"25"-26"16,26 0-16,80 0 31,78 0-31,78-26 15,53 0-15,27-27 16,25 27-16,1-26 16,0-1-16,-1 1 15,-25-1-15,-1 27 16,-52-27-16,-26 27 16,-53-26-16,0 52 0,-78-27 15,-1 27-15,-78 0 31,-53 27-15,-26 25-16,-26-26 16,-53 1-16</inkml:trace>
  <inkml:trace contextRef="#ctx0" brushRef="#br1" timeOffset="69068.25">6245 12123 0,'-184'26'0,"79"0"15,0 0-15,79-26 16,52 0 0,105 0-1,27-26-15,78 0 16,26 0-16,1-27 16,-1 1-16,0-1 15,1 1-15,-1-1 16,-26 27-16,-26-27 15,-52 27-15,-53 0 0,-27 26 16,-25-26-16,-79 26 31,-53 26-31,0 0 16</inkml:trace>
  <inkml:trace contextRef="#ctx0" brushRef="#br1" timeOffset="70168.61">1233 1889 0,'-26'0'0,"26"53"47,26-1-31,-26 0-16,26 1 16,-26-1-16,26 1 31,1-1-31,-27 1 15,26-27-15,-26 27 0,26-27 16,0 0 0,1 0-16</inkml:trace>
  <inkml:trace contextRef="#ctx0" brushRef="#br1" timeOffset="70625.86">1417 1732 0,'0'-27'0,"0"1"16,0 0-1,0 52 1,0 27 0,26-1-16,26 1 15,-26 25-15,1-25 16,25 25-16,-26-51 15,1 25-15,-27-26 16,26 1-16,-26-54 63,0 1-63,-26-26 15,26 25-15,0-25 16,0 26-16,0 0 0,0-1 15,0 1-15,26 26 16,0-26-16,27 26 16,-27 0-16,26 26 15,1 0-15,-1 27 16,-25-27-16,-1 0 16,0 27-16,-26-27 15,26-26-15,1 26 16,25 0-16,-26-26 15,27 0-15</inkml:trace>
  <inkml:trace contextRef="#ctx0" brushRef="#br1" timeOffset="70814.39">2335 1837 0,'0'-27'16,"26"1"-1,27 26 1,-1-26-16,27 0 16,-27 26-16,-25 0 0,-1 0 15,-26 26 1</inkml:trace>
  <inkml:trace contextRef="#ctx0" brushRef="#br1" timeOffset="70955.42">2466 1942 0,'26'0'47,"79"0"-32,-26-53-15,26 27 16,-26 0-16,-1-1 0,1 1 16</inkml:trace>
  <inkml:trace contextRef="#ctx0" brushRef="#br1" timeOffset="71291.98">3148 1390 0,'0'-26'15,"-26"26"1,0 0 15,0 0-15,26 26-16,0 1 0,26-1 15,0 0 1,0 0-16,27 1 16,-1-1-16,1-26 15,-1 26-15,1-26 16,-1 26-16,-26-26 16,-26 27 15,-52-27-16,0 26-15,-1-26 16,-26 0-16,27 0 0,26 0 16</inkml:trace>
  <inkml:trace contextRef="#ctx0" brushRef="#br1" timeOffset="71647.95">3201 1286 0,'0'-27'16,"26"1"-16,53 0 16,0 0-16,25-1 0,-51 27 15,26-26-15,-53 26 16,0 0-16,-26 26 16,0 1-1,0 25-15,0 1 16,26-1-16,1 0 15,-1 1-15,0-27 16,0 0-16,27 1 16,-27-27-16,27 0 15,-27-27-15,26 1 16,-26-26-16,1 25 16,-27-25-16,0 0 15,0-1-15,-27 27 16,-51 0-16,-1 26 0,27-27 15,-27 27-15,0 0 16,53 27-16,-27-27 16</inkml:trace>
  <inkml:trace contextRef="#ctx0" brushRef="#br1" timeOffset="71915.85">4277 971 0,'0'-27'0,"-27"27"16,27 53 15,27-27-31,-27 27 16,26-27-16,0 26 15,0-25-15,1-1 16,-27 26-16,0-25 15,26-27 1</inkml:trace>
  <inkml:trace contextRef="#ctx0" brushRef="#br1" timeOffset="72594.17">4592 971 0,'-53'-27'0,"1"27"16,25 0-16,-25 0 15,26 27-15,-1-1 16,1 26-16,26-25 16,0-1-16,26 0 15,1 27-15,51-53 16,-25 26-16,26-26 0,-27 0 16,0 0-16,1 0 31,-1 0-31,-25-26 0,-1-1 0,0 1 15,0-26-15,-26 25 16,27 27-16,-27-26 16,0 52 46,0 1-62,0-1 16,0 0-16,26 0 0,-26 1 15,0-54 32,0 1-47,0-26 16,0 25-16,0-25 16,26 26-16,-26-1 15,26 27-15,1 0 16,-1 0-16,0 0 15,0 0-15,1 53 0,-1-27 32,-26 0-32,0-52 47,0 0-47,0 0 15,0-27-15,0 27 16,0 0-16,52-1 15,1 27-15,-1 0 16,27 0-16,-27 0 16,27 27-16,0-1 15,-27 26-15,1-25 16,-27 25-16,-26 27 0,0-27 16,-105 27-16,-26 0 15</inkml:trace>
  <inkml:trace contextRef="#ctx0" brushRef="#br1" timeOffset="72859.07">3306 2912 0,'52'-26'15,"27"0"1,52-27-16,0 1 16,1 26-16,-27-1 15,-27 1-15,-25 0 16</inkml:trace>
  <inkml:trace contextRef="#ctx0" brushRef="#br1" timeOffset="73000.83">3385 3044 0,'52'0'15,"53"-27"1,26-25-16,27-1 15,-1 1-15,-52-1 16</inkml:trace>
  <inkml:trace contextRef="#ctx0" brushRef="#br1" timeOffset="73458.1">4565 2230 0,'0'-52'0,"0"25"16,0-25-1,53 26-15,25-1 0,-25 1 16,26 26-16,-27 0 15,-26 0-15,1 0 16,-1 26-16,-26 1 16,0 25-16,0 1 15,-26-1-15,-1 1 16,1-27-16,0 0 16,26 0-16,0 1 0,26-1 15,27 0 1,-1-26-16,-26 26 15,1-26-15,-1 0 16,-26 27-16,-26-27 31,-27 26-15,-26 0-16,27-26 16,-1 0-16</inkml:trace>
  <inkml:trace contextRef="#ctx0" brushRef="#br1" timeOffset="74038.97">5221 2046 0,'-26'0'16,"0"-26"-16,0 52 46,26 1-46,0-1 16,0 26-16,0 1 16,26-27-16,0 0 0,27 1 15,-27-1-15,0-26 16,0 0-16,-26-26 16,0-1-1,0 1-15,0-26 16,0 25-16,0-25 15,0 26-15,0-27 16,0 27 0,0 0-1,26 26 1,1 0-16,-1 0 0,0 26 16,0 26-16,1-25 15,25 25-15,-52 1 0,26-27 16,1 0-16,-1 0 15,0 1-15,0-27 16,1 0-16,-1 0 16,0-27-16,0 1 15,-26-26-15,0 25 16,0-25-16,0-1 16,0 27-16,-78-26 15,25 26-15,-26-1 16,27 27-16,-1 0 0,1 0 31,26 0-31,26 27 16</inkml:trace>
  <inkml:trace contextRef="#ctx0" brushRef="#br1" timeOffset="74243.57">5799 1679 0,'0'26'47,"0"27"-47,0-1 16,52 1-16,-52-1 16,26 1-16,1-1 15,-27-26-15,0 1 16</inkml:trace>
  <inkml:trace contextRef="#ctx0" brushRef="#br1" timeOffset="74952.86">5904 1653 0,'-27'-26'16,"-25"26"-16,26 0 15,-1 0-15,1 26 16,0 26-16,26 1 15,0-27-15,26 27 16,27-27-16,25 26 16,-25-52-16,-1 27 15,27-27-15,-53 0 16,0-27-16,1 1 16,-1-26-16,-26 25 15,0-25-15,0-1 16,0 1-16,0 26 15,0-1 1,0 1-16,0 52 16,0 27-1,0-27-15,26 27 16,-26-27-16,0 0 16,0 0-16,0 1 15,0-54 32,0-25-31,0-1-16,-26 27 0,26-26 15,0 25-15,0 1 16,26 0-16,27 26 16,-27 0-16,26 0 15,-25 26-15,-1 0 16,0 1-16,-26-1 15,26-26-15,-26 26 16,-26-26 15,0-26-15,26 0-16,0-27 0,0 1 16,0-1-16,52 1 15,27 25-15,-26 1 16,-27 26-16,26 0 15,-26 0-15,27 0 16,-27 26-16,0 27 16,-26-1-16,0 1 15,-26 26-15,-53-1 16,-78 1-16,0 0 16</inkml:trace>
  <inkml:trace contextRef="#ctx0" brushRef="#br1" timeOffset="75426.03">1600 3227 0,'0'-26'15,"0"0"-15,0 0 16,53-27-16,-1 1 16,53 25-16,-26 1 0,0 0 15,-27 26-15,1 0 16,-1 0-16,-26 26 16,0 27-1,1-1-15,-27 1 0,0-1 16,-53 1-16,1-1 15,52-26-15,-26 0 16,26 1-16,0-1 16,78 0-16,-25-26 15,25 26 1,-25-26-16</inkml:trace>
  <inkml:trace contextRef="#ctx0" brushRef="#br1" timeOffset="75771.5">2020 3936 0,'53'0'0,"25"0"15,1 0-15,26 0 16,-26-26-16,-27-1 15,-26 1-15,1 0 16,-27 0 0,-79 26-16,26-27 15,-52 27-15,27 0 16,-27 0-16,52 0 16,1 27-1,26-27-15,26 26 0,0 0 16,78 0-16,1-26 15,0 27-15</inkml:trace>
  <inkml:trace contextRef="#ctx0" brushRef="#br1" timeOffset="76336.95">3673 4119 0,'0'-52'0,"53"26"16,-1-1-1,53 1-15,-26 0 0,-27 0 16,1 26-16,-27 0 15,0 0-15,-26 52 16,0-26-16,0 27 16,0-1-16,-26 1 15,26-1-15,0-25 16,0-1-16,0 26 16,79-52-1,-1 27-15,1-1 0,0 0 16,-27-26-16,-25 26 0,-1-26 15,-26 27 1,-26-27-16,-53 26 16,-26 0-16,0 0 15,0-26 1,0 26 0,53-26-16,-1 0 0</inkml:trace>
  <inkml:trace contextRef="#ctx0" brushRef="#br1" timeOffset="76948.98">4670 3805 0,'-26'0'15,"0"0"-15,0 0 31,26 26-15,0 0-16,0 27 0,0 25 16,0-25-16,52-1 15,0-26-15,1 1 16,26-1-16,-27-26 0,1 0 16,-1 0-16,1 0 15,-27-26 1,-26-27-16,0 27 0,0-27 15,-53 1-15,1 26 16,-1-27-16,1 1 16,-1 26-16,27-1 15,26 1 1,26 26 0,1-26-1,51 26-15,-25 0 0,-1 26 0,1 0 16,26 1-1,-53 25-15,26 1 0,1-1 16,-1-26-16,-26 27 16,27-53-16,-1 26 15,-25-26 1,25 0-16,1 0 0,-27-53 16,0 27-16,0-26 15,1-27-15,-27 27 16,0-1-16,-53 1 15,-26-1-15,1 1 16,-27 25-16,26 1 0,0 26 16,1 0-16,25 0 15,-26 53-15,27-1 16,-1 1-16,1 25 16</inkml:trace>
  <inkml:trace contextRef="#ctx0" brushRef="#br1" timeOffset="77202.27">4172 4907 0,'26'0'0,"105"-53"16,27 1-16,51-1 15,1-26-15,27 1 16,-1-1-16,-26 27 16,0-1-16,-27 1 15,-52-1-15,-52 27 16,-26 26-16,-106 52 16,-52-25-1</inkml:trace>
  <inkml:trace contextRef="#ctx0" brushRef="#br1" timeOffset="77502.74">5379 4802 0,'-27'0'0,"27"26"31,27 0-15,51 27-16,-25-27 0,-1 0 16,27 0-1,-53 1-15,1-27 0,-1 26 16,0-26-16,-26 26 16,-26 0-1,-27-26 1,1 0-16,-27 0 15,27 0-15</inkml:trace>
  <inkml:trace contextRef="#ctx0" brushRef="#br1" timeOffset="77908.91">5326 4697 0,'26'-27'0,"79"-25"16,0 26-16,0-1 15,0 1-15,-26 26 16,-26 0-16,-27-26 16,0 26-16,-26 26 62,0 0-62,0 27 0,0-1 16,52 1-16,1-27 15,-1 27-15,1-27 16,-1-26-16,-25 26 16,25-26-16,-26 0 15,1 0-15,-1-52 16,26 25-16,-52-25 16,27 26-16,-27-27 15,0 27-15,-53 0 16,1-1-16,-27 27 0,-26 0 15,26 0-15,27 0 16,-1 27-16</inkml:trace>
  <inkml:trace contextRef="#ctx0" brushRef="#br1" timeOffset="78097.32">6087 4382 0,'0'26'31,"0"53"-15,26-27-16,1 53 16,-27-52-16,26 25 15,-26-25-15,0 26 0,0-53 16,0 0-16,-26 0 16,-1-26-16</inkml:trace>
  <inkml:trace contextRef="#ctx0" brushRef="#br1" timeOffset="78364.78">5326 3358 0,'-26'0'0,"26"27"31,26 51-15,27 1-16,-27 0 15,0 26-15,-26 0 16,26 0-16,-26 0 16,0 0-16,0 0 15,-26-27-15,-26 1 16</inkml:trace>
  <inkml:trace contextRef="#ctx0" brushRef="#br1" timeOffset="78604.35">5615 4723 0,'0'26'16,"0"27"-16,0-1 15,0 27-15,0 0 16,0 26-16,-26-27 16,-27 27-16,1-26 15,-27-27-15,26-25 16</inkml:trace>
  <inkml:trace contextRef="#ctx0" brushRef="#br1" timeOffset="78869.13">4828 3752 0,'-53'0'16,"1"26"-16,-27 53 15,0 26-15,-26 0 16,27 52-16,-27-25 0,26-1 16,0 0-16,0-26 15,1-26-15,25-27 16</inkml:trace>
  <inkml:trace contextRef="#ctx0" brushRef="#br1" timeOffset="79263.07">4329 2755 0,'-26'0'0,"0"0"15,26 26 1,-53 0-16,27 53 16,0 0-16,-1-27 15,27 27-15,0-26 16,0-1-16,53-26 15,26 1-15,-1-27 16,-25 0-16,26-27 0,-1 1 16,-25-26-16,-27 25 15,-26-25-15,0 26 32,-26 26-32,-53 0 15,0 0-15,-26 0 16,0 52-16,27 1 15,-1-1-15,26-26 16</inkml:trace>
  <inkml:trace contextRef="#ctx0" brushRef="#br1" timeOffset="82009.73">3831 79 0,'-158'-53'15,"-52"1"-15,0 25 0,-26 27 16,0 0-16,-53 79 0,-26 26 16,1 52-1,-28 53-15,54 53 0,-1 52 16,1 52-16,51 27 16,80 25-16,26-25 15,105 0-15,26-1 16,131-52-16,52-26 15,80-26-15,52-27 16,26-52-16,79-52 16,52-53-16,53-53 15,26-52-15,0 0 16,26-79 0,0-26-16,-52-26 0,0-53 0,-26-52 15,-80-26 1,-51-53-16,-53-26 0,-79-26 15,-79-27-15,-104-26 16,-53 0-16,-132 0 16,-156 1-1,-158 51-15,-158 80 0,-78 78 16,-105 79-16,0 52 16,-1 79-16,54 79 15,78 52-15,105 26 0,52-26 31</inkml:trace>
  <inkml:trace contextRef="#ctx0" brushRef="#br1" timeOffset="87438.7">11335 10155 0,'0'-27'47,"0"54"-16,0-1-31,0 53 16,0-1-16,0 27 15,26-26-15,27 26 16,-1 0-16,1 26 15,-1-26-15,-25 26 16,-1-26-16,-26 0 16,0-26-16,0 26 15,26 0-15,-26-27 16,26 1-16,0-26 0,-26-1 16,27-26-16,-27 1 15,26-27 1,-26-27 15,0-25-15,0-27-16,0-26 15,0-26-15,-26 0 16</inkml:trace>
  <inkml:trace contextRef="#ctx0" brushRef="#br1" timeOffset="89795.55">11309 10312 0,'-26'-26'16,"-1"26"-16,27-26 46,53 26-46,-1 0 16,53-27-16,0 1 0,0 26 16,26 0-16,1-26 15,25 26-15,1-26 16,-1-1-16,0 27 16,-25-26-16,25 0 15,0 26-15,27-26 16,0-1-16,-1-25 15,27 52-15,-52-26 16,-1-1-16,-26 1 16,-26 26-16,0-26 15,-26 26-15,0-26 16,0 26-16,26 0 16,-1-27-16,28 27 0,-1-26 15,0 26-15,0-26 16,0 26-16,-26 0 15,0-26-15,-26 26 16,-26 0-16,25 0 16,1-27-16,-26 27 15,25 0-15,1 0 16,26-26-16,-26 26 16,26 0-16,0-26 15,-27 26-15,27 0 0,-26-26 16,0 26-16,-1 0 15,-25-26-15,26 26 16,-1 0-16,1 0 16,26-27-16,-26 27 15,-1 0-15,1 0 16,-26 0-16,-1 0 16,1 0-16,-27 0 15,26 0-15,-25-26 16,-1 26-16,26 0 15,-26 0-15,27 0 0,-1 0 16,1 0 0,-27 0-16,0 0 0,1 0 15,-1 0-15,0 0 32,-26 26-17,26-26-15,-26 27 16,27-1-16,-27 0 15,26 0-15,-26 27 16,0-27-16,26 26 16,-26-25-16,0 25 15,26 1-15,-26-27 0,27 26 16,-27 1-16,0-27 16,26 27-16,-26-1 15,26 1-15,-26-1 16,26-26-16,-26 27 15,27-1-15,-27 1 16,0-1-16,0-26 16,0 27-16,26-1 15,-26 1-15,26-1 16,-26 1-16,26-27 0,-26 26 16,0-25-1,0-1-15,0 0 16,0 0 31,0 1-32,-52-27 1,-1 26-16,1 0 16,-27-26-16,0 0 15,27 26-15,-27-26 16,0 27-16,1-27 15,-1 26 1,0-26-16,1 0 0,-1 26 16,-26-26-16,26 26 0,-26-26 15,26 0-15,-25 27 16,-28-27-16,27 26 16,-26-26-16,0 26 15,0-26-15,-27 26 16,27-26-16,0 27 15,0-27-15,0 26 16,-1-26-16,27 26 16,-26-26-16,26 26 15,-26 1-15,26-27 16,-26 26-16,52 0 0,-26 0 16,26-26-16,1 26 15,-1 1-15,0-1 16,-26-26-16,53 26 15,-27-26-15,0 26 16,1-26-16,25 27 16,1-27-16,-1 26 15,-25 0 1,25-26-16,-26 26 0,1-26 16,25 27-16,-26-1 0,1-26 15,-1 26-15,27 0 16,-1-26-16,-26 0 15,27 27-15,-1-27 16,1 26-16,-1-26 16,1 0-16,-1 26 15,1-26-15,26 0 16,-27 26-16,1-26 16,26 0-16,-27 27 15,1-27-15,25 0 16,-25 26-16,-1-26 15,1 0 1,26 26-16,-27-26 0,27 0 0,0 0 16,-1 0-16,27 26 15,-26-26 17,-26 0-17,26 0 1,-27 27-16,27-27 0,0 0 15,-1 0-15,1 0 16,0 0 0,0 26 31,-27-26-32,27 0-15,0 0 16,-1 0-1,27 26 1,-26-26 0,0 0-16,0-26 265,26 0-249,-27-1-16,27 1 16,0 0-16,-26 0 15,26-1-15,0 1 16,-26 0-16,26 0 15,0-1 1,0 1-16,52 0 16,1 0-16,-1-1 15</inkml:trace>
  <inkml:trace contextRef="#ctx0" brushRef="#br1" timeOffset="95593.83">3358 13435 0,'-26'-27'0,"-26"1"16,52 0-1,0 78 32,0-25-31,26 51-16,0-25 15,27-1-15,-27 27 0,0-27 16,0 1-16,0-27 16,1 0-16,-1 27 15,0-27-15,-26 0 16,26-26-16,1 27 16,-27-54-1</inkml:trace>
  <inkml:trace contextRef="#ctx0" brushRef="#br1" timeOffset="95956.18">3358 13382 0,'-26'0'16,"52"0"31,27 0-47,25 26 15,1-26-15,26 27 16,0-1-16,0 0 0,26 0 16,-52 0-1,0 1-15,-27-1 0,1-26 16,-53 26-16,26-26 16,-26 26-16,0 1 15,-26-1 1,-53 0-1,26 0-15,-52 27 16,27-27-16,-1 27 16,0-27-16,27 26 15,-1-25-15,27-1 16,0 0-16,26 0 16,0 0-16</inkml:trace>
  <inkml:trace contextRef="#ctx0" brushRef="#br1" timeOffset="96364.58">4644 13067 0,'0'-52'0,"0"25"16,26 1-1,-26 0-15,26 26 0,-26-26 16,0 78 31,0 27-47,0 0 16,-26 52-16,0 0 15,0 0-15,0 0 16,26 1-16,-27 25 15,27-26-15,0 0 16,0-26-16,0 0 16,0 0-16,0-26 0,0-26 15,0-27 1,0 0-16,0 0 0,0 0 16,27-26-1,-1-26 1,0-26-16</inkml:trace>
  <inkml:trace contextRef="#ctx0" brushRef="#br1" timeOffset="96789.19">5457 13907 0,'-26'-53'0,"26"27"15,-26 0-15,0 0 16,26-1 0,-27 27-16,1 0 15,-26 0-15,-1 27 16,1-1-16,-1 0 16,27 27-16,0-27 15,26 26-15,0-25 16,52 25-16,1-26 0,26 0 15,-1-26-15,1 27 16,0-27 0,-1 0-16,-51 26 0,25 0 15,-26 0-15,-26 1 16,0-1-16,0 0 16,0 0-16,-26 1 15,-53-1-15,1 0 16,25-26-16,-26 0 15,1 26-15,25-26 0,1 0 16,26-26 0,-1-26-16</inkml:trace>
  <inkml:trace contextRef="#ctx0" brushRef="#br1" timeOffset="97140.52">6455 13776 0,'-27'0'0,"80"0"47,-1 0-31,27-27-16,26 1 15,0 26-15,0-26 16,-26 26-16,-1-26 16,-25 26-16,-27 0 15,-52 52 1,-27-26-1</inkml:trace>
  <inkml:trace contextRef="#ctx0" brushRef="#br1" timeOffset="97276.54">6691 13933 0,'-27'0'16,"80"0"15,52-26-16,0 26-15,0-26 16,26-1-16,0 27 0</inkml:trace>
  <inkml:trace contextRef="#ctx0" brushRef="#br1" timeOffset="97764.32">8685 13198 0,'-26'0'16,"26"-26"-16,0 52 47,26 27-47,26-1 15,-25 27-15,-1-26 16,26 25-16,-25-25 16,-1-1-16,-26 1 15,26-1-15,-26-26 16,0 1-16,26-27 16,-26 26-1,-26-52 32,0-27-47</inkml:trace>
  <inkml:trace contextRef="#ctx0" brushRef="#br1" timeOffset="98047.31">8055 13303 0,'-26'0'0,"26"-26"16,26 26 0,53 0-1,26-26-15,26 0 16,-26 26-16,26-27 0,27 1 16,-27 0-16,0 26 15,-52-26-15,-1 26 16,-25-27-16,-106 54 62,-25-27-46</inkml:trace>
  <inkml:trace contextRef="#ctx0" brushRef="#br1" timeOffset="99744.53">5064 15691 0,'0'-26'0,"0"-27"15,79 27 1,26-26-16,-1 25 16,1 1-16,-26 26 15,0 0-15,-27 0 16,-25 0-16,-27 26 15,0 27-15,0-1 16,-27 1-16,-25-27 16,-1 27-16,-25-27 15,25 26-15,27-25 16,26-1-16,0 0 16,52 0-1,27 1-15,-26-27 16,25 26-16,-25 0 15,-27-26-15,0 26 16,-26 0 15,-52-26-15,-27 27-16,-26-1 16,0-26-16,53 26 15,-27-26-15,53 0 16,0 0-16</inkml:trace>
  <inkml:trace contextRef="#ctx0" brushRef="#br1" timeOffset="100460.37">6218 15507 0,'-26'0'0,"0"-26"0,0 26 16,-1 0 0,1 26-1,0 1-15,0-1 16,-1 26-16,27 1 16,0-1-16,0 1 15,0-27-15,53 27 16,-1-27-16,1 0 15,26-26-15,-1 0 16,-25 0-16,-1 0 16,-25 0-16,-1-26 15,-26 0-15,0-27 16,0 1-16,-26-1 0,-27 1 16,27 25-16,-27-25 15,27 26-15,26-1 16,0 1-16,0 0 15,0 0-15,53-1 16,25 27-16,1-26 16,0 26-16,-1 0 15,1 0-15,-26 0 16,-27 0-16,0 26 16,0 1-16,-26 25 0,0-26 15,0 27-15,0-1 16,0 1-16,27-1 15,-1 1 1,26-27-16,1 0 0,26 1 16,-27-27-16,0 0 15,1 0-15,-1 0 16,1-27-16,-27 1 16,27-26-16,-53-1 15,26 1-15,-26-27 16,0 26-16,-26-25 0,-53 25 15,26 1-15,1-1 16,-1 27-16,1 0 16,0 26-16,-27 0 15,26 0-15,-52 52 16,27 1-16,-27-1 16</inkml:trace>
  <inkml:trace contextRef="#ctx0" brushRef="#br1" timeOffset="101229.92">6008 16951 0,'-26'-27'15,"0"27"-15,26 27 47,0 25-31,0-26-16,26 1 16,27-1-16,-1 0 15,27-26-15,-27 26 16,27-26-16,-26 27 15,-1-27-15,-26 26 16,1-26 0,-54 0 15,-51 26-31,-1-26 0,0 0 16,0 0-16</inkml:trace>
  <inkml:trace contextRef="#ctx0" brushRef="#br1" timeOffset="101671.18">5956 16977 0,'0'-26'0,"26"-1"15,53 1-15,0 0 16,26 0-16,26-1 0,0 1 15,-26 0-15,-26 0 16,-1-1-16,-25 27 16,-27-26-16,-26 52 31,0 27-15,26-1-16,-26 27 15,0-26-15,0-1 16,27 1-16,-1-27 15,26 0-15,1 0 0,-1-26 16,-25 0-16,25 0 16,0-26-16,1-26 15,-27-1-15,-26 1 16,0-1-16,0 1 16,-26-1-16,-53 1 15,27-1-15,-27 27 16,27 26-16,-27 0 15,26 0-15,-25 0 16,25 26-16</inkml:trace>
  <inkml:trace contextRef="#ctx0" brushRef="#br1" timeOffset="102316.54">8265 15875 0,'-105'0'15,"-52"26"1,-53 27-16,-53 25 16,-52-25-16,-52 25 15,26 1-15,0 0 16,26-27-16,79 1 15,52-1-15,27-25 16,104-1-16,27-26 16,105 26-1,52-26-15,53 0 16,-1-26-16</inkml:trace>
  <inkml:trace contextRef="#ctx0" brushRef="#br1" timeOffset="102651.63">9157 15770 0,'-26'0'0,"78"0"32,27 0-17,26-26-15,0-1 16,-26 27-16,0-26 15,-27 26-15,-26 0 0</inkml:trace>
  <inkml:trace contextRef="#ctx0" brushRef="#br1" timeOffset="102804.35">9131 16032 0,'-26'0'0,"104"0"31,27-26-31,27 0 16,-1 0-16,26-27 16,-26 27-16,1-27 0</inkml:trace>
  <inkml:trace contextRef="#ctx0" brushRef="#br1" timeOffset="103306.85">7163 16295 0,'-26'0'0,"0"26"16,-1 79-16,-25 0 16,52 52-16,-26 1 15,26-27-15,0 26 16,0-26-16,0-26 15,0 0 1,0 0-16,0-26 0,0-53 0,0 1 16</inkml:trace>
  <inkml:trace contextRef="#ctx0" brushRef="#br1" timeOffset="103558.57">7740 14851 0,'-26'-26'0,"0"0"0,26 78 31,0 27-15,0 52-16,-26 1 15,-1-1-15,1 26 16,0 1-16,0-1 16,-1-26-16,27-26 15,0-26 1</inkml:trace>
  <inkml:trace contextRef="#ctx0" brushRef="#br1" timeOffset="104815.27">10627 15140 0,'0'-26'16,"-27"26"-16,1 0 31,0 0-16,-27 0-15,1 52 16,-1 1-16,1-1 16,0 1-16,25 25 15,27-25-15,0-1 16,0 1-16,0-1 16,79 1-16,0-27 15,26 0-15,0-26 16,0 0-16,0 0 15,0 0-15,-53-26 0,27 0 16,-27 0-16,-26-1 16,-26-25-1,0 26-15,0-27 0,0 27 16,-26 0-16,-53-1 16,27 27-16,-27 0 15,1 0-15,-1 0 16,26 27-16,1-1 15,26 0-15,26 0 16,0 27-16,0-27 0,52 0 16,-26-26-1,53 0-15,-26 0 0</inkml:trace>
  <inkml:trace contextRef="#ctx0" brushRef="#br1" timeOffset="106320.45">11125 14904 0,'-26'-26'0,"0"-1"16,-1 27-16,54 53 78,25 26-78,-26-27 16,27 27-16,-1 0 15,1-27-15,-27 1 0,27-1 16,-27-26-1,-26 0-15,26 1 16,-26-54 31,0-25-47,-26 0 16,26-1-16,0 1 15,0-1-15,0 1 16,0 25-1,52 1-15,1 0 0,-1 26 16,1 0-16,-1 0 16,1 0-16,-1 0 0,1 26 15,-27 27 1,0-27-16,0 26 0,-26-25 16,0-1-1,0 0-15,0 0 0,-26-52 47,0 0-31,26-27-16,0 27 15,0-26-15,0 25 0,52-25 16,1 52-16,-1-26 16,-25 26-16,25 0 15,-26 0-15,1 0 16,-1 26-16,0 0 15,0 0-15,-26 27 16,27-27-16,-27 0 16,0 1-1,0-1-15,0-52 47,26-1-47,-26 1 16,0-26-16,0-1 0,26 27 15,-26-27 1,0 27-16,26 0 0,0 26 31</inkml:trace>
  <inkml:trace contextRef="#ctx0" brushRef="#br1" timeOffset="106622.72">12726 14799 0,'0'-26'0,"0"-1"15,-26 27-15,-1 0 16,1 0 0,0 0-16,-27 27 15,27-1-15,0 0 16,26 0-16,0 27 15,0-27-15,52 0 16,27 27-16,0-27 16,0 0-16,-27 1 15,1-27-15,-1 26 16,-26-26-16,-52 26 31,-26-26-31,-53 26 16,0 1-16,0 25 15</inkml:trace>
  <inkml:trace contextRef="#ctx0" brushRef="#br1" timeOffset="106905.56">11099 16085 0,'26'0'16,"53"0"-16,52-27 16,27-25-16,25 0 15,1-1-15,0-26 16,-1 27-16,-25-1 16,-27 1-16,-26 26 15,-26-1-15,-53 1 16,-52 52-1,-79 1-15,-27 51 16,-51-25-16</inkml:trace>
  <inkml:trace contextRef="#ctx0" brushRef="#br1" timeOffset="107063.45">11361 16190 0,'-105'26'0,"79"0"16,26 0-16,53-26 15,78 0 1,53-52-16,25-1 15,1 1-15,27-27 16,-1 27-16,-26-27 16,-27 27-16,-78-1 15,-26 27-15,-79-27 16,0 27-16</inkml:trace>
  <inkml:trace contextRef="#ctx0" brushRef="#br1" timeOffset="120740.73">17449 15429 0,'-26'0'0,"-27"0"16,27-27-16,26 1 31,-26 0-31,26 0 16,0 0-1,0-1-15,26 1 16,26 0-16,1 26 0,-1-26 16,1-1-16,-1 27 15,1 0-15,-1 0 16,1 0-16,-27 0 15,0 0-15,1 27 16,-1 25-16,-26 1 16,26-1-16,-26 0 15,0 1-15,-26-1 16,-27 1-16,1-1 16,-27 1-16,0-27 15,1 27-15,25-27 0,-26 0 16,27 0-16,26-26 15,0 27-15,78-27 63,27 0-63,26 0 16,0-27-16,0 27 15,0-26-15,-27 0 16,27 0-16,-52 26 15,-1-27-15,1 27 16,-27 0-16,-26-26 594</inkml:trace>
  <inkml:trace contextRef="#ctx0" brushRef="#br1" timeOffset="121563.82">18499 15298 0,'0'-27'0,"-27"27"31,1 0-31,0 0 31,-27 53-31,27-1 16,0 1-16,0-1 15,26 1-15,0-1 16,26 1-16,26-1 16,27 1-16,-26-27 15,52-26-15,-27 0 16,-25 0-16,-1 0 0,1-53 16,-53 27-16,0-26 15,0-1-15,-27-26 16,-25 27-16,-27-1 15,1 27-15,25-26 16,1-1-16,52 27 16,0 0-16,26 0 15,53-1-15,25 1 16,1 26-16,-26 0 0,26 0 16,-26 0-16,-27 26 15,1 1-15,-27 25 16,-26-26-16,0 53 15,0-27-15,0 1 16,0-1-16,0 1 16,0-1-16,0 1 15,53-27-15,-1-26 16,0 0-16,27 0 16,-26 0-16,25-52 15,1-1-15,-53 1 16,1-27-16,-27 26 15,0-25-15,-27 25 0,-51 1 16,-1 26-16,0-1 16,0 27-16,1 0 15,52 0-15,-27 27 16</inkml:trace>
  <inkml:trace contextRef="#ctx0" brushRef="#br1" timeOffset="121831.96">19863 15088 0,'-26'-27'16,"26"1"-16,0 52 31,0 27-16,26-1-15,0 27 16,-26-26-16,27 25 16,-27-25-16,0-1 15,0 1-15,26-1 0,-26-26 16,26 1-16,0-27 16</inkml:trace>
  <inkml:trace contextRef="#ctx0" brushRef="#br1" timeOffset="122664.54">20362 15245 0,'0'-26'16,"0"-27"-16,0 27 15,-27 26-15,-25 0 16,-1 0-16,1 0 0,-1 0 16,-25 26-16,25 27 15,1-27-15,26 27 16,-1-27-1,27 26-15,0-26 0,27 27 16,51-27-16,1 0 16,26 1-16,-26-27 15,26 0-15,-27 0 16,1 0-16,-27-27 16,1-25-16,-27-1 15,0 1-15,-26 26 16,0-27-16,0 27 15,0 0-15,0 0 0,0-1 16,0 80 15,0-27-15,0 27 0,0-27-16,27 26 0,-27-26 15,26 1-15,-26-1 16,26-26-16,-26-26 47,0-1-32,-26-25-15,26 0 0,0 25 16,0-25-16,0-1 16,26 1-16,27 26 15,-1-1-15,1 27 16,25 0-16,-25 0 15,-1 27-15,27 25 16,-53 1 0,27-1-16,-27 1 0,-26-1 15,26-26-15,-26 0 16,0 1-16,0-54 31,0 1-15,0-26-1,-26-1-15,26 27 0,0-53 16,0 27-16,26-1 16,27 27-16,-1 0 15,27 0-15,-27 26 16,1 0-16,-1 26 16,1 0-16,-1 27 15,-25-27-15,-1 26 16,0 1-16,-26-27 15,0 0-15,0 1 0,0-1 32,0 26-32,0-26 0,0 27 0</inkml:trace>
  <inkml:trace contextRef="#ctx0" brushRef="#br1" timeOffset="123152.81">22854 14851 0,'-26'-26'0,"0"26"15,0-26 1,26 52 15,0 0-31,0 27 16,0-1-16,26-25 31,26 25-31,-25-26 0,-1 1 16,0-1-1,0-26-15,1 0 0,-27 26 16,26-26-1,0-26 1,-26-27-16</inkml:trace>
  <inkml:trace contextRef="#ctx0" brushRef="#br1" timeOffset="123435.33">22539 14589 0,'-26'0'0,"0"0"16,26 26-16,52 1 16,27-27-16,-26 0 15,25 0-15,-51 0 16,25-27-16,-26 1 16,1 0-16,-27 0 15,0-1-15,0 1 16,-53 26-1,27 0-15,-27 0 16,1 0-16,26 26 16,26 1-16,0 25 15,0-26-15,0 1 16</inkml:trace>
  <inkml:trace contextRef="#ctx0" brushRef="#br1" timeOffset="123938.45">23379 14799 0,'-26'-26'16,"0"-1"-16,26 1 16,0 52 15,0 1-16,0 25-15,0-26 16,0 27-16,0-27 16,0 27-16,0-27 15,26 0-15,0 0 16,-26-52 31,0-26-47,0-1 15,0 1-15,0-1 0,0 1 16,0 25 0,26-25-16,1 26 15,-1 26-15,26 0 16,1 0 0,-27 26-16,0 26 15,1 1-15,-1-27 16,0 27-16,0-27 15,0 26-15,-26-25 16,27-27-16,-27 26 16,0 0-16,0 0 15</inkml:trace>
  <inkml:trace contextRef="#ctx0" brushRef="#br1" timeOffset="124914.28">23799 14222 0,'-26'-27'16,"-1"27"-16,27-26 16,0 52 15,27 27-31,-1 26 15,0-1-15,0 1 16,1 0-16,-1-27 16,-26 27-16,26-27 15,-26 1-15,0-27 16,26 0-16,-26-52 47,0 0-32,0-27-15,0-25 0,0 25 16,0 1-16,0 26 16,0-1-16,27 1 15,-1 26-15,26 0 16,1 0-16,-1 0 16,1 26-16,-27 27 15,27-1-15,-27-25 16,0 25-16,-26-26 15,26 0-15,-26-52 47,-26 0-31,0-26-16,26 25 16,0-25-16,0 26 15,0-1-15,52 1 16,1 26-16,-1 0 15,-26 0-15,27 0 16,-1 26-16,-52 1 16,53 25-16,-53-26 15,26 27-15,0-53 0,-26 26 16,0-52 31,0 0-47,0-27 15,0 27-15,0 0 16,0-27-16,0 27 16,53 0-1,-27-1-15,0 27 16,27-26-16,-1 0 16,1 0-16,-27-1 15,0 27-15,-26-26 16,0 52 15,0 27-31,-26-27 16,26 27-16,0-1 15,0 1-15,52-27 16,1 0-16,-1 0 16,-52 1-16,27-27 15,-27 26 1,-53 0-1,-52 0-15,27 0 0,-27 1 16</inkml:trace>
  <inkml:trace contextRef="#ctx0" brushRef="#br1" timeOffset="125193.95">24376 15088 0,'53'0'16,"52"-27"-1,26 1 1,26-26-16,-25 25 0,-1 1 15,0 0-15,-52 0 16,-27-1-16,-26 27 16,-52 0-1,-53 27-15,-26 25 16</inkml:trace>
  <inkml:trace contextRef="#ctx0" brushRef="#br1" timeOffset="125323.39">24586 15245 0,'79'0'16,"-27"-26"0,53 0-16,0-1 31,0 1-31,0-26 0,-26 25 0,-27 1 16</inkml:trace>
  <inkml:trace contextRef="#ctx0" brushRef="#br1" timeOffset="126000.66">23353 14274 0,'-26'0'15,"-1"0"1,1-26 0,0 0-1,0-1-15,26 1 16,0-26-16,0 25 0,0 1 16,0 0-16,52 26 15,-26 0-15,1 0 16,25 0-16,-26 26 15,1 27-15,-27-1 16,0 27-16,0-27 16,-27 1-16,1-1 15,-26 1-15,25-27 16,1-26-16,0 0 16,52 0-1,79 0 1,0-52-16,26 25 15,0-25-15,1-1 0,-27-25 16</inkml:trace>
  <inkml:trace contextRef="#ctx0" brushRef="#br1" timeOffset="132430.01">18945 17213 0,'-53'-26'0,"53"0"0,-26-1 16,26 1-16,0 0 16,0 0-16,26-1 15,27 1-15,25 0 16,-25 0-16,-1 26 16,1 0-16,26 0 15,-53 0-15,26 26 0,-26 0 16,1 27-16,-27-1 15,0 1-15,0-1 16,-27 0-16,-25-25 16,0 25-16,-27 1 15,26-27-15,1 0 16,26 0-16,-1-26 16,54 0 30,25 0-46,53 0 16,-26 0-16,26-26 16,26 0-1,-26-27-15,0 27 0</inkml:trace>
  <inkml:trace contextRef="#ctx0" brushRef="#br1" timeOffset="133092.88">20073 16951 0,'-53'-27'0,"27"27"0,-26 0 16,26 0-16,-1 0 16,1 27-16,26 25 15,-26-26-15,26 1 16,0 25-1,0-26-15,0 1 0,0-1 16,52 0-16,1 0 16,-1-26-1,1 0-15,25 0 16,1 0-16,-26 0 0,-27 0 0,0 0 16,-26-26-1,26 0-15,-26 0 0,0-27 16,0 27-16,0-27 15,-26 27-15,0 0 16,26 0-16,0-1 16,0 1-1,26 26 1,27-26 0,-1 26-16,1 0 0,-27 0 15,26 0 1,-26 52-16,1-25 0,-1 25 15,0-26-15,0 27 16,1-1-16,-27-25 16,26-1-1,0-26 1,0 0-16,1 26 16,-1-26-16,26 0 15,-25-26-15,25 0 16,1-27-16,-27 1 15,0-1-15,-26 1 16,0 25-16,0-25 0,-26 26 16,-27-1-16,-25 1 15,-1 26-15,0 0 16,-26 0-16,26 0 16,1 0-16,-27 53 15,52-27-15</inkml:trace>
  <inkml:trace contextRef="#ctx0" brushRef="#br1" timeOffset="133358.48">18840 17817 0,'-27'0'16,"80"0"-1,52 0 1,52 0-16,53-27 16,0 1-16,26 0 15,0 0-15,-26-1 16,0 1-16,-26-26 16,-27 25-16,-25 1 15,-27 0-15,-27 0 0,-25 26 16</inkml:trace>
  <inkml:trace contextRef="#ctx0" brushRef="#br1" timeOffset="133720.88">19863 18158 0,'0'-27'0,"26"1"16,53-26-16,0 25 16,26 27-16,-53 0 15,1 0-15,-27 0 16,0 27-16,-26 25 16,0 1-16,0 25 15,-52-25-15,-1-1 16,1 1-16,-1-27 15,27 0-15,0-26 16,26 27-16,26-27 31,79 0-31,26-27 16,27 1-16,25-53 16,-25 1-16</inkml:trace>
  <inkml:trace contextRef="#ctx0" brushRef="#br1" timeOffset="133941.09">21490 17502 0,'-26'-27'15,"-1"27"-15,106 0 31,-26-26-31,25 26 16,1 0-16,0-26 16,-1 26-16,-25 0 15,-27 0-15</inkml:trace>
  <inkml:trace contextRef="#ctx0" brushRef="#br1" timeOffset="134082.88">21595 17685 0,'26'0'32,"53"-26"-17,26-26-15,26 25 16,0-25 0,0 26-16</inkml:trace>
  <inkml:trace contextRef="#ctx0" brushRef="#br1" timeOffset="134539.37">22198 16846 0,'-26'-27'0,"26"1"15,0 52 32,26 27-47,27-1 16,-27 27 0,0-26-16,1 25 0,-1-25 15,0-1-15,0 1 16,1-27-16,-1 0 15,-26 0-15,26-26 16,0 0-16,0 0 16</inkml:trace>
  <inkml:trace contextRef="#ctx0" brushRef="#br1" timeOffset="135167.7">22776 16924 0,'0'-26'15,"-27"0"-15,1 26 47,0 26-47,26 27 16,-26-1-16,26-26 16,0 27-16,0-27 15,0 0-15,26 1 16,26-1-16,1-26 15,-1 0-15,1 0 0,26 0 16,-27 0 0,-26-26-16,0-1 0,-26-25 15,0 26-15,0-27 16,-52 1 0,0-1-16,-1 27 0,27 0 15,0-1-15,-1 1 16,27 0-1,0 0-15,53 26 16,-1 0-16,-25-27 16,51 27-16,-52 0 15,27 0-15,-1 27 0,-25-1 16,-1 0-16,-26 27 16,26-1-16,-26 1 15,0-1-15,26-26 16,-26 1-16,27-1 15,25 0-15,-26-26 16,1 0-16,-1 0 16,26 0-16,-25-26 15,-1 0-15,0-1 16,-26-25-16,0-1 16,0 1-16,0 26 15,-26-27-15,0 27 16,-27 0-16,1 26 15,-1 0-15,1 0 0,-1 0 16,1 0-16,25 26 16</inkml:trace>
  <inkml:trace contextRef="#ctx0" brushRef="#br1" timeOffset="135450.4">23668 16557 0,'-26'-26'16,"-1"26"0,27 52 30,0 1-46,0-1 16,27 1-16,-27-1 16,26 1-16,0-1 15,-26-26-15,0 1 16,26-1-16,-26 0 16,26-26-16</inkml:trace>
  <inkml:trace contextRef="#ctx0" brushRef="#br1" timeOffset="136678.57">24035 16610 0,'-26'-27'0,"0"27"16,-1 0-16,1 0 15,0 0 1,-27 0-16,27 27 15,-26-1-15,25 0 0,1 26 16,26-25-16,0-1 16,0 0-16,0 0 15,26 1-15,27-27 16,26 0-16,-1 0 16,1 0-16,26 0 15,-26 0-15,0-27 16,-27 1-16,-26 26 0,-26-26 15,0 0 1,0-1-16,0 1 16,0 0-16,-26 0 0,26 0 15,-26 26-15,26-27 16,0 80 31,0-27-32,0 0-15,0 27 16,0-27-16,0 0 16,0 0-1,0-52 17,0-26-17,0 25-15,0-25 16,0 26-16,0 0 15,0-1-15,0 1 16,26 26 0,0 0-1,0 26-15,1 1 16,-1-1-16,0 0 16,0 0-16,1 0 0,-27 1 15,0-54 32,0-25-31,0 26-16,0-27 15,26 27-15,0 26 47,0 26-47,1 1 16,-1-1-16,0 0 15,0-26-15,-26 26 16,27-26-16,-27-26 31,0-26-15,0 25-16,0-25 16,0 26-16,0-1 15,0 1-15,0 52 47,0 27-47,26 26 16,0-27-16,0 0 15,1 1-15,-1-27 16,-26 0-16,26 1 16,-26-1-1,0-52 16,0-27-15,-26 1 0,0-1-16,-1-25 0,27-27 15,0 26-15,0 26 0,0 1 16,27 26-16,-1 26 16,0 0-16,0 0 15,1 0 1,-27 26-16,26 0 15,-26 0-15,0 27 16,0-27-16,0 0 16,-26 1-16,-27-1 15,27 0 1</inkml:trace>
  <inkml:trace contextRef="#ctx0" brushRef="#br1" timeOffset="137133.69">25032 15796 0,'0'-26'0,"26"26"16,-26-26-1,0 52 1,27 26-16,-27 1 15,26 26-15,-26-1 0,26 1 16,0-27-16,1 1 16,-27-1-16,26-25 15,-26-1-15,26-52 47,-26-1-47,0-25 16,0-1-16,0 1 15,26 26-15,-26-1 16,0 1 0,27 26-16,-1 0 0,0 26 15,27 1-15,-1 25 16,1-26-16,-1 27 16,1-27-16,-27 27 15,-26-27-15,0 26 16,-53-25-16</inkml:trace>
  <inkml:trace contextRef="#ctx0" brushRef="#br1" timeOffset="137793.7">22986 17869 0,'-27'0'16,"132"-26"0,26 0-16,1-27 15,51 1-15,-25-1 16,-1 1-16,-26 25 16,27-25-16,-27 26 0,0-1 31,-52 1-31,-27 0 15,1 26-15,-132 26 47,0 27-47</inkml:trace>
  <inkml:trace contextRef="#ctx0" brushRef="#br1" timeOffset="138028.51">23195 17948 0,'27'0'16,"51"-27"-16,1-25 15,26 26-15,0 0 16,0-1-16,0 1 16,0 0-16,-26 0 15,-1 26-15,-25-27 16,-1 27-16,-104 0 47</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1T08:28:38.059"/>
    </inkml:context>
    <inkml:brush xml:id="br0">
      <inkml:brushProperty name="width" value="0.05292" units="cm"/>
      <inkml:brushProperty name="height" value="0.05292" units="cm"/>
    </inkml:brush>
  </inkml:definitions>
  <inkml:trace contextRef="#ctx0" brushRef="#br0">16819 6953 0,'-183'27'0,"-1"-27"16,26 26-16,27 0 0,0 0 16,79 1-1,25-27-15,106 26 16,131-26-16,105 0 16,105 0-16,131 0 15,52-53-15,79 27 16,27-26-16,-1 25 15,1 1-15,-53 0 16,-79 0-16,-78-27 16,-132 27-16,-105 0 15,-130 26-15,-80-27 0,-183 27 32,-27 0-17,-51 0-15</inkml:trace>
  <inkml:trace contextRef="#ctx0" brushRef="#br0" timeOffset="2142.52">15980 7189 0,'0'-26'0,"0"0"16,0 78 62,0 1-62,-27 26-16,27-27 15,0 27-15,0 0 16,0-27-16,0 27 16,0-27-16,0 27 15,0 0-15,0-27 16,0 53 0,0-26-1,27 0-15,-27-1 16,0 1-16,0 0 0,0 26 15,0-27-15,0 1 16,0 26-16,0-26 16,0 0-16,0-1 15,0 1-15,0 0 16,0-27-16,0 27 16,0 26-16,0-26 15,0-1-15,0 1 16,0 0-16,0-27 15,0 27-15,0-27 16,0 27-16,0-26 16,0-1-16,0 1 15,0-1-15,0 1 0,0-27 16,0 26-16,0 1 16,0-1-16,0 1 15,0-1-15,0 1 16,0-1-16,0 1 15,0-1-15,0 1 16,0-1-16,26-26 16,-26 27-16,0-1 15,0 1-15,0-1 16,0 1-16,0 25 0,26-25 16,-26-1-16,0 27 15,0-26-15,0-1 16,0 27-16,0-27 15,0 1-15,0-27 16,0 26-16,0 1 16,0-27-16,0 27 15,0-27-15,0 26 16,0 1-16,0-27 16,0 27-16,0-1 15,0 0-15,0 1 0,0-27 16,0 27-1,0-27-15,0 26 0,0-25 16,0 25-16,0-26 16,0 27-16,0-1 15,0 1-15,0-27 16,0 0 0,0 1-1,0-1 32,26-26 62,1 0-77,-1 0-1,0 0-15,0 0-16,0 0 0,27 0 15,-27 0-15,27 0 16,-27 0-16,26 0 15,1 0-15,-1 0 16,1 0-16,26 0 16,-27 0-16,27-26 15,26 26-15,0 0 16,0 0-16,0 0 16,26-27-16,-26 27 15,26 0-15,26 0 0,-25 0 16,-1 0-1,0 0-15,0 0 0,27 0 16,-1 0-16,-26 0 16,53 0-16,-27 0 15,27 0-15,0 0 16,-1-26-16,27 26 16,-26 0-16,26-26 15,-26 26-15,-1-26 16,1 26-16,0-27 15,-1 27-15,27 0 0,-26-26 16,0 26 0,-1 0-16,-25-26 0,25 26 15,-25-26 1,-1 26-16,27-27 0,-27 27 16,27-26-1,-53 0-15,0 26 0,-26-26 16,0-1-16,-52 27 15,-1-26-15,1 26 0,-27 0 16,0-26 0,27 26-16,-1 0 0,1-26 15,-1 26-15,1 0 16,-1-27-16,-26 27 16,1 0-16,-54 0 46,-51 0-46,-27 0 16</inkml:trace>
  <inkml:trace contextRef="#ctx0" brushRef="#br0" timeOffset="8321.02">20781 1653 0,'0'-26'0,"0"78"62,-78 53-62,-1 26 16,-26 27-16,0-1 15,0 27-15,-26 26 16,26-27-16,-26 1 16,26 0-16,-26-27 0,-1 1 15,27-27-15,-26 0 16,0-26-16,26 0 15,26 0-15,27-26 16,-1-27-16,27-26 16,26 1-16,26-27 31,79 0-15,53 0-16,52-27 15,26 1-15,105 0 0,26 0 16,79-27-1,53 27-15,-27 0 0,-26-1 16,-52 27-16,-79-26 16,-53 0-16,-52 0 15,-79 0-15,-52-1 16</inkml:trace>
  <inkml:trace contextRef="#ctx0" brushRef="#br0" timeOffset="8806.81">20965 1522 0,'-26'0'0,"26"-27"15,0 80 32,52 26-31,27 52-16,26 26 15,0 27-15,26 0 16,53-1-16,0 27 16,25 0-16,1-26 15,27-27-15,-28-26 16,-51 1-16,-1-27 0,-52-27 15,-26 1-15,-27-26 16,-25-27-16,-27 0 16,-53-26-1</inkml:trace>
  <inkml:trace contextRef="#ctx0" brushRef="#br0" timeOffset="9262.15">19942 3044 0,'-26'0'15,"-1"0"-15,54 0 31,104 0-31,0 0 0,53-27 16,52 1-16,0 0 16,26 0-16,1-27 15,-27 27-15,-26 0 16,-27-1-16,-78 27 16,-26-26-16,-53 26 15,-78 0 1,-53 0-16</inkml:trace>
  <inkml:trace contextRef="#ctx0" brushRef="#br0" timeOffset="9623.16">20729 2414 0,'0'-53'16,"-26"27"-16,26 0 16,0 0-1,0 52 32,26 26-31,0 1-16,0-1 15,1 1-15,-1-27 16,0 0-16,0 27 16,1-27-1,-27 0-15,26-26 0</inkml:trace>
  <inkml:trace contextRef="#ctx0" brushRef="#br0" timeOffset="9842.74">20781 2361 0,'0'-26'16,"0"0"-16,0 0 16,53-1-1,-1 27 1,27 0-16,0 0 15,0 0-15,-27 0 0,0 27 16,-52 25-16,27-26 16,-27 27-16,-27-27 15,-51 27-15,-1-1 16,-26-26 0,26 27-16,-26-27 0</inkml:trace>
  <inkml:trace contextRef="#ctx0" brushRef="#br0" timeOffset="10330.35">21018 2860 0,'0'-26'16,"-27"26"-1,27 26 17,0 53-32,0-1 15,0 1-15,27 26 16,-1 0-16,26 0 16,1 0-16,-1-26 15,1-1-15,-1 1 0,-26 0 16,1-27-16,-27 1 15,26-27-15,-52-26 32,-27 0-17,-26-52-15</inkml:trace>
  <inkml:trace contextRef="#ctx0" brushRef="#br0" timeOffset="10785.13">20335 3463 0,'0'-26'16,"0"0"-16,0 0 16,0-1-1,-26 27 17,-26 0-32,-1 27 0,27-1 15,-27 0-15,53 0 16,0 1-1,0-1-15,27 0 16,25-26-16,1 26 16,25 1-16,1-27 15,0 26-15,-1-26 16,-25 26-16,-27-26 16,-26 26-16,-26 1 31,-53-27-31,1 26 0,-1-26 15,-26 0-15,52 0 16,-25 0-16,51 0 16</inkml:trace>
  <inkml:trace contextRef="#ctx0" brushRef="#br0" timeOffset="11226.03">21936 3254 0,'0'-27'0,"0"80"78,0-27-78,26 26 15,0 1-15,1 26 16,-1-27-16,-26-26 16,26 27-16,-26-27 15,26 0-15,-26 1 16,-52-54 15</inkml:trace>
  <inkml:trace contextRef="#ctx0" brushRef="#br0" timeOffset="12221.19">21595 3280 0,'-26'0'16,"26"-26"-16,0-1 16,52 27-1,27-26-15,0 26 16,25 0-16,1-26 15,0 26-15,0-26 16,0 26-16,-26-27 16,-26 27-16,-27 0 15,0 0-15,-78 0 782</inkml:trace>
  <inkml:trace contextRef="#ctx0" brushRef="#br0" timeOffset="13203.95">21437 3280 0,'0'-26'0,"0"-1"15,0 1 17,-26 26-17,0 53-15,-27-1 16,1 0-16,-1 1 15,1-27-15,26 27 16,0-1-16,-1-26 16,1 27-16,0-27 15,0 0-15,-1 1 16,1-27-16</inkml:trace>
  <inkml:trace contextRef="#ctx0" brushRef="#br0" timeOffset="13455.98">20755 3332 0,'-26'0'16,"0"0"-16,78 0 31,27 0-16,26 53-15,26-27 16,-26 26-16,26 1 16,0-27-16,27 0 0,-53 1 15,0-27-15</inkml:trace>
  <inkml:trace contextRef="#ctx0" brushRef="#br0" timeOffset="17234.59">19968 3122 0,'-52'0'0,"-1"0"16,27 27-16,0-27 15,52 0 32,53 0-31,25-27-16,1 27 0,0-26 15,0 0-15,0 0 16,-26 26-16,-27-27 16,-25 27-16,-1 0 15,-79 0 32,-25 0-31,-53 27-16,26-1 15,-27 0-15,-25 0 16,0-26-16,25 27 0,27-1 16,27-26-16,51 26 15,1-26 1,79 0 15,25 0-31,54 0 16,-1-26-16,0 26 15,0-26-15,0-1 16,-26 27-16,-26 0 16,-26-26-16,-1 26 0,-26 0 15,-78 0 63,-1 0-62,-25 0-16,-27 26 0,0-26 16,26 27-16,-26-1 15,53-26-15,-1 26 16,27-26-16,52 0 47,53 0-47,52 0 0,0-26 15,0 0-15,-26-1 16,26 1-16,-26 0 16,0 26-16,-26-26 15,-26-1-15,-27 27 16,-105 0 62,-26 0-78,-26 0 16,0 0-16,-27 0 15,27 0 1,26 27-16,0-27 0,27 0 15,25 26-15,1-26 16,25 0-16,80 0 953</inkml:trace>
  <inkml:trace contextRef="#ctx0" brushRef="#br0" timeOffset="18203.82">21254 2991 0,'-53'0'0,"27"0"15,-26 0-15,25 0 16,1 0-16,0 0 16,52 0 30,53-26-30,52 0-16,26-27 16,1 1-16,-1 25 0,1-25 15,-1 26-15,-52-1 16,-26 1-16,-27 26 16,-157 0 30,-26 26-46,-26 1 16,-27 25-16,27 1 16,-1-27-16,1 26 15,52-25-15,26-1 16,53-26-16,26 26 16,26-26-1,79 0-15,26 0 0,53-26 16,0-27-16,-27 27 15,0-26-15,1 25 16,-53 1-16,-53 0 16,-130 26 15,-80 26-31,-26 0 16,-25 27-16,25-1 15,53 1-15,26-27 16,78-26-16,1 0 15,79 0 1,104-26-16,53-27 0,52-25 16,1-27-16,-1-26 15,-78-1-15</inkml:trace>
  <inkml:trace contextRef="#ctx0" brushRef="#br0" timeOffset="49544.16">20309 9079 0,'-157'0'0,"-1"26"16,27 0-16,52-26 0,53 0 15,79 26 1,52-26-1,104 27-15,28-27 16,77 0-16,54 0 16,25-27-16,53 1 15,-26 26-15,-26-26 16,-53 26-16,-52-26 16,-53 26-16,-79 0 15,-52-27-15,-26 27 16,-105 0-1,-53 0-15,-52 0 16</inkml:trace>
  <inkml:trace contextRef="#ctx0" brushRef="#br0" timeOffset="50938.39">20230 9131 0,'-210'0'16,"1"26"-16,77-26 16,27 27-16,53-27 15,157 26 1,79-26 0,52 26-16,79-26 15,26 0-15,26 0 16,0 0-16,53-26 15,-26 26-15,-27-26 16,1-1-16,-80 27 16,-52-26-16,-52 0 0,-79 26 15,-26-26-15,-53 26 16,-26-27 1078,26 1-1079</inkml:trace>
  <inkml:trace contextRef="#ctx0" brushRef="#br0" timeOffset="52226.68">20493 10784 0,'-79'0'0,"27"0"15,25 0-15,80 0 47,52 0-31,52 0-16,53 0 0,26 0 16,27 0-16,-1-26 15,-26 26-15,-26 0 16,-26 0-16,-53 0 15,-26 0-15,-26 0 16,-53 0-16,0 0 16,0 0-16,-78 0 31,-27 0-15,-26-26-16</inkml:trace>
  <inkml:trace contextRef="#ctx0" brushRef="#br0" timeOffset="53764.06">20545 10863 0,'-52'0'0,"26"0"15,52 0 1,52 0-1,80 26-15,26-26 16,26 0-16,26 0 0,-26 0 16,-27 0-16,1 0 31,-53-26-31,0 26 0,-52 0 0,-26 0 16,-1 0-16,-26 0 15,1 0-15,-27-26 344,0 0 578</inkml:trace>
  <inkml:trace contextRef="#ctx0" brushRef="#br0" timeOffset="54897.6">20755 12674 0,'-131'0'0,"0"0"15,52 0-15,27 0 16,183 0 15,79 0-31,52 0 16,27 0-16,-1-27 15,27 1-15,-26-26 16,-53 25-16,-26 1 16,-53 0-16,-52 26 15,-78 0-15,-106 0 16,-52 0-1,-27 26-15,-25 0 16</inkml:trace>
  <inkml:trace contextRef="#ctx0" brushRef="#br0" timeOffset="55211.94">20598 12805 0,'-105'0'0,"52"26"16,27-26-16,105 0 31,78 26-31,79-26 0,53 0 16,26-26-16,26 0 15,0-27-15,-26 1 16,0-1-16,-53 27 16,-52-26-16,-79 25 15,-52 1-15,-53 26 16,-78 0 62,-27 0-62</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1T08:34:14.882"/>
    </inkml:context>
    <inkml:brush xml:id="br0">
      <inkml:brushProperty name="width" value="0.05292" units="cm"/>
      <inkml:brushProperty name="height" value="0.05292" units="cm"/>
      <inkml:brushProperty name="color" value="#FF0000"/>
    </inkml:brush>
  </inkml:definitions>
  <inkml:trace contextRef="#ctx0" brushRef="#br0">16216 1548 0,'-27'-26'0,"27"-1"31,0 80 16,0 26-31,0-1-16,27 27 0,-27-26 16,0 0-16,0-1 15,0-25-15,0-1 16,0 1-16,0-27 15,0 0-15,0 1 16,0-54 15</inkml:trace>
  <inkml:trace contextRef="#ctx0" brushRef="#br0" timeOffset="323.95">16636 1653 0,'52'-26'15,"0"-1"-15,-78 54 47,-52 25-47,-1 27 0,-26-27 16,0 27-16,0-26 16,26-1-16,1-26 15,51 0-15,1 1 16,79-27 46,-1 0-62,27 26 16,-1 0-16,1 27 16,26-27-16,0 0 15,-26 0-15,26 1 16,-27-1-16,-25 0 15,-1 0-15,-25-26 16</inkml:trace>
  <inkml:trace contextRef="#ctx0" brushRef="#br0" timeOffset="953.2">16898 1968 0,'-26'0'0,"26"-26"15,0 52 17,0 0-17,0 26-15,26 1 16,-26-27-16,26 27 16,-26-27-16,26 0 0,-26 0 15,-26-26 16,0-26-15,0-26-16,-1-1 16,27 1-16,0-1 15,0 1-15,53 26 16,-1-1-16,1 1 16,-1 26-16,1 0 15,-1 0-15,1 26 16,-1 27-16,-25-1 15,-1 1-15,0-1 0,-26 1 16,0-1-16,0-26 16,0 1-1,-26-54 17,0 1-32,-1-26 15,27-1-15,-26 1 16,26-1-16,0 1 15,0-1-15,53 27 16,-1 0-16,0 0 16,-25 26-16,25 0 0,1 0 15,-1 26-15,1 26 16,-27 1-16,0-1 16,0 1-16,-26-1 15,0 1 1,0-1-16,0 1 0,-26-1 15,0-26-15,-27 1 16,27-1-16</inkml:trace>
  <inkml:trace contextRef="#ctx0" brushRef="#br0" timeOffset="1268.16">17816 1942 0,'0'-27'0,"0"-25"15,0 26-15,0-1 16,27 27 15,-27 53-15,0-1 0,26 1-16,0 25 0,0 1 15,-26 0 1,27 0-16,-1-1 0,-26-25 15,0 26-15,0-1 16,0-25 0,0-27-16,0 26 0,0-25 15,-26-27 1,-1-27 0</inkml:trace>
  <inkml:trace contextRef="#ctx0" brushRef="#br0" timeOffset="1457.23">17816 1968 0,'27'-53'16,"25"1"-16,1 26 15,-1-1-15,0 27 16,1 0-16,-1 0 16,-25 27-16,-1-1 15,-26 53 1,0-27-16,-53 0 0,-25 1 15,25-1-15,1 1 16,-1-27-16</inkml:trace>
  <inkml:trace contextRef="#ctx0" brushRef="#br0" timeOffset="1914.81">18289 1469 0,'0'-26'16,"0"52"31,0 53-47,0 0 0,0 26 15,26-27-15,-26 1 16,0 0-16,0-27 15,0-26-15,0 27 16,0-79 31,0-27-47,26 1 16,0-1-16,1 1 0,25 26 15,1-1-15,-1 1 16,-26 26-1,1 0-15,25 26 0,0 27 16,-25 26-16,25-27 16,-52 27-16,0-27 15,0-26-15,0 27 16,0-27-16,0 0 16,-26 1-16,0-1 15,-1-26 1</inkml:trace>
  <inkml:trace contextRef="#ctx0" brushRef="#br0" timeOffset="2229.71">19286 1968 0,'-53'0'15,"80"0"1,77 0 0,54 0-16,26 0 0,26 0 31,-27 0-31,1 0 16,0 26-16,-53-26 15,0 0-15,-26 0 16,-26 0-16,-27 0 15,-52-26-15,26 26 16,1 0 0,-1-26-16,0 26 15,0-27-15</inkml:trace>
  <inkml:trace contextRef="#ctx0" brushRef="#br0" timeOffset="2544.21">20808 1758 0,'-27'0'16,"54"26"15,25 27-31,1-27 16,25-26-16,1 26 16,0 0-16,-27-26 15,1 0-15,-27 0 0,0 0 16,0 0-1,-26-26-15,-26 26 47,0 53-47,-27-27 16,1 26-16,0 27 16,-1-27-16,27 1 15,-27-1-15,53 1 16,-26-27-16</inkml:trace>
  <inkml:trace contextRef="#ctx0" brushRef="#br0" timeOffset="3236.87">21647 1548 0,'-26'0'0,"79"26"31,-1 0-31,-26 27 16,27-27-16,-27 27 16,-26-27-16,26 0 15,0 0 1,-26-52 31,-26 0-47,-26-27 15,52 1-15,-26-1 16,26 1-16,0-1 0,0 27 16,26 0-1,26 0-15,1 26 0,-1 0 16,-26 0-16,27 0 15,-1 26-15,1 26 16,-27 1-16,0-1 16,-26 27-16,27-53 15,-27 27-15,0-27 16,0 0-16,0 1 16,-27-27-1,-25-27 1,26 1-16,-1-26 15,27-1-15,0 1 0,0-27 16,0 53-16,0-27 16,27 27-16,-1 0 15,26 26 1,1 0-16,-27 0 0,27 0 16,-1 26-16,-26 26 15,27 1-15,-53-1 16,0 1-16,0-27 15,0 27-15,0-1 16,0-26-16,0 27 0,0-27 16,-26-26-16,-1 26 15</inkml:trace>
  <inkml:trace contextRef="#ctx0" brushRef="#br0" timeOffset="3567.8">22802 1259 0,'0'-52'16,"26"26"-16,-26-1 15,0 1-15,26 26 0,-26-26 32,0 52-17,0 27 1,0 25-16,-26 1 0,0 26 15,-27 26-15,27 0 16,0 1-16,-27-27 16,27 26-16,0-53 15,-27 27-15,27-26 16,0-26-16,0 25 0,26-51 16,-26 25-16,-1-52 15,27 26-15,-26-26 16</inkml:trace>
  <inkml:trace contextRef="#ctx0" brushRef="#br0" timeOffset="3945.9">23143 2046 0,'26'-52'0,"-26"26"0,0 0 16,0-1-1,0 1-15,0 0 0,-26 26 32,0 0-32,-27 0 0,1 0 15,26 26-15,-27 0 16,27 1-16,0-1 16,26 26-16,0-26 15,0 27-15,26-1 16,26-25-16,1-1 0,25 26 31,1-25-31,-26-27 16,-27 26-16,0-26 0,-26 26 15,-52-26 1,-27 0 0,0 0-16,1 0 15,-1 0 1,53 0-16,-1-26 0,27 0 15</inkml:trace>
  <inkml:trace contextRef="#ctx0" brushRef="#br0" timeOffset="4370.84">23379 2204 0,'53'0'31,"-1"0"-31,1-26 0,-1 26 0,-26-27 16,1 1-16,-1 0 15,-26-27-15,0 27 16,0 0-16,0 0 15,-26 0 17,-1 26-17,1 0-15,0 0 16,-27 0-16,27 26 16,26 26-16,-26 1 15,0-27-15,26 26 16,0 1-16,0-27 0,0 27 15,0-27 1,52-26-16,27 26 0,0-26 16,-1 0-16,1 0 15,0-52-15,-27-1 16</inkml:trace>
  <inkml:trace contextRef="#ctx0" brushRef="#br0" timeOffset="4575.8">24140 1942 0,'0'-53'0,"0"27"15,0 0 1,-26 26 0,-27 0-16,1 26 0,-1 26 15,1 1-15,-1 25 16,53-25-16,0-1 16,0-25-16,53-1 15,26 0-15,26-26 16,26 0-16,-26 0 15,0-26-15,0 0 16,-53-53-16,1 26 16</inkml:trace>
  <inkml:trace contextRef="#ctx0" brushRef="#br0" timeOffset="13433.75">16977 4146 0,'-27'-27'0,"27"80"62,27-27-62,-1 27 16,0 25-16,-26-51 15,0 25-15,0 1 16,0-1-16,0-26 16,0 0-16,0 27 0,0-27 15,26-26-15,-26 26 16,27-26-16</inkml:trace>
  <inkml:trace contextRef="#ctx0" brushRef="#br0" timeOffset="13827.17">17475 4251 0,'0'-27'15,"-26"27"1,0 0-1,-1 0-15,1 0 16,0 0-16,0 27 0,0-1 16,-1 26-16,27 1 15,0-27-15,0 27 16,0-1-16,27-26 16,-1 0-16,26 1 15,1-1-15,-27-26 16,26 0-16,1 0 15,26 0-15,-27-26 16,1-27-16,-27 27 16,0-26-16,-26-1 0,0 1 15,0-1-15,0 27 16,-26-27-16,-27 27 16,1 26-16,26-26 15,-27 26-15,1 0 16,-1 0-16,27 26 15,0 0-15,26 27 16,0-27-16</inkml:trace>
  <inkml:trace contextRef="#ctx0" brushRef="#br0" timeOffset="14299.6">17869 4356 0,'26'-27'15,"0"27"-15,1-26 16,-1 26 0,-26-26-16,0 52 47,0 0-32,0 27-15,0-27 0,0 27 16,0-1-16,26-26 15,0 27-15,0-27 16,27 0-16,-27 0 16,0-26-16,27 27 15,-27-27-15,0 0 16,27 0-16,-27-27 16,0 1-16,-26 0 15,27-27-15,-27 27 16,0-26-16,0 26 0,-27-27 15,1 1 1,-26 25-16,25 1 0,1 0 16,-26 26-16,25 0 15,27-26-15,-26 26 16,0 0 0,26 26-16,0 0 15,-26 0-15</inkml:trace>
  <inkml:trace contextRef="#ctx0" brushRef="#br0" timeOffset="14725.8">18708 4329 0,'0'-26'15,"0"0"1,0 52 46,-26 0-46,0 1-16,26-1 16,-26 0-16,26 0 15,0 27-15,0-27 0,0 0 16,0 0-16,26 1 15,26-27-15,1 26 16,-1-26-16,1 0 16,-1 0-16,1 0 15,-1 0-15,-25-53 16,-1 27-16,0 0 16,-26-26-16,0-1 15,0 1-15,0 25 16,-26-25-16,-27 26 0,27-1 15,-26 1-15,-1 26 16,-26 0-16,1 0 16,-1 26-16</inkml:trace>
  <inkml:trace contextRef="#ctx0" brushRef="#br0" timeOffset="15542.81">18236 2834 0,'-26'-27'16,"78"27"31,1 0-32,26 0-15,-1 0 16,1 0-16,0-26 0,-1 26 16,-25 0-16,-1 0 15</inkml:trace>
  <inkml:trace contextRef="#ctx0" brushRef="#br0" timeOffset="15699.85">18236 2860 0,'26'0'15,"53"0"1,0 0-16,26 0 15,0 0-15,-27-26 16,1-1-16</inkml:trace>
  <inkml:trace contextRef="#ctx0" brushRef="#br0" timeOffset="16471.57">23169 2729 0,'-26'0'16,"0"0"-16,78 0 16,53 0-1,26 0-15,27 0 16,-27-27-16,0 27 16,-26-26-16,-26 26 15,-27 0-15,-25 0 16,-54 0 15,-25 0-15</inkml:trace>
  <inkml:trace contextRef="#ctx0" brushRef="#br0" timeOffset="16660.2">23222 2860 0,'-27'0'0,"80"0"31,26 0-31,-1 0 16,54-26-16,-27-1 0,-1 27 15,1-26-15,0 0 16,-26 26-16</inkml:trace>
  <inkml:trace contextRef="#ctx0" brushRef="#br0" timeOffset="25484.52">16583 5274 0,'-157'0'15,"52"26"-15,52-26 16,27 0-16,105 26 16,78-26-1,105 0-15,27 0 0,26 0 16,52-26-16,-26 0 16,1 0-16,-28-1 15,-25 27-15,-26-26 16,-106 26-16,-52 0 15,-53 0-15,-157 0 32,-52 0-32,-27 26 15</inkml:trace>
  <inkml:trace contextRef="#ctx0" brushRef="#br0" timeOffset="25987.61">16321 5720 0,'-53'0'0,"106"0"47,-1-26-47,27 26 15,-53 0-15,0 0 16,1 0-16,-1 0 16,-26 26-16,0 27 15,0-1-15,-53-26 16,1 27-16,-1-27 15,27 0-15,0 0 16,0-26-16,26 27 0,26-1 31,0 0-31,53 0 0,-27 1 16,1-1-16,-27 0 16,-26 0-16,0 1 15,-26-1 1,-27-26-1,-25 26-15,25-26 16,1 0-16,25 0 16,-25-26-16,52 0 15,-26-1-15</inkml:trace>
  <inkml:trace contextRef="#ctx0" brushRef="#br0" timeOffset="26428.06">17501 5615 0,'-26'0'0,"0"-26"15,-27 26-15,1 0 16,0 0-16,-1 0 16,1 52-16,25-25 15,-25 51-15,-1-25 0,27 25 16,26-25-16,0 26 15,0-27-15,26 1 16,27-1-16,-1-26 16,27 1-16,-26-27 15,25 0-15,-25 0 16,-27 0 0,0 0-16,0-27 0,-26 1 15,0-26-15,0 25 16,0 1-16,0 0 15,-52 26-15,26-26 16,-27 26-16,27 0 16,-26 0-16,-1 26 15,1 0-15,25 0 0,1 1 16,0 25-16,26-26 16,0 1-16,0-1 15,52 0 1,-25-26-16</inkml:trace>
  <inkml:trace contextRef="#ctx0" brushRef="#br0" timeOffset="27134.92">18079 5825 0,'-53'-26'0,"27"26"16,26-26 0,-26 26-1,0 26 1,-1 26 0,1-26-16,0 27 15,26-27-15,-26 27 0,26-27 16,0 0-16,0 27 15,26-27-15,26-26 16,27 26-16,-27-26 16,27 0-16,-26 0 15,-1 0-15,-26-52 32,1 25-32,-1-25 0,-26 26 0,0-27 15,0 27-15,-26-27 16,-1 27-16,1 0 15,26 0-15,0 0 0,-26-1 16,26 1 0,26 26-1,53 0-15,-27 0 0,27 0 16,-26 0-16,-1 0 16,-26 0-16,1 53 15,-1-27-15,-26 0 16,26 26-16,-26 1 15,26-27-15,-26 0 16,26 1-16,1-1 16,-1 0-16,0 0 15,0-26-15,27 0 16,-27 0-16,0 0 0,1 0 16,25-26-1,-52 0-15,26 0 0,-26-27 16,0 27-1,0-27-15,0 27 0,-52 0 16,-1 0 0,1 0-16,-27 26 0,0 0 15,1 0-15,-1 0 16,-26 0-16</inkml:trace>
  <inkml:trace contextRef="#ctx0" brushRef="#br0" timeOffset="28399.98">18157 4749 0,'-78'0'0,"-1"0"16,27 0 0,25 0-16,27-26 15,53 0-15,52-1 16,52 1-16,27-26 15,-27-1-15,27 27 0,0-26 16,-1-1-16,-51 1 16,-28-1-1,-25 27-15,-53 26 0,-131 52 32,1 27-17</inkml:trace>
  <inkml:trace contextRef="#ctx0" brushRef="#br0" timeOffset="28794.11">17738 6087 0,'-53'0'0,"79"0"47,53-26-47,26 0 16,52-27-16,1 1 15,26-1-15,-1 1 16,1-27-16,0 27 16,-53 26-16,-26-27 15,-26 53-15,-79-26 16,-27 26-1</inkml:trace>
  <inkml:trace contextRef="#ctx0" brushRef="#br0" timeOffset="29187.33">17633 4119 0,'-79'53'47,"26"26"-47,-52 26 16,1 0 0,-1-1-16,26-25 0,-26 26 15,26-52-15,0 25 16,27-25-16,-1-1 15,27-25-15</inkml:trace>
  <inkml:trace contextRef="#ctx0" brushRef="#br0" timeOffset="29564.66">16977 3306 0,'-27'-26'15,"27"0"-15,0 78 47,0-26-31,27 0-16,25 1 15,1-1-15,-1 0 0,1 0 16,-1 1 0,1-1-16,-1-26 0,-26 26 15,0-26-15,-26 26 16,0 1 0,-52-1-1,0-26-15,-27 26 16,0-26-16,27 0 15</inkml:trace>
  <inkml:trace contextRef="#ctx0" brushRef="#br0" timeOffset="29749.9">17003 3175 0,'26'-26'15,"0"-1"-15,27-25 16,-1 26-16,53-1 15,-52 1-15,25 0 16,-25 26-16,26 0 16,-53 0-16,26 0 15,-52 26-15</inkml:trace>
  <inkml:trace contextRef="#ctx0" brushRef="#br0" timeOffset="30067.82">17449 5300 0,'0'53'32,"-53"-1"-32,-25 53 15,-27 0-15,-26 0 16,-27 0-16,1 26 16,-1-26-16,1 0 15,52-26-15,26 0 16,27-1-16,25-25 15,27-1-15</inkml:trace>
  <inkml:trace contextRef="#ctx0" brushRef="#br0" timeOffset="30366.1">17554 6533 0,'0'-26'0,"0"105"47,0 0-47,26 26 15,-26-27-15,0 27 16,0-26-16,0 0 15,0-1-15,0-25 16,0-1-16,0-25 16,0-1-16</inkml:trace>
  <inkml:trace contextRef="#ctx0" brushRef="#br0" timeOffset="30774.73">18210 6796 0,'0'-26'0,"0"-1"16,-26 27 0,-1-26-16,-25 26 0,-1 0 15,1 0-15,26 26 16,26 1-16,0 25 16,0-26-16,26 27 15,26-27-15,27 27 16,0-27-16,-27 26 15,1-25-15,-27-1 0,-26 0 16,0 0 0,0 0-16,-52 1 0,-27-27 15,26 0-15,-25 0 16,51 0-16,1-27 16,26-25-16,0 26 31,26-27-31,53-25 0,0 25 0,0-26 15,-1 1-15,-25 25 16,-27 1-16,-26-1 16,0 27-16,-26 26 15,-53 0-15,27 0 16,-27 0-16</inkml:trace>
  <inkml:trace contextRef="#ctx0" brushRef="#br0" timeOffset="34124.93">19260 1023 0,'-53'-26'0,"27"26"0,26-26 31,26 26 0,27 52-31,25-26 16,1 27-16,-27-1 15,27-25-15,-26-1 16,-1 26-16,1-25 16,-1-27-16,-26 26 15,1-26-15</inkml:trace>
  <inkml:trace contextRef="#ctx0" brushRef="#br0" timeOffset="34361.11">19627 944 0,'0'-26'0,"-26"26"15,-1 0 1,27 26-16,-52 1 16,-1 51-16,1-25 15,-1 26-15,1-27 16,26 27-16,-27-27 15,27 1-15,0-27 0,26 0 16,0 0-16,26-26 16</inkml:trace>
  <inkml:trace contextRef="#ctx0" brushRef="#br0" timeOffset="35178.6">19994 787 0,'-26'0'0,"0"-26"0,26 0 31,0 52 16,0 0-47,0 0 15,0 0 1,0 1-16,0-1 0,0 0 297,0 0-281,0 1 15,26-27 47,0 0-78,0 0 16,1 0-16,25-27 15,1 27-15,-1 0 16,1 0-16,-27 0 15,26 27 1,-25-27-16,-1 26 0,-26 0 16,0 0-16,0 1 15,0-1-15,-79 0 16,27 0-16,-27-26 0,26 27 16,-25-27-16,51 0 15,-25 0 1,26 0-16</inkml:trace>
  <inkml:trace contextRef="#ctx0" brushRef="#br0" timeOffset="35336.35">19942 787 0,'0'-26'16,"0"0"-1,78 26-15,-25-27 16,26 27-1,26 0-15,-27-26 0,1 26 16</inkml:trace>
  <inkml:trace contextRef="#ctx0" brushRef="#br0" timeOffset="35633.87">20886 446 0,'0'-26'16,"0"52"46,0 26-46,-26 27-16,26-26 16,0 52-16,-26-27 15,0 27-15,-1-26 16,1 0-16,0-1 15,0 1 1,26 0-16,0-27 0,0 1 16,0-27-16,0 0 15,0 0-15,0 1 16,26-27-16</inkml:trace>
  <inkml:trace contextRef="#ctx0" brushRef="#br0" timeOffset="35933.03">21175 918 0,'0'-26'0,"0"0"16,0-1-16,0 54 62,0 25-62,0 27 16,0-27-16,26 1 16,-26-1-16,26 1 31,-26-27-31,0 27 16,0-27-16,0 0 15,27-26 1,-1 0-1</inkml:trace>
  <inkml:trace contextRef="#ctx0" brushRef="#br0" timeOffset="36374.73">21700 892 0,'26'-53'0,"-26"27"15,0 0 1,-26 26-1,0 0-15,-1 0 16,1 0-16,-26 0 16,25 26-16,1 0 0,26 1 15,0 25-15,0-26 16,26 27-16,27-1 16,-1-25-16,27 25 15,-26-26-15,-1 27 16,0-27-16,-52 0 15,27-26-15,-27 27 16,-27-1 0,-51-26-1,-1 0-15,0 0 0,1 0 16,25 0-16,27-26 16,26-1-1,0-25-15,0 26 0,52-27 16,27 1-16,0-1 15,-27-26-15,27 27 16,-53 26-16,0-27 16,-26 27-16,-26 26 15,-52 0 1,-1 0-16,-26 0 16</inkml:trace>
  <inkml:trace contextRef="#ctx0" brushRef="#br0" timeOffset="39009.51">16426 8843 0,'-27'0'0,"1"-27"0,0 27 16,26 27 15,0 25-15,0 1-16,26 25 15,0-52 1,1 27-16,-27-27 0,26-26 16,-26 26-16,0-52 47,-26-26-47,-27 25 15,53-25-15,-26 0 16,26 25-16,0-25 0,0 26 15,26-1-15,27 27 16,-1 0-16,-26 0 16,53 0-16,-26 27 15,25 25-15,-25 1 16,-27-1-16,0-26 16,0 27-1,-26-27-15,0 0 0,0 0 16,0 1-1,-26-27-15,0 0 16,26-53-16,-26 1 16,26-27-16,0 27 15,0-27-15,0 26 16,26 1-16,0 26 16,0-1-16,27 27 15,-27 0-15,27 0 16,-27 27-16,26-1 15,1 26-15,-1 27 16,-52-26-16,27-1 16,-1 0-1,-26 1-15,0-1 0,0 1 16</inkml:trace>
  <inkml:trace contextRef="#ctx0" brushRef="#br0" timeOffset="39307.92">17580 8528 0,'0'-27'0,"0"1"16,0 0-16,-26 26 16,26 26-1,0 53 16,0 26-31,-26 26 16,-1 27-16,1-27 16,0 26-16,-27 1 15,-25-27-15,52 0 16,-53-26-16,53 0 16,-1-53-16,1 1 15,0-1-15,26-25 16,26-27-1</inkml:trace>
  <inkml:trace contextRef="#ctx0" brushRef="#br0" timeOffset="39653.33">17711 9472 0,'0'-26'16,"-26"0"-1,0 26-15,0 0 32,26 26-17,0 0 1,0 27-16,0-27 16,0 27-16,52-27 15,1 0-15,-27 0 16,26 27-16,-25-27 15,-1 0-15,-26 0 16,0 1 0,-26-1-1,-27-26-15,1 0 16,-27 0-16,53 0 0,-27 0 16,53-26-1,-26-1-15,26-25 16</inkml:trace>
  <inkml:trace contextRef="#ctx0" brushRef="#br0" timeOffset="40250.3">17921 9708 0,'27'0'31,"25"0"-16,-26-26-15,27 26 0,-27-26 16,0 0 0,-26 0-16,0-27 0,0 27 15,0 0-15,0-1 16,0 1-16,-26 26 31,-27 0-31,27 0 16,-26 0-16,26 53 15,-1-1-15,1 1 16,26-1-16,0 27 16,0-27-16,26-26 15,1 27-15,25-27 0,27-26 16,-27 0-16,27 0 16,0 0-16,-27-26 15,1-27-15,-1 1 16,1-1-16,-27 1 15,0 0-15,-26 25 16,0 1-16,0 0 16,-26 26 15,-27 0-31,1 26 16,-1 27-16,27 25 0,0-25 15,26 25-15,0-25 16,0-1-1,52-25-15,27-1 0,-26-26 16,25 0-16,27 0 16,-26-26-16,0-27 15,-1 1-15</inkml:trace>
  <inkml:trace contextRef="#ctx0" brushRef="#br0" timeOffset="40549.65">19023 9052 0,'-105'0'16,"53"27"-16,-1-27 15,53 26 1,27 0-16,78-26 15,26 26-15,26-26 16,1 0-16,52 0 16,-27 0-16,53 0 15,-26-26-15,-26 26 0,0-26 16,-53 26-16,0 0 16,-26 0-16,-26-26 15,-27 26-15,-25-27 16</inkml:trace>
  <inkml:trace contextRef="#ctx0" brushRef="#br0" timeOffset="40895.22">20755 8816 0,'-26'0'0,"26"27"31,26-1-16,0 0-15,53 0 0,-26 1 16,-1-27-16,1 26 16,-1-26-16,-26 0 15,1 0-15,-27-26 47,-27 26-31,1 0-1,-26 26 1,25 26-16,-25 1 16,26-1-16,-1 1 15,27-27-15,0 26 16,0-25 0,0-1-16</inkml:trace>
  <inkml:trace contextRef="#ctx0" brushRef="#br0" timeOffset="41397">21805 8580 0,'0'-26'16,"0"0"-16,-26 26 31,26 26 16,0 26-47,0 27 16,0-26-16,0 25 0,0-25 15,0-27-15,0 27 16,0-27-16,26 0 16,-26 0-16,0 0 15,26-26-15,26 0 16</inkml:trace>
  <inkml:trace contextRef="#ctx0" brushRef="#br0" timeOffset="42733.87">22251 8659 0,'-26'-26'16,"-27"26"-1,-26 0-15,27 26 0,-27 0 16,0 0-16,27 1 16,-27-1-16,53 0 15,-26-26-15,25 26 16,27 1-1,0-1 1,27 0-16,51 0 16,-25 1-16,25 25 15,1-52 1,0 26-16,0-26 0,-1 0 16,1 0-16,-26 0 0,-1 0 15,-26 0-15,1-26 16,-27 0-1,0-27-15,0 27 0,0-26 16,0-1-16,0 27 16,0-27-16,0 27 15,0 0 1,0 52 31,0 27-47,0-1 15,0-26-15,0 27 16,0-27-16,0 0 16,0-52 31,0-26-32,0-1-15,0 1 16,0-1-16,26 27 15,0 26-15,0-26 16,0 26 0,1 26-1,-27 0-15,26 0 0,-26 27 16,26-1-16,0-25 16,-26-1-16,27 0 15,-1 0 1,-26-52 31,0 0-47,26 0 15,-26-27-15,26 27 16,-26 0-16,27-1 16,-27 1-16,26 26 31,0 53-16,0-27-15,27 26 16,-27-25-16,0-1 16,1 0-16,-1-26 15,0 26-15,0-26 16,0 0-16,1 0 16,-1-26-16,0-26 15,0 25-15,-26-25 0,0-1 16,0 27-16,0 0 15,0 0-15,0-1 16,0 54 47,0-1-63,0 53 15,0-1-15,0-25 16,0 26-16,0-1 15,27 1-15,-27 0 16,0-1-16,0 1 0,0-26 16,0 25-16,0-51 15,0 25-15,0-104 47,0-1-31,0-52-16,0 26 15,0-26-15,0 0 16,0 1-16,0-1 16,0 26-16,0 26 0,0 1 15,52 26-15,-26-1 16,27 27 0,-27 0-16,0 0 0,1 0 15,-1 0-15,-26 53 16,0-27-16,0 27 15,0-27-15,0 26 16,-53 1-16,1-27 16,-1 0-16,-25 1 15,51-1-15,-25 0 16</inkml:trace>
  <inkml:trace contextRef="#ctx0" brushRef="#br0" timeOffset="43205.35">23746 8134 0,'-26'-52'16,"0"52"-16,26-27 15,0 54 16,0 25-15,0 27-16,0 0 0,0-1 16,0 1-16,26 0 15,-26-1-15,0 1 16,0-53-16,0 27 16,0-27-1,0-52 16,26-27-31,-26-25 16,0 25-16,53 1 16,-27-1-16,0 1 15,27 25-15,-27 27 0,53 0 16,-27 0-16,1 0 16,-1 27-16,1 25 15,-1 1-15,-25-1 16,-1 27-16,-26-27 15,-53 27-15,-52-26 16</inkml:trace>
  <inkml:trace contextRef="#ctx0" brushRef="#br0" timeOffset="43755.33">19128 8213 0,'-26'0'16,"105"26"15,0 27-15,25-27-16,-25 0 15,0 26-15,-27-25 16,1-1-16,-1 0 16,-52 0-16,0 1 15</inkml:trace>
  <inkml:trace contextRef="#ctx0" brushRef="#br0" timeOffset="43943.81">19522 8160 0,'0'-26'0,"-26"26"16,-1 0-16,27 26 31,-26 1-15,0 51-16,-27-25 16,53 25-16,-52-25 15,26 26-15,0-27 16,26 27-16,0-53 15,0 0-15</inkml:trace>
  <inkml:trace contextRef="#ctx0" brushRef="#br0" timeOffset="44211.03">19679 7924 0,'-26'-26'0,"0"26"16,26-26 0,0 52-1,0 0 1,0 27-16,26-1 16,0 1-16,1-1 15,-1 1-15,0-1 16,0-26-16,-26 1 15,0-1-15</inkml:trace>
  <inkml:trace contextRef="#ctx0" brushRef="#br0" timeOffset="44635.74">20204 7898 0,'-52'-26'0,"25"26"15,-25 0-15,26-27 16,-1 27 0,27 27-1,0 25-15,0-26 16,0 27-16,53-1 16,-1-25-1,27 25-15,-26-26 0,-27-26 16,0 27-16,0-27 0,-26 26 15,-26 0 17,-26-26-32,25 0 0,-25 0 0,26 0 31,26-26-31,0 0 16,0-27-16,52 1 15,-26-1-15,27 1 16,-53 25-16,26-25 15,-26 26-15,-26-1 16,-27 27 0,1 0-1,-27 0-15,27 0 16,-1 0-16,1 27 16,52-1-16,0 0 15</inkml:trace>
  <inkml:trace contextRef="#ctx0" brushRef="#br0" timeOffset="44918.63">20703 7609 0,'-27'0'0,"27"-26"15,-26 26-15,26 26 47,-26 27-47,0-1 16,26 27-16,-27 0 15,1-1-15,0 1 16,26 0-16,0-27 16,-26 27-16,26-26 15,0-27-15,0 26 0,0 1 16,0-27-16</inkml:trace>
  <inkml:trace contextRef="#ctx0" brushRef="#br0" timeOffset="45139.04">20860 8160 0,'0'-26'15,"53"0"32,-27 26-31,53 0-16,-27-26 0,27 26 15,-27-27-15,1 27 16,-1-26-16</inkml:trace>
  <inkml:trace contextRef="#ctx0" brushRef="#br0" timeOffset="45532.54">20965 8055 0,'0'27'16,"0"-1"0,0 0-16,-26 0 15,26 27-15,0-27 16,0 27-16,0-27 15,-26-26-15,26 26 16,0 0 0,0-78 31,0 26-47,52-1 0,1 1 15,25 0-15,-25 26 16,-1 0-16,27 0 15,-27 0-15,1 0 16,-1 26-16,-25 0 16,-1 1-16,-26-1 15,0 26-15,-79-26 16,-52 27-16,-53-1 16,-26 1-16,-26-27 15</inkml:trace>
  <inkml:trace contextRef="#ctx0" brushRef="#br0" timeOffset="87116.53">13093 14327 0,'-26'0'0,"52"-27"16,53 1-1,52 0-15,-26-27 16,0 27-16,-26 0 15,-27 0-15,1 26 16,-27-27-16,0 27 16,-26-26-16,0 0 15,0 0 1,0 0-16,0-1 16,0 1 15,0 52 16,0 27-47,0 25 15,0 27-15,0 27 16,0-27-16,0 0 16,0 0-1,26-27-15,-26 1 0,27-27 16,-1 1-16,-26-27 0,0 0 15,26 1-15,-26-54 47</inkml:trace>
  <inkml:trace contextRef="#ctx0" brushRef="#br0" timeOffset="87289.24">13119 14720 0,'27'0'31,"78"-26"-31,0 0 16,26 0-16,0-1 16,0 1-16,-26-26 15,0 25-15</inkml:trace>
  <inkml:trace contextRef="#ctx0" brushRef="#br0" timeOffset="87729.36">14458 14300 0,'-27'0'15,"1"0"-15,26 27 16,-26-27-16,26-27 31,0 1-31,-26 0 16,-1 0-16,27-1 15,0 1 1,0 0-16,53 26 16,-1-26-1,1 26-15,26 0 0,-27 26 0,-26 26 16,1 1-16,-27-1 15,0 1-15,0 26 16,-27-27-16,-25 27 16,-1-27-16,-25-25 15,25 25 1,-26 0-16,27-25 0,26-1 16,-1-26-16,27 26 31,53-26-31,26 0 15,-1 0-15,27-26 16,-26 0 0,0-1-16,0 1 15,-27-26-15</inkml:trace>
  <inkml:trace contextRef="#ctx0" brushRef="#br0" timeOffset="88016.72">14982 14222 0,'-26'-27'15,"26"80"32,0-1-31,0 27-16,0-26 15,0 25-15,0-25 16,0-1-16,0 1 16,0-1-16,0-26 15,0 1-15,26-27 16,1 0 0,-27-27-16</inkml:trace>
  <inkml:trace contextRef="#ctx0" brushRef="#br0" timeOffset="88264.37">15219 14353 0,'0'-26'16,"0"-1"-1,-27 27-15,-25 0 16,-1 27 0,1-1-16,-1 26 15,1-25-15,26 25 16,-1-26-16,1 27 0,26-27 15,0 0-15,53 1 16,25-1-16,27-26 16,0 0-16,0 0 15,0 0-15,0 0 16,-26 0-16,-27-26 16,1-1-16</inkml:trace>
  <inkml:trace contextRef="#ctx0" brushRef="#br0" timeOffset="88848.27">15691 14327 0,'-26'-27'0,"-1"27"15,1 27 17,26 25-32,0 1 15,0-1-15,0 1 16,0-1-1,0-26-15,26 1 0,1-1 16,-27 0-16,26-26 16,0-52 15,-26-1-31,0 1 0,0-1 16,0 1-16,0 25 15,0 1-15,0 0 16,26 26-16,1 0 15,-1 0-15,0 0 16,27 0-16,-1 26 16,-26 0-16,1 27 15,-1-27-15,0 27 16,-26-27-16,0 0 16,0 0-16,0 1 0,0-54 46,0-25-30,26-1-16,-26 1 16,27-1-16,-27 27 15,0 0-15,26 26 47,0 26-47,0 0 16,27 27-16,-27-1 15,0-25-15,-26 25 16,26-26-16,1 1 16</inkml:trace>
  <inkml:trace contextRef="#ctx0" brushRef="#br0" timeOffset="89099.51">16609 14300 0,'-52'-26'15,"26"0"-15,-1 26 0,27-26 16,-26 26-16,26 52 31,0 27-31,0 0 16,26-1-16,1 27 16,-27-26-16,26 0 15,0-1-15,-26 1 16,0-26-16,0-27 15,0 0-15,0 0 16</inkml:trace>
  <inkml:trace contextRef="#ctx0" brushRef="#br0" timeOffset="89288.01">16426 14353 0,'0'-53'16,"26"27"-16,26 0 15,1 0-15,26 26 16,-27 0-16,0 0 16,1 26-16,-27 26 15,-26-25-15,0 25 16,0-26-16,-26 27 16,-27-1-16,1-25 0</inkml:trace>
  <inkml:trace contextRef="#ctx0" brushRef="#br0" timeOffset="89743.53">17055 13697 0,'-26'-26'15,"0"-1"-15,26 54 32,0 25-32,26 27 15,0 26-15,1-26 16,-1 25-16,0 1 16,0-26-16,-26 0 15,27-27-15,-27 1 16,26-27-16,-26-78 47,0-27-32,26 0-15,0 27 16,1-1 0,-1 27-16,26 0 0,1 26 0,-1 0 15,-26 0-15,27 52 16,26 1-16,-27-1 15,-26-26-15,27 27 32,-53-1-32,26-25 0,-26-1 15,0 26-15,0-25 0,0-1 16</inkml:trace>
  <inkml:trace contextRef="#ctx0" brushRef="#br0" timeOffset="90122.36">18394 14274 0,'-79'0'0,"26"0"31,27 0-31,79 0 32,25 0-32,80 26 15,-1-26-15,27 0 16,0 0-16,-1 0 16,1 0-16,-27 0 15,1 0-15,-27-26 16,-52 26-16,-53 0 15,-52 0 48</inkml:trace>
  <inkml:trace contextRef="#ctx0" brushRef="#br0" timeOffset="91033.83">20808 13539 0,'-27'-52'0,"1"26"15,0 0-15,0 26 16,26 52 15,0 27-15,26-1-16,-26 1 15,26-26-15,-26-1 16,0-26-16,0 1 16,0-1-16,0-52 31,0-27-15,0-26-16,0 1 15,0 25-15,0-26 16,26 27-16,1 26 15,-1 0-15,0 26 16,27 0-16,-27 0 16,26 0-16,1 26 15,-27 26-15,27 1 16,-27 25-16,0-51 0,0 25 16,-26 1-16,26-27 15,-26 0 1,0-52 31,-26-27-47,0 1 0,26-1 15,0-25-15,0-1 16,0 27-16,0-1 16,52 27-16,-25 0 15,-1 26-15,0 0 16,0 0-16,1 26 0,25 26 15,-26 1-15,27-1 16,-27 27-16,0-27 16,1 1-16,-1-27 15,-26 27-15,26-27 16,-26 0-16,0 0 16,0 1-16,26-27 15</inkml:trace>
  <inkml:trace contextRef="#ctx0" brushRef="#br0" timeOffset="91380.05">21936 13225 0,'0'-53'0,"0"27"16,0-27-16,0 27 16,0 0-16,0 52 46,0 53-30,0 26-16,-26 0 16,-1 26-16,27 0 0,-26-26 15,0 26-15,0 1 16,-27-1-16,27 0 16,26 0-16,-26-26 15,26-26-15,0 0 16,0-1-16,0-52 15,0 27-15,0-27 32,0-52-17,26-27-15,27 1 16</inkml:trace>
  <inkml:trace contextRef="#ctx0" brushRef="#br0" timeOffset="91757.71">22461 14090 0,'0'-26'16,"0"0"-16,0 0 15,0 0 1,-26 26-16,-1 0 16,1 0-1,0 0 1,-27 26-16,1 0 0,26 26 0,-1-25 15,27 25-15,0 1 16,0-27-16,0 26 16,53-25-16,-1-1 15,27 0-15,-26-26 16,25 26 0,-25 1-16,-27-27 0,26 26 15,-52 0 1,-26 0-1,-26-26 1,-1 0-16,1 0 16,-27 0-16,27 0 0,25 0 15,1-26-15,0 0 16</inkml:trace>
  <inkml:trace contextRef="#ctx0" brushRef="#br0" timeOffset="92197.23">22802 14327 0,'26'0'16,"0"0"-16,27-27 15,-27 27-15,0-26 16,1 0-1,-1 0-15,0-1 0,-26 1 16,26 0-16,-26 0 16,0-1-16,0 1 15,-26 26 1,0-26 0,0 26-16,-1 0 15,-25 0 1,26 26-16,-1 0 15,1 27-15,0-1 0,0 1 16,26-1-16,0 1 16,0-1-16,0-25 15,0-1-15,52 0 16,1 0 0,25-26-16,-25 0 0,52-26 15,-27 0-15,1-27 16,26-25-16,-52-1 15</inkml:trace>
  <inkml:trace contextRef="#ctx0" brushRef="#br0" timeOffset="92433.72">23668 14038 0,'0'-26'0,"0"0"15,-26 26 17,-1 0-17,-25 0 1,26 26-16,-27 0 15,27 53-15,0-27 16,26 27-16,0-27 16,0 1-16,52-1 15,1-25-15,25-1 16,27-26-16,0 0 0,0-26 16,26-1-16,1-25 15,-54-27-15,1 0 16,-53 27-16</inkml:trace>
  <inkml:trace contextRef="#ctx0" brushRef="#br0" timeOffset="110167.93">15533 16242 0,'-26'0'0,"0"0"16,52 0 31,27 0-47,-1 0 0,27 0 15,0 0-15,-1 0 16,1 0-16,0-26 16,0 0-16,-27-1 15,-26-25-15,0 26 16,1-1-16,-1 1 15,-26 79 251,0-1-266,0 1 16,0 25-16,-26-25 15,26 26-15,0-1 16,0-25-16,0 26 16,0-27-16,0 0 15,0 1-15,0-27 16,0 0-16,0 1 15,0-1-15,26-26 16,-26-53 62,0 27-78,0-26 16</inkml:trace>
  <inkml:trace contextRef="#ctx0" brushRef="#br0" timeOffset="111911.13">16531 16400 0,'0'-27'0,"0"1"47,-27 26-31,1-26-16,0 0 15,26-1-15,0-25 16,0 26-16,0-1 16,26 1-16,27 0 15,-1 26-15,27 0 16,-1 0-16,-25 0 15,-1 0-15,1 26 0,-1 27 16,-25-27-16,-27 26 16,0 1-16,0-1 15,0 1-15,-53-1 16,-26 27-16,27-53 16,-1 27-16,1-27 15,26 0-15,0-26 16,-1 0-1,54 0 17,25 0-32,27 0 0,26 0 15,0 0-15,26-26 16,-26 26-16,26-26 16,-52 26-16,-27-26 15,1 26-15</inkml:trace>
  <inkml:trace contextRef="#ctx0" brushRef="#br0" timeOffset="112554.6">17554 16295 0,'-26'0'15,"26"-27"-15,0 1 16,26 26 31,26 0-47,27 26 15,0 1-15,26 25 0,-26-26 16,-1 1 0,-25-1-16,25 0 0,-25 0 15,-27 1 1,27-27-16,-53 26 0,26-26 16,0 26-16,-26 0 15,0 1 1</inkml:trace>
  <inkml:trace contextRef="#ctx0" brushRef="#br0" timeOffset="112885.57">18184 16163 0,'-27'-26'16,"1"26"-1,26-26-15,-26 52 63,0 0-48,-1 27-15,1-1 0,26 1 16,-26 26-16,0-27 16,26 27-16,0-27 0,0 1 15,0-27 1,0 0-16,0 0 15,0 1-15,0-54 63</inkml:trace>
  <inkml:trace contextRef="#ctx0" brushRef="#br0" timeOffset="113326.05">18551 15849 0,'0'-27'16,"0"1"-16,0 0 15,0 0 1,-26 26-1,26 26 1,-26 0 0,26 0-1,0 27-15,0-27 0,0 27 16,26-27-16,26 0 16,1 0-16,-1 0 15,1 1-15,25-1 16,-25-26-16,-1 26 15,1-26-15,-27 26 16,27 1-16,-27-1 16,-26 0-16,26 0 15,-26 1-15,0-1 16,-26 0 0,0 0-16,-53-26 0,26 27 15,1-27-15,-1 26 16,27-26-16,-26 0 15,25-26-15,27-1 16,-26-51-16</inkml:trace>
  <inkml:trace contextRef="#ctx0" brushRef="#br0" timeOffset="113529.97">18630 15770 0,'0'-26'16,"52"-1"15,27 27-31,26-26 16,-26 0-16,26 26 15,-27 0-15,-25 0 16,-1 0-16,-25 0 16</inkml:trace>
  <inkml:trace contextRef="#ctx0" brushRef="#br0" timeOffset="113986.52">19469 15481 0,'-26'-26'16,"26"0"-1,0 52 32,-26 0-31,26 53 0,0 0-16,-26-1 0,26 1 15,-27 52-15,27-26 16,0 26-16,-26-26 15,0 27-15,26-27 16,-26 26-16,0-26 16,-1 0-16,27-27 15,-26 27-15,26-26 16,0-26-16,0-27 16,0 26-16,0-26 15</inkml:trace>
  <inkml:trace contextRef="#ctx0" brushRef="#br0" timeOffset="114363.13">19758 16557 0,'0'-26'0,"-26"0"16,26-1-1,0 54 48,26 25-63,0 27 15,1-27-15,25 1 16,-52-1-16,26 1 0,1-1 16,-1-26-16,-26 27 15,0-27-15,26-26 16,-26 26-16,0 1 15,0-54 32</inkml:trace>
  <inkml:trace contextRef="#ctx0" brushRef="#br0" timeOffset="114881.57">20309 16505 0,'0'-27'16,"-26"1"0,0 26-16,-1 0 15,1 0 1,0 0-16,0 0 16,-1 26-16,1-26 15,26 27-15,0 25 16,0-26-16,0 27 15,0-27-15,53 0 16,25 27-16,-25-27 0,26 26 16,-1-25-16,-25-1 15,-27-26-15,0 26 16,0-26-16,-26 26 16,0 1-1,-78-1 1,25-26-16,-25 0 15,25 0 1,1 0-16,-1 0 0,27 0 16,26-26-16,0-1 0,0-25 15,0-1-15,52 27 16,1-26-16,-1-27 16,1 27-16,-27-1 15,0 1-15,1-1 16,-27 1-16,0 25 15,0 1-15,-27 26 16,-25 0 0,26 0-16,-27 0 15,27 26-15,0 27 16,-1-27-16</inkml:trace>
  <inkml:trace contextRef="#ctx0" brushRef="#br0" timeOffset="115211.69">21306 16190 0,'0'-27'16,"26"27"15,27-26-31,26 26 16,26 0-16,-27-26 15,-25 26-15,-1-26 16,1 26-16,-27 0 15,0 0 1,-26 26-16</inkml:trace>
  <inkml:trace contextRef="#ctx0" brushRef="#br0" timeOffset="115416.06">21437 16347 0,'53'0'31,"-1"0"-31,53-26 16,0 0-16,26 26 16,-26-27-16,-26 1 15,-53 26-15,1 0 16,-80 0-16</inkml:trace>
  <inkml:trace contextRef="#ctx0" brushRef="#br0" timeOffset="115793.04">21149 15691 0,'0'-26'16,"0"0"-16,-26 26 15,-1 0-15,-51 52 16,-1 27-16,0 52 16,-26 53-16,-26-1 0,0 54 15,0 25-15,-1-26 16,1 0-16,0-52 16,26 0-16,0-27 15,0 0-15,0-25 16,-26-27-16</inkml:trace>
  <inkml:trace contextRef="#ctx0" brushRef="#br0" timeOffset="116591.56">17370 15980 0,'0'-26'0,"-52"78"47,-1 27-47,-52 26 16,0 0-16,0 0 15,0 26-15,0-26 16,-26 0-16,26 0 16,27-27-16,-1 1 15,0-26-15,27-1 16,-1 1-16,1-1 16,26-26-16,-1 0 15,27 1-15,-26-27 16,26 26-16,-26-26 31,0 0-15,-27 0-16</inkml:trace>
  <inkml:trace contextRef="#ctx0" brushRef="#br0" timeOffset="117208.24">16294 15140 0,'-26'26'47,"26"27"-47,-26 26 0,0-27 16,-1 0-16,27-25 15,-26 25-15,26-26 16,0 1 0,26-1-1,53-26 1,-26 0-16,52 0 16,-27 0-16,27-26 15,-26-1-15,-27 27 16,1-26-16,-27 26 15,-26-26 1</inkml:trace>
  <inkml:trace contextRef="#ctx0" brushRef="#br0" timeOffset="117412.31">16399 15324 0,'0'52'63,"53"1"-63,-27-1 15,0 1-15,27-1 0,-27 27 16,0-27-16,-26 27 16,0 0-1,0 0-15</inkml:trace>
  <inkml:trace contextRef="#ctx0" brushRef="#br0" timeOffset="120960.03">17738 15245 0,'-27'0'0,"27"26"0,-26-26 15,0 0 16,0 0 1,-1-52-32,1 26 0,0-27 0,26 1 15,0-1 1,26 1-16,53-1 0,0 1 16,26 25-16,0 1 15,-1 26-15,28 0 16,-1 0-1,-26 0-15,26 26 0,-26 1 16,-26 25-16,-27-26 16,1 27-16,-27-1 15,0 1-15,-26-27 16,0 27-16,0-27 16,0 0-1,0 0-15,0 1 16,0-1-16,0 0 15,53 0-15,-27 0 16,0-26-16</inkml:trace>
  <inkml:trace contextRef="#ctx0" brushRef="#br0" timeOffset="121981.7">22566 16058 0,'-27'0'62,"27"-26"-46,0 0-1,0 0 1,0 0 0,27-1-1,25 1-15,1 26 16,-1 0-16,-26 0 0,27 0 0,-27 0 15,0 53-15,1-27 0,-27 26 16,0-26-16,0 27 16,0-1-1,-27-25 1,1 25-16,-26-26 16,-1 1-16,1-1 15,25-26-15,-25 26 16,104-26 62,1 0-78,26 0 16,-1 0-16,1 0 15,0 0-15,-1 0 16,1-26-16,-53 26 15,1 0-15,-1 0 16,-26-26 140,26 26-140</inkml:trace>
  <inkml:trace contextRef="#ctx0" brushRef="#br0" timeOffset="122453.64">23432 16058 0,'0'-26'0,"0"0"0,0 0 16,-27 26 0,27-26-16,-26 52 62,26 26-46,0-26-16,-26 27 15,26-27-15,0 0 16,0 27-16,0-27 16,0 0-16,26 1 0,0-1 15,1-26-15,-1 26 16,0-26-16,0 0 16,1 0-16,-1 0 15,0 0 16,0-26-31,1 0 16,-1-27-16,0 1 16,-26-1-16,0 27 15,0-27-15,0 27 16,0 0-16,-26 0 0,0 26 16,-1 0-16,-25-26 15,-1 26 1,27 0-16,0 0 0,0 0 15,-1 0-15,1 26 16,26 0 0</inkml:trace>
  <inkml:trace contextRef="#ctx0" brushRef="#br0" timeOffset="122768.02">22776 16898 0,'-27'0'16,"54"0"15,25 0-31,53 0 16,26 0-16,0 0 15,-26-26-15,0 26 16,-26-26-16,0 26 16,-27-27-16,-25 27 0,-54 0 47,-51 27-32</inkml:trace>
  <inkml:trace contextRef="#ctx0" brushRef="#br0" timeOffset="123066.34">22592 17108 0,'79'0'32,"26"0"-32,26 0 15,26 0 1,-26-26-16,27 0 0,-1-1 15,-52 1-15,0 26 16,0-26-16,-52 26 16,-27-26-16,-52 26 78,-27 0-78</inkml:trace>
  <inkml:trace contextRef="#ctx0" brushRef="#br0" timeOffset="123789.53">23825 15875 0,'0'26'78,"0"0"-62,0 27-16,0-1 16,0-26-16,0 1 15,0-1-15,0 0 32,0-52-1,0 0-31,0-27 15,0 1-15,0-1 16,0 27-16,0 0 16,0 0-16,0-1 15,26 27 1,27 0 0,-27 27-16,27 51 15,-27-25-15,0-1 16,0 1-16,1-27 15,-27 0-15,0-52 47,0 0-31,0-53-16,0 27 16,0-1-16,0 1 15,0-1-15,0 27 16,26 26-16,-26-26 15,26 26-15,0 0 16,1 26 0,-1 26-16,0 1 0,27-27 15,-27 27 1,-26-1-16,0-26 0,0 0 16,0 27-16,0-27 15,-26-26 1</inkml:trace>
  <inkml:trace contextRef="#ctx0" brushRef="#br0" timeOffset="124167.18">24639 15324 0,'-27'-26'0,"27"-1"15,0 80 32,-26 25-31,26 1-16,0 26 15,0 0 1,-26 26-16,0 1 0,-1-1 16,1-26-16,0 26 0,-27 0 15,27 0-15,0-26 16,0 0-16,26-26 15,-26 0-15,-1-27 16,27 1-16,-26-27 16,26 0-16,0 0 31,-26-26-31,26 27 16,-26-27-1</inkml:trace>
  <inkml:trace contextRef="#ctx0" brushRef="#br0" timeOffset="124529.15">24534 16793 0,'0'-26'0,"0"0"15,0-1 1,-27 27 15,-25 0-15,26 27-16,-1-1 15,1-26-15,26 26 16,0 0-16,0 1 16,0-1-16,26 0 15,27 0-15,-27 1 16,0-1-16,27 0 15,-53 0 1,-26-26 15,-27 27-15,1-27-16,-1 0 16,1 0-16,26-27 0,-1 1 15</inkml:trace>
  <inkml:trace contextRef="#ctx0" brushRef="#br0" timeOffset="125063.48">24665 16898 0,'26'0'16,"0"0"-1,1 0-15,-1 0 0,0 0 16,0 0-16,-26-26 15,27 0-15,-27-1 16,0 1-16,0 0 16,0 0-16,0-1 15,-27 27 17,-25 0-17,26 53 1,-1-1-16,27 1 15,0-27-15,0 0 0,0 1 16,0-1 0,53 0-16,-1-26 15,1 0-15,-1-26 16,1-27-16,-1 1 16,1-1-16,-27 27 15,0-26-15,-26 25 16,0 1-1,-26 26-15,0 0 16,-27 53-16,27-27 16,0 26-16,26 1 15,0-27-15,0 27 0,52-53 16,1 26-16,-1-26 16,1 0-16,25 0 15,-25 0-15,26-26 16,-27-27-16,1 1 15</inkml:trace>
  <inkml:trace contextRef="#ctx0" brushRef="#br0" timeOffset="132503.96">2099 14143 0,'-26'0'0,"26"-26"0,0 78 78,0-26-62,26 27-16,0-1 15,0-25-15,-26-1 16,26-26-16,-26-53 94,-52 1-94,26-1 15,0 1-15,26 26 16,0-27-16,0 27 16,26 26 374,0 0-390</inkml:trace>
  <inkml:trace contextRef="#ctx0" brushRef="#br0" timeOffset="135267.19">2099 14353 0,'0'26'16,"-26"-26"-16,-1 26 0,1-26 15,0 0-15,0 27 16,-1-27-16,-25 0 16,26 0-16,-1 0 15,1 0-15,0 0 16,26-27-16,0 1 16,0 0-1,0 0-15,26-1 16,27 27-16,-1-26 15,27 26-15,-27 0 0,27 0 16,0 0-16,-1 53 16,-25-1-16,-1 1 15,-25 25-15,-27 1 16,0-26-16,-27 25 16,-25-25-16,-1 25 15,-25-51-15,-1 25 16,27-26-16,-1 1 15,27-27-15,26-27 63,0 1-47,52-26-16,27 52 0,0-27 15,-1 1-15,1 26 16,26-26-16,-26 26 15,-27 0-15,1-26 16,-27 26-16,0 0 16,1 0-16,-1 0 15,26 0-15,-26 0 16,1-27-16,-1 27 16</inkml:trace>
  <inkml:trace contextRef="#ctx0" brushRef="#br0" timeOffset="135629.72">2938 14300 0,'-26'-26'16,"0"0"-16,0 26 0,26 26 47,0 27-32,0-27-15,0 26 16,0 1-16,0-1 15,52 1-15,1-27 0,-1 27 16,1-27-16,25-26 16,-25 26-16,-1-26 15,1 0-15,-1 0 16,-25-26-16,25 0 16,-52-1-16,0-25 15,0-1-15,-79 1 16,1-1-16,-1 1 15,0 26-15,0-27 0,27 53 16,-1-26-16,27 26 16,0 0-16,0 0 15,26 26-15,-27 0 16,27 1 0</inkml:trace>
  <inkml:trace contextRef="#ctx0" brushRef="#br0" timeOffset="136273.84">3437 14117 0,'-26'0'0,"52"0"31,26 52-31,1-26 16,-1 27-16,1-1 15,-27-25-15,0 25 16,-26-26 0,0 1-16,0-1 15,-26-26 1,0 0 0,-27-53-16,1 27 15,26-26-15,-1-1 16,27 27-16,0 0 15,0-1-15,0 1 16,53 26 0,-27 0-16,27 26 15,-1 1-15,1-1 16,-1 0-16,1 27 16,-27-27-16,0-26 15,0 26-15,-26-78 47,0 25-31,0-25-16,0-1 15,0 1-15,0 26 16,0-27 0,0 27-1,27 26 1,25 52-16,0-25 15,-25 25-15,-1-26 16,0 27-16,0-27 16,1 0-16,-1 27 15,-26-27-15,0 27 0,0-27 16,0 0-16</inkml:trace>
  <inkml:trace contextRef="#ctx0" brushRef="#br0" timeOffset="136605.01">4329 13828 0,'-52'-52'0,"25"25"16,1 1-16,0 0 0,26 0 31,0 52-15,0 26-1,0 27-15,0 26 0,26 0 16,0 0 0,1 0-16,-1 0 0,0 0 15,0 0-15,-26-26 16,27-1-16,-1 1 16,0 0-16,-26-27 15,26 1 1,-26-1-16,0-26 15,27 1-15</inkml:trace>
  <inkml:trace contextRef="#ctx0" brushRef="#br0" timeOffset="136951.32">4933 14615 0,'0'-26'16,"-27"0"-16,1 26 16,0 0-16,26-26 0,-26 26 15,-1 0-15,1 0 16,0 26-16,0 0 16,-1 0-16,1 1 15,26 25-15,0-26 16,26 0-16,1 1 15,51-1-15,-25 0 16,-1 0-16,27 1 16,-26-27-16,-1 26 15,-26 0-15,1-26 0,-1 26 16,-26 1 0,0-1-16,-26 0 15,-53 0-15,0 1 16,27-1-16,-27-26 15,53 0-15,-1 0 16,1-26-16</inkml:trace>
  <inkml:trace contextRef="#ctx0" brushRef="#br0" timeOffset="137344.15">5221 14773 0,'27'0'15,"-1"0"-15,26 0 16,1 0-16,-1-27 16,1 27-16,-1-26 15,-26 0-15,1 0 16,-1 0-16,-26-1 16,0-25-16,0 26 15,0-27-15,-26 27 16,-1 26-1,1-26-15,0 26 0,0 0 16,-1 26 0,1 0-16,0 53 15,0-27-15,26 1 16,0-1-16,0-26 16,0 27-16,0-27 15,52 0-15,1-26 16,-1 27-16,1-27 15,25 0-15,-25 0 16,-1-27-16,1 1 16,-1-26-16</inkml:trace>
  <inkml:trace contextRef="#ctx0" brushRef="#br0" timeOffset="137564.63">6035 14510 0,'0'-52'16,"0"26"-1,-27 26 1,1 0-16,0 0 15,-26 0-15,25 26 16,1 26-16,0 1 16,0-1-16,26 1 15,0-1-15,26 1 16,26-27-16,1 0 16,-1-26-16,27 0 0,0 0 15,-27 0-15,27 0 16,0-26-16,-27 0 15,1-27-15,-27-25 16</inkml:trace>
  <inkml:trace contextRef="#ctx0" brushRef="#br0" timeOffset="138352.75">6769 14038 0,'-52'0'16,"26"26"-16,-1-26 15,-25 0-15,26 0 16,52 0 15,53 0-15,26 0-16,26 0 16,26 0-16,1-26 15,-1 26-15,1-26 16,-1 26-16,-26-26 15,0 26-15,1-27 16,-54 27 0,1-26-16,-26 26 0,-27 0 0,0 0 15,-26-26 17,0 0-17,-52-27 1,25 27-16,-51 0 0,25-27 15,1 27-15,25 26 16,-25-26-16,26 26 16,-1 0-16,1 0 15,79 26 17,-1 0-32,27 0 15,-27 1-15,27-1 16,-26-26-16,-1 26 15,27-26-15,-27 0 16,-26 0-16,27 0 16,-27 0-1,-52 26 48,-27 1-63,1 25 0,-27 1 15,27-1-15,26 0 16,-27 27 0,27 0-16,0 0 0,26-53 15</inkml:trace>
  <inkml:trace contextRef="#ctx0" brushRef="#br0" timeOffset="138746.69">8869 13435 0,'-53'-53'15,"27"27"-15,0 26 16,-1-26-16,27-1 16,0 54 15,0 25-15,53 27-16,-27-1 15,27-25-15,-27 26 16,0-27-16,27 27 15,-27-27-15,0 1 16,0-1-16,1-25 16,-1 25-16,0-26 15,0-26-15,0 0 16</inkml:trace>
  <inkml:trace contextRef="#ctx0" brushRef="#br0" timeOffset="139030.41">9446 13592 0,'0'-26'16,"0"-1"-16,-26 1 16,-1 26-16,1 0 15,-26 0-15,-1 0 16,-26 26-16,53 27 16,-26-27-16,26 27 15,-27-27-15,53 0 16,0 0-1,0 1-15,53-1 0,-1-26 16,27 26-16,-1 0 16,1 1-16,0-1 15,0-26-15,-1 26 16,-25-26-16,-1 0 16,1 0-16,-1 0 15,-26-26-15</inkml:trace>
  <inkml:trace contextRef="#ctx0" brushRef="#br0" timeOffset="139580.31">9761 13671 0,'-26'-27'0,"-1"27"16,1-26-1,26 52 32,0 1-47,26-1 16,1 26-16,-27-25 15,26-1-15,-26 0 16,0-78 31,0-1-47,0 27 16,0-27-16,0 27 15,0 0-15,26 0 16,0 26-16,0 0 15,1 0-15,25 0 16,1 26-16,-27 26 16,26-25-16,-25 25 15,-1-26-15,0 1 16,-26-1 0,0-79 15,0 27-31,0-26 15,-26-1-15,26 1 16,0-1-16,0 1 16,0 26-1,0 52 1,26 0 0,0 26-16,27 1 15,-1-1-15,1 1 16,-27-27-16,26 0 15,-25 1-15,25-27 0</inkml:trace>
  <inkml:trace contextRef="#ctx0" brushRef="#br0" timeOffset="139863.93">10522 13487 0,'-27'-26'0,"1"0"15,0 26 1,26 26 15,0 26-31,0 27 16,26 0-16,27-1 15,-27 1 1,26 0-16,-25 26 0,25-27 16,-26 1-16,1 0 15,-1 0-15,0-27 16,-26 1-16,0-1 15,0-26-15,0 1 16,-26-27 0,0-53-16</inkml:trace>
  <inkml:trace contextRef="#ctx0" brushRef="#br0" timeOffset="140052.46">10469 13802 0,'-26'-53'0,"26"-25"16,0 25-16,26 27 15,27-27-15,25 53 16,1 0-16,-26 0 16,-27 27-16,26-1 15,-52 26-15,0-25 16,0 25-16,0 1 16,-52-1-16,-27 1 15,27-1-15,-27-26 16</inkml:trace>
  <inkml:trace contextRef="#ctx0" brushRef="#br0" timeOffset="140492.65">10837 13172 0,'0'-52'0,"0"25"15,0 1-15,26 79 32,0 25-1,0 1-31,1 26 0,-1-26 0,26-1 16,-26-25-16,27-1 15,-27-25-15,-26-1 16,26-26-16,-26-26 47,0-1-47,27-51 15,-27 25-15,26-25 0,-26 51 16,26 1-16,0 0 16,1 26-1,-1 0-15,0 26 16,27 0-16,-27 27 15,0 25-15,0-51 16,1 51-16,-1-25 16,-26-1-16,0 27 15,0-26-15</inkml:trace>
  <inkml:trace contextRef="#ctx0" brushRef="#br0" timeOffset="141075.04">12463 12621 0,'-52'-26'15,"52"-27"-15,-26 27 16,26 0-16,0 0 31,0 52 1,0 26-32,0 53 15,0 27-15,0 25 16,-53 53-16,27 26 15,-26 53-15,-1 52 16,1 0-16,-27 52 16,26 27-16,27 0 15,0-26-15,26-1 16,0-52-16,0-26 0,26-52 16,0-27-1,1-52-15,-27-1 0,0 1 16,0-53-16,0-26 15,0-26-15,-53-27 16,-26-52-16</inkml:trace>
  <inkml:trace contextRef="#ctx0" brushRef="#br0" timeOffset="144059.32">5930 16610 0,'-53'0'0,"27"0"15,0 0-15,0 26 16,-1 0-16,1 0 16,26 27-16,0-1 15,0 1-15,53-1 16,-27 1-16,26-27 16,1 0-16,-1 0 15,1-26-15,-1 0 16,1 0-16,-27 0 15,26-26-15,1 0 0,-27-27 16,-26 1-16,0-1 16,0 1-16,-26 26 15,-27-27-15,-25 27 16,25 26-16,1 0 16,-1 0-16,27 0 15,0 0-15,0 0 16,26 26-16,0 0 15,0 1-15</inkml:trace>
  <inkml:trace contextRef="#ctx0" brushRef="#br0" timeOffset="144311.41">6402 16636 0,'-26'0'0,"26"-26"15,26 26 17,27 26-32,25 0 15,1 0-15,0 0 16,-1 27-16,-25-27 16,26 0-16,-27 1 0,-26-1 15,1 0-15,-1 0 16</inkml:trace>
  <inkml:trace contextRef="#ctx0" brushRef="#br0" timeOffset="144547.48">6717 16505 0,'-26'0'0,"-1"0"16,1 0-16,0 0 0,0 52 15,26 1 1,0-1-16,-26 0 16,26 1-16,0-1 15,0 1-15,0-1 16,0 1-16,0-1 16,0 1-16,0-27 15</inkml:trace>
  <inkml:trace contextRef="#ctx0" brushRef="#br0" timeOffset="144829.73">6901 15875 0,'-27'-26'0,"1"26"15,26 26 17,0 26-32,26 1 0,27-1 15,-1 1 1,-25-1-16,-1 1 0,26-1 16,-25-26-16,-27 1 15,26-1-15,0 0 16,-26 0-16,26 1 15,-26-1-15,26-26 16</inkml:trace>
  <inkml:trace contextRef="#ctx0" brushRef="#br0" timeOffset="145317.48">7530 15796 0,'-26'-26'0,"0"26"16,0 0-16,-1 0 16,-25 0-16,26 0 15,-1 26-15,-25-26 16,52 53-16,0-27 16,0 0-16,26 27 15,53-27-15,-27 26 16,27-26-1,0 27-15,0-27 0,-27 0 16,-26 1-16,1-1 0,-27 0 16,0 0-1,-53 1-15,1-27 16,-1 0-16,1 0 16,25-27-16,27 1 15,0-26-15,0 25 16,0-25-16,27-1 15,-1 1-15,26 0 16,-25-27-16,-27 26 16,0 1-16,0-1 15,0 27-15,-27 0 16,-25 26-16,-1 0 0,-25 0 16,25 52-16,1-25 15,25 25-15,1 1 16,26-27-16</inkml:trace>
  <inkml:trace contextRef="#ctx0" brushRef="#br0" timeOffset="145584.89">8134 15665 0,'-26'-26'15,"26"-1"-15,-27 27 16,27 27 0,-26 25-1,0 27-15,0 26 16,-1 0-16,27 0 16,-26 0-16,26 0 15,0 0-15,0-27 16,0 27-1,0-26-15,26 26 0,-26-53 0,0 27 16</inkml:trace>
  <inkml:trace contextRef="#ctx0" brushRef="#br0" timeOffset="145852">8527 16505 0,'-26'-27'0,"52"1"32,53 26-32,-26-26 15,25 0-15,1 26 16,-26-27-16,-1 1 15,1 0-15,-27 26 16,-26-26-16</inkml:trace>
  <inkml:trace contextRef="#ctx0" brushRef="#br0" timeOffset="146213.69">8527 16426 0,'-26'26'15,"26"0"-15,0 1 16,0-1-16,0 26 16,0 1-16,0-1 15,26-26-15,-26 1 16,27-1 0,-27 0-16,26-26 15,-26-26 16,0 0-31,0-27 0,26 27 16,-26 0-16,26 0 16,27-1-16,-27 27 15,53-26-15,-27 26 16,27 0-16,-26 26 16,-1 1-16,1-1 31,-27 26-31,-26-26 15,0 27-15,-26-1 0,-79 1 16,-27-1-16,-25 1 16</inkml:trace>
  <inkml:trace contextRef="#ctx0" brushRef="#br0" timeOffset="147450.6">5457 16819 0,'-26'0'31,"0"0"-15,0 0-16,-1 0 15,1 0-15,0 0 16,26-26 0,0 0-1,0 0-15,52-1 16,-25 1-16,-1 26 16,26-26-16,-25 26 0,-1 0 15,0 0-15,0 26 16,1 0-16,-1 27 15,0 26-15,0-27 16,1 1-16,-1 25 16,-26-51-16,0 25 15,0-26-15,0 1 16,-26-1-16,-1 0 16,1-26-16,26 26 15,-26-26-15,0 0 16,26-26-1,-27 0-15,27 0 16,0-1 0,27 27-16,-1 0 15,26 0-15,27 0 16,-26 0-16,25 0 16,1 27-16,0-1 15,-1 0-15,1 0 16,0 0-16,0-26 15,-1 0-15,1 0 16</inkml:trace>
  <inkml:trace contextRef="#ctx0" brushRef="#br0" timeOffset="147835.1">8764 16242 0,'-27'53'31,"1"25"-31,-26 27 16,25 27-16,1-1 0,0-26 15,-27 52 1,27-26-16,0 0 15,-26-26-15,-1 0 0</inkml:trace>
  <inkml:trace contextRef="#ctx0" brushRef="#br0" timeOffset="148228.1">6402 16216 0,'-52'52'16,"-1"1"-16,1 52 0,-27 0 31,0 26-31,0-26 0,-25 26 0,25 0 15,-26 1-15,26-28 16,-26-25-16,26 0 16,27-27-16</inkml:trace>
  <inkml:trace contextRef="#ctx0" brushRef="#br0" timeOffset="148714.48">5248 15717 0,'-53'-26'15,"27"26"-15,0-26 16,26 52 0,0 0-1,0 53-15,26 0 0,26-27 16,1 1-16,-1-1 16,1-26-16,25 1 15,1-27-15,-26 0 16,-1 0-16,1 0 15,-1-27-15,-26 1 16,1-26-16,-1-1 16,-26 1-16,0 26 15,0-27-15,-26 27 16,-1 26-16,27-26 16,0 52-1,0 0 1,0 27-16,27-1 15,25 27-15,1-27 16,-1 27-16,0 0 16,1-1-16,-27-25 15</inkml:trace>
  <inkml:trace contextRef="#ctx0" brushRef="#br0" timeOffset="149295.82">9236 15849 0,'-26'0'0,"52"0"62,26 0-62,-25-27 16,51 1-16,-51 26 15,25-26-15,1 26 16,-27 0-16,0 0 16,0 0-16,-26 26 15</inkml:trace>
  <inkml:trace contextRef="#ctx0" brushRef="#br0" timeOffset="149421.56">9525 15954 0,'-53'26'16,"27"0"-16,0-26 16,26 26-16,52-26 47,27-26-47,0 0 15,26 0-15,-27-1 16,1 1-16,0 0 15</inkml:trace>
  <inkml:trace contextRef="#ctx0" brushRef="#br0" timeOffset="151597.99">10784 15402 0,'-26'0'15,"0"0"-15,26-26 16,0 0 15,26 0-15,26 0-1,27-1-15,-26 27 0,25 0 16,-25-26-16,-27 26 16,0 0-16,-26-26 31,0 0-15,0-1-16,0 1 15,0 0-15,0 0 16,-26 26-1,0 0 1,-1 0 31,27 26 656,-26 0-687</inkml:trace>
  <inkml:trace contextRef="#ctx0" brushRef="#br0" timeOffset="152464.25">10443 15481 0,'52'-26'31,"27"0"-31,0-1 15,0 1 1,-1 0-16,1 0 0,-26 0 0,-1-1 16,-26 27-16,27-26 15,-53 0-15,26 26 16,-26-26 0,26 26-16,-26-27 0,0 1 31,0 52 78,0 27-109,0-1 16,0 27-16,0 26 15,0-26-15,26-1 16,1 27-16,-1-26 16,0-26-16,-26 25 15,26-51 1,-26 25 0,0-26-16,0 0 15,27-26 1,-1 0-1,0-52 1,0 0-16,1-27 16</inkml:trace>
  <inkml:trace contextRef="#ctx0" brushRef="#br0" timeOffset="152888.68">11440 15534 0,'0'-27'0,"0"1"15,0 0-15,0-27 16,0 27-16,0 0 0,0 0 15,53-27 1,-1 27-16,1 26 16,-27-26-16,0 26 0,26 0 15,-25 0-15,-1 26 16,-26 27-16,0 25 16,0-25-16,0 25 15,0-25-15,-26-1 16,-27 1-16,1-1 15,26 1-15,-1-27 16,1 0-16,0 1 16,26-1-1,52-26 1,27 0-16,0 0 16,26-26-16,0-1 15,0-25-15,0 26 16,0-27-16,-53 53 15,0-26-15,-78 52 79,-26 0-79</inkml:trace>
  <inkml:trace contextRef="#ctx0" brushRef="#br0" timeOffset="153171.78">10758 16741 0,'-79'0'16,"132"0"-1,78 0 1,26-27-1,27-25-15,26 0 0,-26-27 16,-27 26-16,0 1 16,-25-1-16,-54 27 15,-25 0-15,-27 26 16,-52 0 15,-27 52-31,-25-25 16,-27 51-16</inkml:trace>
  <inkml:trace contextRef="#ctx0" brushRef="#br0" timeOffset="153438.9">10784 17029 0,'-52'27'0,"25"-27"16,106 0 0,52-27-1,79-51-15,26-1 16,27 0-16,-27 0 15,0 1-15,-26-1 16,-26 27-16,-53-1 16,-52 27-16,-27 26 15,-26 0-15,-52 0 63,0 0-63,-53 0 15</inkml:trace>
  <inkml:trace contextRef="#ctx0" brushRef="#br0" timeOffset="154382.76">12017 15271 0,'-26'-26'15,"26"0"-15,-26 26 47,26 52-31,0-25 0,52 25-1,-25 0-15,-1-25 0,0-1 16,0 0-16,-26-52 62,0 0-62,0-27 16,-26 27-16,0-26 16,26-1-16,0 27 15,0 0-15,0-1 16,52 27 15,-25 0-31,25 27 16,27-1-16,-53 0 15,26 0-15,-25 27 16,-1-53-16,-26 26 16,26-26-16,-26 26 0,0-52 78,0 0-78,0-27 15,0 27-15,0-26 16,-26 52-16,26-27 16,-26 27 171,-27 27-171,27-1-16,-26-26 15</inkml:trace>
  <inkml:trace contextRef="#ctx0" brushRef="#br0" timeOffset="154618.4">11939 15088 0,'-27'0'15,"27"52"17,53 27-32,-27-27 15,27 1-15,-27-1 16,26 1-16,-25-1 15,25 1 1,-26-1-16,27-26 0,-27 27 16,0-27-16,0 0 15,1-26-15</inkml:trace>
  <inkml:trace contextRef="#ctx0" brushRef="#br0" timeOffset="155937.95">12437 15088 0,'-26'0'0,"0"0"16,-1 0-1,1 0-15,-26 52 16,-1 1-16,27-1 16,-26-26-1,25 27-15,1-1 0,0-26 16,26 1-16,0-1 15,26 0 1,27-26 0,25 0-16,1 0 0,26 0 15,-26 0 1,-1 0 0,-25 0-16,-1 0 15,-25 0-15,-1-26 31,-26 0-15,0-1-16,0 1 16,0 0-16,0 0 15,0 0-15,-26-1 16,-1 27 0,27 27 30,27 25-30,-1-26-16,-26 27 16,26-27-16,0 0 15,-26 0-15,0 1 32,0-54-1,0 1-31,0 0 15,0-27-15,27 27 16,-27 0-16,0 0 16,26 0-16,-26-1 15,26 27-15,-26-26 16,26 26 0,1 26-1,25 27-15,-26-27 16,27 26-16,-27-25 15,0-1-15,-26 0 16,26-26-16,-26-26 47,0 0-31,0-1-16,0 1 15,0 0-15,27 26 16,-1 0 15,0 0-15,0 0-16,27 26 15,-27-26-15,0 0 16,1 0-16,-1 0 16,-26-26 15,0 0-31,0 0 15,0 52 48,0 0-63,0 26 16,0 1-16,0-1 15,0 1-15,26-1 16,-26-25-16,26-1 0,-26 0 15,0 0-15,0-52 63,-26-26-63,0-27 16,0 0-16,26 0 15,0 27-15,0-27 16,0 27-16,0 26 15,0-1-15,52 1 16,-26 26-16,1 0 16,-1 0-16,0 26 15,0 1-15,-26-1 16,0 0-16,0 27 16,0-27-16,-26 0 15,0 26-15,0-25 16,-1-1-16,1-26 15,0 0-15</inkml:trace>
  <inkml:trace contextRef="#ctx0" brushRef="#br0" timeOffset="156367">13565 15245 0,'0'-26'0,"0"0"15,27 26-15,-27-27 16,26 27 31,-26 53-47,26-1 15,0-25-15,1 25 16,-27 0-16,26-25 16,-26-1-16,0 0 0,0-52 78,0 0-63,0-1-15,0 1 16,26 26 0,0 0-1,1 0-15,-1 0 16,26 0-16,-25 0 0,-1 0 15,-26 26-15,26 1 16,-26-1-16,0 26 16,0-25-16,0 25 15</inkml:trace>
  <inkml:trace contextRef="#ctx0" brushRef="#br0" timeOffset="156630.1">13198 16426 0,'26'0'32,"53"0"-17,26-26-15,0-1 16,0-25-16,0 26 15,-53-1-15,1 27 16,-27 0-16,0 0 16,-52 0 15,-26 27-31</inkml:trace>
  <inkml:trace contextRef="#ctx0" brushRef="#br0" timeOffset="156802.85">13408 16610 0,'-26'26'0,"78"-26"32,27-26-32,0-1 15,26-25-15,-27 26 16,1-27-16,0 27 16,-53 0-16,-26-27 15</inkml:trace>
  <inkml:trace contextRef="#ctx0" brushRef="#br0" timeOffset="83932.98">22828 3017 0,'-52'0'16,"157"0"15,0 0-15,52 0-1,-26 0-15,0 0 0,-26-26 16,-52 26-16,-1 0 16,-25 0-16,-80 0 31</inkml:trace>
  <inkml:trace contextRef="#ctx0" brushRef="#br0" timeOffset="84074.83">22986 3017 0,'-105'27'0,"26"-27"16,26 26-16,27-26 15,105 26 1,52-26 0,53 0-16,26 0 15,26 0-15,0 0 16,-26-26-1,-53 26-15,-52-26 0,-52 26 16</inkml:trace>
  <inkml:trace contextRef="#ctx0" brushRef="#br0" timeOffset="85826.59">21569 105 0,'-27'-26'15,"-25"-1"-15,-53-25 16,0 26-1,-52-1-15,-27 27 0,-26 0 16,-52 0-16,-1 53 0,-25 26 16,-1 25-1,53 28-15,52-1 0,53 53 16,52-27-16,27 27 16,52-1-1,0 1-15,105-27 0,52-25 16,53-1-16,52-52 15,53-53-15,26 0 16,0-26-16,27-52 16,-53-27-16,-27-52 15,-52-27-15,-78 1 16,-53-53 0,-79-26-16,-52 26 15,-132-26-15,-104 52 16,-79 53-16,-53 52 15,-26 53-15,1 26 16,25 26-16</inkml:trace>
  <inkml:trace contextRef="#ctx0" brushRef="#br0" timeOffset="87591.59">16636 10732 0,'-237'26'16,"54"0"-16,52 1 0,78-1 0,79-26 15,105 26 1,132-26-16,25 0 16,80-26-16,-27-27 15,0 53-15,-79-26 16,-78 26-1,-105 0-15</inkml:trace>
  <inkml:trace contextRef="#ctx0" brushRef="#br0" timeOffset="87732.69">16189 11125 0,'-131'27'0,"105"-1"0,26 0 31,131-26-31,79 0 15,105 0-15,52-26 16,53-27-16,-26 1 16,-27-1-16,-52 1 15,-79-1-15</inkml:trace>
  <inkml:trace contextRef="#ctx0" brushRef="#br0" timeOffset="88235.82">22146 10207 0,'-158'0'16,"1"0"-16,52 0 16,53 0-16,78 0 15,105-26-15,131 0 16,53-1-16,53 1 15,-27 0-15,0 0 16,-79-1-16,-26 27 16,-52-26-16,-79 26 15,-157 0 1</inkml:trace>
  <inkml:trace contextRef="#ctx0" brushRef="#br0" timeOffset="88424.6">21700 10338 0,'-210'26'0,"79"27"0,104-27 16,54-26-16,130 26 16,106-26-16,51 0 15,54-26 1,-1-26-16,0-1 0,-25 1 16,-54-1-16,-52 1 15,-78-1-15,-79 27 16,-79 0-16,-53 0 15</inkml:trace>
  <inkml:trace contextRef="#ctx0" brushRef="#br0" timeOffset="89242.31">20755 7006 0,'0'-53'0,"-26"27"0,-53 0 15,-52 0-15,-53 26 16,-26 26-16,-78 26 16,-1 53-16,-26 53 15,27 25-15,51 1 16,80 0-16,52-1 15,53 1-15,52-26 16,105-1-16,78-26 16,27-26-16,79-26 0,26-27 15,26-25 1,26-27-16,-26-53 0,27-26 16,-27-52-16,-53 0 15,-25-26 1,-132-53-16,-52 0 0,-79-53 15,-105 27-15,-105 26 16,-79 53-16,-52 52 16,-53 52-16,-25 53 15,-1 0-15</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1T08:37:08.667"/>
    </inkml:context>
    <inkml:brush xml:id="br0">
      <inkml:brushProperty name="width" value="0.05292" units="cm"/>
      <inkml:brushProperty name="height" value="0.05292" units="cm"/>
      <inkml:brushProperty name="color" value="#FF0000"/>
    </inkml:brush>
  </inkml:definitions>
  <inkml:trace contextRef="#ctx0" brushRef="#br0">15114 3831 0,'0'-26'16,"0"-27"-16,0 27 15,26 26 1,-26 52 31,0 27-47,0 0 0,-26 26 0,-27-27 15,27 1 1,0 0-16,-27-27 0,27-25 16</inkml:trace>
  <inkml:trace contextRef="#ctx0" brushRef="#br0" timeOffset="204.25">15009 4014 0,'26'-78'16,"0"-1"-16,-26 27 16,26 25-16,-26 1 15,27 26 1,-1 26 15,26 53-31,1 0 0,-1-1 16,1 1-16,-1 0 15,1 0-15,-1-27 16,-26 1-16,-26-27 16,0 0-16</inkml:trace>
  <inkml:trace contextRef="#ctx0" brushRef="#br0" timeOffset="361.69">14458 4224 0,'-53'0'0,"106"0"31,52 0-31,52 0 16,27 0-16,-1 0 16,27 0-16,-52 0 15</inkml:trace>
  <inkml:trace contextRef="#ctx0" brushRef="#br0" timeOffset="754.52">15717 3988 0,'-26'0'0,"26"-26"0,0 78 63,52 1-48,-25-1-15,25 1 16,-26-1-16,1-25 16,-1 25-16,0-26 15,-26 1-15,26-27 16,1-53 15,-1 1-31,-26-27 16,26 0-16,-26 27 15,26-1-15,1 1 16,-27 26-16,0-1 16,26 27-1,-26 53 17,0-1-32</inkml:trace>
  <inkml:trace contextRef="#ctx0" brushRef="#br0" timeOffset="1304.59">16347 4356 0,'26'0'0,"27"-53"15,-27 27-15,26 0 16,-25-27-16,-27 27 16,0 0-16,0-1 15,0 1-15,-27 0 16,1 26-16,-53 0 15,27 0-15,-1 0 16,1 26 0,-1 27-16,27-27 0,26 26 0,0-25 15,0-1-15,26 0 16,27-26-16,26 0 16,-1 0-16,1 0 31,-26-52-31,-1 25 0,-26 1 15,1 0-15,-27 0 0,0-1 16,0 1-16,-27 26 16,1 0-1,0 0 1,26 53 0,-53 52-16,27 0 0,26 0 31,-26-1-31,26 54 15,0-27-15,0 0 16,0-26-16,0-26 16,0 0-16,0-53 15,-26 0-15,-1-26 16,1 0 0,-53-52-16,27-27 15,-1 0-15,1-26 16,52 27-16,0-27 0,0 26 15,26 26-15,79 1 16,0-1-16,26 27 16</inkml:trace>
  <inkml:trace contextRef="#ctx0" brushRef="#br0" timeOffset="2106.36">17580 4093 0,'-52'-26'16,"-27"26"-16,26-26 16,1 26-16,0 0 0,-1 26 15,1 0-15,25 0 16,27 1-16,0 25 16,0 1-16,79-27 15,0 26-15,-27-25 16,27-1-16,-27 0 15,-25 0-15,-27 1 16,0-1-16,0 0 16,-53 0-1,-26-26-15,1 0 16,-1 0-16,27 0 0,-1-26 16,27 0-16,26 0 15,0-1-15,52 1 16,53 0-16,-26 0 15,0-1-15,26 1 16,-27 0-16,1-27 16,-26 1-16,-1 26 15,-26-27-15,-26 27 16,0 0-16,0-27 16,0 27-16,0 0 15,0 0 1,0 52 15,0 26-31,0 1 16,0 52-16,0-27 15,0 27-15,0 0 16,0 0-16,0 0 16,0 0-16,0-26 15,0 0-15,0-27 16,0-26-16,0 1 15,0-106 17,0 0-32,-26-26 15,0 0-15,26 0 16,-26 0-16,26 27 16,0 25-16,0 1 15,0-1-15,52 27 16,1 26-16,-27-26 15,26 26-15,1 0 16,-27 0-16,0 26 16,-26 0-16,0 27 15,0-27-15,0 0 0,0 0 16,-52 27 0,26-27-16,-27 0 0</inkml:trace>
  <inkml:trace contextRef="#ctx0" brushRef="#br0" timeOffset="3050.83">18289 4434 0,'52'0'31,"-26"-26"-31,27 0 15,-1 0-15,-25-1 16,-1-25-16,-26 26 16,26-1-16,-26 1 15,0 0-15,-26 26 32,0 0-17,-1 0-15,1 52 16,0-25-16,26 25 15,0-26-15,26 1 0,27 25 16,-1-52 0,1 26-16,25-26 0,-25 0 15,-27 0-15,0 0 16,-26-26 0,0 0-1,26 0-15,-26-1 16,27 1-16,-27 0 15,26 0-15,-26-1 32,-26 27-17,-27 0-15,27 27 16,0-27-16,26 26 16,0 0-1,26 0 1,53-26-16,-1 27 0,27-27 15,0 0-15,0 0 16,0 0-16,-26-27 16,0 1-16,-27 0 15,-26 26-15,-26-26 16,0-1-16,-26 27 16,-26 0-16,-27 0 15,26 0-15,-25 27 16,25-27-16,27 26 15,26 0-15,0 0 16,26 1 0,27-27-16,-1 0 15,27-27 1,-27 1-16,1-26 0,-1-27 16,1 26-16,-27-52 15,0 27-15,-26-27 16,0 26-16,0 27 15,0-1-15,0 27 0,-26 0 16,0 26 0,0 26-1,26 26 1,-27 27-16,27 26 16,-26 0-16,26 0 15,0 0-15,0-26 16,0-1-16,26 1 15,1-26-15,51-27 16,-25 0-16,-1-26 16</inkml:trace>
  <inkml:trace contextRef="#ctx0" brushRef="#br0" timeOffset="3253.96">20467 4251 0,'-27'0'0,"80"0"31,25-27-15,27 27-16,0 0 16,-26 0-16,0 0 0,-27 0 15</inkml:trace>
  <inkml:trace contextRef="#ctx0" brushRef="#br0" timeOffset="3395.29">20440 4461 0,'-52'0'0,"78"0"16,105 0-16,27 0 15,25-53-15,-25 27 16</inkml:trace>
  <inkml:trace contextRef="#ctx0" brushRef="#br0" timeOffset="3772.22">21621 3280 0,'-26'-26'0,"26"52"31,0 26-15,0 1-16,0 25 15,26-25-15,0 26 16,1-27-16,-1 1 16,-26-1-16,0-26 0,0 27 15,-26-27-15,-27 0 31,1-26-31</inkml:trace>
  <inkml:trace contextRef="#ctx0" brushRef="#br0" timeOffset="3945.77">21123 3437 0,'0'-52'0,"78"25"16,1 1-16,0 0 15,26 26-15,-27 0 0,1 0 16,0 0-16,-27 0 16,1 26-16,-27 0 15</inkml:trace>
  <inkml:trace contextRef="#ctx0" brushRef="#br0" timeOffset="4306.5">22015 3437 0,'-27'-26'0,"1"26"15,0 0 1,26 52-16,-26 1 16,26-27-16,0 27 15,0-1-15,0-26 16,26 1-16,0-1 15,0 0-15,27-26 16,-1 0-16,-25 0 16,25 0-16,-26-26 15,1-27-15,-1 1 16,0-1-16,-26 27 16,0-26-16,0 25 0,-52 1 15,25 0-15,-25 26 16,26 0-16,-1 0 15,1 0-15,0 26 16,26 27-16,0-27 16</inkml:trace>
  <inkml:trace contextRef="#ctx0" brushRef="#br0" timeOffset="4573.97">22513 3306 0,'0'-52'0,"0"25"16,0 1-1,26 52 17,-26 1-17,0 25-15,0 0 16,0 1-16,0 26 15,0-27-15,0 1 16,0-1-16,0 1 16,0-1-16,0-26 0,0 1 15</inkml:trace>
  <inkml:trace contextRef="#ctx0" brushRef="#br0" timeOffset="5203.03">23012 3595 0,'0'-27'0,"0"1"16,0 0-1,-26 26 1,-1 0-16,-51 0 0,25 26 16,1-26-16,25 26 15,27 1-15,0-1 16,0 0-1,53-26 1,-27 0-16,0 0 16,27 0-16,-53-26 15,26 26-15,0 26 63,-26 0-63,27 1 15,25-1-15,-26-26 16,0 0-16,27 0 16,-27 0-16,27 0 15,-27-53-15,26 27 16,-25-26-16,25-1 16,-52-26-16,26 1 15,-26-1-15,0 27 16,0-27-16,0 26 15,-52 27-15,26 0 16,-27 0-16,27 26 16,26 26 15,0 26-31,0 1 16,0 26-16,0-1 15,0 1-15,0 0 16,0-27-16,0 1 15,26-1-15,-26 1 16,0-27-16,0 0 16,0 0-16</inkml:trace>
  <inkml:trace contextRef="#ctx0" brushRef="#br0" timeOffset="5360.5">22592 3280 0,'-26'0'16,"78"-26"15,53 26-31,26-27 0,1 27 16,-1-26-1</inkml:trace>
  <inkml:trace contextRef="#ctx0" brushRef="#br0" timeOffset="6426.1">23642 3254 0,'0'-27'15,"0"-25"-15,0 26 16,0 52 31,0 26-47,0 1 16,0 25-16,26 1 15,-26-26-15,26-1 16,-26 1-16,0-27 15,26 0-15,-26 0 16</inkml:trace>
  <inkml:trace contextRef="#ctx0" brushRef="#br0" timeOffset="6635.29">23694 3306 0,'0'-52'0,"-26"25"15,26 1 1,0 0-16,26 26 0,26 0 15,27 0-15,0 0 16,0 0-16,-1 26 16,-25 27-16,-1-27 15,-25 26-15,-1 1 16,-26 25-16,-26-25 16,-53-27-16,-26 27 15,0-27-15,26 26 16,0-52-16</inkml:trace>
  <inkml:trace contextRef="#ctx0" brushRef="#br0" timeOffset="6871.04">24402 3332 0,'0'-26'0,"0"0"16,0 52 31,0 26-47,0-25 0,0 25 15,0 1-15,0-27 16,0 0-16,27-26 16</inkml:trace>
  <inkml:trace contextRef="#ctx0" brushRef="#br0" timeOffset="7107.36">24271 3096 0,'-26'0'15,"52"0"17,1 0-17,25 0-15,-26 0 16,0 0-16,1 0 15,-1-26-15,-26 0 16,0-1 0,0 1-1,-53 52 17,27 1-32</inkml:trace>
  <inkml:trace contextRef="#ctx0" brushRef="#br0" timeOffset="7436.99">25032 3385 0,'26'-53'15,"1"27"-15,-27-26 0,0 25 16,0 1-16,-53 26 31,1 0-15,26 26-16,26 1 15,0-1-15,0 26 16,26-26-16,26 27 16,1-27-16,25 0 15,-51 27-15,-1-53 16,0 26-16,-52-26 31,-53 26-31,-26-26 16,0 27-16,-26-27 15</inkml:trace>
  <inkml:trace contextRef="#ctx0" brushRef="#br0" timeOffset="7878.26">21149 4277 0,'-131'0'16,"26"26"-16,26-26 15,53 0-15,26 26 16,131-26 0,79 0-1,52 0-15,79 0 0,53 0 16,-1 0-16,27-26 0,0 0 15,0 26-15,-26-26 16,-27-1-16,-52 1 16,-79 0-16,-79 0 15,-78 26 1,-53-27-16,-78 27 16,-79 0-16,-53 27 15</inkml:trace>
  <inkml:trace contextRef="#ctx0" brushRef="#br0" timeOffset="8350.2">21464 4959 0,'-27'-26'15,"1"0"-15,26 52 47,0 26-47,0 27 16,26-26-16,1 25 15,-1-25-15,0-1 16,0 1-16,1-27 16,-27 0-16,0 0 15</inkml:trace>
  <inkml:trace contextRef="#ctx0" brushRef="#br0" timeOffset="8538.92">21175 5012 0,'0'-27'16,"52"1"0,27 26-1,26-26-15,0 26 16,0-26-16,0 26 15,-26 0-15,-1 0 16</inkml:trace>
  <inkml:trace contextRef="#ctx0" brushRef="#br0" timeOffset="8838.43">22120 4933 0,'-27'0'16,"1"26"-16,0 0 15,-27 1-15,27 25 16,0-26-16,26 27 16,0-27-16,0 0 15,0 0-15,52 1 16,1-27-16,-1 0 16,27 0-16,-26 0 0,-1-27 15,-26 1-15,1-26 16,-27 26-16,0-1 15,0 1-15,-27 0 16,1 0-16,-26-1 16,25 1-16,-25 26 15,26 0-15,-1 0 16,-25 0-16,26 26 16</inkml:trace>
  <inkml:trace contextRef="#ctx0" brushRef="#br0" timeOffset="9105.43">22592 4749 0,'0'-26'16,"0"52"15,0 0-16,0 27-15,0-1 16,26 1-16,0-1 16,-26-25-16,27 25 0,-27-26 15,0 1-15,0 25 16,0-26-16,-27-26 16</inkml:trace>
  <inkml:trace contextRef="#ctx0" brushRef="#br0" timeOffset="9640.79">22854 5090 0,'27'-26'16,"-1"0"-16,0 0 15,-26-1 1,-26 54 15,-27-1-31,27 0 16,0 0-16,26 1 15,52-27 17,-25-27-17,25 27-15,-26-26 16,1 26 15,-1 26-15,26 27-16,1-27 15,-1 0-15,1-26 16,-1 0-16,1 0 16,-27-26-1,0 0-15,0-27 0,1 1 16,-27-27-16,0 27 16,0-27-16,0 26 15,0 1-15,0 26 16,0-1-16,-27 27 15,1 27 1,26 25 0,0 1-16,0 25 15,0-25-15,0 26 16,0-27-16,0-26 16,0 27-16,0-27 15,26-26-15,-26 26 16</inkml:trace>
  <inkml:trace contextRef="#ctx0" brushRef="#br0" timeOffset="9813.79">22697 4854 0,'-26'-26'0,"52"26"31,105-26-31,0-1 16,27 27-16,-53 0 16</inkml:trace>
  <inkml:trace contextRef="#ctx0" brushRef="#br0" timeOffset="10207.21">23851 4749 0,'0'-26'15,"0"0"-15,-26 26 16,0 52 15,26 1-15,0-1-16,0 1 0,0-1 15,0 27 1,26-53-16,-26 27 0,26-27 16,-26 0-16,0 0 15,0 0-15</inkml:trace>
  <inkml:trace contextRef="#ctx0" brushRef="#br0" timeOffset="10521.09">23615 5064 0,'79'-26'32,"0"26"-17,26 0-15,0-26 16,-27 26-16,-25-27 0,-1 27 16,-25-26-16,-1 26 15,-26-26-15,0 0 16,-26 26-1,-1 0 17,27 26-17,-26 0-15,0 27 0,26-1 16,0-26-16,0 27 16,0-27-1,26 0-15,27-26 0,-27 0 0,26 0 16</inkml:trace>
  <inkml:trace contextRef="#ctx0" brushRef="#br0" timeOffset="10732.27">24166 4618 0,'-26'0'0,"-26"0"16,52 26-1,0 0-15,26-26 31,0 27-31,27-27 16,-27 0 0,0 0-16,-26-27 15,0 1-15,0 0 16,-26 26 0,0 0-16,-1 0 15</inkml:trace>
  <inkml:trace contextRef="#ctx0" brushRef="#br0" timeOffset="11498.63">24298 4854 0,'0'26'31,"26"1"-16,0 25-15,0 1 16,0-27-16,-26 26 16,27-52-16,-27 27 15,0-54 17,-27-25-32,1-1 15,26 27-15,0-26 16,0 25-16,26 27 47,27 0-32,-27 0-15,0 27 16,1-1-16,-1 0 16,0 0-16,0 1 0,1-27 15,-1 0 32,-26-53-31,26 27-16,-26-27 15,0 27-15,0 0 16,0 52 15,26 0-31,1 1 16,25 25-1,-26-26-15,27 1 0,-27-27 16,0 0-16,27 0 16,-27 0-16,0-27 15,27 1-15,-53-26 16,26-1-16,-26 1 16,0 25-16,0 1 15,0 0-15,-26 26 16,-1 0-16,1 0 15,0 26-15,26 27 16,0-1-16,0 1 16,0-27-16,26 0 15,27 0-15,-27-26 0,26 0 16,1 0-16,26-26 16,-53-26-16,0 25 15</inkml:trace>
  <inkml:trace contextRef="#ctx0" brushRef="#br0" timeOffset="12458.24">19916 9236 0,'-53'-26'16,"27"0"-16,-27 26 16,27-27-16,0 27 15,0 0-15,-1 0 16,-25 0-16,26 53 16,-27-27-16,27 27 15,0-1-15,-1-26 16,27 27-16,0-27 0,53 27 15,26-27 1,-1 0-16,-25-26 0,-1 0 16,1 0-16,-1 0 15,-25-26-15,-1 0 16,0-1 0,-26-25-16,0 26 0,0-27 15,0 27-15,0-27 16,-52 27-16,25 0 15,1 26 1,0-26-16</inkml:trace>
  <inkml:trace contextRef="#ctx0" brushRef="#br0" timeOffset="12774.05">20309 9210 0,'0'-26'16,"26"52"15,1 26-15,-27 1-16,26-27 16,-26 27-16,26-27 31,-26-79 31,0 27-46,0-26 0,53 25-16,-1-25 0,0 26 15,1-1-15,-1 27 16,-25-26-16</inkml:trace>
  <inkml:trace contextRef="#ctx0" brushRef="#br0" timeOffset="12962.03">20755 8921 0,'26'-26'16,"1"26"-16,25 0 15,27 0-15,-27 0 0,27 26 16,-26 1-16,25 25 15,1 0-15,-27 1 16,-25-1-16,-1 1 16,-26-1-16,0 1 15,-53-1-15,-52 1 16,-52-1-16</inkml:trace>
  <inkml:trace contextRef="#ctx0" brushRef="#br0" timeOffset="13244.6">19784 8869 0,'-78'0'0,"-1"0"15,-26 0-15,0 52 16,0 1-16,26 25 15,1 27-15,51 0 16,27 0-16,0-26 16,53 26-16,26-26 15,25-1-15,28-51 0,-1 25 16,0-52 0,-26 0-16,-26 0 0</inkml:trace>
  <inkml:trace contextRef="#ctx0" brushRef="#br0" timeOffset="13810.78">17685 10758 0,'-26'-26'0,"26"0"16,26-1-16,53 1 15,0 0-15,-1 0 16,1 26-16,0 0 16,-53 0-16,0 26 15,-26 0-15,0 53 16,0-27-16,-52 27 15,-1-27-15,-52 27 16,27-26-16,-27-27 16,26 26-16,26-52 0,1 27 15,26-27 1,78 0 15,1 0-31,52 0 16,26 0-16,26 0 15,-26-27-15,1 1 16,25 0-16,-52 0 16</inkml:trace>
  <inkml:trace contextRef="#ctx0" brushRef="#br0" timeOffset="14077.22">18761 10706 0,'-26'-27'16,"52"27"15,26 0-15,-25 0-16,-1 0 15,26 27-15,-52-1 16,27 26-16,-27-25 15,0 25-15,-53 0 16,1-25-16,-27 25 16,26-26-16,1 1 0</inkml:trace>
  <inkml:trace contextRef="#ctx0" brushRef="#br0" timeOffset="14312.86">19155 10627 0,'0'-26'16,"-27"26"-16,1 0 0,0 0 15,0 0 1,-27 26-16,27 26 16,0 1-16,-1-1 15,27 1-15,0-1 16,0 1-16,0-27 15,27 26-15,25-52 16,27 27-16,0-27 16,-1 0-16</inkml:trace>
  <inkml:trace contextRef="#ctx0" brushRef="#br0" timeOffset="14784.61">19679 10679 0,'-26'-26'15,"0"26"-15,0 0 0,26 26 63,-27 1-47,27-1-16,0 26 15,0-25-15,53-27 16,-1 26-16,1-26 15,-1 0-15,27 0 16,-53-26-16,27-1 16,-53 1-16,26-26 0,-26 25 15,0 1 1,0 0-16,0 0 0,0-1 31,0 54 0,0 25-15,-26 27-16,26 0 16,-26 25-16,26-25 15,-27 26-15,1-26 0,-26 0 16,25-1-16,-25-25 16,-1-1-16,-25-25 31,25-1-31,-26 0 0,1-26 0,-1 0 15,27-26-15</inkml:trace>
  <inkml:trace contextRef="#ctx0" brushRef="#br0" timeOffset="15113.93">17108 11545 0,'-53'0'15,"158"0"1,79 26 0,78-26-16,53 0 15,26 0-15,53 0 16,-27 0-16,1-26 15,-27 26-15,0-26 16,-52 26 0,-106-26-16,-25 26 0,-80 0 15,-51-26-15,-106 26 16,-52 26 0</inkml:trace>
  <inkml:trace contextRef="#ctx0" brushRef="#br0" timeOffset="15412.52">17843 12123 0,'-27'0'0,"80"-27"15,-1 27 1,1 0-16,-1 0 16,1 0-16,-27 0 15,0 53-15,-26-1 16,0 1 0,0-1-16,0 1 0,-52-1 0,-1 1 15,27-27 1,-26 0-16,25-26 15</inkml:trace>
  <inkml:trace contextRef="#ctx0" brushRef="#br0" timeOffset="15632.69">18394 12018 0,'0'-27'0,"-53"27"15,1 27 1,-1 25-16,1 27 16,-1-27-16,27 27 15,26-27-15,0 1 16,0-27-16,52 27 16,53-53-16,-26 0 15,26 0-15,0 0 16,0 0-16</inkml:trace>
  <inkml:trace contextRef="#ctx0" brushRef="#br0" timeOffset="15837.35">18945 12332 0,'26'0'31,"53"0"-16,26 0-15,0 0 16,-1 0-16,1 0 16,-26 0-16,-26-26 15,-27 26-15</inkml:trace>
  <inkml:trace contextRef="#ctx0" brushRef="#br0" timeOffset="16043.44">19260 12123 0,'-27'0'16,"27"52"15,0 0-31,0 1 16,0-1-16,27 1 15,-27-1-15,0 27 0,26-53 16,-26 27-1,26-27-15,-26 0 0,26-26 16</inkml:trace>
  <inkml:trace contextRef="#ctx0" brushRef="#br0" timeOffset="16529.81">19994 12201 0,'0'-52'16,"0"26"-16,0-1 31,0 54 0,0 25-15,0-26-16,0 0 16,0 1-16,0-1 15,53-26-15,-27 0 16,26 0-16,1 0 15,-1 0-15,1-26 16,-1-1-16,-25 1 16,-27-26-16,0 26 15,0-1-15,0 1 16,0 52 46,0 1-62,0 51 16,0 1-16,26 0 16,-26 26-16,0-27 15,26 27-15,-26-26 16,0 0-16,-26-1 16,-27-25-16,-25-27 15,-1 0-15,-26-26 0,0 0 16,0-26-16,-26-26 15,-27-27-15</inkml:trace>
  <inkml:trace contextRef="#ctx0" brushRef="#br0" timeOffset="17471.98">12883 11230 0,'0'-26'0,"0"79"31,-26 25-31,0 1 16,-27 0 0,27-27-16,0 27 0,0-27 15,-1 1 1,27-1-16,-26-52 0,26 27 15,0-54 1,0 1 0,0-53-16,26 1 0,1-1 15,-1 27 1,0-1-16,0 1 0,-26 25 16,27 27-16,-27 27 31,26 51-16,26-25-15,1 25 16,-1-25-16,1-1 16,-1 1-16,1-27 15,-53 0 1,0 1-16,0-1 0,-27-26 16</inkml:trace>
  <inkml:trace contextRef="#ctx0" brushRef="#br0" timeOffset="17944.46">12122 11808 0,'-26'0'0,"26"-27"15,105 27 1,26 0-16,27-26 16,-1 26-16,27-26 15,-27 0-15,-26-1 16,-26 1-16,-26 0 0,-26 0 15,-27-1-15,-26 1 16,0 0-16,0 0 16,-26 26-16,-1 0 15,27-26-15,0 78 47,0-26-31,0 53-16,0-53 0,27 27 15,-1-27-15,0 0 0,0 0 16,1-26-16,-1 0 16,0 0-16,0 0 15,0-26 1,27-26 0,-27-1-1,-26 1-15,26-27 16,-26 27-16,0-1 15,0 27-15,-26 78 47</inkml:trace>
  <inkml:trace contextRef="#ctx0" brushRef="#br0" timeOffset="18479.91">14012 11676 0,'0'-26'0,"0"0"16,0-27-16,0 27 16,0 0-16,0 0 15,-53 26 1,27 0 0,-27 26-16,27 0 15,0 27-15,26-27 0,0 0 16,0 0-16,52-26 15,1 0-15,-1 0 16,1 0-16,-27-26 16,0 0-16,-26 0 15,0-1 1,0 80 31,0 26-47,0 26 15,0 0-15,0 0 16,0 0-16,0 26 16,0-26-16,-26-27 0,26-25 15,0-27-15,-26 0 16,0-26 0,-1 0-16,-25-52 15,-1-1-15,1-25 16,26-27-16,26 0 15,0 0-15,0 26 16,78 0-16,1 27 16,26 26-16,0 26 15,0-27-15</inkml:trace>
  <inkml:trace contextRef="#ctx0" brushRef="#br0" timeOffset="19219.37">14720 11545 0,'0'-26'0,"0"0"15,0 0-15,0-1 16,-26 27 0,0 0-16,-1 0 15,-25 0-15,26 27 16,-1-1-16,27 0 16,0 0-16,0 0 0,27 1 15,51-1-15,-25 0 16,26 0-16,-27 1 15,-26-1-15,0 0 16,-26 0 0,-26-26-1,-26 0-15,-27 0 16,53 0-16,0 0 16,-1-26-16,27 0 15,0 0-15,0-27 0,53 27 16,-1-27-16,27 27 15,0 0-15,-1 0 16,-25 0-16,-1-1 16,-25 1-16,-1-26 15,0 25-15,-26 1 16,0 0 0,0 52 30,0 27-46,0 25 16,26 1-16,1 26 16,25 0-16,-26-26 0,1 26 15,-27-27 1,26 1-16,-26-26 0,0-1 16,0-26-16,0 0 15,0 1 1,-26-27-1,-1-27-15,-25-51 16,-1-1-16,1-26 16,26 0-16,26 0 15,0 0-15,0 26 0,0 1 16,52 25-16,1 27 16,-1 26-16,1-26 15,-1 26-15,-26 0 16,1 0-16,-1 0 15,0 26 1,-26 27-16,0-1 0,-26-26 16,0 27-16,-27-1 15,-26 1-15,27-27 16,-1 0-16</inkml:trace>
  <inkml:trace contextRef="#ctx0" brushRef="#br0" timeOffset="19565.11">15586 11624 0,'0'-26'15,"26"26"1,27 0 0,-1-27-16,-26 1 15,27 0-15,-27 0 16,0 0-16,1-27 15,-27 27-15,0 0 0,0-1 16,0 1 0,-27 26-16,1 0 15,-26 26 1,-1 1-16,27-1 0,26 26 16,0 1-16,0-27 15,0 26-15,52-25 16,1-27-16,-1 26 15,27-26-15,-26 0 16,-1 0-16</inkml:trace>
  <inkml:trace contextRef="#ctx0" brushRef="#br0" timeOffset="20194.27">16137 11571 0,'26'-26'16,"0"0"-1,1 26 1,25-26-16,-26 0 15,1-1 1,-1 1-16,0 0 0,-26 0 16,-26 26-1,0 0 1,-27 0-16,1 0 16,-1 26-16,27 0 0,26 27 15,0-27 1,0 0-16,0 26 0,52-52 15,1 27-15,26-27 16,-27 0-16,-26 0 16,27 0-16,-27-27 15,0 1 1,1 0-16,-27 0 31,0 0-31,-27 26 0,1 0 0,0 0 16,0 0-16,-1 0 0,1 26 15,26 26-15,0-26 16,0 1 0,26-27-16,27 0 15,-27 0 1,27-27-16,-1 1 0,1-26 16,-27-27-16,26 0 15,-26 1-15,-26-27 16,0 26-16,0-26 15,0 52-15,-26 27 16,0 0-16,0 0 16,0 26-16,26 26 31,0 26-31,0 27 16,0 26-16,0-26 15,0 0-15,0-1 16,26 1-16,-26-26 15,26-1 1,-26 0 0,26 1-16</inkml:trace>
  <inkml:trace contextRef="#ctx0" brushRef="#br0" timeOffset="20382.84">17003 11598 0,'-53'-27'16,"53"1"15,53 26-31,26-26 16,-1 26-16,27-26 15,-78 26-15,-1 0 0</inkml:trace>
  <inkml:trace contextRef="#ctx0" brushRef="#br0" timeOffset="20493.29">17003 11650 0,'-53'0'0,"106"0"31,52 0-31,52-26 16,1 0-16,-1-27 15,-26-25-15</inkml:trace>
  <inkml:trace contextRef="#ctx0" brushRef="#br0" timeOffset="30785.61">18367 10260 0,'0'-27'47,"27"1"-16,25-26-31,-26-1 16,53 1-16,-53 25 0,27-25 16,-27 52-1,0-26-15,0 26 0</inkml:trace>
  <inkml:trace contextRef="#ctx0" brushRef="#br0" timeOffset="31068.66">18551 9892 0,'0'-26'31,"26"26"16,1 0-47,-27 52 78,0-25-63,0 25 1,0 1-16,0-1 0,26-26 16,26 27-16</inkml:trace>
  <inkml:trace contextRef="#ctx0" brushRef="#br0" timeOffset="31461.37">21123 9918 0,'-27'27'31,"-51"-1"-15,25 53-16,-52-1 0,0 1 15,26 0 1,-26-27-16,27 27 0,25-27 16,1-25-16,26 25 15,-27-52-15,27 26 16</inkml:trace>
  <inkml:trace contextRef="#ctx0" brushRef="#br0" timeOffset="31666.11">20230 10233 0,'-26'0'16,"0"0"-16,0 0 15,-1 27-15,1 25 0,0 0 16,26 1-16,-26-1 16,26 1-16,0-27 15,0 0-15,78-26 16,27 0-16,53-26 15,-1-26-15,1-1 16</inkml:trace>
  <inkml:trace contextRef="#ctx0" brushRef="#br0" timeOffset="34906.26">6979 813 0,'-262'0'0,"52"26"16,26-26-16,53 27 0,52-27 16,53 0-16,26 26 15,79-26 1,131 26-16,52 0 0,106 1 15,78-1-15,26-26 16,0 0-16,1 0 16,-27 0-16,-26 0 15,-53 0-15,-79 0 16,-51-26-16,-80 26 16,-78 0-16,-53-27 15,0 27 1,1 0 46,-1 0 345,0 0-157,-52 0-204</inkml:trace>
  <inkml:trace contextRef="#ctx0" brushRef="#br0" timeOffset="37322.22">3621 813 0,'-27'-26'15,"27"105"16,0-1-15,0 1-16,0 0 16,0 0-16,27-27 15,-27-26-15,0 1 16,26-27-16,0-53 47,-26-26-32,26 27-15,1 26 0,-1-1 16,-26 1-16,26 26 47,0 26-47,27 27 16,-1-27-16,1 27 15,-1-27-15,1-26 16,-27 26-16,0-26 15,0 0-15,1-26 32,-27 0-17,26-27-15,0-26 0,-26 27 16,0-27-16,0 27 16,0-1-16,-26 1 15,0 26-15,-1 26 16,27-27-16,-26 27 15,0 27 1,26 25 0,0 0-16,0 1 15</inkml:trace>
  <inkml:trace contextRef="#ctx0" brushRef="#br0" timeOffset="37997.64">4618 1049 0,'26'-52'0,"26"26"16,-52-1-16,0 1 16,0 0-16,-26 26 15,-26 0 1,-27 0-16,27 26 16,-1 0-16,27 1 15,26-1-15,0 0 16,0 0-16,26-26 15,27 0-15,-27 0 16,0 0-16,0 0 16,-26-26-16,0 0 15,0 52 32,27 27-47,-1-1 16,0 27-16,26 0 15,-52-1-15,0 1 16,0-27-16,0 27 16,-78-26-16,25-27 0,-25-26 15,25 0-15,27 0 16,0-26-16,26-53 16,0 0-16,26 0 15,53-25-15,26-1 16,-1 26-16,1-26 15,-26 0-15,0 26 16,-27 1-16,-52-1 16,27 0-16,-27 0 15,0 27-15,-27-1 16,-25 1-16,26 26 0,-1 26 16,1 0-1,26 52 16,0 1-31,0 52 16,0 0-16,26 0 16,1-1-16,-1 1 15,0-26-15,0 0 16,1-27-16,25-25 16,1-1-16,-1-26 15,1 0-15,25 0 16</inkml:trace>
  <inkml:trace contextRef="#ctx0" brushRef="#br0" timeOffset="39428.28">11493 498 0,'0'-26'0,"-27"-26"16,27 25-1,0 54 17,0 25-17,0 27-15,0 26 16,0-26-16,0-1 15,0 1-15,0-27 16,0-25 0,0-1-16,0 0 15,27-26-15,-27-26 16,26-27 0,-26 1-16,26-1 15,0 1-15,-26 26 16,27 26-1,-27-26-15,52 52 32,0 0-32,1 0 15,-1 27-15,1-27 16,-1 0-16,1-26 16,-1 26-16,-25-26 15,-1 0-15,-26-26 16,26 0-16,-26-27 15,0 1-15,0 26 16,0 0-16,0-1 16,0 80 31,53-27-47,-27 26 15,26-25-15,1-1 16,25-26-16,-25 0 0,-27 0 15,0 0-15,1 0 16,-27-26-16,26-27 16,-26 27-16,0-26 15,-26-1-15,-1 27 16,27 0 0,-26 26-16,26 26 31,-26 53-16,26-1-15,0 27 16,0-26 0,0 26-16,0-26 0,0-1 15,0 1-15,0-27 0,0-25 16,0-1-16,0 0 16,26-26 46,27-26-62</inkml:trace>
  <inkml:trace contextRef="#ctx0" brushRef="#br0" timeOffset="39852.97">13461 892 0,'-27'-53'0,"1"27"16,-53 0-16,27 26 16,-27 0-16,0 0 15,1 0-15,25 26 16,-25 0-16,78 27 16,-27-27-16,27 27 15,0-1-15,53-26 16,25 1-16,-25-27 15,26 0-15,-27 0 16,1-53-16,-1 1 0,1-1 16,-27-26-16,0 1 15,-26-27-15,0 0 16,0 0-16,0 26 16,-26 0-16,0 27 15,-1 26-15,1 26 16,26 52-1,0 53 1,26 0-16,27 26 16,-1-26-16,1 26 0,-1-26 15,-52 27-15,0-27 16,-26 0-16,-53-27 16</inkml:trace>
  <inkml:trace contextRef="#ctx0" brushRef="#br0" timeOffset="43806.85">6376 577 0,'-79'0'0,"0"0"15,1 0-15,25 0 16,1 0-16,25 0 15,1 0-15,105 0 47,26 0-31,52 26-16,1 1 16,25-27-16,27 0 15,27 0-15,-28 0 16,28 0-16,-27 0 15,26-27-15,-53 27 16,1-26-16,-53 26 16,-26-26-16,-52 26 15,-1 0-15,-26 0 16</inkml:trace>
  <inkml:trace contextRef="#ctx0" brushRef="#br0" timeOffset="44107.36">8501 367 0,'-52'0'0,"26"-26"16,-1 26-16,54 26 47,25 0-47,0 1 15,1-27-15,-1 26 16,1-26-16,-27 26 16,0-26-16,1 0 15,-27 26 48,-27 27-63,-25-27 15,26 27-15,-27-1 16,1 1-16,-1-1 16,-52 0-16</inkml:trace>
  <inkml:trace contextRef="#ctx0" brushRef="#br0" timeOffset="44748.9">6822 0 0,'-53'0'0,"80"-26"47,-1 26-47,26-27 15,1 27-15,-27 0 16,0 0-16,1 0 16,-27 27-16,0-1 15,0 0-15,0 27 16,-27-27-16,1-26 0,-26 26 15,25 0-15,1-26 16,0 0-16,26 26 16,0 1-1,52-27 1,-25 26-16,51 0 16,-25 0-1,-27-26-15,27 27 0,-27-1 16,-26 0-16,0 0 15,-26 1 1,-53-27 0,26 0-16,-25 0 15,25 0-15,1 0 16,-1 0-16,27 0 0,26-27 16,0 1-1</inkml:trace>
  <inkml:trace contextRef="#ctx0" brushRef="#br0" timeOffset="45144.8">7373 52 0,'0'-26'0,"-26"52"78,26 27-78,0-27 15,0 26-15,0-25 16,0-1-16,0 0 16,0 0-16,0 1 15,26-27 1,26 0-16,-25 0 0,25 0 15,-26 0-15,1 0 16,-1-53-16,-26 27 16,0 0-16,0-27 15,0 27-15,0 0 16,-53 0-16,1-1 31,26 27-31,-27 0 0,1 0 0,-27 27 16</inkml:trace>
  <inkml:trace contextRef="#ctx0" brushRef="#br0" timeOffset="47248.45">11178 1653 0,'-27'0'16,"-25"0"-1,-1 0-15,-25 0 16,-27 0-16,-26 0 16,-27 0-16,1 0 15,-27 0-15,-26 26 16,-26-26-16,0 0 0,-27 0 15,-25 0-15,-1 0 16,1 0-16,25 0 16,27 0-16,52-26 15,27 26-15,26 0 16,52 0-16,53 0 16,26-26 15,26 26 63,26 0-94,-25-27 15</inkml:trace>
  <inkml:trace contextRef="#ctx0" brushRef="#br0" timeOffset="47578.47">7662 1286 0,'-27'0'0,"27"-27"15,-26 27 1,0 27-1,0-1-15,-27 26 16,1 1-16,-1-27 16,1 26-16,-1-25 15,27-1-15,0-26 16,26 26 15,26-26-15,26 26-16,27 1 0,0-1 15,-27 0 1,27 0-16,0 1 0,-27 25 16,-25-26-16,-27 27 15</inkml:trace>
  <inkml:trace contextRef="#ctx0" brushRef="#br0" timeOffset="48159.83">8764 1181 0,'0'-27'0,"0"1"15,0 0 1,0 52 31,-27 0-47,1 27 16,26-27-1,0 27-15,0-27 0,26 0 16,1 0-16,25-26 15,27 26 1,-27-26-16,1 0 0,-27 27 16,27-27-16,-53-27 15,0 1 1,0 0-16,0 0 16,0 0-1,0-1-15,0 1 16,-27 26-16,27 26 62,0 27-46,0 25-16,0-25 16,0 26-1,0-27-15,-26 1 0,26-1 16,0-26-16,-26 1 15,26-1-15</inkml:trace>
  <inkml:trace contextRef="#ctx0" brushRef="#br0" timeOffset="48567.79">9341 1259 0,'0'-26'16,"-26"26"-16,-1 0 63,1 26-63,0 1 0,26 25 15,-26 0-15,26 1 16,0-1-16,0 1 15,0-27 1,26 0-16,26 1 0,1-27 16,-1 0-16,1 0 15,-1 0-15,-25-27 16,-1 1-16,0-26 16,0-1-16,-26 1 15,0-1-15,0 27 0,-26 0 16,-26 0-1,25-1-15,-25 27 0,-1 0 16,-25 27-16,-1-1 16</inkml:trace>
  <inkml:trace contextRef="#ctx0" brushRef="#br0" timeOffset="52929.26">16688 1049 0,'-52'-26'0,"52"0"16,0 0-16,0-27 15,0 27-15,78-27 32,-25 27-32,25 26 0,-25 0 0,-27 0 15,0 0-15,1 0 16,-27 26-16,0 27 15,0-1-15,0 1 16,-53-1-16,1 1 16,-1-27-1,1 27-15,-1-53 16,1 26-16,130-26 62,27 0-62,0 0 16,27 0-16,-27 0 16,-27-26-16</inkml:trace>
  <inkml:trace contextRef="#ctx0" brushRef="#br0" timeOffset="53165.08">17554 813 0,'0'-26'16,"26"52"15,27 27-15,-1-27-16,27 26 15,-27-25-15,27 25 16,-26-26-16,-27-26 0,0 27 15,0-1-15</inkml:trace>
  <inkml:trace contextRef="#ctx0" brushRef="#br0" timeOffset="53432.81">17948 761 0,'-27'0'47,"1"0"-47,-26 52 15,25 1-15,-25-1 16,-1 27-16,27-27 16,-26-25-16,25 25 15,27-26-15,-26 1 16,0-1-16,26 0 15,52-26 17</inkml:trace>
  <inkml:trace contextRef="#ctx0" brushRef="#br0" timeOffset="53939.14">18446 813 0,'-52'-26'0,"25"26"0,27-26 16,-26 26-1,26-26 1,26-1-16,1 1 16,25 26-1,-26-26-15,27 26 0,-27 0 16,0 0-16,1 0 15,-27 26 17,0 0-17,0 1-15,0-1 0,0 0 16,-27 0 0,1 0-16,0-26 0,0 27 15,26-1 1,0 0-1,26-26-15,26 26 16,-25-26-16,25 27 16,0-27-16,-25 0 15,-1 26-15,-79-26 47,1 26-31,0-26-16,25 0 15,-25 0-15,26 26 16,-1-26-16</inkml:trace>
  <inkml:trace contextRef="#ctx0" brushRef="#br0" timeOffset="54409.85">18918 656 0,'0'-26'0,"-26"26"15,0 0 48,26 52-63,0-26 15,0 27-15,0-27 16,0 26-16,0-25 16,26-1-16,0 0 15,1 0-15,25-26 0,1 27 32,-1-27-32,1 0 0,-1 0 0,1 0 15,-27-27-15,-26 1 16,26 0-16,-26 0 15,0-27-15,0 27 16,0-26-16,-52-1 16,-1 27-16,1 0 15,-1-1-15,-26 27 16,53-26-16,-26 26 16,25 0-16,1 0 0,0 26 15,26 1 1,-26-1-16,26 26 0</inkml:trace>
  <inkml:trace contextRef="#ctx0" brushRef="#br0" timeOffset="54756.08">19522 577 0,'0'-26'32,"26"52"30,0 27-62,27-27 16,26 0-16,-27 27 15,27-27-15,-27 0 16,-25 0-16,25-26 16,-26 26-16,0-26 15,-26 27-15,27-27 16,-27 26 0</inkml:trace>
  <inkml:trace contextRef="#ctx0" brushRef="#br0" timeOffset="55038.48">19968 525 0,'-26'-27'0,"0"27"47,-27 53-32,27-1-15,-53 1 32,27 26-32,25-27 15,-25 27-15,-1-27 16,27 1-16,0-27 16,26 26-16,0-25 15,0-1 1,0 0-1,52-26 1</inkml:trace>
  <inkml:trace contextRef="#ctx0" brushRef="#br0" timeOffset="55620.48">20020 630 0,'0'-27'15,"0"1"-15,0 52 79,0 1-64,0-1-15,0 0 16,0 0-16,0 1 15,27-1 1,25 0-16,1-26 16,-1 0-16,1 0 15,-1 0-15,-26 0 16,27 0-16,-53-26 16,26 0-16,-26-1 0,26 1 15,-26 0-15,0 0 16,0-1-16,0 1 15,0 0-15,-26 26 16,26-26-16,0 52 78,0 26-62,0-25-16,0 25 15,0-26-15,0 27 0,0-27 16,0 26-16,0-25 16,0-1-16,26-26 15,-26 26-15,27-26 16,-1 26-16,26-26 16,-26 0-1</inkml:trace>
  <inkml:trace contextRef="#ctx0" brushRef="#br0" timeOffset="56043.66">20781 551 0,'0'-26'16,"0"52"62,0 26-62,0-25-16,0 25 15,0-26-15,0 1 16,0 25-16,0-26 16,27 0-16,25 1 15,1-1-15,-1-26 16,1 0-16,-1 0 15,1 0-15,-27-26 16,26-1-16,-26 1 16,1-26-16,-1-1 15,-26 1-15,0-1 16,0 1-16,0-1 16,-26 27-16,-1 0 15,-25 0-15,0-1 16,25 27-16,-25 0 15,-1 0-15,1 27 16,-1 25-16,-25 1 0</inkml:trace>
  <inkml:trace contextRef="#ctx0" brushRef="#br0" timeOffset="56547.35">16924 1679 0,'-184'0'0,"1"0"15,25 26-15,27-26 16,52 27-16,27-27 16,78 0-1,105 0-15,79 0 0,105-27 16,53 1-16,51-26 15,54-27-15,-1 26 16,0-25 0,1-1-16,-27 0 0,-26 27 15,-53-1-15,-52 1 16,-53-1-16,-52 27 16,-52 0-16,-80 0 15,-25 26-15,-132 0 16,-52 26-1,-53 26-15,0-25 16</inkml:trace>
  <inkml:trace contextRef="#ctx0" brushRef="#br0" timeOffset="56971.2">17606 1968 0,'0'-26'16,"0"-1"0,27 1-16,-1 26 0,53-26 15,-27 0-15,-26 26 16,1 0-16,-1 0 15,-26 26 1,0 0 0,-26 0-16,-1 27 15,1-27-15,26 0 16,0 27-16,0-27 0,26 26 16,1-25-16,25-1 15,-26 0-15,1 0 16,-54 1 31,-25-27-47,-27 26 15,27-26-15,-1 0 16,27 0-16</inkml:trace>
  <inkml:trace contextRef="#ctx0" brushRef="#br0" timeOffset="57268.36">18184 1915 0,'-27'27'31,"1"25"-31,26 0 16,0-25-16,0-1 15,0 0 1,0 0-16,26-26 0,1 0 15,25 0-15,-26 0 16,27 0-16,-1-26 16,-25 0-16,-27 0 15,0-1-15,0 1 0,0 0 16,-53 0 0,27 0-16,-27 26 0,27 0 15,0 0-15</inkml:trace>
  <inkml:trace contextRef="#ctx0" brushRef="#br0" timeOffset="57441.4">18499 2099 0,'0'-26'15,"78"26"-15,1-27 16,26 1-16,26 26 0,-26-26 15,-26 0-15,-27 26 16,1 0 0,-53-26-16,0-1 15</inkml:trace>
  <inkml:trace contextRef="#ctx0" brushRef="#br0" timeOffset="57646.68">18840 1810 0,'-27'0'15,"27"-26"-15,0 79 32,27-1-32,-1 1 15,0-1-15,0 0 16,1 1-16,-1-1 16,-26-25-1,0 25 1,26-26-16,-26 1 0,0-1 0</inkml:trace>
  <inkml:trace contextRef="#ctx0" brushRef="#br0" timeOffset="58072.36">19260 1810 0,'0'-26'15,"0"52"32,52 1-31,-26-1-16,27 26 15,-1-25-15,-26-27 16,27 26-16,-27-26 16,0 0-16,27 0 0,-27-26 15,0-27-15,-26 1 16,0-1-16,0 27 15,0-27-15,0 27 16,0 52 47,0 27-63,27-1 15,25 1-15,-26-1 16,1-25-16,-1-1 15,0 0-15,0 0 16,1-52 0</inkml:trace>
  <inkml:trace contextRef="#ctx0" brushRef="#br0" timeOffset="58369.41">19994 1705 0,'0'-26'15,"0"0"-15,0 52 47,0 27-47,0-1 16,26 1-1,-26-1-15,27 1 0,25-27 16,-26-26-16,1 0 16,-1 0-16,26 0 15,-25 0-15,25-26 16,-26-1-16,27-25 15,-53 26-15,26-27 16,-26 1-16,0 25 16,0 1-16,-52 0 15,25 26-15,1-26 16,-26 26-16,-1 0 16,27 0-16,-27 0 0,27 0 15,-26 26-15</inkml:trace>
  <inkml:trace contextRef="#ctx0" brushRef="#br0" timeOffset="58888.34">21437 498 0,'0'-78'16,"0"-1"-16,0 26 16,-78-25-16,-27 25 15,-26 27-15,-27-26 16,-26 25-16,-78 1 16,-53 26-16,-78 0 15,-54 26-15,-25 27 16,-53 25-16,-52 27 15,26 53-15,26 26 16,53 25-16,105 28 16,78 25-16,132 0 0,78 1 15,105-27-15,158-26 16,104-26-16,106-53 16,52-26-16,79-53 15,52-26-15,27-52 16,25-26-16,-25-53 15,26-53-15,-27-25 16,-52-27-16,-52-53 16,-106-25-16,-52-27 15,-157 0-15,-105 53 16,-79 25-16,-236 27 0,-132 79 16,-156 53-16,-80 51 15,-131 27-15,-26 79 16</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1T08:40:40.999"/>
    </inkml:context>
    <inkml:brush xml:id="br0">
      <inkml:brushProperty name="width" value="0.05292" units="cm"/>
      <inkml:brushProperty name="height" value="0.05292" units="cm"/>
      <inkml:brushProperty name="color" value="#FF0000"/>
    </inkml:brush>
  </inkml:definitions>
  <inkml:trace contextRef="#ctx0" brushRef="#br0">7557 3568 0,'-158'-26'15,"-26"26"-15,27 0 0,26 0 16,26 0 0,26 0-16,53 0 0,78 0 31,80 0-31,51 26 16,53 1-16,27-27 15,52 0-15,0 0 16,-1 0-1,-51 0-15,-53 0 0,-53 0 16,-52 0-16,-52 0 16,-80 0-1,-78 0 1</inkml:trace>
  <inkml:trace contextRef="#ctx0" brushRef="#br0" timeOffset="328.11">6743 3647 0,'-183'26'0,"25"-26"16,79 0-16,53 0 15,26 27 1,105-27-16,79 0 16,52 0-16,53 0 15,-1 0-15,53 0 16,-26 0-16,0 0 0,0-27 15,-105 27-15,-26 0 16,-106 0-16,-52 0 16,-26-26-1</inkml:trace>
  <inkml:trace contextRef="#ctx0" brushRef="#br0" timeOffset="5674.05">1548 4487 0,'0'-26'0,"0"-1"16,-27 27 0,1 0-1,0 27 1,-26 25 0,-1 0-16,1 27 0,-1 0 15,53 26-15,-26-26 16,26 26-16,0 0 15,0-1-15,0 28 16,0-27-16,52 0 16,-25 0-16,25 0 15,-26-27-15,1 27 16,-27-26-16,0 0 0,0 26 16,0 0-16,-53-27 15,1 1-15,-27 0 16,-26-27-16,26 1 15,0-27-15,53-26 16,0 0 0,26-53 15,26 27-31,0 0 16,1 0-16,-1 26 15,0 0-15,27 0 16,-27 0-16,53 52 15,-27 1-15,1 25 0,-27 54 16,26-1-16,-25 26 16,-27 27-16,0 26 15,0-27-15,-53 27 16,1-26-16,-1-26 16,27-1-16,0-26 15,26-26 1,0 0-16,26-26 0,26-27 15,27-25-15,0-1 16,-27 0-16,27-26 0,-27 0 16,-25 0-16,-1 0 15,-26-26 32,0-27-47</inkml:trace>
  <inkml:trace contextRef="#ctx0" brushRef="#br0" timeOffset="13575.16">15455 2230 0,'0'-26'0,"26"26"16,-26-26 0,0-1-1,-26 1-15,-27 0 16,-25 26-16,-1-26 15,0-1-15,-26 27 0,-26 0 16,0-26-16,-27 26 16,1 0-16,-1 0 15,-25 0-15,-1 26 16,27 1 0,-1 25-16,27 1 0,-26-1 15,25 1-15,27-1 16,0 27-16,27 0 15,25-1-15,-25 1 16,51 26-16,1-26 0,26 26 16,0-27-1,0 27-15,26-26 0,53 0 16,0-1-16,26 1 16,26-26-16,26-1 15,1 1-15,52-27 16,26-26-16,52 0 15,1 0-15,0 0 16,-1-26-16,-25-27 16,-27 1-16,-26-27 15,-26 0-15,-27-26 16,0-26-16,-25 0 16,-1-53-16,-52 1 0,-27-27 15,-52 26-15,-105 0 16,-131 53-1,-105 0-15,-132 52 0,-51 0 16</inkml:trace>
  <inkml:trace contextRef="#ctx0" brushRef="#br0" timeOffset="17716.65">8291 1548 0,'-26'-26'15,"26"-1"-15,0 1 16,0 0 0,0 52 31,0 27-32,0-1-15,0 1 16,0-1-16,0 1 15,0 25-15,0-25 16,0-27-16,0 27 16,0-27-16,0 0 15,26-26-15,-26 26 16</inkml:trace>
  <inkml:trace contextRef="#ctx0" brushRef="#br0" timeOffset="18063.64">8160 1627 0,'-26'-27'0,"26"1"15,0 0-15,0 0 31,26 26 1,53 26-1,0 0-31,26 0 0,-1 1 0,28-1 16,-54 0-16,27 0 15,-52 1-15,-1-1 16,-25 0-16,-1 0 15,-26 1-15,0-1 16,-53 0-16,1 0 16,-27 1-16,-26-1 0,0 0 15,0 0-15,27 0 16,25-26-16,1 27 16,52-1-1,52-26 1</inkml:trace>
  <inkml:trace contextRef="#ctx0" brushRef="#br0" timeOffset="18690.71">15219 1312 0,'-27'-26'16,"27"-1"-16,0 1 15,0 52 32,0 1-47,0 25 16,0 0-16,0 1 15,0 26-15,0-27 16,27-26-16,-27 27 16,0-27-16,0 0 15,26 1-15,-26-1 32,-53-52 14</inkml:trace>
  <inkml:trace contextRef="#ctx0" brushRef="#br0" timeOffset="18990.38">14799 1286 0,'-26'-27'15,"52"1"16,26 26-31,27 0 16,0 0-16,26 0 16,-27-26-16,27 26 15,-26 0-15,0 0 16,-27 0-16,-26 0 16,1 0-16,-27 26 62</inkml:trace>
  <inkml:trace contextRef="#ctx0" brushRef="#br0" timeOffset="19872.5">10548 5982 0,'26'-26'0,"-26"0"16,0 0-16,0-1 15,0 1 1,-52 26-1,-27 0 1,26 0-16,-25 26 0,25 1 16,1 25-16,26-26 15,-1 27-15,27-1 16,0-25-16,0 25 16,53 1-16,26-1 15,-1 1-15,27-27 16,0 26-16,-26 1 15,-27-27-15,1 26 0,-27-25 16,0 25-16,-26-26 16,0 1-16,-26-1 15,-26 0-15,-1-26 16,-26 26-16,-26-26 16,27 0-16,-27 0 15,26 0-15,27 0 16,-1 0-16,1-26 15,52 0-15,0 0 16,0-27-16,78 1 16,1 25-16,0 1 15</inkml:trace>
  <inkml:trace contextRef="#ctx0" brushRef="#br0" timeOffset="20155.22">11702 6533 0,'0'-26'16,"79"26"-16,26 0 15,0-26 1,0 26-16,0 0 0,-26 0 16,-27 0-16,-26 0 15,1 0-15,-80 0 32</inkml:trace>
  <inkml:trace contextRef="#ctx0" brushRef="#br0" timeOffset="20296.63">11781 6770 0,'53'0'31,"52"0"-31,26 0 16,0 0-16,26-27 16,1 1-16,-53 26 15</inkml:trace>
  <inkml:trace contextRef="#ctx0" brushRef="#br0" timeOffset="20704.53">13670 5746 0,'-26'-26'16,"26"0"-16,-26 26 16,26-26-16,0 52 62,0 26-62,26 1 0,0 25 16,1 1-1,-1 0-15,0 0 16,-26-1-16,26 1 0,-26-26 16,0-1-16,0 1 15,0-27-15,0 0 16,0-78 31,0-1-32,0 1-15</inkml:trace>
  <inkml:trace contextRef="#ctx0" brushRef="#br0" timeOffset="21035.58">13644 5877 0,'0'-26'0,"0"0"16,53 26-1,-1 0 1,1 0-16,25 0 16,27 26-16,-26 0 15,26 1-15,0 25 16,-26-26-16,-27 1 0,1 25 16,-27-26-16,-26 1 15,0-1-15,0 26 16,0-25-1,-53 25-15,-25-26 0,-27 27 32,0-27-32,0 0 15,0 1-15,0-1 16,26 0-16,27-26 16,-1 26-16,27 0 15</inkml:trace>
  <inkml:trace contextRef="#ctx0" brushRef="#br0" timeOffset="21428.06">15061 5799 0,'0'-26'0,"-26"78"63,-27 27-63,1-1 15,-27 27-15,27 0 16,-27 27-16,27-27 15,-1-1-15,1 1 16,25-26-16,-25 0 16,-1 0-16,53-1 0,-26-25 15,0-27-15,26 0 16,0 1-16,0-1 16,0 0-16,26 0 15,0-26-15</inkml:trace>
  <inkml:trace contextRef="#ctx0" brushRef="#br0" timeOffset="21726.35">15429 6770 0,'-27'0'0,"27"-27"0,0 80 63,0-1-48,-26 27-15,26 0 16,0 0-16,0-1 16,0-25-16,0-1 15,0 1-15,0-27 16,0 0-16,0 0 0,-52-78 47</inkml:trace>
  <inkml:trace contextRef="#ctx0" brushRef="#br0" timeOffset="21930.23">14930 6822 0,'52'-26'16,"27"26"0,0 0-16,52-26 15,-26 26-15,26 0 0,-26 0 16,0 0-16,-52 0 16,25 0-16,-51 0 15</inkml:trace>
  <inkml:trace contextRef="#ctx0" brushRef="#br0" timeOffset="22747.39">11466 9420 0,'-78'-26'0,"25"-1"16,-26 27-16,27 0 16,-27 0-1,0 27-15,1-1 0,25 0 16,1 27-16,26-1 16,26 1-16,0-27 0,52 26 15,53-26-15,0 1 16,0 25-16,0-26 15,-53 1-15,1-1 16,-27 0-16,0 0 16,-26 1-16,0-1 15,0 0-15,-26 0 16,0-26 0,-27 0-16,1 0 15,-27 0-15,-26 0 16,26 0-1,1-26-15,-1 0 0,27 0 0,52-1 16,0-25-16,0 26 16,105-1-16,-1 1 15</inkml:trace>
  <inkml:trace contextRef="#ctx0" brushRef="#br0" timeOffset="22999.02">12857 9866 0,'79'0'31,"-1"0"-31,27 0 15,0 0-15,-26 0 16,0 0-16,0-26 16,-53 26-1</inkml:trace>
  <inkml:trace contextRef="#ctx0" brushRef="#br0" timeOffset="23140.42">13093 10023 0,'-52'27'0,"-1"-1"16,1 0-16,-1 0 15,106-26 17,52 0-17,0 0-15,26 0 16,0-52-16,-26 26 16</inkml:trace>
  <inkml:trace contextRef="#ctx0" brushRef="#br0" timeOffset="23910.41">15140 8974 0,'0'-26'0,"0"-1"16,0 1-1,-26 26 1,-1 0-16,-51 0 16,-1 26-16,0 1 15,1-1-15,25 52 16,1-25-16,25 26 16,1-27-16,26 27 15,0-27-15,53 1 16,-1-1-1,27 1-15,-1-27 0,-25-26 0,26 0 16,-27 0-16,1-26 16,-1 0-16,-26-1 15,1-25-15,-27 26 16,0-27-16,0 27 16,0 0-1,-27 26 1,1 0-16,0 0 15,-27 0-15,1 0 16,-1 0-16,1 52 16,-1-26-16,53 27 0,-26-27 15,26 27 1,0-27-16,26 0 0,27 0 16,-1 1-16,27-1 15,-26-26-15</inkml:trace>
  <inkml:trace contextRef="#ctx0" brushRef="#br0" timeOffset="24553.45">15875 9052 0,'-53'0'15,"27"0"-15,-27 0 16,27 0-16,-26 27 15,25-1-15,1 0 16,0 27-16,26-27 16,0 26-16,0 1 15,0-27-15,26 27 16,27-27-16,-1 0 16,1-26-16,25 0 15,-51 0-15,25 0 16,-26 0-16,1-52 15,-27 25-15,0-25 16,0-1-16,0 1 0,0 26 16,0-27-16,0 27 15,0 0-15,0-1 16,0 1-16,26 0 16,0 26-1,27 0-15,-27 0 16,26 0-16,-26 0 15,1 26-15,-1 27 16,0-27-16,-26 26 16,26-25-16,-26 25 0,0-26 15,27 1 1,-1-1-16,0 0 16,0 0-16,1-26 0,-1 0 15,0 0 1,-26-52-1,0 26 1,0-27-16,0 1 16,0-1-16,-26 27 15,-27-27-15,1 27 16,-1 0-16,27 26 16,0 0-16,0 0 15,-1 0-15,27 26 16</inkml:trace>
  <inkml:trace contextRef="#ctx0" brushRef="#br0" timeOffset="25182.22">16819 8974 0,'26'52'47,"-26"1"-47,27-27 15,-1 0-15,-26 0 16,0 1-16,0-1 31,0-52 0,0-27-31,0 1 16,0-1-16,0 1 16,0 26-16,26-27 15,0 53-15,27-26 16,-27 26-16,0 0 16,27 0-16,-27 26 0,0 27 15,1-1-15,-1 0 16,0 1-16,0-1 15,1-25-15,-27-1 16,26 0 0,-26-52 15,0 0-31,0-27 0,0 1 16,0-27-1,26 27-15,26-1 0,1 27 16,-27 0-16,27-1 15,-27 27-15,0 0 16,0 27-16,1 25 16,-1 1-16,0 25 15,0-25-15,1-1 16,-1 1-16,0-1 16,0 1-16,-26-27 15,0 0-15,0 0 16,0 1-16</inkml:trace>
  <inkml:trace contextRef="#ctx0" brushRef="#br0" timeOffset="25574.87">14536 10102 0,'-157'0'0,"26"26"16,52-26 0,27 0-16,52 27 0,131-27 15,79 0 1,105 0-16,52 0 15,79 0-15,0-27 16,26 1-16,-26-26 16,-26-1-16,-26 27 15,-79-27-15,-53 27 16,-104-26-16,-53 52 16,-53-27-16,-131 27 31,-26 0-31</inkml:trace>
  <inkml:trace contextRef="#ctx0" brushRef="#br0" timeOffset="37930.79">19102 1128 0,'-26'-26'0,"0"26"16,26-26-1,0 78 16,0-26-31,26 27 16,-26 26-16,26-27 16,-26 0-16,26 1 15,-26-1-15,27 1 16,-1-1-16,0-25 16,-26-1-16,26-26 0</inkml:trace>
  <inkml:trace contextRef="#ctx0" brushRef="#br0" timeOffset="38480.49">19338 1233 0,'0'-26'15,"0"0"-15,-26 26 32,26 52-1,0-26-31,26 27 15,0-27-15,-26 0 0,27 0 16,-1 1 0,-26-54 15,0 1-31,0-26 16,0-1-16,-26 27 15,26-26-15,0 25 16,0 1-16,0 0 15,26 26 1,26 0 0,-25 26-16,51 27 15,-51-1-15,25-26 16,1 27-16,-27-27 0,0-26 16,-26-26 30,0-27-46,0 1 16,0-1-16,0 27 16,0-26-16,26 52 15,-26-27-15,27 27 32,-1 27-32,0-1 15,27 26-15,-1 1 0,-26-1 16,0-25-16,27 25 15,-27-26-15,27 0 16,-1 1-16,1-27 16</inkml:trace>
  <inkml:trace contextRef="#ctx0" brushRef="#br0" timeOffset="38669.15">20598 1207 0,'-27'0'0,"54"0"31,51 0-31,27-26 16,0 26-16,0-27 16,-26 27-16,-53 0 15,1 0-15</inkml:trace>
  <inkml:trace contextRef="#ctx0" brushRef="#br0" timeOffset="38827.04">20860 1338 0,'-52'26'15,"-1"-26"-15,53 26 0,53-26 32,52-26-17,52 0-15,0 0 16,-25 0-1,-54-1-15</inkml:trace>
  <inkml:trace contextRef="#ctx0" brushRef="#br0" timeOffset="39252.35">21883 839 0,'-26'0'16,"0"0"0,0 27-16,0-1 15,-1 26-15,1 1 16,0-1 0,26 27-16,0-26 0,0-1 0,26-26 15,0 27-15,27-27 31,25 0-31,-25-26 0,-1 0 0,-25 0 16,25 0-16,-26-26 16,1 0-16,-27-27 15,0 27-15,0 0 16,0 0-16,-27 26 16,1-27-16,-26 27 15,-1 0-15,1 0 16,25 0-16,1 27 0,0-1 15,26 0-15,0 0 32,0 1-32</inkml:trace>
  <inkml:trace contextRef="#ctx0" brushRef="#br0" timeOffset="39630.57">22539 997 0,'-26'-26'0,"0"-1"16,26 54 15,-26-1-15,26 0-16,0 27 15,0-1-15,0-26 16,0 27-16,0-27 16,26 0-16,26 1 15,-25-27-15,-1 26 16,26-26-16,1 0 16,-27-26-16,27-1 0,-27-25 15,-26 26-15,0-27 16,0 27-16,0-27 15,-26 27-15,-1 0 16,1 0-16,-26-1 16,25 27-1,1 0-15,0 0 16,0 0-16</inkml:trace>
  <inkml:trace contextRef="#ctx0" brushRef="#br0" timeOffset="39991.76">23248 944 0,'0'-52'0,"0"26"16,0-1-16,0 1 31,-26 26-16,-1 0-15,1 26 16,0 1-16,0-1 16,26 0-16,0 27 0,0-27 15,52 26-15,1-25 16,-1-1-16,-26 0 16,1 0-16,25 1 15,-104-27 32,-1 0-47,1 0 16,-1 0-16,27 0 15,26-27-15</inkml:trace>
  <inkml:trace contextRef="#ctx0" brushRef="#br0" timeOffset="40321.92">23484 1102 0,'26'0'0,"1"-26"16,25-1-16,1 27 15,-1-26-15,0 0 16,1 0-16,-27-1 16,-26 1-16,0 0 15,0 0 1,-26 26-16,0 0 15,-27 0-15,1 52 16,26-26 0,-1 27-16,27-1 0,0-25 15,27 25-15,51-52 16,1 26-16,-27-26 16,27 0-16,0 0 15,0-26-15,-1 0 16,-25 0-16,-27-27 15,-26 27-15</inkml:trace>
  <inkml:trace contextRef="#ctx0" brushRef="#br0" timeOffset="40904.15">19260 2309 0,'-53'-26'16,"1"26"-16,25 0 0,1 0 15,0 26-15,26 0 16,0 27-16,0-27 16,26 0-16,53 27 15,-27-27-15,27 0 16,-27 0-16,1 1 15,-27-1-15,-26 0 16,-26 0 0,-53-26-16,1 26 15,25-26-15,-26 0 16,27-26-16</inkml:trace>
  <inkml:trace contextRef="#ctx0" brushRef="#br0" timeOffset="41030.41">19023 2388 0,'27'-27'16,"-1"1"-16,26 26 16,27-26-16,0 0 0,26-1 15,0 27-15,-27 0 16,27 0 0</inkml:trace>
  <inkml:trace contextRef="#ctx0" brushRef="#br0" timeOffset="41534.69">19784 2230 0,'0'26'47,"53"27"-47,-1-1 16,-25-25-16,25-1 16,-26 0-16,0 0 15,-52-78 48,0 26-63,26-27 0,0 27 15,0 0-15,0-1 16,0 1-16,52 26 16,-25 0-16,25 0 15,-26 26-15,27 1 16,-27-1-1,0 26-15,1-25 0,-27-1 16,26-26 15,-26-26-15,0-1 0,26-25-16,0-1 15,-26 27-15,27 26 16,-1-26-16,0 26 0,0 0 15,1 0 1,-1 26-16,26 0 0,-26 27 31,1-27-31,-1 0 0,0 27 0,-26-27 16,26 0 0,1 1-1</inkml:trace>
  <inkml:trace contextRef="#ctx0" brushRef="#br0" timeOffset="41739.65">21044 2361 0,'26'0'31,"53"-26"-31,-1 26 15,1 0-15,0-26 16,0 26-16,-53 0 16,0 0-16</inkml:trace>
  <inkml:trace contextRef="#ctx0" brushRef="#br0" timeOffset="41850.69">21332 2440 0,'-52'26'15,"26"-26"-15,26 27 16,-27-27-16,54 0 31,51 0-31,1-27 16,52 1-16,-26 0 15</inkml:trace>
  <inkml:trace contextRef="#ctx0" brushRef="#br0" timeOffset="42165.13">22461 2099 0,'-26'-26'0,"26"-1"15,0 1-15,52 0 0,27 0 16,-27 26-1,1 0-15,-1 0 0,-26 0 16,1 26-16,-27 0 16,0 27-16,0-1 15,0 1-15,-27-1 16,-25 1-16,26-1 16,-1-26-16,1 27 15,0-27-15</inkml:trace>
  <inkml:trace contextRef="#ctx0" brushRef="#br0" timeOffset="42526.73">22435 2886 0,'26'0'16,"0"0"-1,0 0 1,-26-26-16,0 0 31,-26 26-31,0 0 16,0 0-1,-1 0-15,27 26 32,53-26-17,-27 0-15,26 0 16,-25 0-16,25 0 15,-26 0-15,-26-26 16,0-1 0,-26 27-1,-26 0 1,25 0-16,-25 0 16</inkml:trace>
  <inkml:trace contextRef="#ctx0" brushRef="#br0" timeOffset="53958.2">19391 3726 0,'26'-26'16,"26"26"-16,53-27 16,0 1-16,0 0 15,0 0-15,-52 26 16,-1-27-16,-26 27 15,-26 27 1</inkml:trace>
  <inkml:trace contextRef="#ctx0" brushRef="#br0" timeOffset="54115.15">19548 3831 0,'26'0'31,"27"-26"-31,-1-1 16,27 1-16,0 0 16,26 0-16,0-1 0,26 1 15</inkml:trace>
  <inkml:trace contextRef="#ctx0" brushRef="#br0" timeOffset="55535.27">14877 10706 0,'-26'-27'16,"26"1"-16,53 0 16,-1 0-1,27 26-15,0 0 16,-53 0-16,26 0 16,-25 0-16,-27 26 15,0 0-15,0 27 0,-27-27 16,-51 26-16,51 1 15,-25-27-15,26 0 32,26 27-32,0-27 15,0 0-15,26-26 16,53 26-16,-1 1 16,-25-1-16,26 0 15,-53-26-15,26 26 16,-78-26 15,-53 0-31,-26 27 16,0-27-16,27 0 15,-1 0-15,26 0 16,27-27-16,0 27 16</inkml:trace>
  <inkml:trace contextRef="#ctx0" brushRef="#br0" timeOffset="56162.66">15980 10601 0,'-27'-27'0,"1"27"15,0 0-15,0 0 16,-1 0-16,1 0 15,0 0-15,-27 27 16,27-1-16,0 26 16,0 1-16,26-27 15,0 27-15,0-27 16,52 0-16,1 0 16,25-26-16,-25 0 15,-1 0-15,1 0 16,-27 0-16,0-26 0,-26 0 15,0 0-15,0-1 16,0-25-16,0 26 16,-26-27-16,0 27 15,26-27-15,0 27 16,0 0-16,0 0 16,52-1-16,1 27 15,-1-26-15,1 26 16,-1 0-16,1 0 15,-1 26-15,-26 1 16,1 25-16,-1 1 16,-26-1-16,0-26 15,0 27-15,26-27 0,-26 0 16,26 1 0,27-1-16,-27-26 0,27 0 15,-1 0-15,0-26 16,1-1-16,-1 1 15,1-26-15,-27-1 16,0 27-16,-26-27 16,0 1-16,0-1 15,-52 27-15,-1 0 16,-25 0-16,25 26 0,1 0 16,-27 0-1,27 0-15,-1 26 0</inkml:trace>
  <inkml:trace contextRef="#ctx0" brushRef="#br0" timeOffset="56616.52">17606 10364 0,'0'-26'16,"-26"26"15,-26 0-15,-1 53-16,1-27 15,25 0-15,27 27 16,0-27-16,0 0 16,27 27-16,25-27 15,27 0-15,-27 27 0,27-27 16,-53 0 0,27-26-16,-53 26 0,26-26 15,-26 27 1,-26-27-1,-27 0-15,-25 26 16,-27-26-16,52 0 16,-26 0-16,53 0 15,0 0-15</inkml:trace>
  <inkml:trace contextRef="#ctx0" brushRef="#br0" timeOffset="56976.79">17790 10706 0,'26'0'31,"27"0"-31,-1-27 16,-25 1-16,25 26 16,-26-26-16,0 0 15,1-1-15,-27 1 16,0 0-16,0 0 15,0-1-15,0 1 16,-27 26 0,1 0-1,-26 0-15,-1 53 16,1-1-16,-1 1 16,27-1-16,26 1 15,0-1-15,0-26 16,26 27-16,1-27 15,51-26-15,27 0 16,-26 0-16,26 0 16,-26 0-16,26-52 15</inkml:trace>
  <inkml:trace contextRef="#ctx0" brushRef="#br0" timeOffset="57196.27">18604 10548 0,'0'-52'0,"0"25"16,-27 27-16,1-26 15,0 26-15,0 0 0,-1 0 16,-25 53-16,-1-1 16,1 1-16,26 25 15,26-25-15,0-1 16,0 1-16,78-27 16,1 0-16,26 0 15,0-26-15,26 0 16,-26-52-16,0 0 0,-26-1 15</inkml:trace>
  <inkml:trace contextRef="#ctx0" brushRef="#br0" timeOffset="57494.73">19391 9656 0,'0'26'16,"78"0"0,1 27-16,26-27 0,-26 27 15,26-1-15,0 1 16,0-1-16,-27 1 15,-25-27-15,-1 0 16,-25 0-16,-1-26 16,0 27-16,0-80 31</inkml:trace>
  <inkml:trace contextRef="#ctx0" brushRef="#br0" timeOffset="57667.89">20230 9682 0,'-26'-26'0,"26"0"15,-26 26-15,0 0 16,-27 26 0,1 26-16,-1 27 15,1-26-15,-1 25 16,27 1-16,0 0 16,0 0-16,-27-27 15,1 27-15,-27-53 16</inkml:trace>
  <inkml:trace contextRef="#ctx0" brushRef="#br0" timeOffset="58421.12">17790 8606 0,'0'27'62,"0"-1"-46,26-26 31,1-53-47,51 1 15,-25-1-15,-1 1 0,1-1 16,-1 1-16,1 0 16,-1-1-16,1 1 15,-27 25 1,0 1-16,-26 0 0,0 0 16,0 52 109,0 0-110,0 27-15</inkml:trace>
  <inkml:trace contextRef="#ctx0" brushRef="#br0" timeOffset="59867.76">18446 11913 0,'26'0'93,"27"0"-77,26-27-16,-27 1 16,0 0-16,1 26 15,-1-26-15,1-1 16,-27 1-16,0 26 15</inkml:trace>
  <inkml:trace contextRef="#ctx0" brushRef="#br0" timeOffset="68820.86">20860 8475 0,'-26'0'0,"0"-26"15,-1 26-15,27 26 47,0 27-47,0 25 0,-26-25 16,26-1-16,0 27 15,0-53-15,0 27 16,0-1-16,0-25 16,0-1-16,0 0 15,0 0-15,0 0 16,26 1-16,1-27 15,-1 0-15,26 0 0</inkml:trace>
  <inkml:trace contextRef="#ctx0" brushRef="#br0" timeOffset="69387.7">21201 8580 0,'0'-26'16,"0"0"-16,0-1 31,-26 54 0,26-1-15,-26 0-16,26 0 0,0 27 16,0-27-16,0 27 15,52-27-15,1 26 16,25-25-16,1-1 15,-26 0-15,-1 0 16,1 1-16,-27-1 16,0-26-16,-26 26 15,0 0 1,-26-26-16,-53 0 16,-26 26-16,26-26 0,27 0 15,-1 0 1,27 0-16,0-26 0,26 0 15,0 0-15,0-27 16,0 27-16,52-26 16,1-1-16,-1 1 15,1-1-15,-27 1 16,0-1-16,1 1 16,-1-1-16,-26 1 15,0 25-15,0 1 16,0 0-1,-26 26-15,-1 0 16,1 0-16,-26 26 0,-1 0 16,27 27-16,0-27 15,-1 27 1,27-27-16</inkml:trace>
  <inkml:trace contextRef="#ctx0" brushRef="#br0" timeOffset="70126.37">22487 8816 0,'0'-52'0,"0"26"15,0 52 32,0 26-47,-79 27 16,1 0-16,-27 52 15,0 0-15,0 0 0,0 27 16,26-27-16,0-26 16,1 0-16,25 0 15,1 0-15,-1-26 16,27-27-16,26 1 31,-26-27-31,26 0 0,0 0 0,0 0 16,26-26-1,26 0-15</inkml:trace>
  <inkml:trace contextRef="#ctx0" brushRef="#br0" timeOffset="70409.57">22382 10023 0,'-26'0'15,"52"0"1,27 0-1,-1 0-15,-26 0 0,27 0 16,-1 0-16,-26 0 16,1 0-16,25 0 31,-26 0-31</inkml:trace>
  <inkml:trace contextRef="#ctx0" brushRef="#br0" timeOffset="70867.92">22146 10076 0,'-26'0'0,"-1"0"16,27 26 0,0 27-1,-26-27-15,26 0 16,0 27-16,-26-27 15,26 0-15,0 0 16,0 0-16,0 1 16,0-1-16,26-26 62,0-26-46,1-27-16,-1 27 15,26 0-15,-25 26 16,25-26-16,1 26 16,-1-27-16,-26 27 15,27 0-15,-1 0 16,1 27-16,-1-1 16,1 26-16,-27-26 0,26 27 15,-25-27 1,-27 0-16,0 1 0,0-1 15,-79 26-15,-26-25 16,-26-1-16,-27 0 16,-25 0-16,-27 1 15</inkml:trace>
  <inkml:trace contextRef="#ctx0" brushRef="#br0" timeOffset="71698.23">15586 9420 0,'-53'0'16,"27"0"-16,52 0 31,27-53-16,52 1-15,26-27 16,0 0-16,27 27 16,-1-27-16,1 1 15,-27 25-15,-52 1 0,-1 25 16,-52 1-16,-78 79 47,0-1-47,-53 27 15</inkml:trace>
  <inkml:trace contextRef="#ctx0" brushRef="#br0" timeOffset="72045.98">15717 10679 0,'-26'0'16,"0"27"-16,52-27 31,53 0-31,26-27 15,26 1-15,0 0 0,0-27 16,27 1-16,-1-27 16,0 27-16,1-1 15,-1 1-15,-52 26 16,-26-27-16,0 53 16,-53-26-16,-78 26 31</inkml:trace>
  <inkml:trace contextRef="#ctx0" brushRef="#br0" timeOffset="72596.2">15533 10391 0,'-26'0'0,"-26"52"15,-53 1-15,26 78 16,-52-26-16,26 52 16,0 1-16,-26-1 15,26 1-15,-26-1 16,-1-26-16,27 0 15,0-26 1,27-52-16,-1-1 0</inkml:trace>
  <inkml:trace contextRef="#ctx0" brushRef="#br0" timeOffset="72911.07">16137 9052 0,'0'-26'0,"-52"26"16,-27 0-16,-52 53 15,-27 25-15,-26 1 16,-25 52-16,25 1 16,-26-1-16,26-26 15,27 26-15,-1-26 16,1 0-16,52-26 0,0-1 16,0-25-16,53-27 15</inkml:trace>
  <inkml:trace contextRef="#ctx0" brushRef="#br0" timeOffset="73697.3">16714 7845 0,'-26'0'0,"0"0"15,0 0 1,26-26 0,0 0-16,0 0 15,0-1-15,26 1 16,26 0-16,-26 0 16,27 26-16,-1 0 15,1 0-15,-27 0 16,0 0-16,-26 52 15,27-26-15,-27 27 16,0-1-16,0 1 16,-27-27-16,-25 27 0,26-27 15,-1 0-15,-25 0 16,26-26-16,-1 27 16,1-27-16,0 26 15,52-26 63,53 0-78,52-26 16,0-1-16,1 1 16,-1 0-16,-26 0 15,26-1-15,-52 1 0,-1 26 16,-51-26-16,-1 26 94</inkml:trace>
  <inkml:trace contextRef="#ctx0" brushRef="#br0" timeOffset="75381.56">11886 13041 0,'-79'-26'16,"27"-1"-16,-1 27 16,-25 0-16,-1 0 15,27 0-15,-27 0 16,0 27-16,0-1 0,27 0 16,26 27-16,26-1 15,0 1-15,52-1 16,27 27-16,52-27 15,0 27-15,0-27 16,1 1-16,-27-1 16,0-25-16,-53 25 15,-26-26-15,1-26 16,-27 27-16,-27-27 16,-51 26-16,-27 0 15,0-26-15,0 0 16,0 0-16,0 0 15,0 0-15,0-26 16,52-27-16,27 1 16,26-1-16,26 1 15,79-1-15,27 27 16</inkml:trace>
  <inkml:trace contextRef="#ctx0" brushRef="#br0" timeOffset="75679.7">13277 13697 0,'-26'0'16,"104"0"-1,1 0 1,26 0-16,0 0 16,0-26-16,0 26 0,-53-27 15,1 27 1,-27 0-16,0-26 0,1 26 16</inkml:trace>
  <inkml:trace contextRef="#ctx0" brushRef="#br0" timeOffset="76517.39">13565 13881 0,'-52'26'15,"26"0"-15,26 0 47,78-26-47,1 0 0,26 0 16,0-26-16,0 0 15,26 0-15,-52-1 16,-27 27-16,1-26 16,-53 0 624</inkml:trace>
  <inkml:trace contextRef="#ctx0" brushRef="#br0" timeOffset="77145.89">15402 13120 0,'-52'0'0,"26"0"0,26-27 32,0 1-32,26 0 15,26 26-15,1-26 16,-1-1-16,1 27 16,-27 0-16,26 0 31,-25 0-31,-1 0 15,0 0-15,0 27 16,-26-1-16,0 0 0,0 0 16,0 27-16,0-27 15,-26 0-15,-26 27 16,-1-27-16,27 27 16,-27-27-16,27 0 15,26 0 1,26-26-1,1 27 1,25-27-16,1 0 16,-1 26-16,1-26 15,-1 26-15,-26 0 16,1-26-16,-1 26 16,-26 1-16,-26-1 31,-1-26-16,-51 0-15,25 0 16,1 0-16,-1 0 16,-26 0-16,27-26 15,26 26-15,0-27 16,26 1-16,0 0 16,26 26-16</inkml:trace>
  <inkml:trace contextRef="#ctx0" brushRef="#br0" timeOffset="77617.78">16452 12883 0,'0'-26'16,"-26"52"31,-1 1-47,-25 25 0,-1 1 15,27-1-15,0 27 16,26-27-16,0 1 16,0-1-16,0 1 15,26-1-15,0-25 16,53-1-16,-26 0 15,25-26-15,-25 0 16,-1 0-16,1 0 16,-27 0-16,0-26 15,0 0-15,-26-1 0,0 1 16,0-26-16,-26 25 16,-26 1-16,-1 0 15,1 26-15,-1 0 16,1 0-16,26 0 15,-27 0-15,27 26 16,0 0-16,-1 53 16,-25-26-16,26-1 15</inkml:trace>
  <inkml:trace contextRef="#ctx0" brushRef="#br0" timeOffset="77962.96">17160 12962 0,'0'-26'16,"27"0"-16,-27-1 15,-27 54 16,-25 51-31,-27 27 16,0 53 0,1-27-16,-1 26 0,0 1 15,1 26-15,-1-27 16,26 0-16,1 1 16,26-53-16,-1 0 15,1-26-15,0-1 16,26-52-16,0 27 15,0-27-15</inkml:trace>
  <inkml:trace contextRef="#ctx0" brushRef="#br0" timeOffset="78230.1">17423 14064 0,'26'0'16,"26"0"-1,27-26-15,0 26 16,0-26-16,-1 26 15,-25-26-15,26-1 16,-53 27-16,0 0 16,-26-26-16</inkml:trace>
  <inkml:trace contextRef="#ctx0" brushRef="#br0" timeOffset="78686.98">17423 14064 0,'-27'0'16,"27"26"-16,0 1 16,0-1-16,0 26 15,0 1-15,0-1 16,27-25-16,-27-1 16,0 0-16,26 0 15,-26 1 1,0-54 15,26 1-15,0-26-16,27 25 0,-1 1 15,1 0-15,-1 0 16,1 26-16,26 0 16,-53 0-16,26 0 15,1 0-15,-1 26 16,-26 26-16,1 1 15,-1-27-15,-26 27 16,0-1 0,0 1-16,-26-27 0,-53 26 15,0-25-15,1-1 16,-1 0-16,0 0 0,27-26 16,-1 0-16,1-26 15,52-26-15</inkml:trace>
  <inkml:trace contextRef="#ctx0" brushRef="#br0" timeOffset="78970.05">18918 13828 0,'-26'0'15,"79"0"32,25 0-47,1 0 0,26 0 16,-26-26-16,26 26 15,-27-26-15,-25 26 16,-1 0-16</inkml:trace>
  <inkml:trace contextRef="#ctx0" brushRef="#br0" timeOffset="79127.53">19076 14090 0,'-53'0'16,"132"0"31,79 0-47,-1-26 0,0 0 0</inkml:trace>
  <inkml:trace contextRef="#ctx0" brushRef="#br0" timeOffset="79472.64">20362 13513 0,'0'-52'15,"0"26"1,52-1-1,1 1-15,25 0 16,-25 26-16,-27 0 16,26 0-16,1 52 15,-27 1-15,27 52 16,-53-27-16,26 27 16,-26-26-16,0-26 15,0 25-15,0-51 16,0 25-16,0-26 15,0 0 1,0 1 0,-26-27-16</inkml:trace>
  <inkml:trace contextRef="#ctx0" brushRef="#br0" timeOffset="79629.56">20440 14038 0,'-26'0'0,"26"-26"31,79 0-31,26-27 16,52 27-16,1-27 15,-1 1-15,-26-1 16</inkml:trace>
  <inkml:trace contextRef="#ctx0" brushRef="#br0" timeOffset="79958.49">21700 13723 0,'0'26'63,"0"1"-48,0-54 95,0 1-95,52 0 1</inkml:trace>
  <inkml:trace contextRef="#ctx0" brushRef="#br0" timeOffset="80398.32">22303 13539 0,'-26'-52'0,"26"26"16,0 0-16,0-27 15,26 27-15,1-27 16,25 27-16,27 0 16,-1 0-16,-25 26 15,26 0-15,-1 0 0,-25 0 16,-1 26-16,-25 26 15,-27 27-15,0 0 16,0-1-16,-79 1 16,-26 0-16,0 0 15,0-1-15,0-25 16,26-27-16,27 0 16,26 1-16,26-1 15,26-26 1,79 0-16,26 0 15,53 0-15,-27 0 0,27-26 16,-1-1-16,-25 1 16,-1 0-16,-52 26 15,-52 0-15,-1 0 16,-78 26 0</inkml:trace>
  <inkml:trace contextRef="#ctx0" brushRef="#br0" timeOffset="80634.82">21175 14773 0,'-210'52'0,"105"-26"16,26 1-16,79-1 16,132-26-16,78 0 15,78 0-15,27-26 16,26-27-16,0 1 15,-26-1-15,-26 1 16,-53 26-16,-52-1 16,-79 27-16,-27 0 15,-51 0-15,-27 27 0,-132-1 16</inkml:trace>
  <inkml:trace contextRef="#ctx0" brushRef="#br0" timeOffset="80838.5">21857 15088 0,'-288'52'0,"51"-26"15,106 27 1,53-27-16,130-26 16,105 0-16,132 0 15,78-26-15,27-53 16,0 27-16,-1-27 16,-52 26-16,-52-25 15,-79 51-15,-53 1 0,-52 0 16,-52 26-1,-106 0 1,-78 0-16,0 0 16</inkml:trace>
  <inkml:trace contextRef="#ctx0" brushRef="#br0" timeOffset="82086.42">3201 3726 0,'105'-53'0,"-53"27"15,1 0-15,-53 52 16,-53 53 0,-78 78-16,-53 79 15,-78 53-15,-53 0 0,-52 26 16,-1-1-16,27-25 16,53-53-16,78-26 15,79-52-15,52-53 16,79-27-16,0-25 15,52-53-15</inkml:trace>
  <inkml:trace contextRef="#ctx0" brushRef="#br0" timeOffset="82260.07">3883 3726 0,'26'-26'15,"-157"104"1,-105 106-16,-79 105 16,-105 52-16,-26 52 15,-26 27-15,0 0 16,-1 0-16,27-53 16</inkml:trace>
</inkml:ink>
</file>

<file path=ppt/ink/ink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1T08:43:19.744"/>
    </inkml:context>
    <inkml:brush xml:id="br0">
      <inkml:brushProperty name="width" value="0.05292" units="cm"/>
      <inkml:brushProperty name="height" value="0.05292" units="cm"/>
      <inkml:brushProperty name="color" value="#FF0000"/>
    </inkml:brush>
  </inkml:definitions>
  <inkml:trace contextRef="#ctx0" brushRef="#br0">11283 6586 0,'-27'-79'16,"27"27"-16,-26-1 15,26 1-15,0 26 16,-26-1-16,26 1 15,0 79 32,0 25-47,26 53 16,0-26-16,27 0 0,-27 0 16,0 0-16,1 0 15,-27-26-15,26 0 16,0-27-16,0-26 15,27 27-15,-27-53 16,0 0-16,1 0 16,-27-53-16</inkml:trace>
  <inkml:trace contextRef="#ctx0" brushRef="#br0" timeOffset="471.18">11755 6507 0,'0'26'47,"0"27"-47,0-1 16,0 27-16,0-26 16,26-1-16,0 1 15,1-1-15,25-26 16,1 1-16,-1-1 15,27-26-15,-27 0 16,1 0-16,-1 0 16,1-26-16,-53-1 15,26-25-15,-26-1 0,0 27 16,0-26-16,0-1 16,0 27-16,0-27 15,0 27-15,-26 0 16,0 26 15,26 52 0,0 1-31,0-1 0,0 27 16,0-26-16,26 25 16,0-25-16,-26 26 0,26-27 15,0 0-15,1 1 16,-1-27-16,0 0 15,0 1-15,1-1 16,-1-26-16</inkml:trace>
  <inkml:trace contextRef="#ctx0" brushRef="#br0" timeOffset="1116.54">12700 6638 0,'-27'0'16,"1"-26"-16,0 0 16,26 78 46,0 1-46,26-1-16,0 27 15,27 0-15,-27-27 16,27 1-16,25-1 16,-25-25-16,-1-1 0,27 0 15,-27-26-15,27 0 16,-26 0-16,-1 0 16,-26-26-16,1 0 15,-27-1-15,0-25 16,0-1-16,0 1 15,-27 26-15,1-27 16,-26 27-16,25 0 16,1-1-1,0 1-15,0 26 0,26 53 78,0-1-78,26 27 16,0-27-16,27 27 16,-27 0-16,0-27 15,0 27-15,1 0 16,-1-27-16,0-26 16,0 27-16,-26-27 15,27 0-15,-27 1 0,26-27 31,0 26-31,0 0 0,0-26 0,53 0 16,-26 0-16</inkml:trace>
  <inkml:trace contextRef="#ctx0" brushRef="#br0" timeOffset="1445.89">14169 6848 0,'-52'-26'0,"25"26"16,27-26-16,27 26 31,25 0-16,0 52-15,53 1 16,-26-1-16,0 1 16,-27 26-16,27-27 0,0 0 15,-27-25-15,1 25 16,-1-26-16,-26 1 16,27-1-16,-27-26 15,0 26-15,1-26 16,-1 0-16,-26-26 15</inkml:trace>
  <inkml:trace contextRef="#ctx0" brushRef="#br0" timeOffset="1697.49">14746 6822 0,'-26'-52'0,"0"25"15,0 1-15,26 0 16,-27 26-16,27-26 15,-26 26-15,0 0 16,26 26-16,-53 26 16,27 27-16,-26 26 15,-1-26-15,1 0 16,25 25-16,-25-25 16,-1-26-16,53-1 15,-26 1-15,26-27 16,0 26-16,0-25 0,53-1 15,-27-26 1</inkml:trace>
  <inkml:trace contextRef="#ctx0" brushRef="#br0" timeOffset="3059">15770 6061 0,'0'-26'0,"0"0"16,-27 26-16,1 0 15,0 0 1,0 0-16,-1 0 0,-25 26 15,26 26-15,-1-25 16,27 25-16,0 1 16,0-1-16,0-26 15,53 27-15,26-1 16,-1-25-16,-25-1 16,26 0-16,-1-26 15,1 26-15,-26 0 16,-1 1-16,-26-1 15,-26 0-15,0 0 16,0 27-16,-78-27 16,-27 0-16,0 1 0,0-27 15,0 26-15,52-26 16,1 0-16,25 0 16,27-53-16,0 1 15,27-27-15</inkml:trace>
  <inkml:trace contextRef="#ctx0" brushRef="#br0" timeOffset="3296.3">15560 6035 0,'-27'-26'16,"80"26"15,26 0-31,26 0 15,-27-27-15,27 27 16,-26-26-16,-26 26 16,-1-26-16,-78 26 47,0 26-47,-1 0 15</inkml:trace>
  <inkml:trace contextRef="#ctx0" brushRef="#br0" timeOffset="3846.16">17029 5773 0,'26'-53'16,"-26"27"-16,0 0 16,-26 78-1,-53 53 1,-26 79-16,0 52 15,-52 26-15,26 53 16,-27 0-16,53 0 16,1-27-16,-1-51 15,52-27-15,1-53 0,25-26 16,1-52 0,0 0-16,0-27 0,26-26 15</inkml:trace>
  <inkml:trace contextRef="#ctx0" brushRef="#br0" timeOffset="8197.87">16636 7137 0,'-27'-52'0,"1"52"16,26-27-16,-26 27 31,26 27 16,0 25-32,-26 27-15,26-1 0,0 1 16,0-26-16,0 25 16,0-25-16,0-1 15,0-25-15,0 25 16,0-26-16,0 0 16,0 1-1,26-27 1,0 26-16,0-26 15,1 0-15</inkml:trace>
  <inkml:trace contextRef="#ctx0" brushRef="#br0" timeOffset="8702.29">17292 7189 0,'0'-26'15,"-27"0"-15,1 26 16,0 0-16,-27-26 16,27 26-16,0 0 15,0 0-15,-1 26 16,1 0-16,0 0 16,26 1-16,0 25 0,0 1 15,52-27-15,1 26 16,26 1-16,26-1 15,-53-25-15,27-1 16,-27 0-16,1 0 16,-53 1-16,0-1 15,-27 0 1,-25-26 0,-1 0-16,1 0 15,0 0-15,-1 0 16,27-26-16,26 0 15,0-27-15,0 1 0,26-27 16,27 26-16,-1-25 16,0 25-16,1-26 15,-53 27-15,26 26 16,-26 0-16,0-1 16,-26 27-16,-27-26 15,1 26-15,0 0 16,-1 26-16,1 1 15,-1-1-15</inkml:trace>
  <inkml:trace contextRef="#ctx0" brushRef="#br0" timeOffset="9016.49">18210 6376 0,'0'-26'0,"0"0"0,-53 52 31,-25 79-31,-53 52 16,-53 79-16,0 1 15,0-1-15,1 26 16,-27-52-16,52 26 16,27-52-16,0-27 15,52 1-15,-26-27 16,27 0-16</inkml:trace>
  <inkml:trace contextRef="#ctx0" brushRef="#br0" timeOffset="9882.14">13854 5956 0,'-26'0'15,"-105"79"1,-27 26-16,-78 52 0,-26 27 16,-27 26-16,0 0 15,1-26-15,25 25 16,1-51-16,52-1 16,26-26-16,79-52 15,0 0-15,79-53 16,0 0-16,26 1 15,0-80 1,52-26-16,1-52 16</inkml:trace>
  <inkml:trace contextRef="#ctx0" brushRef="#br0" timeOffset="10416.27">12280 5143 0,'-53'-26'0,"27"-1"16,0 27-16,0 0 16,-27 0-16,1 0 15,-1 27-15,27 25 16,0 0-16,26 1 16,0-1-16,26 1 15,79-27-15,-26 27 16,26-27-16,-1 26 0,-25-25 15,0-1-15,-27 0 16,-52 0-16,0 1 16,0-1-16,-26 0 15,-53 0-15,-26 1 16,1-1-16,-1-26 16,26 26-16,26-26 15,1 0-15,52-26 16,0-27-16,0 1 15,26-1-15,53 1 0,0-27 16,26 27-16,-53-1 16,27-26-16,-53 27 15,0-27-15,0 27 16,-26 26-16,-26-1 16,-53 27-16,1 0 15,-53 0-15</inkml:trace>
  <inkml:trace contextRef="#ctx0" brushRef="#br0" timeOffset="15642.15">12227 5090 0,'-78'0'0,"51"0"16,1 0-16,26-52 15,0-1-15,53-25 16,78-27-16,52 0 16,27-27-16,0 28 15,53 25-15,25 0 16,1 27-16,26-1 16,-53 1-16,1 52 15,-27 26-15,-53 53 0,27 52 16,-52 0-16,-1 53 15,-52-27-15,0 1 16,-26-1-16,0-26 16,-27-26-16,1 0 15,-1-26-15,-26 0 16,-26-27-16,27 1 16,-27-27-16,0 0 15,-27-52 63,-25 26-62,-27 0-16</inkml:trace>
  <inkml:trace contextRef="#ctx0" brushRef="#br0" timeOffset="16647.65">1154 5484 0,'-210'105'0,"27"-26"0,25 26 16,53-53-16,26-26 15,132-78 1,104-27 0,53-52-1,79-27-15,26-25 0,26-1 16,0 0-16,0 1 16,-26 25-16,0 1 15,-53 52-15,-26 26 16,-78 27-16,-79 25 15,-53 27-15,-26 27 16,-79 25-16,-78 27 16,-53 52-16,-53 26 15,1-25-15,-27 25 16</inkml:trace>
  <inkml:trace contextRef="#ctx0" brushRef="#br0" timeOffset="16899.37">682 5799 0,'-131'52'0,"78"-26"0,27-26 16,157-52 0,53-27-16,78-52 0,53 0 15,52-53-15,27 1 16,26-1-16,-27 0 16,-51 27-1,-28 26 1,-51-1-16,-80 54 15,-51-1-15,-54 53 16,-51-1-16,-80 54 31,-78 25-31,-53 27 16,-26 26-16,-26-26 16</inkml:trace>
</inkml:ink>
</file>

<file path=ppt/ink/ink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1T08:44:57.927"/>
    </inkml:context>
    <inkml:brush xml:id="br0">
      <inkml:brushProperty name="width" value="0.05292" units="cm"/>
      <inkml:brushProperty name="height" value="0.05292" units="cm"/>
      <inkml:brushProperty name="color" value="#FF0000"/>
    </inkml:brush>
  </inkml:definitions>
  <inkml:trace contextRef="#ctx0" brushRef="#br0">5457 3254 0,'-105'-27'0,"1"1"16,-1 26-16,0 0 15,0 0-15,26 0 16,0 0-16,27 0 16,25 0-16,159 0 31,104 26-31,79 1 15,105-27-15,52 0 16,-26 0-16,26 0 0,-52 0 16,-79 0-16,-78 0 15,-106 0-15,-52 0 16,-79 0-16,-131-27 31,0 27-15,-26-52-16,-26-1 15</inkml:trace>
  <inkml:trace contextRef="#ctx0" brushRef="#br0" timeOffset="471.41">6192 1679 0,'-26'-52'16,"26"-1"-16,-26 27 15,26 0-15,0-1 16,-27 1 0,27 52 15,0 27-15,0 26-16,0-1 15,0-25-15,0 26 16,0-27-16,27 1 0,-27-1 15,0 0 1,0-25-16,0-1 0,0 0 16,0 0-1,0 1-15</inkml:trace>
  <inkml:trace contextRef="#ctx0" brushRef="#br0" timeOffset="785.34">5982 1705 0,'-26'-26'0,"26"0"0,0 0 15,0-1-15,0 1 16,52 26 15,1 0-31,26 0 16,26 26-16,0 27 15,0-27-15,0 27 16,-27-27-16,1 26 16,0-25-16,-53 25 15,0-26-15,0 1 16,-26 25-16,-52-26 0,-27 0 16,-52 27-16,-26-27 15,25 0-15,1 1 16,26-1-16,26 0 15,53 0-15,0-26 16</inkml:trace>
  <inkml:trace contextRef="#ctx0" brushRef="#br0" timeOffset="2159.34">14668 3542 0,'-158'0'0,"53"26"15,26-26-15,79 27 16,158-27-1,78 0-15,131 0 16,27-27-16,52 1 16,-26 0-16,0 0 15,-27-1-15,-52 1 0,-104 26 16,-106-26 0,-79 26-16,-78 0 31,-53 0-31,1 0 15,-1 0-15,26 0 16,-25 0-16</inkml:trace>
  <inkml:trace contextRef="#ctx0" brushRef="#br0" timeOffset="2820.3">15927 1758 0,'0'-53'0,"0"27"0,-52 0 16,25 0-16,1-1 16,-26 27-16,25 0 15,-25 0-15,-1 0 16,27 27-16,0-1 15,26 26-15,0-25 16,0 25-16,52-26 16,1 27-16,26-27 15,-27 0-15,53 1 0,-52-1 16,25 0-16,-25 0 16,-27-26-16,-26 26 46,-79-26-46,-26 0 0,0 0 16,-26 0-16,26 0 16,-26 0-16,26 0 15</inkml:trace>
  <inkml:trace contextRef="#ctx0" brushRef="#br0" timeOffset="4838.26">10023 6586 0,'-26'-26'0,"26"-27"0,0 27 16,0 0 0,-26 26-16,26-26 0,0 78 62,0 27-46,0-1-16,0 1 15,26 26-15,-26-26 0,0 0 16,26-27 0,-26 27-16,0-27 0,0 1 15,0-27-15,0 0 16,0 0-1,0 1-15,0-54 47,0-51-31,-26 25-16</inkml:trace>
  <inkml:trace contextRef="#ctx0" brushRef="#br0" timeOffset="5136.72">9498 6560 0,'-52'0'0,"26"-27"15,-1 27-15,1 0 32,26-26-32,53 26 15,52 0-15,52-26 16,0 26-1,1 0-15,26 0 0,-53 0 0,-53 0 16,1 0-16,-53 0 16,1 0-1,-1 0 32,0 0-31</inkml:trace>
  <inkml:trace contextRef="#ctx0" brushRef="#br0" timeOffset="5482.65">11309 6770 0,'-53'0'0,"27"0"16,52 0 15,79 26-31,-26-26 0,52 0 16,-26 0-16,0 0 15,0 0-15,-26 0 16,-27 0-16,-25 0 16,-1 0-16,-52 26 62</inkml:trace>
  <inkml:trace contextRef="#ctx0" brushRef="#br0" timeOffset="6536.6">11256 7137 0,'79'0'31,"26"0"-31,0 0 16,52 0-16,-25 0 15,-27-26-15,0 26 16,-27 0-16,-51 0 16,-1 0-16</inkml:trace>
  <inkml:trace contextRef="#ctx0" brushRef="#br0" timeOffset="7951.24">13224 5694 0,'-26'0'0,"0"0"32,52 0-1,0-26-31,53 26 16,-26 0-16,52-27 15,-27 27-15,1 0 16,-27 0-16,1 0 15,-27 0-15,0 27 16,-26-1-16,0 0 16,0 27-16,0-27 0,-26 26 15,-26-26-15,-27 27 16,0-27-16,27 0 16,-1 1-16,1-27 15,26 26-15,26 0 31,0 0 16,78-26-31,-25 27 0,25-27-16,1 26 0,0-26 0,-27 26 15,1-26 1,-27 26-16,0 1 0,1-1 15,-27 26 1,0-25-16,0-1 16,0 0-16,-53 0 31,-26 1-31,1-1 16,-1-26-16,0 26 15,1-26-15,25 0 16,1 0-16,-1 0 15,27 0-15,0 0 0,-1-26 16,1 26-16,26-26 16,0-1 31,-26 27 140,52 0-156,27-26-15</inkml:trace>
  <inkml:trace contextRef="#ctx0" brushRef="#br0" timeOffset="8502.14">14589 5694 0,'0'-26'0,"-26"26"0,-1 0 15,27-27 1,-26 27 0,-26 27-1,-1 25-15,1 1 16,25-1-16,-25 0 16,26 27-16,-1-26 15,27 25-15,0-25 16,0-1-16,0 1 15,27-27-15,25 0 16,1 1-16,-1-27 16,1 0-16,25 0 0,-51 0 15,25-27-15,1 1 16,-53 0-16,26 0 16,-26-1-16,0 1 15,0 0-15,0 0 16,-26-1-16,-1 27 15,-25 0-15,-1 0 16,1 0-16,-1 27 16,1-27-16,-1 52 15,27-52-15,0 26 16,26 1-16,0-1 0,26 0 16,27 0-1,-1 1-15,1-27 16</inkml:trace>
  <inkml:trace contextRef="#ctx0" brushRef="#br0" timeOffset="9006.67">15087 5746 0,'-26'-26'15,"0"26"-15,0-26 16,-1 52 31,1 0-31,0 27-16,26-1 15,-26-26-15,26 27 16,0-1-16,0 27 15,0-26-15,0-27 16,26 26-16,26 1 0,-25-27 16,25 0-16,27 1 15,0-27-15,-1 0 16,-25 0-16,26 0 16,-27-27-16,0 1 15,-25 0 1,-27-27-16,0 1 0,0-1 15,0-25-15,0 25 16,-27-26-16,-25 27 16,0 26-16,-1 0 0,1-1 15,25 27-15,1-26 16,-26 26-16,25 0 16,-25 26-16,26 27 15,-1-27-15,1 26 16</inkml:trace>
  <inkml:trace contextRef="#ctx0" brushRef="#br0" timeOffset="9698.66">15691 5904 0,'0'-27'16,"26"54"31,0-1-32,1 26-15,-1-25 16,-26 25-16,26-26 16,-26 1-16,0-80 62,0 27-46,0-27-16,0 1 15,0 26-15,0-27 16,53 27-16,-27 0 16,26 26-16,1-26 15,-1 26 1,-25 0-16,25 0 0,0 26 0,-25 0 15,-1 26-15,0-25 16,-26 25-16,0 1 16,0-1-16,0-26 15,0 1-15,0-1 16,0-52 31,0-1-47,0-25 15,0-1-15,0-25 16,26 25-16,27 1 16,-27-1-16,27 27 0,-27 0 15,0 0-15,0 26 16,1 0-16,-1 0 16,0 0-16,27 26 15,-27 26-15,0-25 16,0-1-16,-26 26 15,26-26-15,-26 27 16,27-27 0,-27 0-16,26 27 0,-26-27 15,0 27-15,0-27 0</inkml:trace>
  <inkml:trace contextRef="#ctx0" brushRef="#br0" timeOffset="10280.27">12962 7085 0,'-105'0'16,"53"0"-16,25 0 0,1 0 16,52 0-1,79 0-15,53 0 16,52 0-16,52 0 15,0-27-15,80 1 16,-28 0-16,80 0 16,0-1-16,25 1 15,1 0-15,0 0 16,-26-1-16,-1 1 16,-52 0-16,-78 0 0,-53 26 15,-53-27-15,-78 27 16,-53 0-16,-52 0 15,-79 0 1,-53-26-16,-25 26 16</inkml:trace>
  <inkml:trace contextRef="#ctx0" brushRef="#br0" timeOffset="11632.23">5457 4539 0,'0'-26'0,"-26"0"16,26 0-1,0-1-15,0 1 16,26 26 0,27 0-16,26 0 0,-1 0 15,1 0-15,-26 26 16,-1 27-16,1 25 16,-27 27-16,-26-26 15,0 26-15,0 0 16,-26-26-16,-27 26 15,1 0-15,-1 0 16,-26 0-16,27 26 16,-1 0-16,27-26 15,26 26-15,0-26 16,0 0-16,53 0 0,25 0 16,27-26-1,-26-27-15,26 1 16,-26-27-16,-27 0 0,1-26 15,-27 0-15,-79-26 47,1 26-31,-1 0-16,-25 0 16,25 26-16,-25 0 15,25 53-15,1 0 16,25 52-16,27 0 0,0 27 15,0-27-15,27 26 16,25 1-16,1-27 16,-1 53-16,-26-27 15,1-26 1,-27 27-16,0-53 0,0 0 16,-27-27-16,-25 1 15,-27-26-15,0-27 16,-26-26-16</inkml:trace>
  <inkml:trace contextRef="#ctx0" brushRef="#br0" timeOffset="15619.69">16452 2256 0,'0'-26'16,"-26"0"-16,-1 0 0,-51-1 16,-1 1-16,-26 0 15,-52 26-15,-53 0 16,-27 52-16,-25 27 16,26 26-16,26 0 15,26 0-15,53 26 16,26 0-16,53 27 0,52-27 15,0 0-15,131-26 16,26 0-16,79-26 16,79-27-16,26-25 15,1-27-15,25 0 16,0-53-16,-26 1 16,-26-53-1,-52 0-15,-53 0 16,-53-53-16,-78 1 0,-27-1 15,-52-25-15,-52-1 16,-106 27-16,-130 25 16,-53 54-16,-79 25 0,-26 53 15,0 0 1,52 53-16,79 25 0,53 54 16,78 25-16,53-26 15,52 27-15</inkml:trace>
  <inkml:trace contextRef="#ctx0" brushRef="#br0" timeOffset="20509.43">13198 7688 0,'26'26'32,"53"-26"-17,26 26-15,26-26 16,0 0-16,-26 0 16,-52 0-16,-1 0 15,-25 0-15,-27-26 31,0 0-15,0 0-16,0 0 0,-27 26 16,1 26 31,26 52-47,-26 1 15,0 52-15,-1-26 16,27 0-1,-26 27-15,26-28 0,-26-25 16,26 0-16,-26-27 16,26 1-16,0-1 15,0-25-15,0-1 0,26-79 47,-26 1-47,26-27 0</inkml:trace>
  <inkml:trace contextRef="#ctx0" brushRef="#br0" timeOffset="20949.59">14300 8213 0,'-52'0'0,"25"-26"0,1 26 16,26-27-16,0 1 15,0-26-15,0 25 16,26 1-16,27 0 16,-1 26-1,27 0-15,-26 0 0,-1 0 16,-26 26-16,27 27 16,-53-1-16,0 1 15,0-1-15,0 27 16,-26-27-16,-27-26 15,-26 27-15,27-1 0,-1-25 16,1-1-16,-1 0 16,1-26-16,26 26 15,0-26-15,26 27 32,26-27-17,52 0 1,1 0-1,0 0-15,0 0 0,-1 0 16,1 0-16,0 0 16,0 0-16,-27 0 31,53 0-31,-26 0 0</inkml:trace>
  <inkml:trace contextRef="#ctx0" brushRef="#br0" timeOffset="21248.36">15402 8213 0,'-52'-26'16,"26"26"-16,26-27 15,26 27 16,53 27-31,-1-1 0,27 26 16,-26-25-16,0 25 16,-1 0-16,1-25 15,0 25-15,-27-26 16,-25 1-16,25-27 16,-26 26-16,0-26 15,1 0 1,-1 0-16,0-26 0</inkml:trace>
  <inkml:trace contextRef="#ctx0" brushRef="#br0" timeOffset="21578.82">16111 8055 0,'-26'-26'0,"-1"26"31,1 53 0,-26-1-15,25 53-16,-25-52 15,-1 51-15,1-25 0,-1-26 16,1 25-16,-1-25 16,27-1-16,0 1 15,0-27-15,-1-26 16,27 26-16,0 1 15,-26-27 48</inkml:trace>
  <inkml:trace contextRef="#ctx0" brushRef="#br0" timeOffset="28958.39">17134 7531 0,'0'-27'16,"-26"27"-16,-27 0 15,27 0-15,0 0 16,-27 0-16,27 27 15,0-1-15,0 0 16,26 0-16,0 1 16,0 25-16,26-26 15,26 27-15,27-27 0,0 26 16,0 1-16,-1-27 16,-25 27-16,-27-27 15,0-26-15,0 26 16,-52 0 15,-52-26-31,-1 27 16,0-27-16,0 0 15,-26 0-15,53 0 16,-27-27-16,53-25 0</inkml:trace>
  <inkml:trace contextRef="#ctx0" brushRef="#br0" timeOffset="29178.27">16924 7583 0,'26'0'47,"27"-26"-47,26 0 0,-1 26 16,-25-27-16,26 27 15,-53 0-15,0 0 0,0 0 16,0 0-16,-26 27 16</inkml:trace>
  <inkml:trace contextRef="#ctx0" brushRef="#br0" timeOffset="29586.64">18079 7268 0,'0'-26'15,"0"0"-15,-27 104 63,-25 27-63,-27 27 15,1-1-15,-1 26 16,-26 27-16,0 0 16,26-27-16,-26 27 0,27-27 15,-1 1-15,0-27 16,27-26-16,25-27 15,-25-25-15,52-27 16,0 0 0,26-52 15</inkml:trace>
  <inkml:trace contextRef="#ctx0" brushRef="#br0" timeOffset="30027.01">17738 8475 0,'-27'0'16,"27"-26"0,0 78 31,-26 1-32,26-1-15,0 27 16,0-26-16,0-1 15,0 27 1,0-27-16,0 1 0,0-27 16,0 26-16,0-25 15,0-1 1,0 0 0,26-26 15,-26-26 0</inkml:trace>
  <inkml:trace contextRef="#ctx0" brushRef="#br0" timeOffset="30625.12">18262 8580 0,'0'-26'0,"0"-27"16,0 27-16,0 0 31,0 0-31,0-1 16,0 1-16,-26 26 16,0-26-1,0 26-15,-1 0 16,-25 0-16,26 0 15,-27 26-15,27 0 16,26 1-16,-26 25 16,26 1-16,0-1 15,0 1-15,26-1 0,26-26 16,-25 27-16,51-1 16,-25 1-16,-1-27 15,-25 27-15,25-27 16,-26 0-16,1 0 15,-1-26-15,-26 26 16,-26-26 0,-27 0-1,-26 27-15,1-27 0,-1 0 16,0 0 0,1-27-16,51 27 0,1-26 15,26-26-15,0 26 16,53-27-16,-1 1 15,27-1-15,-1-26 16,1 27-16,-26-1 16,-1 1-16,1-1 15,-27 1-15,-26 26 16,0-27-16,0 27 16,0 0-16,-53 26 15,-25 0-15,-1 0 0,0 0 16</inkml:trace>
  <inkml:trace contextRef="#ctx0" brushRef="#br0" timeOffset="32824.12">18866 7872 0,'26'-27'16,"-105"106"15,-26 52-31,-26 53 15,-52 0-15,-1 26 16,0 0-16,-26-27 0,27 27 16,-1-26-1,0-27-15,27 1 0</inkml:trace>
  <inkml:trace contextRef="#ctx0" brushRef="#br0" timeOffset="33563.14">15402 7740 0,'-78'0'16,"-27"53"-16,-27-1 15,-51 80-15,-27-1 16,-26 26-16,-27 27 15,-25 0-15,25-27 16,1 27-16,26-53 16,52 0-16,53-26 15,0 0-15</inkml:trace>
  <inkml:trace contextRef="#ctx0" brushRef="#br0" timeOffset="37948.76">14536 7006 0,'0'-53'0,"0"27"16,0 0-1,0 0-15,0-1 16,0 54 31,-52 25-32,26 1-15,-27 25 16,1 1-16,25-27 16,1 1-16,26-27 15,-26 27 1,26-27-16,26 0 0,27-26 16,25 26-16,1-26 15,0 0-15,26 0 16,-26 0-16,-1 0 15,-25 0-15,-1-26 16,-26 26 0,-26-26-16</inkml:trace>
  <inkml:trace contextRef="#ctx0" brushRef="#br0" timeOffset="38152.87">14641 7111 0,'-26'0'0,"26"-26"0,-26 26 16,26 52 31,0 0-31,0 53-16,0-26 15,0 0 1,0 26-1,0-26-15,0-1 16,0-25-16,-26 25 16</inkml:trace>
  <inkml:trace contextRef="#ctx0" brushRef="#br0" timeOffset="44811.65">15324 6691 0,'0'-26'16,"-27"26"156,-25 26-172,-27 26 0,-26 27 15,-26 26-15,-26 53 16,-27-1-16,0 0 15,0 1-15,27-1 16,0-52-16,78-26 16,26-27-16,53 1 15</inkml:trace>
  <inkml:trace contextRef="#ctx0" brushRef="#br0" timeOffset="45250.85">17501 6717 0,'27'-52'16,"25"25"-16,-26 1 15,1 0-15,-27 52 32,-79 27-17,-52 78-15,-27 0 16,1 27-16,-1-27 16,1 26-16,26-26 0,0 1 15,26-28-15,0 1 16,26-26-16</inkml:trace>
  <inkml:trace contextRef="#ctx0" brushRef="#br0" timeOffset="48674.22">18761 6009 0,'-53'0'16,"27"0"-16,105 0 31,26 0-31,26 0 16,0 0-16,1 0 15,-1-27-15,-53 27 16,-25 0-16,-27 0 16</inkml:trace>
  <inkml:trace contextRef="#ctx0" brushRef="#br0" timeOffset="48832.59">18971 6245 0,'-26'0'0,"52"0"16,53 0-16,78-26 16,0-1-16,53 1 15,-52-26-15</inkml:trace>
  <inkml:trace contextRef="#ctx0" brushRef="#br0" timeOffset="49255.9">20781 5563 0,'-26'-27'15,"26"1"-15,0 0 16,53 0-16,25-1 15,27 1-15,-26 0 16,0 26-16,-27 0 16,-26 0-16,-26 52 15,-52-25 1,-27 51-16,27-25 16,-1-27-16,27 27 15,0-1-15,26 1 16,0-1-16,52 0 15,27-25-15,-26 25 16,-27-26-16,0-26 16,-26 27-16,-52-27 31,-27 0-15,0 0-16,27 0 0,-1 0 15,27 0 1,26-53-16</inkml:trace>
  <inkml:trace contextRef="#ctx0" brushRef="#br0" timeOffset="49600.7">21621 5510 0,'0'-26'16,"0"0"-16,0-1 15,0 54 16,-26 25-31,-27 27 16,27 0-16,26-1 16,0-25-16,0 25 15,0-51-15,26-1 16,1 0-16,-1 0 16,26-26-16,-25 0 15,25 0-15,-26 0 16,1-26-16,-1 0 15,-26 0-15,0-1 16,0 1-16,-26 26 16,-27 0-16,27-26 15,-27 26-15,27 0 0,0 26 16,0 0 0</inkml:trace>
  <inkml:trace contextRef="#ctx0" brushRef="#br0" timeOffset="49914.86">22225 5536 0,'0'-26'16,"0"52"15,0 53-15,0-26-16,0 25 0,0-25 15,26-27-15,26 26 16,-25-25-16,25-27 16,-26 0-16,53 0 15,-27 0-15,1-27 16,-1-25-16,-25 0 16,-27-1-16,0 1 15,0-1-15,0 1 16,-53-1-16,1 27 15,-27 26-15,-26 0 0,0 0 16</inkml:trace>
  <inkml:trace contextRef="#ctx0" brushRef="#br0" timeOffset="50166.46">20309 6533 0,'-26'0'0,"105"0"16,78-26-16,105 0 15,53 0 1,0 0-16,26-27 0,0 27 16,1 0-16,-28-1 15,-51 1-15,-80 0 16,-25 0-16,-79 26 15,-53-27-15</inkml:trace>
  <inkml:trace contextRef="#ctx0" brushRef="#br0" timeOffset="50481">21044 6848 0,'0'-26'0,"0"0"16,79 0-16,25-1 15,1 27-15,0 0 16,-52 0-16,-27 27 16,-26 25-16,0 27 15,-52-27-15,-27 27 16,-26 0-16,26-53 15,1 26-15,51-25 16,1-27-16,26 26 16,105-26-16,0 0 31,52-26-31,1-1 16,26-25-16,-27 0 15,0-27-15</inkml:trace>
  <inkml:trace contextRef="#ctx0" brushRef="#br0" timeOffset="50763.39">22513 6717 0,'-26'0'15,"0"-26"-15,-27 26 0,27 0 16,0 52 0,26-25-16,0 25 15,0 1-15,52-1 16,27-26-16,0 27 15,-1-53-15,27 26 16,-26-26-16,0 0 16,0-26-16,-27 0 15,-26-1-15,-26-25 16,0-1-16,0 1 16,-26-1-16,-26 27 15,-53 0-15,26 26 16,0 0-16,0 0 0,27 26 15,-27 0-15</inkml:trace>
  <inkml:trace contextRef="#ctx0" brushRef="#br0" timeOffset="50967.48">22749 6665 0,'0'-27'15,"0"1"-15,0 79 31,-26 25-31,-26 54 16,-1-27-16,1 26 16,-27-26-16,27 26 15,-1-52-15,1-1 16,25-25-16,-25-27 16</inkml:trace>
  <inkml:trace contextRef="#ctx0" brushRef="#br0" timeOffset="51187.28">22802 5300 0,'0'-52'16,"0"25"-16,-53 106 46,27 26-30,-53 0-16,27 0 16,-27 0-16,-26 26 15,-26-26-15</inkml:trace>
  <inkml:trace contextRef="#ctx0" brushRef="#br0" timeOffset="51345.01">21516 6743 0,'-26'27'0,"0"25"16,-1 1-16,27-1 16,-52 1-16,26 25 15,-27 1-15,27-27 16,-27 1-16,1-1 16,-27-25-16,27-1 15</inkml:trace>
  <inkml:trace contextRef="#ctx0" brushRef="#br0" timeOffset="51595.73">21883 5589 0,'0'-26'0,"-78"26"15,-53 0-15,-27 52 16,-26 27-16,1 0 16,-1 25-16,27 1 0,-1 0 15,1 0-15,52 0 16,-26-26-16,26-26 16,26-27-16</inkml:trace>
  <inkml:trace contextRef="#ctx0" brushRef="#br0" timeOffset="51863.36">20755 4329 0,'0'-26'0,"0"52"31,0 27-31,0 26 16,0-1-16,0 27 15,0 0-15,0-26 16,0 0-16,0-27 16,0 1-1,0-27-15,0 0 0,0 0 16</inkml:trace>
  <inkml:trace contextRef="#ctx0" brushRef="#br0" timeOffset="52302.52">21464 4408 0,'-53'-26'15,"27"0"-15,-27 26 16,1 0-16,26 0 15,-27 0-15,27 0 16,-26 52-16,52-26 16,0 27-16,0 25 15,0-25-15,78-1 0,1 1 16,0-1-16,-1 1 16,1-27-16,-26 0 15,-27 1-15,0-27 16,-26 26-16,-26-26 31,-53 0-31,27 0 16,-1 0-16,27 0 15,26-26-15,0-1 16,0-25-16,52-1 0,27 1 16,26-1-1,-26-25-15,-27 25 0,1 1 16,-27 26-1,-26-27-15,0 27 0,-26 26 16,-53 0-16,-26 0 16,-52 0-16</inkml:trace>
  <inkml:trace contextRef="#ctx0" brushRef="#br0" timeOffset="53591.8">1075 6586 0,'-26'0'16,"52"0"15,79-53-31,79-51 16,26-1-16,79-27 16,25 27-16,-25-26 15,-26 0-15,-1 26 16,-52 0-16,-53 53 15,-26-1-15,-78 1 16,-27 52-16,0 0 0,-78 0 31,-53 52-31,-79 27 16,-26 52-16,-52 0 16</inkml:trace>
  <inkml:trace contextRef="#ctx0" brushRef="#br0" timeOffset="53812.08">892 6875 0,'-105'52'0,"52"-26"16,132-52-1,105-53-15,26-26 16,78-26 0,53-26-16,0-27 0,27 27 15,-27-1-15,-52 27 16,-27 0-16,-52 0 15,-53 52-15,-52 26 16,-52 1-16,-53 26 16,-79-1-16</inkml:trace>
</inkml:ink>
</file>

<file path=ppt/ink/ink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1T08:46:35.357"/>
    </inkml:context>
    <inkml:brush xml:id="br0">
      <inkml:brushProperty name="width" value="0.05292" units="cm"/>
      <inkml:brushProperty name="height" value="0.05292" units="cm"/>
      <inkml:brushProperty name="color" value="#FF0000"/>
    </inkml:brush>
  </inkml:definitions>
  <inkml:trace contextRef="#ctx0" brushRef="#br0">8790 3044 0,'-105'0'0,"-26"0"16,0 26-16,26-26 15,52 0-15,1 26 16,25-26-16,54 26 15,78-26 1,78 27-16,106-27 16,52 0-16,26 0 15,53 0-15,-26-27 16,-1 1-16,-52 0 16,-52 26-16,-105-26 15,-53 26-15,-105 0 16,-26-27-1,-26 27-15,-105 0 0,-79 0 16,-53 0-16,-25 0 16</inkml:trace>
  <inkml:trace contextRef="#ctx0" brushRef="#br0" timeOffset="235.49">9288 3096 0,'-262'26'0,"26"-26"16,52 27-16,53-27 15,52 26-15,27-26 16,104 0-1,79 26-15,132-26 16,78 0-16,53 0 16,78 0-16,0-26 15,1 0-15,-54-27 16,-78 27 0,-78 0-16,-106-1 0,-104 27 15,-27 0-15,-105 0 16,-52 0-16,-79 27 15,-26-1-15</inkml:trace>
  <inkml:trace contextRef="#ctx0" brushRef="#br0" timeOffset="73943.07">18840 3306 0,'-132'0'16,"1"0"-16,26 0 15,53 0-15,26 0 16,131 0 15,78 0-15,27 0-16,53 0 15,-1-26-15,53 0 16,0-1-16,-27 1 16,1 0-16,-27 0 15,-52 26-15,-52-27 16,-53 27-16,-53 0 0,-157 0 31,-78 0-31,-1 27 16</inkml:trace>
  <inkml:trace contextRef="#ctx0" brushRef="#br0" timeOffset="74182.11">18787 3358 0,'-183'0'0,"51"0"16,54 27-16,209-27 31,52 0-31,54 0 16,25 0-16,27 0 15,52 0-15,-26-27 0,26 1 16,-26 0-16,-53 0 16,-52 0-16,-26-1 15,-106 27-15,-25 0 16,-53-26 0,-79 26-1,0 0-15,-26 0 16</inkml:trace>
  <inkml:trace contextRef="#ctx0" brushRef="#br0" timeOffset="75076.32">19863 1390 0,'-26'-26'16,"26"0"-16,-26 26 15,26-26-15,-27 26 16,27-26-1,-26 26 17,26 26-1,-26 26-31,26 27 0,0 0 16,-26-27-16,26 1 15,0-1-15,0 1 16,0-1-16,0-26 15,0 1-15,0-1 16,0 0-16,0 0 16,0 1-1,26-27 32,-26-27-47,0 1 16</inkml:trace>
  <inkml:trace contextRef="#ctx0" brushRef="#br0" timeOffset="75596.28">19758 1417 0,'-26'-27'0,"0"27"16,26-26-16,52 52 94,1-26-94,25 27 15,1-27-15,0 26 16,-1 0-16,1-26 0,-26 26 15,25-26-15,-25 27 16,-27-1-16,0-26 16,1 26-1,-27 0 1,0 1-16,-27-1 16,-51 0-16,-1 0 15,-26 1-15,0-1 16,0 0-16,0-26 15,0 26-15,26-26 16,27 27-16,-1-27 16,27 0-16,52 0 47,1 0-32,25 0-15,27 0 16,-27 0-16</inkml:trace>
  <inkml:trace contextRef="#ctx0" brushRef="#br0" timeOffset="76507.06">22986 1364 0,'-27'-52'15,"27"26"-15,0-1 31,-26 54 1,26 51-17,-26 1-15,26 0 16,0-1-16,-26 1 16,26-26-16,0-1 15,0 1-15,0-27 16,0 0-16,0 0 15,0 1-15,0-1 16,-27-26 0,1 0-1,0-26-15</inkml:trace>
  <inkml:trace contextRef="#ctx0" brushRef="#br0" timeOffset="76822.46">22303 1364 0,'0'-26'15,"79"0"1,26 0 0,26 26-16,27-27 15,-27 27-15,0-26 16,-26 26-16,-26 0 15,-1 0-15,-25 0 16,-27 0 0,-52 26 46</inkml:trace>
  <inkml:trace contextRef="#ctx0" brushRef="#br0" timeOffset="78417.17">11204 5930 0,'0'-26'0,"0"-27"16,0 27-16,0 0 15,-26 0-15,-1-1 0,1 1 16,-26 26-16,-1 0 16,-25 0-1,-1 0-15,0 26 0,0 27 16,27-27-16,-1 53 16,1-27-16,52 1 15,0-1-15,0 1 16,52-1-16,27 1 15,0-1-15,26 1 16,26-27-16,-26 26 16,-26-25-16,-1-1 15,1 26-15,-26-26 16,-27 27-16,0-27 0,-26 0 16,0 1-1,0-1-15,-52 0 0,-27 0 16,-26-26-16,-26 0 15,0 0-15,-1 0 16,1 0-16,52 0 16,1 0-16,25-26 15,27 26-15,0-26 16,26-27-16,52 1 16,27 26-16</inkml:trace>
  <inkml:trace contextRef="#ctx0" brushRef="#br0" timeOffset="78731.28">12201 6481 0,'-52'0'16,"25"-26"-16,54 26 31,25 0-31,27 0 16,26 0-16,0 0 16,26 0-16,-26 0 15,-26 0-15,-1-26 16,-51 26-16</inkml:trace>
  <inkml:trace contextRef="#ctx0" brushRef="#br0" timeOffset="78904.32">12254 6691 0,'52'0'31,"27"0"-15,26 0-16,26 0 16,0-26-16,0 26 15,-26-27-15,-52 27 16</inkml:trace>
  <inkml:trace contextRef="#ctx0" brushRef="#br0" timeOffset="79264.89">13697 5877 0,'-27'-26'0,"27"0"15,-26 0-15,26 0 16,0 52 46,26 52-62,27 1 16,-27-26-16,0 25 16,1 1-16,-27 0 15,26 0-15,-26-27 16,0-26-16,0 27 15,0-27-15,0 0 16,0-78 15</inkml:trace>
  <inkml:trace contextRef="#ctx0" brushRef="#br0" timeOffset="79591.56">13565 5956 0,'0'-26'16,"0"0"-16,0-1 15,0 1 1,53 26 0,-1 0-16,27 0 15,0 0-15,26 26 16,0 1-16,0-1 16,0 26-16,-27-25 15,1-1-15,-53 26 0,1-25 16,-27-1-16,0 26 15,0-25-15,-27 25 16,-78 1-16,27-27 16,-27 26-1,0-25-15,0 25 0,26-26 16,0-26-16,27 26 16,26-26-16,26 27 15,52-27 1</inkml:trace>
  <inkml:trace contextRef="#ctx0" brushRef="#br0" timeOffset="80066.52">15035 5641 0,'0'-52'16,"0"26"-16,0-1 15,0 1 32,0 79-31,0-1-16,-26 27 15,-1 26-15,1 0 16,0 0-16,0 0 16,-1 26-16,-25 0 15,0 0-15,-1 0 16,27-26-16,-27 0 16,1 0-16,26 0 0,-1-26 15,27 0-15,-26-27 16,26 1-16,0-27 15,0 0 32</inkml:trace>
  <inkml:trace contextRef="#ctx0" brushRef="#br0" timeOffset="80392.62">15192 6875 0,'0'-27'0,"0"-25"15,0 26-15,0-1 31,27 27-31,-27-26 16,0 52 15,26 27-15,-26 26-16,26-1 16,-26 27-16,0-26 0,0 0 15,0-1-15,0 1 16,0-26-16,0-27 15,0 0-15,0 0 16,-26-26 15,-27-26-31,1-26 16</inkml:trace>
  <inkml:trace contextRef="#ctx0" brushRef="#br0" timeOffset="80554.09">14773 6980 0,'0'-27'16,"52"27"-1,53-26 1,0 26-16,0-26 16,52 26-16,-25-26 15,-1 26-15,-26-27 16</inkml:trace>
  <inkml:trace contextRef="#ctx0" brushRef="#br0" timeOffset="80822.11">16504 6770 0,'79'0'32,"26"-27"-17,26 27-15,-26 0 16,0-26-16,0 26 16,-52-26-16,-1 26 15,-26 0-15</inkml:trace>
  <inkml:trace contextRef="#ctx0" brushRef="#br0" timeOffset="80993.88">16688 6927 0,'26'0'31,"53"0"-31,0 0 15,52-26-15,0 0 16,0 26-16,-26-27 16,0 1-16</inkml:trace>
  <inkml:trace contextRef="#ctx0" brushRef="#br0" timeOffset="81795.74">18420 5956 0,'0'-26'16,"0"0"-16,0-1 15,0 54 64,0 25-79,0 1 15,0-1-15,0 1 16,0-1-1,0 1-15,0-1 0,0-26 0,26 27 16,-26-27 0,0 0-1,0 1-15</inkml:trace>
  <inkml:trace contextRef="#ctx0" brushRef="#br0" timeOffset="82629.07">18682 6035 0,'0'-26'16,"0"-1"0,0 54 46,0-1-46,0 0-16,0 27 15,0-1-15,0 1 16,0-27-16,0 26 16,0-25-16,0-1 0,0 0 15,26-26-15,27 0 16,-27 26-16,0-26 15,27 0-15,-27-26 16,0 0 0,-26 0-16,0-1 15,0 1-15,0-26 16,0 25-16,0-25 16,-26 26-16,0-27 15,0 27-15,-27 0 16,27-1-1,0 27-15,-1-26 0,54 26 32,51-26-32,1 26 15,26 0-15,-26-26 16,26 26-16,-26 0 16,-1 0-16,1-27 15,-27 27-15,-25 0 16,-1 0-16,-79 27 47,27-1-47,0 26 15,0 1 1,26-1-16,-27-25 16,27 25-16,0 1 0,0-27 15,27 26-15,-1-25 16,26-1-16,-25 0 15,25-26-15,1 26 16,-27-26-16,26 0 16,1-26-1,-1 0-15,-25 0 0,-1-1 16,-26-25-16,26-1 16,-26 1-16,0-1 15,0 1-15,-52-1 0,25 27 16,-25 0-16,-1 0 15,1 26-15,-1 0 16,1 0-16,-27 0 16,0 26-16</inkml:trace>
  <inkml:trace contextRef="#ctx0" brushRef="#br0" timeOffset="83005.71">18052 6875 0,'-52'0'16,"0"0"-16,78 0 31,79 0-31,52 0 16,53 0-16,26-27 15,27 1-15,-27 26 16,0-26-16,0 26 0,-26 0 16,-26-26-16,-27 26 15,-78 0-15,-27 0 16,-25 0-16,-80 0 47,1 0-32,-1-27-15</inkml:trace>
  <inkml:trace contextRef="#ctx0" brushRef="#br0" timeOffset="83823.67">18735 7347 0,'-27'0'0,"54"0"78,25 0-62,-26 0-1,-26 26 17,0 0-17,-26 27-15,0-27 0,26 0 16,0 1-1,0-1-15,0 0 16,26 0 0,27 1-1,-1-1-15,1-26 16,-1 26-16,-26 0 16,1 0-16,-1-26 15,-26 27 16,-26-27-31,-27 0 16,-26 26-16,27-26 16,-1 0-16,1 0 15,-1 0-15,27 0 16,0 0-16,26-26 31,0-1-15,26 27-1</inkml:trace>
  <inkml:trace contextRef="#ctx0" brushRef="#br0" timeOffset="84343.66">19496 7636 0,'26'0'15,"-26"-27"173,26 27-126,-26 27-62,26-27 0,-26 26 16,0-52 62,0-1-62,27 1-1</inkml:trace>
  <inkml:trace contextRef="#ctx0" brushRef="#br0" timeOffset="84735.13">20388 7294 0,'0'-26'15,"-26"26"-15,-1 0 16,1 0 0,0 0-1,0 0 1,26 26-16,-27 1 16,27-1-16,0 0 0,0 0 15,27 1-15,25-1 16,1 0-16,-27-26 15,26 26-15,1 1 16,-27-1 0,26-26-16,-52 26 0,27 0 15,-27 1 1,-27-1 0,-51-26-1,52 0-15,-27 0 16,1 0-16,25 0 15,1 0 1,-26-26-16</inkml:trace>
  <inkml:trace contextRef="#ctx0" brushRef="#br0" timeOffset="84956.06">20335 7268 0,'0'-26'31,"53"26"-15,52 0-16,-27-26 16,27 26-16,0-27 15,-26 27-15,-26 0 32,-1-26-32</inkml:trace>
  <inkml:trace contextRef="#ctx0" brushRef="#br0" timeOffset="85326.36">21201 6638 0,'-26'0'16,"52"0"15,27 0-31,25 0 15,1 0-15,0 0 16,0 0-16,-1 0 16,-25 0-16,-1 0 15,-25 0-15,-1 0 0,0-26 16,-52 26 31</inkml:trace>
  <inkml:trace contextRef="#ctx0" brushRef="#br0" timeOffset="86766.34">20886 5956 0,'-26'-26'0,"26"0"16,0-1 0,0 1-16,0 0 15,-26 26 17,26 26-32,0 27 15,0-1-15,0 27 16,0-27-16,26 27 15,-26-26-15,26-1 16,1 1-16,-27-27 0,26 0 16,-26 0-16,0 1 15</inkml:trace>
  <inkml:trace contextRef="#ctx0" brushRef="#br0" timeOffset="87112.59">21280 5982 0,'-79'0'63,"27"27"-63,-27-1 0,0 0 0,27 0 15,-1 1-15,27-27 16,0 26-16,26 0 31,26 27-15,27-27-1,25 26-15,1 1 16,26-27-16,-26 27 16,-1-53-16,1 26 15,-26 0-15,-1-26 0,-26 0 16,-26-26-1</inkml:trace>
  <inkml:trace contextRef="#ctx0" brushRef="#br0" timeOffset="87678.11">21490 6166 0,'0'-26'16,"0"0"-16,0 52 62,0 26-46,26-25-16,0 25 0,-26 1 16,27-27-16,-1 0 15,-26-52 32,-26-27-31,-1 1-16,27-1 15,0 1-15,0-1 16,27 27-16,25 26 16,-26-26-16,27 26 15,-27 0-15,27 0 16,-1 52 0,-26-25-16,0 25 0,27 1 0,-53-1 15,26-26-15,0 1 16,-26-1-16,0-52 47,-26-27-16,26 1-31,0-1 16,0 1-16,0-1 15,26 27-15,1 0 16,25-1-16,-26 27 0,27 0 15,-1 0-15,-25 0 16,25 53-16,-26-27 16,27 27-16,-27-1 15,-26-26-15,26 27 16,-26-27-16,0 0 16,0 1-16,0 25 15,0-26-15</inkml:trace>
  <inkml:trace contextRef="#ctx0" brushRef="#br0" timeOffset="88055.81">21096 6691 0,'-78'0'16,"-1"0"-16,26 0 16,27 0-16,0 0 0,105 0 47,26 0-47,52 0 15,0 0-15,27 0 16,0 0-16,-1-26 15,1 26-15,-26-27 16,-1 1-16,-26 0 16,-26 26-16,-26 0 15,-53-26-15,0 26 16,-104 26 15,-1 0-31</inkml:trace>
  <inkml:trace contextRef="#ctx0" brushRef="#br0" timeOffset="88952.7">21621 7058 0,'0'-52'0,"0"26"0,0-1 16,0 1-16,0 0 16,0 52 31,0 27-47,0 25 15,0 1 1,0 0-16,0-1 0,26 1 15,-26-26-15,0-1 16,27 1-16,-27-27 16,0 0-16,0 0 15,0-52 17,-27-26-17,27-1-15,-26 1 16,26-1-16,0 27 15,0 0-15,0-1 16,26 1-16,1 26 16,25-26-16,-26 26 15,27 0-15,-1 0 16,1 26-16,-1 0 0,1 1 16,-1 25-16,1 1 15,-27-27-15,26 26 16,-52-25-16,27-1 15,-27 0 1,0-52 15,0-27-15,0 1-16,0-1 16,0 27-16,26-26 15,-26 25-15,52 27 16,-25-26-16,-1 26 15,0 0-15,27-26 0,-27 26 16,0 0-16,26 26 16,-25 0-16,-1 27 15,0-1-15,0-25 16,1 25-16,-27-26 16,0 1-16,0-1 31,0-52 0,0-1-31,0 1 0,0-26 16,0-1-16,0 27 15,26 0-15,26-1 16,-25 1-16,-1 26 16,26-26-16</inkml:trace>
  <inkml:trace contextRef="#ctx0" brushRef="#br0" timeOffset="92364.27">13933 9892 0,'-26'-26'0,"-1"26"16,27 52 31,0 1-47,0 26 15,0-1-15,0 1 16,0 0-16,0-1 0,0 1 16,0-26-16,27-1 15,-27 1 1,26-1-1,-26-26-15,26-26 16,0 0 0</inkml:trace>
  <inkml:trace contextRef="#ctx0" brushRef="#br0" timeOffset="92756.98">14248 10181 0,'0'-26'16,"0"-27"-1,0 27-15,-27 26 32,1 26-17,-26 27 1,26 25-16,26-25 16,0-1-16,0 1 15,0-1-15,0 1 16,52-1-16,-26-26 15,27-26-15,-27 27 16,26-27-16,-25 0 16,-1 0-16,26-53 0,-52 27 15,27-27-15,-1-25 16,-26 25-16,0 1 16,0-1-16,-53 1 15,27 26-15,-26 26 16,-1-27-16,1 27 15,25 0-15,1 0 16,0 0-16,26 27 16,0-1-1</inkml:trace>
  <inkml:trace contextRef="#ctx0" brushRef="#br0" timeOffset="93197.77">14799 10128 0,'0'-26'16,"-26"52"31,26 27-32,0-1-15,0 1 16,0-1-16,0 1 16,0-1-16,26-26 15,0 1-15,26-1 16,-25 0-16,25-26 16,-26 0-16,27 0 15,-1 0-15,1-52 16,-1 25-16,-25 1 15,-1-26-15,-26-1 0,0 1 16,0 26-16,0-27 16,-53 27-16,1 0 15,-1-1-15,1 1 16,-1 0-16,27 26 16</inkml:trace>
  <inkml:trace contextRef="#ctx0" brushRef="#br0" timeOffset="93613.07">15533 10050 0,'-26'0'16,"0"52"46,26 1-62,0-1 16,0 1-16,0-1 16,0 0-16,0 1 15,26-27-15,27 0 0,-27 1 16,26-1-16,1-26 15,-1 0-15,27 0 16,-26-26-16,-1-1 16,1 1-16,-1-26 15,-26-1-15,-26 1 16,0-1-16,0 1 16,-26 26-16,-26-27 15,-1 1-15,1 52 16,25-27-16,-25 27 0,26 0 15,-1 0 1,-25 0-16,-1 27 0</inkml:trace>
  <inkml:trace contextRef="#ctx0" brushRef="#br0" timeOffset="93999.11">13933 10811 0,'-53'0'0,"1"26"16,26-26-16,26 26 31,52 0-15,53-26-16,26 0 15,53 0-15,0 0 16,26 0-16,26 0 16,26 0-16,1-26 15,-27 0-15,-26 0 16,-27-1-16,-25 1 16,-27 0-16,-26 26 15,-26-26-15,-53 26 0,0 0 16,-105 0 15,1 26-15</inkml:trace>
  <inkml:trace contextRef="#ctx0" brushRef="#br0" timeOffset="94581.4">14510 11493 0,'-26'0'16,"26"-26"-1,52-1-15,27 1 16,-26 26 0,25-26-16,-25 26 0,-1 0 0,-26 0 15,1 26-15,-27 27 16,0-1-16,0 0 16,-27 1-16,-25-27 15,-27 27-15,27-1 16,-1-26-16,27-26 15,0 27-15,26-1 32,52-26-1,-25 0-31,25 26 0,1-26 31,-1 0-31,0 26 0,1 1 0,-27-1 16,0 0-16,-26 0 15,0 1-15,0-1 16,-52-26-16,-1 26 16,-25 0-16,-1-26 15,0 27-15,1-27 16,25 0-16,27 0 16,0 0-16,-1 0 15,27-27-15,53 1 16,26-26-16</inkml:trace>
  <inkml:trace contextRef="#ctx0" brushRef="#br0" timeOffset="94848.79">15455 11493 0,'52'0'31,"27"0"-31,26 0 16,-26 0-16,-1 0 16,1 0-16,-26 0 15,-1-26-15,-78 26 47</inkml:trace>
  <inkml:trace contextRef="#ctx0" brushRef="#br0" timeOffset="95335.59">15429 11467 0,'0'26'63,"0"0"-63,0 26 15,0 1-15,0-1 16,0-25-16,0 25 16,0-26-16,0 1 0,0-1 15,-27-26 1,27 26-16,0-52 62,0 0-46,0-1 0,27 27-16,-1 0 15,0-26-15,0 26 16,27 0-16,-1 0 15,-26 0-15,53 0 16,-26 0-16,25 26 0,1 1 16,-26 25-1,-27-26-15,0 1 0,-26 25 16,0-26-16,-52 27 16,-53-1-16,-27 1 15,-25-1-15,26-26 16,-27 1-16,1-27 15</inkml:trace>
  <inkml:trace contextRef="#ctx0" brushRef="#br0" timeOffset="97758.46">13749 12674 0,'-105'0'0,"53"26"16,104-26-1,106-53 1,52-25-16,26-1 16,52-52-16,1-1 15,26 1-15,-26 26 0,-1-26 16,-78 52-16,-26 1 16,-53-1-16,0 0 15,0 27-15,-52-1 16,0 27-16,-53 0 15,0 26-15,0-26 16,1 26 0,-80 26 124</inkml:trace>
  <inkml:trace contextRef="#ctx0" brushRef="#br0" timeOffset="100766.17">16478 12044 0,'79'0'15,"26"-26"1,0-1-16,26-25 16,0 26-16,-26-1 15,-26-25-15,-27 52 16,-25-26-16,-27-1 16,0 1-1,0 0-15,-53 26 16,1 0-16,25 0 15,-25-26-15,26 26 16,-1 0-16,27 52 31,0 27-15,0 26-16,0 26 0,0-26 16,0 26-16,0-26 15,0 0-15,0 0 16,0-26-16,0-27 15,0-25-15,0-1 16,27-26 0,-80-53 15</inkml:trace>
  <inkml:trace contextRef="#ctx0" brushRef="#br0" timeOffset="100923.15">16531 12647 0,'52'0'31,"53"-26"-15,26 0-16,27-27 15,25 1-15,1-27 16,0 0-16,-1 1 16,-25-27-16</inkml:trace>
  <inkml:trace contextRef="#ctx0" brushRef="#br0" timeOffset="101506.14">13277 10338 0,'-131'26'16,"26"1"-16,26-1 15,27 0-15,78-26 32,105 0-17,53 0-15,52-26 16,26-27-16,53 1 16,0 26-16,0-27 15,0 1-15,-27 26 0,-25-27 16,-27 27-16,-52 0 15,-53-1-15,-26 1 16,-53 0-16,-26 0 16,-26-1-16,0 1 15,-78 0-15</inkml:trace>
  <inkml:trace contextRef="#ctx0" brushRef="#br0" timeOffset="101977.98">13802 9105 0,'-27'-26'0,"27"-1"16,0-25-16,53 0 16,26 25-16,-1-25 15,1 26-15,26 26 0,-53 0 16,27 0-16,-53 0 16,1 52-16,-1 1 15,-26 25-15,0 1 16,-53 0-16,1-1 15,-53-25-15,26-1 16,1-25-16,25-1 16,27 0-16,0-26 15,-1 26-15,54-26 32,25 27-32,27-27 15,0 0-15,25 0 16,-25 0-16,26 0 0,0 0 15,-26-27-15,-27 1 16</inkml:trace>
  <inkml:trace contextRef="#ctx0" brushRef="#br0" timeOffset="102591.15">14930 9026 0,'-53'0'0,"27"0"16,0 0-16,0 0 16,0 0-16,-1 0 15,1 26 1,0 27-16,0-1 0,26 1 16,0-27-16,0 27 15,0-27-15,26 0 16,26 0-16,-25 1 15,-1-27-15,0 0 16,0 0-16,0-27 16,-26 1-16,0-26 15,0 25-15,0-25 16,0-1-16,0 1 16,0 26-16,27-1 15,-1 1 1,0 26-16,0 0 15,1 0-15,-1 0 16,26 26-16,-25 1 16,25-1-16,-26 26 15,1 1-15,-1-1 0,0 1 16,0-27 0,1 27-16,-1-27 0,26 0 15,-25-26 1,-1 26-16,26-26 0,-26 0 15,53-26-15,-53-26 16,27 25-16,-1-25 16,-25-27-16,-27 27 15,0-27-15,0 26 16,-27 1-16,-25 0 16,-1 25-16,-25 1 15,-27 26-15,26 0 16,0 0-16,1 53 0,-1-1 15,0 27-15</inkml:trace>
  <inkml:trace contextRef="#ctx0" brushRef="#br0" timeOffset="104034.32">18131 11650 0,'0'26'16,"-79"53"-16,-25 52 0,-54 53 31,-26 0-31,1-1 0,-27-25 0,52 26 16,-25-27-16,51-26 15,1 0-15,0-52 16,26 26-16</inkml:trace>
  <inkml:trace contextRef="#ctx0" brushRef="#br0" timeOffset="104740.64">13382 9866 0,'-79'26'15,"0"-26"-15,53 0 16,105-26-1,52-27 1,53 1-16,52-27 16,0-26-16,26 27 15,27-27-15,-27 26 0,-25 0 16,-1 0-16,-53 27 16,-51-1-16,-54 27 15,-25 0-15,-53 52 63</inkml:trace>
  <inkml:trace contextRef="#ctx0" brushRef="#br0" timeOffset="105919.25">19496 10364 0,'-53'0'16,"27"0"-16,0 0 0,-1 0 15,27-26 1,0 0 0,0 0-1,0 0-15,0-1 16,53 1-16,-1 26 16,1 0-16,-27-26 15,27 26-15,-1 0 16,-26 0-16,27 0 15,-1 26-15,1 27 16,-1-27-16,-25 26 16,-1 1-16,-26-1 15,0 1-15,0-1 0,-53 1 16,-25-1-16,-1 1 16,0-27-16,0 0 15,27 0-15,-1 1 16,27-27-16,0 0 15,26-27 1,0 1 0,0-26-16,0 25 15,26 27 17,0 0-32,27 0 15,-1 0-15,1 27 16,26-27-16,-1 26 15,-25-26-15,-27 26 16,27-26-16,-1 0 16,-26 26-16,0-26 15,-52 0 17</inkml:trace>
  <inkml:trace contextRef="#ctx0" brushRef="#br0" timeOffset="106311.41">18236 10732 0</inkml:trace>
  <inkml:trace contextRef="#ctx0" brushRef="#br0" timeOffset="108321.78">1075 5641 0,'-78'27'15,"-1"-1"-15,53-26 16,26-26 0,78-27-16,27-26 15,79-52-15,26-26 16,52-27-16,1 0 15,-1 1-15,-26 25 16,-26 27-16,-52 26 0,-53 53 16,-27-1-16,-51 27 15,-27 52 17,-79 27-32,-26 25 15,-52 27-15,-27 0 16,0 26-16,-26 1 15,0-1-15,-26 26 0,0 1 16,52-27 0,1 26-16,-1-25 0,27-27 15,52-1-15,0-51 16,52-1-16,53-25 16,53-27-1,104-79-15,27 0 16,26-78-16,52-1 15,27-52-15,26 1 16,-27-1-16,1 0 16,-27 52-16,-52 27 15,-52 52-15,-53 1 16,-27 51-16,-51 1 16,-80 79-1,-78-1 1,0 27-16</inkml:trace>
  <inkml:trace contextRef="#ctx0" brushRef="#br0" timeOffset="112192.58">17554 10574 0,'-26'0'0,"-1"0"15,80 0 48,52-26-63,0 26 0,0 0 15,0-26-15,0 26 16,-27-26-16,1 26 16,-26 0-16,-1 0 15,1 0-15,-27 0 32,-52 0-32,-27 0 15</inkml:trace>
  <inkml:trace contextRef="#ctx0" brushRef="#br0" timeOffset="112352.49">17501 10784 0,'53'0'16,"26"0"-1,26 0-15,0 0 0,0-26 16,-27 0-16,27 26 15,-26-26-15,0 26 16,-1-27-16,-51 1 16</inkml:trace>
  <inkml:trace contextRef="#ctx0" brushRef="#br0" timeOffset="114900.79">20440 10391 0,'0'-27'0,"0"-25"16,0 26-16,0 0 15,0-1-15,-52 1 16,26 26-16,-53 0 16,26 0-16,-25 0 15,-1 26-15,26 1 16,-25-1-16,52 26 16,-1-26-16,27 1 15,0 25-15,27 1 16,25-1-16,53-26 15,0 27-15,0-27 16,-26 27-16,-1-27 16,-51 0-16,-1 0 15,-105 1 1,0-27-16,-26 0 16,0 0-16,0-27 15,53 27-15,0-26 16,52 0-16,0-27 15,26 1-15,79-1 16,0 1-16,26-1 16,0 27-16,-26 0 15,-53 0-15</inkml:trace>
  <inkml:trace contextRef="#ctx0" brushRef="#br0" timeOffset="115184.68">21044 10469 0,'26'0'31,"0"0"1,1 0-17,-1 0 1,-26-26 62,0 0-78,52 0 16,-26-27-16,53 27 15</inkml:trace>
  <inkml:trace contextRef="#ctx0" brushRef="#br0" timeOffset="115515.54">21962 10050 0,'-52'-27'0,"25"27"15,1 0 1,0 0-1,26 27-15,0-1 16,0 26-16,0-25 16,52 25-16,1-26 15,-1 27-15,27-27 0,-26 26 16,-1-25 0,1 25-16,-27-26 0,0 1 15,-52-27 32,-27 0-31,1-53-16,26 27 15,-1-27-15</inkml:trace>
  <inkml:trace contextRef="#ctx0" brushRef="#br0" timeOffset="115640.9">21988 10102 0,'0'-26'15,"0"0"1,0-1-16,0 1 15,79 26-15,0-26 16,26 26-16,-26-26 16,26 26-16,-1 0 15,-51 0-15,-1 0 16</inkml:trace>
  <inkml:trace contextRef="#ctx0" brushRef="#br0" timeOffset="115925">19758 11467 0,'-157'26'0,"78"0"15,131-26 1,132 26-16,105-26 15,104 0-15,53-52 16,27 26-16,25-27 16,1 1-16,-53 25 0,-105 1 15,-105 0-15,-131 26 16,-262 0 0,-132 52-16,-131 1 15</inkml:trace>
  <inkml:trace contextRef="#ctx0" brushRef="#br0" timeOffset="116082.67">19601 11886 0,'-368'53'0,"158"-1"0,132 1 0,130-27 15,211 0-15,183-26 0,183-26 16,80-26-16,78-1 16,-26-26-16,-105 27 15,-105-27 1,-157-26-16</inkml:trace>
</inkml:ink>
</file>

<file path=ppt/ink/ink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1T08:53:02.314"/>
    </inkml:context>
    <inkml:brush xml:id="br0">
      <inkml:brushProperty name="width" value="0.05292" units="cm"/>
      <inkml:brushProperty name="height" value="0.05292" units="cm"/>
      <inkml:brushProperty name="color" value="#FF0000"/>
    </inkml:brush>
  </inkml:definitions>
  <inkml:trace contextRef="#ctx0" brushRef="#br0">12778 5458 0,'27'0'16,"-1"-27"-16,0 1 15,0 0-15,-26 0 16,0-1 15,-52 27-31,-27 0 0,0 0 16,-26 0-16,27 0 15,-27 53-15,0-27 16,26 27-16,27-27 16,-1 26-16,1 27 15,25-26 1,27 25-16,0-25 0,0-1 15,79 27-15,-26-53 16,52 27-16,-27-27 16,27 0-16,0 0 15,26-26-15,-26 0 0,0 0 16,-26 0 0,0-26-1,-1 0-15,-51 0 0,-1-1 0</inkml:trace>
  <inkml:trace contextRef="#ctx0" brushRef="#br0" timeOffset="738.7">13697 5668 0,'0'-27'15,"0"1"1,0 0-16,-27 26 0,1-26 15,0 26-15,-27 0 16,27 0-16,-26 0 16,-1 0-16,1 0 15,-1 52-15,27-26 16,0 27-16,26-1 16,0 1-16,0-27 15,52 0-15,1 0 16,26-26-16,-1 0 15,1 0-15,0 0 16,-27-26-16,1-26 0,-1 26 16,-26-27-16,-26 27 15,0-27-15,0 27 16,0 0 0,0 52 30,0 27-46,0-1 16,0 1-16,0-27 16,0 26-16,0-26 0,27 1 15,-1-27 1,0-27 15,-26-25-31,26 0 16,1-1-16,25 1 15,-26 25-15,1 1 16,-1 0-16,26 26 16,-26 0-16,1 0 15,25 0-15,1 26 16,-1 0-16,-26 27 16,27-1-16,-27 1 15,-26-1-15,0-26 0,0 1 16,0-1-16,-26-26 47,0-26-32,26-27-15,0 27 0,0-26 16,0 25-16,26-25 16,26 26-16,1-1 15,26 27-15,-1-26 16,1 26-16</inkml:trace>
  <inkml:trace contextRef="#ctx0" brushRef="#br0" timeOffset="1241.4">17082 5221 0,'-27'-52'0,"1"26"16,26 0-16,-26 26 0,26 26 47,0 52-32,0 1-15,0 26 16,26-26-16,0 0 16,-26-1-1,27 1-15,-1-26 0,-26-1 16,0 0-16,26-25 16,-26-1-16,0 0 15,-52-26 1</inkml:trace>
  <inkml:trace contextRef="#ctx0" brushRef="#br0" timeOffset="1558.71">16662 5563 0,'78'-27'16,"27"-25"-16,0 52 15,0-26-15,27 26 16,-27 0-16,-1 0 15,1 0-15,-26 26 16,-26 26-16,-27 1 0,0-1 16,-26 1-16,0-1 15,0-25-15,0-1 16,-26-26-16,0 0 16,-1 0-1,1 0-15,0 0 0,0-53 16,26 1-16,0-1 15,0 1-15,78-1 16,1 1-16,26 26 16,-26-1-16,-27 27 15</inkml:trace>
  <inkml:trace contextRef="#ctx0" brushRef="#br0" timeOffset="2216.52">18525 5615 0,'0'-26'0,"-26"0"16,-1-1-1,1 1-15,-26 0 0,25 26 16,1-26-16,-26 26 16,25 0-16,-25 0 15,-27 26-15,27 26 16,-1 1-16,27-27 15,26 27-15,0-1 0,0-26 16,0 1-16,26-1 16,27-26-16,-1 0 15,1 0-15,-1-26 16,1-27-16,-27 27 16,26-27-16,-52 1 15,27-1-15,-27 27 16,0 0-1,0 78 17,0 1-17,26-1-15,26-25 16,-25 25-16,25-26 16,1 1-1,-1-27-15,-26 0 0,27 0 16,-27 0-16,0-27 15,0-25-15,1-1 16,-27 1-16,0 26 16,0-27-16,0 27 15,0 0-15,0 52 47,-27 26-31,27 1-16,0-1 15,0 1-15,0-27 16,0 0-16,27 1 16,-27-1-1,26-26-15,-26-26 32,0-27-32</inkml:trace>
  <inkml:trace contextRef="#ctx0" brushRef="#br0" timeOffset="2461.77">18682 5248 0,'26'26'31,"1"-26"-15,25 0-16,1 0 15,-27 0-15,0 0 16,-26-26-1,-26-1 17,-27 27-32,27 0 0,0 0 15,0 27 1</inkml:trace>
  <inkml:trace contextRef="#ctx0" brushRef="#br0" timeOffset="2812.89">19286 5484 0,'0'26'31,"0"0"-31,0 27 16,0-27-16,0 27 0,0-1 16,0-26-16,0 1 15,0-54 16,0-25-15,0-1-16,0 1 16,0-1-1,26-25 1,26 51-16,27-25 16,0 52-16,26 0 15,-26 0-15,26 0 0,-53 0 16,27 52-1,-27 1-15,1-1 0,-27 1 16,-26-1-16,0 27 16,-105-26-16,-26-1 15,-27 0-15,1-25 16</inkml:trace>
  <inkml:trace contextRef="#ctx0" brushRef="#br0" timeOffset="3505.32">13329 6927 0,'-26'-26'16,"26"0"-1,0 78 1,0 27 0,26 0-16,-26 25 15,27 1-15,-27 0 16,0-26-16,0 0 16,0-27-16,0 1 15,0-27-15,0 0 16,0 0-16,26-26 15</inkml:trace>
  <inkml:trace contextRef="#ctx0" brushRef="#br0" timeOffset="3966.43">14038 7085 0,'0'-27'0,"-26"1"15,-1 26-15,-25 0 16,-27 0-16,0 0 16,27 53-16,-27-1 15,53 0-15,26 1 16,0-1-16,26 1 16,53-27-16,26 53 0,-26-53 15,26 53-15,-53-53 16,-26 27-16,1-27 15,-27 0-15,-27 0 16,-51-26-16,-1 26 16,26-26-16,1 0 15,-1 0-15,27-26 16,26 0-16,0-26 16,26-27-16,53 26 15,0-25-15,26-1 16,-53 26-16,1-25 15,-27 25-15,0 27 16,-26 0-16,0 0 0,-26-1 16,-53 27-16,1 0 15,-1 0-15,26 27 16,1-1-16,26 26 16</inkml:trace>
  <inkml:trace contextRef="#ctx0" brushRef="#br0" timeOffset="4290.99">16032 7111 0,'-52'0'15,"25"0"-15,27 26 16,0 0 0,0 0-16,53 1 15,-1-27-15,1 0 16,-27 0-16,0 0 16,0 0-16,1 0 15,-27-27-15,0 1 0,0 0 16,-27 0-16,1 26 15,0-26-15,-26 26 16,-1 0 0,1 0-16</inkml:trace>
  <inkml:trace contextRef="#ctx0" brushRef="#br0" timeOffset="4589.35">15980 7767 0,'-27'0'0,"27"26"15,0 0-15,27 0 16,25-26 0,1 0-16,-1 0 15,0-26-15,-25 0 16,-27 0-16,0-1 15,0 1 1,-53 26-16,27 0 16,-26 0-16,-1 0 15,27 0-15,0 0 0,-1 26 16</inkml:trace>
  <inkml:trace contextRef="#ctx0" brushRef="#br0" timeOffset="5028.6">17554 7452 0,'-53'0'0,"1"0"0,-1 0 16,27-26-1,26-1-15,0 1 32,26 0-32,1 0 0,25-1 15,1 27-15,-1 0 16,1 0-16,-27 0 16,0 27-16,0-1 15,1 26-15,-27 27 16,0-26-16,-27-1 15,-25 1-15,-1-1 0,-25-26 16,-1 27-16,0-53 16,27 26-16,-1-26 15,27 26-15,79-26 47,25 0-31,27 0-16,0 0 15,0-26-15,0 26 16,-26-26-16,-27-1 16</inkml:trace>
  <inkml:trace contextRef="#ctx0" brushRef="#br0" timeOffset="5437.64">18551 7268 0,'-52'0'16,"25"-26"-16,-25 26 15,26 0-15,-1 0 16,1 0-16,0 26 16,0 0-16,-1 1 0,27-1 15,0 0 1,0 27-16,27-27 0,25 26 15,27-25-15,-27-1 32,27 0-32,-26 0 0,-1 1 0,-26-1 15,0 0-15,1 0 16,-1 0-16,-26 1 16,0-1-1,-26 0-15,-53-26 16,0 0-1,1 0-15,-1 0 0,0 0 16,27-26-16,-1 0 16,1-27-16</inkml:trace>
  <inkml:trace contextRef="#ctx0" brushRef="#br0" timeOffset="5688.75">18499 7294 0,'-27'-26'16,"54"26"47,51 0-63,27 0 0,0 0 15,-26 0-15,26-26 16,-26 26-16,-1 0 15,-25-26-15,-1 26 16,-25 0-16,-54 0 31,-25 0-15,-53 0-16</inkml:trace>
  <inkml:trace contextRef="#ctx0" brushRef="#br0" timeOffset="9443.68">7583 2702 0,'-79'0'0,"0"0"15,1 0-15,-1 0 16,-26 0-16,26 0 16,27 0-16,-1 27 15,53-1 1,53 0 0,78 0-16,26-26 15,53 0-15,27 0 16,25 0-16,0 0 15,-26 0-15,-26 0 16,-26 0-16,-79 0 0,-52 0 16,-132-26-1,-79 26 1</inkml:trace>
  <inkml:trace contextRef="#ctx0" brushRef="#br0" timeOffset="9632.06">7006 2834 0,'-105'26'0,"26"-26"16,53 0 0,104 26-1,54-26-15,77 0 0,54 0 16,26 0-16,25 0 16,1-26-16,-26 26 15,-53-26-15,-78 26 16,-54-27-16</inkml:trace>
  <inkml:trace contextRef="#ctx0" brushRef="#br0" timeOffset="10544.44">8737 7609 0,'27'-26'16,"-27"-26"-16,0 25 16,0 1-16,0 0 15,-27 0-15,-25-1 0,-27 27 16,0 0 0,27 0-16,-27 27 0,1-1 15,51 26-15,1 1 16,26-27-16,0 27 15,26-1 1,79-26-16,0 27 0,26-27 16,1 0-16,-1 27 15,-26-27-15,-26 0 16,-53 0-16,0 1 16,-26-1-16,-26 0 15,-53 0-15,0 1 16,-52-1-16,26-26 0,0 0 15,26 0-15,27 0 16,26-26-16,26-27 16,0 1-16</inkml:trace>
  <inkml:trace contextRef="#ctx0" brushRef="#br0" timeOffset="10842.69">9157 7531 0,'0'-27'15,"0"1"-15,0 52 63,0 53-63,26 0 0,-26 26 16,27 0-16,-27 0 15,26 26 1,-26-52-16,0 26 0,26-27 15,-26-25-15,0-27 16,0 0-16,0 0 16,0-52 15,-26-26-31,-27-27 16</inkml:trace>
  <inkml:trace contextRef="#ctx0" brushRef="#br0" timeOffset="11031.96">8974 7950 0,'0'-52'16,"0"-27"-16,0 27 0,78-1 0,1 1 16,0 26-16,-1 26 15,1 0 1,-26 0 0,25 0-16,-51 52 15,-27 0-15,0 27 0,-27 0 16,-78-27-16,27 1 15,-1-1-15,26-25 16,27-1-16,0-26 16</inkml:trace>
  <inkml:trace contextRef="#ctx0" brushRef="#br0" timeOffset="12069.59">9551 7924 0,'52'0'47,"-25"0"-47,25 0 0,1-26 16,-27 0-16,26-1 15,-26 1-15,-26 0 16,27 0-16,-27-1 15,0 1 1,-27 26 0,-51 0-16,-1 26 15,27 27-15,-27-27 0,53 27 16,-1-1-16,27-26 16,0 1-16,79-1 15,0 0-15,26-26 16,0 0-16,0 0 15,-27 0-15,1 0 16,-53-26-16,1 26 16,-27-26 31,26 26-47,26-27 15,1 1-15,-27 0 16,0 0-16,0-1 0,-26 1 15,0 0-15,0 0 16,-26 26 0,-26 0-16,-1 0 15,-25 0-15,25 26 16,27 26-16,0-25 16,26-1-16,0 26 15,52-25-15,27-1 16,0-26-16,25 0 15,-25 0-15,26 0 0,-26-26 16,0-1-16,-27 1 16,1 0-16,-53 0 15,0-1 1,-79 27 0,26 0-16,-25 0 15,25 27-15,1-1 16,52 0-16,0 0 15,0 1-15,52-27 16,27 0 0,-27 0-16,27 0 15,0-27-15,-27-25 16,1-1-16,-1-25 0,-26-1 16,1 0-16,-27-26 15,0 0-15,0 27 16,-27 25-16,1 1 15,-26-1-15,-1 27 16,27 26 0,26 52 15,26 53-31,1 0 16,25 27-16,-26-27 0,0 26 15,1-26-15,-1 0 16,0-27-16,-26 1 15,26-26-15,-26-1 16,0-26-16,0 1 16,0-1-16,-26 0 15,0-26-15,-27 26 16</inkml:trace>
  <inkml:trace contextRef="#ctx0" brushRef="#br0" timeOffset="12572.9">7871 8816 0,'-341'27'16,"79"-1"-16,78 0 15,79 0-15,184-26 16,183 0-16,106 0 16,130-26-1,53-26-15,27-1 0,-1-26 16,-26 27-16,-52-1 15,-53 1-15,-132 26 16,-104-1-16,-78 1 16,-106 26-16,-157 0 15,-106 0 1,-104 26-16</inkml:trace>
  <inkml:trace contextRef="#ctx0" brushRef="#br0" timeOffset="12777.89">7530 9079 0,'-52'26'0,"52"0"16,157 0-16,106-26 15,130 0-15,80-26 16,51-26-16,1-1 16,0 1-16,-26-27 15,-80 27-15,-77-1 16,-106 1-1,-131 25-15,-79 1 0,-26 0 16,-79 26-16</inkml:trace>
  <inkml:trace contextRef="#ctx0" brushRef="#br0" timeOffset="26144.95">14195 7426 0,'-26'0'0,"26"-27"15,26 1 1,27 26-1,25-26-15,1 26 16,-53 0-16,27 0 16,-27 52-1,-26 1-15,0-1 16,0 1-16,0-1 16,-52 1-16,-1-1 0,1-26 15,-1 1-15,-26-1 16,27 0-16,0-26 15,-1 0-15,27 0 16</inkml:trace>
  <inkml:trace contextRef="#ctx0" brushRef="#br0" timeOffset="26601.82">14773 7294 0,'0'-26'0,"-27"26"31,1 0 1,-26 53-32,-1-1 0,1 1 15,-1-1-15,27 27 16,0-27-16,26 1 15,0-1-15,0-26 0,0 1 16,52-1-16,27 0 16,0 0-16,26-26 15,-1 0-15,1 0 16,-26 0-16,0 0 16,-53-26-16,0 26 15</inkml:trace>
  <inkml:trace contextRef="#ctx0" brushRef="#br0" timeOffset="27230.59">19260 7557 0,'-27'0'0,"27"-26"0,0-1 15,27 1 1,-1 0-16,52 26 16,-51 0-16,25 0 15,-26 0-15,27 0 16,-27 26-1,0 0-15,1 27 0,-27-1 16,0 1-16,0-27 16,-27 26-16,-25-25 15,-1-1-15,27 0 16,-26 0-16,25-26 16,1 0-16,0 0 0,0 0 15</inkml:trace>
  <inkml:trace contextRef="#ctx0" brushRef="#br0" timeOffset="27562.44">20073 7426 0,'0'-27'0,"0"1"16,-26 26-16,-1 0 15,1-26-15,-26 26 16,-1 0-16,-25 26 16,-27 27-16,26-1 15,26 27-15,-25 0 16,51-1-16,1-25 16,26 25-16,0-25 15,79-27-15,0 0 16,26 1-16,26-27 15,0 0-15,0-27 16,0-25 0,1-1-16,-54 1 0,1-1 0,-27 1 15,-52 26-15,0 0 16</inkml:trace>
  <inkml:trace contextRef="#ctx0" brushRef="#br0" timeOffset="32384.17">18708 2886 0,'-104'0'0,"51"0"15,1 0-15,130 0 47,27 0-31,26 0-16,53 0 15,0 0-15,-1 0 16,27 0-16,27 0 16,-28 0-16,1-26 15,-78 26-15,-1 0 16,-79-26-16,1 26 16,-80 0 15,-51 0-31,-53 0 15</inkml:trace>
  <inkml:trace contextRef="#ctx0" brushRef="#br0" timeOffset="32714.29">18472 2965 0,'-26'0'0,"105"0"15,52 0 1,53 0-16,-1 0 16,27 0-16,26-26 15,27 26-15,-27-27 16,26 1-16,-52 26 16,-52-26-16,-53 26 15,-27-26-15,-25 26 16,-27 0-16,-78 0 78</inkml:trace>
  <inkml:trace contextRef="#ctx0" brushRef="#br0" timeOffset="33737.26">4093 3883 0,'-105'0'0,"0"0"16,26 0-16,27 0 15,26 0-15,26 27 16,78-1 0,54 0-16,51 0 15,1-26-15,52 0 16,0 0-16,27 0 0,-27 0 15,26-26-15,-52 0 16,0 0-16,-26 26 16,-53-27-16,-26 27 15,-53 0-15,-104 0 32,-53 0-17,-26 0-15,-1 27 16,-25-1-16</inkml:trace>
  <inkml:trace contextRef="#ctx0" brushRef="#br0" timeOffset="35771.19">3647 4067 0,'-26'0'16,"-1"0"-16,1 0 15,79 0 17,-1 26-17,53-26-15,53 0 16,-1 0-16,53 0 0,26 0 16,0 0-16,27 0 15,25 0-15,-52-26 16,1 26-16,-28-26 15,-51-1-15,-27 27 16,-52 0-16,-53-26 16,0 26-16,-26-26 140</inkml:trace>
  <inkml:trace contextRef="#ctx0" brushRef="#br0" timeOffset="36903.35">11545 3936 0,'-157'0'0,"25"0"16,54 26-16,51-26 16,27 26-1,79-26-15,79 0 16,78 26-1,26-26-15,27 0 0,-1 0 16,27 0-16,-26-26 0,-27 26 16,-52-26-16,-26 0 15,-53 26-15,-52-26 16,-27 26-16,-25 0 16,-80 0 15,-52 0-31,-26 26 15,-27 0-15</inkml:trace>
  <inkml:trace contextRef="#ctx0" brushRef="#br0" timeOffset="37201.92">11046 4041 0,'-26'0'0,"52"0"31,53 0-31,79 0 16,-1 0-1,53 0-15,26 0 0,0 0 0,53 0 16,-27 0 0,1 0-16,-27 0 0,-26-27 15,-27 27-15,-25-26 16,-79 26-16,-27 0 15,-26 0-15,1 0 16,-54 0 15,1 0-31,-53 0 16</inkml:trace>
  <inkml:trace contextRef="#ctx0" brushRef="#br0" timeOffset="44089.52">12358 10076 0,'-52'-26'15,"52"-1"-15,0 1 16,105-26-16,0 25 15,0 1-15,0 26 16,-26 0-16,-1 26 0,-25 1 16,-53 51-16,0-25 15,0 26-15,-26-27 16,-79 27-16,26-27 16,-26-26-16,0 27 15,26-27-15,0 0 16,27 1-16,26-27 15,26 26 17,26-26-32,53 0 15,26 0 1,0 0-16,26 0 0,26-26 0,-26-1 16,1 27-16</inkml:trace>
  <inkml:trace contextRef="#ctx0" brushRef="#br0" timeOffset="44529.69">13539 9997 0,'-26'-26'16,"0"26"-1,26 26 16,0 27-15,-26-1-16,26 1 0,0-1 0,-27 1 16,27-27-16,0 0 15,-26-26-15,52 0 63,27-26-63,-1 0 0,27 26 15,0-27-15,-27 27 16,27 0-16,0 0 0,-27 0 16,27 53-16,-27-27 15,-25 26-15,-27 1 16,0-1-16,0 1 16,-53-1-16,1-25 15,-1-1-15,-26 0 16,27-26-16,-1 0 15,27 0-15,-26 0 16,25-52-16</inkml:trace>
  <inkml:trace contextRef="#ctx0" brushRef="#br0" timeOffset="44752.59">13434 10076 0,'27'-26'47,"77"26"-47,28 0 0,-1 0 15,0 0-15,0 0 16,-52 0-16,-27 0 0,-25 0 16,-27 26 30</inkml:trace>
  <inkml:trace contextRef="#ctx0" brushRef="#br0" timeOffset="45739.37">14484 10207 0,'-26'0'15,"26"-26"1,0 0 0,52 26-16,-26 0 0,1-27 15,25 27-15,-26 0 16,27 0-16,-27 53 15,27-27-15,-27 27 16,-26-1-16,0 27 16,0-27-16,0-26 15,-53 27-15,1-27 16,-1 0-16,1 1 16,-1-1-16,27-26 15,0 0-15,0 0 0,-1 0 16</inkml:trace>
  <inkml:trace contextRef="#ctx0" brushRef="#br0" timeOffset="46971.26">15140 10155 0,'0'-27'0,"0"1"16,-26 26 31,-27 26-47,1 1 0,-27 25 15,26 1-15,1-1 16,26 0-16,26 1 16,0-1-16,0 1 15,0-1-15,52-25 16,27-1-16,0-26 15,-1 26-15,27-26 16,-26 0-16,0 0 16,-27 0-16,1-26 15,-27 26-15,0 0 0</inkml:trace>
  <inkml:trace contextRef="#ctx0" brushRef="#br0" timeOffset="49584.3">15953 10391 0,'-52'-27'15,"-1"27"-15,1 0 0,26 0 16,52 0 31,53 0-47,26 27 15,0-27-15,-1 0 16,1 0-16,-26 0 16,0 0-16,-27 0 15,1-27-15,-27 27 16,0 0 437,1 0 563</inkml:trace>
  <inkml:trace contextRef="#ctx0" brushRef="#br0" timeOffset="57438.46">17187 9918 0,'-27'0'0,"1"0"16,0 0-16,78-26 78,-25 26-63,-1-26-15,26 26 16,-25 0-16,25 0 16,-26 0-16,27 0 15,-27 26-15,-26 0 16,26 1-16,-26 25 0,0 1 16,0-1-16,-52-26 15,-1 27-15,-25-1 16,-27 1-16,26-27 15,0 0 1,27 0-16,25-26 0,1 27 16,0-27-16,78 0 62,27 0-62,0-27 16,26 27-16,-26-26 0,-1 26 15,1-26 1,0 26-16,-27 0 0,1 0 16,-27 0-16,0-26 15,-52 26 860,-27 0-859</inkml:trace>
  <inkml:trace contextRef="#ctx0" brushRef="#br0" timeOffset="58271.34">17843 8475 0,'-79'0'15,"53"0"-15,52 0 32,79 0-17,0 0-15,26-26 16,26 0-16,-52 26 16,0-27-16,-26 27 15,-53 0-15,-52 27 31,-79-1-31,-26 26 16</inkml:trace>
  <inkml:trace contextRef="#ctx0" brushRef="#br0" timeOffset="58413.52">17554 8711 0,'-26'0'0,"52"0"31,53 0-15,52 0-16,26 0 15,1-26-15,-1 26 16,-26-26-16,-52 0 16</inkml:trace>
  <inkml:trace contextRef="#ctx0" brushRef="#br0" timeOffset="63827.44">16058 10758 0,'-26'0'0,"0"0"16,0 0 62,-1 0-63,1 0-15,-26 0 16,-1 0-16,27 0 0,0 0 16,-27 0-1,27 0-15,52 0 63,27 0-63,25 0 15,27 0-15,27 0 16,-1 0-16,-26 0 16,0 0-16,-27 0 0,1-26 15,-53 26 1,1 0-16,-54 0 203</inkml:trace>
  <inkml:trace contextRef="#ctx0" brushRef="#br0" timeOffset="65356.83">18446 10023 0,'0'-26'0,"26"0"0,-26 0 16,0-1-16,0 1 15,0 0 1,-26 0-16,-53 26 0,1 0 16,-1 0-16,0 0 15,27 26-15,25 26 16,27 1-16,0 26 16,0-1-16,105 1 15,0-26-15,-26 25 16,26-25-1,-52-1-15,-1-26 0,-52 1 16,26-27-16,-52 0 16,-53 0-16,-26 0 15,0 0-15,0 0 16,53 0-16,-1-27 16,27 1-16,26-26 15,0-1-15,0 1 16,53-1-16,25-25 15,-25 25-15,26 27 16,-27-27-16,-26 27 16,1 26-16,-1-26 15,-26 52 17,0 0-17</inkml:trace>
  <inkml:trace contextRef="#ctx0" brushRef="#br0" timeOffset="65703">19050 10155 0,'-27'0'0,"54"0"47,25 0-47,1 0 16,25 0-16,1 0 15,26 0-15,0 0 16,26 0-16,-26 0 15,0 0-15,0 0 0,-53 0 16,1 0-16,-53-27 16,-26 27 15,-53 0-31,0 0 16</inkml:trace>
  <inkml:trace contextRef="#ctx0" brushRef="#br0" timeOffset="67049.85">19496 9918 0,'0'-26'16,"0"0"0,0 52 30,-27 27-30,27-1-16,-26 27 16,0 26-16,26-26 15,-26-1-15,-1-25 16,27 25-16,-26-25 16,0-1-16,26-25 15,-26-1-15,26 0 16,0 0 1031</inkml:trace>
  <inkml:trace contextRef="#ctx0" brushRef="#br0" timeOffset="67835.24">20624 9918 0,'0'-52'0,"0"26"15,0-1 1,-26 80 15,-1 26-31,1-1 16,0-25-16,26 26 15,0-1-15,0-25 16,0-1-16,0-26 16,0 27-16,0-27 15,0 0-15,0 1 16,26-27 0</inkml:trace>
  <inkml:trace contextRef="#ctx0" brushRef="#br0" timeOffset="68290.81">21306 9918 0,'0'-52'16,"0"26"-1,0-1-15,-26 27 0,0 0 16,-27 0 0,-25 0-16,25 53 15,-26-1-15,53 1 16,0-1-16,0-25 15,26 25-15,0 27 16,52-27-16,-26-25 16,27 25-16,-1-26 0,-25 27 15,-1-27 1,-26 0-16,0 0 16,-26-26-1,-27 0-15,1 0 16,25 0-16,1 0 15,0-26-15,26 0 16,0-27-16,0 1 16,79 26-16,-27-53 15,53 27-15,-26-27 16,-1 26-16,-25-25 16,-1 25-16,-52 1 15,0 25-15,0 1 0,-52 0 16,-1 26-1,1 0-15,-1 26 16,27 0-16,-26 1 16,52 25-16,0-26 15</inkml:trace>
  <inkml:trace contextRef="#ctx0" brushRef="#br0" timeOffset="68605.07">21910 9945 0,'0'-27'16,"-27"1"-1,27 0-15,79 26 16,-26 0 0,25 0-16,1 0 15,-26 26-15,-1 27 16,-26-1-16,-26 1 15,0-1-15,0-26 16,-52 27-16,-1-27 0,-52 0 16,27 1-16,-1-27 15,26 26-15,27-26 16,52-53 15</inkml:trace>
  <inkml:trace contextRef="#ctx0" brushRef="#br0" timeOffset="68825.39">22356 9918 0,'105'-52'16,"-53"-1"-16,1 27 16,-27 26-16,-26-26 15,-26 26 1,-27 26-16,-25 27 0,-1-1 16,26 1-1,27-1-15,26 1 0,0-1 16,26 1-16,27-27 15,78 0-15,0-26 16,27 0-16,-1 0 16,-26-26-16,-26 0 15,-52-27-15,-27 27 16,-26-27-16,-26 27 16</inkml:trace>
  <inkml:trace contextRef="#ctx0" brushRef="#br0" timeOffset="84382.28">12910 11362 0,'-184'0'0,"26"-27"16,27 27-16,52 0 15,27-26-15,104 26 32,80 26-32,104 1 15,79-27-15,26 26 16,26-26-16,-26 0 16,-26 0-16,-79 0 15,-78 0-15,-80 0 0,-130 0 16,-105 26-1</inkml:trace>
  <inkml:trace contextRef="#ctx0" brushRef="#br0" timeOffset="84555.19">12778 11598 0,'-210'0'16,"53"26"-16,78 0 16,53-26-16,26 26 15,26 1-15,105-27 16,106 26-16,77-26 15,28 0-15,51-26 16,-25 26-16,-54-27 16,-25 27-16,-105-26 0</inkml:trace>
  <inkml:trace contextRef="#ctx0" brushRef="#br0" timeOffset="85152.13">20834 11125 0,'-53'0'15,"27"0"-15,0 0 16,105 0 0,26 0-1,52 0-15,27 0 16,-1-26-16,-25 26 16,-1-26-16,-26 0 15,-78 26-15,-1-27 16,-130 27-1,-53 53 1</inkml:trace>
  <inkml:trace contextRef="#ctx0" brushRef="#br0" timeOffset="85372.27">20650 11309 0,'-52'0'0,"130"0"46,27 0-46,27 0 16,51 0-16,1-26 16,0 0-16,-27 26 15,-26-27-15,-26 27 16,-26-26-16,-53 26 16,0 0-16,-52 0 31,-79 0-31</inkml:trace>
  <inkml:trace contextRef="#ctx0" brushRef="#br0" timeOffset="86157.96">14484 12359 0,'-26'0'0,"104"0"31,27 0-31,27 0 16,-28 0-16,-25 0 15,-26 0-15,-1-27 16,-26 27-16,1-26 16,-27 0-1,0 0 1,0 52 31,0 26-32,-27 27-15,1 26 16,0-26-16,26 0 16,0-1-16,0-25 15,0-1-15,0 1 16,0-27-16,26 0 15,0 0-15,1 1 16,-1-27-16,0 0 16,27 0-16</inkml:trace>
  <inkml:trace contextRef="#ctx0" brushRef="#br0" timeOffset="86377.66">15533 12516 0,'79'-26'15,"0"26"1,0 0-16,26 0 16,0 0-16,-27 26 15,-25 0-15,-27 27 16,-26 26-16,0-27 16,-52 1-16,-27-1 15,-26 0-15,0 1 16,26-27-16,0 0 0,53-26 15</inkml:trace>
  <inkml:trace contextRef="#ctx0" brushRef="#br0" timeOffset="86599.52">16373 12516 0,'0'-26'15,"-26"26"1,-53 52-1,0 1 1,-25 26-16,25-1 0,26 1 16,27 0-16,0-27 15,26 1 1,26-27-16,53 26 0,52-25 16,0-27-16,-26 0 15,26 0-15</inkml:trace>
  <inkml:trace contextRef="#ctx0" brushRef="#br0" timeOffset="86834.42">17213 12857 0,'-26'0'16,"78"0"-1,27 0 1,52 0-16,26 0 16,-25 0-16,-54 0 15,1 0-15,-26 0 16,-27 0-16,0 0 16</inkml:trace>
  <inkml:trace contextRef="#ctx0" brushRef="#br0" timeOffset="86992.6">17318 13146 0,'-53'26'15,"27"-26"-15,52 0 32,105 0-32,27 0 15,52 0-15,-26-26 16,-27-27-16</inkml:trace>
  <inkml:trace contextRef="#ctx0" brushRef="#br0" timeOffset="87417.79">18866 12647 0,'-79'-26'16,"53"0"-16,26 0 15,0-1-15,52 1 16,27 0-16,-26 26 16,-1-26-16,1 26 15,-1 0-15,-26 26 16,-26 26-16,0 27 15,0 0-15,0 0 0,-26-27 16,-53 27 0,27-53-16,-1 26 0,1-25 15,-27-1-15,53 0 16,0-26-16,104 0 62,27 0-62,53-52 16,-27 25-16,26-25 16,1-1-16</inkml:trace>
  <inkml:trace contextRef="#ctx0" brushRef="#br0" timeOffset="87796.61">20178 12490 0,'0'-26'15,"-53"-1"-15,1 27 0,-27 0 0,1 0 16,-27 0-16,26 53 16,26-27-16,27 27 15,0 25 1,26-25-16,26-1 0,53 27 16,0-27-16,-1 1 0,1-1 15,-27 1-15,-25-27 16,-27 0-16,0 1 15,-79-1 17,0-26-32,1 0 0,25 0 15,1-26-15,25-27 16,27 1-16,0-1 16,0-26-16,53 27 15,26 0-15,-1-1 0,-25 1 16,25 25-16,-51 1 31,-1 0-31,-105 26 16</inkml:trace>
  <inkml:trace contextRef="#ctx0" brushRef="#br0" timeOffset="88205.47">16032 14615 0,'-26'-26'16,"26"0"-16,26 0 16,79-1-16,0 1 15,0 26-15,-26 0 16,-1 0-16,-25 26 15,-1 27-15,-52-1 16,0 27-16,-26 0 16,-53-1-16,-26-25 15,27-1-15,25 1 16,1-27-16,25 0 16,1 1-16</inkml:trace>
  <inkml:trace contextRef="#ctx0" brushRef="#br0" timeOffset="88409.8">17029 14510 0,'-52'0'0,"-53"0"16,0 27-16,-26 25 16,52 27-16,0-27 15,27 27-15,25 0 16,27-27-16,0 1 15,0-27-15,79 26 16,0-25-16,26-27 0,26 0 16,0 0-16</inkml:trace>
  <inkml:trace contextRef="#ctx0" brushRef="#br0" timeOffset="88650.89">17764 14851 0,'26'0'47,"27"0"-47,52 0 15,-1 0-15,28 0 16,-1 0-16,-26 0 15,-26 0-15,-27 0 16</inkml:trace>
  <inkml:trace contextRef="#ctx0" brushRef="#br0" timeOffset="88817.79">17843 15088 0,'-27'0'0,"1"26"16,79-26 15,52 0-31,26 0 16,26 0-16,-26 0 15,-26-26-15</inkml:trace>
  <inkml:trace contextRef="#ctx0" brushRef="#br0" timeOffset="89164.19">19574 14405 0,'0'-26'16,"-26"52"15,-26 1-16,-1 25-15,-26 1 16,1-1-16,25-26 16,27 27-16,26-27 15,0 0-15,0 27 16,0-27-16,53 0 0,51 0 16,1 1-16,0-27 15,27 0-15,-27 0 16,0 0-16,-27 0 15,-25 0-15,-1 0 16,-52-27-16,0 1 16</inkml:trace>
  <inkml:trace contextRef="#ctx0" brushRef="#br0" timeOffset="89399.86">19811 14563 0,'0'26'31,"0"27"-31,-27-1 16,27 27-16,0-27 15,-26 27-15,26 0 16,0-27-16,0 27 16,0-27-16,0 1 15,0-27-15,0 0 16,0 1-16,0-1 0</inkml:trace>
  <inkml:trace contextRef="#ctx0" brushRef="#br0" timeOffset="90517.58">21332 14274 0,'53'0'0,"-27"-26"15,-26 0 17,-52 26-17,-27-27-15,-52 27 16,0-26-16,-1 26 15,-25-26-15,-1 26 16,-51-26-16,-28 26 16,-25 0-16,-27-27 15,27 27-15,0 0 16,-1 0-16,-25 0 16,25 0-16,1 0 15,-1 0-15,27 0 0,0 27 16,0-27-16,26 26 15,26 0 1,1-26-16,-1 0 0,0 26 16,1-26-16,-1 0 15,26 0-15,-25 0 16,52 0-16,-1 0 16,54 0-16,-27 0 15,52 0-15,1 0 16,26 0-16,-1 0 0,1 0 47,26 53-16,-26 26-31,0-1 16,-1 1-16,-25 26 15,52-26-15,-26 26 16,-1 0-16,27 0 15,-26 26-15,26-26 0,-26 0 16,26 0 0,0 26-16,-26-26 0,26 0 15,-27 0 1,27-26-16,0 25 16,0-51-16,0-1 0,0 1 15,0-27-15,0 0 16,53-26-16,52 27 15,0-27-15,78 0 16,54-27-16,51 1 31,53-26-31,53-1 0,0 1 16,25-1-16,27 1 16,1 26-16,-28-27 15,1 27-15,-52 0 16,-54 26-16,-25-27 15,-26 1-15,-54 26 16,-25 0-16,-53 0 16,0 0-16,-52 0 15,0 0-15,0 0 16,-27 0-16,1-26 0,-27 0 16,26-1-16,-25-25 15,-1-27-15,0 0 16,0-26-16,-26 27 15,0-53-15,0-1 16,0 1-16,-26-26 16,-26-1-16,-1 27 15,1 0-15,-1 52 16,27 0-16,0 27 16,26-1-16,-27 53 46,1 0-46,-26 27 16</inkml:trace>
  <inkml:trace contextRef="#ctx0" brushRef="#br0" timeOffset="92794.17">12778 5248 0,'-52'0'0,"26"0"0,26-53 16,0 27-16,0-53 15,52 1-15,27-1 16,0 0-16,25 0 15,1 1-15,27-1 16,25 26-16,0 1 16,1 0-1,-27 25-15,0 1 0,-26 0 0,-26 0 16,-27 26-16,1 0 16,-79 0 46,-1 0-46</inkml:trace>
  <inkml:trace contextRef="#ctx0" brushRef="#br0" timeOffset="93124.22">13828 4198 0,'0'-26'0,"52"52"47,1-26-47,52 26 16,-26 1-16,-1-1 15,-25-26-15,-1 0 16,-26 0-16,27 0 16,-27 0-1,0-26-15,-26-1 16,0 1-1,-26 26-15,-26 0 16,-1 26-16,1 27 16,-27-1-16,27 1 15,-1-1-15,27 1 16,0-1-16,26 1 16,0-27-16,0 26 15,26-25-15,26-1 16,-25 0-16</inkml:trace>
  <inkml:trace contextRef="#ctx0" brushRef="#br0" timeOffset="93423.46">15061 4093 0,'0'-26'16,"-26"0"-16,26 52 47,0 26-32,0 1-15,-26 26 0,26-1 16,0-25-16,-27-1 15,27 1-15,0-27 16,0 0-16,0 0 16,0 1-16,-26-1 15</inkml:trace>
  <inkml:trace contextRef="#ctx0" brushRef="#br0" timeOffset="93862.73">15507 4251 0,'0'-27'16,"0"-25"-16,-26 26 16,-26-1-1,25 27-15,-25 0 16,-1 0-16,1 0 16,26 27-16,-1 25 15,1-26-15,26 27 16,0-1-16,53 1 15,25-1-15,1 27 16,-26-53-16,-1 27 0,-26-27 16,-26 0-1,0 0-15,-52-26 0,-53 0 16,26 0-16,0 0 16,27 0-16,26-26 15,26-26-15,0 25 16,26-25-16,79 0 15,0-1-15,26 1 16,-52-1-16,-1 1 16,-25-1-16,-27 1 15,-26 25-15,0 1 16,-79-26-16,1 52 16,25-27-16,-25 27 0,-1 27 15,53-1 1,-1 26-16</inkml:trace>
  <inkml:trace contextRef="#ctx0" brushRef="#br0" timeOffset="94145.17">15980 4093 0,'-27'0'0,"80"0"32,-1 26-17,27 27-15,0-1 16,-1 27 0,-25-26-16,-1-1 0,1 1 15,-1-1-15,-25-26 16,-27 0-16,26-26 15</inkml:trace>
  <inkml:trace contextRef="#ctx0" brushRef="#br0" timeOffset="94381.51">16557 4067 0,'0'-26'15,"-26"-1"-15,-1 27 16,1 27 15,-26 51-31,-1-25 16,1 26-16,-1-1 15,27-25-15,-27-1 16,27 1-16,0-1 16,26-26-16,-26 27 0,26-27 15,-26-26-15</inkml:trace>
  <inkml:trace contextRef="#ctx0" brushRef="#br0" timeOffset="94947.06">17055 3910 0,'0'-53'16,"0"27"-16,0 0 15,-26 78 17,0 1-32,-27 25 15,53-25-15,0-1 16,0 1 0,0-1-16,27-26 0,51 1 15,-25-1-15,-1 0 16,27-26-16,-26 0 15,-1 0-15,0-26 16,1 0-16,-27-1 16,-26-25-16,0 26 0,0-1 15,0-25-15,0 26 16,-26-1-16,0 1 16,26 52 62,0 27-78,-27-1 15,27 27 1,0-26-16,0 25 0,0-25 16,0 26-16,0-27 15,0 27-15,0-53 16,0 26-1,0-25-15,27-27 47,-27-27-31,26 1-16</inkml:trace>
  <inkml:trace contextRef="#ctx0" brushRef="#br0" timeOffset="95265.53">18105 4277 0,'-53'0'0,"27"0"16,79 0 15,25 0-31,27 0 0,-26 0 16,0 0-1,0 0-15,-27 0 0,27 0 16,-27 0-16,-26 0 16,1 0-16,-80 26 46</inkml:trace>
  <inkml:trace contextRef="#ctx0" brushRef="#br0" timeOffset="96486.3">18105 4513 0,'79'0'31,"26"0"-16,0 0-15,26-26 0,0 26 16,-52 0-16,-1-26 16,-51 26-16,-1 0 15,0 0-15,0 0 1047</inkml:trace>
  <inkml:trace contextRef="#ctx0" brushRef="#br0" timeOffset="96974.35">19207 4067 0,'0'-26'0,"79"26"31,26 0-31,0 26 16,26-26-16,0 0 16,-26 0-16,0 0 15,-53-26-15,1 26 16,-53-27-16,0 1 15,0 0 1,0 0 0,-26 26-16,-1 52 47,-25 1-32,0 25-15,-27 1 16,26 0-16,27 0 15,0-1-15,0-25 16,-1-1-16,27-26 16,0 1-16,0-1 15,0 0 1,53-26 0,-27-26-1</inkml:trace>
  <inkml:trace contextRef="#ctx0" brushRef="#br0" timeOffset="97429.8">20257 4224 0,'-27'-26'0,"1"26"15,26-26-15,0 0 16,0-1-1,26 1-15,27 0 0,26 0 16,-27 26-16,27 0 16,-1 0-16,-25 0 15,-27 0-15,0 52 16,1 1-16,-27-1 16,-27 27-16,-25 0 15,-53-1-15,0-25 16,-26-1-16,26 1 15,0-1-15,26-26 16,27-26-16,26 0 16,26 27-16,52-27 31,27 0-31,26 0 16,-27 0-16,-25 0 15,26-27-15,-27 27 16,27 0-16,-27-26 15,1 26-15,-27-26 16,0 0-16,0 26 16,-26-27-16</inkml:trace>
  <inkml:trace contextRef="#ctx0" brushRef="#br0" timeOffset="97711.61">21280 4067 0,'-26'-26'0,"-1"26"16,27 52 31,0 27-32,0-27-15,0 27 0,0 0 16,0-27 0,-26 27-16,26-27 0,-26-25 15,0 25-15,0-26 16,-1-26-16</inkml:trace>
  <inkml:trace contextRef="#ctx0" brushRef="#br0" timeOffset="97963.22">21726 4172 0,'0'-26'15,"0"-1"1,-79 27-16,1 0 0,-1 0 16,-26 27-16,0-1 15,26 0-15,27 27 16,26-27-16,-1 26 15,27-25-15,0 25 16,53-26-16,-1 1 16,53-27-16,-26 26 15,26 0-15,0-26 16,-26 0-16,-1 0 16,-25 0-16</inkml:trace>
  <inkml:trace contextRef="#ctx0" brushRef="#br0" timeOffset="98576.34">21936 4224 0,'0'-26'15,"0"0"1,0 52 15,0 27-31,0-27 16,0 26-16,0 1 15,0-1-15,0-25 16,0-1-16,0 0 16,-26-26-16,-1 0 31,27-26-31,0-27 16,0 27-16,0-26 15,0 25-15,0-25 16,27 26-16,51-1 15,-25 27-15,-1-26 16,1 26-16,-1 0 16,-25 0-16,-1 26 15,0 1-15,0-1 0,-26 26 16,0-25-16,0-1 16,0 0-16,0 0 15,-26-26 1,0-26 15,26-26-15,0-1-16,0 27 15,0-27-15,52 1 16,1 26-16,-1 26 16,-25-27-16,-1 27 15,0 0 1,0 0-16,0 27 0,1-1 0,-27 26 15,26-25-15,-26-1 16,0 26-16,0-25 16,0-1-16,0 0 15,-53 0-15,1 27 16,26-53-16</inkml:trace>
  <inkml:trace contextRef="#ctx0" brushRef="#br0" timeOffset="98906.98">22854 4198 0,'0'-26'0,"0"0"0,0-1 16,27 27 15,-27 27 0,0 25-15,0 27-16,0 0 0,0-1 15,0 1-15,-27-27 32,1 27-32,0-26 15,26-1-15,-26 1 16,-1-27-16,1 0 15,0-26-15,0 26 16,-1-26-16,1 0 16,26-26-16</inkml:trace>
  <inkml:trace contextRef="#ctx0" brushRef="#br0" timeOffset="99132.71">22776 4172 0,'52'-26'0,"1"-1"16,-1 27-16,1 0 16,-1 0-16,0 0 15,-25 0-15,-1 0 16,-26 53-16,0-1 16,0 1-16,0-1 15,-26-25-15,-27-1 16,27 0-16,-26 0 15,-27-26-15,0 27 16</inkml:trace>
  <inkml:trace contextRef="#ctx0" brushRef="#br0" timeOffset="99677.87">23773 3778 0,'-27'-26'0,"27"0"16,0 0-1,0 52 32,0 26-31,0 1-16,0 26 0,-26-1 15,26 27 1,-26-52-16,0 25 0,0-25 16,26-27-16,-27 0 15,27 1-15,0-54 63,27-25-63,-1-1 15,26 27-15,1-26 16,-1 52-16,-26-27 16,53 27-16,-53 0 0,27 0 15,-1 27-15,1-1 16,-1 26-16,1-25 15,-27 25-15,0 1 16,-26-1-16,0-26 16,-26 27-16,-79-27 15,-26 0-15</inkml:trace>
  <inkml:trace contextRef="#ctx0" brushRef="#br0" timeOffset="104191.74">20073 3647 0,'-157'0'0,"-27"0"15,26 0-15,53 0 16,0 0-16,79 0 16,0 0-16,105 0 15,78 0 1,79 0-1,53 0-15,0 0 0,52 0 16,0 0-16,-26 0 16,-27 0-16,-78 0 15,-79 0-15,-78 0 16,-158 0 0</inkml:trace>
  <inkml:trace contextRef="#ctx0" brushRef="#br0" timeOffset="104396.12">19155 3673 0,'-184'0'0,"53"27"16,104-27-1,185 0-15,104 26 16,106-26-16,78 0 16,52 0-16,27-26 15,-26-1-15,-80 1 16,-77 26-16,-106-26 15,-131 0-15,-105-1 16,0 1-16</inkml:trace>
  <inkml:trace contextRef="#ctx0" brushRef="#br0" timeOffset="105841.53">6166 4487 0,'-26'0'0,"26"-26"31,78 26-31,27 0 0,0 0 16,0 0-16,-52 0 15,-1 52-15,-26 0 31,-26 53-31,0 0 0,-26 0 0,-79 53 16,0-27-16,0 26 16,-26-25-16,26 25 15,26 1-15,27-27 16,0 26-16,52-26 16,0 1-16,0-27 15,52-1-15,0-25 0,27 0 16,0-53-16,0 0 15,-53 1-15,0-27 16,0 0-16,-52 0 31,-53 0-15,-26 0-16,-26 78 16,0 1-16,26 26 15,0 52-15,53 1 16,-1 26-16,53-27 0,0 27 15,53-27 1,25 27-16,1-27 0,-26-26 16,-1 1-1,-26-54-15,-26 27 0,-26-26 16,-79-26-16,-26-1 16,-27-26-16,1-26 15</inkml:trace>
  <inkml:trace contextRef="#ctx0" brushRef="#br0" timeOffset="107637.64">2545 11047 0,'-53'0'0,"158"0"32,27 0-32,51 0 15,-25 0-15,-27-27 16,-26 27-16,-26-26 15,-53 26-15,0 0 16,-26-26-16,0 0 16,0-1-1,0 1-15,-26 0 16,0 26-16,-1 26 62,1 53-62,0 26 16,0 26-16,-1-26 16,27-26-16,-26 0 15,26-1-15,0-25 16,0-27-16,0 0 16,0 0-16,26-26 15,-26 27-15,27-27 16,-1 0-16,0 0 15,0-53-15</inkml:trace>
  <inkml:trace contextRef="#ctx0" brushRef="#br0" timeOffset="108079.55">3936 11178 0,'-53'0'15,"27"0"-15,0 0 16,26-26 0,0-1-16,0 1 15,0 0-15,0 0 16,26-1-16,26 1 16,1 26-16,25 0 15,-25 0-15,-1 26 16,-25 1-16,-1 25 15,-26 1-15,0 25 32,0 1-32,-53-26 0,-25 25 15,-1-25-15,0-1 16,1-26-16,25 1 16,1-1-16,25-26 15,27 26-15,-26-26 16,79 0 15,25 0-15,27 0-16,0 0 15,0 0-15,26 0 16,-52-26-16,26 0 16,-52-1-16</inkml:trace>
  <inkml:trace contextRef="#ctx0" brushRef="#br0" timeOffset="108378.69">4749 11073 0,'-26'0'15,"26"-26"-15,26 52 31,26 26-31,27 1 16,26 26-16,0-27 16,-26 1-16,0-1 15,-1 1-15,-52-27 16,1 0-16,25 0 16,-26-26-1,1 0-15,-1 0 16,0 0-16</inkml:trace>
  <inkml:trace contextRef="#ctx0" brushRef="#br0" timeOffset="110403.75">5248 11047 0,'-27'0'46,"-25"78"-46,26 1 16,-53 0-16,26 26 16,1-26-16,-1-1 15,-25-25-15,51 25 16,-25-25-16,26-27 0,-1 0 16,27 1-16,-26-27 15</inkml:trace>
  <inkml:trace contextRef="#ctx0" brushRef="#br0" timeOffset="111394.56">6166 10260 0,'-26'0'16,"26"-27"-16,-27 27 16,1 0-16,-26 0 15,25 0-15,-25 0 16,0 27-16,-1 25 16,27-26-16,26 0 15,0 1-15,0 25 16,0-26-16,79 1 0,-1 25 15,27-26 1,0 1-16,-26-1 0,0 0 16,-27 0-16,1-26 15,-27 27 1,-52-27 0,-53 0-1,0 26-15,-52-26 16,52 26-16,0-26 15,27 0-15,0 0 0,25 0 16</inkml:trace>
  <inkml:trace contextRef="#ctx0" brushRef="#br0" timeOffset="111598.81">6008 10312 0,'0'-26'47,"79"26"-47,26 0 16,0-26-16,53-1 15,-53 1-15,-1 26 16,-25-26-16,-26 26 0,-80 0 31,-51 52-31</inkml:trace>
  <inkml:trace contextRef="#ctx0" brushRef="#br0" timeOffset="111913.28">5326 11335 0,'-26'0'15,"52"27"1,79-27-1,26 0-15,27 0 16,26 0-16,-1-27 16,1 1-16,26 26 15,-53-26-15,-26 0 16,-26 26-16,-78 0 16,-1 0-16,-79 0 62,-25 52-62</inkml:trace>
  <inkml:trace contextRef="#ctx0" brushRef="#br0" timeOffset="112164.42">5772 11781 0,'0'-26'16,"27"0"-16,-27 0 16,26 26-16,-26 26 31,0 26-15,0 27-16,0 0 15,0 0-15,0-27 16,0 27-16,26-27 15,-26 1-15,26-27 16,-26 0-16,0 0 16,27-26-16</inkml:trace>
  <inkml:trace contextRef="#ctx0" brushRef="#br0" timeOffset="112620.89">6586 11729 0,'0'-26'16,"-26"26"0,-1 0-16,1 0 15,-26 0-15,-1 0 16,1 0-16,25 26 16,1 26-16,26-25 15,0 25-15,26 1 16,53-1-16,0 1 15,0-27-15,-27 26 16,0-25-16,1-1 16,-53 0-16,26-26 0,-105 26 31,1-26-15,-27 0-16,26 0 15,27 0-15,25-26 16,27-26-16,0-1 15,53-26-15,26 1 16,26 25-16,-1-26 16,-51 27-16,-1 26 15,-25-1-15,-27 1 0,0 0 16,-53 26 0,-26 0-16,1 0 31,-27 26-31,26 0 0</inkml:trace>
  <inkml:trace contextRef="#ctx0" brushRef="#br0" timeOffset="112919.56">7268 11362 0,'26'-27'16,"-26"1"-1,-79 79 1,-78 25 0,-53 53-16,-78 27 15,25 26-15,-26-1 16,53 1-16,26-27 15,53-25-15,0-1 0,52-26 32,0-27-32</inkml:trace>
  <inkml:trace contextRef="#ctx0" brushRef="#br0" timeOffset="113439.44">4670 10443 0,'0'53'32,"-78"52"-32,-54 26 15,-51 26 1,-1 1-16,-26-1 0,-26 1 15,0-27-15,52 0 16,0-26-16,53 0 16,52-26-16,27-1 15,0-25-15,52-27 16</inkml:trace>
  <inkml:trace contextRef="#ctx0" brushRef="#br0" timeOffset="114476.07">3857 9945 0,'0'-27'16,"0"1"-16,-26 52 62,-27 27-62,27 26 0,-27-27 16,1 1-16,52-1 15,0-26-15,0 1 16,26-1-16,53 0 16,0 0-16,26-26 15,-1 0-15,1 0 16,-26 0-16,-26 0 16,-1-26-16,-26 0 15,-26 0-15,27-27 16,-27 27-16,0 0 0,0-1 15,-27 1-15,1 0 16,0 26 0,26 26 156,0 27-172,-26-1 0,26-26 15,0 27-15,0-1 16,0 1-16,-27-1 15,27 1-15,0-27 16,0 26-16,0-25 16,0-1 15</inkml:trace>
  <inkml:trace contextRef="#ctx0" brushRef="#br0" timeOffset="115326.07">4723 13854 0,'-27'-52'0,"1"26"15,26-27-15,0 1 16,53 25-16,52-25 15,0 26-15,0 26 16,-27 0-16,-25 0 16,-1 26-16,-52 26 15,0 1-15,-26 26 16,-26-1-16,-27-25 16,0 26-16,0-27 15,53-26-15,0 0 0,26 1 16,0-1-16,52 0 15,27-26-15,26 0 16,-26-26-16,26-27 16,-27 1-16,-25 0 15,-1-1-15,-25 1 16,-27 25-16,0 1 16,0 52 15,0 1-16,0 25-15,0 27 16,26-27-16,26 1 16,-25-1-16,-1-26 0,26-26 15,-25 0-15,25 0 16,-26 0-16,1-52 16,25-1-1,-52 1-15,0 0 0,-26-1 16,-27 1-16,-25 25 15,-1 1-15,0 26 16,27 0-16,-1 0 16,1 0-16,25 26 15,27 1 1</inkml:trace>
  <inkml:trace contextRef="#ctx0" brushRef="#br0" timeOffset="115859.68">5851 13697 0,'0'-26'32,"26"52"-17,1 26-15,-1 1 16,0-1-16,0-25 16,-26 25-16,0-26 15,0-78 16,0-1-15,0-25-16,0 25 16,26-26-16,1 53 15,-1-26-15,0 52 16,27 0-16,-1 0 16,-26 0-16,27 26 15,-1 26 1,-25 1-16,-1-1 0,0 1 15,-26-27-15,0 0 0,26-26 16,-26-26 15,0-26-15,27-27-16,-1 0 16,0 27-16,0-1 15,1 27-15,-1 0 16,0 26-1,0 52 1,0 1-16,27-1 16,-1 1-16,1-27 0,-27 26 31,0-25-15,1-1-16,-27 0 0,26-26 15,0 0-15,0 0 16,27 0-16</inkml:trace>
  <inkml:trace contextRef="#ctx0" brushRef="#br0" timeOffset="116127.28">7635 13120 0,'0'-27'16,"0"1"-16,-26 0 15,0 26-15,0 0 16,-1 52-1,-25 53-15,-1 0 16,1 27-16,-1-1 16,1 26-16,-1-26 15,-25-26-15,52 0 16,-53 0-16,26-26 16,1 0-16,-1-27 15,27 1-15,0-1 16,26-26-16,0 1 15</inkml:trace>
  <inkml:trace contextRef="#ctx0" brushRef="#br0" timeOffset="116473.4">7662 14090 0,'0'-52'16,"0"26"-16,0 0 15,-27 26 1,1 0-16,-26 0 0,25 26 16,-25-26-1,26 52-15,26-26 0,0 1 16,0-1-16,52 0 16,27 0-16,-27 1 15,1-1-15,-1 0 16,1 27-16,-53-27 15,26 0-15,-26 0 16,0 1 0,-52-27-16,-1 0 15,-26 0-15,1 0 16,25 0-16,1 0 16,25-27-16,27-25 0,0 26 15</inkml:trace>
  <inkml:trace contextRef="#ctx0" brushRef="#br0" timeOffset="116991.87">8003 14117 0,'26'0'32,"0"0"-32,53 0 15,-27 0-15,27-27 0,0 1 16,0-26-16,-27 26 15,-26-27-15,0 27 16,-26 0-16,0-1 16,0 1-16,0 0 15,-26 26 1,-26 0-16,-27 52 16,-26 1-16,26 26 15,27-27-15,26 0 16,26 1-16,0-1 15,0-25-15,78-27 16,27 0-16,0 0 16,0 0-16,26-53 0,-26 1 15,0-1 1,-26-25-16,-26 25 0,-27 27 16,0 26-16,-52 0 31,-53 26-31,27 53 15,25-27-15,27 27 16,0-27-16,27 1 16,25-27-16,27 0 15,0-26-15,52 0 0,-26-26 16,0-26-16,26-1 16,-52-26-16,-1 1 15</inkml:trace>
  <inkml:trace contextRef="#ctx0" brushRef="#br0" timeOffset="117368.63">9682 13120 0,'-131'-105'0,"-53"0"15,-26 0-15,-52 26 16,-79 0-16,-27 27 0,-78 26 15,-105 26 1,-26 78-16,-79 27 0,-26 79 16,-27 26-16,80 26 15,78 26-15,183 1 16,132-1-16,210 1 16,131-27-16,262-26 15,210-27-15,184-51 16,158-27-16,52-53 15,-1-26-15,-51-26 16,-80-78-16,-130-27 16,-132-53-16,-183-78 0,-211-26 15,-183-53 1,-157-26-16,-289 26 16,-158 52-16,-156 53 0,-28 79 15,-51 79-15,104 52 16,105 0-16,158 105 15</inkml:trace>
  <inkml:trace contextRef="#ctx0" brushRef="#br0" timeOffset="117682.79">4539 15849 0,'-262'0'16,"78"0"-16,158-27 16,131 1-16,262 0 15,263 0-15,236-1 16,157 27-16,105 0 0,-26 27 15,-78 25-15,-106 1 16,-209-27-16,-263 0 16,-289-26-16,-236 0 15,-367 0-15</inkml:trace>
  <inkml:trace contextRef="#ctx0" brushRef="#br0" timeOffset="117840.47">5274 15927 0,'-578'27'0,"316"-1"15,262 26-15,367-26 16,289-26-16,263 0 0,157 0 16,78 0-16,-25-52 15,-106 0 1,-183-27-16,-184-52 0,-184-53 16</inkml:trace>
  <inkml:trace contextRef="#ctx0" brushRef="#br0" timeOffset="127862.69">1023 6429 0,'-79'26'16,"53"-26"-16,131-53 31,79-25-16,52-27-15,52 0 16,1-27-16,26 1 16,-53 0-16,-26 26 0,-26 26 15,-78 27-15,-54 26 16,-51 26-16,-54 26 16,-130 53-1,-53 52-15,-52 0 16,-27 26-16</inkml:trace>
  <inkml:trace contextRef="#ctx0" brushRef="#br0" timeOffset="128004.1">1075 6638 0,'-105'53'0,"53"-27"15,78-26 1,132-52-16,130-80 0,106-77 16,131-28-16,52-25 15,0 0-15,-26-1 16,-105 27-16</inkml:trace>
</inkml:ink>
</file>

<file path=ppt/ink/ink1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1T09:01:30.902"/>
    </inkml:context>
    <inkml:brush xml:id="br0">
      <inkml:brushProperty name="width" value="0.05292" units="cm"/>
      <inkml:brushProperty name="height" value="0.05292" units="cm"/>
      <inkml:brushProperty name="color" value="#FF0000"/>
    </inkml:brush>
  </inkml:definitions>
  <inkml:trace contextRef="#ctx0" brushRef="#br0">18577 3254 0,'-157'0'0,"52"-27"15,0 1 1,52 26-16,53-26 16,53 26-1,78 0-15,53 0 16,52 0-16,26 0 16,53-26-16,26-1 15,0 1-15,-26 26 16,-52-26-16,-80 26 0,-78 0 15,-52 0-15,-184 0 32,-53 0-32,-52 0 15,-53 0-15,-26 0 16,0 0-16,1 0 16,-28 26-1,54-26-15,25 26 0,80 1 16,104-27-16,79 26 15,52-26-15,132 26 16,79 0-16,104-26 16,79 0-16,26 0 15,-26 0-15,0-26 16,-52 0-16,-105-27 0,-79 27 16</inkml:trace>
  <inkml:trace contextRef="#ctx0" brushRef="#br0" timeOffset="5434.97">17134 1705 0,'-26'0'0,"26"-26"31,-26 0-31,26-27 16,-27 1-16,27-1 16,0 1-16,0-1 15,0 1-15,0 26 16,0-27-16,0 27 15,0 0-15,27 26 16,-1 0-16</inkml:trace>
  <inkml:trace contextRef="#ctx0" brushRef="#br0" timeOffset="6032.62">18315 1548 0,'-26'-26'0,"26"-27"0,0 27 16,0-27-16,0 1 16,0 0-16,52-1 15,-26 1-15,27-27 16,26 26-16,-27 1 16,1-1-16,-1 27 15,0 0-15,-52 0 16,27 26-16,-54 52 62,27-26-62,-26 27 0,0-1 16,26-25 0,-26 25-16,0 1 0,-1-1 15,1 1-15,-26-1 16,-1 0-16</inkml:trace>
  <inkml:trace contextRef="#ctx0" brushRef="#br0" timeOffset="43916.9">15848 4224 0,'-131'0'0,"52"0"15,53 27-15,52-27 16,158 0-16,79 0 16,78 0-16,78 0 15,1-27-15,-26-25 16,-27 26-16,-52 26 15,-79-27-15,-78 27 16,-80 0-16,-51 0 16,-132 0-1,-79 0-15,-78 0 16,-27 27-16,-52-1 16,0 0-16,-27-26 15,1 26-15,26 1 0,52-1 16,53 0-16,79 0 15,104-26-15,53 27 16,79-1-16,131-26 16,79 0-16,52 0 15,26 0-15,53 0 16,-27-53-16,-25 27 16,-53 0-16,-53 0 15,-105 26-15,-78 0 16,-26-27-16,-27 27 15</inkml:trace>
  <inkml:trace contextRef="#ctx0" brushRef="#br0" timeOffset="44405.12">20467 4172 0,'-79'0'0,"53"0"15,78 26-15,79 0 16,53-26-16,26 27 15,26-27-15,0 0 16,-26 0-16,0 0 16,-26-27-16,-27 27 15,-52-26-15,-79 26 16,-131 0 0,-52 0-1,-79 0-15,-27 26 16</inkml:trace>
  <inkml:trace contextRef="#ctx0" brushRef="#br0" timeOffset="44530.64">20703 4303 0,'-105'0'16,"78"26"-16,27 1 16,0-1-16,105-26 15,53 26-15,26 0 16,52-26-16,26 0 16,-26 0-16,0-26 15,-52 0-15,-53 26 16,-52-26-16</inkml:trace>
  <inkml:trace contextRef="#ctx0" brushRef="#br0" timeOffset="62412.21">7294 5694 0,'-26'-26'0,"26"78"47,0 1-47,26-1 15,27 0-15,-27 1 16,26-27-16,1 27 16,-27-1-16,0-26 15,1 27 1,-1-1-1,-26-25-15</inkml:trace>
  <inkml:trace contextRef="#ctx0" brushRef="#br0" timeOffset="62889.86">8029 5694 0,'-53'-26'0,"1"26"16,26 0-16,-1 0 47,1 0-47,-26 26 16,26 26-16,-27-25 15,27-1-15,0 26 16,-1-26-16,27 27 15,-26-1-15,26-25 16,0 51-16,0-25 16,0 26-16,0-27 15,0 27-15,0-27 16,0 1-16,0 25 16,0-25-16,0-27 15,0 27-15,0-27 16,0 0-16,0-52 109,26 0-109</inkml:trace>
  <inkml:trace contextRef="#ctx0" brushRef="#br0" timeOffset="63511.55">8318 6429 0,'26'-53'16,"-26"1"-16,26-1 15,-26 1-15,0-1 16,0 1-16,-26 25 15,0 1-15,-27 26 16,1 0-16,-1 0 16,1 0-16,-1 26 15,1 1-15,-1 25 16,27 1-16,26-1 16,0-26-16,0 27 15,26-27-15,27 0 0,-27-26 16,26 0-1,-25 0-15,25 0 0,1-52 16,-27 26-16,0-1 16,-26-25-16,26 26 15,-26-27-15,0 27 16,0 52 46,0 0-62,0 27 16,0-1-16,0 1 0,0-27 16,27 27-16,-1-53 15,0 26-15,0 0 16,1-26-16,-1 0 16,0 0-1,0 0-15</inkml:trace>
  <inkml:trace contextRef="#ctx0" brushRef="#br0" timeOffset="64265.05">8790 5799 0,'0'-53'16,"0"27"-16,0-26 15,0 25-15,0 1 16,-26 26 31,26 26 312</inkml:trace>
  <inkml:trace contextRef="#ctx0" brushRef="#br0" timeOffset="66103.6">8554 6114 0,'-27'0'15,"27"26"17,0 0-32,27 27 15,-1-1-15,-26 1 16,26-27-16,-26 0 15,0 0-15,0 1 16,-26-80 15,26 1-15,-26-1-16,26 1 16,0-1-16,0 27 0,0 0 15,26 26-15,0-27 16,0 27 15,1 53-31,-1-1 0,0 1 16,27-1-16,-27 1 15,0-1-15,0-52 16,1 27-16,-1-80 47,-26 1-47,26-1 0,0 1 15,1-1 1,-1 1-16,0 25 0,0 27 16,-26-26-16,27 26 15,-27 26 1,26 27-16,0-1 16,0 1-1,0-1-15,27 1 0,-1-1 16,-25-25-16,25-1 15,1-26-15,-1 0 0,1 0 16,-1-26 0,-26-27-16,1 1 0,-1 25 15,-26-25 1,0 26 0,0-1-16,0-25 15,-26 26 1,-1 26-16,-25 0 15,-1 0-15,1 0 16,-1 52-16,27-26 16,-26 27-16,52-1 15,0 1-15,0-27 16,0 0-16,26 1 16,26-27-16,-25 0 0,25 0 15,-26 0-15,27-53 16,-27 27-16,0-27 15,1 27-15,-27 0 16,0 0-16,0 52 47,0 53-31,26-27-16,0 1 15,0-1-15,1-26 16,-1 0-16,0-26 15,0 0-15,27 0 0,-27-52 16,0 0-16,0-27 16,1 0-16,-27 0 15,0-26-15,0 27 16,0-27-16,0 26 16,0 27-16,0-1 15,0 1-15,0 25 16,0 80 31,0 26-47,0-1 0,0 1 15,0 0 1,0 26-16,0 0 0,-27-27 16,27 1-16,0 0 15,0-53-15,0 0 16,0 0-16,0-52 31,0-26-15,0-1-16,0-25 15,27-1-15,-27 26 16,26 27-16,26 0 16,-25 0-16,-1-1 0,0 27 15,0 0-15,1 0 16,25 27-16,-26 25 15,1 1-15,-1 25 16,26-25-16,-52 26 16,26-27-16,1 0 15,25-25-15,-26-1 16,27 0-16,-1-26 16,27 0-16,-26 0 15,25-52-15,-25 25 16,-1-51-16,-25 25 15,-1-25-15,0 25 16,-26 1-16,0 25 0,0 1 16,-26 26-16,0 0 15,-1 0-15,-25 0 16,26 0-16,26 53 16,0-27-1,0 26-15,0 27 16,26-26-16,0-1 15,0 0-15,-26 1 16,27-27-16,-27 0 16,0 1-16,26-27 31,-26 26-31,26-26 0</inkml:trace>
  <inkml:trace contextRef="#ctx0" brushRef="#br0" timeOffset="66354.84">11965 6429 0,'52'0'31,"53"0"-31,0 0 16,0 0-16,0 0 16,-26 0-16,-27 0 15,1 0-15</inkml:trace>
  <inkml:trace contextRef="#ctx0" brushRef="#br0" timeOffset="66512.24">12017 6665 0,'0'26'0,"0"0"15,79-26-15,26 0 16,26 0-16,27 0 16,-27-26-16,26 0 15,-52-1-15</inkml:trace>
  <inkml:trace contextRef="#ctx0" brushRef="#br0" timeOffset="67234.78">14353 5694 0,'0'-26'0,"0"-1"15,-27 1-15,1 0 16,-26 26-16,-1 0 15,-25 0-15,25 0 0,27 0 16,0 52 0,-1 1-16,27-1 0,0 1 15,27-1-15,25 1 16,27-1-16,-1 1 16,1-1-16,-26 1 15,-1-1-15,-26-26 16,-26 1-16,0-1 15,-26 0 1,-26-26-16,-27 26 16,0-26-16,1 0 15,25-26-15,27 0 0,0 0 16,26-27 0,0 1-16,0-1 0,52-26 15,-26 27-15,27-1 16,-27 27-16,0 0 15,0 0-15</inkml:trace>
  <inkml:trace contextRef="#ctx0" brushRef="#br0" timeOffset="67831.91">14720 5641 0,'0'-26'0,"0"0"0,0 0 16,0 52 31,0 0-31,0 53-16,0-27 15,0 27-15,26 0 16,1-27-16,25 1 15,-26-27-15,27 26 16,-27-52-16,26 0 16,-25 0-16,-1 0 15,26-26-15,-52-26 16,27 25-16,-27-25 16,0-1-16,0 1 0,0 0 15,0 25-15,0 1 16,0 52 31,0 1-32,0 51-15,0-25 16,0 25-16,0-25 16,0 26-16,0-27 0,26 1 15,-26-27-15,26 0 16,0 0-16,1 1 15,-1-27-15,0 0 32</inkml:trace>
  <inkml:trace contextRef="#ctx0" brushRef="#br0" timeOffset="68209.03">15638 5668 0,'-26'0'31,"-26"52"-15,25-26-1,1 27-15,0-1 16,26 1-16,-26 25 16,26-25-16,0-1 15,26 1-15,0-1 16,27-25-16,-1-1 15,1 0-15,-1-26 16,1 0-16,-1 0 16,1-26-16,-27 0 0,26-27 15,-25 1-15,-27-27 32,0 0-32,0 27 0,0-27 0,0 27 31,0-1-31,0 27 0,-53 0 0,27 26 15,-27-27-15,1 27 16,-27 0-16,0 27 16,1 25-16</inkml:trace>
  <inkml:trace contextRef="#ctx0" brushRef="#br0" timeOffset="68523.23">13513 6665 0,'-79'0'0,"27"26"15,26-26-15,78 0 16,79 26-1,79 0-15,79 1 0,26-27 16,26 0-16,0 0 16,0 0-16,-52 0 15,-1 0-15,-104-27 16,-27 27-16,-78-26 16,-53 26-16,-52 0 15,-79 0 1</inkml:trace>
  <inkml:trace contextRef="#ctx0" brushRef="#br0" timeOffset="68806.3">14379 7137 0,'0'-26'0,"26"0"16,-26 52 15,0 26-15,0 27-16,0 0 0,0-1 15,0-25-15,0 26 16,0-27-16,0 1 15,0-27-15,26 0 16</inkml:trace>
  <inkml:trace contextRef="#ctx0" brushRef="#br0" timeOffset="69136.57">14668 7294 0,'26'-26'0,"26"0"15,1 26-15,25-26 16,-25 26-16,26 0 16,-53 26-16,0 26 15,0 1-15,-26-1 16,0 1-16,-52-1 16,-1 1-16,-25-27 15,25 0-15,-25 1 16,25-1-16,1-26 15,-1 26-15,27-26 0,52 0 32,27 0-17,52 0-15,26 0 16,0-26-16,26 0 16,27-1-16,26-25 15</inkml:trace>
  <inkml:trace contextRef="#ctx0" brushRef="#br0" timeOffset="69406.45">17055 6796 0,'27'0'32,"51"0"-32,1 0 15,26 0-15,-26 0 16,26 0-16,-27 0 16,-25-26-16,-1 26 0,-25 0 15</inkml:trace>
  <inkml:trace contextRef="#ctx0" brushRef="#br0" timeOffset="69592.78">17213 6953 0,'52'0'31,"27"0"-31,0 0 0,26 0 15,-27 0-15,1 0 16,0 0-16,-27 0 0,-25-26 16,-1 26-16</inkml:trace>
  <inkml:trace contextRef="#ctx0" brushRef="#br0" timeOffset="76986.13">18052 6219 0,'-26'0'0,"26"-27"16,-26 27-16,26-26 16,26 0-1,27 0-15,25-1 16,1 27-16,0-26 15,0 26-15,-27 0 16,1 0-16,-27 53 0,0-1 31,0 27-31,-26 0 0,0 26 0,0-27 16,0 1-16,0 0 16,0-27-16,0 1 15,0-1-15,0 1 16,0-27-16,0 0 15,0 0 1</inkml:trace>
  <inkml:trace contextRef="#ctx0" brushRef="#br0" timeOffset="77994.8">18052 6638 0,'53'0'16,"26"-26"0,26 26-1,26-26-15,0 26 0,0-26 0,-26 26 16,0-27-16,-52 27 15,-27 0-15,0 0 16</inkml:trace>
  <inkml:trace contextRef="#ctx0" brushRef="#br0" timeOffset="78521.23">19207 6245 0,'0'-26'16,"-26"26"31,0 26-32,-1 0-15,-25 27 0,26 25 16,-1-25-16,1-1 15,0 1-15,26-1 16,0 1-16,0-1 16,26-26-16,53 1 15,0-27-15,26 26 16,-1-26-16,-25 0 16,0-26-16,-27 26 15,1-53-15,-1 27 16,-52-27-16,0 1 0,0-27 15,-26 27-15,-26-27 16,-27 27-16,26 25 16,-25 1-16,25 26 15,-25 0-15,25 0 16,1 0-16,-1 26 16,1 27-16,25-1 15,1 1-15</inkml:trace>
  <inkml:trace contextRef="#ctx0" brushRef="#br0" timeOffset="78843.6">20152 6245 0,'-53'-53'15,"27"53"-15,26-26 16,0 79 31,0 25-31,0 1-16,0 0 15,0-1-15,0 1 16,0-26-16,26-1 15,0-26-15,1 1 16,25-1-16,1-26 16,-1 0-16,27 0 15</inkml:trace>
  <inkml:trace contextRef="#ctx0" brushRef="#br0" timeOffset="79079.48">20650 6324 0,'-52'-27'0,"25"27"15,-25 0-15,0 0 16,-27 0-16,0 27 16,0-1-16,27 26 15,-1-25-15,27-1 16,0 0-16,26 26 16,0-25-16,0 25 15,52-26-15,27 27 16,26-27-1,26-26-15,-26 0 0,26 0 16,-26 0-16,-26 0 0,-26 0 16,25-26-16,-51-27 15</inkml:trace>
  <inkml:trace contextRef="#ctx0" brushRef="#br0" timeOffset="79724.19">21096 6324 0,'-26'-27'16,"0"27"-16,26-26 15,-26 26-15,26 26 32,0 1-17,0 25-15,0 1 0,0-1 16,0 0 0,0 1-16,0-27 0,0 0 15,0 1-15,0-80 47,0 27-31,0-27-1,0 1-15,0 0 0,0-1 16,26 27-16,0 0 0,0-1 16,1 27-16,25 0 15,-26 0-15,0 0 16,1 0-16,-1 27 15,0 25-15,0 1 16,1-1-16,-1 0 16,-26 1-16,26-27 15,-26-52 32,0 0-31,0-27-1,0 1-15,0-1 0,0 1 0,0 26 16,0-1-16,26 1 16,1 26-16,-1 0 15,0 0-15,0 0 16,1 0-16,25 26 16,-26 1-16,27 25 15,-27-26-15,0 27 16,1-27-16,-1 0 15,-26 0-15,0 1 16,26-1-16,-26 0 0,0 0 31,0 1-31</inkml:trace>
  <inkml:trace contextRef="#ctx0" brushRef="#br0" timeOffset="80275.21">22015 6376 0,'0'-26'0,"0"0"16,0-1-1,0 1 1,0 0 0,-27 26-16,27 26 140,0 27-140,0-1 16,0 27-16,0-27 16,0 53-16,0-26 15,0 0-15,0-1 16,0 1-16,0-26 15,0 25-15,0-25 16,0-27-16,0 26 0,0-25 16,0-54 31,0-25-32,0-27-15</inkml:trace>
  <inkml:trace contextRef="#ctx0" brushRef="#br0" timeOffset="80495.49">21988 6402 0,'0'-26'0,"27"0"16,25 0-16,1-1 16,-1 27-16,1 0 15,-1 0-15,1 0 16,-27 27-16,0-1 15,0 26-15,-26 1 16,0 25-16,-26-25 16,-26-1-16,-27 1 15,26-27-15,-25 0 16,25 1-16,1-1 16</inkml:trace>
  <inkml:trace contextRef="#ctx0" brushRef="#br0" timeOffset="81029.66">22881 5877 0,'-53'-26'0,"27"0"0,26 0 15,0 78 48,0 1-47,0 25-16,0 27 0,0 0 15,0 0-15,0 0 16,0-26-16,0 0 15,0-27-15,0-26 16,0-78 31,0-1-31,26 1-16,27-27 15,-27 27-15,0 26 16,27-1-16,-27 1 15,26 26-15,-26 0 16,1 0 0,-1 26-16,26 27 0,-25-1 15,25 27-15,-26-27 16,-26 27-16,0-26 0,0-1 16,0 1-1,-26-27-15,-53 0 0</inkml:trace>
  <inkml:trace contextRef="#ctx0" brushRef="#br0" timeOffset="83112.13">8659 9761 0,'-105'-26'0,"0"26"15,26 0-15,0 0 16,1 0-16,51 0 16,-25 26-16,-27 53 15,27-27-15,-1 27 16,53 0-16,0-1 15,0 1 1,26-26-16,27-1 0,26 0 16,26-25-16,26-1 15,0-26-15,0 0 16,-26-26-16</inkml:trace>
  <inkml:trace contextRef="#ctx0" brushRef="#br0" timeOffset="83788.02">9236 9997 0,'0'-52'0,"0"25"16,-53 1-16,27 0 16,-26 26-16,26 0 15,-1 0-15,1 0 16,-26 0-16,-1 26 16,27 27-16,0-1 15,26 1-15,0-1 16,0 1-16,26-27 0,53 0 15,-27-26-15,1 0 16,-1 0-16,0-26 16,1 0-16,-27-27 15,-26 1-15,0 25 16,0-25-16,0 26 16,0-1-16,0 1 15,0 52 16,0 1-15,0 25 0,26 27-16,1-53 0,-1 27 0,26-27 15,-52 0-15,27-26 16,-1 0 0,-26-26-16,26 0 15,-26-27-15,26 1 16,-26-27-16,27 53 15,-1-27-15,-26 27 32,26 0-32,0 26 15,27 0-15,-27 0 16,53 0-16,-27 26 0,1 26 0,-1 1 31,-26-1-31,1-25 0,-27 25 16,0-26-16,0 1 15,0-54 32,0 1-47,0-26 16,0-1-16,0 27 16,0-27-16,0 27 15,26 0-15,53 0 16,-53 26-16,26 0 0</inkml:trace>
  <inkml:trace contextRef="#ctx0" brushRef="#br0" timeOffset="84117.48">10942 9997 0,'-27'0'16,"54"26"15,25-26-31,27 0 16,26 0-16,-27 0 15,1 0-15,0 0 16,-27 0-16,1 0 16,-27 0-16,0 0 15,1 0-15,-80 0 32</inkml:trace>
  <inkml:trace contextRef="#ctx0" brushRef="#br0" timeOffset="84290.4">10889 10286 0,'-52'26'16,"25"0"-16,54 0 31,25-26-31,53 0 16,26 0-16,27-26 16,-27 0-16,26 0 15,-26 0-15,-26 26 16,-52-27-16,-1 1 15</inkml:trace>
  <inkml:trace contextRef="#ctx0" brushRef="#br0" timeOffset="84635.91">12700 9394 0,'-27'-27'0,"1"54"63,-26 51-48,-1 1-15,27-26 16,0 25-16,26-25 15,0-1-15,0-26 16,52 27-16,27-53 16,0 26-16,52-26 15,-26 0-15,26-26 16,-26 0-16,-26-1 16,-27 27-16,-52-26 15</inkml:trace>
  <inkml:trace contextRef="#ctx0" brushRef="#br0" timeOffset="84901.91">12883 9551 0,'0'-26'0,"0"78"78,-26 1-78,26 25 16,0 1-16,0 0 0,0-27 15,0 27 1,0 0-16,0-27 0,0-25 16,0-1-16,0 0 15,26 0-15,1-26 16,-1 0-16</inkml:trace>
  <inkml:trace contextRef="#ctx0" brushRef="#br0" timeOffset="85294.29">13670 9446 0,'0'-26'15,"0"0"1,0-1-16,0 80 47,0-1-47,-52 27 16,-1 0-16,1 26 15,-27 0-15,27 0 16,-27 0-16,0 0 0,27 0 15,-1-27-15,1 27 16,-1-52-16,27 25 16,0-51-16,0 25 15,26-26-15,-26-26 16,78-26 31</inkml:trace>
  <inkml:trace contextRef="#ctx0" brushRef="#br0" timeOffset="85750.68">13775 10233 0,'-26'0'0,"105"0"32,0-26-32,52 26 15,-26 0-15,26 0 16,-52-26-16,-1 26 0,-25 0 16,-27-26-16,-26-1 31,-26 27 63,0 53-94,-1-1 0,-25 27 15,-1 0 1,1-1-16,26 1 0,-1 0 15,27-27-15,0 1 16,0-27-16,0 0 16,0 1-16,0-1 31,-52-26-15,0 0-16</inkml:trace>
  <inkml:trace contextRef="#ctx0" brushRef="#br0" timeOffset="85939.54">13697 10706 0,'52'-27'32,"27"27"-32,26 0 15,0-26-15,52 0 16,-26 0-16,1-1 15,-27 1-15,-27 0 16</inkml:trace>
  <inkml:trace contextRef="#ctx0" brushRef="#br0" timeOffset="86898.97">14825 9682 0,'26'0'62,"27"0"-62,-1 26 16,27 27-16,0-27 0,-27 0 15,1 27-15,-1-27 16,1 0-16,-1 1 16,1-1-16,-1 0 15,0 0-15,-25 1 16,-1-27-16,0 26 16,-26-52-1,0-1 1</inkml:trace>
  <inkml:trace contextRef="#ctx0" brushRef="#br0" timeOffset="87119.12">15481 9499 0,'-26'0'16,"0"0"-16,-1 0 16,1 26-1,-26 26-15,25 27 16,-25-27-16,-1 27 15,1-26-15,26 25 16,-27-25-16,1-1 16,25 1-16,-25-27 0,26 0 15,-1 1-15,27-1 16,0 0-16,53-26 16</inkml:trace>
  <inkml:trace contextRef="#ctx0" brushRef="#br0" timeOffset="87402.36">15927 9394 0,'26'26'31,"1"0"-15,51 27-16,-25-1 15,-1 1-15,27-1 16,-27 0-16,1 1 16,-27-27-16,27 0 15,-1 1-15,-26-27 16,1 0-16,-1 0 0</inkml:trace>
  <inkml:trace contextRef="#ctx0" brushRef="#br0" timeOffset="87700.26">16767 9367 0,'-27'-26'16,"-25"0"-16,26 26 15,-27 0-15,27 0 16,0 0-16,-27 0 15,27 52-15,0 1 16,0 26-16,26-1 16,0 1-16,0-27 0,0 27 15,0 0-15,0 0 16,0-1-16,0-25 16,26-1-16,-26 1 15,26-27-15,0 0 16,-26 1-1,27-27-15,-1 0 16,0 0-16,0 0 16</inkml:trace>
  <inkml:trace contextRef="#ctx0" brushRef="#br0" timeOffset="88218.75">17606 9761 0,'-26'-26'0,"0"-1"16,0 1-16,26 0 15,-27 0-15,1 26 16,0-26-16,0 26 16,-27 0-16,27 0 15,-26 0-15,-27 0 16,26 26-16,27 26 15,-26-26-15,52 27 0,0-27 16,0 27-16,0-27 16,26 0-1,26-26-15,1 26 0,-1-26 16,1 0-16,-1 0 16,1-26-16,-27 0 15,26 0-15,-52-27 16,27 27-16,-27 0 15,0-1-15,0 1 16,0 0-16,0 52 63,0 27-63,0-1 15,0-26-15,26 27 16,26-27-16,-25 0 15,-1 1-15,0-1 16,0-26-16,1 0 16,-1 0-16</inkml:trace>
  <inkml:trace contextRef="#ctx0" brushRef="#br0" timeOffset="90230.57">17948 9630 0,'-27'0'0,"1"-26"15,26 52 64,0 0-64,0 26-15,0 1 0,0-1 16,0 1-1,0-27-15,0 0 16,26-26 15,-26-26-15,0 0-16,0-27 16,27 1-16,-27-1 15,26 1-15,0 26 16,-26 0-1,26-1-15,0 1 16,1 26 15,-1 26-31,0 27 16,0-1-16,1 1 16,-1-1-1,0-26-15,0 27 0,-26-27 16,27-26-16,-1 0 47,0-52-32,0 25-15,1-25 16,-1-1-16,-26 1 16,26 26-16,-26 0 15,0-1 1,26 27-16,1 27 47,-27-1-47,52 26 15,-52 1-15,53-27 16,-27 26-16,0-25 16,0-1-16,27 0 15,-27 0-15,26-26 0,1 0 16,26 0-16,-27 0 15,27-26-15,-27 0 16,27 0-16,0-27 31,-27 27-31,1-27 0,-53 27 0,0-26 16,0 26-16,0-1 16,-27 1-16,-25 26 15,26 0-15,-27 0 16,1 0-16,-1 0 15,1 0 1,-1 53-16,27-27 0,0 26 16,26 1-16,0-1 0,0-26 15,0 1-15,26-1 16,27-26-16,-1 0 16,1 0-16,-1 0 15,1-26-15,-27-1 31,26-25-31,-26-1 16,1 27-16,-27 0 16,0 0-16,0 0 31,0 78 0,-27-26-31,27 27 16,0-1-16,0 1 15,0-27-15,27 0 16,-1 0-16,26-26 16,1 0-16,-1 0 15,27-26-15,0 0 16,0-27-16,-27-25 16,1-1-16,-27 0 15,-26-26-15,0 0 16,0 27-16,-26-1 15,-1 26-15,-25 1 0,-1 26 16,27-1-16,26 1 16,0 79 15,-26-1-15,26 27-16,-26 26 15,26-26-15,0 26 16,0-27-16,0 1 15,0 0-15,0-27 16,0-26-16,26 27 0,26-27 16,-25-26-1,-1 0-15,26-26 16,-25 0-16,25-27 16,-26 1-16,0-1 15,1 1-15,-27-1 16,0 27-16,26 0 15,0 26 17,0 0-17,1 52 1,-1-25 0,0 25-16,0 0 0,1-25 15,-1 25-15,26-26 16,-25 1-16,51-27 15,-25 26-15,25-26 16,1 0-16,0 0 16,0-26-16,-1-1 15,1-25-15,-26 26 16,-27-27-16,26 27 16,-25-26-16,-27-1 15,0 27-15,0-27 0,0 27 16,0-26-1,-53 25-15,27 1 0,-27 26 16,27-26-16,-26 26 16,25 0-16,1 0 15,-26 0-15,-1 26 16,1 27-16,25-27 16,-25 26-16,26 27 15,26-26-15,0-27 16,0 26-16,26-26 15,26 1-15,1-27 16,-1 0-16,27 0 16,-26 0-16,-1-27 0,-26 1 15,1 26-15,-1 0 16,0 0 0,0 53-1,27-27-15,-1 0 16,-26 0-16,27 1 15,-1-27-15,1 0 16,26 0-16,-27-27 16,27-25-16,-27-1 15,27 1-15,-53 0 0,1-1 16</inkml:trace>
  <inkml:trace contextRef="#ctx0" brushRef="#br0" timeOffset="91801.62">11939 12332 0,'-53'-52'0,"1"52"0,-1-26 0,27-1 15,-27 27-15,27 0 16,-26 0-16,-27 0 15,27 53-15,-27-27 16,0 53-16,27-27 16,25 27-16,1-26 15,26 25-15,0-25 16,53-1-16,25 1 16,1-27-16,52 0 15,0-26-15,1 0 16,25 0-16,-26 0 15,-26 0-15,0 0 16,0-26-16,-26 0 0,-27-27 16,1 27-16,-1-26 15,1 25-15,-53-25 16,26-1-16,-26 27 16,0 0-16,0 0 15,-26 26 1,-27 0-1,1 0-15,-27 0 0,0 0 16,1 26-16,-1 26 16,27-25-16,-1 25 0,53-26 15,0 27 1,0-1-16,0-25 0,53-1 16,-27-26-16,26 26 15,-26-26-15,27 0 16,-1 0-16,-25-26 15,25 0-15,1-1 16,-27-25-16,26 26 16,-52-1-16,27 1 15,-1 52 32,0 1-31,0 25-16,1 1 15,-1-27-15,26 0 16,-25 0 0,-1-26-1,0 0 1,0-52-16,-26-1 16,26 1-16,-26 26 15,0-27-15,0 27 16,27 0-16,-1 26 31,0 0-31,27 0 16,-27 0-16,26 26 15,1 0-15,-1 27 16,-25-1-16,25 1 16,-26-1-16,1-26 15,-27 0-15,26 1 16,-26-1-1,0-52 32,0-1-47,0-25 0,0 0 16,0-1-16,0 1 16,26 25-1,26 1-15,1 0 0,-27 26 16,27-26-16,-1 26 15,1 0-15</inkml:trace>
  <inkml:trace contextRef="#ctx0" brushRef="#br0" timeOffset="92162.89">14694 12831 0,'-26'0'0,"52"0"46,0 0-46,53 0 16,26 0-16,0 0 0,26 0 16,26 0-16,-52-26 15,0 26-15,-52 0 16,-27 0-16,0 0 16,-52 0-1,-27 0 1,-25 26-16</inkml:trace>
  <inkml:trace contextRef="#ctx0" brushRef="#br0" timeOffset="92304.96">14877 13067 0,'79'0'31,"52"0"-15,1 0-16,25-26 15,0 26-15,1-26 16,-27-1-16,-52 1 16</inkml:trace>
  <inkml:trace contextRef="#ctx0" brushRef="#br0" timeOffset="92667.11">16452 12227 0,'-26'-26'15,"26"52"17,-27 1-17,27 25 1,-26 1-16,0-1 0,26 27 15,0-27-15,0-25 16,0 25 0,52-26-16,1 1 0,52-27 15,0 0-15,26 0 16,0 0-16,0 0 16,-52 0-16,0-27 15,-27 27-15,-52-26 16,0 0-1</inkml:trace>
  <inkml:trace contextRef="#ctx0" brushRef="#br0" timeOffset="92919.61">16924 12359 0,'-26'0'16,"52"0"46,0 52-46,-26 27-16,27-27 0,-1 27 15,0 0-15,-26-27 16,26 1-16,-26-1 16,0-26-16,0 1 15,27-1-15,-27 0 16,26 0-16,26-26 15,1 0-15,26 0 16</inkml:trace>
  <inkml:trace contextRef="#ctx0" brushRef="#br0" timeOffset="93217.6">18184 12227 0,'-27'0'16,"1"79"15,-26 0-15,-1 26-16,1 0 16,-1 0-16,1 26 0,-1-26 15,1 26 1,-1-52-16,27 26 0,0-53 15,26 27-15,0-53 16,0 27-16,26-27 16,27-26-1</inkml:trace>
  <inkml:trace contextRef="#ctx0" brushRef="#br0" timeOffset="93501.11">17948 13067 0,'0'-26'16,"26"26"-16,52-26 0,1-1 16,26 27-16,-26 0 15,0-26-15,-1 26 16,-51 0 0,-1 0-16,-26 26 15,0 27-15,0-1 16,0 27-16,0 26 15,-26-26-15,-1 0 16,27-1-16,0-25 16,0-27-16,0 0 15,0 0-15,0 1 16</inkml:trace>
  <inkml:trace contextRef="#ctx0" brushRef="#br0" timeOffset="93674.35">18026 13408 0,'53'0'31,"25"-26"-15,27 26-1,53-26-15,-27 0 0,0-1 0,-26 1 16,-26 0-1,-27-27-15</inkml:trace>
  <inkml:trace contextRef="#ctx0" brushRef="#br0" timeOffset="93910.62">18918 12464 0,'27'0'31,"51"52"-31,1-26 16,26 27-16,0-1 15,0 1-15,0-1 16,-26-25 0,-1-1-16,-51 0 0,-1-26 15,0 26-15</inkml:trace>
  <inkml:trace contextRef="#ctx0" brushRef="#br0" timeOffset="94114.81">19653 12359 0,'-79'0'0,"53"0"16,0 0-16,-27 0 15,1 0-15,26 52 16,-27 1-16,27 25 15,-26-25-15,52 26 16,-27-27 0,27 1-16,0-1 0,0-26 15,0 0-15,0 1 16,27-27-16</inkml:trace>
  <inkml:trace contextRef="#ctx0" brushRef="#br0" timeOffset="94460.59">20152 12280 0,'0'-26'0,"0"-1"15,26 1-15,53 0 16,-1 0-16,27 26 0,-52-26 15,25 26 1,-51 0-16,25 0 0,-26 0 16,1 26-16,-27 26 15,0 1-15,0 25 16,0 1-16,0 26 16,0-26-16,0 0 15,0-1-15,0-25 16,0-1-16,0-26 15,0 1-15</inkml:trace>
  <inkml:trace contextRef="#ctx0" brushRef="#br0" timeOffset="94632.97">20073 12700 0,'26'-26'32,"79"26"-32,26-27 15,53 1-15,-27 0 16,1 0-16,-1-1 16,-25 1-16,-28 0 15,-25 0-15</inkml:trace>
  <inkml:trace contextRef="#ctx0" brushRef="#br0" timeOffset="94931.64">21542 12201 0,'-26'0'15,"-26"0"1,25 0-16,-25 53 16,-1-1-16,27 1 15,0 25-15,0 1 16,26-26-16,0-1 0,0 1 15,52-27-15,27 0 16,-27 0-16,27-26 16,26 0-16,-26 0 15,26-52-15,-27 26 16,-25-27-16,-27 1 16,0-27-16,-26 26 15,0 1-15,-52-1 16,-1 27-16,-25 0 15,-1 26-15,-26 0 16,-26 0-16,0 26 16</inkml:trace>
  <inkml:trace contextRef="#ctx0" brushRef="#br0" timeOffset="95258.71">19207 12805 0,'-26'0'16,"-53"52"-16,-52 27 15,-27 26-15,1 26 16,0 0-16,-1 1 16,1-1-16,25-26 15,28 0-15,51-27 16,1-25-16,52-1 16</inkml:trace>
  <inkml:trace contextRef="#ctx0" brushRef="#br0" timeOffset="95513.93">21779 11676 0,'-53'0'16,"-52"0"-1,0 79-15,-26 26 16,-27 0-16,27 26 0,0 0 16,26 1-16,0-27 15,26 0 1,1 0-16,-1 0 0,0-27 16,27-25-16,26-27 15</inkml:trace>
  <inkml:trace contextRef="#ctx0" brushRef="#br0" timeOffset="95781">22303 12464 0,'79'0'32,"0"0"-17,52-27-15,-26 27 16,26 0-16,-52-26 16,-27 26-16,1 0 15</inkml:trace>
  <inkml:trace contextRef="#ctx0" brushRef="#br0" timeOffset="95937.82">22356 12700 0,'-26'0'16,"78"0"0,27 0-1,26 0-15,26 0 16,0-26-16,0-1 15,0 1-15,-26-26 0</inkml:trace>
  <inkml:trace contextRef="#ctx0" brushRef="#br0" timeOffset="96260.23">23615 11991 0,'-26'-26'0,"0"52"47,0 27-47,-1-1 0,1 1 16,-26-1-16,25 27 16,1-27-16,0 1 15,26-27-15,0 27 16,0-27-16,52 0 15,27-26 1,26 0-16,0 0 16,0 0-16,0 0 15,-26-26-15,-27 26 16,-26-26-16,-26-1 16,0 1-16</inkml:trace>
  <inkml:trace contextRef="#ctx0" brushRef="#br0" timeOffset="96503.77">23642 12175 0,'0'26'32,"0"0"-17,26 27-15,-26 26 0,26-27 16,-26 1-1,26 25-15,-26-25 0,26-1 16,-26 1-16,0-1 16,0-25-16,27-1 31,-27 0-31,26-26 16</inkml:trace>
  <inkml:trace contextRef="#ctx0" brushRef="#br0" timeOffset="96861.81">24271 12149 0,'-26'0'0,"26"26"47,0 0-47,0 53 16,0-27-16,0 1 15,0-1-15,0 1 16,26-1-16,27-25 16,-1 25-16,-26-52 15,27 0-15,-1 0 16,27 0-16,0 0 16,-27-52-16,27-1 0,-53 1 31,27-1-31,-53-26 0,0 1 0,0 25 15,0 1-15,-53-1 16,1 27-16,-1 0 16,1 0-16,-53 26 15,-26 0-15,0 0 16</inkml:trace>
  <inkml:trace contextRef="#ctx0" brushRef="#br0" timeOffset="100066.27">13119 15088 0,'0'-53'16,"0"27"-16,0 0 16,-26-1-1,-26 27-15,-1 0 16,-25 0-16,-1 0 0,-26 53 15,26-27-15,0 27 16,1-1-16,25 1 16,27-1-16,0-26 15,26 27-15,0-1 16,0 1-16,52-27 16,27 0-16,26 0 15,0 1-15,26-27 16,-26 0-16,0 0 15,-26 0-15,-1 0 16,-51-27-16</inkml:trace>
  <inkml:trace contextRef="#ctx0" brushRef="#br0" timeOffset="100868.4">13828 15193 0,'-53'0'15,"27"-27"1,0 27-16,0 0 0,-1-26 16,1 26-16,0 0 15,0 0-15,-27 0 16,1 0-16,-1 26 0,1 1 16,-1-1-1,27 26-15,0 1 0,26-27 16,0 26-16,0-25 15,26-1-15,53 0 16,0-26-16,-1 0 16,1 0-16,-27 0 15,27-26-15,-26-27 16,-27 27-16,0-26 16,-26 26-1,0-1-15,0-25 0,0 26 16,-26 26-1,26 26 17,0 26-17,0 1 1,0-27-16,0 26 0,0 1 16,26-27-16,0 0 15,1 1-15,-1-27 16,-26-53 15,0 27-15,26-27-16,-26 1 15,0 26-15,0-27 0,26 27 16,1 0-16,-1 26 16,0 0-16,27-26 15,-27 26-15,52 0 16,-25 26-16,-1 0 15,27 27 1,-53-1-16,27 0 0,-27 1 16,-26-27-16,26 0 15,-26 1-15,0-1 16,-26-52 31,-26-1-47,25-25 0,27 26 15,-26-27-15,26 27 16,0 0-16,0-27 16,26 53-16,27-26 15,-27 26-15,0 0 16,27 0-16,-1 0 16</inkml:trace>
  <inkml:trace contextRef="#ctx0" brushRef="#br0" timeOffset="101304.84">15612 15088 0,'-26'0'15,"0"0"32,-1 26-47,27 0 16,0 0-16,0 1 15,0-1 1,53-26-16,-27 26 16,27-26-16,-27 0 15,0 0-15,0-26 16,-26 0-16,0-1 0,0 1 16,0 0-1,0 0-15,0-1 0,-26 27 16,0 0-16,0 0 15,-27 0-15,1 27 16</inkml:trace>
  <inkml:trace contextRef="#ctx0" brushRef="#br0" timeOffset="102121.12">15665 15639 0,'-27'0'15,"27"26"48,0 0-48,0 0-15,0 1 0,0-1 16,27-26 0,-1 0-16,0 0 15,0 0 1,1 0-16,-27-26 15,26 26-15,-26-27 16,0 1-16,0 0 16,-53 26-1,27-26-15,0 26 16,-27 0-16,27 0 0,0 0 16,0 0-1,26 26 329,0 0-328,26 0-16</inkml:trace>
  <inkml:trace contextRef="#ctx0" brushRef="#br0" timeOffset="102779.95">16478 15140 0,'-26'-26'16,"26"-27"-16,0 1 16,0-1-16,0 27 15,0 0-15,0 0 16,0-1-16,-26 27 47,26 53-47,0-1 15,0 27-15,0-26 16,0 25-16,0-25 16,26-1-16,0 1 15,-26-1-15,0-26 16,0 1-16,0-1 15,0-52 32,26-27-31,1 27-16,25-26 0,1 25 16,-1 27-16,27-26 15,-27 26-15,27 0 16,-27 0-16,1 0 15,-1 26-15,-25 1 16,-27 25-16,0-26 16,0 0-16,-53 1 15,-26-1-15,1-26 16,-1 26-16,0-26 16,27 0-16,-1 0 0,27 0 15,26-26 1</inkml:trace>
  <inkml:trace contextRef="#ctx0" brushRef="#br0" timeOffset="103205.3">17292 15114 0,'-27'-26'0,"1"-1"15,26 80 32,0-1-47,0 1 16,0-27-16,26 27 15,27-27-15,-27 0 16,26-26-16,-25 0 16,25 0-16,-26 0 15,1 0-15,-1-26 16,0-27-16,0 27 15,1-26-15,-27-1 16,0 27-16,0 0 16,0-1-16,0 54 47,0-1-47,0 26 15,26 1-15,0-27 16,0 27-16,27-27 15,-1 0-15,1-26 16,-1 0-16,1 0 16,25 0-16</inkml:trace>
  <inkml:trace contextRef="#ctx0" brushRef="#br0" timeOffset="103440.8">18210 14825 0,'-26'-79'31,"-1"27"-31,1 26 0,26 0 0,-26 26 47,26 52-47,0 27 16,0-1-16,0 1 16,0 0-16,0 0 15,0-1 1,26-25-16,0 26 0,1-53 0,-1 26 15,0-26-15,0-26 16</inkml:trace>
  <inkml:trace contextRef="#ctx0" brushRef="#br0" timeOffset="103677.03">18499 14825 0,'0'-26'16,"0"0"-16,0-1 15,0 80 32,-27-1-47,27 1 16,0 26-16,0-27 0,0 1 16,0 25-16,0-51 15,27 25-15,-1-26 16,26 1-16,-25-27 15,-1 0-15</inkml:trace>
  <inkml:trace contextRef="#ctx0" brushRef="#br0" timeOffset="104242.45">18840 15219 0,'26'-26'78,"0"26"-78,-26-27 16,26 1-16,1 0 15,-27 0-15,0-1 16,0 1 0,-27 26-16,1 0 15,0 0 1,0 0-16,-1 53 0,27-27 15,0 26-15,0 1 16,0-1-16,27-25 16,25-1-16,1-26 15,-1 26-15,27-26 16,-27 0-16,27-26 16,0-27-16,-1 1 15,-25-1-15,-27-25 16,0-27-16,-26 26 15,0 0-15,0 0 0,-26 27 16,-26 0 0,25 25-16,1 1 0,0 26 15,26-26-15,0 52 32,0 0-32,0 53 15,0 0-15,0-1 16,0 1-16,0 0 15,26 0-15,-26-27 16,26 27-16,1-53 16,-1 27-16,0-27 15,0-26-15,-26 26 16,27-26-16,-1 0 0,0-26 16</inkml:trace>
  <inkml:trace contextRef="#ctx0" brushRef="#br0" timeOffset="104431.64">19496 15061 0,'-27'0'16,"80"-26"15,26 26-15,26-26-16,0 26 0,0-26 15,-27 26-15,-25 0 16,-1 0-16,-78 0 15</inkml:trace>
  <inkml:trace contextRef="#ctx0" brushRef="#br0" timeOffset="105091.74">14195 16767 0,'0'-26'15,"-26"26"1,0 26 0,26 26-16,-26 27 15,-1-26-15,27-1 16,0 1-16,0-27 16,0 0-16,0 0 15,0-52 16,0 0-31,27-27 16,-1 27-16,26-26 16,1 25-16,25 1 15,1 0-15,0 26 16,0 0-16,-1 0 16,1 0-16,0 52 15,-27-25-15,1 25 16,-27 1-16,-26-1 0,0 1 15,0-27-15,-53 26 16,1-26-16,-53 1 16,26-1-16,-26 0 15,27-26-15,-27 0 16</inkml:trace>
  <inkml:trace contextRef="#ctx0" brushRef="#br0" timeOffset="105264.46">14038 16767 0,'26'-26'0,"27"26"15,-1 0-15,53-27 0,0 27 16,0 0-16,26 0 16,0 0-16,0 0 15,-26 0-15</inkml:trace>
  <inkml:trace contextRef="#ctx0" brushRef="#br0" timeOffset="105609.88">16032 16688 0,'-26'0'16,"0"0"-16,26 26 16,0 1-1,0-1-15,52 0 16,-26 0-16,27-26 16,-27 27-16,26-27 15,1 0-15,-27 0 16,0-27-16,1 1 15,-1 0-15,-26 0 0,0-1 16,0 1-16,-26 0 16,-1 26-16,-25 0 15,-1 0-15,1 26 16,-27 0-16</inkml:trace>
  <inkml:trace contextRef="#ctx0" brushRef="#br0" timeOffset="105908.42">16111 17187 0,'-26'0'0,"26"26"16,0 0-16,0 0 15,26 1 1,26-27-16,1 0 15,-1 0-15,-26 0 16,27 0-16,-53-27 31,0 1-31,0 0 16,-26 26-16,-27-26 16,27 26-16,0 0 0,-1 0 15</inkml:trace>
  <inkml:trace contextRef="#ctx0" brushRef="#br0" timeOffset="106396.83">17738 16636 0,'-27'-26'0,"54"26"15,51 0 1,27 0-16,0 0 16,0 0-16,-26 0 15,-27 0-15,-25 0 16,-1 0-1,-26-27-15,0 1 0,0 0 16,0 0 0,-26 26-16,26 26 47,-27 26-47,27 27 15,-26 0-15,26-1 16,0 1-1,0 0-15,0 0 0,0-27 16,0 1-16,0-27 16,0 0-16,0 0 15,0 0-15,-52-26 32,25-52-17</inkml:trace>
  <inkml:trace contextRef="#ctx0" brushRef="#br0" timeOffset="106649.42">17685 17029 0,'26'0'16,"53"0"0,26-26-1,26 26-15,0 0 0,-26-26 16,0 26-16,0-26 15,-52 26-15,-1-27 16,-25 27 0,-54 0 62</inkml:trace>
  <inkml:trace contextRef="#ctx0" brushRef="#br0" timeOffset="107893.08">23405 13172 0,'-26'0'15,"-26"0"-15,52 26 16,52-26 0,53 27-1,0-27-15,0 0 0,26 0 16,27 0-16,-27-27 15,-26 27-15,26-26 16,-52 26-16,-1-26 16,-51 26-16,-1 0 15,0 0-15,-52 0 32,-79 0-17</inkml:trace>
  <inkml:trace contextRef="#ctx0" brushRef="#br0" timeOffset="108097.53">23484 13408 0,'-26'0'15,"78"0"17,27 0-17,52 0-15,0 0 16,1 0-16,-1-26 15,0 0-15,-52 26 16,-1 0 0,-51-26-16,-1 26 0,0 0 15,0 0-15</inkml:trace>
  <inkml:trace contextRef="#ctx0" brushRef="#br0" timeOffset="109040.44">14720 17423 0,'0'52'63,"0"1"-48,26-1-15,1 1 16,-27-1-16,0-25 16,0 25-16,26-26 15,-26 1-15,0-1 16,0 0 15,-26-26 0,-27-26-15</inkml:trace>
  <inkml:trace contextRef="#ctx0" brushRef="#br0" timeOffset="109386.11">14589 17764 0,'-53'0'0,"27"-26"15,0 26 1,0 0-16,26-26 16,0 52 15,0 0-16,26 27-15,0-27 16,0 26-16,1-26 16,-1 1-16,0-1 15,0-26-15,1 0 16,-1 0 0,0 0-1,27-26-15,-27-27 16,26 27-16,-26 0 15,27-27-15,-27 27 16,0 26-16,-26-26 16,-26 52 31,-26 27-32,-1-1-15</inkml:trace>
  <inkml:trace contextRef="#ctx0" brushRef="#br0" timeOffset="109825.83">14379 18341 0,'0'-26'16,"0"52"31,-26 27-47,-1-1 15,-25 27-15,26-27 16,-1 1-16,1-1 15,0 1-15,26-27 16,-26 0-16,78-26 63,1 0-63,25 0 15,27 0-15,-26 0 16,0 0-16,-27-26 15,1 26-15,-27 0 16,0 0 0,-26-26-16</inkml:trace>
  <inkml:trace contextRef="#ctx0" brushRef="#br0" timeOffset="110086.55">14510 18525 0,'-26'-26'15,"26"52"48,0 26-63,0 27 16,0-26-16,0 25 15,0-25-15,26-1 16,-26-25-16,26 25 15,-26-26-15,0 1 16,27-1-16,-27 0 16,26-26-16</inkml:trace>
  <inkml:trace contextRef="#ctx0" brushRef="#br0" timeOffset="110453.57">14930 18577 0,'-26'0'0,"26"-26"16,-27 26-16,27 26 63,0 27-63,0-1 15,0 1 1,0-1-16,0-25 0,53 25 15,-1-52 1,27 26-16,-26-26 0,25 0 16,-25 0-16,-27 0 15,0-26-15,1-26 16,-27-1-16,0 1 16,0-1-16,-27 1 15,-51-1-15,51 1 16,-25 52-16,-1-26 0,27 26 15,0 0-15,0 0 16,-1 26-16,-25 0 16,26 26-16</inkml:trace>
  <inkml:trace contextRef="#ctx0" brushRef="#br0" timeOffset="110768.14">15507 18394 0,'0'-26'16,"26"26"-1,-26 52 16,27-26-15,-1 53-16,0-27 16,-26 1-16,26-1 15,1 1-15,-1-27 16,0 27-16,-26-27 0,53-26 16,-27 0-16</inkml:trace>
  <inkml:trace contextRef="#ctx0" brushRef="#br0" timeOffset="111019.19">16111 18446 0,'-26'-26'0,"-1"26"16,-25 0-16,-1 0 16,-25 26-16,-1 1 15,26-1-15,1 26 16,26-26-16,26 1 0,0-1 15,0 0-15,52 0 16,1 1 15,-1-1-31,27-26 0,0 0 0,26 0 16,-27 0-16,1 0 16,-27 0-16,27 0 15</inkml:trace>
  <inkml:trace contextRef="#ctx0" brushRef="#br0" timeOffset="111632.28">16452 18525 0,'-53'-26'0,"27"0"15,0 26-15,26 26 47,0 26-31,0 1-16,0-27 15,0 26-15,26-25 16,-26-1-16,26-26 16,-26 26-16,0-52 31,0-27-15,0 1-16,0-1 15,0 27-15,27 0 16,-1 0-16,-26 0 31,26 26-31,0 0 0,1 0 16,-1 0-16,0 26 15,27 26-15,-27 1 16,-26-27-16,26 26 16,-26-25-16,0-1 15,26-26 1,-26-26 46,0-1-62,26-25 16,1-1-16,-1 27 16,0 0-16,0 0 15,1 26-15,-1-26 16,0 26 15,0 26-31,1 0 16,-1 0-16,0 0 0,0 1 15,-26-1-15,27 26 16,-27-25-16,26-1 16,0 0-16,0-26 15</inkml:trace>
  <inkml:trace contextRef="#ctx0" brushRef="#br0" timeOffset="111867.77">17370 18551 0,'0'-26'0,"0"0"0,0 0 31,0 78 0,0 0-15,0 27-16,0 0 15,0 0-15,26-1 16,1-25-16,-27 26 16,26-27-16,0 1 15,-26-27-15,0 26 16,0-26-16</inkml:trace>
  <inkml:trace contextRef="#ctx0" brushRef="#br0" timeOffset="112055.91">17396 18551 0,'-26'0'15,"26"-26"1,26 26 0,1 26-16,51 0 15,-25 27-15,-1-27 16,-52 0-16,0 27 15,0-1-15,-26 1 16,-53-1-16,1-25 16</inkml:trace>
  <inkml:trace contextRef="#ctx0" brushRef="#br0" timeOffset="112574.31">18105 18053 0,'0'26'47,"52"26"-32,-25 27-15,-1-26 16,0 25-16,-26-25 16,26-1-16,-26 1 15,0-27-15,27-26 16,-27 26-16,0-78 62,26 26-62,0-27 0,0 1 16,1 25-16,-1 27 16,0-26-16,0 26 15,1 0-15,-1 0 16,26 26-16,1 27 16,-27-1-1,26 1-15,-25-1 0,-27 1 16,26-27-16,-26 26 15,0-25-15,0-1 16,0 0-16,26-26 0</inkml:trace>
  <inkml:trace contextRef="#ctx0" brushRef="#br0" timeOffset="112873.35">19574 17370 0,'0'-26'15,"0"0"-15,0 0 32,0 52-17,0 26 1,0 27-16,0-26 15,0-1-15,0 27 16,0-53-16,0 0 16,0 1-16,27-1 15,-27 0-15,0 0 16,0 1-16,0-1 16,0 0-16</inkml:trace>
  <inkml:trace contextRef="#ctx0" brushRef="#br0" timeOffset="113141.04">19286 17764 0,'0'26'62,"52"1"-62,-26-1 0,1 26 16,25-26-16,-26 1 15,1-27 1,-1 26-16,0-26 0,0 0 16,1 0-16,-1-26 0,26-1 15,1 1-15,-1-26 16,-25 26-16,-1-1 16,26 1-16,-25 26 15,-27-26-15</inkml:trace>
  <inkml:trace contextRef="#ctx0" brushRef="#br0" timeOffset="113975.04">13644 17633 0,'-52'0'0,"25"-26"15,80 26 32,52 26-47,26 26 0,0-25 0,1 25 31,-54-26-31,1 1 16,0 25-16,-27-26 16,-26 0-16,-26 1 15</inkml:trace>
  <inkml:trace contextRef="#ctx0" brushRef="#br0" timeOffset="114179.37">14143 17502 0,'-26'0'16,"-1"-27"-16,1 27 16,0 27 15,26 25-31,-26 1 16,-27 25-16,53-25 15,-26-1-15,0 27 16,-1-27-16,-25 1 15,26 26-15,-1-1 16,-25-25-16,-1-27 0</inkml:trace>
  <inkml:trace contextRef="#ctx0" brushRef="#br0" timeOffset="114854.08">12542 17528 0,'0'-26'0,"-26"26"16,0-27-1,-27 27-15,1 0 0,-27 27 16,27-1-16,25 0 15,1 0-15,26 1 16,26-1-16,27 26 16,52-25-16,-27-1 15,27 0-15,-26 27 16,0-27-16,-27 26 16,1 1-16,-27-27 15,-26 0-15,0 0 16,0 1-16,-26-1 15,-27 0-15,1-26 16,-27 0-16,0 0 16,27 0-16,-1-26 15,27 0-15,26-1 0,0-25 16,0 26-16,26-27 16,27 1-16,26-1 15,-1 1-15,-25 26 16,26-27-16,-53 1 15,0 25-15,-26-25 16,0 26-16,0-1 16,-26 1-16,-53 26 15,0 0-15,1 0 0,-27 26 16</inkml:trace>
  <inkml:trace contextRef="#ctx0" brushRef="#br0" timeOffset="116868.83">19916 17370 0,'-27'-26'16,"27"0"0,53 26 15,-1 26-31,53 27 15,-26-27-15,26 26 16,-26 1-16,-1-27 16,-25 0-16,-1 1 15,-26-1-15,1 0 16</inkml:trace>
  <inkml:trace contextRef="#ctx0" brushRef="#br0" timeOffset="117089.1">20467 17187 0,'-27'0'31,"1"26"-31,0 26 16,-27 1-16,1 26 15,-1-1-15,27-25 16,-26-1-16,25 1 15,-25-1-15,26-25 16,-1-1-16,27 0 16,-26 0-16,26 1 15</inkml:trace>
  <inkml:trace contextRef="#ctx0" brushRef="#br0" timeOffset="117624.29">21542 17161 0,'0'-53'0,"0"27"16,0 0-16,0-1 16,0 1-16,-52 0 0,-1 26 15,1 0-15,-27 0 16,0 0-16,27 0 15,0 0-15,-1 26 16,27 0-16,26 27 16,0-1-16,26 1 15,27-1-15,51 1 16,-25 25-16,26-25 16,-26-1-16,0 1 15,-27-27-15,-52 0 0,26 1 16,-26-1-1,-52-26 1,-1 26-16,-25-26 0,-1 0 16,26 0-16,1 0 15,-1-26-15,53 0 16,0-27-16,0 1 16,53-1-16,52 1 15,-26-1-15,26-26 16,-27 27-16,-25 0 15,-27-1-15,-26 1 16,0-1-16,-26 27 16,-79 26-16,0-26 0,0 26 15,-26 26 1,0 0-16,26 0 16</inkml:trace>
  <inkml:trace contextRef="#ctx0" brushRef="#br0" timeOffset="119455.91">20388 18184 0,'0'-53'16,"-26"27"-16,26 79 62,0-1-62,0 1 0,0-27 16,0 26-16,0-25 15,0-1 1,0 0 0,26-52 30,26 0-30,-25-1 0,51 1-16,-25 0 0,25 0 15,-25 26-15,-1 0 16,27 0-16,-26 0 16,-1 26-16,1 0 0,-27 0 15,-26 1-15,0 25 16,0-26-16,-26 1 15,-27-1-15,-26 0 16,1 0-16,-1 0 16,26-26-16,1 0 15</inkml:trace>
  <inkml:trace contextRef="#ctx0" brushRef="#br0" timeOffset="119675.76">20467 18105 0,'-27'-26'16,"54"0"0,51-1-1,1 1-15,52 0 16,-26 26 0,0-26-16,0 26 0,-52-27 15,-27 27-15,-52 27 31,-27 25-15</inkml:trace>
  <inkml:trace contextRef="#ctx0" brushRef="#br0" timeOffset="120146.84">21674 17948 0,'-53'-27'0,"27"27"16,0-26 0,-1 26-16,-25 26 47,-1 27-47,1-1 0,26 27 15,-1-26-15,27-1 16,0 1-1,0-1-15,0-26 0,53-26 16,-1 27-16,1-27 16,26 0-16,-27 0 15,27 0-15,-27-27 16,1 1-16,-53 0 16,26-27-16,-26 27 15,0 0 1,0 0-16,-52-1 0,25 27 0,-25 0 15,-1 0-15,1 0 16,-1 0-16,27 0 16,0 27-16,0-1 15,26 0-15,0 0 16,0 1 0,0-1-1,52 0-15,27-26 16,-27 0-16</inkml:trace>
  <inkml:trace contextRef="#ctx0" brushRef="#br0" timeOffset="120397.84">22172 17843 0,'-26'-26'0,"26"-1"15,0 54 32,0 25-31,0 27-16,0-27 15,0 1-15,0-1 16,0-26-16,26 27 16,-26-27-16,0 0 0,0 1 15,0-1 1,26-26-16</inkml:trace>
  <inkml:trace contextRef="#ctx0" brushRef="#br0" timeOffset="120680.62">22487 17895 0,'0'-26'16,"0"0"0,-26 26-1,-27 0-15,1 0 16,-27 26-16,0 0 15,27 0-15,-1 27 0,27-27 16,26 0-16,0 1 16,0-1-16,53 0 15,25 0-15,27-26 16,0 27-16,26-27 16,-52 0-16,0 0 15,-27 0-15,1 0 16,-27 0-16,0-27 15</inkml:trace>
  <inkml:trace contextRef="#ctx0" brushRef="#br0" timeOffset="121293.76">22907 17869 0,'0'-26'16,"0"78"46,0 1-46,0-1-16,26-26 15,-26 1-15,26-1 0,-26 0 16,0-78 46,0 25-62,0-25 16,0-1-16,27 27 16,-1 0-16,0 0 15,0 26-15,0 0 32,1 52-17,25 1-15,-26-1 16,1 1-16,-1-27 0,0 0 15,-26 0-15,26-26 16,-26 27-16,0-54 47,0-25-31,0-1-16,27 1 15,-27-1-15,26 1 16,0 26-16,0 26 15,1 26 32,25 26-31,-26-25-16,1 25 0,-1-26 16,0 1-16,-26-1 15,0 0-15,0 0 16,0 1-1</inkml:trace>
  <inkml:trace contextRef="#ctx0" brushRef="#br0" timeOffset="121608.11">23746 17817 0,'0'-27'16,"0"1"-16,0 0 15,0 52 48,27 27-63,-1 25 15,0 1-15,-26-27 16,26 27-16,1 0 16,-1-27-16,0 1 15,0-1-15,-26-25 16,0 25-16,0-26 15,27-26-15,-27-26 47</inkml:trace>
  <inkml:trace contextRef="#ctx0" brushRef="#br0" timeOffset="121809.56">23878 17869 0,'-27'-26'15,"27"0"-15,0-1 16,27 1-16,25 0 0,1 26 16,-1 0-1,1 0-15,-1 0 16,-26 0-16,-26 26 0,27 0 16,-27 1-16,0 25 15,0-26-15,-53 0 16,27 1-16,-53-1 15,27 0-15,-1-26 16</inkml:trace>
  <inkml:trace contextRef="#ctx0" brushRef="#br0" timeOffset="122394.08">24271 17423 0,'-26'-26'0,"26"52"63,0 0-47,26 27-16,1-1 15,-1 27-15,0-27 16,-26-25-16,26 25 0,-26-26 15,0 1-15,0-1 16,26-26 15,-26-53 16,0 27-47,27-26 16,-1 25-16,0 1 0,0 0 15,1 26 1,-1-26-16,0 26 47,0 26-47,1 0 0,25 0 0,-26 27 16,27-27-16,-53 0 15,26 1-15,0-27 16,1 26-16,-27 0 15,26-26-15,-26-26 63,0 0-47</inkml:trace>
  <inkml:trace contextRef="#ctx0" brushRef="#br0" timeOffset="123085.28">24744 17161 0,'0'-27'15,"-27"1"1,1 26-16,-53-26 16,1 0-16,-27 26 15,-26 0-15,-53 0 16,0 0-16,-26 0 16,0 0-16,-26 26 15,-26 0-15,-1 27 16,-25-27-16,25 26 15,-52 1-15,27-1 0,-1 1 16,1 25-16,-1 1 16,0 0-16,27 26 31,0-26-31,52 25 0,26-25 0,26 0 16,54 26-16,-1-26 15,52-1-15,27 1 16,0 0-16,26-1 15,0 27-15,52-26 16,27 0 0,26 0-16,26-27 15,53 1-15,-1-1 16,53 1-16,27-27 16,25-26-16,27 26 15,26-26-15,27 0 16,-1-52-16,-26 25 15,27-51-15,-27 25 16,-26-26-16,0-26 16,26 0-16,-26 0 15,-1-26-15,-51-26 16,-53 26-16,-53-27 16,-52 27-16,-52 26 15,-27 0-15,-26 0 0,-53 0 16,-78 26-16,0-26 15,-53 27-15,-26 25 16,-78 27-16,-1 26 16,-52 0-16,0 26 15,0 27-15</inkml:trace>
  <inkml:trace contextRef="#ctx0" brushRef="#br0" timeOffset="128624.71">12254 4329 0,'-289'27'16,"26"-27"-16,-25 26 15,25 0-15,27 0 16,79-26-16,52 27 16,79-27-16,104 26 15,159-26 1,77 0-16,132 0 15,53 0-15,26 0 0,0-26 16,-1 26-16,-78-27 16,-52 27-16,-105 0 15,-132-26-15,-104 26 16,-211 0 0,-104 0-16</inkml:trace>
  <inkml:trace contextRef="#ctx0" brushRef="#br0" timeOffset="128970.63">11020 4565 0,'-420'53'0,"106"-27"16,130 0-16,131 1 15,263-1 1,131-26 0,132 0-16,130 0 0,27-26 15,26-27-15,-53 27 16,-51-27-16,-106 27 15,-132 0 1,-104 26-16,-78-26 0,-106 26 16,-52 0 15,-1 0-31,1 0 16,26-26 15,-26 26 0,0 0-31,-27 0 16,1 0-1,-1 0-15</inkml:trace>
  <inkml:trace contextRef="#ctx0" brushRef="#br0" timeOffset="136209.17">2230 12044 0,'0'-26'0,"0"-1"32,0 1-17,0 0 1,0 52 46,0 27-46,0-1-16,0 1 0,0-1 16,0 0-16,0 1 15,0-1-15,0-25 16,0-1-16,0 0 15,26-52 48,27 0-47,25-1-16,1 1 15,0 0-15,-27 26 16,27-26-16,-26 26 15,25 0-15,-25 0 16,-1 0-16,-26 0 16,1 26-16,25 0 15,-52 27-15,26-27 0,-26 26 16,0-25 0,-26-1-16,0 0 0,-27 0 15,1 1 1,-27-1-1,27-26-15,26 26 16,-1-26-16,-25 0 16,26 0-16,-1 0 15,-25 0-15</inkml:trace>
  <inkml:trace contextRef="#ctx0" brushRef="#br0" timeOffset="136537.21">2361 12096 0,'-52'0'15,"25"0"-15,27-26 16,79 26 0,26-26-1,53 0-15,-1-1 16,0 1-16,-52 26 15,-26-26-15,-26 26 16,-80 0 78,1 26-94</inkml:trace>
  <inkml:trace contextRef="#ctx0" brushRef="#br0" timeOffset="137010.57">3647 11834 0,'-26'-26'0,"-1"26"47,1 0-32,-26 26-15,-1 0 16,-25 53-16,-1-27 0,26 1 16,27 26-16,0-27 15,26 0-15,0 1 16,0-1-16,26 1 15,0-1-15,27-25 16,-1-1-16,27-26 16,-27 0-16,1 0 15,-1 0-15,1 0 16,-27 0-16,27-53 16,-27 27-16,-26 0 15,0 0-15,0-1 16,0 1-16,-26 0 15,-27 26 1,1 0-16,-27 0 16,26 0-16,1 0 0,26 0 15,0 26-15,-1 0 16,27 1-16,0-1 16,0 0-1,0 0 1</inkml:trace>
  <inkml:trace contextRef="#ctx0" brushRef="#br0" timeOffset="137419.03">3962 11939 0,'-26'0'0,"52"0"47,0 26-47,26 27 16,1-27-16,26 26 15,-1-25-15,1 25 16,0-26-16,-27 27 16,1-27-16,-27 0 15,27-26-15,-27 26 16,-26 1 0,26-27-1,-52 0 16</inkml:trace>
  <inkml:trace contextRef="#ctx0" brushRef="#br0" timeOffset="137740.29">4408 11860 0,'-26'-26'16,"-1"52"15,1 0-15,-26 27-16,25 26 15,-25-1 1,-1 1-16,1 0 0,-1-1 16,1 1-16,26-26 15,0-1-15,26-26 16,0 1-16,-27-1 15,54-79 64</inkml:trace>
  <inkml:trace contextRef="#ctx0" brushRef="#br0" timeOffset="138268.6">5195 11598 0,'0'-27'0,"-26"27"31,0 0-31,-27 0 16,-26 27-16,1 25 15,-1 27-15,26 0 16,27-1-16,0 1 15,26 0-15,0 0 16,26-1-16,27-25 0,-1-1 16,27-26-16,0 1 15,-1-1-15,1-26 16,0 0-16,-27 0 16,1-26-16,-1-1 15,-26 1-15,-26 0 16,0 0-16,0-27 15,0 27-15,-26 0 16,-53 26-16,27 0 16,0 0-16,-27 0 15,26 0-15,1 52 0,-1-26 16,-25 27-16,51-1 31,-25-25-31,-1-1 0</inkml:trace>
  <inkml:trace contextRef="#ctx0" brushRef="#br0" timeOffset="138771.04">2335 13120 0,'-105'0'0,"0"0"15,79 0 1,0 0-16,104 0 0,132-27 16,79-25-16,104 26 15,53-53-15,53 26 16,78-25-16,-26-1 16,0 0-16,-78 27 31,-106-1-31,-105 1 0,-130 52 0,-80-26 15,-26 26-15,-52 0 32,0 0-17,-27 0 1,1 0-16,-27 26 0,0-26 31</inkml:trace>
  <inkml:trace contextRef="#ctx0" brushRef="#br0" timeOffset="139761.07">7425 12647 0,'-26'-26'15,"26"0"-15,0 0 32,26 26-32,27-27 15,26 27-15,-27-26 16,1 26-16,-27 0 16,0 0-16,0 0 0,1 0 15,-27 26 1,26 1-16,-26-1 0,0 0 15,0 0-15,0 1 16,-26-1-16,-1 26 16,1-25-1,-26-1-15,25-26 0,1 26 16,0 0-16,0 0 16,26 1-1,26-1 1,26-26-16,-25 26 15,51 0-15,-51-26 0,25 27 16,0-27-16,-25 26 16,-1 0-16,-26 0 15,0 1 1,-26-1 0,-27-26-16,1 26 15,-1-26-15,1 0 16,-1 0-16,1 0 15,26 0-15,-1 0 16,1 0-16,0 0 16,0-26-1,26 0 1,0-1-16,0 1 16,26 0-1</inkml:trace>
  <inkml:trace contextRef="#ctx0" brushRef="#br0" timeOffset="140814.93">8475 12647 0,'-26'0'15,"0"-26"-15,-1 26 63,-25 0-48,-1 26-15,1 1 0,-1 25 16,27-26-16,0 27 16,0-1-16,26 1 15,0-27-15,0 26 16,0-25-16,52-27 15,-26 26-15,27-26 16,-1 0-16,1 0 0,-1 0 16,1 0-16,-27 0 15,0-26-15,-26-1 16,0-25-16,0 26 16,0-27-16,0 1 15,-26 26-15,0-27 16,26 27-16,0 0 15,0-1-15,0 1 0,26 0 16,0 0 0,27 26-16,-1-27 0,1 27 15,-27 0-15,26 0 16,-25 0-16,-1 0 16,-26 53-1,26-27-15,-26 27 0,0-27 16,0 26-16,26 1 15,-26-27-15,0 26 16,27-25-16,-27-1 16,26 0-16,0 0 15,0 1-15,1-27 16,-1 26-16,0-26 0,0 0 16,27 0-16,-1-26 15,1 26-15,-1-53 16,-26 27-16,1 0 15,-1-27-15,-26 1 16,0-1-16,0 1 16,0-1-1,-53 1-15,27 26 0,-26 26 16,25-27-16,1 27 16,-26 0-16,-1 0 15,1 0-15,-1 0 0,1 0 16,26 0-16,-27 0 15,27 0 1,26 27 234</inkml:trace>
  <inkml:trace contextRef="#ctx0" brushRef="#br0" timeOffset="141287.07">8501 13618 0,'26'-26'31,"27"-27"-31,26 27 16,-27 0-16,1 0 15,-1 26 1,-26 0-16,1 0 16,-27 52-1,0-26-15,-53 27 16,27-1-16,0-25 16,26-1-16,0 0 15,0 0-15,0 1 16,26-1-16,0 0 0,27 27 15,-27-1-15,0-26 16,0 1-16,-26-1 16,-26-26-1,-26 26 17,-1-26-32,-52 0 0,26 0 15,27 0 1,-27 0-16,53 0 15,0 0-15</inkml:trace>
  <inkml:trace contextRef="#ctx0" brushRef="#br0" timeOffset="141664.31">9315 13461 0,'0'-26'16,"0"-1"-16,-27 80 62,1 25-62,0 1 16,26 0-16,0 0 16,0-27-1,26 1-15,27-27 0,-1 0 16,1 0-16,25-26 15,1 0-15,0 0 16,-27 0-16,1-26 16,-27 0-16,-26 0 15,0-27-15,0 27 16,-52 0-16,-1-1 16,-26 27-16,27-26 15,-1 26-15,1 0 16,-27 26-16,0 27 15,-26-1-15,1 1 0</inkml:trace>
  <inkml:trace contextRef="#ctx0" brushRef="#br0" timeOffset="141962.94">7583 14668 0,'-53'26'0,"1"0"15,52 0-15,105-26 16,52 0 0,53-26-16,53-26 0,25-1 15,27 1-15,0-1 16,0 1-16,0-1 16,-27 1-16,-51-1 15,-1 1-15,-53 26 16,-25-1-16,-53 1 15,-53 0-15,-26 26 16,-26-26-16,-52 26 16,-27 0-1,1-27-15,-54 27 16</inkml:trace>
  <inkml:trace contextRef="#ctx0" brushRef="#br0" timeOffset="143067.18">1390 8423 0,'0'-27'0,"53"1"15,52-52-15,52-27 16,53 0-16,26 0 15,27 0-15,-27 0 16,0 26-16,-79 0 16,1 1-1,-53 25-15,-26 27 0,-27 0 16,-26-1 0,0 27-16,-52 27 31,-52-1-16,-54 53-15,-51 26 0,-27-1 16</inkml:trace>
  <inkml:trace contextRef="#ctx0" brushRef="#br0" timeOffset="143318.51">1128 8580 0,'-26'0'16,"78"0"-1,53-52-15,53-1 16,51-26-16,54-25 16,25-1-16,54-27 0,-28 1 15,-25 0-15,-53 26 16,-52 0-16,-53 26 16,-78 27-1,-27 26 1,-79 52-1,-78 26 1,0 1-16,0-1 16</inkml:trace>
</inkml:ink>
</file>

<file path=ppt/ink/ink1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1T09:06:21.794"/>
    </inkml:context>
    <inkml:brush xml:id="br0">
      <inkml:brushProperty name="width" value="0.05292" units="cm"/>
      <inkml:brushProperty name="height" value="0.05292" units="cm"/>
      <inkml:brushProperty name="color" value="#FF0000"/>
    </inkml:brush>
  </inkml:definitions>
  <inkml:trace contextRef="#ctx0" brushRef="#br0">11046 2781 0,'-104'0'16,"25"-26"-16,26 26 15,1 0-15,-1 0 16,53-26-16,27 26 31,78 0-15,52 26-16,27-26 0,52 0 15,-26 0-15,0 0 16,0 0-16,-53 0 16,-26 0-16,-26 0 15,-52 0-15,-27 0 16,-131-26 0,-26 26-1,-27 0-15</inkml:trace>
  <inkml:trace contextRef="#ctx0" brushRef="#br0" timeOffset="142.3">10915 2781 0,'-131'0'0,"52"26"16,27-26-16,78 0 31,79 27-31,105-27 0,52 0 16,53 0-16,26 0 15,1 0-15,-54 0 16,-52-27-16,-104 1 15</inkml:trace>
  <inkml:trace contextRef="#ctx0" brushRef="#br0" timeOffset="4753.96">20676 2834 0,'-131'0'16,"26"0"-16,0 0 15,53 0-15,26 26 16,78-26 0,79 26-16,27-26 15,52 0-15,26 0 16,26 0-16,1-26 15,-27 0-15,0 26 16,-52-27-16,-53 27 16,-26-26-1,-27 26-15,-51 0 0,-106 0 32,-26 0-17,-26 0-15,-53 0 0</inkml:trace>
  <inkml:trace contextRef="#ctx0" brushRef="#br0" timeOffset="4990.29">20598 2860 0,'-105'0'16,"52"0"-16,1 0 0,131 0 47,25 0-47,80 0 15,0 0-15,52 0 16,0 0-16,0 0 16,0 0-16,-52 0 15,-53 0-15,-52 0 0,-53 0 16,-104 0 15</inkml:trace>
  <inkml:trace contextRef="#ctx0" brushRef="#br0" timeOffset="17492.66">11991 5090 0,'0'-26'0,"0"52"47,-26 27-31,-27-1-16,27 27 15,-26-27-15,-1 1 16,27-27-16,26 27 15,-26-27-15,26 0 16,26 0 0,53 1-16,-1-27 0,54 0 15,25 0 1,-26 0-16,0 0 0,-26-27 16,-52 1-16,-27 0 15,-26 0-15</inkml:trace>
  <inkml:trace contextRef="#ctx0" brushRef="#br0" timeOffset="17791.78">12201 5274 0,'0'-26'16,"0"-1"-1,0 80 32,-26-1-31,26 1-16,0 26 15,0-1-15,0 1 16,0 0-16,0 0 16,0-1-16,0-25 15,0-1-15,0-26 16,0 1-16,26-27 31</inkml:trace>
  <inkml:trace contextRef="#ctx0" brushRef="#br0" timeOffset="18170.91">12857 5274 0,'-26'0'62,"26"52"-46,-26 1-16,-1-1 16,1 1-16,0-1 15,26 1-15,0-1 16,0 1-16,52-27 15,-25 27-15,51-53 16,-25 26-16,-1-26 16,1 0-16,-1 0 15,-26-26-15,27-27 16,-27 1-16,-26-1 0,0-26 16,0 27-16,-26-27 15,-27 27-15,1-1 16,-1 27-16,-25 0 15,-1-1-15,0 27 16</inkml:trace>
  <inkml:trace contextRef="#ctx0" brushRef="#br0" timeOffset="18643.47">8921 5090 0,'-52'-52'0,"52"26"16,-27 26-16,27-27 15,-26 54 16,26-1-31,-26 53 16,0-1-16,26 1 0,0 0 16,0-1-1,0 1-15,0-26 0,0 25 16,0-25-16,0-1 16,26-25-16,-26-1 15,0 0 1</inkml:trace>
  <inkml:trace contextRef="#ctx0" brushRef="#br0" timeOffset="18894.39">8606 5169 0,'0'-26'0,"0"0"0,0-1 15,26 27-15,27-26 16,26 26-16,26 0 15,-27 0-15,1 26 16,0 27-16,-27 25 16,-26-25-1,-26 26-15,0-1 0,-52 1 16,0-26-16,-53-1 16,0 1-16,26-27 15,0 0-15,27-26 0,25 0 16</inkml:trace>
  <inkml:trace contextRef="#ctx0" brushRef="#br0" timeOffset="19161.79">10102 5431 0,'26'0'31,"53"0"-15,26 0-16,0 0 15,0 0-15,0 0 16,-27 0-16,1 0 15</inkml:trace>
  <inkml:trace contextRef="#ctx0" brushRef="#br0" timeOffset="19319.11">10154 5720 0,'-26'0'16,"105"0"-1,52 0 1,53 0-16,52 0 16,0-26-16,-26-27 15</inkml:trace>
  <inkml:trace contextRef="#ctx0" brushRef="#br0" timeOffset="19853.18">13959 5195 0,'0'-26'0,"0"0"16,0 52 31,0 26-47,0 27 15,0 0-15,0 0 16,0-27-16,0 27 16,-26-27-16,26 1 15,-26-1-15,26-25 16,0-1-16</inkml:trace>
  <inkml:trace contextRef="#ctx0" brushRef="#br0" timeOffset="20114.79">14300 5353 0,'-79'0'0,"-25"0"16,25 26-16,0 0 16,0 0-16,27 1 15,26-1-15,-1 0 16,27 0-1,0 1-15,27-1 16,25 0-16,27 0 0,0 27 16,26-27-16,-1 0 15,1 1-15,0-27 16,0 0-16,-26 0 16</inkml:trace>
  <inkml:trace contextRef="#ctx0" brushRef="#br0" timeOffset="21047.29">14720 5431 0,'-26'0'15,"0"0"1,26 27 0,0 25-16,0 1 15,0-1-15,0-26 16,0 27-16,0-27 15,0-52 32,-27-27-47,27-25 16,-26 25-16,26 1 0,0-1 16,0 27-1,0 0-15,26 26 16,27 0-16,-27 0 0,0 0 15,1 52-15,25 1 16,-26-1 0,-26 1-16,26-1 0,-26-26 15,27-26-15,-27 27 16,0-54 15,0 1-31,0-26 16,0-1-16,0 1 15,0 25-15,0 1 0,26 26 47,0 26-31,27 27-16,-1-1 0,1 1 16,-1-27-16,1 0 15,-27 1 1,26-1-16,-25-26 15,-1-53 1,0 1-16,0-1 16,1 1-16,-1 26 15,-26-27-15,26 53 16,-26-26 0,0 52 15,0 0-31,0 53 15,0-26-15,0 52 16,0-27-16,0 1 16,0 0-16,0-1 15,0 1-15,0-26 16,0-1-16,0-26 16,-26-52-1,-27-53 1,27 1-16,26-1 15,-26-26-15,26 26 16,0-26 0,26 53-16,27-1 0,-27 1 15,26 26-15,-26-1 16,27 27-16,-1 0 16,-25 0-16,-1 27 15,0 25-15,-26 1 16,0-1-16,-26 27 15,-27-27-15,1 1 0,-1-27 16</inkml:trace>
  <inkml:trace contextRef="#ctx0" brushRef="#br0" timeOffset="21439.65">15875 5090 0,'-27'-26'16,"1"0"-16,26 78 31,0 27-15,26 0-16,-26-1 16,27 1-16,-27 0 0,0-27 15,0 1-15,0-27 16,0 0-16,-27 1 15,27-54 1,0-25 0,0-1-16,0 1 15,27 26 1,-1-1-16,0 1 0,0 26 16,1 26-16,25 1 15,-26-1-15,53 26 16,-27 1-16,1-27 15,-1 27-15,-25-27 16,-27 26 0,0-25-16,0-1 0</inkml:trace>
  <inkml:trace contextRef="#ctx0" brushRef="#br0" timeOffset="21643.94">16714 5405 0,'26'0'16,"79"26"-1,-26 27-15,52-1 16,-26-25-16,0 25 16,-26-26-16,0 27 15,-53-27 1,26-26-16</inkml:trace>
  <inkml:trace contextRef="#ctx0" brushRef="#br0" timeOffset="21848.09">17292 5300 0,'-53'0'16,"1"0"-16,-1 0 0,-26 53 15,53-1-15,-26 1 16,25-1-16,1 27 15,0-27-15,0 1 16,-1 26-16,1-53 16,0 26-16</inkml:trace>
  <inkml:trace contextRef="#ctx0" brushRef="#br0" timeOffset="22240.92">18157 5405 0,'0'-52'0,"-26"25"16,-26 1-16,25 26 16,-25 0-16,0 0 15,-1 0-15,1 0 16,-1 0-16,27 26 15,0 27-15,26-27 0,0 0 16,26 1 0,26-27-16,1 0 15,-27 0-15,27 0 16,-27 0-16,-26-27 16,26 27-16,0-26 15,-26 0 1,26 78 31,-26 1-47,27 26 15,-1-27-15,0 1 16,-26-1-16,26 27 0,-26-53 16,27 26-16,-27-25 15</inkml:trace>
  <inkml:trace contextRef="#ctx0" brushRef="#br0" timeOffset="22679.95">18420 5064 0,'-26'-26'0,"26"78"46,0 27-46,0 0 16,26-1-16,0 1 16,-26 0-16,26 0 15,1-1-15,-27-25 16,0-27-16,0 0 16,0 1-16,0-54 31,0-25-16,0-1-15,0-25 16,0 25-16,0 27 0,0-27 16,52 27-1,-26 0-15,27 26 0,-27 0 16,26 0-16,1 0 16,-27 52-16,27 1 15,-27-1-15,0 27 16,-26-26-16,0-1 15,0 1-15,-26-27 16,26 26-16,-53-26 16,27-26-16</inkml:trace>
  <inkml:trace contextRef="#ctx0" brushRef="#br0" timeOffset="22977.9">19601 5641 0,'-27'0'15,"54"0"1,51 27 0,-25-27-16,26 0 15,26 0-15,-53 0 16,0 0-16,-25 0 16,-1 0-16</inkml:trace>
  <inkml:trace contextRef="#ctx0" brushRef="#br0" timeOffset="23123.26">19574 5825 0,'79'0'31,"26"0"-31,26 0 16,0 0-16,1-26 15,-27 26-15</inkml:trace>
  <inkml:trace contextRef="#ctx0" brushRef="#br0" timeOffset="23448.5">19338 4565 0,'-26'0'31,"-26"79"-31,-53 26 16,-27 79-16,27 0 15,-26 52-15,-26 0 0,-1 0 16,27 26-16,-26-52 16,-1 0-16,1-26 15,-1-27-15</inkml:trace>
  <inkml:trace contextRef="#ctx0" brushRef="#br0" timeOffset="23903.97">16609 4644 0,'-26'0'31,"-26"53"-31,-27 78 16,-26 26-16,0 53 15,-26 26-15,26 1 16,-26 25-16,26 27 15,0-27-15,0-26 16</inkml:trace>
  <inkml:trace contextRef="#ctx0" brushRef="#br0" timeOffset="25406.3">21149 5458 0,'-26'0'0,"26"-27"47,78 1-47,1 26 16,0-26-16,-27 26 16,-26 0-16,1 0 15,-27 26 1,0 0-16,-27 27 15,1-1-15,-26 1 16,-1-1-16,27-25 0,-27-1 16,53 0-16,-26 0 15,26 1 1,53-1 0,25-26-1,-25 26-15,26 0 0,-1-26 16,-25 53-16,-27-53 15,0 26-15,-26 0 16,0 0-16,-26 1 16,-26-27-16,-27 26 15,-26 0-15,0-26 16,0 0-16,0 0 16,26 0-16,27 0 0,26 0 15,26-26-15,0 0 16,26-1-16,53 1 15,-1 0-15</inkml:trace>
  <inkml:trace contextRef="#ctx0" brushRef="#br0" timeOffset="26207.2">22225 5510 0,'0'-52'16,"0"25"-16,-53 27 63,27 0-63,-27 53 15,1-1-15,-1 1 16,53-1-16,-26 27 0,26-26 15,0-1 1,0-26-16,26 27 0,53-27 16,0-26-16,-27 26 15,27-26-15,-26 0 16,-1 0-16,1-26 16,-27 0-16,0-27 15,-26 27-15,0 0 31,0 0-31,-52 26 0,-1-27 0,-26 27 0,27 0 16,-1 0 0,1 27-16,26-27 0,-1 26 15,27 0-15,0 0 16</inkml:trace>
  <inkml:trace contextRef="#ctx0" brushRef="#br0" timeOffset="26600.71">22644 5484 0,'0'-26'0,"0"52"78,0 26-78,0 27 15,0-26-15,0-1 16,27 1-16,-1-1 16,26-26-16,1 0 15,-1-26-15,1 0 16,-1 0-16,1 0 16,-1 0-16,-26-52 15,27 0-15,-53-1 0,0-26 16,0 27-16,-26-1 15,-27 1-15,-25 26 16,25-1-16,1 27 16,-1 0-16,1 0 15,25 27-15,27 25 16,-26 1-16</inkml:trace>
  <inkml:trace contextRef="#ctx0" brushRef="#br0" timeOffset="26852.64">23405 5379 0,'-26'-26'0,"26"52"46,0 26-30,0 27-16,0 0 16,0 0-16,0-27 15,0 27-15,0-27 0,0-26 16,-26 1-16</inkml:trace>
  <inkml:trace contextRef="#ctx0" brushRef="#br0" timeOffset="27593.16">23773 5484 0,'-53'0'0,"-25"0"16,-1 0-16,0 0 16,27 26-16,-27 0 0,53 1 15,-1 25-15,27-26 16,0 27-16,0-27 15,79 0-15,-26 1 16,25-27-16,27 0 16,-26 0-16,26 0 15,-53-27-15,27 1 16,-26-26-16,-27 25 16,0-25-16,0 26 15,-26-27-15,0 27 0,0 52 63,0 27-63,0-27 15,0 26-15,0-25 16,0-1-16,0 0 16,0 0-1,-26-26-15,0-26 31,0 0-31,26-27 0,-27 1 16,27-1 0,0 27-16,0-26 0,53 52 15,-27-27-15,27 27 16,-1 0-16,1 0 16,-1 27-16,-26 25 15,27 1-15,-27-27 16,0 26-16,-26-25 15,0-1 1,0-79 15,0 1-15,0-1-16,0 1 16,0-1-16,53 27 15,-27 0-15,26 26 16,-25 0-1,25 0-15,-26 26 0,27 0 16,-1 27-16,1-1 16,-27 1-16,0-1 15,-26 1-15,0-27 16,0 27-16,-78-27 16,-1-26-16</inkml:trace>
  <inkml:trace contextRef="#ctx0" brushRef="#br0" timeOffset="29135.55">8921 4041 0,'-289'0'0,"1"0"15,-1 0-15,1 0 16,78 0-16,52 0 16,79 0-16,53 26 15,52-26-15,184 0 16,105 0-16,158 0 15,78 0-15,78-26 16,27-27-16,0 27 16,0-26-16,-26 25 15,-53 1-15,-104 0 0,-132 0 16,-131-1 0,-105 27-16,-158 0 15,-157 0-15,-131 0 16</inkml:trace>
  <inkml:trace contextRef="#ctx0" brushRef="#br0" timeOffset="29416.7">9551 4014 0,'-525'0'15,"0"27"-15,105-27 16,27 26-16,78 0 16,79-26-16,131 0 15,52 26-15,237-26 16,105 27-16,183-27 15,131 0 1,106-27-16,52 1 0,0-26 16,-26-1-16,-27 27 15,-78-26-15,-79 25 16,-105 1-16,-157 0 16,-106 0-16,-78-1 15,-79 27-15,-78 0 47,-27 0-31</inkml:trace>
  <inkml:trace contextRef="#ctx0" brushRef="#br0" timeOffset="31216.52">14484 8948 0,'-53'0'16,"27"-27"-16,0 1 16,0 26-16,26-26 15,0 0-15,26-1 16,26 1-1,27 0-15,0 0 0,0-1 16,-1 27-16,-25 0 16,-1 27-16,-26-1 15,1 26-15,-27 1 16,0-1-16,-27 1 16,-51-1-16,25 1 15,-25-27-15,51 0 16,1 0-16,0-26 15,26 27 1,26-1-16,27-26 16,-1 26-16,27-26 0,-27 26 15,27 1-15,-27-27 16,1 26-16,-27 0 16,-26 0-16,-52 1 31,-53-27-31,0 26 15,26-26-15,0 0 16,1 0-16,25 0 16,1 0-16,25 0 15,27-26-15,0-27 0,0 27 16</inkml:trace>
  <inkml:trace contextRef="#ctx0" brushRef="#br0" timeOffset="31594.66">15507 8764 0,'0'-26'15,"-26"26"1,0 0-16,-27 0 16,27 26-16,-26 0 0,25 27 15,-25-1 1,52 1-16,0 25 0,0-25 15,0 25-15,0-25 16,52-1-16,27-25 16,-26-1-16,25-26 15,1 26-15,-27-26 16,-25 0-16,25-26 16,-26 0-16,-26-1 15,0-25-15,0 26 16,0-1-16,-26 1 15,-26 0-15,25 26 0,-51 0 16,25 0 0,1 0-16,26 0 15,-1 26-15,1 27 0,26-27 16,0 0-16</inkml:trace>
  <inkml:trace contextRef="#ctx0" brushRef="#br0" timeOffset="31941.1">15980 8921 0,'26'-52'0,"-26"26"0,0 78 78,-26 1-78,26 25 0,0-25 0,0-1 15,26-26-15,0 27 16,27-53-16,-1 26 16,-26-26-16,27 0 15,-1 0-15,1-52 16,-1 25-16,-26-25 16,1-1-16,-27-25 0,0 25 15,0 1-15,-27 26 16,-25-27-16,-27 53 15,27 0-15,-1 0 16,-25 26-16,25 1 16,-26 25-16</inkml:trace>
  <inkml:trace contextRef="#ctx0" brushRef="#br0" timeOffset="32177.7">16819 8659 0,'0'-26'0,"0"-1"15,0 1-15,26 26 32,-26 26-17,27 27-15,-27 26 16,26-1-16,0-25 15,0 26-15,-26-27 16,27 0-16,-27 27 0,0-53 16,0 27-16</inkml:trace>
  <inkml:trace contextRef="#ctx0" brushRef="#br0" timeOffset="32979.98">17370 8738 0,'-26'-27'0,"-26"27"16,25-26-16,-25 26 15,-1 0-15,1 0 0,-1 26 16,1 27-16,26-1 16,-1 27-16,27-26 15,0-1-15,27 0 16,51-25-16,1-1 15,0 0-15,0-26 16,-1 0-16,-25 0 16,25-26-16,-25 0 15,-27-27-15,0 1 16,1-1-16,-27 27 0,0-26 16,0 25-16,0 54 62,0 25-62,0 1 16,0-1-16,0 0 15,0-25-15,0-1 16,0 0 0,-27-26-1,1 0-15,0-26 16,0-27-16,-1 1 15,27 0-15,0-1 0,0 1 16,27-1-16,-1 27 16,26 26-16,1 0 15,-1 0-15,1 52 16,26 1-16,-27 26 16,1-27-16,-1 0 15,-26 1-15,0-27 16,1 0-16,-27-78 62,0-1-62,0-25 0,0 25 16,52 1-16,-26-1 16,27 1-16,-27 52 15,0-26-15,1 26 16,25 26-16,-26 26 15,27 27-15,-1-26 16,-25 25-16,-1-25 16,-26 25-16,0-25 15,0-27-15,0 27 0,0-27 16,0 0-16,-53 0 16</inkml:trace>
  <inkml:trace contextRef="#ctx0" brushRef="#br0" timeOffset="33357.51">14326 9971 0,'-288'0'0,"52"26"15,52 0-15,53-26 16,105 0-16,26 27 16,131-1-16,131-26 15,79 26-15,105 0 16,79-26-16,0 0 16,52 0-16,-26-26 15,0 0-15,-52 0 16,-79-1-16,-53 1 15,-78 26-15,-106-26 0,-78 26 16,-52 0-16,-79 0 16,-53 0-1,-52 0-15,-53 0 16,0 0-16</inkml:trace>
  <inkml:trace contextRef="#ctx0" brushRef="#br0" timeOffset="33907.6">16740 10286 0,'-52'0'0,"-53"-26"16,26 26-16,-26 0 0,0 26 15,0 0-15,27 26 16,25 27-16,1-26 16,52 25-16,0-25 15,26-1-15,27 1 16,25-1-16,27-25 16,0-27-16,-26 26 15,0-26 1,-27 0-16,1-26 0,-27-1 15,0 1-15,-26-26 0,0 25 16,0-25-16,-26 26 16,-27 26-16,-25 0 15,-1 0-15,0 0 16,0 26-16,53 0 16,0 0-16,26 1 15,0 25-15,0-26 16,79-26-16</inkml:trace>
  <inkml:trace contextRef="#ctx0" brushRef="#br0" timeOffset="34243.87">17108 10443 0,'-53'-26'15,"27"26"-15,0 0 16,-27 0-16,27 26 15,0 27 1,26-1 0,0 27-16,0-27 0,0 1 15,52-1-15,1-25 0,-1-1 16,1 0-16,-1-26 16,1 0-16,-1 0 15,1-26-15,-27-27 16,0 27-16,-26-26 15,0-1-15,0 1 16,-52-1-16,-1 1 16,1 25-16,-27 27 15,27 0-15,-1 0 16,27 0-16,-27 53 16,27-1-16</inkml:trace>
  <inkml:trace contextRef="#ctx0" brushRef="#br0" timeOffset="34489.48">17738 10469 0,'0'-26'15,"-27"26"-15,27 53 47,0 25-31,0 1-16,0-26 0,0 25 31,0-51-31,0 25 16,0 0-16,0-25 15</inkml:trace>
  <inkml:trace contextRef="#ctx0" brushRef="#br0" timeOffset="35669.44">18052 10627 0,'0'-53'0,"-26"53"0,-26-26 16,26 26-16,-53 0 15,26 0-15,1 26 16,-1 1-16,1 25 15,26 1-15,-1-1 16,27 1-16,0-27 16,53 26-16,-1-26 15,1-26-15,26 0 16,-1 0-16,-25 0 0,-1-26 16,1 0-1,-27 0-15,0 0 0,0-1 16,-26-25-16,27 26 15,-27-1-15,0 1 16,0 52 31,0 27-31,26-1-16,-26-25 15,26-1-15,-26 0 16,0 0-16,0 0 15,0-52 1,0 0 0,0-26-16,0-1 15,0 1-15,0 25 16,0-25-16,26 26 16,1 26-1,-1 0-15,26 0 16,-25 26-16,25 0 15,-26 27-15,1-27 16,-1 26-16,0-25 16,-26-1-16,26-26 0,-26 26 15,0-52 17,0-27-17,0 1-15,0-1 16,27 27-16,-27 0 15,26 26-15,0 0 32,0 0-32,27 52 15,-1-25-15,-26-1 0,27 26 16,-27-52-16,0 27 16,1-27-1,-1 0-15,0 0 16,-26-27-16,26-25 15,-26 26-15,0-27 16,0 27-16,0 0 16,0-1-1,0 54 32,0-1-47,0 53 16,0-27-16,0 27 0,0-1 15,0 1-15,0 0 16,0 0-16,0-27 16,0-26-16,0 1 15,-26-27 17,26-53-32,-26-26 15,0 1-15,-1-27 16,27 0-16,0 26 15,0 0-15,0 27 16,53-1-16,-1 27 16,1 26-16,-27 0 0,27 0 15,-27 0-15,0 0 16,0 26-16,1 1 16,-27-1-16,0 26 15,0-25-15,-27-1 16,-25 0-16,-1 27 15,1-27 1,-27-26-16</inkml:trace>
  <inkml:trace contextRef="#ctx0" brushRef="#br0" timeOffset="36063.14">19627 10181 0,'0'26'47,"0"27"-47,26 25 16,-26-25-16,0 25 15,0 1-15,0-26 16,0-27-16,0 0 0,0 0 15,0-78 17,0-1-17,26 1 1,1-1-16,25 27 0,1 0 16,-1 26-16,1 0 15,-1 0-15,27 26 16,-1 0-16,-25 27 15,-1-1-15,-25 1 0,-27-1 16,-27 1-16,-130 26 16,-53-1-16</inkml:trace>
  <inkml:trace contextRef="#ctx0" brushRef="#br0" timeOffset="36676">10732 9708 0,'0'79'47,"26"-26"-47,0 52 16,0-27-16,1 1 15,-1 0-15,0-27 16,-26 1-16,26-27 15,-26 0 1,0 0-16,-52-26 0,-27 0 16</inkml:trace>
  <inkml:trace contextRef="#ctx0" brushRef="#br0" timeOffset="36864.78">10102 9840 0,'-26'0'15,"26"-27"-15,26 1 32,53-26-32,52 25 15,0-25-15,-26 52 16,0-26-16,0 26 16,0 0-16,-26 0 0,-1 26 15,-25 26-15</inkml:trace>
  <inkml:trace contextRef="#ctx0" brushRef="#br0" timeOffset="37116.97">11624 10155 0,'-26'26'16,"130"-26"15,1-26-31,27 26 16,-1-27-16,0 1 15,-26 0-15,-26 26 16,-53 0-16,-52 0 31</inkml:trace>
  <inkml:trace contextRef="#ctx0" brushRef="#br0" timeOffset="37257.97">11781 10312 0,'-52'0'0,"25"0"0,27 26 15,79-26 1,26 0 0,26-26-16,27 0 15,-1 0-15,-26-1 16,1 1-16</inkml:trace>
  <inkml:trace contextRef="#ctx0" brushRef="#br0" timeOffset="38222.98">17423 9945 0,'-53'0'0,"1"0"16,-1 78-16,1 54 15,-27 51-15,53 1 16,26 26-16,0 0 0,0-27 15,26 1 1,0-26-16,1-1 0,-27-52 16,0 0-16,-27-26 15,-51-27-15</inkml:trace>
  <inkml:trace contextRef="#ctx0" brushRef="#br0" timeOffset="38564.29">16006 8344 0,'-26'-26'0,"-1"26"16,27-26-16,0 52 16,-26 26-16,26 79 15,-26 1-15,0 51 16,-1-25-16,27 25 15,-26-25-15,-26-1 16,25 1-16,1-27 16</inkml:trace>
  <inkml:trace contextRef="#ctx0" brushRef="#br0" timeOffset="38800.76">16294 10155 0,'-52'78'32,"26"1"-32,-27 52 15,-25-26-15,25 26 16,-26-26-16,1 0 0,-27 0 15,26 0-15,0-26 16</inkml:trace>
  <inkml:trace contextRef="#ctx0" brushRef="#br0" timeOffset="39671.64">14248 9918 0,'0'-26'31,"0"-26"-31,26-1 0,53-26 16,52-25-16,26-1 16,1 0-16,25-27 15,1 1-15,-26 26 16,-27 27-16,-53-1 0,-25 26 15</inkml:trace>
  <inkml:trace contextRef="#ctx0" brushRef="#br0" timeOffset="40079.31">20047 9708 0,'-27'0'16,"27"27"-16,53-27 31,26 0-16,-1-27-15,27 1 16,0 26-16,0-26 16,-26 26-1,-27 0-15</inkml:trace>
  <inkml:trace contextRef="#ctx0" brushRef="#br0" timeOffset="40221.1">20283 9813 0,'-26'27'15,"-1"-27"1,80 0 0,26 0-1,26 0-15,26-27 16,26 1-16,-52 0 16</inkml:trace>
  <inkml:trace contextRef="#ctx0" brushRef="#br0" timeOffset="40660.69">21883 9079 0,'-78'0'16,"25"-27"-1,1 27-15,-27 0 0,27 0 16,-1 53-16,1-1 15,25 1-15,1-1 16,26 27-16,0 0 16,0 0-16,53-1 0,25-25 15,-25-1 1,26-26-16,-27 1 0,27-27 16,-1 0-16,-25 0 15,26-27-15,-27 1 16,-26-26-16,1 26 15,-27-27-15,0 27 16,0 0-16,-27-1 16,1 27-1,-53 0-15,27 0 0,-1 0 16,-25 0-16,25 27 16,27 25-16,26-26 15,-26 27-15,26-1 0,0-26 16,52 1-16,1-1 15</inkml:trace>
  <inkml:trace contextRef="#ctx0" brushRef="#br0" timeOffset="41131.99">22513 8869 0,'-26'-26'0,"0"26"16,26 52 15,0 27-15,0 26-16,0-27 15,26 27-15,0 0 16,0-26-16,-26 0 15,0 0-15,0-53 16,0 0-16,0 0 16,0-78 15,0-27-31,0 27 16,0-27-16,27 0 15,-1 27-15,53-1 16,-27 27-16,27 0 15,-27 26-15,27 0 16,0 0-16,-1 26 16,1 26-16,-26 1 15,25 26-15,-51-27 16,-1 27-16,-26 0 16,0-1-16,-79-25 0,-26 25 15,0-25-15</inkml:trace>
  <inkml:trace contextRef="#ctx0" brushRef="#br0" timeOffset="42439.94">1758 8895 0,'-263'79'15,"53"-1"-15,27-25 16,51-27-16,80 0 16,26-26-16,26-52 15,105-53-15,105-52 16,78-27-16,80-26 16,25 26-16,27 1 0,-26-1 15,-27 53-15,-52 0 16,-79 52-1,-105 26-15,-105 53 0,-52 27 16,-131 78 0,-106 26-16,-51 26 0,-54 53 15,27-26-15,-26 26 16,26 0-16,26-27 16,52-25-16,80-53 15,78-53-15,157-78 16,211-105-16,130-53 15,158-78-15,131-27 16,27-52-16,-1 0 16,-52 0-16</inkml:trace>
</inkml:ink>
</file>

<file path=ppt/ink/ink1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1T09:10:40.144"/>
    </inkml:context>
    <inkml:brush xml:id="br0">
      <inkml:brushProperty name="width" value="0.05292" units="cm"/>
      <inkml:brushProperty name="height" value="0.05292" units="cm"/>
      <inkml:brushProperty name="color" value="#FF0000"/>
    </inkml:brush>
  </inkml:definitions>
  <inkml:trace contextRef="#ctx0" brushRef="#br0">9446 2939 0,'-26'0'16,"52"0"-1,53 0 1,52 0-16,0-27 16,0 1-16,0 26 0,-26-26 15,0 26-15,-26 0 16,-27 0-16,-25 0 15,-54 0 17,-51 0-32,-1 0 15,-26 26-15,26-26 16,-26 0-16,0 26 16,1-26-16,25 0 15,0 27-15,53-27 16,0 0-16,104 0 31,1 0-31,26 0 16,26 0-16,0 0 15,1 0-15,25 0 16,-26 0-16,0-27 16</inkml:trace>
  <inkml:trace contextRef="#ctx0" brushRef="#br0" timeOffset="895.22">13382 2807 0,'-79'0'0,"0"0"16,1 0-16,51 0 16,106 0 15,26 0-16,26 0-15,53 0 16,-27 0-16,27 0 16,26 0-16,-26 0 15,-27 0-15,-26 0 16,-52 0-16,-26 0 16,-27-26-16,-52 26 31</inkml:trace>
  <inkml:trace contextRef="#ctx0" brushRef="#br0" timeOffset="1147.2">13251 2807 0,'-27'0'15,"1"27"-15,0-27 16,78 0 15,27 0-31,52 0 0,53 0 16,26 0-1,0 0-15,26 0 0,-26 0 16,-26 0-16,-53 0 16,-53-27-16,1 27 15</inkml:trace>
  <inkml:trace contextRef="#ctx0" brushRef="#br0" timeOffset="3969.89">12332 4880 0,'-26'-52'0,"0"-1"15,26 1-15,0 26 16,0-1-16,0 80 47,0-1-31,-26 53-16,26-26 15,0 26-15,-27-26 16,27-1-16,0 1 15,0-26-15,0-1 16,0 1-16,0-27 16,0 0-16,0 0 15,27-26-15,-1 0 16</inkml:trace>
  <inkml:trace contextRef="#ctx0" brushRef="#br0" timeOffset="4787.1">12621 4828 0,'0'-26'15,"0"-1"1,0 54 31,0-1-47,0 53 15,26-1-15,-26 1 16,0 0-16,26-27 16,-26 27-16,0-27 15,27-25-15,-27-1 16,0 0-16,0 0 16,0-52 30,0 0-46,0-27 16,0 1-16,0 26 16,26-27-16,0 27 15,0 0-15,1 0 0,25 26 16,-26-27-16,1 27 16,-1 0-16,0 0 15,0 0-15,0 27 16,1 25-16,-1 0 15,0 1-15,0-27 16,-26 0-16,0 1 16,0-54 31,0 1-47,0-26 15,0-1-15,0 27 16,0 0-16,27 0 15,25-1-15,-26 27 16,1-26-16,-1 26 16,0 0-16,27 26 15,-27 1 1,0 25-16,0 0 16,1 1-16,-1-27 15,0 27-15,-26-27 16,0 0-16,0-52 47,0 0-32,0-27-15,0 1 16,0-1-16,0 27 16,0 0-16,26 0 15,27-1-15,-1 27 16,27 0-16</inkml:trace>
  <inkml:trace contextRef="#ctx0" brushRef="#br0" timeOffset="5133">14117 5248 0,'-27'0'0,"1"0"16,79 0-1,51 0 1,1 0-16,0 0 15,27 0-15,-1 0 16,0 0-16,-52 0 16,26 0-16,-27 0 15,1 0-15,0 0 16,-27 0-16,27 0 16,-26-27-16</inkml:trace>
  <inkml:trace contextRef="#ctx0" brushRef="#br0" timeOffset="5447.25">14982 5038 0,'27'26'32,"25"0"-32,27-26 15,0 27-15,-27-27 16,1 26-16,-1-26 15,1 0-15,-27 0 0,-26 26 63,-26 0-47,-1 0-16,-25 27 15,-1-27-15,27 27 16,-26-27-16,25 26 15,1 1-15,0-27 16,26 27-16</inkml:trace>
  <inkml:trace contextRef="#ctx0" brushRef="#br0" timeOffset="5981.72">16399 5143 0,'0'-26'15,"0"-1"-15,0 1 16,0 0-16,0 0 16,0-1-16,0 1 15,-26 26 1,-26 0-1,-27 0-15,0 0 0,1 26 0,25 27 16,27-27-16,0 27 16,26-1-16,0-26 15,0 27-15,78-27 16,-25-26-16,-1 0 16,27 0-16,-27 0 15,1 0-15,-1-26 16,1-27-16,-27 27 15,-26 0-15,26 0 0,-26-1 16,0 54 47,0 25-63,0 27 15,0-27-15,0 1 16,0 25-16,0-51 15,0 25-15,0 1 16,0-27-16,0 26 16,27-25-1,-1-27-15</inkml:trace>
  <inkml:trace contextRef="#ctx0" brushRef="#br0" timeOffset="6359">16767 5169 0,'0'-26'16,"0"0"0,0 78 31,0 0-32,-27 1 1,27-27-1,0 27-15,0-1 0,53-26 0,-27 1 16,27-1-16,-27 0 16,26-26-16,-25 0 31,-1 0-31,0 0 0,0-26 0,1 0 16,-1-27-1,-26 27 1,0-53-16,0 27 15,0-1-15,0 27 0,-26-26 16,-1 25 0,-25 27-16,-1 0 0,27 0 15,-26 0-15,-1 0 16,1 53-16</inkml:trace>
  <inkml:trace contextRef="#ctx0" brushRef="#br0" timeOffset="6689">17449 5090 0,'0'-26'15,"0"0"-15,0 0 16,0 78 46,0 1-62,-26 25 16,26-25-16,0 25 16,0-25-16,0-1 0,0 1 15,0-27 1,0 27-16,0-27 15,26-26 1</inkml:trace>
  <inkml:trace contextRef="#ctx0" brushRef="#br0" timeOffset="6940.26">17764 5300 0,'26'-26'0,"-26"0"15,26-1-15,-26 1 16,-26 26-1,0 0-15,-27 0 16,-25 26-16,25 1 16,1-1-16,25 0 15,27 0-15,0 27 16,0-27-16,27 0 16,51 27-16,1-27 15,-26-26-15,25 26 16,1-26-16,-26 27 15,-27-27-15,26 0 16</inkml:trace>
  <inkml:trace contextRef="#ctx0" brushRef="#br0" timeOffset="7569.63">18079 5274 0,'0'-26'15,"0"52"48,0 26-48,0-25-15,0 25 0,0 1 16,0-27 0,0 0-16,0 0 0,0-52 62,0 0-62,0-27 16,0 1-16,0 26 15,0-27-15,52 27 16,-26 0-16,1 26 16,-1 0-16,0 0 15,27 0-15,-27 0 16,0 26-16,0 0 0,27 27 15,-27-1-15,0 1 16,-26-27-16,0 26 16,0-25-16,0-1 15,0-52 32,0-1-31,0-25-16,0-27 15,0 27-15,53-1 0,-27 27 16,0-27 0,27 53-16,-1-26 0,-26 26 15,27 0-15,-27 0 16,27 26-16,-27 27 16,26-1-16,-25 1 15,-1-1-15,-26 1 16,0 26-16,0-27 15,0 1-15,-53-27 16,-25 26-16</inkml:trace>
  <inkml:trace contextRef="#ctx0" brushRef="#br0" timeOffset="16957.89">10495 498 0,'-26'-26'0,"0"26"0,0 0 15,-1 0 1,-25 53-16,0-1 16,25 1-16,-25-1 15,52 27-15,0-27 16,0 1-16,0-1 15,26 1-15,27-27 16,-1-26-16,0 26 16,1-26-16,-1 0 15,-25-26-15,-1 0 0,0-1 16,-26 1-16,0-26 16,0 25-16,0 1 15,-52 26 1,-1 0-16,1 0 0,-1 0 15,1 0-15,-1 26 16,27 1-16,0 25 16,26-26-16</inkml:trace>
  <inkml:trace contextRef="#ctx0" brushRef="#br0" timeOffset="17304.34">10837 630 0,'-53'-27'16,"27"27"-1,0 0 17,26 53-32,-27-1 15,27 1-15,0-27 16,0 26-16,0-25 15,0-1-15,0 0 0,27-26 16,-1 0-16,0 0 16,0-26-1,1 0-15,-27-27 16,0 1-16,0 26 16,0-27-16,-27 27 15,-25 0-15,26 26 16,-1 0-1,-25 0-15,26 0 0</inkml:trace>
  <inkml:trace contextRef="#ctx0" brushRef="#br0" timeOffset="18073.84">10994 656 0,'-26'0'16,"26"26"15,0 0-31,0 1 16,26-1-16,-26 0 16,0-52 30,-26 0-30,26-1-16,0 1 16,0 0-1,26 26-15,0 0 16,27 0 0,-27 0-16,0 26 15,0 0-15,1 27 16,-1-27-16,-26 0 15,0-52 32,0 0-47,0 0 16,0-1-16,26-25 16,-26 26-16,26 26 15,1-27-15,-1 27 31,0 27-15,27-1-16,-27 26 16,0-25-16,-26-1 0,26 0 15,-26 0 1,0 0-16,27-26 0,-27 27 16,26-27-1,-26-27 1,0-25-16,26 26 15,0-27-15,1 27 16,-27 0-16,26 26 16,-26 26 31,0 0-47,0 1 15,0-1-15,26 0 0,0 0 16,0 0-16,1-26 15,-1 0-15</inkml:trace>
  <inkml:trace contextRef="#ctx0" brushRef="#br0" timeOffset="18184.36">11702 525 0,'-26'-53'0,"-26"53"15,52-26-15,-26 0 16,52 26-16,0 0 15</inkml:trace>
  <inkml:trace contextRef="#ctx0" brushRef="#br0" timeOffset="18514">11781 656 0,'-26'0'0,"26"26"31,0 0-31,0 1 16,0-1-16,26-26 0,0 26 16,-26-52 31,-26 0-32,26-1 1,0 1-16,0 0 15,0 0-15,26 26 16,1-27-16,-1 27 16,26 0-16,-25 0 15,-1 27-15,26-1 16,-25 0-16,-1 0 16,-26 1-16,0-1 0,0 26 15,0-26-15,0 1 16</inkml:trace>
  <inkml:trace contextRef="#ctx0" brushRef="#br0" timeOffset="18749.71">12936 708 0,'-26'0'0,"26"-26"0,78 26 16,1 0-1,26 0-15,0 0 16,-26 0-16,-53 0 16,0 0-16</inkml:trace>
  <inkml:trace contextRef="#ctx0" brushRef="#br0" timeOffset="18878.12">12988 839 0,'-26'0'16,"52"27"-1,79-27-15,26 0 16,1 0-16</inkml:trace>
  <inkml:trace contextRef="#ctx0" brushRef="#br0" timeOffset="19268.24">14195 315 0,'0'-27'16,"-26"1"-16,-26 26 16,-1 0-16,-26 0 15,27 26-15,-1 27 0,1-27 16,26 27-16,26-1 15,0-26-15,0 27 16,0-27-16,52-26 16,-26 0-16,27 0 15,-27 0-15,0 0 16,1-26-16,-1 0 16,0-1-16,-26 1 15,0 0-15,0 0 16,26 52 15,-26 26-15,0 1-16,27-1 15,-1 1-15,-26-27 16,26 27-16,0-1 16,-26-26-16,0 0 15</inkml:trace>
  <inkml:trace contextRef="#ctx0" brushRef="#br0" timeOffset="19566.7">14326 446 0,'0'-26'0,"0"-1"0,-26 80 63,26-1-63,-26 1 15,26-1-15,0 1 16,0-27-16,26 0 16,0 1-16,27-1 15,-27-26-15,0 0 16,1-26 0,-1-27-16,-26 1 0,0-1 15,0 1-15,0 25 16,0-25-16,-26 26 15,-1-1-15,1 27 16,0 0-16,-27 0 16</inkml:trace>
  <inkml:trace contextRef="#ctx0" brushRef="#br0" timeOffset="20212.18">14930 367 0,'-26'0'15,"26"26"48,0 1-63,0-1 15,0 0-15,0 0 16,0-52 62,0 0-62,0 0-1,0-1 17,0 1-32,0 0 15,0 0 1,0-1-1,0 54 48,0 25-63,0 1 0,0-1 16,0 1-1,0-1-15,0 1 0,0-27 16,0 26-16,0-25 15,26-27 1,0 0 0</inkml:trace>
  <inkml:trace contextRef="#ctx0" brushRef="#br0" timeOffset="20889.52">15271 393 0,'-26'0'16,"-27"0"-16,1 0 15,-1 0-15,1 0 0,-1 27 16,27-1-16,0 0 16,26 0-16,0 1 15,0 25-15,26-26 16,27 1-16,25-27 16,1 0-16,0 0 15,-27 0-15,1 0 16,-1 0-16,-25-27 15,-1 1-15,0-26 16,0 25-16,-26 1 16,0 0-1,0 52 32,0 0-47,0 1 16,0-1-16,0 0 15,0 0 1,0-52 31,0 0-47,0 0 16,0-1-16,26 1 0,1 0 31,-1 52-16,0 0 1,-26 1 0,26-1-16,-26-52 62,0-1-62,27-25 0,25-1 16,1 27-1,-1 26-15,1 0 0,-1 0 16,1 0-16,-1 0 16,1 26-16,-1 1 15,-26 25-15,-26-26 16,-26 53-16,-79-26 31,-79-1-31</inkml:trace>
  <inkml:trace contextRef="#ctx0" brushRef="#br0" timeOffset="21565.41">10627 1548 0,'-27'0'0,"54"0"46,-1-26-46,0 26 0,27-27 16,-27 27-16,0 0 16,0 0-16,-26 27 15,0 25 1,0-26-16,-26 27 16,-26-1-16,-1-25 15,27-27-15,0 26 16,26 0-16,52 0 31,1-26-31,-1 27 16,1-1-16,-27-26 15,0 26-15,0-26 16,-26 26-16,-26 1 16,-26-27-1,-27 26-15,26-26 16,1 0-16,-1 0 15,1 0-15,26 0 16,26-26-16</inkml:trace>
  <inkml:trace contextRef="#ctx0" brushRef="#br0" timeOffset="21880.41">11204 1495 0,'-26'0'31,"-1"53"-15,27-27-16,-26 27 15,26-1-15,0-26 16,0 1-16,26-1 0,27 0 16,-1 0-16,-25-26 15,25 0-15,1 0 16,-27-52-1,-26 26-15,0-27 16,0 27-16,0-27 16,-26 27-16,-1-26 15,-25 25-15,26 27 16,-1 0-16,1 0 16,0 0-16</inkml:trace>
  <inkml:trace contextRef="#ctx0" brushRef="#br0" timeOffset="22588.95">11545 1469 0,'0'53'47,"0"-1"-32,26-26-15,1 27 16,-27-27-16,0 0 15,26-26 1,-26-52 15,-26 26-15,26-27-16,0 27 0,0 0 16,0-1-16,52 27 15,-26 0 1,0 0-16,27 27 15,-27-1-15,0 26 16,-26 1-16,27-27 16,-27 0-16,0 1 15,26-1-15,-26-52 32,0-27-17,0 1-15,0-1 16,26 27-16,-26-27 15,26 27 1,1 26 15,-1 26-31,0 27 16,27-1-16,-27 1 0,26-27 16,-25 0-16,-1 1 15,0-1 1,0-26-16,1 0 0,-1-26 15,0-1 1,-26 1-16,0-26 16,0 25-16,0-25 15,0 26-15,0-1 16,0 80 15,0-27-15,26 0-16,0 27 15,1-27-15,-1 0 16,0-26 0</inkml:trace>
  <inkml:trace contextRef="#ctx0" brushRef="#br0" timeOffset="22810.32">12306 1312 0,'-26'0'0,"0"0"16,78 0 15,-26 0-31,0 0 16,-26-26 15,0-1-31,-26 27 31,0 0-31</inkml:trace>
  <inkml:trace contextRef="#ctx0" brushRef="#br0" timeOffset="23193.57">12568 1469 0,'0'53'15,"0"-27"-15,0 26 16,0-25-16,0 25 16,0-26-1,0-52 32,0-26-31,0-1-16,0 1 15,0-1-15,27 27 16,25 0-16,-26 26 16,27-27-16,-27 27 15,0 0-15,1 0 16,-1 27-16,0-1 16,0 26-16,1-25 15,-27 25-15,0-26 16,0 27-16,0-27 15,0 0-15,0 1 16,0-1-16</inkml:trace>
  <inkml:trace contextRef="#ctx0" brushRef="#br0" timeOffset="23486.84">13592 1600 0,'-27'0'16,"54"0"15,25 0-31,1 0 16,-1 0-16,1 0 15,-1 0-15,-26 0 16,27 0-16,-27 0 16,0 0-1</inkml:trace>
  <inkml:trace contextRef="#ctx0" brushRef="#br0" timeOffset="23926.03">13618 1784 0,'0'26'16,"26"-26"15,53 0-15,-53 0-16,27 0 16,-1 0-16,-26 0 0,1 0 15,-1 0-15,0 0 16</inkml:trace>
  <inkml:trace contextRef="#ctx0" brushRef="#br0" timeOffset="24335.12">14746 1469 0,'0'-26'0,"0"-27"0,0 27 15,27 0-15,25 0 16,0 26-16,1 0 16,-27 0-16,0 0 15,1 26-15,-27 0 16,0 27-16,0-1 16,0 1-16,0-1 15,-27-26-15,1 1 16,0-1-16,0 0 15,26 0 1,0 1-16,0-1 0,0 0 0,0 0 16</inkml:trace>
  <inkml:trace contextRef="#ctx0" brushRef="#br0" timeOffset="24743.47">14877 2046 0,'0'27'31,"27"-27"-31,-1 0 16,0 0 15,-26-27-31,0 1 31,-26 26-15,0 0 15,26 26-31,0 1 16,0-1-16,0 0 0,26-26 16,0 0-16,0 0 15,1 0-15,-1 0 16,0 0-16,0-26 15,-26 0 1,0-1-16,0 1 16,-52 0-1,26 26-15,-27 0 16,1 0-16</inkml:trace>
  <inkml:trace contextRef="#ctx0" brushRef="#br0" timeOffset="25858.14">9892 1705 0,'-26'0'0,"-1"27"0,-25-27 16,26 0-16,-27 0 0,-25 0 16,25 0-16,-26 0 0,1 0 15,-1 0-15,26-27 16,1-25-16,26-1 15,-1-25-15,27-1 16,0 0-16,0 1 31,0-1-31,53 26 16,-1 1-16,27-1 16,-26 27-16,-27 0 15,0 26-15</inkml:trace>
  <inkml:trace contextRef="#ctx0" brushRef="#br0" timeOffset="26171.98">9236 892 0,'26'0'47,"0"0"-31,27 0-16,-1 0 16,1 0-16,-27 0 15,0 0-15,1 0 16,-1-26-16,0 26 15,-26 26 48,0 26-47,0 1-16,0-1 15,0 1-15,0-1 16,0-25-16,0 25 0,0-26 15</inkml:trace>
  <inkml:trace contextRef="#ctx0" brushRef="#br0" timeOffset="28912.31">9997 1994 0,'-26'0'0,"-1"-26"16,27 52 30,27 26-30,25-25-16,-26-1 0,1-26 31,-1-26-15,26-27-16,1-25 16,26-1-16,25-52 15,54 26-15,-1-27 16,27 1-16,-27 53 15</inkml:trace>
  <inkml:trace contextRef="#ctx0" brushRef="#br0" timeOffset="29760.82">14982 1102 0,'-26'0'0,"52"0"31,27-26-31,52-1 15,26 27-15,27-26 16,-27 26-16,26-26 16,-26 26-1,-26 0-15,-26 0 0</inkml:trace>
  <inkml:trace contextRef="#ctx0" brushRef="#br0" timeOffset="29935.18">15087 1128 0,'53'0'31,"78"0"-15,0 0-16,27-26 16,25 0-16,-25-1 15,-1 27-15,-26-26 16,1 0-1</inkml:trace>
  <inkml:trace contextRef="#ctx0" brushRef="#br0" timeOffset="31977.08">15770 6638 0,'-27'0'16,"27"-26"-16,0 52 31,0 27-31,0-1 15,0 1-15,27-27 16,25 27-16,-26-27 16,1 26-16,-1-25 15,0-27 1,-26 26-16,0-52 31,26-1-31,-26-25 16,0-1-16,27 1 0,-27-1 15,0 27-15,0 0 32,0 0-32,0 78 31,0 1-31,0-1 16,0 27-16,0 0 15,0-27-15,0 1 16,0-1-16,0 0 15,0 1-15,26-27 16,-26 0-16,0 1 16,26-1-16,0 0 0,1-26 15</inkml:trace>
  <inkml:trace contextRef="#ctx0" brushRef="#br0" timeOffset="32260.2">16662 6770 0,'-53'0'0,"27"0"16,105 0 30,26 0-46,0 0 16,0 0-16,-27 0 16,1 0-16,-26 0 15,-27 0-15,-105 0 32</inkml:trace>
  <inkml:trace contextRef="#ctx0" brushRef="#br0" timeOffset="32684.1">16557 6770 0,'0'26'32,"-26"0"-17,26 27-15,0-1 16,0 1-16,0-1 15,0 1-15,0-27 16,0 0-16,-27-26 0,27 26 16,0-52 31,0 0-47,53 0 15,-1-1-15,1 1 16,25 0-16,1 26 15,0-26-15,0 26 16,-1 0-16,-25 26 16,-1 0-16,1 27 15,-27-1-15,-26-26 16,0 27 0,-26-1-16,-53-26 0,-26 27 0,-26-27 15,52 0-15,-26 1 16,27-27-16,25 0 15</inkml:trace>
  <inkml:trace contextRef="#ctx0" brushRef="#br0" timeOffset="32920.28">17396 6822 0,'0'53'47,"-26"25"-32,26 1-15,0 0 16,0-27-16,0 27 16,0-27-16,0 1 15,0-27-15,0 0 16</inkml:trace>
  <inkml:trace contextRef="#ctx0" brushRef="#br0" timeOffset="33721.96">17659 6953 0,'0'-26'15,"-26"26"1,-27 0-1,1 0-15,25 26 16,-25 27-16,-1 26 16,53-27-16,0 0 15,0 1-15,27-1 16,25-25-16,1-1 0,25-26 16,-25 0-16,26 0 15,-1 0-15,-25-26 16,-1-27-16,-25 27 15,-1 0-15,0-27 16,-26 27-16,0 0 16,0 0-16,0-1 15,0 1-15,0 52 47,0 27-47,0-1 16,0 1-1,0-1-15,0 1 0,0-27 16,0 0 0,-26-52 15,0-27-15,-1 1-16,27-1 15,0 1-15,0 0 16,27 25-16,51-25 15,-25 52-15,25-26 16,1 26-16,-53 0 0,27 26 16,-27 0-16,0 27 15,1-1-15,-27 27 16,0-27-16,0 1 16,0-1-16,0-26 15,0-52 32,0-26-47,0-1 16,0-26-16,0 27 15,0 0-15,52-1 16,-26 27-16,27 26 16,-27 0-16,0 0 0,27 0 15,-27 26-15,26 27 16,-25-1-16,-1-26 15,0 27-15,-26-1 16,0 1-16,0-1 16,0 1-16,-26-1 15,-27-26-15</inkml:trace>
  <inkml:trace contextRef="#ctx0" brushRef="#br0" timeOffset="34067.97">14326 8003 0,'-393'0'0,"-1"0"16,53 26-16,53-26 15,51 26-15,106-26 0,79 27 16,52-1-16,210 0 16,183 0-16,184 1 15,211-27-15,130 0 16,53 0-16,26 0 16,-52 0-16,-53 0 15,-131-27 1,-158 1-16,-130 0 0,-185 0 15,-130 26-15,-106-27 16,-104 1-16,-132 0 0</inkml:trace>
  <inkml:trace contextRef="#ctx0" brushRef="#br0" timeOffset="37736.22">15848 8974 0,'-26'-53'0,"26"27"0,0 0 15,-26 26 79,26 26-78,0 0-16,0 27 0,-26-1 15,26 1-15,0 25 16,0-25-16,-27-1 16,27 1-16,0-1 15,-26-25-15,26 25 16,0-26-16,0 1 16,-26-1-1,26 0-15,0 0 16</inkml:trace>
  <inkml:trace contextRef="#ctx0" brushRef="#br0" timeOffset="39044.29">16163 9026 0,'-26'0'16,"52"0"46,0-26-62,1 26 16,25 0-16,27-26 15,-27 26 1,1 0-16,-1 0 0,-25 0 16,-1 0-16,0 0 15,-26 26-15,0 0 16,0 0-16,-26 27 15,-27-27-15,1 27 0,-27-27 16,27 26-16,25-25 16,1-1-16,0 0 15,26 0-15,0 1 16,26-1 0,27-26-16,-1 26 15,27-26-15,-27 0 16,27 0-16,-26 26 15,-1-26 1,-26 0-16,0 27 0,-26-1 31,-52-26-15,0 26-16,-53-26 0,52 26 16,-26-26-16,53 0 15,0 0 1,0 0-16</inkml:trace>
  <inkml:trace contextRef="#ctx0" brushRef="#br0" timeOffset="39279.8">17213 8895 0,'0'-26'31,"79"26"-15,-1-26-16,27 26 15,-26 0 1,-27 0 0,-25 0-1,-106 0 1</inkml:trace>
  <inkml:trace contextRef="#ctx0" brushRef="#br0" timeOffset="39725.94">17055 8895 0,'-26'26'31,"0"1"-31,26 25 16,0-26-16,0 27 15,0-27-15,0 26 16,0-25-16,0-1 16,0 0-1,26-52 48,0 0-48,27-1-15,-1 1 16,1 0-16,-1 26 16,1 0-16,25 0 15,-25 0-15,26 0 16,-27 0-16,1 26 16,-27 27-16,-26-27 15,0 0-15,0 27 0,0-27 16,-26 0-16,-53 0 15,-26 27-15,26-27 16,1-26-16,-1 26 16,0-26-16,27 27 15,25-27-15</inkml:trace>
  <inkml:trace contextRef="#ctx0" brushRef="#br0" timeOffset="39987.53">17843 8921 0,'0'-26'0,"0"0"15,0 0 1,0 52 15,26 0-31,-26 27 16,0 25-16,0-25 15,0-1-15,0 1 16,0-1-16,0 1 0,0-27 16,0 26-1,0-25-15</inkml:trace>
  <inkml:trace contextRef="#ctx0" brushRef="#br0" timeOffset="40757.99">18289 9026 0,'0'-26'0,"-53"0"16,27 26-16,-27 0 15,27 0-15,-53 0 16,27 0-16,0 26 16,-1 0-16,27 0 15,26 27-15,0-1 0,0 1 16,52-1-16,1-25 15,25-1-15,27 0 16,-26-26-16,-26 0 16,25 0-16,-25-26 15,-1 0-15,-25-27 16,-1 1-16,0 25 16,0 1-16,-26-26 15,0 25-15,0 54 47,0 25-31,0 1-1,0-27-15,0 0 0,0 0 16,0 1-16,-26-27 31,0 0-15,0-27-1,26-25-15,0-1 16,0 27-16,0-26 16,52 25-16,27 1 0,-27 26 15,1 0-15,-1 0 16,1 0-16,-1 0 16,-26 26-16,1 27 15,-27-27-15,0 0 16,0-52 46,0 0-62,26-27 16,0 1-16,27 26 0,-1 0 16,-26-1-1,1 27-15,-1 0 0,0 0 16,0 0-16,1 27 15,25 25-15,0 0 16,-25-25-16,-1-1 16,-26 26-16,0-25 15,0 25-15,-105 1 16,-52-1-16,-80 1 16</inkml:trace>
  <inkml:trace contextRef="#ctx0" brushRef="#br0" timeOffset="41354.85">10810 8895 0,'0'26'47,"0"53"-47,27 0 16,-27-1-16,26 1 16,0 0-16,-26 0 15,26-27-15,-26 1 0,27-1 16,-27-26-16,26 27 15,0-27-15,-26 0 16,26 0-16</inkml:trace>
  <inkml:trace contextRef="#ctx0" brushRef="#br0" timeOffset="41719.37">11624 9446 0,'26'0'47,"-26"-26"-31,26 26 0,-26-26-16,26 26 15,-26 26 32,-26-26-31,0 26-16,0-26 15,52 0 79</inkml:trace>
  <inkml:trace contextRef="#ctx0" brushRef="#br0" timeOffset="41936.01">12044 9157 0,'78'0'31,"27"-26"-31,26 26 16,1-26-16,-27 26 15,-53 0-15,-26 0 16,-131 0-1,0 0 1</inkml:trace>
  <inkml:trace contextRef="#ctx0" brushRef="#br0" timeOffset="42391.25">12017 9131 0,'0'26'47,"0"1"-47,0-1 16,0 53-16,0-27 15,0 1-15,0-1 16,0 1-16,0-1 0,0-26 16,0 1-1,0-54 32,0 1-31,27-26-16,-27 25 15,26 1-15,0 0 16,0 26-16,27-26 16,-27 26-16,27-27 15,-1 27-15,0 0 16,1 27-16,-1-1 15,1 0-15,-27 27 0,-26-1 16,0-26-16,0 27 16,0-27-16,-79 0 15,27 0-15,-53 1 16,26-1-16,27 0 16,-27-26-16,27 0 15,25 0-15</inkml:trace>
  <inkml:trace contextRef="#ctx0" brushRef="#br0" timeOffset="43159.62">12883 8895 0,'0'-26'16,"0"78"31,27 27-47,-27-27 15,26 53-15,-26-26 16,26 0-16,-26 0 16,26-27-16,-26 1 0,0-27 15,0 0-15,0-78 63,0-1-63,0 1 15,0-1-15,0 1 16,26 25-16,1 1 16,-1 0-16,0 26 15,0 0 1,1 0-16,25 0 15,1 52-15,-1-25 0,-26 25 16,1 1-16,-1-27 16,-26 0-16,0 0 15,0-52 32,0 0-31,-26 0-16,26-27 15,0 27-15,0 0 16,0-1-16,26 27 16,0-26-16,27 26 15,-27 0-15,26 0 16,-26 26-16,1 1 0,-1 25 16,0 1-16,-26-27 15,0 26-15,0-25 16,0-1-16,0-52 62,26-27-62,-26 1 16,0-1-16,27 1 16,-1-1-16,-26 27 0,26 0 15,0 26 1,1 0-16,-1 0 15</inkml:trace>
  <inkml:trace contextRef="#ctx0" brushRef="#br0" timeOffset="43437.93">13985 9210 0,'27'0'0,"-27"-26"15,0-1-15,-27 27 63,1 27-63,0 25 15,26-26-15,0 27 16,0-1-16,52-25 0,1 25 16,-27-26-16,27 1 15,-53-1-15,-53-26 47,1 0-47,-53 0 16,26 0-16,0 0 15</inkml:trace>
  <inkml:trace contextRef="#ctx0" brushRef="#br0" timeOffset="43738.55">14641 9210 0,'-26'0'15,"52"0"1,27 0 0,52 0-16,0 0 0,0-26 15,-27 26-15,-25 0 16,-27 0-16,0 0 15</inkml:trace>
  <inkml:trace contextRef="#ctx0" brushRef="#br0" timeOffset="44024.72">14982 8974 0,'0'-26'0,"-26"26"0,52 26 32,1 0-17,25 0-15,1 0 16,-1 1-16,1-1 16,-27 0-1,0-26-15,0 26 16,1-26-16,-27 27 47,-27-1-32,-25 26-15,-53 1 16,52-1-16,-25 27 16,-27 0-16,0 0 15,0-27-15</inkml:trace>
  <inkml:trace contextRef="#ctx0" brushRef="#br0" timeOffset="48848.18">1626 3910 0,'-105'0'0,"27"26"16,52-26-16,104 0 31,53 0-15,27 0-16,52 0 15,0 0-15,26-26 16,0-1-16,-52 1 15,-1 0-15,-78 26 16,-26-26-16,-26 26 16,-80 0-1</inkml:trace>
  <inkml:trace contextRef="#ctx0" brushRef="#br0" timeOffset="49048.93">1285 4277 0,'-26'0'16,"52"0"-1,53 0-15,52 0 16,53 0-16,26-26 16,52-1-16,1-25 15,25-27-15,1 27 0,-53-1 16,-26 1-16,-53 26 15,-78-1-15</inkml:trace>
  <inkml:trace contextRef="#ctx0" brushRef="#br0" timeOffset="52668.24">13461 3778 0,'-79'-26'15,"0"26"-15,27 0 16,25 0-16,54 0 31,78 0-15,52 0-16,27 0 15,26 0-15,26 0 16,-26 0-16,-27 0 16,1 0-16,-27 0 15,-25 26-15,-1-26 16</inkml:trace>
  <inkml:trace contextRef="#ctx0" brushRef="#br0" timeOffset="53847.66">15980 3831 0,'-132'0'16,"1"26"-16,52-26 15,53 0-15,0 0 16,26 26-16,52-26 16,80 27-16,25-1 15,1-26-15,51 0 16,1 0-16,0 0 16,26 0-16,-26 0 15,-26 0-15,0 0 16,-1-26-16,-51 26 15,-1-27-15,-26 1 16,-27 0-16,-25 0 16,-1 26-16,1-27 0,-27 1 15,0-26-15,1 25 16,-1-25-16,0 26 16,-26-27-16,26 1 15,-26-1-15,0 1 16,0-1-16,-26-25 15,-26 25-15,-1-26 16,-26 27-16,-26-1 16,27 1-16,-27-1 15,26 27-15,0-26 16,1 25-16,25 1 16,-26 0-16,1 0 15,-1 26-15,-26-27 0,0 27 16,26 0-16,-26-26 15,0 26-15,0 0 16,27 0-16,-1 0 16,-26 0-16,26 0 15,1 0-15,-1 0 16,26 0-16,1 26 16,-1-26-16,1 27 15,0-1-15,-1 0 16,-26 0-16,27 27 15,-1-1-15,-25 1 0,25-1 16,1 1-16,25-1 16,-25 1-16,26-1 15,-1 27-15,1-53 16,26 27-16,0-1 16,0 1-16,0-1 15,0-26-15,26 1 16,27 25-16,-1-26 15,53 1-15,0-1 16,0 0-16,27-26 0,25 26 16,-26-26-16,0 0 15</inkml:trace>
  <inkml:trace contextRef="#ctx0" brushRef="#br0" timeOffset="55661.29">8003 11913 0,'-105'-79'0,"0"26"16,26 1-16,27-1 0,25 27 16,27 79-1,-26 25 1,26 80-16,0-1 15,0 1-15,0 25 16,0-25-16,0-27 16,0 0-16,0 0 15,0-26-15,0 27 16,0-27-16,0-27 16,0 1-16,0-27 15,0-25-15</inkml:trace>
  <inkml:trace contextRef="#ctx0" brushRef="#br0" timeOffset="56119.39">7425 12910 0,'-26'0'0,"0"0"15,131 0 16,26 0-15,79 0-16,79 26 16,26-26-16,104 0 15,27 0-15,105 0 16,79 0-16,52 0 16,53 0-16,79 0 15,51 0-15,54 26 16,26-26-16,52 26 15,0 1-15,-26-27 16,-53 0-16,-105 0 16,-52 0-16,-105 0 15,-78 0-15,-80 0 0,-104-27 16,-79 1-16,-53 26 16,-52-26-16,-53 0 15,1 26-15,-53-27 16,0 1-16,-27 26 15,1 0-15,0-26 16,-27 26 0,-25 0-16,-1 0 15</inkml:trace>
  <inkml:trace contextRef="#ctx0" brushRef="#br0" timeOffset="56386.7">24219 12254 0,'0'-27'0,"0"54"47,0 51-31,0 1-16,0 52 0,0-26 0,0 27 15,0-1-15,-26 26 16,-1-26-16,27 1 16,-26-1-16,26-26 15,-26 0-15,0-27 16,-27 1 0,-26-26-16</inkml:trace>
  <inkml:trace contextRef="#ctx0" brushRef="#br0" timeOffset="57093.93">13985 13854 0,'-52'-26'16,"26"0"-16,26-27 0,0 27 15,78-26-15,1 25 32,26 1-32,-26 0 0,-1 0 0,-25 26 31,-1 0-31,1 0 16,-27 52-1,-26-26-15,0 27 16,-52 26-16,-27-27 15,26 1-15,-25-1 16,-1 27-16,53-53 0,0 26 16,26 1-16,0-1 15,26 1-15,52-27 16,27 0-16,-26 1 16,-26-1-16,-27-26 15,-131 0 16,-26 0-31,0 0 16,-1 0-16,27 26 16,27-26-16,25 0 0</inkml:trace>
  <inkml:trace contextRef="#ctx0" brushRef="#br0" timeOffset="57313.63">14668 13776 0,'0'-27'0,"0"1"16,0 0-16,0 52 31,0 27-31,0-1 16,26 27-1,-26 0-15,0-1 0,0 1 16,0-27-16,26 27 15,-26-26-15,0-27 16,26-26-16</inkml:trace>
  <inkml:trace contextRef="#ctx0" brushRef="#br0" timeOffset="57644.01">15166 13802 0,'-52'-26'15,"25"26"-15,1 0 16,0 52 0,0 27-16,26 0 15,0-1 1,0-25-16,0 25 0,0-25 16,0-1-16,52-52 15,-26 27-15,27-27 16,-1 0-16,1-27 15,-1-25-15,1-27 16,-1 0-16,-52 27 16,0-27-16,0 1 15,-52 51-15,26 1 0,-27 0 16,27 26-16,0 0 16,-1 0-16,-25 26 15</inkml:trace>
  <inkml:trace contextRef="#ctx0" brushRef="#br0" timeOffset="57864.31">15717 13776 0,'-26'-27'16,"0"27"-16,26 53 46,0-1-46,0 1 16,0 26-16,0-27 16,0 27-16,0-27 15,-27 1-15,27-1 16,0-26-16</inkml:trace>
  <inkml:trace contextRef="#ctx0" brushRef="#br0" timeOffset="58617.48">16058 13854 0,'-52'-26'0,"-1"0"15,27 26 1,-26 0-16,25 0 0,-25 0 16,-1 26-16,27 0 15,-26 27-15,-1 26 16,27-27-16,0 0 15,26 1-15,0-1 16,52-25-16,1-1 0,25-26 16,27 0-16,-26 0 15,0-26-15,0-1 16,-27-25-16,0-1 16,-25 1-16,-1 0 15,0 25-15,-26 1 16,0 0-16,0 52 47,0 0-32,0 27-15,0-1 16,0-26-16,0 1 16,0-80 30,0 1-46,0-1 16,0 1-16,0 26 16,53-1-16,-1 27 15,-26-26-15,27 26 16,-27 0-16,27 26 16,-27 1-16,0-1 15,0 26-15,-26-25 16,0-1-1,0-79 17,0 27-17,0-53 1,27 53-16,25-26 0,0-1 16,27 53-16,-26-26 15,-1 26-15,1 0 16,-27 26-16,26 27 15,-25-27-15,-1 26 16,-26-25-16,0 25 16,-26 1-16,-53-1 0,0-26 15,0 0 1,-26 1-16</inkml:trace>
  <inkml:trace contextRef="#ctx0" brushRef="#br0" timeOffset="59434.15">14117 11939 0,'-53'-79'0,"27"53"16,0-27-1,-1 27-15,1 26 16,26 79-1,0 52 1,0 27-16,0 25 16,0 1-16,0 26 15,0-27-15,0 1 16,-26-26-16,26-1 16,0-26-16,0-26 15,0 0-15,-26-26 16,-1-27-16,1-25 0</inkml:trace>
  <inkml:trace contextRef="#ctx0" brushRef="#br0" timeOffset="59936.95">10286 11755 0,'-27'-26'0,"27"52"47,0 53-47,0 0 16,0-1-16,0 1 16,0 0-16,0-27 15,0 27-15,0-27 16,0 1-16,0-27 15,0 0-15</inkml:trace>
  <inkml:trace contextRef="#ctx0" brushRef="#br0" timeOffset="60235.85">10837 12123 0,'-27'0'0,"1"0"15,26 26 64,0 0-64,-26-26 1,-27 0-16,27 0 15,0-26-15,0 26 16,26-26-16,0-1 16,0 1-16,52 26 15,1 0-15,-1 0 16,1 26-16</inkml:trace>
  <inkml:trace contextRef="#ctx0" brushRef="#br0" timeOffset="60550">11545 11781 0,'-52'-26'15,"-1"26"-15,1 0 16,25 0-16,-25 26 16,52 1-16,-26-1 15,26 26-15,0 1 16,0-27-16,52 27 0,1-27 15,-1 26-15,1-25 16,-1-1-16,1 0 16,-27 0-16,-26 0 15,-26-26 1,-53 27 0,-26-27-16,0 0 15,0 26-15,0-26 16,26 0-16,27 0 15</inkml:trace>
  <inkml:trace contextRef="#ctx0" brushRef="#br0" timeOffset="60707.22">11309 11781 0,'0'-26'16,"26"0"-1,27 26-15,52 0 16,0 0-16,-1 0 15,28 0-15,-27 0 16,0 0-16,-27 0 16,-25 0-16</inkml:trace>
  <inkml:trace contextRef="#ctx0" brushRef="#br0" timeOffset="61954.39">9079 13539 0,'0'-26'16,"0"-26"-16,0-1 16,0 27-16,0 0 15,0 52 17,0 27-32,0 25 15,0 1-15,0 0 16,0-27-16,0 27 15,26-27-15,0 1 16,26-1-16,1 1 0,-1-27 16,1-26-16</inkml:trace>
  <inkml:trace contextRef="#ctx0" brushRef="#br0" timeOffset="62427.33">9708 13671 0,'-52'0'0,"52"-27"0,0 1 16,0 0 0,26 26-16,27-26 15,25-1-15,1 27 16,-27-26-16,1 26 15,-1 0-15,-25 0 16,-27 53 0,0-27-16,-27 26 15,-51 1-15,51-27 16,-25 27-16,26-27 0,-1-26 16,27 26-16,0 0 15,0 1 1,27-1-1,51 0-15,1-26 0,-26 26 16,-1 27-16,1-53 16,-53 26-16,-53 0 31,-26-26-15,-26 26-16,27-26 15,-1 0-15,53 0 16,0 0-16,-1-26 15,27 0-15</inkml:trace>
  <inkml:trace contextRef="#ctx0" brushRef="#br0" timeOffset="62616.27">10390 13697 0,'-26'-26'16,"0"26"-16,78 0 31,1-27-31,26 27 0,-27 0 16,-26 0-1,1 0-15</inkml:trace>
  <inkml:trace contextRef="#ctx0" brushRef="#br0" timeOffset="63008.78">10286 13644 0,'0'27'31,"0"25"-31,0-26 0,0 27 16,0-1-16,0 1 16,0-27-16,0 27 15,0-27-15,0 0 16,26-78 46,0 25-62,0-25 16,27 26-16,-1-1 16,1 1-16,-1 0 15,1 26-15,-1 0 0,-26 0 16,27 0-16,-27 52 15,0-25-15,1 25 16,-27 1-16,0-1 16,-53 0-16,1-25 15,-53 25-15,26 1 16,-26-27-16,52-26 16,-25 0-16</inkml:trace>
  <inkml:trace contextRef="#ctx0" brushRef="#br0" timeOffset="63245.12">10994 13618 0,'0'-26'0,"26"78"47,-26-25-47,26 25 15,1 27-15,-1-53 16,0 27-16,-26-1 0,0 1 16,0-1-1,0-26-15,0 0 0,0 1 16</inkml:trace>
  <inkml:trace contextRef="#ctx0" brushRef="#br0" timeOffset="64314.94">11388 13697 0,'-79'0'0,"26"0"15,27 0-15,-26 0 16,25 26-16,1 0 16,0 27-16,26-1 15,0 1-15,0-27 0,52 0 16,1 1-16,-27-27 15,27 0-15,-27 0 16,26 0 0,1 0-16,-1-53 0,-25 27 15,-1-27-15,-26 27 16,26 0-16,-26 0 16,0-1-16,0 1 15,0 52 16,0 27-15,26-27-16,-26 27 31,0-27-31,0 0 0,0 0 0,0-78 47,0-1-31,0 27-16,0-26 15,0-1-15,27 27 16,-1 0-16,0 26 16,26 0-16,-25 0 0,-1 26 15,26 0-15,-25 27 32,-1-1-32,0-26 15,-26 1-15,0-1 16,0-52 31,0-27-32,0-26-15,26 27 16,1 26-16,-1-1 0,0 27 16,0 0-16,27 0 15,-1 27-15,-25-1 16,51 26-16,-25 1 15,-27-27-15,26 0 16,-25 1-16,-27-1 16,26-26-16,0 0 15,27-26-15,-27-1 16,26-51-16,1-1 16,-53 0-16,0-26 15,0 0-15,-53 0 0,-52 0 16,-78 27-1,-1-1-15,-78 26 0,-1 1 16,-52 26-16,-26-1 16,26 27-16,-26 0 15,0 53-15,0 26 16,26 26-16,0 78 16,53 1-16,26 26 15,78 0-15,53-27 16,105 27-16,0-26 15,158-26-15,52-27 16,78 0-16,1-26 0,52-26 16,0-27-16,0-26 15,53-26-15,0-52 16,25-53-16,1-26 16,-52-53-16,-80 0 15,-104-52-15,-79-26 16,-105-1-16,-131 1 15,-132 52-15,-104 79 16,-53 26-16</inkml:trace>
  <inkml:trace contextRef="#ctx0" brushRef="#br0" timeOffset="69292.48">2676 10574 0,'-26'0'16,"26"-26"-16,0 0 16,0-27-16,0 27 15,79-26-15,-1 25 16,27-25-16,0 26 15,0 26-15,-26 0 16,-53 0-16,0 26 16,-26 0-16,0 53 15,0 0 1,-52-27-16,-27 1 0,27-1 0,25 1 16,1-27-16,26 0 15,0 0-15,0 1 16,53-1-16,52 0 15,-27 26-15,1-25 16,-26-1-16,-27-26 16,-26 26-1,-26-26-15,-53 26 0,0 1 16,-26-1-16,26-26 16,27 0-16,26 0 15,-1 0-15</inkml:trace>
  <inkml:trace contextRef="#ctx0" brushRef="#br0" timeOffset="69495.23">3647 10338 0,'0'-52'16,"0"26"-16,0 52 46,0 52-46,0-25 16,26-1-16,27 27 16,-27 0-16,0-27 15,0 27-15,1-26 16,25-27-16</inkml:trace>
  <inkml:trace contextRef="#ctx0" brushRef="#br0" timeOffset="69809.19">4277 10338 0,'-53'-26'0,"27"0"0,0 0 31,-1 26-31,1 0 0,26 52 16,0 0-16,0 1 15,0 26-15,0-27 16,53 1-16,-1-1 15,1 1-15,25-27 16,-25-26 0,26 0-16,-27 0 0,1-53 15,-1 27-15,0-53 16,-25 27-16,-27-27 0,0 0 16,0 27-16,-27-27 15,-25 53-15,-27 0 16,1 26-16,-1 26 15,-26 27-15,0 25 16</inkml:trace>
  <inkml:trace contextRef="#ctx0" brushRef="#br0" timeOffset="70044.83">3096 11467 0,'-26'0'0,"26"26"31,26 26-31,26 1 16,-25-1-16,25 27 16,-26-27-16,1 27 15,-1 0-15,0 0 16,-26-27-16</inkml:trace>
  <inkml:trace contextRef="#ctx0" brushRef="#br0" timeOffset="70469.8">3883 11519 0,'-26'-26'16,"26"0"-16,0-1 16,0 1-16,26 26 0,53-26 15,-1 0-15,1-1 16,0 27-16,0 0 15,-53 0-15,26 0 16,-52 27-16,0 25 16,0 1-16,-26-27 15,0 26-15,0-26 16,26 1-16,0-1 16,0 0-16,0 0 15,26 1-15,26-1 16,-25 0-16,-1-26 0,-26 26 31,-53 1-31,1-1 16,-27 0-16,27-26 15,-1 0-15</inkml:trace>
  <inkml:trace contextRef="#ctx0" brushRef="#br0" timeOffset="70674.08">4592 11362 0,'0'-27'0,"26"1"16,79-26-16,0 25 16,0 1-16,-27 26 15,-51 0-15,-1 0 16,-52 0-1</inkml:trace>
  <inkml:trace contextRef="#ctx0" brushRef="#br0" timeOffset="71020">4592 11309 0,'-27'0'0,"1"26"16,0-26-16,0 53 15,-1-27-15,27 27 16,0-27-16,0 26 15,0 1-15,27-27 16,-1 0-16,-26 0 16,0 1-16,26-27 15,0-27 17,-26 1-32,27-26 0,25 25 15,0-25 1,1 26-16,26 0 0,-1 26 15,1 0-15,-26 0 16,25 0-16,-25 0 16,-1 26-16,-25 0 15,-27 26-15,0-25 16,0 25-16,-79 1 16,-26-1-16,-26 27 15,-1-53-15</inkml:trace>
  <inkml:trace contextRef="#ctx0" brushRef="#br0" timeOffset="71271.74">2335 12674 0,'-105'26'15,"52"0"-15,185-26 16,104-26-1,79-53-15,105-26 16,26 0-16,26 0 16,26-26-16,-25 26 0,-80 26 15,-78 1-15,-105 25 16,-105 27-16,-52 26 16,-132 0-1,-52 26-15</inkml:trace>
  <inkml:trace contextRef="#ctx0" brushRef="#br0" timeOffset="75347.42">4355 14195 0,'0'-52'0,"0"26"15,-26 52 32,0 26-47,-27 1 16,1 26-16,52-27 15,-26 1-15,26-1 16,0-26-16,0 27 16,52-53-16,1 26 15,-1-26-15,1 0 16,-1 0-16,1 0 0,-1-26 16,-26 0-16,-26-1 15,0 1-15,0 0 16,0 0-16,-52-1 15,-1 27-15,1 0 16,-1 0-16,1 0 16,26 0-16,26 27 15,-27-1-15,27 0 16</inkml:trace>
  <inkml:trace contextRef="#ctx0" brushRef="#br0" timeOffset="75567.58">4854 14222 0,'-26'0'0,"26"-27"16,0 1 0,52 26-1,1-26-15,-1 26 16,1 0-16,-27 0 0,26 0 15,-25 0-15</inkml:trace>
  <inkml:trace contextRef="#ctx0" brushRef="#br0" timeOffset="75960.38">4775 14169 0,'-26'0'15,"26"26"1,0 1 0,0-1-16,0 0 15,0 27-15,0-27 0,0 0 16,0 0-16,0 1 16,26-27-16,0 0 62,1 0-62,-1-27 16,26 1-16,-25 26 15,25-26-15,1 26 16,-1-26-16,-26 26 0,1 0 16,-1 0-1,-26 26-15,26 26 0,-26-25 16,0 25-16,0-26 15,-52 1-15,-1-1 16,1 0-16,-27 0 16,26 1-16</inkml:trace>
  <inkml:trace contextRef="#ctx0" brushRef="#br0" timeOffset="78241.38">3831 15298 0,'-53'0'0,"27"0"16,0-27-16,26-25 16,26 26-1,0-1-15,53 1 16,-53 0-16,53 0 15,-53 26-15,26 0 16,-25 0-16,-1 0 16,-26 26-16,0 26 15,0 1-15,0-27 16,0 27-16,-53-27 16,27 0-16,0 0 15,0-26-15,0 26 0,52-26 47,52 0-47,27 0 16,-26-26-16,26 0 15,-26 0-15,0 0 16,-27-27-16</inkml:trace>
  <inkml:trace contextRef="#ctx0" brushRef="#br0" timeOffset="78445.69">4513 15035 0,'-26'0'16,"26"26"31,0 27-47,0-1 15,26 1-15,0-27 16,0 0-16,27 27 15,-27-53-15,26 0 16</inkml:trace>
  <inkml:trace contextRef="#ctx0" brushRef="#br0" timeOffset="78712.85">4880 15009 0,'-26'0'0,"0"26"16,26 0-1,0 27-15,0-27 16,0 0-16,26 1 16,0-1-16,0-26 15,27 0-15,-27 0 16,27 0 0,-27 0-16,0-53 0,0 27 0,-26 0 15,0-27-15,0 27 16,0 0-16,-26 0 15,-26-1-15,25 27 16,-51 27-16,-1-1 16</inkml:trace>
  <inkml:trace contextRef="#ctx0" brushRef="#br0" timeOffset="78932.98">3516 15770 0,'-53'26'0,"132"-26"16,78 0-1,80-26-15,77-53 16,28 0-16,25-26 16,0 0-16,1 27 15,-80-1 1,-52 0-16,-78 53 15</inkml:trace>
  <inkml:trace contextRef="#ctx0" brushRef="#br0" timeOffset="81648.03">3936 15140 0,'0'-26'16,"-27"0"0,27-1-16,0 1 15,-26 26 1,26 26 15,0 1-15,0 25-16,0 27 15,0-53-15,0 27 16,26-1-16,1 0 16,-1 1-16,0 26 15,26-27-15,-25 1 0</inkml:trace>
  <inkml:trace contextRef="#ctx0" brushRef="#br0" timeOffset="82644.91">19260 13539 0,'0'-26'0,"0"0"15,0 78 48,0 1-48,0-1-15,0-25 16,0-1-16,26 26 16,0-25-16,-26-1 15,26 26-15,0-25 16,-26 25-16,53-26 16,-27 1-16,0-27 15</inkml:trace>
  <inkml:trace contextRef="#ctx0" brushRef="#br0" timeOffset="82943.73">19758 13513 0,'0'-26'0,"0"-26"15,26 52-15,27-27 16,26 1-16,-1 26 15,-52 0-15,27 0 16,-27 26-16,0 1 0,-26 25 16,27 0-1,-27 1-15,0-27 0,26 27 16,-26-27-16,0 26 16,0-25-16,0-1 15,26 0-15,-26 0 16,26 1-16,1-1 15,-27 0-15,26-26 16</inkml:trace>
  <inkml:trace contextRef="#ctx0" brushRef="#br0" timeOffset="83289.84">20598 13487 0,'0'-26'0,"-27"0"15,1 26 1,0 26 0,0 0-16,0 0 15,26 0-15,0 1 16,0-1-16,52 0 16,0 0-16,27 1 15,-26-1-15,25-26 0,1 26 16,-53 0-1,27-26-15,-27 27 0,-26-1 16,0 0 0,0 0-16,-79 1 15,27-1 1,-27 0-16,27-26 0,-1 26 16,27-26-16,0 0 15,26-26 1</inkml:trace>
  <inkml:trace contextRef="#ctx0" brushRef="#br0" timeOffset="83525.74">20467 13461 0,'0'-26'31,"78"-1"-31,27 1 16,0 26-16,-26-52 15,26 25-15,-53 27 16,1-26-16,-27 26 16,-52 0 15,-27 26-31,27 1 16,-26-1-16</inkml:trace>
  <inkml:trace contextRef="#ctx0" brushRef="#br0" timeOffset="85441.76">19181 13592 0,'0'-26'0,"0"-1"16,0 1-16,0 0 16,-26 26-1,26 52 48,0 27-63,0 0 0,26 0 15,0-27-15,0 27 16,1 0-16,-1-27 16,-26-26-16,0 0 15,0 1 1,26-27-16,-26-53 47,0 1-47,-26-27 15,0-26-15,-1 26 16,1-26-16,0 53 16,26-27-16,-26 53 15,26 0-15,0 52 47,0 53-31,26-1-16,26 1 15,-25 0-15,25 0 16,-26-1-16,0-25 16,-26-1-16,27 1 0,-27-27 15,0 0 1,-27-105 31,1 1-47,-26-1 15,26 0-15,-27-26 16,27 53-16,26-1 16,0 27-16,0 0 15,0 52 16,0 27-15,26 25-16,27 1 16,-27 0-16,26 0 0,-26-27 15,1 27-15,-1-27 16,-26-26-16,0 27 16,0-27-1,26-26 1,0 0-1,1-26 1</inkml:trace>
  <inkml:trace contextRef="#ctx0" brushRef="#br0" timeOffset="85977.62">19653 13592 0,'0'-26'47,"26"-1"-31,27 1-16,-1 0 15,1 26-15,26-26 0,-27 26 16,0-26-16,-25 26 16,-1 0-16,0 0 15,0 0-15,1 26 47,-27 0-31,26 26-16,-26-25 15,26-1 1,-26 0-16,0 0 0,0 1 16,26-1-16,-26 26 15,0-25-15</inkml:trace>
  <inkml:trace contextRef="#ctx0" brushRef="#br0" timeOffset="86496.3">21332 13408 0,'-26'-26'0,"26"0"16,0 0-16,-26-1 15,26 1 1,0 79 47,0-1-63,0 1 15,0 25-15,0-25 16,0-1-16,26 1 15,-26-27 1,0 0-16,0 27 0,26-27 16,-26 0-1,27-26 1</inkml:trace>
  <inkml:trace contextRef="#ctx0" brushRef="#br0" timeOffset="86763.43">21674 13408 0,'-27'0'31,"-51"0"-31,-1 53 31,0-27-31,0 26 0,27 1 0,26-27 16,-1 0-16,27 1 15,0-1-15,53-26 16,26 26-16,52-26 16,0 0-16,-26 0 15,26 0 1,-52 0-16,0 0 0,-27 0 0,-26-26 16</inkml:trace>
  <inkml:trace contextRef="#ctx0" brushRef="#br0" timeOffset="87392.68">22015 13382 0,'-27'0'0,"27"26"47,0 27-31,0-1-16,0-26 15,0 27-15,0-27 16,27 0-16,-27 1 0,0-1 16,0-52 31,0-27-47,0 1 15,0-1-15,0 27 16,0-26-16,0 25 15,26 27-15,0-26 16,0 26-16,1 0 16,25 0-16,-26 26 0,1 1 15,25-1 1,-26 26-16,1 1 0,-27-27 16,0 26-16,0-25 15,0-54 48,-27 1-63,27-26 15,0-1-15,0-25 16,0 25-16,27 27 16,-1-27-16,26 53 15,-25-26-15,-1 26 0,0 0 16,0 0-16,27 26 15,-27 27-15,26-1 16,-25 1-16,-1-1 16,0 1-16,0-27 15,-26 26-15,0-25 16,0-1-16,0 0 16,0 0-16,0 1 15,-52-27-15</inkml:trace>
  <inkml:trace contextRef="#ctx0" brushRef="#br0" timeOffset="87833.49">19233 14799 0,'-105'0'0,"27"0"16,51 0-1,132 0 1,53 0-1,78-53-15,53 27 16,78-52-16,53 25 16,26-26-16,0 1 15,-26-1-15,-27 0 16,-52 27-16,-78-1 16,-27 1-16,-52 25 0,-27 1 15,-78 0 1,-27 0-16,-25 26 0,-54 0 31,-51 0-15,-27 26-16,-27 0 15</inkml:trace>
  <inkml:trace contextRef="#ctx0" brushRef="#br0" timeOffset="89411.17">23248 1784 0,'0'-26'0,"0"0"0,-26-1 16,-27 1-16,-26 0 15,-25 26-15,-28 0 16,1 52-16,-53 1 16,27 26-16,0 26 0,25-1 15,27 54 1,0-27-16,79 27 0,26-1 15,0-26-15,53 0 16,52-26-16,26-26 16,26 0-16,1-27 15,52-52-15,0 0 16,-1 0-16,1-52 16,0-27-16,-26 0 15,-53-26-15,-26-26 16,-26 26-16,-53-52 15,-26-1-15,0-25 16,-79 25-16,-26 1 0,0 26 16,-52 26-1,26 26-15,-27 26 0,-25 27 16,-1 26-16,0 26 16,-26 27-16,1 26 15,-1 26-15,26 0 16,27 26-16,-1 26 15,53 1-15,26-1 16,53 27-16,26-27 16,26-26-16,106 1 15,25-27-15,53-27 16,52-25-16,1-1 0,25-52 16,1 0-16,-27-26 15,-52-26-15,0-27 16,-26-26-16,-53-26 15,-26-1-15,-79-51 16,1-1-16,-27-26 16,-79 0-16,-52 27 15,-27 25-15,-25 53 16,-1 0-16,-52 79 16,26 0-16,-53 26 0,27 52 15,26 27 1,0 26-16</inkml:trace>
  <inkml:trace contextRef="#ctx0" brushRef="#br0" timeOffset="90947.93">20545 15429 0,'-52'0'0,"26"0"0,26-27 47,52 1-32,27 0-15,-1 0 16,1 0-16,-26-1 16,-1 27-16,-26 0 15,1 0-15,-1 0 16,0 0-16,27 27 15,-1 25-15,1 0 0,-1 1 16,-26-1-16,0 1 16,1-27-1,-1 0-15,0 27 16,-26-27-16,26 0 0,1 1 16,-1-27 15,-26 26-16</inkml:trace>
  <inkml:trace contextRef="#ctx0" brushRef="#br0" timeOffset="91151.51">20781 15665 0,'-26'0'0,"0"0"16,78-26 31,53 26-32,0-27-15,27 1 16,-1 0-16,0-27 0,-26 27 16,0 0-1,-53 26-15,1-26 16</inkml:trace>
  <inkml:trace contextRef="#ctx0" brushRef="#br0" timeOffset="91574.7">21883 15166 0,'0'-26'15,"0"52"32,-26 27-47,26-1 16,0 1-1,0-27-15,0 26 0,0-25 16,0-1-16,26 0 16,27 0-16,-27-26 15,0 0-15,27 0 16,-27 0-16,0 0 15,27-26 1,-1 0-16,-25 0 0,-27-27 16,26 1-16,-26-1 15,0 27-15,-26-26 16,-27-1-16,1 27 0,-1 26 16,27-26-16,-27 26 15,27 0 16,26 26-31,0 0 0,0 0 16</inkml:trace>
  <inkml:trace contextRef="#ctx0" brushRef="#br0" timeOffset="91842.02">22461 14956 0,'0'-26'15,"0"79"64,26 25-79,0-25 0,-26 26 31,26-27-31,1-26 0,-27 27 0,0-27 15,0 0-15,26 0 0,0-26 16</inkml:trace>
  <inkml:trace contextRef="#ctx0" brushRef="#br0" timeOffset="93145.9">22959 14956 0,'-26'-26'0,"-26"26"16,25 0-16,-25 0 16,-1 0-16,1 0 15,-1 26-15,1 27 0,26-27 16,26 27-16,0-27 16,0 26-16,0-25 15,26-1-15,26 0 16,27 0-16,-26-26 15,25 0-15,-25 0 16,-1 0-16,-25-26 16,25 0-16,0 0 15,-25-27-15,-1 27 16,0-27-16,-26 27 16,0 0-16,0 0 15,0 78 48,0-26-48,0 27-15,0-27 16,0 0-16,0 1 16,26-27-16,-26-27 46,0 1-30,0-26-16,0-1 16,0 27-16,0-27 15,27 27-15,-1 26 16,0-26-16,0 26 16,1 0-16,-1 0 15,0 0-15,0 26 16,1 0-1,25 1-15,-26 25 16,-26-26-16,27 1 16,-27-1-1,0-52 17,0-1-17,0-25-15,0 26 16,0-27-16,26 27 15,-26 0 1,26 26 0,0 26-1,27 0 1,-1 0-16,-26 1 16,27-1-16,-1 0 15,-25-26-15,25 0 16,-26 0-16,1 0 0,25 0 15,-26-26-15,1 0 16,-1-27-16,-26 1 16,0 25-16,0 1 15,0 0-15,0 0 16,0 52 46,0 26-62,0 1 0,0-1 16,26 1-16,27-1 16,-27 1-1,26-1-15,-25 1 0,-1-27 16,0 0-16,0 1 16,0-1-16,-26-52 62,-52-53-62,26 0 16,-27 0-16,27 1 15,0-1-15,26 26 16,0 1-16,0-1 0,0 27 16,26 0-1,0 26-15,1 0 16,-1 0-16,0 0 31,0 52-31,-26-25 16,0 25-16,0-26 15,-26 27-15,0-1 16,-27-25-16,1-1 16,-1 0-16,27-26 15</inkml:trace>
  <inkml:trace contextRef="#ctx0" brushRef="#br0" timeOffset="93617.07">24717 14195 0,'0'-26'15,"0"79"32,0-1-47,0 27 16,0 0-16,0-27 15,0 1-15,0-1 16,0 1-16,27-27 16,-27 0-16,26-26 15,0 0 16,0 0-31,1-52 16,-1-1-16,0 27 16,0 0-16,-26-1 15,27 27-15,25 0 16,-26 27 0,53-1-16,-27 0 15,1 0-15,-1 1 16,1-27-16,-27 0 15,0 0-15,1 0 16,25 0-16,-26-27 16,27-25-16,-27-1 15,0 1-15,-26-27 16,0 27-16</inkml:trace>
  <inkml:trace contextRef="#ctx0" brushRef="#br0" timeOffset="96211.16">22356 14799 0,'26'-53'0,"27"1"15,-27 26-15,-79 78 32,-52 53-32,-52 53 15,-79 52 1,0-1-16,-27 1 0,27 0 15,26 0-15,26-26 16,27-27-16,52-52 16,53-26-16</inkml:trace>
  <inkml:trace contextRef="#ctx0" brushRef="#br0" timeOffset="96714.19">21569 12910 0,'-105'26'15,"-53"26"1,-52 80-16,-26 25 0,-26 27 15,-53 26-15,0-27 16,-26 27-16,-26 0 16,52-26-16</inkml:trace>
  <inkml:trace contextRef="#ctx0" brushRef="#br0" timeOffset="99431.15">19758 12070 0,'-26'0'0,"0"0"16,-1 0-16,1 0 16,0 0-16,0 0 0,-1 0 15,1 0 1,0 0-16,0 0 16,-1-26-1,27 0 1,0-1-16,0 1 15,0 0 1,27 26-16,-1-26 16,0 26-16,0 0 15,1 0-15,25 0 16,-26 26-16,27 26 16,-27 1-16,0-1 15,-26 1-15,0-1 16,0 1-16,0-1 15,-52-26-15,-1 1 16,1-1-16,-27 0 16,27 0-16,-1-26 15,27 0-15,0 0 16,-1 0 0,27-26-16,0-26 15,0 25-15,0-25 0,27 26 16,-1-1-1,0 27 17,0 27-32,53-1 15,26 26-15,-26-25 16,26-1-16,0 0 16,-53-26-16,1 26 15,-27-26-15,26 0 0</inkml:trace>
  <inkml:trace contextRef="#ctx0" brushRef="#br0" timeOffset="99808.04">20545 12175 0,'-26'0'0,"0"0"109,26 26-93,-26-26-16,-1 26 15,1 1-15,0-27 16,0 0 0,-1 0-1,27-27 1,0 1 15,0 0-31,27 26 16,-1 0-1,-26 26-15</inkml:trace>
  <inkml:trace contextRef="#ctx0" brushRef="#br0" timeOffset="100233.55">20886 11939 0,'-26'-26'0,"0"-1"15,26 54 48,-26-1-63,26 0 16,0 0-16,0 1 31,0-1-31,26-26 0,26 26 15,1 0 1,26-26-16,-1 27 0,1-27 0,-27 0 16,1 26-16,-1-26 15,-25 26-15,-27 0 16,-27 0 31,-25-26-47,-27 27 15,1-1-15,-27-26 16,52 0-16,-26 26 16,53-26-16,-26 0 15,25 0-15</inkml:trace>
  <inkml:trace contextRef="#ctx0" brushRef="#br0" timeOffset="100485.31">20939 11886 0,'0'-26'16,"52"26"31,53-26-47,0 0 16,0-1-16,-26 1 15,-27 0-15,1 26 0,-53-26 16,-26 52 46,-1-26-46</inkml:trace>
  <inkml:trace contextRef="#ctx0" brushRef="#br0" timeOffset="101364.71">21779 11519 0,'0'-52'0,"0"-1"15,0 27-15,0 0 16,0-1-16,0 1 15,-27 26 1,1 0 0,-26 53-1,25 25-15,1 27 0,26 0 16,0-26-16,0 0 16,0-1-16,0-25 15,26-1-15,1 1 16,-27-27-1,0-52 17,0 0-17,0-1-15,0-25 16,26-1-16,0 1 16,0 26-16,27-1 0,-1 1 15,-26 26-15,27 0 16,-1 0-16,-25 0 15,25 26-15,-26 1 16,1 25-16,-1 1 16,0-27-1,-26 26-15,0-25 0,0-54 63,-26-25-48,26-1-15,0 27 0,0-26 16,0 25-16,52 1 16,-25 0-16,25 26 15,1 0-15,-27 0 16,26 0-16,-25 26 16,-1 0-16,0 27 15,-26-27-15,0 27 16,0-27-16,0 0 15,0-52 48,0 0-63,0-1 16,0-25-16,0 26 15,0-1-15,26 1 16,0 26-16,1-26 15,-1 26-15</inkml:trace>
  <inkml:trace contextRef="#ctx0" brushRef="#br0" timeOffset="102405.44">23090 11650 0,'0'-26'0,"27"0"16,-27-1-16,0 1 0,0 0 15,-27 26 1,-25 0-16,-27 0 16,27 0-1,-1 26-15,27 27 0,0-27 16,26 0-16,0 27 15,52-1-15,1-26 16,26 27-16,-1-27 16,-25 27-16,-1-53 0,-52 26 15,26 0-15,-26 0 32,-26-26-17,-53 0-15,1 0 0,25 0 16,-25 0-1,25 0-15,27 0 0,0-26 16,26 0-16,0 0 16,78-27-1,1 1-15,26-1 0,0 1 0,-26-27 16,26 26-16,-27-25 16,-25 25-16,-1-25 15,1-1-15,-27 0 16,-26-26-16,0 0 15,0 26 1,-52 1-16,-27-1 0,-52 0 16,-27 27-16,-25 26 15,-54-27-15,-51 27 16,-1 0-16,-52-1 16,-26 27-16,-27 0 15,27 27-15,-27 25 16,27 53-1,-1 26-15,54 53 0,25 26 0,53 0 16,52 26 0,27-26-16,78 0 0,79-27 31,0-25-31,105-1 16,79-25-16,78-27 15,53-27-15,78-25 16,53-27-16,27-26 0,25-26 15,27-53-15,52-26 16,-26-26-16,0-27 16,-26-25-16,-79-53 15,-131-27-15,-157-25 16,-158-1-16,-132 53 16,-235 26-16,-158 79 15,-78 78-15,-53 1 16</inkml:trace>
  <inkml:trace contextRef="#ctx0" brushRef="#br0" timeOffset="112085.62">11834 11125 0,'0'-78'16,"-27"25"-16,-51 1 15,-27 25-15,0 1 16,-79 0-16,-26 26 16,-26 52-16,-53 53 15,1 0-15,25 27 16,1 25-16,26 0 16,26 27-16,52 26 15,54-26-15,51 26 0,53-53 16,105 1-16,105-1 15,52-52-15,27-26 16,78-1-16,27-78 16,-1 0-16,27-26 15,0-79-15,-26 0 16,-53-52-16,-52-1 16,-80-52-16,-104-26 15,-78 0-15,-54-53 16,-156 27-16,-132 52 0,-79 79 15,-78 52 1,-27 79-16,-25 105 0</inkml:trace>
  <inkml:trace contextRef="#ctx0" brushRef="#br0" timeOffset="115609.68">12883 11676 0,'-131'0'16,"52"-26"-16,53 0 15,26-53-15,131 1 0,105-27 16,106-27-16,130-25 16,105-1-16,105 27 15,79 0-15,27 52 16,-28 53-16,-51 26 16,-106 53-16,-104 25 15,-79 27-15,-105-26 16,-79 0-16,-52-27 15,-79-26-15,-53 1 16,0-27-16,1 26 16,-27-26-16,0 26 0,1-26 15,-1 0 1,-26 26-16</inkml:trace>
  <inkml:trace contextRef="#ctx0" brushRef="#br0" timeOffset="116861.05">865 9210 0,'-157'52'0,"78"-25"16,79-1-16,132-79 16,77-25-1,80-80-15,78-25 16,27-27-16,0 26 15,-1 0-15,-25 1 16,-54 51-16,-51 1 16,-79 52-16,-80 53 15,-261 79 1,-105 52-16</inkml:trace>
  <inkml:trace contextRef="#ctx0" brushRef="#br0" timeOffset="117032.7">1102 9026 0,'-263'158'0,"106"-53"16,52-53-16,105 1 16,79-53-16,104-27 15,106-51-15,104-106 16,106-26-16,52-26 16,0-27-16,0 27 15,-79 0-15,-104 0 16,-132 26-16</inkml:trace>
</inkml:ink>
</file>

<file path=ppt/ink/ink1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1T09:19:22.960"/>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FF0000"/>
    </inkml:brush>
    <inkml:brush xml:id="br2">
      <inkml:brushProperty name="width" value="0.05292" units="cm"/>
      <inkml:brushProperty name="height" value="0.05292" units="cm"/>
      <inkml:brushProperty name="color" value="#C00000"/>
    </inkml:brush>
  </inkml:definitions>
  <inkml:trace contextRef="#ctx0" brushRef="#br0">11099 5012 0,'26'-27'32,"27"1"-32,52 26 15,-27-26 1,1 26-16,-26 0 0,-1 0 15,-26 0 1,-26 26-16,0 27 16,-52-27-16,-27 26 15,0 1-15,1-27 16,-1 26-16,0-25 16,53-1-16,26 0 15,26 0 1,53 1-1,0-1-15,26 0 16,-53 0-16,27 1 0,-53-1 16,0 0-1,-26 0-15,0 1 0,-26-1 16,-53-26-16,27 0 16,-27 0-16,0 0 15,27 0-15,-1 0 16,27-26-16,26-1 15,0 1-15,0-26 16</inkml:trace>
  <inkml:trace contextRef="#ctx0" brushRef="#br0" timeOffset="314.61">11965 5090 0,'0'-26'15,"-26"26"32,-1 26-31,1 27-16,0-1 15,26 27-15,0-27 16,0 1-16,0-27 16,26 27-16,0-53 15,27 26-15,-1-26 0,-25 0 16,25 0-1,-26-26-15,1-1 0,-27-25 16,0-1-16,0 1 16,-27-1-16,-25 27 15,26 0-15,-1 0 16,-25 26-16,26 0 16,-1 0-16,1 26 15</inkml:trace>
  <inkml:trace contextRef="#ctx0" brushRef="#br0" timeOffset="582.19">12700 5090 0,'-53'-26'0,"27"0"15,26 0 1,0 78 31,0-26-47,26 27 15,-26-1-15,26 1 0,1-1 16,-27 1-16,0-1 16,0 1-16,0-1 15,-27-26-15</inkml:trace>
  <inkml:trace contextRef="#ctx0" brushRef="#br0" timeOffset="849.38">12988 5169 0,'0'-26'0,"-26"26"16,0 0-1,0 0-15,-27 0 16,1 0-16,-27 26 15,26 0-15,1 0 16,26 27-16,26-27 16,0 0-16,0 1 15,26-1-15,53 0 16,-1-26-16,1 26 16,-26-26-16,25 0 15,-25 0-15,-1 0 0,-26 0 16</inkml:trace>
  <inkml:trace contextRef="#ctx0" brushRef="#br0" timeOffset="1416.35">13224 5274 0,'0'-26'0,"-26"-1"16,26 54 46,0 25-46,0-26-16,26 1 0,-26-1 16,0 0-16,0 0 15,0 1 1,0-54 0,-26 1-1,0-26-15,26 25 16,0-25-16,0-1 15,0 27-15,0 0 16,0 0-16,26 26 16,0 0-16,1 0 15,-1 0-15,26 26 0,-25 0 32,25 27-32,-26-27 0,1 26 0,-1-25 15,-26-1-15,0 0 16,0-52 15,0 0-15,0-27-1,0 1-15,0 25 0,0 1 16,0 0-16,26 0 16,0 26-1,27 0 1,-27 26-16,26 0 15,-25 0-15,-1 27 16,-26-27-16,26 27 16,-26-1-1,0-26-15</inkml:trace>
  <inkml:trace contextRef="#ctx0" brushRef="#br0" timeOffset="1700.29">14117 5195 0,'-27'-26'0,"1"0"16,0 0-16,0-1 15,26 54 32,0 25-31,0 27-16,0-27 15,26 53-15,0-52 16,0 25-16,-26 1 16,27 0-16,-27-27 0,26 1 15,-26-27-15,0 0 16,0 0-16,-26-26 16,-27 0-1,27-52-15</inkml:trace>
  <inkml:trace contextRef="#ctx0" brushRef="#br0" timeOffset="1873.3">13880 5379 0,'0'-53'16,"0"1"-16,27-1 15,51 27-15,27 0 16,-26 26-16,26 0 0,-53 0 16,1 0-16,-1 26 15,-52 0-15,0 27 16,0-27-16,-78 27 15,-27-1-15,0 1 16,0-27-16</inkml:trace>
  <inkml:trace contextRef="#ctx0" brushRef="#br0" timeOffset="2329.42">14641 4854 0,'-26'-26'0,"26"0"15,0 52 32,0 26-31,0 1-16,0 26 15,0-1-15,0 1 16,-26 0-16,26-27 0,-26 1 16,26-27-16,0 0 15,0-52 17,0-27-17,0 1-15,52-1 16,1 27-16,-27-26 15,26 52-15,1-26 16,-1 26-16,1 0 16,-1 26-16,1 26 0,-27 1 15,0-1-15,0 1 16,-26-1-16,0 1 16,0-1-16,-26 1 15</inkml:trace>
  <inkml:trace contextRef="#ctx0" brushRef="#br0" timeOffset="4860.04">16111 5274 0,'-53'0'0,"1"0"15,26 0-15,-1 0 16,27 26-16,27-26 47,51 26-47,27 1 16,26-27-16,53 26 15,0-26-15,26 0 0,26 0 16,-26 0-16,0 0 15,-27-26-15,-25 26 16,-53-27-16,-27 27 16,-51 0-16,-1-26 15,-52 26 48,-1 26-48</inkml:trace>
  <inkml:trace contextRef="#ctx0" brushRef="#br0" timeOffset="5253.51">17816 5169 0,'-26'0'0,"0"0"16,52 26 31,27 27-32,-1-27-15,1 0 0,25-26 16,-52 26-16,1-26 16,-1 0-16,0 0 31,-26 27 47,-26-1-78,-27 0 16,1 27-16,-27-1 15,27 1-15,-27-1 16,0 27-16,1-27 15,-1 1-15</inkml:trace>
  <inkml:trace contextRef="#ctx0" brushRef="#br0" timeOffset="6422.48">21280 3647 0,'-79'-26'0,"1"0"16,-1-1-16,0 1 15,0 26-15,27 0 16,-1 0-16,1 26 15,26 1-15,26 25 16,0 1-16,0-27 16,0 26-16,26-25 15,26-1-15,27-26 16,-26 0-16,25 0 16,1 0-16,-26-26 15,-1-1-15,-26 1 0,-26-26 16,0 25-16,0 1 15,0 0-15,0 0 16,0 52 47,0 26-48,0 1-15,0 26 16,0-27-16,26 27 0,-26-1 15,0-25 1,0-1-16,0 1 0,0-1 16,0-25-16</inkml:trace>
  <inkml:trace contextRef="#ctx0" brushRef="#br0" timeOffset="6767.96">21700 3700 0,'26'0'78,"-26"-27"-62,26 1-1,1 26-15,-1 0 16,0-26-16,0 26 16,-52 0 46,26 26 1</inkml:trace>
  <inkml:trace contextRef="#ctx0" brushRef="#br0" timeOffset="7160.98">21805 4172 0,'26'0'16,"-26"26"78,0-52 0,0 0-79,26 26 1,-26 26 46,-26-26-62</inkml:trace>
  <inkml:trace contextRef="#ctx0" brushRef="#br0" timeOffset="7837.58">22592 3726 0,'-26'-26'16,"-1"26"-16,27-27 15,-26 27-15,0 0 16,0 0-16,0 0 15,-1 27-15,-25-1 16,26 0 0,-1 0-16,27 27 0,0-1 15,0-25-15,0 25 16,53-26-16,-27 0 16,27 1-16,-27-1 15,0-26-15,26 0 16,-52-53-1,0 27-15,0-26 16,0-1-16,0 1 16,0-1-16,0 27 0,0-26 15,0 25-15,0 1 16,27 26-16,25 0 16,1 0-16,-1 0 15,1 0 1,-27 0-16,0 0 0,0 26 15,-26 27-15,0-1 16,0 1-16,0-27 16,0 27-16,0-1 15,0-26-15,27 27 0,-1-27 16,26-26 0,1 26-16,-1-26 0,27 0 15,-27-26-15,-25-27 16,25 27-16,-52-52 15,26 25-15,-26-26 16,0 27-16,-26-1 16,0 1-16,-27 26 15,-25-1 1,-1 1-16,0 26 0,-26 0 16,0 26-16,0 1 0</inkml:trace>
  <inkml:trace contextRef="#ctx0" brushRef="#br0" timeOffset="8324.14">19994 4723 0,'-157'0'15,"52"26"-15,52-26 0,106 0 16,131 0-16,104 0 16,79 0-1,53 0-15,26-26 16,0 0-16,27-1 15,-53 1-15,-53-26 16,-78 25-16,-79 1 16,-79 0-16,-79 0 15,-26 26-15,-26-26 16,-52 26-16,-27 0 16,-52 0-16,0 0 15</inkml:trace>
  <inkml:trace contextRef="#ctx0" brushRef="#br0" timeOffset="10619.12">22330 2414 0,'-53'0'0,"-26"0"16,27 0-16,26 26 15,-1-26-15,54 0 47,51 0-47,27 0 16,0 26-16,26-26 0,-26 0 16,0 0-16,0 0 15,0 0-15,-52 0 16,-27 0-16,0 0 15,-52 0 17,-26 0-17,-27 0-15,26 0 16,-52 0 0,27 0-16,-1 0 0,0 0 15,27 0-15,-1 0 0,27 0 16,79 0 31,51 27-47,1-27 15,0 0-15,0 0 16,0 0-16,-26 0 16,0 0-16,-27-27 15,-26 27-15</inkml:trace>
  <inkml:trace contextRef="#ctx0" brushRef="#br0" timeOffset="15733.53">18866 5458 0,'0'-27'16,"26"1"-16,-26 0 16,0 0-16,0-1 15,0 1-15,-26 0 16,-27 0-16,-25 26 15,-27 0-15,0 0 16,0 0-16,26 0 16,53 26-16,0 0 15,-1 27-15,27-27 0,0 26 16,0-25 0,27-1-16,25-26 0,1 26 15,-1-26-15,1 0 16,-1 0-16,1 0 15,-27-26-15,26 0 16,-26-1-16,1 1 16,-1 0-16,-26 0 15,26 26-15,-26-27 16,0 80 46,0-1-46,0 1-16,0 26 16,26-27-16,-26 1 15,27-27-15,-27 0 16,26 0-16,-26 1 16,0-1 15</inkml:trace>
  <inkml:trace contextRef="#ctx0" brushRef="#br0" timeOffset="16127.22">19469 5405 0,'0'-26'47,"27"26"15,-1 0-62,0 26 16,-26 0-1,0-52 64,0 52-17</inkml:trace>
  <inkml:trace contextRef="#ctx0" brushRef="#br0" timeOffset="16456.55">19443 5904 0,'26'0'15,"27"0"1,-1-27-16,-25 27 16,-27 27 31,-27-27-47,-25 26 0,-1-26 15,27 0-15,0 0 16,0 0-1,26-26 1,0-1 15,26 27-31,26 0 16,-25 0-16,25 0 0,1 0 16</inkml:trace>
  <inkml:trace contextRef="#ctx0" brushRef="#br0" timeOffset="16724.09">20152 5405 0,'0'-26'0,"26"0"15,-26 52 32,0 0-31,0 27-16,0-1 15,0-26-15,26 27 16,0-1-16,1 1 16,-1-27-16,-26 27 15,0-1-15,0-26 16,0 0-16</inkml:trace>
  <inkml:trace contextRef="#ctx0" brushRef="#br0" timeOffset="17085.57">20703 5405 0,'0'-26'0,"0"52"62,-27 27-62,1-1 16,26 1-16,0-1 15,0 1-15,0-1 0,26 1 16,1-27-16,-1-26 16,26 0-16,-25 0 15,25 0-15,1 0 16,-1-53-16,-26 1 15,1-1-15,-1 1 16,-26-1 0,0 1-16,0-1 0,-53 27 15,1 0-15,26 0 16,-27 26-16,1 0 0,-1 0 16,-26 26-16,27 0 15</inkml:trace>
  <inkml:trace contextRef="#ctx0" brushRef="#br0" timeOffset="18015.84">11440 6927 0,'-26'-26'15,"26"0"-15,-26 26 47,-1 52-31,-25 27-16,-27 0 15,27-1-15,-1 1 16,-26 0-16,53-27 16,26 1-16,0-27 15,0 0-15,26 0 16,53-26-16,26 0 16,26 0-16,1 0 15,-1 0-15,0-26 16,-52 0-16,-1 26 15,-25-26-15,-53-1 0,0 1 32</inkml:trace>
  <inkml:trace contextRef="#ctx0" brushRef="#br0" timeOffset="18251.93">11624 7111 0,'0'-26'16,"0"-1"-16,0 54 47,0 25-32,0 0-15,0 1 16,0-1-16,26 1 16,-26-27-16,26 27 15,0-1-15,-26 1 16,0-27-16,27 0 15,-27 27-15,0-27 16,26-26-16</inkml:trace>
  <inkml:trace contextRef="#ctx0" brushRef="#br0" timeOffset="18630.11">12096 7163 0,'0'-26'16,"0"52"46,0 27-46,-26-1-16,26 1 16,0-1-16,0-26 15,0 27-15,52-27 0,-25-26 16,25 26-16,1-26 15,-1 0-15,0 0 16,-25-26 0,-1 0-16,0-27 15,0 27-15,-26-26 0,0-1 16,-26 1-16,0 25 16,-27 1-16,27 26 15,0 0-15,-26 0 16,25 0-16,-25 53 15,26-1-15</inkml:trace>
  <inkml:trace contextRef="#ctx0" brushRef="#br0" timeOffset="18850.49">12726 7137 0,'0'-26'0,"0"0"15,0 52 32,0 26-47,0 1 16,0-1 0,0 1-16,0-1 0,0-26 15,0 27-15,0-1 16,0-25-16</inkml:trace>
  <inkml:trace contextRef="#ctx0" brushRef="#br0" timeOffset="20109.22">12910 7242 0,'0'-26'0,"0"-1"15,0 1 1,-27 26-16,1 0 15,0 0-15,-27 26 16,27 1 0,0-1-16,0 0 0,26 0 15,0 27-15,0-27 16,26 0-16,26 1 16,1-1-16,-1-26 15,27 0-15,-27 0 16,1 0-16,-27 0 15,27 0-15,-27-26 0,-26-1 16,26 1-16,-26-26 16,0 25-16,0-25 15,0 26-15,0-1 16,0 1 0,0 52 30,0 1-46,0 25 16,0 1-16,0-27 16,0 0-16,0 0 0,0 1 15,0-1 1,0-52 15,0-27-31,-26 1 16,26-1-16,0 1 31,0 25-31,26 1 16,0 0-16,1 26 0,25 0 0,-26 0 15,1 0 1,-1 26 0,0 27-16,-26-27 0,26 0 15,-26 27-15,0-27 16,0-52 46,0-1-62,27-25 16,-27 26-16,26-27 16,0 53-16,-26-26 15,26 26-15,0 0 31,-26 26-31,53 27 16,-53-1-16,26 1 16,0-27-16,1 26 15,-27-25-15,26-1 16,-26 0-16,26-26 16,0 0-1,1-26-15,-27-27 16,26 1-16,0 26 0,-26-27 15,0 27-15,0 0 16,0-1-16,0 1 16,0 79 31,0-1-32,0 27-15,0-27 16,0 27-16,0 0 15,0-27-15,0 27 16,0-27-16,0-25 16,0-1-16,0 0 15,0 0-15,-26-78 32,26-1-32,-26-25 15,26-1-15,0 0 16,0 1-16,0-1 15,52 26-15,1 1 16,-1-1-16,-26 27 16,27 26-16,-27 0 15,0 0-15,1 0 16,-1 0-16,-26 26 16,0 27-16,0-27 15,0 27-15,-53-1 16,1-26-16,-53 27 0,26-27 15,0 0-15</inkml:trace>
  <inkml:trace contextRef="#ctx0" brushRef="#br0" timeOffset="20549.73">14353 6770 0,'0'-27'0,"0"80"47,0-1-47,26 27 16,-26 0-16,0 0 16,0-1-16,0-25 15,0-1-15,0 1 16,0-27-16,0 0 15,0-52 17,0-27-32,0 1 15,0-27-15,0 53 16,52-26-16,1 25 16,-27 27-16,27 0 15,-1 0-15,-26 0 16,27 27-16,-1 25 15,1-26-15,-27 27 16,0-27-16,0 0 16,-26 27-16,0-27 15,0 0-15,-26 0 0</inkml:trace>
  <inkml:trace contextRef="#ctx0" brushRef="#br0" timeOffset="21178.45">15691 7294 0,'-79'0'15,"53"0"1,78 0-16,53 0 15,27 0-15,25 0 16,0 0-16,1 0 16,-1 0-16,1 0 15,-27 0-15,-26 0 16,0 0-16,-53 0 16,1-26-16,-1 26 15,-25 0-15,-27-26 16,26 26-16,-79-26 31,1 26-31,-1-53 16,-25 27-16,51 0 15,1 0-15,0-1 0,26 1 16,0 52 46,52 1-62,1-1 16,-1 0-16,1 0 16,-1 0-16,1-26 15,-1 27-15,1-27 0,-27 0 16,0 0-16,-78 26 94,-1 0-94,1 0 15,-27 27-15,27-1 16,-27 1-16,-26-1 16</inkml:trace>
  <inkml:trace contextRef="#ctx0" brushRef="#br0" timeOffset="22970.52">18184 7373 0,'0'-26'0,"26"0"15,0-1-15,0 1 0,-26 0 16,0 0-16,0-1 16,0 1-16,0 0 15,-52 26-15,-1 0 16,-25 0-16,25 0 15,1 0-15,-1 0 16,1 26-16,52 0 16,0 1-16,0 25 15,0 1-15,79-27 16,-27 26-16,27 1 16,-27-1-16,1 1 0,-1-27 15,-26 0 1,-26 1-16,0-1 15,-52-26 1,-1 0-16,1 0 16,26 0-16,-1 0 15,1-26 1,0-1-16,26 1 0,0-53 16,26 27-16,53-1 15,26 1-15,0 26 16,0-1-16</inkml:trace>
  <inkml:trace contextRef="#ctx0" brushRef="#br0" timeOffset="23253.51">18892 7268 0,'26'26'63,"1"-26"-63,-27 27 31,-27-27-15,-25 0-16,26 0 15,-1 0-15,27-27 31,0 1-15,53 0-16,-27 26 16</inkml:trace>
  <inkml:trace contextRef="#ctx0" brushRef="#br0" timeOffset="23536.48">18866 7662 0,'-26'0'141,"26"-26"-125</inkml:trace>
  <inkml:trace contextRef="#ctx0" brushRef="#br0" timeOffset="23929.36">19732 7242 0,'-26'0'0,"-1"0"31,1 0-31,0 0 0,0 0 16,-1 0-16,27 26 15,0 0-15,0 1 16,0-1-16,0 26 16,53-25-16,-1 25 15,1-26-15,26 27 16,-27-27-16,1 0 0,-1 1 16,-26-1-16,0 0 15,-26 0-15,0 0 31,-78-26-31,-1 0 16,-26 27-16,0-27 16,26 0-16,1 0 15,-1-27 1,53 1-16</inkml:trace>
  <inkml:trace contextRef="#ctx0" brushRef="#br0" timeOffset="24085.73">19627 7294 0,'0'-26'31,"26"26"-15,79 0-16,0 0 16,26-26-16,-52 26 15,0 0-15,-27 0 16</inkml:trace>
  <inkml:trace contextRef="#ctx0" brushRef="#br0" timeOffset="24478.71">20467 7242 0,'0'-26'0,"-27"26"31,-25 0-16,26 0-15,-1 0 16,1 0-16,26 26 16,0 0-16,0 27 15,0-27-15,0 0 16,53 27-16,-1-27 16,1 0-1,25 0-15,-25 1 0,-1-27 0,1 26 16,-1 0-16,1 0 15,-1-26-15,-52 27 16,0-1-16,0 0 16,-26 0-16,-27 0 15,-52 1 1,27-27-16,-1 26 0,0-26 16,27 0-16,-1 0 15,27-26-15,0-27 16</inkml:trace>
  <inkml:trace contextRef="#ctx0" brushRef="#br0" timeOffset="24651.75">20414 7294 0,'53'-26'31,"25"0"-31,27 26 16,0-26-16,0-1 15,0 1 1,-52 0 0,-1 26-16</inkml:trace>
  <inkml:trace contextRef="#ctx0" brushRef="#br0" timeOffset="25467.68">10443 8475 0,'-236'0'0,"26"0"16,0 26-16,26-26 15,53 0-15,0 0 16,52 0-16,53 0 15,0 27-15,104-27 32,80 26-32,78 0 15,105-26-15,105 0 16,131 0-16,106 0 16,183 0-16,104 0 15,133-26-15,51 0 0,1-1 16,-1 1-16,-78 0 15,-79 0-15,-105 26 16,-105-27-16,-131 1 16,-157 0-16,-158 0 15,-157 0-15,-105 26 16,-53 0-16,-26-27 16,-105 27-16,-53 0 15,-52 0-15,1 0 16,-1 27-16</inkml:trace>
  <inkml:trace contextRef="#ctx0" brushRef="#br0" timeOffset="26379.29">13644 9289 0,'0'-53'0,"0"1"0,-26 52 15,26-27-15,0 54 63,0 51-48,0 1-15,0 0 16,0 26-16,0-26 16,0-27-16,0 27 15,0-53-15,0 26 16,0-25-16,0-1 15,0 0-15</inkml:trace>
  <inkml:trace contextRef="#ctx0" brushRef="#br0" timeOffset="26715.06">13461 9262 0,'-27'-26'0,"54"26"62,51 26-62,27 1 0,0-1 16,26 26-16,1 1 16,-27-1-16,-1-25 15,1 25-15,-52 1 16,-53-27-16,0 0 15,0 0-15,0 27 16,-53-27-16,-25 0 16,-27 27-16,0-27 0,0 0 15,0 0-15,26 1 16,0-1-16,53-26 16,0 26-16,0-26 15,26 26-15,26-26 16</inkml:trace>
  <inkml:trace contextRef="#ctx0" brushRef="#br0" timeOffset="27148.88">15271 9000 0,'26'-52'0,"1"25"16,-1 1-16,-26 0 16,0 52 15,-53 27-16,1 51 1,-53 1-16,26 27 0,0-1 16,1 26-1,-1 1-15,0-27 0,1 26 16,25-25-16,1-27 16,-1-1-16,27-25 15,0 0-15,-1-53 16,27 0-16,-26-26 31</inkml:trace>
  <inkml:trace contextRef="#ctx0" brushRef="#br0" timeOffset="27557.22">15481 9971 0,'0'-53'16,"0"27"-16,0 0 15,0 0-15,-26-1 16,-27 27-16,27 0 16,-26 0-1,-1 0-15,1 27 0,-1-1 16,27 26-16,26-25 15,0 25-15,0 1 16,52-27-16,27 26 16,0-25-16,0 25 15,-27-26-15,0 27 16,-25-27-16,-1 0 16,0 0-16,-26 1 15,0-1-15,0 0 16,-52-26-16,-1 0 15,-52 26-15,27-26 0,-27 0 16,26 0-16,26-26 16,1 0-1,26-27-15,26 1 0</inkml:trace>
  <inkml:trace contextRef="#ctx0" brushRef="#br0" timeOffset="27839.76">16924 9997 0,'26'0'47,"53"0"-32,0 0-15,0 0 16,-1 0-16,1 0 16,-27 0-16,-25 0 15</inkml:trace>
  <inkml:trace contextRef="#ctx0" brushRef="#br0" timeOffset="27980.36">16872 10181 0,'-27'0'0,"132"0"47,0 0-31,0 0-16,27 0 15,-1 0-15,-26-26 16</inkml:trace>
  <inkml:trace contextRef="#ctx0" brushRef="#br0" timeOffset="28640.48">18682 9840 0,'0'-27'0,"0"1"15,0 52 63,0 27-62,0-1-16,0 1 16,0 26-16,0-53 15,0 26-15,0-25 0,0-80 78,-26 1-78,26-1 16,-26 1-16,26-1 16,0 27-16,0 0 15,0-1 1,0 54 31,0-1-47,0 26 0,0 1 15,0 26-15,26-27 16,-26 1-16,0-1 16,0-26-16,0 1 15,0-1-15,0 0 16,0 0-1,-26-26 1,0 0-16,-1 0 16,-25 0-16</inkml:trace>
  <inkml:trace contextRef="#ctx0" brushRef="#br0" timeOffset="28908.14">18157 9840 0,'-26'0'15,"26"-27"17,79 27-32,0 0 15,26 0-15,26 0 16,0 0-16,-26 0 16,0 0-16,-26 0 15,-1 0-15,-51 0 16,25 0-16,-131 0 62</inkml:trace>
  <inkml:trace contextRef="#ctx0" brushRef="#br0" timeOffset="30063.11">11388 11309 0,'0'-26'16,"0"52"31,0 27-32,0-1-15,26 27 16,-26-1-16,0-25 15,0 26-15,0-27 0,0 1 16,0-1-16,0-26 16,0 27-16,0-27 15,0 0-15,0 1 16</inkml:trace>
  <inkml:trace contextRef="#ctx0" brushRef="#br0" timeOffset="30425.12">11046 11414 0,'-26'-26'0,"52"26"63,27 0-63,26 0 15,26 26-15,0 0 16,26 1-16,0-1 16,-26 0-16,0 0 15,0 0-15,-53 1 16,1-1-16,-27 0 16,-26 27-16,0-27 0,0 0 15,-52 0 1,-27 27-16,0-27 0,0-26 15,1 26-15,-1-26 16,0 27-16,27-27 16,-1 0-16,1 26 15,26-26-15,26 26 16,-27-26-16,1 26 16</inkml:trace>
  <inkml:trace contextRef="#ctx0" brushRef="#br0" timeOffset="31288.54">10364 12332 0,'-26'0'16,"0"0"-16,78 0 47,27 27-47,78-27 15,53 26-15,26-26 16,27 0-16,-27 0 16,26 0-16,-25-26 15,-54 26-15,1-27 16,-53 27-16,-52 0 15,0 0-15,-53-26 16,0 26 15,-26-26 79,-79 52 280</inkml:trace>
  <inkml:trace contextRef="#ctx0" brushRef="#br0" timeOffset="34100.21">10889 12936 0,'53'-26'47,"-1"26"-47,53-27 15,-53 27 1,27-26-16,-26 26 0,-27 0 16,0 0-16,0 0 15,-26 26-15,0 1 0,0-1 16,-26 26 0,-26-25-16,-27 25 0,26-26 15,-25 1-15,25-1 16,27 0-16,26 0 15,0 1 1,52-27 0,27 0-16,26 0 15,0 26-15,0-26 16,-26 26-16,0-26 16,-27 26-1,-26 27-15,-26-27 0,0 0 16,0 1-16,0 25 0,-52-52 15,-1 26-15,-25 0 16,25-26-16,-26 0 16,1 0-16,25 0 15,1 0-15,25 0 16,-25 0-16,26-26 16,-1-26-16,27 26 15,0-27-15,27 27 16,25 0-16,27-1 15</inkml:trace>
  <inkml:trace contextRef="#ctx0" brushRef="#br0" timeOffset="34540.91">12149 12910 0,'0'-27'31,"0"54"16,0-1-47,-27 26 0,27-25 16,0 25-16,0 1 15,0-1-15,0 1 16,27-1-16,-1-26 15,26 27-15,1-27 16,-1-26-16,1 26 16,-1-26-16,1 0 15,25-26 1,1 0-16,-26-27 0,-1 1 16,-26 26-1,1-27-15,-27 1 0,0-1 0,0 1 16,-27 25-16,-25-25 15,26 26-15,-27-1 16,-26 27-16,1 0 16,-27 0-16,0 0 15,-26 53 1</inkml:trace>
  <inkml:trace contextRef="#ctx0" brushRef="#br0" timeOffset="36272.76">16977 11781 0,'-27'-26'16,"27"-26"-16,-26 52 15,26-27-15,-26 27 47,26 27-47,0 51 16,0-25-16,0 26 16,0-27-16,0 1 0,0 25 15,0-51-15,0 25 16,-26 0-16,-1-25 15,27-1 1,0 26-16,-26-25 16</inkml:trace>
  <inkml:trace contextRef="#ctx0" brushRef="#br0" timeOffset="36536.75">16767 11860 0,'-27'-26'0,"1"0"15,26-1-15,26 27 32,53 0-32,0 0 15,26 0-15,-26 27 16,-1 25-16,1-26 16,-26 1-1,-1-1-15,-52 26 0,0-25 16,0-1-16,-26 0 15,-53 27-15,-26-27 16,0 26-16,0-26 16,0 27-16,26-27 0</inkml:trace>
  <inkml:trace contextRef="#ctx0" brushRef="#br0" timeOffset="36937.26">16242 12569 0,'-26'0'0,"-1"0"16,80 0 15,52 0-16,26 0 1,27 0-16,25 0 0,1 0 16,0 0-16,-27 0 15,0 0-15,-25 0 16,-27 0-16,-53 0 16,-26 0-16,1 0 15,-54 0 63,-25 0-46</inkml:trace>
  <inkml:trace contextRef="#ctx0" brushRef="#br0" timeOffset="37657.51">16793 12962 0,'0'-26'16,"-26"52"31,-1 0-47,-51 53 16,25-26-16,1-1 15,-1-26-15,27 27 16,0-27-16,26 0 15,52-26 32,27 0-47,0 0 16,-1 0-16,1 0 16,0 0-16,-27 0 15,27 0-15,-53 0 16,27 0-16,-27 0 15</inkml:trace>
  <inkml:trace contextRef="#ctx0" brushRef="#br0" timeOffset="37908.33">16924 13093 0,'-26'0'0,"26"-26"15,0 52 48,0 27-63,0 26 16,0-27-16,26 1 0,-26-1 15,26 1-15,-26-27 16,0 26-1,0-26-15,0 1 0,0-1 16,53-26 0,-27 0-16</inkml:trace>
  <inkml:trace contextRef="#ctx0" brushRef="#br0" timeOffset="38286.43">17475 13067 0,'0'-26'16,"0"52"31,0 27-31,0-1-16,0 1 15,0-1-15,0-26 16,0 27-16,0-27 15,26 0-15,27 1 16,-1-1-16,1-26 16,-1 0-16,27 0 15,-26 0-15,25-26 0,1-1 16,-27 1-16,-25 0 16,-1-27-16,0 1 15,-26-1-15,0 1 16,0 26-16,-52-27 15,-1 27-15,1 26 16,26-26-16,-53 26 16,0 0-1,-26 0-15,-26 26 0</inkml:trace>
  <inkml:trace contextRef="#ctx0" brushRef="#br0" timeOffset="39988.22">14038 12280 0,'-105'0'16,"52"26"-16,27-26 16,52 0-1,79 26 1,79-26-16,26 27 15,26-27-15,0 0 0,-26 0 16,-52 0-16,-27 0 16,-52 0-16,-53 0 15,-52 0 32,-1 26-47,1-26 16,26 26-16,0 0 15</inkml:trace>
  <inkml:trace contextRef="#ctx0" brushRef="#br0" timeOffset="40379.72">19469 12437 0,'27'0'63,"25"0"-48,1-26-15,52 26 16,0 0-16,-27 0 16,1 0-16,-27-26 15,1 26-15,-79 26 31,-27 0-15</inkml:trace>
  <inkml:trace contextRef="#ctx0" brushRef="#br0" timeOffset="40599.18">19417 12621 0,'-26'0'0,"26"26"31,78-26-16,1 0-15,26 0 16,0 0-16,-26 0 16,26 0-16,-27 0 15,-25 0-15,-1 0 0,-104 0 63</inkml:trace>
  <inkml:trace contextRef="#ctx0" brushRef="#br0" timeOffset="43989.82">20650 6822 0,'-79'-26'0,"1"0"15,-27-1 1,-26-25-16,-1 26 0,-51-1 16,-27 1-16,0 26 15,-26 0-15,-53 26 16,0 1-16,-25 25 15,-28 27-15,28-27 16,25 27-16,53 26 16,26-26-16,105 26 0,26 26 15,53 0-15,26 0 16,105 0-16,52 27 16,80-27-16,51-26 15,53-26-15,27-27 16,25-25-16,27-27 15,-26 0-15,-27-27 16,0-25-16,-52-53 16,-52 0-16,-80-26 0,-51-27 15,-80-25 1,-52-1-16,-52 26 0,-132 1 16,-52 52-16,-79 26 15,-26 27 1,-27 26-16,27 26 0</inkml:trace>
  <inkml:trace contextRef="#ctx0" brushRef="#br0" timeOffset="44744.72">20047 4802 0,'-105'0'0,"-53"0"16,1-27-16,-53 27 15,0 27 1,0-1-16,-26 26 0,26 27 15,0 0-15,26 26 16,27 26-16,52 0 16,53 0-1,25 1-15,27-1 0,53 0 16,78 0-16,26-26 16,80-26-16,25 0 0,27-27 15,52-52-15,52 0 16,1-26-16,26-27 15,-27-52-15,-52-26 16,-26-26-16,-78-1 16,-80-25-16,-105-1 15,-52 0 1,-131 27-16,-131 26 0,-53 26 16,-52 52-16,-1 27 15,-25 26-15,25 52 16,27 27-1,0 0-15</inkml:trace>
  <inkml:trace contextRef="#ctx0" brushRef="#br0" timeOffset="46914.49">21201 11781 0,'-26'-26'0,"0"0"15,0 26 1,26 52 31,0 1-47,0 26 15,0-1-15,0-25 16,0 26-16,0-27 16,0 0-16,0-25 15,0-1-15,0 0 31,26-26-15,0-52 0</inkml:trace>
  <inkml:trace contextRef="#ctx0" brushRef="#br0" timeOffset="47386.7">21490 11886 0,'0'-26'16,"0"0"-16,0 52 62,0 27-46,0-1-16,0 1 31,0-1-31,0-26 0,0 1 0,0-1 16,0 0-1,26-26 48,27-26-63,-1 0 16,27 26-16,-27-27 15,27 27-15,-27 0 16,27 0-16,0 0 15,-27 27 1,27-1-16,-26 0 0,-27 26 16,-26 1-16,0-1 15,0-25-15,0-1 16,-53 0-16,1 0 16,-1 1-16,1-1 15,-27-26-15,0 0 16,27 0-16,0 0 0,-1 0 31,27-26-31,-27-27 16</inkml:trace>
  <inkml:trace contextRef="#ctx0" brushRef="#br0" timeOffset="47653.25">21516 11913 0,'53'0'47,"25"0"-31,27 0-16,26 0 16,-26 0-16,0 0 15,-52 0-15,-27 0 16,0 0-16,-52 0 47</inkml:trace>
  <inkml:trace contextRef="#ctx0" brushRef="#br0" timeOffset="48359.68">22592 12070 0,'0'-26'15,"0"52"48,26 27-63,0-1 15,1 0-15,-1-25 16,-26-1-16,26 0 16,-26 0-16,0-78 62,0-1-46,0-25-16,0 25 15,0 1-15,26 26 16,1-1-16,-1 1 16,0 0-16,0 26 0,1 0 15,-1 0-15,0 0 16,0 26-16,1 27 16,25-1-16,-26 1 15,-26-1-15,26 0 16,-26-25-16,0-1 15,27 0-15,-27-78 63,0-1-63,0 1 16,0-1-16,0 1 15,0-1-15,26 27 16,0 26-16,-26-26 15,26 26-15,1 0 32,-1 0-32,0 52 15,27-25-15,-27 25 16,0-26-16,0 1 16,-26 25-16,27-26 15,-27 0-15,0 1 16,0 25-16,0-26 0,-27 1 15</inkml:trace>
  <inkml:trace contextRef="#ctx0" brushRef="#br0" timeOffset="48611.83">23615 11991 0,'-26'0'16,"26"-26"-16,-26 26 15,26 53 32,0-27-31,0 26-16,0 1 16,0-27-16,0 0 15,0 0-15,0 1 16,0-1-16,26-26 31</inkml:trace>
  <inkml:trace contextRef="#ctx0" brushRef="#br0" timeOffset="48879.01">23458 11755 0,'-26'0'0,"26"26"31,0 1-15,26-1-16,0-26 16,0 0-16,1 0 15,-27-26 17,26 26-32,-26-27 0,0 1 15,0 0 1,-26 26-16,-1 0 15,1 0 1,-26 52-16,25 1 16</inkml:trace>
  <inkml:trace contextRef="#ctx0" brushRef="#br0" timeOffset="49350.59">23799 12018 0,'0'-27'16,"0"54"31,26-1-32,-26 26-15,0-25 16,0-1-16,0 0 15,0 0 1,0-52 31,0-26-47,0 25 16,26-25-16,1-1 15,-1 1-15,26 26 16,1-1-16,-1 27 15,1-26-15,-27 26 16,0 0-16,27 0 16,-1 26-16,1 1 15,-1 25-15,1-26 16,-27 27-16,0-27 16,-26 0-16,0 1 15,0 25-15,0-26 0,-26 27 16,-27-27-16,1 26 15</inkml:trace>
  <inkml:trace contextRef="#ctx0" brushRef="#br0" timeOffset="50696.23">20939 12962 0,'-105'0'0,"26"26"16,0-26-16,53 0 15,52 0 1,106 0 0,78 0-16,52 0 15,27 0-15,25 0 0,1 0 16,0-26-16,26 26 16,-52-26-16,-53 26 15,0-26-15,-52 26 16,-53-27-16,0 27 15,-52 0-15,-26 0 16,-27 0-16,-52 0 938</inkml:trace>
  <inkml:trace contextRef="#ctx0" brushRef="#br0" timeOffset="51763.99">22408 13408 0,'0'-26'0,"0"0"16,-26 0-16,0-1 16,-27 27-16,27 0 15,-53 0-15,27 0 16,-27 27-16,0 25 16,1 1-16,-1-1 0,0 0 15,53 1-15,0 26 16,26-1-16,0-25 15,0 26-15,26-27 16,53-26-16,-1 27 16,1-27-16,0-26 15,-27 0-15,27 0 16,-53 0-16,27 0 16,-27 0-16,-26-26 15,26 0-15,-26-1 0,0 1 16,0 0-16,0 0 15,-26-1-15,0 27 16,-27 0 0,1 0-1,-1 0-15,27 0 16,-26 53-16,25-27 16,27 0-16,0 1 15,0-1-15,0 0 16,0 0-1,53 0-15,-1-26 16,27 0-16,0 0 16,0-26-16</inkml:trace>
  <inkml:trace contextRef="#ctx0" brushRef="#br0" timeOffset="52550.46">22802 13487 0,'0'-26'15,"0"52"64,-26 0-79,26 27 0,0-1 15,0 1-15,0-1 16,0-26-16,0 27 15,0-27-15,0 27 16,52-27-16,-26-26 16,27 26-16,-1-26 15,1 0-15,25 0 16,-25 0-16,-1 0 16,1-26-16,-1 0 15,-25-27-15,-27 27 16,0 0-16,0-27 0,0 1 15,0-1-15,-53 1 16,27 25-16,-27 1 16,1 0-16,-1 26 15,-25-26-15,25 26 16,1 0-16,26 0 16,-1 0-16,1 0 15,0 26 329</inkml:trace>
  <inkml:trace contextRef="#ctx0" brushRef="#br0" timeOffset="53431.12">20860 12096 0,'-105'53'0,"0"-27"16,53 26-16,-1-25 0,53-1 15,26-26 17,53 0-32,26-53 15,53 1-15,25 0 16,1-1-16,26-26 16,0 1-16,-27-1 15,-25 26-15,-27 1 16,-52-1-16,-27 27 15,-25 26-15,-54 26 47,1 1-31,-26-27-16</inkml:trace>
  <inkml:trace contextRef="#ctx0" brushRef="#br0" timeOffset="53748.71">21936 10312 0,'0'-26'0,"-26"0"16,26-1-1,0 54 17,26 25-17,0 27-15,0-1 0,1 1 16,-1 0-16,-26 0 16,26-27-16,0 1 15,-26-1-15,0-26 16,27 27-16,-27-1 15,0 1-15,0 25 16</inkml:trace>
  <inkml:trace contextRef="#ctx0" brushRef="#br0" timeOffset="54235.7">21779 13671 0,'-79'26'16,"53"-26"-16,-1 0 16,1 0-16,52 0 31,53 0-15,26 0-16,26-26 15,53-1-15,-27-25 16,53-1-16,-26 1 15,26 0-15,-27-1 16,-25 1-16,-27 25 16,-52 1-16,-27 0 15,-25 0-15,-1 26 0,-79 26 47,1 0-31,-53 27-16,26-27 15</inkml:trace>
  <inkml:trace contextRef="#ctx0" brushRef="#br0" timeOffset="57132.22">24298 13776 0,'0'-27'16,"0"1"-1,0 52 95,-27 27-95,-25-27-15,26 27 16,-1-27-16,1 26 15,0 1-15,0-27 16,-1 26-16,1-25 16,0-1-16,26 0 15,0 0 17,26-26 139,53 0-171,-27 0 16,53 0-16,-26 0 16,0-26-16,-27 26 15,1 0-15,-27 0 0,-26-26 16,26 26 593,0 0-234,1 0-375,25 0 16,1 0-16,-1 0 16,-26-26-16,1 26 15,-1 0-15,0 0 16,-52 0 124,-27 0-140</inkml:trace>
  <inkml:trace contextRef="#ctx0" brushRef="#br0" timeOffset="57446.02">24455 13802 0,'-26'0'15,"26"-26"1,0 78 31,0 27-47,-27 26 16,27-27-16,0 27 15,-26 0-15,0-26 0,26 26 16,-26-52-1,26-1-15,0 1 0,0-27 16,0 0 0,-26-26-1,-27 0 17,27 0-32,-53 0 15</inkml:trace>
  <inkml:trace contextRef="#ctx0" brushRef="#br0" timeOffset="59044.92">10994 15429 0,'-184'0'0,"1"26"0,104-26 15,26 0-15,27 0 16,79 0-1,104 26-15,106-26 16,130 0-16,79 0 16,106 0-16,51 0 15,54 0-15,-1 0 16,26 0-16,-78 0 16,-53 0-16,-52 0 0,-105-26 15,-79 26-15,-105-26 16,-131 26-16,-52 0 15,-27-27-15,-78 27 32,-1 0-17,-26 0-15,1 0 16,-27 0-16</inkml:trace>
  <inkml:trace contextRef="#ctx0" brushRef="#br0" timeOffset="64692.96">13592 16137 0,'0'-52'0,"0"-1"15,0 27-15,0 0 16,0 0-16,0 104 78,0 1-62,0 0-16,0-1 15,0 1-15,0-26 16,0 25-16,0-51 15,0 25-15,0-26 0,0 1 16,0-54 47,26-25-63</inkml:trace>
  <inkml:trace contextRef="#ctx0" brushRef="#br0" timeOffset="65265.89">14117 16190 0,'-27'0'0,"1"26"16,26-52 46,0-1-46,0 1-16,0 0 15,26 0-15,1 26 0,25-27 16,0 27-16,1 0 16,26 0-16,-27 27 15,1-1-15,-27 0 16,26 27-16,-52-1 15,0 1-15,0-1 16,0 1-16,-78-1 16,25-26-16,-26 27 15,1-27-15,25-26 16,27 26-16,0-26 0,0 0 16,78 0 46,27 0-46,-1-26-16,54 26 15,-1 0-15,-26 0 16,0-26-16,-27 26 16,-25 0-16,-1 0 15</inkml:trace>
  <inkml:trace contextRef="#ctx0" brushRef="#br0" timeOffset="65721.82">15192 16137 0,'-26'0'16,"0"-26"-16,26 52 78,0 27-78,0-1 16,0 1-16,0-1 15,0-26-15,26 27 16,0-27-16,27 0 16,-1 1-16,-25-27 15,25 0-15,1 0 16,-1 0-16,0 0 16,1-27-16,-1 1 0,-25 0 15,25-27-15,-26 27 16,-26-26-16,0-1 15,0 1-15,-26-1 16,0 27-16,-53 0 16,27-1-16,-1 27 15,-25-26-15,-1 26 16,26 0-16,1 0 16,-1 0-16,27 26 15,0 1-15,-27-1 0,27 26 16</inkml:trace>
  <inkml:trace contextRef="#ctx0" brushRef="#br0" timeOffset="70078.98">13014 14143 0,'27'-26'16,"-27"-27"-16,26 53 15,-26 26 32,-53 53-47,1 0 16,0 0-16,-1-1 15,27-25-15,-27-1 16,27-25-16,0-1 16,26 0-16,0 0 31,26-26-16,27 27-15,-1-27 16,27 0-16,-1 0 16,27 0-16,-26 0 15,0 0-15,-27 0 16,27 0-16,-53 0 0,1 0 16,-1 0-16,0-27 15</inkml:trace>
  <inkml:trace contextRef="#ctx0" brushRef="#br0" timeOffset="70346.78">13198 14353 0,'-26'0'0,"26"-26"16,0 52 30,0 26-30,0 27-16,0 0 16,0 0-16,26-1 15,-26 1-15,0-27 16,0 1-16,26-1 16,-26-25-16,27-1 15,-1 0-15,26-26 16,-25 0-16</inkml:trace>
  <inkml:trace contextRef="#ctx0" brushRef="#br0" timeOffset="70604.61">13854 14274 0,'0'-26'0,"0"52"62,0 27-62,0 25 16,0 1-16,0-26 15,0 25-15,0-25 16,0-1-16,0-26 16,0 1-16,0-1 0,0 0 15,0 0-15</inkml:trace>
  <inkml:trace contextRef="#ctx0" brushRef="#br0" timeOffset="70928.63">13775 14300 0,'-26'0'0,"26"-26"15,0 0-15,26 0 16,53-1-16,0 27 15,0 0-15,26 0 16,-1 53-16,1-27 16,-26 53-16,0-27 15,-27 1-15,-25-1 16,-27 27-16,0-26 16,0-1-16,0 0 15,-53 1-15,1-1 16,-27-25-16,0 25 15,0-26-15,27-26 0,0 27 16,-1-27 0,1 0-16,-1 0 0,27 0 15,-27-27 1,53-25-16</inkml:trace>
  <inkml:trace contextRef="#ctx0" brushRef="#br0" timeOffset="72146.14">14982 14799 0,'-52'0'0,"26"0"0,52 0 47,53 0-31,26 0-16,0 0 15,0 0-15,0 0 16,-1 0-16,1 0 16,-52 0-16,-1 0 0,-25 0 31,-27-26 891</inkml:trace>
  <inkml:trace contextRef="#ctx0" brushRef="#br0" timeOffset="73107.78">16504 14510 0,'-26'0'0,"26"-26"16,0 0-1,0-27 1,26 27-16,27 0 0,-1 26 15,-25 0-15,25 0 16,0 0-16,1 0 16,-1 0-16,-25 0 15,25 52-15,-26-25 16,-26 25-16,0-26 16,0 27-16,0-1 15,-52-25-15,-27 25 16,0-26-1,27-26-15,0 26 16,25-26-16,54 0 63,51 0-63,1 0 15,-27 0-15,27 0 16,-26 0-16,25 0 15,-51 27-15,25 25 16,-26-26-16,-26 1 0,0 25 16,-26-26-1,-53 1-15,1-27 16,-1 26-16,0-26 16,27 0-16,-1 0 15,1 0-15,-1-53 16,27 27-16,26-53 15,0 27-15</inkml:trace>
  <inkml:trace contextRef="#ctx0" brushRef="#br0" timeOffset="73408">17633 14274 0,'-27'-26'0,"27"0"31,0 52 0,0 26-15,-26 27-16,26 0 16,0 0-16,0-27 15,0 1-15,0-1 0,0 0 16,0 1-16,0-27 15,0 0 1,-26-26 15</inkml:trace>
  <inkml:trace contextRef="#ctx0" brushRef="#br0" timeOffset="73736.16">17396 14353 0,'0'-26'16,"0"-1"-16,27 27 16,51 0-16,27 0 15,-26 0-15,26 0 16,0 53-16,-26-1 16,-1 1-16,1-1 15,-26 1-15,-27-1 16,0-25-16,-26 25 15,0-26-15,0 0 16,-52 1-16,-27-1 0,0 0 16,-26 0-1,27 1-15,-27-27 0,52 26 16,1-26-16,-1 0 16,27 0-1</inkml:trace>
  <inkml:trace contextRef="#ctx0" brushRef="#br0" timeOffset="74105.92">18945 15350 0,'26'0'47,"0"26"-47,53-26 16,-53 26-16,53-26 15,-27 0-15,-25 0 16,25 0-16,0 0 16,-25 0-16,25 0 15</inkml:trace>
  <inkml:trace contextRef="#ctx0" brushRef="#br0" timeOffset="74255.53">18945 15612 0,'-27'0'16,"1"0"-16,52 0 31,27 27-31,26-27 16,52 0-16,0 0 15,0 0-15</inkml:trace>
  <inkml:trace contextRef="#ctx0" brushRef="#br0" timeOffset="74600.98">20729 14799 0,'0'-26'15,"-26"-1"-15,26 54 78,0 25-78,0 27 16,0-27-16,0 1 16,0-1-16,0 1 15,0-27-15,0 0 16,0 1-16,0-1 16</inkml:trace>
  <inkml:trace contextRef="#ctx0" brushRef="#br0" timeOffset="74916.13">21175 14930 0,'0'26'62,"-52"27"-62,-27 26 0,0 26 16,0-27-16,-26 1 15,27 26-15,-1 0 16,0 0-16,-26-26 31,53 26-31,-1-27 0,1 1 0,-1-27 16,27 1-16,0-27 15,26 0 17,-26-26-17</inkml:trace>
  <inkml:trace contextRef="#ctx0" brushRef="#br0" timeOffset="75371.98">21280 15560 0,'0'-26'31,"0"52"-15,-53 26 15,-25 27-31,-1 26 16,0-26-16,1 0 15,25-27-15,1 0 16,25 1-16,1-27 16,26 0-16,0 1 62,26-27-62,53 0 0,-26 26 16,52-26-1,-27 0-15,27 0 0,-26 0 16,0 0-16,-1 0 16,-25 0-16,-1 0 15,1 0-15,-27 0 16,0 0-16,-26-26 31</inkml:trace>
  <inkml:trace contextRef="#ctx0" brushRef="#br0" timeOffset="75655.39">21411 15901 0,'0'-26'16,"0"0"15,-26 26-15,26 26-1,-26 53-15,-1-1 16,1 27-16,26-26 16,-26 0-16,26-1 15,-26 1-15,26-26 0,0-1 16,0 1-16,0-27 15,-27 0-15,27 0 16,-26 0 0,-26-26-16,26 0 15</inkml:trace>
  <inkml:trace contextRef="#ctx0" brushRef="#br0" timeOffset="76412.7">22120 15324 0,'26'-53'0,"-26"27"16,26 26-16,-26-26 15,-79 105 17,-52 25-17,-26 28-15,-27-1 16,-26 26-16,26 1 15,1-27-15,-1 26 16,0-52-16,27 27 16,-27-27-16,1-1 0,-27-25 15</inkml:trace>
  <inkml:trace contextRef="#ctx0" brushRef="#br0" timeOffset="76977.14">16111 15744 0,'-53'0'16,"-52"52"-1,-26 27-15,-53 0 16,-25-1-16,25 27 15,-52-26-15,26 0 0,0-1 16,-26 27-16,26-52 16,-26 26-16,78-27 15,1 0-15,78-25 16,27-1-16,25-26 16,27 26-1,53-26-15,78 0 16,0 0-16</inkml:trace>
  <inkml:trace contextRef="#ctx0" brushRef="#br0" timeOffset="77590.85">16268 16505 0,'-26'0'0,"52"0"46,27-27-46,25 1 16,1 26-16,0-26 0,-53 26 0,27 0 31,-27 0-31,-26 26 16,0 27-16,0-1 0,-26 1 0,-53-27 31,26 26-15,1-26-16,-1 1 0,27-27 15,0 26-15,78-26 63,1 26-47,26-26-16,-1 26 15,-25 1-15,-1-1 16,-26 0-16,-26 0 15,0 1-15,0-1 16,-52 0-16,-27-26 0,1 26 16,25-26-16,-26 27 15,27-27-15,26 0 16,-1 0-16,1 0 16,0-27-16,26 1 15,0-26-15,0-1 16,26 27-16,53-27 15</inkml:trace>
  <inkml:trace contextRef="#ctx0" brushRef="#br0" timeOffset="78062.49">17318 16452 0,'-26'26'63,"26"1"-48,-27 25-15,27 1 16,0-1-16,0 0 16,0 1-16,0-1 15,0-25-15,53-1 0,-27 0 16,26 0-16,-25-26 15,25 0-15,1 0 16,-27 0-16,53-26 16,-27 0-16,1 0 15,-1-27-15,-26 1 16,1-1-16,-27 1 16,0-1-16,0 1 15,-27-1-15,-25 1 16,-1 26-16,1-1 15,-27 27-15,27-26 16,-1 26-16,1 0 0,25 0 16,-25 0-16,26 26 15,0 27-15,-27-1 16,1 1-16</inkml:trace>
  <inkml:trace contextRef="#ctx0" brushRef="#br0" timeOffset="78549.98">18052 17607 0,'-26'-27'16,"0"1"-16,0 0 16,26 0-1,0 78 17,0 27-32,0 0 15,0-1-15,0 1 0,0 0 16,0-27-1,0 1-15,-26-27 0,26 26 16,0-25-16,0-1 16,0-52-1</inkml:trace>
  <inkml:trace contextRef="#ctx0" brushRef="#br0" timeOffset="78832.57">17869 17580 0,'-26'-26'0,"26"0"16,26 26 0,53 0-1,25 0-15,28 26 16,-27 27-16,26-1 16,-26 1-16,0-1 15,-53 1-15,-26-1 16,-26 27-1,0-27-15,-26 1 0,-79-1 16,0 27-16,0-53 16,-26 27-16,26-27 15,0 0-15,53-26 0,-1 0 16,1 0 0,52-26-16,0-27 15</inkml:trace>
  <inkml:trace contextRef="#ctx0" brushRef="#br0" timeOffset="79117.81">19312 18000 0,'52'0'47,"1"0"-47,26 0 0,-1 0 16,27 0 0,-52 0-16,26 0 0,-53-26 15,0 26-15,0 0 16,1 0-16</inkml:trace>
  <inkml:trace contextRef="#ctx0" brushRef="#br0" timeOffset="79259.46">19627 18158 0,'-53'0'16,"27"26"-16,0-26 16,131 0 30,0 0-46,52 0 0,1-26 16,-1-1-16</inkml:trace>
  <inkml:trace contextRef="#ctx0" brushRef="#br0" timeOffset="79857.14">20676 17790 0,'-52'-26'0,"52"0"31,26 0-16,27 26-15,-1-27 16,1 27-16,-27-26 16,0 26-16,0 0 15,1 0-15,-1 0 16,-26 26-16,0 1 16,0-1-16,0 0 15,0 27-15,-26-27 0,-1 0 16,-25 0-1,26 0-15,-1 1 0,27-1 16,0 0 0,0 0-16,53 1 15,-1-1 1,27-26-16,0 26 16,-27 0-16,1 1 15,-27-27-15,-26 26 16,0 0-1,-52 0 1,-27-26-16,-26 27 0,26-27 16,0 0-16,1 0 15,25 0-15,27 0 16,0-27-16,26 1 16,0-26-16,0-1 15,52 27-15,27-27 16,0 27-16</inkml:trace>
  <inkml:trace contextRef="#ctx0" brushRef="#br0" timeOffset="80264.92">21700 17685 0,'0'-26'15,"-26"26"1,-1 0-1,1 53 17,0-1-17,0 1-15,-1 25 16,27-25-16,0-1 16,0 1-16,0-27 15,0 0-15,53 0 0,-27-26 16,53 0-16,-27 0 15,27 0-15,0-26 16,-1 0 0,-25-27-16,-27 1 0,0 26 15,-26-27-15,0 27 16,0-26-16,-52-1 16,-27 27-16,27 0 15,-1-1-15,-25 1 16,25 0-16,-26 26 15,1 0-15,-1 0 0,-52 26 16,-1 0-16,1 1 16</inkml:trace>
  <inkml:trace contextRef="#ctx0" brushRef="#br0" timeOffset="80799.87">17528 17161 0,'0'52'47,"0"53"-47,-27 26 16,-25 0-16,52 27 16,-26-27-16,-1 26 15,27-25-15,-26 25 16,26-52-16,-26 0 15,0-26-15,26-27 0,0-26 16,0 1-16,0-54 31,26-78-15,26-52-16</inkml:trace>
  <inkml:trace contextRef="#ctx0" brushRef="#br0" timeOffset="81429">17685 17213 0,'-52'-26'0,"78"26"31,131 0-15,79 0 0,79 0-16,53 0 0,25 0 15,53 0-15,0 0 16,1 0-16,-1 0 15,-53-26-15,1 26 16,-53 0-16,0-27 16,-52 27-16,-53 0 15,-53-26-15,-51 26 16,-54 0-16,-25 0 16,-27 0-16,-26 53 62,26 25-46,1 53-16,-27 1 0,0-1 15,0 26-15,0 1 16,0-1-16,-27 1 16,27-27-16,0-26 15,-26-27 1,26 1-16,0-53 0,0 1 15,-79-27 17,-52 0-32,-79 0 15,-105 0-15,-78 0 16,-106 0-16,-130 0 16,-106 0-16,-79 0 15,1 0-15,0 0 16,78 0-16,105 0 15,132 0-15,156 0 0,106 0 16,131 0-16,210 0 16,158-53-1,104 27-15,53-27 16</inkml:trace>
  <inkml:trace contextRef="#ctx0" brushRef="#br0" timeOffset="82626.09">1338 6901 0,'-131'52'15,"26"-52"-15,52 27 16,27-27-16,52-27 15,79-25 1,53-27-16,78-52 16,52 0-16,27-27 15,-26 27-15,0 0 0,-53 0 16,-26 26-16,-27 26 16,-78 0-16,0 27 15,-79-1-15,1 53 16,-106 27-1,-26 51 1,-79 27-16,-26 26 16</inkml:trace>
  <inkml:trace contextRef="#ctx0" brushRef="#br0" timeOffset="82828.5">1259 7006 0,'-52'26'0,"104"-52"31,53-27-31,105-52 16,26 0-16,53-52 16,-1 26-16,1-27 15,0 1-15,-53 26 16,-52 26-16,-53 26 16,-53 0-16,-78 53 15,-26 26-15</inkml:trace>
  <inkml:trace contextRef="#ctx0" brushRef="#br0" timeOffset="105390.63">9918 5668 0,'-52'0'16,"104"0"31,1 0-47,52 0 0,-27 0 15,1 0-15,-26-27 16,25 27-16,-52 0 16,1-26-16</inkml:trace>
  <inkml:trace contextRef="#ctx0" brushRef="#br0" timeOffset="105568.72">9787 5773 0,'52'0'47,"53"0"-47,0-27 16,0 1-16,27 0 16,-28 26-16</inkml:trace>
  <inkml:trace contextRef="#ctx0" brushRef="#br1" timeOffset="134998.1">7504 918 0,'0'-26'78,"0"0"-63,0-27-15,0 1 16,0-27-16,0 27 16,0-27-16,-26 53 15,26-27-15,0 27 16,-26 0-16,26-1 16,0 54 30</inkml:trace>
  <inkml:trace contextRef="#ctx0" brushRef="#br1" timeOffset="135312.5">7006 603 0,'0'-26'15,"0"0"-15,26 26 16,26-26-16,27-1 16,-27 1-16,-25-26 15,25 52-15,-26-27 16,-26 1-16,27-26 16,-27 25-16,0 1 15,26 26 32,26 53-31,1-27-16,26 26 0,26-25 15,0-1 1,-1 0-16,1-26 0</inkml:trace>
  <inkml:trace contextRef="#ctx0" brushRef="#br1" timeOffset="135548.94">8265 131 0,'-52'-26'16,"25"26"-16,27 26 47,0 0-32,27 27-15,-1-1 16,0-26-16,0 27 16,1-27-16,-1 0 15,-26 1 1,0-1-16</inkml:trace>
  <inkml:trace contextRef="#ctx0" brushRef="#br1" timeOffset="135736.53">7950 577 0,'-26'0'0,"0"0"16,104-26 15,1 26-31,26-26 16,26 26-16,-26-27 15,0 27-15,0-26 16,-52 26-16,-1 0 15,-26 0-15</inkml:trace>
  <inkml:trace contextRef="#ctx0" brushRef="#br1" timeOffset="136159.65">7976 839 0,'0'-26'16,"27"0"-16,25 0 16,1 26-16,-1 0 15,-26 0-15,1 0 16,-27 26-16,0 0 16,0 0-16,0 27 15,0-27-15,26-26 47,-26-26-47,26 0 16,0-27-16,-26 1 15,27 26 1,-1-1-16,0 1 0,-26 52 47,0 1-32,0 25-15,0-26 16,0 0-16,26 27 16,53-27-16,-27-26 0,27 26 15</inkml:trace>
  <inkml:trace contextRef="#ctx0" brushRef="#br1" timeOffset="136396.19">9236 630 0,'-26'0'0,"104"0"31,54 0-31,-1 0 0,0-27 15,-26 27-15,-26 0 16,-53-26-16,0 26 16</inkml:trace>
  <inkml:trace contextRef="#ctx0" brushRef="#br1" timeOffset="136506.59">9472 813 0,'-79'0'0,"27"26"0,26-26 16,104 0-1,54 0 1,25 0-16,27-26 16</inkml:trace>
  <inkml:trace contextRef="#ctx0" brushRef="#br1" timeOffset="136852.95">10495 236 0,'27'-53'15,"-1"27"-15,-26 0 16,26 0-16,-26 52 62,0 26-62,26 27 16,1 0-16,-1 26 16,-26-26-16,26-1 15,-26 1-15,0 0 0,0-1 16,0-25-16,0-1 16,0 1-16,-52-27 15,25-26 1</inkml:trace>
  <inkml:trace contextRef="#ctx0" brushRef="#br1" timeOffset="137057.15">10286 787 0,'0'52'47,"52"-25"-47,0-1 16,1 0-16,-27-26 15,27 26-15,-27-26 16,0 0-16,0 0 16,1 0-16,-1-26 15,0 0 1,27-27-16,25 1 0</inkml:trace>
  <inkml:trace contextRef="#ctx0" brushRef="#br1" timeOffset="137544.82">11256 551 0,'-26'0'16,"105"0"-1,52-26-15,0-1 16,0 1-16,1 26 15,-1-26-15,0 0 16,-26-1-16,-26 27 16,-53 0-16,0 0 15,-78 0 1</inkml:trace>
  <inkml:trace contextRef="#ctx0" brushRef="#br1" timeOffset="137953.87">11361 656 0,'27'0'31,"25"0"-31,1 0 16,-27 0-16,0 0 16,0 26-16,-26 0 15,0 1-15,0 25 16,0-26-16,0 27 0,-26-53 15,26 26 1,26-52 15,27-1-31,-27-25 16,26 0-16,-25 25 16,-1 1-16,-26 0 15,26 0-15,-26 52 63,0 26-63,0-25 15,0 25-15,0-26 0,26 0 16,1 27-16,25-53 16,-26 26-16</inkml:trace>
  <inkml:trace contextRef="#ctx0" brushRef="#br1" timeOffset="138158.04">12044 787 0,'-27'0'0,"54"0"31,51-26-31,1 26 16,26 0-16,-26-26 15,-1 26-15,-51 0 16,25-27-16</inkml:trace>
  <inkml:trace contextRef="#ctx0" brushRef="#br1" timeOffset="138332.95">12254 603 0,'0'27'31,"0"-1"-15,0 26-16,0-25 15,0 25-15,26 0 16,0 1-16,0-27 16,27 27-16,-27-27 15,0-26-15</inkml:trace>
  <inkml:trace contextRef="#ctx0" brushRef="#br1" timeOffset="138535.17">12883 577 0,'0'26'47,"0"1"-47,0 25 15,27-26-15,-1 27 16,0-1-16,0-26 16,-26 27-16,0-27 15</inkml:trace>
  <inkml:trace contextRef="#ctx0" brushRef="#br1" timeOffset="139022.35">11912 183 0,'0'53'62,"0"-27"-62,0 0 16,0 1-16,0-1 16,27 0-16,-1-26 31,-26-26-16,0 0-15,0-27 16,0 1-16,0 25 16,0 1-16,0 0 15,0 0-15,0 52 47,0 0-47,0 0 16,26 27-16,0-1 15,-26-25-15,27-1 16,-27 0 0</inkml:trace>
  <inkml:trace contextRef="#ctx0" brushRef="#br1" timeOffset="156683.32">8974 4251 0,'-79'0'0,"0"0"16,27 0-16,25 26 16,80-26 15,52 0-15,52 0-1,27 0 1,26 0-16,-26 0 0,25 0 15,1-26-15,0-1 16,-26 27-16,-27-26 16,-52 0-16,-52 26 15,-27 0-15,-52 0 16,-105 0 0,-53 52-16</inkml:trace>
  <inkml:trace contextRef="#ctx0" brushRef="#br1" timeOffset="156997.53">8632 4592 0,'-26'0'0,"52"0"32,53 0-32,79 0 15,-1 0-15,79-27 16,0 1-16,1 0 15,-28 0-15,28-27 16,-54 27-16,-52 0 16,-26 26-16,-52-26 0,-27 26 15,-105 0 79</inkml:trace>
  <inkml:trace contextRef="#ctx0" brushRef="#br1" timeOffset="170044.74">892 6796 0,'-79'26'15,"27"0"-15,25-26 0,54-26 32,77-26-32,54-27 0,26-26 15,52-52-15,26 25 16,1-25-16,-1 26 16,0 26-16,-25 0 15,-54 26-15,-25 0 16,-27 53-16,-52 0 15,-27 0-15,-52 52 32,-52 26-32,-27 27 15,-79 0-15,-25 52 16,-27 0-16</inkml:trace>
  <inkml:trace contextRef="#ctx0" brushRef="#br1" timeOffset="170291.93">682 7163 0,'-105'53'16,"52"-27"-16,53 0 16,53-26-16,104-26 15,79-79-15,27-26 16,52 0-16,26-27 16,-26-26-16,0 27 15,-27 0-15,-25 25 16,-53 27-16,-27 0 0,-52 27 15,-52 25-15,-26 27 16,-106 26 0,-52 53-1,-78-27-15</inkml:trace>
  <inkml:trace contextRef="#ctx0" brushRef="#br2" timeOffset="207068.33">2676 9551 0,'26'-79'16,"-26"27"-16,27-1 16,-27 1-1,26 26-15,-26-1 0,0 1 16,0 79 31,0-1-32,0 1-15,26 25 16,-26-25-16,26-1 16,-26 1-16,26-27 15,-26 0-15,0 27 16,27-27-16,-27 0 16</inkml:trace>
  <inkml:trace contextRef="#ctx0" brushRef="#br2" timeOffset="207445.53">2991 9367 0,'26'-26'0,"-26"-26"15,0 25 1,0 54 31,0-1-47,0 26 15,0 1 1,0-1-16,0 1 0,0-1 16,53 1-16,-1-1 15,-26-26-15,27 1 0,-1-27 16,1 26-16,-27-26 16,0 0-16,1 0 15,-1-53-15,0 27 16,0-26-16,-26-1 15,0 1-15,0-27 16,-52 27-16,-1-1 16,1 1-1,-1 25-15,1 1 0,26 26 16,-1 0-16,1 0 16,-26 53-1</inkml:trace>
  <inkml:trace contextRef="#ctx0" brushRef="#br2" timeOffset="207934.6">2151 10155 0,'-52'0'16,"-1"26"-16,158-26 31,26 0 0,79 0-31,0 0 16,26-26-16,27-1 16,-1 1-16,1 0 15,-53-27-15,-53 27 0,-52 26 16,-53 0-16,-52-26 16,-52 52 109</inkml:trace>
  <inkml:trace contextRef="#ctx0" brushRef="#br2" timeOffset="208752.12">2965 10469 0,'-27'0'15,"27"-26"16,0 0-31,27 0 16,25-1-16,1 27 16,-1-26-16,-26 26 15,1 0-15,-27 26 47,0 27-47,0-27 16,0 27-16,0-27 15,-27 26-15,1-25 16,0 25-16,0-26 16,-1 1-16,1-27 15,26 26-15,26-26 32,1 0-32,51 0 15,1 26-15,0-26 0,-27 0 16,27 0-1,-53 26-15,0-26 0,-26 27 16,0-1 0,-26 0-16,-26 0 15,-1-26-15,-25 26 16,-1 1-16,0-27 16,27 0-16,-1 0 15,27 0-15,0 0 16,-1 0-16,27-27 15,0 1-15,0 0 0,0 0 16</inkml:trace>
  <inkml:trace contextRef="#ctx0" brushRef="#br2" timeOffset="209333.04">3883 10417 0,'0'-26'31,"-26"26"-31,26 52 78,0-26-78,-26 1 16,26 25-16,0-26 16,0 27-16,0-27 15,0 27-15,26-27 16,0 0-16,27 0 16,-27 1-16,26-27 0,1 0 15,-1 0-15,1 0 16,-1 0-1,1 0-15,-1 0 0,-26 0 16,27-27-16,-27 1 16,0 0-16,-26 0 15,27-1-15,-27 1 16,0 0 0,0 0-16,-53-27 15,1 27-15,-1 0 16,-26-1-16,27 1 0,-1 0 15,1 26-15,-1-26 16,27 26-16,0 0 16,0 26-1,26 0 1,-53 27 0</inkml:trace>
  <inkml:trace contextRef="#ctx0" brushRef="#br2" timeOffset="211297.46">1941 11047 0,'-26'0'31,"0"-53"-31,26 27 16,-26-53-16,26 27 15,-27-27-15,1-26 0,0 0 16,0-26 0,-1 0-16,1 0 0,0-27 15,0 27-15,-1 26 16,1 0-16,0 53 16,0 25-16,26 1 15,-27 26 32,27 53-16,0-27-31,0 26 16,-26-26-16</inkml:trace>
  <inkml:trace contextRef="#ctx0" brushRef="#br2" timeOffset="211609.44">1023 9840 0,'-26'0'0,"52"0"47,0-27-47,27-25 15,-27 26-15,0-27 16,0 27-16,1-26 15,-1 25-15,-26 1 16,0 0 0,26 26-1,0 0 1,27 26-16,-1 0 16,53 1-16,0-1 15,26 0-15,1 0 0,25 27 16,0-53-16,-25 26 15</inkml:trace>
  <inkml:trace contextRef="#ctx0" brushRef="#br2" timeOffset="212018.21">3122 9079 0,'-26'-27'0,"0"1"0,26 52 47,0 27-47,0 26 16,0-1-16,26 54 15,-26-27-15,26 26 16,-26-26-16,0 26 16,0-26-16</inkml:trace>
  <inkml:trace contextRef="#ctx0" brushRef="#br2" timeOffset="212398.55">3962 10207 0,'26'-26'0,"0"0"16,0-1-16,-26 1 0,27 26 16,-27 26 15,0 53-15,0 0-16,-27 26 15,27 0-15,0 0 16,0 0-16,0-27 15,0 1-15,0 0 16,0-27-16,0 1 16,0-27-16,0 0 0</inkml:trace>
  <inkml:trace contextRef="#ctx0" brushRef="#br2" timeOffset="213431.82">4985 9630 0,'-26'-26'16,"26"-1"-1,0 54 157</inkml:trace>
  <inkml:trace contextRef="#ctx0" brushRef="#br2" timeOffset="213809.79">5116 9604 0,'0'-27'0,"0"1"15,0 0-15,0 0 32,-52-1-32,26 27 0,-1 0 31,-51 0-31,25 0 0,1 27 15,-1-1-15,27 0 16,26 0-16,0 27 16,0-27-16,26 0 15,53 27-15,0-27 16,26 0-16,-27 0 16,-25 1-16,26-1 15,-53 0-15,0 0 16,-26 1-16,0-1 15,-52-26 1,-27 26-16,26 0 0,-52-26 16,27 0-16,25 0 15,1 0-15,52-26 16,0 0-16,0-27 16</inkml:trace>
  <inkml:trace contextRef="#ctx0" brushRef="#br2" timeOffset="214076.69">5772 9735 0,'-26'0'15,"52"0"1,27 0 0,26 0-16,-1-27 15,1 27-15,0 0 16,-27 0-16,1 0 16</inkml:trace>
  <inkml:trace contextRef="#ctx0" brushRef="#br2" timeOffset="214186.56">5851 9945 0,'-26'26'0,"78"-26"31,53-26-15,26-1-16,53 1 16,0 0-16</inkml:trace>
  <inkml:trace contextRef="#ctx0" brushRef="#br2" timeOffset="214721.11">6927 8921 0,'-53'-52'0,"27"-1"16,26 27-16,0 0 15,0 52 17,0 53-17,53 0-15,-27 52 16,26 0-16,-25 0 15,-1 27-15,0-1 16,0-26-16,-26-26 16,27 0-16,-27-26 15,0-27-15,0 1 16,0-27-16,26 0 16,-26 1-16,-79-27 31</inkml:trace>
  <inkml:trace contextRef="#ctx0" brushRef="#br2" timeOffset="-214524.27">6638 10076 0,'0'26'31,"79"0"-31,0 1 16,-1 25-16,-25-26 15,26 1-15,-27-27 16,1 26-16,-1-26 0,0 0 16,-25 0-1,-1 0-15,26-53 16,1 27-16,-27-26 0,27-1 16,-27 1-16,0 25 15,-26-25-15,0 26 16</inkml:trace>
  <inkml:trace contextRef="#ctx0" brushRef="#br2" timeOffset="-205850.04">13749 630 0,'0'-27'15,"0"54"48,26 25-47,1 1-16,-1-27 0,0 0 15,0-26 1,1 0-1,25-26 1,53-27-16,0-25 16,26-1-16,0 0 15,-26-26-15,27 26 0,-27 27 16,-53-1-16,0 27 16,-25 26-16,-80 26 46,-25 1-30,-1-1 0</inkml:trace>
  <inkml:trace contextRef="#ctx0" brushRef="#br2" timeOffset="-203602.94">7688 8370 0,'-26'0'15,"78"26"48,-26 27-63,1-1 16,-1 1-16,-26 26 15,26-27-15,-26 1 16,26-1-16,-26-26 0,0 27 15,0-27-15,0 0 16,0 1-16,0-1 16</inkml:trace>
  <inkml:trace contextRef="#ctx0" brushRef="#br2" timeOffset="-203304.85">7242 9105 0,'-53'0'0,"27"0"16,0 0-16,26 26 0,26-26 47,26 0-47,53 0 0,0 0 16,53 0-16,-27 0 15,26-26-15,1 0 16,-27-1-16,-26 27 15,-26-26-15,-27 26 16,-25 0-16,-54 0 47,-25 0-47,-27 26 16</inkml:trace>
  <inkml:trace contextRef="#ctx0" brushRef="#br2" timeOffset="-202534.79">7871 9420 0,'0'-26'0,"0"-27"16,0 27 0,0 52 31,-26 27-32,0 25-15,0 1 16,0-26-16,-1-1 15,1 0-15,26 1 16,0-27-16,0 0 0,0 1 16,53-1-1,25-26 1,27 26-16,-26-26 0,26 0 0,-26 0 16,-1 0-16,1-26 15,-53 0-15,1 26 16,-27-53-16,0 27 15,0-27-15,0 27 16,0-26-16,0 26 16,-27-1-16,27 1 15,-26 26-15,0 0 16,26-26-16,-26 26 16,26 26 77,0 0-77,0 27-16,0-27 16,0 0-16,0 27 15,26-1 1,-26 1-16,26-1 0,0 1 0,1-1 15,-27 1 1,26-1-16,-26-26 0,26 1 16,-26-1-16,0 0 15,-52-26 32</inkml:trace>
  <inkml:trace contextRef="#ctx0" brushRef="#br2" timeOffset="-199343.39">17711 367 0,'27'-26'0,"-27"0"16,26-1-16,0 1 16,-26 0-1,0 52 48,0 0-63,0 1 15,0 25-15,0-26 0,0 27 16,0-27-16,0 0 16,0 1-16,0-1 15</inkml:trace>
  <inkml:trace contextRef="#ctx0" brushRef="#br2" timeOffset="-199091.08">18052 341 0,'0'-26'0,"-26"26"31,0 52-15,0-26-16,-27 27 15,27-1-15,-26 1 16,25-1-16,1 1 15,0-27-15,0 27 16,-1-27-16,1 0 16,0 0-16,0 0 15</inkml:trace>
  <inkml:trace contextRef="#ctx0" brushRef="#br2" timeOffset="-198651.18">18026 708 0,'0'-26'16,"0"0"-1,26 26-15,1 0 16,-1-26-16,26 26 0,-25 0 15,-1 0 1,0 0-16,0 0 0,-26 26 31,0 0-31,0 0 0,0 1 16,-26-1-16,-26 0 16,25 0-16,1-26 15,0 0-15,26 26 16,0 1-1,52-27 1,-25 0-16,25 26 16,-26-26-16,1 0 0,-1 0 15,-52 0 17,-27 0-17,-52 0-15,-52 0 16,26 0-16</inkml:trace>
  <inkml:trace contextRef="#ctx0" brushRef="#br2" timeOffset="-198210.7">16898 1049 0,'-26'0'0,"26"27"15,26-27 32,0-53-31,-26 27-16,0-27 15,26-25-15,-26-1 16,0 0-16,0 1 16,0-1-1,0 26-15,0 1 0,0 26 16,0-1-16,-26 54 94,0-27-79</inkml:trace>
  <inkml:trace contextRef="#ctx0" brushRef="#br2" timeOffset="-197801.26">16452 630 0,'52'0'31,"1"0"-31,-1-27 16,1 27-1,-1-26-15,-26 0 0,27 0 16,-27-1-16,0 1 15,1 0-15,-1 0 16,-26-1-16,26 27 16,-26-26-16,26 26 78,1 26-78,25 1 15,-26-1-15,27 0 16,-1 0-16,1 1 16,-27-1-1,0-26-15,1 26 0,-1-26 16,0 0 0,26 0-16,-25 0 0</inkml:trace>
  <inkml:trace contextRef="#ctx0" brushRef="#br2" timeOffset="-197440.03">19207 577 0,'26'0'16,"53"0"-16,26 0 16,0 0-16,-26-26 0,-1 26 15,-51 0 1</inkml:trace>
  <inkml:trace contextRef="#ctx0" brushRef="#br2" timeOffset="-197298.29">19076 735 0,'26'0'31,"53"0"-31,52 0 16,53-27-16,-1 1 15</inkml:trace>
  <inkml:trace contextRef="#ctx0" brushRef="#br2" timeOffset="-196920.75">20703 210 0,'0'-27'16,"-27"27"-16,27 27 46,0 25-46,0 1 16,0 25-16,0-25 16,0 26-16,0-1 15,0-25-15,0-1 16,0 27-16,0-27 0,-26-25 16,-26 25-16,25-26 15,-25-26-15</inkml:trace>
  <inkml:trace contextRef="#ctx0" brushRef="#br2" timeOffset="-196700.36">20204 787 0,'-26'0'0,"52"26"32,0 0-32,27 1 15,26-1-15,-1-26 16,-25 26-16,25-26 15,-25 0-15,-1 0 16,-25 0-16,-1 0 16,0-26-16,0 0 15,27-1-15,-27-25 16</inkml:trace>
  <inkml:trace contextRef="#ctx0" brushRef="#br2" timeOffset="-196495.06">21595 157 0,'0'-26'15,"0"0"1,0 52 15,0 0-31,0 27 16,0-1-16,0 1 15,0-1-15,0-26 0,0 27 16,0-1-16</inkml:trace>
  <inkml:trace contextRef="#ctx0" brushRef="#br2" timeOffset="-196242.92">21123 551 0,'26'0'16,"52"0"-16,1 0 16,52 0-1,-26 0-15,27 0 16,-27 0-16,-1 0 0,1 0 16,-52 0-16,26 0 15,-53 0-15,0 0 16</inkml:trace>
  <inkml:trace contextRef="#ctx0" brushRef="#br2" timeOffset="-195654.14">21018 892 0,'26'-26'31,"26"26"-15,1-27-16,-1 27 0,1 0 16,-1 0-16,-26 0 15,1 0-15,-1 0 16,0 0 0,-26 27-16,0-1 15,0 0 1,-26-26-16,-27 26 15,27 1-15,-26-27 16,25 26-16,1-26 16,0 26-16,52 0 31,53-26-31,-27 0 16,27 0-16,-26 27 15,-1-27-15,1 0 16,-27 26-16,0 0 15,-26 0 1,-26-26 0,-27 27-16,1-27 15,-27 0-15,0 0 16,27 0-16,-1 0 16,27 0-16,26-27 15</inkml:trace>
  <inkml:trace contextRef="#ctx0" brushRef="#br2" timeOffset="-195426.94">21805 971 0,'26'0'15,"53"0"1,26 0-16,0 0 0,0 0 16,-27-27-16,-51 27 15,-1 0-15</inkml:trace>
  <inkml:trace contextRef="#ctx0" brushRef="#br2" timeOffset="-195222.65">22093 787 0,'-26'0'15,"26"52"17,0-25-32,0 25 15,0-26-15,0 27 16,0-27-16,0 27 15,26-27-15,-26 0 16,0 0-16,27 1 16</inkml:trace>
  <inkml:trace contextRef="#ctx0" brushRef="#br2" timeOffset="-195002.97">22618 839 0,'0'-26'16,"-26"26"-16,26 26 47,0 1-47,0 25 16,0 1-16,0-1 15,0 1-15,0-1 16,0 1-16,-53-1 0,1 1 15</inkml:trace>
  <inkml:trace contextRef="#ctx0" brushRef="#br2" timeOffset="-192376.24">8790 8554 0,'0'-26'0,"26"26"47,0 26-16,1 26-31,-1 27 0,0-26 0,0 25 15,1-25-15,-1 26 16,0-27-16,-26-26 16,26 0-16,-26 1 15,0-1-15,0-52 63</inkml:trace>
  <inkml:trace contextRef="#ctx0" brushRef="#br2" timeOffset="-192108.23">8527 8685 0,'-26'-26'15,"0"26"-15,26-26 31,26 26-31,0-27 16,53 27-16,26-26 0,0 0 16,0 26-16,0-26 15,0 26-15,0-27 16,-26 27-16,-27 0 16,1-26-16,-80 26 62,-25 26-46</inkml:trace>
  <inkml:trace contextRef="#ctx0" brushRef="#br2" timeOffset="-190614.73">3752 12359 0,'0'-27'0,"0"1"15,26 79 48,0-27-47,27 26-16,-27 1 15,27-27-15,-27 27 16,0-27-16,-26 26 15,0 1 1,0-1-16,-52-25 0</inkml:trace>
  <inkml:trace contextRef="#ctx0" brushRef="#br2" timeOffset="-190379.24">3175 12962 0,'26'0'31,"53"0"-15,26 0-16,52 0 16,0 0-16,1-26 15,-1 0-15,1 26 16,-1-27-16,-26 1 0,-52 0 16,-53 26-16,1 0 15,-106 0 1,-26 26-1</inkml:trace>
  <inkml:trace contextRef="#ctx0" brushRef="#br2" timeOffset="-189971.48">3673 13198 0,'-26'0'0,"26"27"31,0-1-15,52 26-16,-25 1 16,25-27-16,1 27 15,-27-27-15,26 0 16,-25-26-16,-1 0 16,0 0-1,0-26-15,0 0 16,-26-27-16,27 1 15,-27-1 1,0 27-16,0-27 0,0 27 0,0 79 63,0-1-48,26 27 1,0-27-16,0 27 0,-26-27 15,27 1-15,-1-1 16,0 1-16,27-27 16,-27-26-16</inkml:trace>
  <inkml:trace contextRef="#ctx0" brushRef="#br2" timeOffset="-189703.76">5090 12647 0,'26'27'78,"1"25"-62,-1 1-16,0-1 0,0 0 15,1 1-15,-1-1 16,-26-25-16,0-1 16,0 0-16,0 0 15,-26-26-15,-1 0 16</inkml:trace>
  <inkml:trace contextRef="#ctx0" brushRef="#br2" timeOffset="-189515.79">4749 12726 0,'0'-26'0,"0"0"15,52 26-15,27-27 16,26 1-16,0-26 16,0 52-16,0-27 15,0 1-15,-26 26 16,26 0-16,-27 0 15,-51 0-15</inkml:trace>
  <inkml:trace contextRef="#ctx0" brushRef="#br2" timeOffset="-189154.8">6087 12805 0,'-26'0'0,"52"-26"31,53 26-15,52-27-16,27 27 15,-1-26-15,0 0 16,1 0-16,-1-1 0,1 1 15,-27 26-15,-26-26 16,26 0-16,-52-1 16,-27 27-16,-25 0 15,-27-26-15,-27 26 47,-25 26-47,-27-26 16</inkml:trace>
  <inkml:trace contextRef="#ctx0" brushRef="#br2" timeOffset="-188777.66">7242 12437 0,'26'0'47,"0"0"-47,27 0 15,-27 0-15,26 27 16,1-1-16,-27-26 16,0 0-16,27 26 15,-27-26 1,0 0-16,-26 26 94,-52 1-79,26 25-15,-1-26 16,-25 27-16,26-1 16,-1 1-16,-25-27 15,-1 26-15,1 1 0,-1-27 16,27 27-16</inkml:trace>
  <inkml:trace contextRef="#ctx0" brushRef="#br2" timeOffset="-183533.66">7583 12280 0,'0'-26'16,"0"52"62,26 26-62,0 27-16,1-26 0,-1-1 15,0-26-15,0 27 0,-26-27 16,27 27-16,-27-27 16,0 0-1</inkml:trace>
  <inkml:trace contextRef="#ctx0" brushRef="#br2" timeOffset="-183155.16">7950 12201 0,'0'-26'16,"0"78"30,0-25-46,0 25 16,0-26-16,0 1 16,26-27-1,-26 26-15,27-26 32,25 0-17,-26 0-15,53-26 16,-26 26-16,25 0 15,1 0-15,-26 0 16,-1 0-16,-26 26 0,0 0 16,1 0-16,-27 1 15,-27-1 1,1 0-16,-26 0 16,-1 1-16,1-27 15,-1 0-15,27 0 16,-26 0-16</inkml:trace>
  <inkml:trace contextRef="#ctx0" brushRef="#br2" timeOffset="-182935.48">8081 12096 0,'0'-26'16,"27"0"-1,51 26 1,54-26-16,-27-1 15,26 1-15,-26 0 16,-53 26-16,1-26 16,-27 26-16,-52 0 47,-53 26-47,26 26 15</inkml:trace>
  <inkml:trace contextRef="#ctx0" brushRef="#br2" timeOffset="-182244.48">5562 14090 0,'0'-26'0,"-26"26"16,26-26-16,0 52 31,0 27-31,53 25 16,-27 1-16,26 0 15,-25 0-15,-1-27 16,0 27-16,0-27 16,-26-25-16,27-1 15,-27 0-15,-53-52 47</inkml:trace>
  <inkml:trace contextRef="#ctx0" brushRef="#br2" timeOffset="-181991.2">5064 14195 0,'0'-26'31,"52"26"-31,1 0 16,52-26-16,52 0 0,-26-1 15,1 1-15,-1 0 16,-26 0-16,-53 26 16,-26 0-16</inkml:trace>
  <inkml:trace contextRef="#ctx0" brushRef="#br2" timeOffset="-181660.97">6428 14327 0,'-26'0'15,"52"0"17,27 0-17,26 0-15,25 0 16,54-27-16,-27 1 15,27 0-15,-1-27 16,0 27-16,1 0 16,-53 0-16,-26 26 15,-53 0-15,-52 0 47,-53 0-47</inkml:trace>
  <inkml:trace contextRef="#ctx0" brushRef="#br2" timeOffset="-181361.74">7425 14012 0,'27'0'47,"-1"26"-47,26-26 16,1 26-16,26-26 15,-27 0-15,-26 0 16,27 0-16,-1 0 0,-26 0 16,1-26-16,-1 26 15,-79 0 48,27 52-63,-52 1 0,25-1 15,-26 1-15,27-1 16,-27-25-16</inkml:trace>
  <inkml:trace contextRef="#ctx0" brushRef="#br2" timeOffset="-180984.41">7609 13330 0,'26'0'16,"1"0"0,25 0-16,53-27 15,26 1-15,0 0 16,27 0-16,-1-1 16,1 1-16,-1 26 15,-52-26-15,-26 0 16,-27 26-16,-104 0 31,-27 26-15,-52 0-16,0 0 15</inkml:trace>
  <inkml:trace contextRef="#ctx0" brushRef="#br2" timeOffset="-180401.78">3988 14143 0,'-79'26'0,"27"-26"16,26 0-16,-1 0 0,80 0 31,26 0-31,25 0 16,54 0-16,-1-26 15,1-27-15,-27 27 16,0 0-16,-52 26 16,-53 0-16,0 0 15,-78 0 1</inkml:trace>
  <inkml:trace contextRef="#ctx0" brushRef="#br2" timeOffset="-178383.9">8554 13959 0,'-27'0'16,"27"-26"-16,0 0 31,0 0-15,0 52 77,27 26-93,25 1 16,-26-1-16,1 1 0,-1-1 16,0 1-16,-26-27 15,0 0-15,26 0 16,-26 1-16,0-1 31,27-26-15,-27-26-16,26-1 15</inkml:trace>
  <inkml:trace contextRef="#ctx0" brushRef="#br2" timeOffset="-177582.71">8974 13854 0,'0'-26'16,"0"0"-1,0 52 63,0 27-78,26-1 16,0 27-16,0-27 0,1 1 16,-1 25-16,0-51 15,0-1-15,-26 0 16,0 0-1,0-78 32,0 26-47,-26-27 16,26 27-16,-26-27 16,26 27-16,0 0 15,0 0-15,26 0 16,26 26-16,-25-27 15,-1 27 1,26 0-16,1 0 0,-1 27 16,1-1-16,-1 0 15,-52 0-15,27 0 16,-27 1-16,26-27 16,-26 26-16,0-52 46,0-1-30,0 1 0,0-26-16,0 26 0,0-1 15,52 1-15,1 0 16,-1 0-16,1 26 31,-1 0-31,-26 0 0,27 0 0,-27 26 16,0 26-16,1 1 15,-27-27-15,0 26 16,0-25-16,0-80 63,0 1-63,0-1 15,0 27-15,0-26 16,0 25-16,0 1 15,0 0-15,0 0 16</inkml:trace>
  <inkml:trace contextRef="#ctx0" brushRef="#br2" timeOffset="-177012.07">10023 13382 0,'0'-52'15,"0"25"-15,0 1 16,0 0-16,-52 0 16,-27-1-16,-52 1 15,-27 0-15,-52 0 16,-26 26-16,-52 0 15,-54 0-15,1 0 0,26 0 16,-26 26-16,26 0 31,27 0-31,-53 27 0,52 26 0,-26 26 16,27 26-16,25 0 31,27 26-31,26 1 0,26-27 0,53 26 16,53-25-16,25 25 15,27-26-15,26-26 16,26 0-16,53 0 16,52-26-16,53 0 0,52-27 15,26-26 1,79 1 0,53-27-16,26 0 15,52-53-15,0-26 16,27 1-16,-53-27 15,0-27-15,-52 1 16,-53-26-16,-53-1 16,-78-25-16,-52 25 15,-80 1-15,-78-1 16,-26 27-16,-105 26 0,-79 27 16,-52 51-16,-79 27 15,0 0-15,-53 53 16,27 25-16</inkml:trace>
  <inkml:trace contextRef="#ctx0" brushRef="#br2" timeOffset="-174961.59">5484 16268 0,'-27'-26'15,"27"0"1,0 52 46,0 27-62,0-1 0,0 53 16,27-26-16,-1-27 16,0 27-16,0-27 15,-26 1-15,27-27 16,-27 0-16,0 1 15,0-1 1,26-26 0,-26-53-1</inkml:trace>
  <inkml:trace contextRef="#ctx0" brushRef="#br2" timeOffset="-174224.18">6455 16662 0,'26'0'47,"26"-26"-47,1 26 15,-1 0-15,1 0 16,-1-26-16,1 26 0,-1 0 16,-26-27-1,1 27-15,-1 0 0,-26-26 16,26 26-1,0 0-15,-26-26 16</inkml:trace>
  <inkml:trace contextRef="#ctx0" brushRef="#br2" timeOffset="-173501.37">6455 16898 0,'26'0'32,"53"0"-17,-1 0-15,27 0 0,-26 0 16,0 0-16,-27 0 16,1 0-16,-27 0 15,0 0-15,0 0 16,-26-26 15,-52 26 469,-1 26-500</inkml:trace>
  <inkml:trace contextRef="#ctx0" brushRef="#br2" timeOffset="-173044.62">5484 16268 0,'0'-26'15,"-27"26"-15,54 0 47,-1 0-31,26 0-16,1 0 16,26 0-16,26 26 15,-27 1-15,1 25 0,-27 1 16,1-27-16,-27 26 15,0 27-15,-26-26 16,-26-1-16,-26 0 16,-27 1-16,-26-1 15,0 1-15,26-1 16,27-25-16,-1-1 16,1 0-16,26 0 15,26 1-15</inkml:trace>
  <inkml:trace contextRef="#ctx0" brushRef="#br2" timeOffset="-172525.81">7557 16085 0,'0'-27'16,"-27"27"-1,1 0 1,-26 0-16,-1 27 16,27 25-16,-27-26 15,53 27-15,0-27 16,0 27-16,53-27 16,26 26-16,26-25 0,0-27 15,-27 26-15,1 0 16,-27-26-16,-25 26 15,-1-26-15,-26 27 16,-26-1 0,-27 0-1,-25 0 1,-1 1-16,0-1 0,0-26 16,27 26-16,26-26 15,-1 26-15,-25-26 0</inkml:trace>
  <inkml:trace contextRef="#ctx0" brushRef="#br2" timeOffset="-172289.14">8606 16006 0,'0'-26'16,"0"52"15,-26 26-15,0 27-1,-27-26-15,27 25 0,-26-25 16,-1-1-16,1 1 16,-27-1-16,0-25 15,0-1-15,27 0 16</inkml:trace>
  <inkml:trace contextRef="#ctx0" brushRef="#br2" timeOffset="-172085">8029 16163 0,'0'-26'0,"26"0"16,0 26 0,53 26-1,0 0-15,0 27 16,26-27-16,-1 27 15,-25-27-15,26 0 16,-26 0-16,0 1 16,-53-27-16,26 0 15</inkml:trace>
  <inkml:trace contextRef="#ctx0" brushRef="#br2" timeOffset="-171833.81">9183 15901 0,'-26'-26'0,"0"0"16,26 52 31,26 26-31,0 27-16,1-27 15,-1-25-15,0 25 16,0-26-16,-26 27 15,0-27-15,27-26 0,-27 26 16,0 1 0,-27-27-1</inkml:trace>
  <inkml:trace contextRef="#ctx0" brushRef="#br2" timeOffset="-171613.25">8947 16032 0,'-26'-26'16,"0"0"-16,0 26 15,26-26-15,0-1 16,26 1-16,0 0 0,53 0 16,0-1-16,-1 1 15,1 0-15,0 0 32,-1 26-32,-25-27 0,-27 27 0,0 0 15,-26 27 16,-26-1-31,-53 53 16</inkml:trace>
  <inkml:trace contextRef="#ctx0" brushRef="#br2" timeOffset="-171298.68">6953 17790 0,'26'0'31,"27"-26"-31,52 0 0,0 0 0,26-1 16,26-25-16,1-1 16,-1 27-16,-26 0 15,-52 0-15,-26 26 16</inkml:trace>
  <inkml:trace contextRef="#ctx0" brushRef="#br2" timeOffset="-171125.73">7294 17948 0,'79'0'16,"26"0"0,26-27-16,27 1 15,-27 0-15,-26 0 16,0 0-16,-53-1 15,-26 1-15,-26 0 16</inkml:trace>
  <inkml:trace contextRef="#ctx0" brushRef="#br2" timeOffset="-170183.56">12227 4828 0,'-26'-26'16,"79"52"31,-1 26-32,0-25-15,-25-1 16,-1-26-16,0 0 31,0 0-31,27-53 0,26-25 16,52-27-1,0-27-15,0 28 0,0-28 16,1 27-16,-27 27 16,-27-1-16,-25 53 15,-27-1-15,0 27 16,-52 53 0</inkml:trace>
  <inkml:trace contextRef="#ctx0" brushRef="#br2" timeOffset="-169004.31">8396 17370 0,'-52'0'16,"26"0"-16,26-26 31,0 0-15,52 0-16,-26 26 16,27-27-16,-1 27 0,-26 0 15,1 0-15,-1 0 16,0 0-16,-26 27 15,26-27 1,-26 26-16,0 0 16,0 0-16,0 1 15,0-1-15,-26 26 16,26-25 0,0-1-16,0 0 15,26 0-15,27 1 0,-1-1 16,1 0-16,-1 0 15,1-26-15,-27 27 16,0-27 0,-26 26-16,-26-26 31,-26 26-31,-27-26 16,26 26-16,1-26 15,-1 0-15,27 0 16,0 0-16,26-26 15,0 0-15</inkml:trace>
  <inkml:trace contextRef="#ctx0" brushRef="#br2" timeOffset="-168642.75">9210 17239 0,'-27'0'15,"1"0"32,26 53-47,0-1 0,0-26 16,0 27 0,0-1-16,0-25 0,26-1 31,1 0-31,51 0 0,-25-26 0,-1 0 15,-25 0-15,25 0 16,-26-26-16,-26 0 16,27-27-16,-27 27 15,0-26-15,-27 25 16,1-25 0,-26 26-16,25-1 0,-25 1 15,26 26 1,-1 0-16,1 0 0</inkml:trace>
  <inkml:trace contextRef="#ctx0" brushRef="#br2" timeOffset="-168327.98">9892 17029 0,'-26'-26'15,"-1"26"-15,54 0 32,-1 0-17,26 26-15,27 1 16,-26-1-16,25 26 15,-25-25-15,-1-27 16,-25 26-16,-1 0 16,0-26-16,0 0 15,0 26-15,-26 0 16</inkml:trace>
  <inkml:trace contextRef="#ctx0" brushRef="#br2" timeOffset="-168107.97">10154 16951 0,'0'-27'0,"-26"27"16,0 27 15,26-1-15,-53 53-16,27-1 15,-26 1-15,-1 0 16,1-27-16,-1 27 15,1-27-15,26 1 0,-1-1 16,27-25-16,-26-27 16</inkml:trace>
  <inkml:trace contextRef="#ctx0" brushRef="#br2" timeOffset="-167557.72">8921 14878 0,'-52'0'16,"52"26"-16,52-26 31,27-26-31,52-1 0,26-25 16,1 26-16,-1-27 16,1 27-16,-27 0 15,-26 0 1,-53 26-16,-52-27 0,-52 54 31,-53-1-15,-52 0-16,-27 26 15,26 1-15,1-27 16,26 0-16,26 1 16,79-1-16,-1-26 15,54 0 1,78 0-16,26-26 0,52-27 15,1 1-15,0-1 16,-1 1-16,-51-1 16,-27 27-16,-53 0 15,-26 26-15,-104 0 16,-80 52 0</inkml:trace>
  <inkml:trace contextRef="#ctx0" brushRef="#br2" timeOffset="-166851.35">10994 16610 0,'0'52'46,"26"0"-46,-26 27 16,26-26-16,-26-27 16,0 26-16,27-52 15,-27 27 1,0-54 15,0-25-15,0-27-16,-27 0 15,-25 27-15,26 0 16,26-1-16,-26 27 16,26 0-1,0 78 17,26-26-32,26 27 15,1-1-15,-1 1 16,-26-1-16,27-26 15,-27 1-15,-26 25 16,0-26-16,0 27 16,-26-1-16</inkml:trace>
  <inkml:trace contextRef="#ctx0" brushRef="#br2" timeOffset="-166535.97">9866 18000 0,'-53'26'0,"1"-26"15,130 0 16,-25-26-15,26 0-16,-1 0 16,1-1-16,-26 27 15,-1-26 1,-26 26-16,1-26 0,-27 52 31</inkml:trace>
  <inkml:trace contextRef="#ctx0" brushRef="#br2" timeOffset="-166378.27">9866 18184 0,'-53'26'16,"27"0"0,0 1-16,78-27 47,1-27-47,52 1 15,0 0-15,0 0 16,0-27-16,-1 1 15</inkml:trace>
  <inkml:trace contextRef="#ctx0" brushRef="#br2" timeOffset="-165859.11">11020 17738 0,'-26'0'16,"26"-26"-16,52-1 16,1 1-16,-1 0 15,1 26-15,-1-26 16,-25 26-16,25 0 31,-26 0-31,1 0 16,-27 26-16,26 0 15,-26 27-15,0-27 16,-26 26-16,-1-25 16,1-1-16,0 0 0,0 0 15,26 0-15,0 1 16,0-1-16,26-26 15,53 26-15,-27 0 16,1 1-16,-1-1 16,-26-26-16,1 26 15,-27 0 17,-53-26-32,-26 27 15,1-27-15,-27 26 16,26-26-16,26 0 15,1 0-15,26-26 0,26-1 16,0-25 0,52-1-16</inkml:trace>
  <inkml:trace contextRef="#ctx0" brushRef="#br2" timeOffset="-165482.41">11834 17659 0,'0'-26'16,"-27"26"31,27 26-16,0 27-31,0-1 16,0 1-16,0-27 15,0 26-15,0-26 16,53 1-16,-1-27 15,-25 26-15,25-26 16,1 0-16,25 0 16,-25-53-16,-1 27 15,-25-26-15,-1 26 16,-26-27-16,0-26 16,0 27-16,-53-1 15,1 27-15,-1 0 16,27 26-16,-26 0 0,25 0 15,-25 0-15,26 26 16,-27 53-16,1-27 16</inkml:trace>
  <inkml:trace contextRef="#ctx0" brushRef="#br2" timeOffset="-165215.1">11230 18709 0,'-26'0'15,"52"0"1,79 0 0,53-27-16,25-25 15,1-1-15,26-25 16,-26 25-16,-27 1 15,-26 26-15,-52-1 16,-27 27-16,-78 0 16,-79 27-1,0 25-15</inkml:trace>
  <inkml:trace contextRef="#ctx0" brushRef="#br2" timeOffset="-165011.41">11624 18761 0,'-26'26'0,"52"-26"31,79 0-31,26-52 16,26 26-16,27-27 15,-27 27-15,1-27 16,-1 27-16,-52 0 16,-52 0-16,-1 26 15,-78 0 1,-53 0-16,-26 0 15</inkml:trace>
  <inkml:trace contextRef="#ctx0" brushRef="#br2" timeOffset="-163874.06">1233 6848 0,'-131'0'15,"52"27"-15,26-27 16,27 0-16,26-27 16,79-25-16,52-27 0,79-26 15,52-26-15,27 26 16,26-26-16,0 52 16,-27-26-16,-51 26 15,-27 27-15,-79-1 16,-53 27-16,-51 26 15,-106 26 1</inkml:trace>
  <inkml:trace contextRef="#ctx0" brushRef="#br2" timeOffset="-163716.33">1600 6875 0,'-183'131'16,"25"0"-16,106-52 15,25-27-15,27 1 16,158-53-16,78-53 15,105-26-15,79-52 16,26-52-16,26-27 16,-52 0-16,-53-26 15,-52-1-15</inkml:trace>
</inkml:ink>
</file>

<file path=ppt/ink/ink1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1T09:25:26.884"/>
    </inkml:context>
    <inkml:brush xml:id="br0">
      <inkml:brushProperty name="width" value="0.05292" units="cm"/>
      <inkml:brushProperty name="height" value="0.05292" units="cm"/>
      <inkml:brushProperty name="color" value="#C00000"/>
    </inkml:brush>
  </inkml:definitions>
  <inkml:trace contextRef="#ctx0" brushRef="#br0">11939 4985 0,'0'-52'0,"0"26"16,0-27-16,0 1 15,0 25-15,0 1 16,0-26-16,0 25 15,-27 27 1,27-26-16,0 79 78,0-1-78,0 53 16,0 0-16,0 0 15,0 0-15,0 0 16,0 26-16,27 27 16,-27-27-16,0 0 15,0 26-15,0 1 16,0-1-16,0 1 16,0 25-16,0 1 15,0-26-15,0 25 16,0-25-16,0 25 15,0-25-15,0-27 0,0 26 16,0 1-16,0-1 16,0 1-16,0-27 15,0 26-15,0 27 16,0-27-16,0 1 16,-27-1-16,27 27 15,0-27-15,0 1 16,-26-1-16,26 27 15,0-27-15,0 1 16,-26 26-16,26-27 16,0 27-16,0-1 15,0 1-15,-26-27 0,26 27 16,0 0-16,-27-27 16,27 1-16,0-1 15,0 27-15,0-27 16,0 27-16,0 0 15,0-27-15,0 27 16,0-1-16,0 1 16,0 26-16,0-26 15,27-1-15,-1 27 16,0-26-16,0 26 16,-26-26-16,27 25 0,-1-25 15,26 0-15,-25 26 16,-1-27-16,0 1 15,0 0-15,-26-1 16,27 1-16,-1 0 16,0-27-16,0 27 15,1-27-15,-1 1 16,-26-1-16,26-26 16,0 1-16,0-1 15,1-26-15,-1 26 16,-26-26-16,26 0 15,0-26-15,1-27 0,-27-26 16,0 1-16,26-27 16,-26-53-1,0 1 1</inkml:trace>
  <inkml:trace contextRef="#ctx0" brushRef="#br0" timeOffset="178204.67">13382 5431 0,'-26'0'0,"-1"-26"16,27 52 31,0 27-47,0 26 15,-26-27-15,0 1 16,0-1-16,26 1 15,-27-27-15,27 0 16,-26-26-16,26 26 16,0-52 31,26 0-32,1 0-15,25-1 16,1 1-16,-1 26 15,-26 0-15,53 0 16,-27 0-16,27 26 16,26 1-16,-52-1 15,-1 0-15,-26 26 16,-26-25-16,0 25 16,-52 1-16,-53-27 15,0 26-15,-26-25 0,26-1 16,26 0-1,0-26-15,1 0 0</inkml:trace>
  <inkml:trace contextRef="#ctx0" brushRef="#br0" timeOffset="178377.21">13303 5536 0,'26'0'16,"1"0"-16,25 0 15,1-26-15,51 26 16,1 0-16,0 0 16,0 0-16,0 26 15,-52 1-15</inkml:trace>
  <inkml:trace contextRef="#ctx0" brushRef="#br0" timeOffset="178596.7">14143 5536 0,'0'27'63,"0"-1"-63,0 53 0,0-27 15,-26 1-15,26-1 16,0 0-16,0-25 15,0 25-15,0-26 16,0 1-16,26-27 16</inkml:trace>
  <inkml:trace contextRef="#ctx0" brushRef="#br0" timeOffset="178832.17">14458 5668 0,'-27'0'16,"-25"0"-16,-1 0 16,-25 26-16,-1 0 15,27 0-15,-1 27 16,27-27-16,0 0 16,26 0-16,0 1 15,52-1-15,27 0 16,-1-26-16,27 26 15,0-26-15,-26 0 16,0 0-16,-27 0 16</inkml:trace>
  <inkml:trace contextRef="#ctx0" brushRef="#br0" timeOffset="179413.53">14746 5773 0,'-26'-27'16,"26"80"31,0-27-32,0 26-15,0 1 0,0-27 16,0 0-16,0 1 16,0-54 30,0 1-46,0-26 16,0 25-16,0-25 16,0 26-16,0 0 15,53-1 1,-27 27-16,0 0 16,0 0-16,27 27 15,-27 25-15,0-26 16,0 27-16,-26-1 15,0 1-15,0-27 0,0-52 47,0-1-31,0-25-16,0-1 16,0 27-16,27 0 15,-1 0-15,-26 0 16,26 26-16,0 0 15,1 0-15,-1 26 16,0 26-16,0 1 16,1-27-16,-27 26 15,26-25-15,-26 25 32,26-26-32,0 1 0,1-1 0</inkml:trace>
  <inkml:trace contextRef="#ctx0" brushRef="#br0" timeOffset="179649.49">15560 5799 0,'0'-26'0,"0"-1"16,0 1-16,0 79 62,0-1-62,26 53 16,-26-26-16,0 26 16,26-27-16,-26 27 15,0-26-15,0 0 16,0-27-16,0 1 0,0-1 16,-26-52-1,0 0-15</inkml:trace>
  <inkml:trace contextRef="#ctx0" brushRef="#br0" timeOffset="179838.4">15533 6009 0,'27'-53'15,"25"1"-15,1 25 16,25 1-16,1 0 16,26 26-16,-52 0 15,-1 0-15,1 26 16,-53 27-16,0-1 15,-27 27-15,-78 0 0,0-27 16,-26 27-16,26-53 16,26 27-16</inkml:trace>
  <inkml:trace contextRef="#ctx0" brushRef="#br0" timeOffset="180294.4">16189 5536 0,'0'-26'0,"0"0"15,0 0-15,0 52 47,0 53-47,0-1 16,0 1-16,0 0 15,0-1-15,27 1 16,-27-26-16,0-1 16,0-26-16,0-78 47,0-1-47,26-25 0,0 25 15,0 1-15,27 26 16,-1-1-16,-25 1 15,25 26-15,-26 0 16,27 26-16,-1 27 16,1-1-16,-27 27 15,0-27-15,0 1 16,-26-1-16,0-25 16,0 25-16,0-26 15,0 1-15</inkml:trace>
  <inkml:trace contextRef="#ctx0" brushRef="#br0" timeOffset="180562.55">17501 5930 0,'-52'-26'16,"26"26"-16,78 0 31,79 0-15,27 0-16,52 0 0,26-27 15,0 27-15,26 0 16,-25 0-16,-27 0 16,-53 0-16,-26 0 15,-78 0-15,-1 0 16,-104-26-1</inkml:trace>
  <inkml:trace contextRef="#ctx0" brushRef="#br0" timeOffset="180845.4">19128 5641 0,'0'27'31,"0"-1"-31,27 0 15,25 0-15,27 1 16,-27-1-16,1 0 16,-1-26-16,1 0 15,-27 0-15,0 0 16,-26 26 15,-52 0-15,-1 1-16,27 25 15,-27-26-15,53 27 16,0-1-16,0-25 16,0 25-16</inkml:trace>
  <inkml:trace contextRef="#ctx0" brushRef="#br0" timeOffset="181301.93">20703 5510 0,'-53'-26'15,"-26"0"-15,53 26 16,-26 0-16,26 0 16,-1 0-16,1 0 15,-26 26-15,25 26 16,-25 1-16,26-1 15,26 1-15,0 26 16,0-27 0,0 0-16,0 1 0,78-1 15,-25-25-15,-1-27 16,27 26-16,0-26 0,-1 0 16,-25-26-16,-1-1 15,-25 1-15,-1-26 16,-26 25-1,0-25-15,0 26 0,-26 0 16,-27 26 0,1 0-16,-27 0 15,0 0-15,27 0 0,-1 26 16,1 0-16,26 0 0,26 0 16,0 27-16,0-27 15,0 0-15,0 1 16</inkml:trace>
  <inkml:trace contextRef="#ctx0" brushRef="#br0" timeOffset="182873.65">20755 4146 0,'0'-27'16,"0"-25"-16,0 26 0,-52-1 16,-1 1-16,1 26 15,-1 0-15,-25 0 16,-1 0-16,26 0 15,1 53-15,-1-27 32,27 26-32,26 1 0,0-1 0,0-25 15,26-1-15,1 0 16,25 0-16,1-26 16,-1 0-16,1 0 15,-1 0-15,0-52 16,-25 26-16,-1-1 15,-26 1-15,26 0 0,-26 0 16,0-1-16,0 80 63,0-1-63,0 27 15,0 0-15,0-27 16,0 27-16,0-27 15,0 1-15,0-27 16,0 0-16,26 1 16,-26-1-16,27-26 15</inkml:trace>
  <inkml:trace contextRef="#ctx0" brushRef="#br0" timeOffset="183291.55">21070 4172 0,'26'0'0,"1"0"31,-27 26 141,26-26-47</inkml:trace>
  <inkml:trace contextRef="#ctx0" brushRef="#br0" timeOffset="183558.34">21254 4539 0,'26'0'47,"-26"26"0,-53-26-32,27 0 1,-26 0-16,26 0 16,-1 0-16,1 0 15,26-26-15,53 0 31,-1 26-31</inkml:trace>
  <inkml:trace contextRef="#ctx0" brushRef="#br0" timeOffset="184222.57">21831 4093 0,'-26'0'16,"0"-26"-16,-1 26 31,1 0-31,0 52 16,0-25-16,-27 25 16,53 1-16,0-27 15,0 26 1,0-25-16,0 25 0,53-26 15,-1-26-15,-26 0 16,27 27-16,-1-27 16,-26 0-16,-26-27 15,27 1-15,-27-26 0,0 25 16,0-25-16,0 26 16,-27-27-16,27 27 15,0 0-15,0-27 16,0 27-16,27 0 15,25 26-15,27 0 16,-27 0-16,1 0 16,-1 0-16,-25 0 15,-1 0-15,0 26 16,0 26-16,-26 1 0,0-1 16,0 1-1,0-1-15,0 1 0,27-27 16,-1 27-16,0-27 15,0 0-15,27 0 16,-27-26-16,26 0 16,-25 0-16,51 0 15,-51-26-15,25-26 16,-26-1-16,-26 1 16,0-1-16,0 1 15,0-27-15,-52 26 16,-1 27-16,-25 0 15,25 0-15,1 26 0,-27 0 16,27 0-16,-27 52 16</inkml:trace>
  <inkml:trace contextRef="#ctx0" brushRef="#br0" timeOffset="187651.64">20676 5694 0,'0'-26'46,"0"-1"-30,0 1 0,0 0-1,-26 26-15,26-26 16,-52-1-16,25 1 16,1 26-16,-26-26 15,26 26-15,-27 0 16,1 0-16,-1 26 15,1 27-15,25-1 16,27 1-16,0-1 16,0 1-16,0-1 0,0-26 15,53 27-15,-1-27 16,27 0-16,0-26 16,-1 0-16,-25 0 15,26-26-15,-27-27 16,-26 27-16,27-52 15,-27 25-15,-26-26 16,0 27-16,0-1 16,0 1-16,0 26 15,0 52 17,0 53-17,0-1-15,0 27 16,0 0-16,0 0 15,26 0-15,-26-26 16,27 0-16,-1-1 16,-26-51-16,26 25 15,-26-26 1,0-78 15,0-27-15</inkml:trace>
  <inkml:trace contextRef="#ctx0" brushRef="#br0" timeOffset="188029.73">21647 5641 0,'-26'27'15,"0"-1"1,0-26-16,-1 0 15,54 0 32,-27-26-47,26 26 16,-52 0 46,-1 0-46,54 0 47</inkml:trace>
  <inkml:trace contextRef="#ctx0" brushRef="#br0" timeOffset="188485.3">21542 6192 0,'-26'0'0,"52"0"46,1-26-30,-1 26-16,0 0 0,-26 26 31,0 1-15,-26-27 0,-27 26-16,1-26 15,26 0-15,-1 0 16,27-26-16,0-1 15,0 1-15,0 0 16,27 26 0,-1 0 15,-26 26-15,26-26-16,0 0 78</inkml:trace>
  <inkml:trace contextRef="#ctx0" brushRef="#br0" timeOffset="188876.74">22330 5720 0,'0'-26'16,"-27"0"-1,1 26 1,-26 0-16,25 26 16,-25 0-16,-1 27 15,27-27-15,0 26 0,0 1 16,26-1-16,0-26 15,0 27 1,0-27-16,26 0 0,26-26 16,1 0-16,-1 0 15,1 0-15,-1-26 16,1 0-16,-1 0 16,-52-27-16,27 27 15,-27-27-15,0 1 16,-27 26-16,-25 0 0,-1-1 15,1 1-15,26 26 16,-1 0-16,-25 0 16,26 0-16,-1 0 15,27 26-15</inkml:trace>
  <inkml:trace contextRef="#ctx0" brushRef="#br0" timeOffset="189270.1">22644 5563 0,'0'-27'0,"0"1"16,0 52 15,-52 1-16,26 51-15,-1-25 16,27 26-16,0-27 16,0 0-16,0 1 15,0-1-15,27-25 16,-1-1-16,26 0 16,1-26-16,-1 0 15,-25 0-15,-1 0 0,26 0 16,-25 0-16,-1-26 15,-26 0 1,0-1-16,-26 27 31,-1 0-31,-25 0 16,-1 0-16,-25 27 16,25-1-16</inkml:trace>
  <inkml:trace contextRef="#ctx0" brushRef="#br0" timeOffset="190402.1">14038 7321 0,'-105'0'0,"26"0"16,0 0-16,1 0 0,-1 0 16,26 52-16,1 1 15,0-1-15,-1 27 16,53 0-16,0-1 15,0 1-15,0 0 16,0-27-16,53 1 16,-1-1-16,27-26 15,-1-26-15,1 27 16,-26-27-16,-1 0 16,1-27-16,-27 1 15,0-26-15,-26 25 16,0-25-16,0 26 15,-26-1-15,-27 1 0,1 0 16,-27 26-16,0 0 16,1 0-16,-1 26 15,53 27-15,0-27 16,26 26-16,0 1 16,26-27-16,52 27 15,1-27-15,-26-26 16</inkml:trace>
  <inkml:trace contextRef="#ctx0" brushRef="#br0" timeOffset="190654.43">14326 7609 0,'0'-26'15,"-26"0"-15,0 26 16,0 52 15,-1 1-15,27 25-16,0-25 15,0-1-15,0 1 0,0-1 16,0 1 0,0-27-16,0 27 0,0-27 15</inkml:trace>
  <inkml:trace contextRef="#ctx0" brushRef="#br0" timeOffset="191886.21">14589 7688 0,'0'-26'0,"0"0"16,-26 26-1,-1-27-15,-25 27 0,26 0 16,-27 0-16,1 53 15,-1-1-15,1-26 16,25 53-16,27-26 16,0-27-16,0 26 15,27-25-15,25-1 16,27 0-16,-27-26 16,27 0-16,-26 0 15,-1 0-15,1-26 16,-27 0-16,0-27 15,0 1-15,1 25 0,-27-25 16,26 26-16,-26-1 16,0 54 31,0-1-32,0 26-15,0 1 16,0-27-16,0 0 15,0 1-15,0-80 47,0 27-31,0-27-16,0 1 16,0 26-16,0-1 15,0 1-15,26 26 16,0 0-16,0 0 15,1 0-15,-1 0 16,0 0-16,0 53 16,1-1-16,-1-26 15,0 27-15,0-27 0,1 0 32,-1-26-32,0-26 31,0-26-31,1-1 15,-1 27-15,0 0 16,-26-1-16,26 27 16,-26-26-16,0 52 31,27 27-15,-1-27-1,0 27-15,27-27 0,-1 0 0,0 0 16,1 1-16,-1-27 15,-25 0-15,25-27 16,-26 1-16,1 0 16,-27-27-16,0 1 15,0 26-15,0-27 16,0 27-16,-27 0 16,1 26-1,26 52 32,0 27-31,0 0-16,0-27 0,26 27 15,-26 0-15,0-1 16,0 1-16,27-26 16,-27-1-16,0-26 15,0 0-15,0 1 16,0-1-1,0-52 1,0-27 0,-27-25-16,1-1 15,0-26-15,26 0 0,0 26 16,0 0-16,0 1 16,26 25-16,0 27 15,1 26-15,25 0 16,-26 0-1,-26 26-15,0 0 16,0 27-16,0-1 16,0 1-16,-52-1 15,-1-25-15,1-1 16,-1 0-16,1 0 16</inkml:trace>
  <inkml:trace contextRef="#ctx0" brushRef="#br0" timeOffset="192447.64">16189 7373 0,'-26'-26'0,"0"0"15,26-1 1,-26 80 47,26-1-48,0 27-15,0 0 16,0-27-16,0 27 15,0 0-15,0-53 16,0 26-16,0-25 16,0-1-16,26-26 31,-26-26-31,26-27 16,0 1-16,27-1 15,-27 1-15,0 26 16,1-1-1,-1 27-15,0 0 16,0 53 0,27-27-16,-1 26 15,-25 1-15,25-27 16,1 27-16,-27-53 0,0 26 16,0-26-1,0 0-15,1 0 0,-1 0 16,26-26-16,-25-1 15,25 1-15,1-26 16,-27-1-16</inkml:trace>
  <inkml:trace contextRef="#ctx0" brushRef="#br0" timeOffset="192872.73">17501 7740 0,'-52'0'0,"-1"-26"16,1 26-16,26 0 15,52 0 1,26 0 0,53 26-16,53-26 15,-1 0-15,27 0 16,26 0-16,-26 0 16,26 0-16,-53 0 15,0-26-15,1 26 16,-53 0-16,-53 0 15,1 0-15,-27 0 16,-26-26 0,0 0-1</inkml:trace>
  <inkml:trace contextRef="#ctx0" brushRef="#br0" timeOffset="193188.8">19076 7504 0,'-26'0'0,"-1"-26"15,27 52 17,0 1-17,27 25-15,25-26 16,1 1-16,25-27 16,-25 26-16,-1-26 15,-26 0-15,27 0 0,-27 0 16,-26 26 31,-26 0-32,-27 0-15,1 27 16,0-1-16,25 1 16,-25-1-16,26 1 15,-1-1-15,-25 1 16,26-27-16,-27 0 15</inkml:trace>
  <inkml:trace contextRef="#ctx0" brushRef="#br0" timeOffset="194033.61">18604 3542 0,'-237'0'16,"1"0"-16,53 0 15,51 0-15,27 0 16,79 0-16,105 0 16,105 0-1,104 0-15,80 0 0,51-26 16,27 26-16,-26-26 15,0-1-15,-26 1 16,-27 26-16,-78-26 16,-27 0-16,-104 26 15,-54 0-15,-51-27 16,-106 27 15,-51 0-31</inkml:trace>
  <inkml:trace contextRef="#ctx0" brushRef="#br0" timeOffset="195230.03">20939 7609 0,'0'-52'16,"0"26"-16,0-1 15,0 1-15,-26 0 16,-27 26 0,-26 0-16,1 0 15,-27 0-15,26 26 16,27 0-16,-1 1 16,27-1-16,26 26 0,0 1 15,52 25-15,27-25 16,0 26-16,26-27 15,-27 1-15,1-1 16,0-26-16,-53 1 16,0-27-16,-78 0 31,-27 0-31,-26 0 16,26 0-16,-26 0 15,53-27-15,0 1 16,52 0-16,0-27 0,0 1 15,52-1-15,53 1 16,0-1-16,26 1 16,0 0-16</inkml:trace>
  <inkml:trace contextRef="#ctx0" brushRef="#br0" timeOffset="195574.7">21621 7609 0,'0'27'94,"0"-1"-78,0 0-16,-26-26 15,0 26-15,-1-26 16,1 0-16,0 0 16,26-26-1,0 0 1,0 0-16,26 26 15,0 0 1</inkml:trace>
  <inkml:trace contextRef="#ctx0" brushRef="#br0" timeOffset="195825.39">21542 8029 0,'27'0'31,"-1"0"-15,0 0-16,27 0 0,-53 26 15,26 1-15,-26-1 16,0 0 0,-26-26-16,-27 0 15,27 0-15,-27 0 16,27 0-16,0 0 15,26-26 1,0 0-16,0-1 16</inkml:trace>
  <inkml:trace contextRef="#ctx0" brushRef="#br0" timeOffset="196201.92">22408 7478 0,'-26'0'16,"0"0"-1,0 0-15,-1 0 16,-25 26-16,26 1 16,-1-1-16,27 0 15,0 27-15,0-27 0,27 0 16,25 26-16,1-25 15,-1-1-15,1 0 16,-1-26-16,0 26 16,-25 1-1,-1-1-15,0 0 0,-26 0 16,0 1-16,0-1 16,-52 0-16,-1 0 15,-25-26-15,25 27 16,1-27-16,-1 0 15,1 0-15,25 0 16,27-53-16</inkml:trace>
  <inkml:trace contextRef="#ctx0" brushRef="#br0" timeOffset="196344.33">22225 7557 0,'0'-26'16,"52"26"15,27-27-31,26 27 16,0 0-16,0 0 15</inkml:trace>
  <inkml:trace contextRef="#ctx0" brushRef="#br0" timeOffset="196800.66">23327 7478 0,'-53'-26'0,"1"-27"16,25 27-16,1 0 16,-26 26-16,25-26 15,-25 26-15,0 0 16,-1 0-16,1 0 0,25 26 15,27 26-15,0-25 16,27 25-16,51 27 16,27-27-16,-26 1 15,26-1-15,-26 1 16,-53-1 0,26 1-16,-52-27 0,0 0 15,0 0-15,0 1 16,-52-1-16,-27 0 15,0-26-15,1 0 0,25 0 16,1-26 0,26-27-16,26 1 0,0-27 15,52 27-15,27-27 16,-1 27-16,1-1 16,0 27-16,-27 0 15,-25-1-15</inkml:trace>
  <inkml:trace contextRef="#ctx0" brushRef="#br0" timeOffset="197726.36">14536 9604 0,'0'-27'0,"-26"54"47,26 25-47,-26 0 0,26 27 16,0 0-16,0 0 15,0-27-15,0 27 16,0 0-16,0-27 0,26-26 15,0 27-15,-26-27 16</inkml:trace>
  <inkml:trace contextRef="#ctx0" brushRef="#br0" timeOffset="198004.47">14458 9892 0,'-27'-52'16,"27"25"-16,0-25 31,0 26-31,0-1 16,53 27-1,-1 0 1,27 27-16,0 25 0,26-26 16,-27 27-16,1-1 15,0 1-15,-27-1 16,-52 1-16,0-1 15,0-25-15,-78 25 16,-27-26-16,0 27 16,26-27-16,-26 0 15,26-26-15,27 26 16,-1-26-16,1 27 16,26-27-16</inkml:trace>
  <inkml:trace contextRef="#ctx0" brushRef="#br0" timeOffset="198339.1">13775 10732 0,'-52'0'16,"26"0"-16,26 26 16,78-26-16,54 0 15,25 0-15,53 0 16,-26 0-16,26 0 16,-53 0-16,27-26 15,-53 26-15,-26 0 16,-53 0-16,-25 0 15,-106 0 1</inkml:trace>
  <inkml:trace contextRef="#ctx0" brushRef="#br0" timeOffset="198841.48">14431 11230 0,'0'53'47,"0"-1"-31,0-25-16,0 25 15,0-26-15,0 1 16,0-1 0,27-26 31,-1 0-47,0-26 15,0-1-15,27 1 16,-1 0-16,1 0 0,26 26 15,-27 0 1,0 0-16,1 0 0,-1 0 16,-25 26-16,-1 26 15,-26 1-15,0-27 16,0 26-16,0 1 16,-53-27-16,1 0 15,-1 1-15,1-1 16,26-26-16,-27 0 15,1 0-15,26-26 16</inkml:trace>
  <inkml:trace contextRef="#ctx0" brushRef="#br0" timeOffset="199092.52">14510 11204 0,'-26'-26'16,"0"26"-16,52 0 47,26 0-47,27 0 15,0 0-15,0 0 16,-1 0-16,-25 0 16,-1 0-16,-26-26 0,-52 26 62</inkml:trace>
  <inkml:trace contextRef="#ctx0" brushRef="#br0" timeOffset="199579.34">16137 10627 0,'-52'0'0,"25"0"16,1 0-16,26 26 15,53-26 1,51 26-16,1-26 16,0 0-16,0 0 15,0 0-15,-26 0 16,-27 0-16,-25 0 16,-1 0-16</inkml:trace>
  <inkml:trace contextRef="#ctx0" brushRef="#br0" timeOffset="199924.85">17501 9997 0,'-26'-52'0,"26"25"16,-26 27-16,26-26 15,0 52 32,0 27-31,0 26-16,0-1 0,26-25 15,0 26 1,1-27-16,-27 0 0,0 1 16,0-27-16,0 0 15</inkml:trace>
  <inkml:trace contextRef="#ctx0" brushRef="#br0" timeOffset="200144.57">17501 10050 0,'-26'-79'15,"26"53"-15,0-1 16,0 1-16,0 0 16,26 26-1,27 0-15,52 0 0,-26 26 0,-1 27 16,-25-27-16,-1 53 15,1-27-15,-53 1 16,0-1-16,0 1 16,-26-1-16,-53-26 15,0 27-15,-52-27 16,26 0-16,0 0 16</inkml:trace>
  <inkml:trace contextRef="#ctx0" brushRef="#br0" timeOffset="200348.47">17160 10627 0,'53'0'16,"26"0"-16,52 26 16,0-26-16,0 0 15,27 0-15,-27 0 16,0 0-16,-26 0 15,-53 0 1,1 0-16,-53-26 0,-26 26 31</inkml:trace>
  <inkml:trace contextRef="#ctx0" brushRef="#br0" timeOffset="200834.46">18262 10994 0,'-26'-52'0,"-26"25"16,25 27-16,-25-26 16,26 26-1,-27 0-15,1 0 0,-27 0 0,27 26 16,-27 27-16,26-1 15,27 27-15,26-26 16,0 25-16,26-25 16,27-1-16,26-25 15,26 25 1,-27-26-16,27-26 0,-26 27 16,-27-27-16,1 0 15,-1 0-15,-25 0 16,-27-27-16,26 1 15,-26-26-15,0 25 16,0 1-16,0 0 0,-53 0 31,1 26-31,-1 0 0,-25 0 0,25 0 16,1 26-16,25 0 16,1 0-16,26 1 15,0-1-15,0 0 16,26 0-16,53 1 15,-26-1 1,-1-26-16</inkml:trace>
  <inkml:trace contextRef="#ctx0" brushRef="#br0" timeOffset="201117.63">19364 10653 0,'53'0'47,"-1"0"-32,53 0-15,-26 0 0,0 0 0,-27 0 16,27 0-1,-26 0-15,-27 0 0,0 0 16,-52 0 15,-27 26-15</inkml:trace>
  <inkml:trace contextRef="#ctx0" brushRef="#br0" timeOffset="201337.79">19391 10837 0,'26'0'32,"26"0"-32,53 0 15,0 0-15,0 0 0,0 0 16,0-26-16,-26 26 16,-27 0-16,-25-27 15</inkml:trace>
  <inkml:trace contextRef="#ctx0" brushRef="#br0" timeOffset="203720.6">21280 10391 0,'0'-53'15,"0"27"-15,0 0 16,0 0-16,-53 26 16,1 0-1,-27 0-15,-26 26 16,27 26-16,25 1 15,1-27-15,52 26 16,0 27-16,0-26 16,105-1-16,-27 1 0,54-1 15,-54 1-15,1-1 16,-27 0-16,-52-25 16,0-1-16,0 0 15,-52 0-15,-53-26 16,0 27-16,26-27 15,1 0-15,51 0 16,1-27-16,26-25 16,0-1-16,0 1 15,79-27-15,-27 27 16,27-27 0,0 0-16,-27 27 0,-52-1 15,26 1-15,-26 26 0,0-1 16,-26 1-16,-26 26 15,-27 0-15,27 26 16,-1 1-16,27-1 16</inkml:trace>
  <inkml:trace contextRef="#ctx0" brushRef="#br0" timeOffset="204419.07">21621 10417 0,'0'-26'0,"0"-1"16,0 54 46,0 25-46,26 1-16,1-1 15,-27 1-15,26-27 0,-26 0 16,0 0 0,0-52 15,0-26-16,0-1-15,26-26 16,-26 27-16,26-1 16,1 27-16,-1 0 15,0 26 1,0 0 0,0 26-16,27 0 0,-27 27 15,0-1-15,1-25 16,-1 25-16,-26-26 15,0 1 1,-26-54 31,-1 1-47,27-26 16,0 25-16,0-25 0,0-1 15,27 27 1,-1 26-16,26-26 15,-25 26-15,-1 0 0,0 0 16,0 0-16,1 52 16,25-25-16,-26 25 15,-26-26-15,27 1 16,-27 25-16,0-26 16,0 1-16,0 25 15,-27-26-15</inkml:trace>
  <inkml:trace contextRef="#ctx0" brushRef="#br0" timeOffset="204648.13">22539 10286 0,'0'-26'0,"0"52"46,0 26-46,0-26 16,0 27-16,0-27 16,0 27-16,0-27 0,27 0 31,-1-26-31</inkml:trace>
  <inkml:trace contextRef="#ctx0" brushRef="#br0" timeOffset="204866.75">22303 10155 0,'-26'0'0,"52"0"32,27 0-32,-27 0 15,0 0-15,1 0 0,-27-27 16,0 1-1,0 0 1,-27 26-16,1-26 0,0 26 16,-27 0-16,27 26 15,0 0-15</inkml:trace>
  <inkml:trace contextRef="#ctx0" brushRef="#br0" timeOffset="205274.97">22723 10181 0,'26'52'47,"-26"-25"-47,27 25 16,-27-26-16,0 0 15,0 1-15,0-1 16,0 0-16,-27-78 47,27-1-47,0 1 16,0-27-16,0 27 15,53 25-15,-1 1 0,1 0 16,-1 26-16,-25-26 15,25 26-15,-26 26 16,27 0-16,-1 27 16,-26-1-16,1 1 15,-1-1-15,0 0 16,-26 1-16,0-1 16,-52 27-16,-1-53 15,-52 27-15</inkml:trace>
  <inkml:trace contextRef="#ctx0" brushRef="#br0" timeOffset="205621.31">20545 11414 0,'-131'0'16,"52"0"-16,27 0 15,209 0 1,53 0-16,79 0 16,52-26-16,26 0 15,-26-1-15,-26 1 16,-26-26-16,-27 25 15,-78 1-15,-53 0 16,-52 0-16,-53 26 16,-78 0-1,-80 0 1,1 0-16</inkml:trace>
  <inkml:trace contextRef="#ctx0" brushRef="#br0" timeOffset="206108.51">21883 11650 0,'-26'0'16,"-26"0"-16,26 0 0,-27 0 15,-26 0-15,27 0 16,-27 53-16,27-1 16,25 1-16,1-1 15,26 27-15,0-27 16,26 1-16,27-1 15,52 1-15,-26-27 16,-1-26-16,1 26 16,-27-26-16,1 0 0,-1 0 15,-25-26-15,-1 0 16,-26-27-16,0 27 16,0 0-16,0-27 15,-53 53-15,1-26 16,-1 26-16,-25 0 15,25 0-15,1 26 16,-1 1-16,53-1 16,0 0-16,0 0 15,27 1-15,25-1 16</inkml:trace>
  <inkml:trace contextRef="#ctx0" brushRef="#br0" timeOffset="206454.48">22356 11755 0,'0'-26'0,"-26"26"31,-1 0-15,27 52-1,0 1-15,0-1 16,0 1-16,0 26 0,27-53 15,25 26-15,1-25 16,-1-1 0,0-26-16,1 0 0,-1 0 15,1 0-15,-1-53 16,1 1-16,-1-1 16,-25 1-16,-27-27 15,0 27-15,0-1 16,-53 27-16,-26 0 15,1 26-15,25 0 0,-26 0 16,27 26 0</inkml:trace>
  <inkml:trace contextRef="#ctx0" brushRef="#br0" timeOffset="208065.17">14851 13828 0,'-105'0'0,"27"0"16,51 26-16,27 1 15,105-27 1,105 26-16,53 0 15,78-26-15,-26 0 16,52 0-16,0-26 16,1 0-16,-27-1 0,-53 1 15,-25 0-15,-106 26 16,-52-26-16,-79 26 16,1 0-16,-80 0 31,-26 0-31,1 26 15,-27-26-15</inkml:trace>
  <inkml:trace contextRef="#ctx0" brushRef="#br0" timeOffset="208976.98">16137 14484 0,'0'-26'47,"0"0"-31,52-1-16,1 1 0,-27 0 15,53 26-15,-27 0 16,1 0-16,-1 0 16,1 0-16,-1 26 0,-25 0 15,-27 1-15,0 25 16,0 1 0,-53-1-16,1 1 0,-27-27 15,0 26-15,27-26 16,-1-26-16,27 27 15,0-27 1,52 0 31,26 0-47,1 0 0,-1 0 0,27 0 16,0 0-1,-27 0-15,1 0 0,-1 26 16,-26 0-16,1 27 15,-27-27-15,0 0 32,0 0-32,-53-26 0,1 27 15,-27-27-15,27 26 16,-27-26-16,0 0 16,27 0-16,-1 0 15,1 0-15,25 0 16,27-26-1,0-1 1,27 1-16,25 0 31</inkml:trace>
  <inkml:trace contextRef="#ctx0" brushRef="#br0" timeOffset="210047.29">17239 14432 0,'-26'52'78,"0"1"-62,-1-27-16,1 26 16,26 1-16,0-1 15,0 1-15,0-27 0,26 0 16,1 0-16,-1-26 16,26 27-16,-25-27 15,25 0-15,-26 0 16,27 0-16,-27 0 15,26-27-15,-25 1 16,-1 0-16,0-27 16,0 27-16,-26 0 15,0-26-15,0-1 16,-26 27-16,-26 0 0,25-27 16,-25 53-16,-1-26 15,1 26-15,0-26 16,25 26-16,-25 0 15,26 0 1,-1 0 578,-25 26-594,-1-26 0</inkml:trace>
  <inkml:trace contextRef="#ctx0" brushRef="#br0" timeOffset="210643.45">15743 12726 0,'0'-26'15,"0"0"1,-26 26 15,-26 0-31,-1 26 16,-26 26-16,1 1 16,25 25-16,27-25 15,0-1-15,26 1 0,0-1 16,0 1-16,26-1 15,27-25 1,25-1-16,1 0 0,0 0 16,-1-26-16,1 0 15,-26 0-15,-1-26 16,-26 26-16,-26-26 16,0-27-16,0 27 15,0 0-15,0 0 16,-26-1-16,-26 27 0,25 0 15,-51 0-15,25 0 16,-26 0-16,27 27 16,26 25-16,-1-26 15,1 27-15,26-1 16</inkml:trace>
  <inkml:trace contextRef="#ctx0" brushRef="#br0" timeOffset="210957.11">16189 12805 0,'-26'-26'0,"26"-1"16,0 54 46,0 25-62,0 0 16,0 1-16,0 26 15,0-27-15,0 1 16,0-1-16,0-26 16,0 1-16,0-1 15,26 0-15,-26 0 16,27-26 15,-27-26-31,0-26 0</inkml:trace>
  <inkml:trace contextRef="#ctx0" brushRef="#br0" timeOffset="211256.02">16189 12805 0,'-26'0'0,"26"-26"16,0-1-16,26 27 15,27 0 1,26 0-16,-27 0 16,27 27-16,0-1 15,-1 26-15,-25-26 16,-27 27 0,0-1-1,-26 1-15,0-1 0,0 1 0,-78-27 16,-1 27-16,0-1 15,0-26-15,27 1 16,-1-27-16,27 0 16,26 26-16,26-26 31,27-26-31</inkml:trace>
  <inkml:trace contextRef="#ctx0" brushRef="#br0" timeOffset="211523.27">16898 13198 0,'-53'-26'16,"132"26"-1,26 0 1,-26 0-16,26 0 31,-26-26-31,-1 26 0,-25 0 0,-27 0 31,-52 0 1,-1 0-17</inkml:trace>
  <inkml:trace contextRef="#ctx0" brushRef="#br0" timeOffset="212058.68">17738 12831 0,'-27'-26'0,"27"0"16,0-1 15,0 80 1,0-1-32,0 1 15,0-1-15,0 1 16,0-27-16,0 0 15,0 0-15,53-52 63,-1 0-47,1 0-16,-1-1 15,1 27-15,25 0 16,-25 0-16,-1 0 15,1 0-15,-1 53 16,-25-27-16,-27 0 16,0 1-16,0-1 15,0 0-15,-53 0 16,1 1-16,25-1 16,-51 0-16,25-26 0,1 26 15,-1-26-15,1 0 16,-1 0-16,27-52 15</inkml:trace>
  <inkml:trace contextRef="#ctx0" brushRef="#br0" timeOffset="212247.33">17738 12831 0,'0'-26'0,"0"0"31,26 26-31,26 0 16,1-27-16,52 27 0,0 0 15,-27 0 1,27-26-16,-26 26 0,-26 0 16,-1 0-16,-26 0 15,1 26-15</inkml:trace>
  <inkml:trace contextRef="#ctx0" brushRef="#br0" timeOffset="212546.75">18656 12752 0,'-26'0'0,"26"-26"16,0 79 31,0-1-47,0 0 15,0 1-15,0-1 16,0 1-16,0-1 16,0-25-16,0-1 15,0 0-15,0 0 16,0 1-16,0-54 47</inkml:trace>
  <inkml:trace contextRef="#ctx0" brushRef="#br0" timeOffset="212797.91">18604 12883 0,'0'-52'0,"0"26"15,0 0 1,52 26 0,0 0-1,1 0-15,26 0 0,-1 26 16,-25 26-16,-1-26 15,1 27-15,-27-27 16,-26 27-16,0-1 16,0-26-16,0 27 15,-52-27-15,-1 27 16,-26-27-16,27 26 16,-27-25-16,0-1 15,27 0-15,-27 0 16</inkml:trace>
  <inkml:trace contextRef="#ctx0" brushRef="#br0" timeOffset="213066.05">19522 14090 0,'52'0'16,"27"0"-1,26 0-15,26 0 16,-26-26-16,0 26 16,-26-26-16,0 26 15,-53 0-15</inkml:trace>
  <inkml:trace contextRef="#ctx0" brushRef="#br0" timeOffset="213207.92">19732 14353 0,'-26'0'0,"26"26"16,52-26 15,53 0-31,0 0 15,52 0-15,1-26 16,-27-27-16</inkml:trace>
  <inkml:trace contextRef="#ctx0" brushRef="#br0" timeOffset="213804.74">21647 13356 0,'27'-53'0,"-1"1"15,-26-1-15,0 27 16,0 0-16,-26 0 0,-27-1 16,1 27-16,-27 0 15,26 0-15,1 0 16,-1 27-16,53-1 16,0 0-16,0 27 15,0-27-15,53 26 16,26-25-16,-1 25 15,1 1-15,0 25 16,0-25-16,-27-1 16,-26 1-16,0-27 15,-26 0 1,-52 0-16,-27-26 16,1 27-1,-27-27-15,26 0 0,26 0 0,1-27 16,-1-25-16,53-1 15,0 1-15,0-1 16,0-25-16,53 25 16,-1 27-16,1 0 15,-1 0-15,-25 26 16,-1-27-16,0 27 16,0 0-16,1 0 15,-1 27-15,-26-1 0</inkml:trace>
  <inkml:trace contextRef="#ctx0" brushRef="#br0" timeOffset="214086.73">20834 14117 0,'-53'0'16,"53"26"15,27-26-31,78 0 16,26 0-16,52 0 15,1 0-15,52 0 0,0 0 16,-26-26-16,0 26 16,-26-27-16,0 27 15,-53-26-15,-52 26 16,-1 0-16,-51 0 15,-54 0 1,-51 0 0,-27 26-16</inkml:trace>
  <inkml:trace contextRef="#ctx0" brushRef="#br0" timeOffset="214509.97">21779 14484 0,'-27'0'31,"1"26"-31,-26 27 16,-1-1-16,1 1 15,-1-1-15,27 27 16,26-27-16,0 1 15,0-1-15,0-25 16,26 25-16,27-26 16,25-26-16,-25 0 0,-1 0 15,1 0-15,-1 0 16,-26-26-16,1 26 16,-1-26-16,-26 0 15,0-1-15,0 1 16,-26 0-1,-1 26 1,1 0-16,0 0 16,0 0-16,0 26 15,-1 0-15,1-26 0,26 27 16,0-1 0</inkml:trace>
  <inkml:trace contextRef="#ctx0" brushRef="#br0" timeOffset="-214555.52">22330 14615 0,'0'-26'0,"-27"26"16,27-26-16,0 52 46,0 27-30,0-1-16,0 0 16,0 1-16,0-27 15,27 0-15,25 1 16,-26-1-16,27 0 16,25-26-16,-25 0 15,26 0-15,-1-26 16,-25 0-16,-1-1 15,1 1-15,-27 0 16,0-27-16,-26 27 16,0 0-16,0-26 0,0 25 15,-52 1-15,-1 0 16,1 26-16,-1-26 16,1 26-16,-1 0 15,-25 0-15,25 26 16,-52 0-16,27 0 15,-1-26-15</inkml:trace>
  <inkml:trace contextRef="#ctx0" brushRef="#br0" timeOffset="-213508.09">16504 15114 0,'-131'0'0,"0"26"0,26-26 15,26 26-15,53-26 16,0 0-16,78-26 31,53 0-15,26-27-1,53 1-15,0-27 0,26 27 16,26-27-16,-26 0 16,-27 27-16,-25-1 15,-53 1-15,-26 52 16,-53-26-16,-26 52 47,-26 26-47,-1 1 15,1-1-15</inkml:trace>
  <inkml:trace contextRef="#ctx0" brushRef="#br0" timeOffset="-213250.82">18289 15193 0,'0'26'31,"26"26"-16,0 27-15,0-27 16,-26 1-16,27-1 16,-27 27-16,26-26 15,0-27-15,0 26 16</inkml:trace>
  <inkml:trace contextRef="#ctx0" brushRef="#br0" timeOffset="-212865.04">23090 14484 0,'0'-26'0,"-26"26"31,-79 26-15,-26 53-16,-26 0 15,-27 25-15,0 1 16,1-26-1,-1 26-15,53-26 0,0 0 16,26-27-16,52 1 16,1-27-16,52 0 15,0 0-15</inkml:trace>
  <inkml:trace contextRef="#ctx0" brushRef="#br0" timeOffset="-212408.38">22933 15350 0,'-26'0'15,"26"-26"-15,0 0 0,0-27 31,52 27-31,53-27 0,-26 27 0,0 0 16,-1 0-16,-25 26 16,-27 0-1,0 0 1,1 26-16,-1 0 16,-26 27-16,0-1 15,0 1-15,0-1 16,-53-26-16,1 27 15,-27-27-15,27 0 0,-1 0 16,1 1-16,25-27 16,1 0-16,52 0 62,53 0-62,26-27 16,0 27-16,0-26 15,0 0-15,0 0 16,-26-1-16,-1-25 16</inkml:trace>
  <inkml:trace contextRef="#ctx0" brushRef="#br0" timeOffset="-212188.1">23878 14930 0,'-27'0'0,"1"-26"16,0 26-16,-27 0 16,1 26-16,-27 27 15,1 25-15,-27 27 16,-27 0-16,1 0 16,-26 26-16,26-26 0,-27-26 15,27 0-15,26 0 16,0-27-16,0-26 15</inkml:trace>
  <inkml:trace contextRef="#ctx0" brushRef="#br0" timeOffset="-211889.92">22487 13093 0,'-26'0'15,"-53"0"-15,-52 27 16,0 25-16,-27 27 15,1-27-15,-27 27 16,27 0-16,25-27 16,1 1-16,26-1 0,0 1 15,27-1-15,25-26 16</inkml:trace>
  <inkml:trace contextRef="#ctx0" brushRef="#br0" timeOffset="-211401.64">22093 12569 0,'0'-27'16,"27"54"15,-1-1-15,0 26-16,0 1 15,1-27-15,-1 0 16,26 1-16,-25-27 16,25 0-16,-26 0 15,27 0-15,-1-27 16,1 1-16,-27 0 0,0-27 15,-26 27-15,0 0 16,0 52 47,0 27-48,0 25-15,0-25 16,0 25-16,0-25 15,0-1-15,0 1 16,0-1-16,0 27 0,0-26 16,-26-1-16</inkml:trace>
  <inkml:trace contextRef="#ctx0" brushRef="#br0" timeOffset="-210866.94">18892 16347 0,'0'-26'0,"-26"26"16,26 52 15,0 1-15,0 26-16,0-1 0,0 1 15,26-27-15,-26 27 16,0-26-16,0-1 16,0-26-16,0 1 15,0-1-15</inkml:trace>
  <inkml:trace contextRef="#ctx0" brushRef="#br0" timeOffset="-210644.64">18813 16478 0,'0'-26'16,"0"0"-16,27 0 16,25-1-16,53 27 15,-26 0-15,0 0 0,-1 27 16,-25 25 0,-1-26-16,-26 27 0,1-1 15,-27 1-15,0-1 16,-79 1-16,27-1 15,-53-26-15,26 1 16,26 25-16,1-52 16,26 26-16</inkml:trace>
  <inkml:trace contextRef="#ctx0" brushRef="#br0" timeOffset="-210378.49">20230 16872 0,'-52'0'16,"26"0"-16,52 0 31,53 0-31,-1 0 16,27 0-1,-26-26 1,0 26-16,-1 0 16,-25-27-16,-27 27 15</inkml:trace>
  <inkml:trace contextRef="#ctx0" brushRef="#br0" timeOffset="-210238.14">20230 17082 0,'53'0'31,"52"0"-15,0 0-16,0-26 16,52 26-16,-26-27 15</inkml:trace>
  <inkml:trace contextRef="#ctx0" brushRef="#br0" timeOffset="-209923.16">21621 16531 0,'0'-26'0,"-26"26"31,0 0 0,-1 26-31,1 26 16,0 1-16,0-1 16,-1 1-16,27-27 15,0 26-15,0-25 16,53-1-16,-1-26 16,27 26-16,26-26 15,-26 0-15,26 0 16,-27 0-16,1-26 0,-53 0 15,1-1-15</inkml:trace>
  <inkml:trace contextRef="#ctx0" brushRef="#br0" timeOffset="-209702.51">21779 16583 0,'0'53'47,"0"-1"-47,0 1 0,0-1 16,0 1-16,0-1 15,0 1-15,0-1 16,0-26-16,0 1 16,0-1-16,26 0 15,-26 0 1,26-26-16</inkml:trace>
  <inkml:trace contextRef="#ctx0" brushRef="#br0" timeOffset="-209441.97">22225 16531 0,'0'-26'16,"26"26"-1,-26 52 17,26 1-17,0 25-15,-26-25 16,0-1-16,27-26 0,-27 27 16,0-27-16,0 0 15,26-26-15,-26 27 16,26-27-16</inkml:trace>
  <inkml:trace contextRef="#ctx0" brushRef="#br0" timeOffset="-208209.42">22671 16557 0,'-53'0'16,"-26"0"-16,27 0 15,-27 0-15,27 0 0,26 26 16,-1 27-16,1-27 16,26 26-16,0 1 15,0-27-15,26 0 16,27 1-16,-1-1 16,1-26-16,25 0 15,-25 0-15,-1 0 16,27-26-16,-26-1 15,-1-25-15,1 26 16,-27-27-16,0 1 0,-26 26 16,0-1-16,0 1 15,0 52 32,0 27-47,0-1 16,0 1-16,0-27 15,0 26-15,0-25 16,-26-27-16,26-53 63,0 27-63,0-27 15,0 1-15,0 26 16,26 0-16,0 26 15,27-27 1,-27 27-16,0 0 0,27 0 16,-27 0-16,26 27 15,-25 25-15,-1-26 16,0 27-16,-26-27 16,26 0-16,-26 0 15,0 1-15,0-80 47,0 27-31,0-53-16,0 27 15,0 26-15,27-27 16,25 27-16,-26 26 16,1-26-16,-1 26 15,0 0-15,0 52 16,1-26-16,25 27 15,-26-1-15,1-26 16,25 1-16,0-1 0,1-26 16,-1 0-16,27 0 15,26 0 1,-26-26-16,-27-1 0,27-25 16,-53 0-16,1-27 15,-27 0-15,0 0 16,-79 1-16,-26 25 15,-26-26-15,-1 27 16,-51-1-16,-53 27 16,-1-26-16,-51 26 15,-53 26-15,-27-27 16,-51 27-16,-1 0 16,-53 0-16,1 53 0,0-27 15,-1 53-15,54 26 16,25 26-16,53 0 15,52 0 1,79 27-16,79 25 0,105-25 16,26-1-16,184 1 15,104-27-15,80-26 16,130-26-16,53-53 16,53 0-16,78-26 15,53 0-15,-27-26 16,1-27-16,-27-25 0,-105-27 15,-78-27-15,-106 1 16,-130-26 0,-132-53-16,-105 26 0,-52 1 15,-184-1-15,-157 26 16,-106 53-16,-104 27 16,-79 25-16,-53 27 15,-25 26-15</inkml:trace>
</inkml:ink>
</file>

<file path=ppt/ink/ink1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1T09:35:38.637"/>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C00000"/>
    </inkml:brush>
  </inkml:definitions>
  <inkml:trace contextRef="#ctx0" brushRef="#br0">7399 2598 0,'-26'0'0,"52"0"47,27 0-32,25 0-15,27 0 16,0 0-16,0 0 15,0 0-15,-26 0 16,0-27-16,-27 27 16,-26 0-16,27 0 15,-27 0-15</inkml:trace>
  <inkml:trace contextRef="#ctx0" brushRef="#br0" timeOffset="236.5">7609 2598 0,'-26'0'15,"52"0"17,27 0-17,25 0-15,1 0 16,26 0-1,0 0-15,0-27 0,0 27 16,-26 0-16,26 0 16,-27 0-16,1-26 15</inkml:trace>
  <inkml:trace contextRef="#ctx0" brushRef="#br0" timeOffset="1038.07">12254 2702 0,'-79'0'0,"53"0"16,-1 0-16,80 0 31,52 0-31,0 0 16,26 0-16,0-26 15,27 26-15,-27 0 16,0-26-16,-52 26 16,-1-26-16,-51 26 15,-1 0-15</inkml:trace>
  <inkml:trace contextRef="#ctx0" brushRef="#br0" timeOffset="1259.21">12254 2702 0,'78'0'46,"1"0"-46,52 0 16,0 0-16,27 0 16,-1-26-16,1 26 15,-27-26-15,0 26 16,-52 0-16,-53-26 16</inkml:trace>
  <inkml:trace contextRef="#ctx0" brushRef="#br1" timeOffset="5138.22">7662 971 0,'-27'-27'15,"27"-25"-15,0 26 16,0-1-16,0 80 63,-26-1-63,26 1 15,0 26-15,0-27 16,0 1-16,0-1 15,0 1-15,0-27 16,0 0-16,0 0 16,0 0-16,0 1 15,26-27-15,1 0 16,-1 0-16,0-27 16</inkml:trace>
  <inkml:trace contextRef="#ctx0" brushRef="#br1" timeOffset="5452.96">7793 944 0,'-26'0'0,"-1"-26"15,27 0-15,-26 26 16,79 0 15,25 0-15,1 26-16,26 0 15,-26 1-15,-1-1 16,-25 0-16,-1 0 16,1 1-16,-27 25 15,0-26-15,-26 1 16,0 25 0,-78-26-16,-1 1 15,-52-1-15,26 0 16,-27 26-16,1-52 15,53 27-15,-1-1 16,53-26-16</inkml:trace>
  <inkml:trace contextRef="#ctx0" brushRef="#br1" timeOffset="6144.44">13854 1128 0,'-26'-26'16,"26"0"-16,0 52 63,0 0-63,0 27 15,0 25-15,0-25 16,26-1-16,-26 1 15,0-27-15,0 26 0,26-25 16,-26-1 0,0 0-16,-26-26 31</inkml:trace>
  <inkml:trace contextRef="#ctx0" brushRef="#br1" timeOffset="6395.3">13513 1076 0,'26'0'31,"27"0"-15,25 0-16,27 0 15,0 0-15,27-27 16,-27 27-16,-1 0 15,-51 0-15,-1 0 16,-25 0 15,-54 0 1,-25 0-32</inkml:trace>
  <inkml:trace contextRef="#ctx0" brushRef="#br1" timeOffset="7309.28">9813 5431 0,'0'-26'15,"-26"26"-15,0 0 16,0 0-16,-27 0 15,-26 0-15,-26 26 0,0 27 16,0 26-16,27-27 16,25 27-16,1-27 15,26 1-15,26-1 16,0 1-16,78-1 16,27-26-16,26 1 15,1-1-15,25-26 16,-26 0-16,-26 0 15</inkml:trace>
  <inkml:trace contextRef="#ctx0" brushRef="#br1" timeOffset="7860.09">10338 5694 0,'0'-26'0,"-26"26"16,0 52 31,-1 1-32,27 25-15,-52 1 16,52-27-16,-26 27 16,-1 0-16,-25-27 15,52 1-15,-26-1 16,26-25-16,0-54 47,0-51-47,0-1 15,0 0-15,26-26 16,0 53-16,0-27 16,1 27-16,-1 25 15,0 1-15,0 0 0,1 26 16,-1 0-1,0 26 1,26 27-16,-25 25 16,25 1-16,-26 0 15,1-1-15,-1 1 16,-26-26-16,0 25 16,0-25-16,0-1 15,0-25-15,0-1 16,-26-52 31,-1-1-32,-25-25-15</inkml:trace>
  <inkml:trace contextRef="#ctx0" brushRef="#br1" timeOffset="8036.6">9997 6114 0,'-26'0'16,"-1"0"-16,80 0 31,26 0-31,52 0 16,0 0 0,0 0-16,0 0 0,1-27 15</inkml:trace>
  <inkml:trace contextRef="#ctx0" brushRef="#br1" timeOffset="8363.91">11755 6009 0,'-26'0'0,"78"-27"31,27 27-15,0 0-16,26 0 16,0 0-1,-27 0-15,1 0 0,-27 0 16,-25 0-16,-1 0 15,-79 27 32</inkml:trace>
  <inkml:trace contextRef="#ctx0" brushRef="#br1" timeOffset="8756.92">11781 6192 0,'26'0'15,"27"0"1,-1 0-16,53 0 16,0 0-16,0 0 0,-26 0 15,0 0 1,-53 0-16,0 0 0,0 0 125</inkml:trace>
  <inkml:trace contextRef="#ctx0" brushRef="#br1" timeOffset="9418.12">13749 5458 0,'0'-27'0,"-26"27"16,0 0 0,-1 0-16,-25 0 0,-1 0 15,1 27-15,-27-1 16,27 26-16,-1 1 15,27-1-15,26 1 16,0-1-16,0 1 16,0-1-16,53-26 15,25 1-15,1-1 16,-27 0-16,27-26 16,-26 0-16,-1 0 15,1 0-15,-1-26 0,-26 26 16,-26-26-16,0-1 15,0 1-15,0 0 16,0 0-16,-52 26 16,26 0-16,-27 0 15,1 0-15,25 0 16,-25 0-16,26 0 16,-1 0-16,27 26 15,0 0 1,27 0-16,25 1 15</inkml:trace>
  <inkml:trace contextRef="#ctx0" brushRef="#br1" timeOffset="9907.44">14379 5641 0,'-53'-26'0,"53"0"0,0 0 16,0-1-1,0 1-15,27 0 0,25 0 16,1 26-16,-1 0 16,-26 0-16,1 0 15,-1 0-15,0 26 16,0 26-16,-26-25 15,0 25-15,0 1 16,-26-1 0,-26 1-16,-1-27 15,1 26-15,-27-26 0,26 1 0,-25-1 32,-1 0-32,53-26 0,0 26 0,52-26 46,26 0-30,1 0-16,25 0 16,-25 0-16,26 0 15,-27 0-15,27 0 16,-27 0-16,1 0 0,-27 0 16,27 0-16,-1-26 15</inkml:trace>
  <inkml:trace contextRef="#ctx0" brushRef="#br1" timeOffset="10285.94">15166 5563 0,'0'-27'0,"-26"1"31,0 26 1,-1 26-17,27 1-15,-26 25 16,0 1 0,0-1-16,26-26 0,0 27 15,0-27-15,0 0 16,0 0-16,0 1 0,52-1 31,1-26-31,-1 26 0,53-26 16,0 0-16,0 0 15,0 0-15,-26 0 32,-1 0-32,-25-26 0,-27 26 0,-26-26 15,0-1-15</inkml:trace>
  <inkml:trace contextRef="#ctx0" brushRef="#br1" timeOffset="10541.94">15402 5641 0,'-26'0'0,"26"27"47,0 25-47,0 1 15,0-1-15,0 0 32,0 1-32,0-1 15,0 27-15,0-26 16,0-27-16,0 26 16,0-25-16,0 25 0,0-26 15,-26 1-15,0-1 16,-53 0-16</inkml:trace>
  <inkml:trace contextRef="#ctx0" brushRef="#br1" timeOffset="10884.4">13014 6533 0,'-52'0'0,"26"0"16,52 0-1,79 0 1,52 0-16,53 27 16,26-27-16,27 0 15,-1 0-15,-26 0 16,27 0-16,-27 0 15,-26 0-15,-26 0 16,-53 0-16,-26 0 0,-53 0 16,-26 0-16,-52 0 31,-79 0-31,0 0 16</inkml:trace>
  <inkml:trace contextRef="#ctx0" brushRef="#br1" timeOffset="11142.89">14038 6770 0,'0'26'31,"0"0"-15,0 0-16,0 27 15,26-1-15,0 27 16,-26 0-16,27-27 16,-27 1-16,26-1 15,-26 1-15,0-1 16,26-26-16,-26 1 16,0-1-16</inkml:trace>
  <inkml:trace contextRef="#ctx0" brushRef="#br1" timeOffset="11577.54">14353 7111 0,'26'-53'15,"26"27"-15,1-26 16,-1 25-16,1 1 16,26 26-16,-27 0 15,1 0-15,-27 0 16,0 0-16,-26 53 0,0-27 15,0 26-15,0 1 16,-26-1-16,-27 1 16,1-1-16,-1 1 15,1-27-15,-1 0 16,27-26-16,0 26 16,0-26-16,-1 0 15,54 0 16,51 0-15,1 0 0,0 0-16,26 0 0,0 0 15,-27-26-15,27 26 16,-26 0-16,0 0 16,-27 0-16,-25 0 15,-1 0 1,0-26 15</inkml:trace>
  <inkml:trace contextRef="#ctx0" brushRef="#br1" timeOffset="11860.97">16688 6717 0,'26'0'32,"27"0"-32,25 0 0,27 0 15,0-26-15,-26 26 16,26 0-16,-26 0 15,-27 0-15,-26 0 16,1-26-16,-54 26 31,-25 26-31</inkml:trace>
  <inkml:trace contextRef="#ctx0" brushRef="#br1" timeOffset="12018.68">16845 6875 0,'79'0'16,"0"0"0,26 0-16,0-27 0,-26 27 15,25 0-15,-51-26 16,-1 26-16,-25 0 16</inkml:trace>
  <inkml:trace contextRef="#ctx0" brushRef="#br1" timeOffset="14555.96">18394 6166 0,'0'-26'0,"0"0"16,0 78 62,0 1-63,0-1-15,-27 1 0,27-27 16,0 0-16,0 0 16,0 1-16,0-1 15,27-26 63,25-26-62,1-1-16,-1 27 16,1 0-16,-1 0 15,0 0-15,1 27 16,-27-1-16,27 0 0,-27 0 15,-26 0-15,0 1 16,0-1-16,0 0 16,0 0-1,-53 1-15,27-27 16,-26 26-16,25-26 16,-25 0-16,26 0 15,-27 0-15,27 0 16,-26-26-16</inkml:trace>
  <inkml:trace contextRef="#ctx0" brushRef="#br1" timeOffset="15340.98">18420 6140 0,'52'0'78,"1"0"-78,-1 0 16,27 0-16,0 0 0,-1 0 16,-25 0-16,-1 0 15,-25 0-15,-1 0 16,-26 26 515,0 0-515,-26-26-16</inkml:trace>
  <inkml:trace contextRef="#ctx0" brushRef="#br1" timeOffset="16097.53">19102 6376 0,'-26'0'16,"26"-26"15,0 0-31,0-27 15,0 27 1,26 0-16,0 26 16,27-27-16,-27 27 15,27 0-15,-27 0 16,26 0-16,-26 0 16,27 53-16,-27-27 15,0 27-15,-26-1 16,0 1-16,0-1 0,0 0 15,0 1 1,-52-27-16,-1 0 0,1 1 16,0-1-16,25 0 15,-25-26-15,26 0 16,-1 0-16,27 26 31,53-26 16,-1 0-47,27 0 16,0 0-16,26-26 0,0 26 15,-27 0 1,1 0-16,0 0 0,-53 0 16,0 0-16,1 0 15,-54-26 173</inkml:trace>
  <inkml:trace contextRef="#ctx0" brushRef="#br1" timeOffset="16506.15">20257 6219 0,'-27'-27'15,"27"1"1,0 79 109,0-1-125,0 27 0,0 0 16,0-1-16,0 1 15,0-27-15,0 1 16,0-27-1,0 0 1</inkml:trace>
  <inkml:trace contextRef="#ctx0" brushRef="#br1" timeOffset="16836.34">20676 6271 0,'-52'0'32,"-1"26"-32,-25 1 15,-27 25-15,26 1 16,27-27-16,-1 0 0,1 0 15,25-26-15,27 26 16,27 1 15,25-1-31,1 0 16,25 0-16,-25 1 16,-1-1-16,1 0 15,-1-26-15,1 0 16,-1 26-16,-26-26 15,1 0-15,25 0 16,-26 0-16,1 0 16</inkml:trace>
  <inkml:trace contextRef="#ctx0" brushRef="#br1" timeOffset="17480.61">20886 6376 0,'-26'-26'0,"26"0"15,-26 26 1,26 26 31,0 0-47,0 27 16,0-27-16,26 26 15,-26-26-15,0 1 0,26-1 16,-26-52 46,0-27-62,0 1 16,-26-1-16,26 1 16,0-1-16,0 27 15,0 0-15,26 26 16,1 0-1,25 0-15,1 52 16,-1-25-16,1 25 0,-27 1 16,0-1-16,0 0 15,-26-25-15,0-1 16,0-52 46,0-27-62,0 1 16,26-27-16,1 0 0,25 27 16,-26 26-1,27-1-15,-53 1 16,26 26-16,0 0 16,1 53-1,25-1-15,-26 27 16,-26-27-16,27 1 15,-27-1-15,0-26 16,0 27-16,0-27 16,0 0-1,0 27-15</inkml:trace>
  <inkml:trace contextRef="#ctx0" brushRef="#br1" timeOffset="17794.36">22015 6245 0,'0'-26'0,"-27"-1"16,27 1-1,0 52 48,0 27-63,0 26 15,0 26-15,0-27 0,0 27 16,0 0-16,27-26 16,-27 0-16,0-27 15,0 1-15,0-1 16,0-26-16,0 1 16,26-27-1,-26-79 1</inkml:trace>
  <inkml:trace contextRef="#ctx0" brushRef="#br1" timeOffset="17998.5">21936 6245 0,'0'-26'16,"26"-1"-16,53 1 16,0 0-16,-1 26 15,27 0-15,-52 26 16,-1 53-16,1-27 15,-27 27-15,-26-26 16,0 25-16,-26-25 16,-27-1-1,-25-26-15,-1 27 0,0-53 16,0 26-16</inkml:trace>
  <inkml:trace contextRef="#ctx0" brushRef="#br1" timeOffset="18439.41">22854 5773 0,'0'-27'16,"-26"27"-16,26 27 31,0-1-31,0 52 15,0-25-15,0 26 16,0-1-16,0 1 16,0-26-16,-26-1 15,26-26-15,0 1 16,0-1-16,-26-26 31,26-26-15,0-27-16,0-26 15,26 27-15,0-1 0,27 27 16,-1 0 0,1 26-16,-27 0 0,26 0 15,1 0-15,-1 26 16,1 53-16,-1 0 16,1-27-16,-27 27 15,-26-27-15,0 1 16,-26-1-16,-79 1 15,-27-1-15</inkml:trace>
  <inkml:trace contextRef="#ctx0" brushRef="#br1" timeOffset="18706">9210 8292 0,'0'26'0</inkml:trace>
  <inkml:trace contextRef="#ctx0" brushRef="#br1" timeOffset="19259.75">10049 8344 0,'0'-26'15,"-26"-27"1,0 53-16,0-26 0,-1 26 16,-25 0 15,26 0-31,-27 26 16,-25 27-16,-1-1 15,26 27-15,27-27 0,0 27 16,0 0-16,26-27 15,0 1-15,78-27 16,1 27-16,0-27 16,26-26-16,0 0 15,0 0-15,0 0 16,0 0-16,-53 0 16,27-26-16</inkml:trace>
  <inkml:trace contextRef="#ctx0" brushRef="#br1" timeOffset="19508.84">10705 8449 0,'-26'-26'15,"0"26"-15,0 0 16,26 52 15,0 1-15,0 25-16,0 1 15,0 0-15,0 0 16,0-1-16,0-25 0,0-1 16,0-26-1,26 27-15,-26-27 0,26 0 16</inkml:trace>
  <inkml:trace contextRef="#ctx0" brushRef="#br1" timeOffset="19982.84">10574 8659 0,'0'-26'0,"26"-1"15,53-25-15,0 52 0,0-26 16,-1 26-16,-25 0 16,-1 0-16,-26 0 15,1 52-15,-27 1 16,0-1-16,-27 1 15,1-1-15,-52 1 16,25-27-16,27 0 16,-27-26-16,27 26 15,0-26 1,52 0 15,27 0-31,25 0 16,1 0-16,0 0 15,-1 0-15,-25 0 16,26 27-16,-53-1 16,26 26-16,-52-26 15,0 27-15,0-27 16,0 0-16,-52 1 16,-1-1-16,-25 0 15,-1-26-15,-26 26 0,26-26 16,1 0-16,-1 0 15,26 0-15,27-26 16,0 0-16,26-27 16,0 27-1,52 0-15</inkml:trace>
  <inkml:trace contextRef="#ctx0" brushRef="#br1" timeOffset="20266.14">12306 9000 0,'79'0'31,"-1"26"-16,1-26-15,26 0 16,-26 0-16,0 0 16,-27 0-16,1 0 15,-27 0-15,0 0 0,-52 0 47</inkml:trace>
  <inkml:trace contextRef="#ctx0" brushRef="#br1" timeOffset="20439.78">12385 9236 0,'78'0'47,"-25"26"-32,26-26-15,26 0 0,0 0 16,0 0-16,-27-26 15,27 0-15</inkml:trace>
  <inkml:trace contextRef="#ctx0" brushRef="#br1" timeOffset="21022.65">14536 8554 0,'0'-26'0,"-52"26"15,26 0-15,-1-27 16,1 27-16,-26 0 0,25 0 15,-25 0-15,-1 0 16,1 27-16,0-1 16,-1 26-16,27 1 15,0 26-15,26-1 16,0 1-16,0-26 16,52-1-1,27 0-15,-27-25 0,27-1 16,-27-26-16,1 0 15,-1 0-15,1 0 32,-1-26-32,-25-1 0,-1 1 15,-26-26-15,0 26 16,0-1-16,0 1 16,0 0-16,-53 26 15,27 0-15,-26 0 16,25 0-16,-25 0 15,-1 26-15,1 27 16,26-27-16,-1 0 16,27 0-16,0 0 15,0 1-15,27-1 16,25-26 0,1 0-16,25 0 0,-25-26 15</inkml:trace>
  <inkml:trace contextRef="#ctx0" brushRef="#br1" timeOffset="21527.93">14956 8790 0,'-26'0'0,"0"0"15,26-26 1,0 0-16,-27-27 15,27 27-15,0 0 16,0-1-16,27 27 16,25-26-16,1 26 15,-1 0-15,-26 0 16,1 0-16,-1 26 16,0 27-16,-26-1 15,0 1-15,0-1 16,-26 1-16,0-1 15,-27 1-15,1-27 16,25 0-16,-25 0 16,-1 1-16,27-27 0,0 0 15,26 26 1,26-26 31,27 0-32,25 0-15,-25 0 16,-1 0-16,1 0 16,26 0-16,-27 0 15,27-26-15,-27 26 0,-25 0 16,-1 0-16,0 0 16</inkml:trace>
  <inkml:trace contextRef="#ctx0" brushRef="#br1" timeOffset="21890.19">15822 8606 0,'0'-26'16,"0"0"-16,-26 26 15,26 26 48,-26 27-63,26-1 15,-27 1-15,27 25 0,0 1 16,0-26 0,0-1-16,0 0 15,0-25-15,27 25 0,-1-52 16,26 26-16,1-26 15,26 0-15,-1 0 16,27 0-16,-26 0 16,-27 0-16,1-26 15,-1 26-15,-52-26 16,0 0 0</inkml:trace>
  <inkml:trace contextRef="#ctx0" brushRef="#br1" timeOffset="22263.85">16137 8843 0,'0'-27'15,"0"1"1,0 52 46,0 27-62,0-1 16,0 1-16,0-1 16,0 27-16,0-27 0,-26 27 15,26 0-15,-26-27 16,26 1-16,-27 26 16,27-53-16,-26 26 15,26-25-15,0-1 16,0 0-1,-26-26 32,0 0-31</inkml:trace>
  <inkml:trace contextRef="#ctx0" brushRef="#br1" timeOffset="22989.99">13461 9787 0,'52'0'15,"105"0"1,53 26-16,53-26 16,25 0-1,27 0-15,-26 0 0,26 0 16,-27 0-16,-51 0 16,-27-26-16,-27 26 15,-52 0-15,-52 0 16,0 0-16,-53 0 15,-52 0 407,-53 0-406</inkml:trace>
  <inkml:trace contextRef="#ctx0" brushRef="#br1" timeOffset="25993.42">13697 1522 0,'-53'-53'0,"-26"53"16,1-26-16,-27 0 15,-26 26-15,-1 0 16,-51 26-16,25 26 16,-25 1-16,-1 26 15,27 26-15,25 0 16,27-27-16,27 27 15,25 0-15,27 0 16,26 0-16,52-26 16,53 0-16,53-1 0,52-25 15,52-27-15,27 0 16,-1-26-16,27 0 16,0-26-16,-52-26 15,-1-27-15,-52 0 16,-53-26-16,-52-26 15,-52 0-15,-53 0 16,-27-27-16,-130 27 16,-27 26-16,-78 26 15,-27 53-15,-78 26 16,-27 0-16</inkml:trace>
  <inkml:trace contextRef="#ctx0" brushRef="#br1" timeOffset="28555.24">15560 10364 0,'0'-52'0,"0"26"16,-27 26-16,1-26 15,0-1-15,-26 27 16,25-26-16,-25 26 15,26 0-15,-53 0 16,26 0-16,1 0 16,-1 26-16,1-26 15,52 27-15,0-1 16,0 26-16,0 1 16,79-1-16,-1 1 15,1-1-15,0 1 16,0-1-16,-53 1 15,26-27-15,-52 0 0,0 0 16,0 1-16,-26-27 31,-26 0-31,-1 0 16,1 0-16,-1 0 16,27 0-16,0 0 15,26-27-15,0 1 16,0 0-16,0-27 15,26 27-15,26 0 16,1-27-16,26 27 0,-27-26 16,0 25-16,1 1 15,-53 0-15,26 26 16,-26-26-16,-26-1 31,0 27-31,-1 0 16,27-26-1</inkml:trace>
  <inkml:trace contextRef="#ctx0" brushRef="#br1" timeOffset="28933.41">17633 9682 0,'26'0'31,"53"0"-15,-1 0-16,27 0 15,0 0-15,-26 0 16,0 0-16,-27 0 16,-26 0-16,-104 26 31,-27 27-16</inkml:trace>
  <inkml:trace contextRef="#ctx0" brushRef="#br1" timeOffset="29107.75">17633 9892 0,'-27'26'0,"1"-26"15,52 0 1,53 0 0,0 0-16,26 0 15,26 0-15,0 0 16,-26 0-16,-26 0 15,-27 0-15,-25 0 16,-27-26 15</inkml:trace>
  <inkml:trace contextRef="#ctx0" brushRef="#br1" timeOffset="33118.03">18840 9367 0,'26'0'31,"53"-26"-31,26 26 15,26 0-15,-52 0 16,-1 0-16,-25 0 16,-1 0-16,-52-26 15,0 0 17,-26-1-32,26 1 15,-26 26 1,-1 0 46,27 26-30,-26 27-17,26-1-15,-26 27 16,26-26-16,-26 25 15,26 1-15,-26 0 16,26-1-16,-27 1 0,27-26 16,-26 25-16,26-25 15,0-27-15,0 0 16,0 1-16,0-1 16</inkml:trace>
  <inkml:trace contextRef="#ctx0" brushRef="#br1" timeOffset="37591.57">19811 9472 0,'0'-26'16,"0"0"-16,26 0 15,-26-1 1,-26 27 31,-1 0-47,-25 0 0,-1 0 16,1 27-16,-1-1 15,27 0-15,26 27 16,0-27-16,0 26 15,26 1-15,27-27 16,-1 26-16,27 27 16,0-26-16,-53-27 15,27 26-15,-27-25 16,-26-1 0,-53 0-16,1-26 15,-1 0-15,1 0 16,26 0-16,-1 0 15,27-26 1,0-27-16,0 1 16,53-1-16,-1-25 15,1 25-15,-1 1 16,1-27-16,-27 27 16,0 25-16,0-25 15,-26 26 1,-26 26-16,0 0 0,-26 0 15,-27 0 1,26 0-16,-25 0 0,25 26 16</inkml:trace>
  <inkml:trace contextRef="#ctx0" brushRef="#br1" timeOffset="37858.24">20676 9236 0,'0'-26'0,"0"0"16,-26 52 31,0 53-32,0-27-15,-1 27 16,27-27-1,-26 27-15,26-26 0,0-1 16,0-26-16,0 27 16,0-27-16,0 0 15</inkml:trace>
  <inkml:trace contextRef="#ctx0" brushRef="#br1" timeOffset="38156.76">20886 9367 0,'27'-26'0,"-27"0"16,-53 26 15,1 26-15,-1 27 0,-26-27-16,53 0 0,-26 0 0,-1 1 15,53-1 1,-26-26-16,26 26 0,0 0 15,0 27-15,26-27 16,27 0-16,25 0 16,1 1-16,26-1 15,-26-26-15,0 26 16,-1-26-16,-25 0 16,-1 0-16,-26 0 15,1 0-15</inkml:trace>
  <inkml:trace contextRef="#ctx0" brushRef="#br1" timeOffset="38753.86">21385 9420 0,'0'-26'0,"-26"26"16,-1 0 0,27 26 30,0 0-46,0 27 0,0-27 16,0 26-16,0-25 16,0-1-16,0-52 62,0-27-62,0 1 16,0-1-16,27 27 15,25-27-15,-26 27 16,27 26-16,-27 0 16,0 0-16,27 0 15,-27 53-15,0-1 16,1 27 0,-1-27-16,-26 1 0,26-1 0,-26-26 15,0 1-15,0-54 47,0 1-31,0-26-1,0-27-15,0 27 0,26-1 16,1 1-16,-1 25 16,0 27-16,0 0 15,0 0 1,27 53-1,-27-27-15,0 27 16,1-27-16,-1 0 0,-26 0 16,26 1-16,-26-1 15,0 0-15,0 0 16</inkml:trace>
  <inkml:trace contextRef="#ctx0" brushRef="#br1" timeOffset="39099.87">22330 9420 0,'0'-53'0,"0"27"15,-27 26 48,27 26-48,0 53-15,0 0 16,0 0-16,0 25 16,0-25-16,0 0 15,0 0-15,0-1 16,0-25 0,0-1-16,0-25 15,0-1-15,0 0 16,0-52 15,-26-27-15,0-25-16</inkml:trace>
  <inkml:trace contextRef="#ctx0" brushRef="#br1" timeOffset="39293.33">22146 9551 0,'52'-52'0,"1"-1"16,26 27-16,-27 26 15,27 0-15,-1 0 16,-25 0-16,26 0 0,-53 26 16,0 0-16,0 27 15,-26-27-15,0 0 16,0 27-16,-52-27 16,-27 26-16,0-25 15,1-1-15,-1 0 16,0-26-16</inkml:trace>
  <inkml:trace contextRef="#ctx0" brushRef="#br1" timeOffset="39868.4">23090 9000 0,'0'-26'16,"0"52"47,0 0-63,0 27 0,0 25 15,0 1-15,0-26 16,0-1-16,0 1 15,0-1-15,0-26 16,0 1 0,0-54 15,0-25-15,27-1-16,-27 1 15,52 26-15,-26-1 16,1 27-16,-1-26 15,0 26-15,0 0 16,-26 53 0,27-1-16,-1 27 0,0-27 15,0 27-15,27-26 16,-27-1-16,27-26 16,-1-26-16,-26 26 15,1-26-15,-1 0 16,0 0-16,26-26 15,-25-26-15,-1-1 16,-26 1-16,0-1 16,0 27-16,0 0 15,-26 26-15</inkml:trace>
  <inkml:trace contextRef="#ctx0" brushRef="#br1" timeOffset="44782.43">6192 4329 0,'-131'0'0,"26"0"16,0 0-16,26 0 15,53 0-15,79 0 32,78 27-17,105-27 1,79 26-16,26-26 0,52 0 16,27 0-16,0 0 15,-26 0-15,-27 0 16,-78 0-16,-53 0 15,-79 0-15,-52 0 16,-52 0-16,-106 0 47,-25 26-47,-27-26 16,-79 26-16,0-26 15</inkml:trace>
  <inkml:trace contextRef="#ctx0" brushRef="#br1" timeOffset="45096.55">5746 4539 0,'-105'0'16,"26"0"-16,53 26 15,131 1 1,53-27-16,78 0 15,79 0-15,52 0 16,0 0-16,27 0 16,26-27-16,0 27 15,-53-26-15,-26 0 16,-52 26-16,-79-26 16,-79 26-16,-79-26 15,-25 26-15,-54 0 31,-51 0-31,-27 0 16,-53 0-16,27 0 16</inkml:trace>
  <inkml:trace contextRef="#ctx0" brushRef="#br1" timeOffset="53995.05">20650 7977 0,'-26'0'0,"0"0"15,52 0 17,26 0-17,27 0-15,-26 0 16,25 0-16,-25 0 15,-1 0-15,1 0 16,-1 0-16,-25 0 16,-80 0 140</inkml:trace>
  <inkml:trace contextRef="#ctx0" brushRef="#br1" timeOffset="54497.8">21123 7583 0,'-27'-26'16,"1"26"0,0 0-1,-27 0 1,27 0-16,-26 0 0,-27 0 16,-26 0-16,0 52 15,0 1-15,0-1 16,26 1-16,1 25 15,25 1-15,1 0 16,52 0-16,0-1 16,0 1-16,78-26 15,-25 25-15,26-25 16,26-27-16,-1 0 16,28 0-16,25-26 0,27-26 15,-1-26-15,-25-1 16,-27-25-16,-26-1 15,-26-26-15,-53-26 16,-26-1-16,-52 1 16,-106 26-16,-26 27 15,-25 25-15,-28 27 16,1 26-16</inkml:trace>
  <inkml:trace contextRef="#ctx0" brushRef="#br1" timeOffset="66548.02">12936 12805 0,'-53'-26'0,"27"-1"16,0-25-16,0 26 16,26-1-16,0 1 15,0 0 1,0 0-16,26-1 0,0 27 0,27-26 15,-1 26-15,0 0 16,1 26-16,26 1 16,-1 25-16,-25 27 15,-1-27-15,-25 1 16,-27-1-16,0 1 16,0-27-16,-27 0 15,-25 0-15,-1-26 16,1 27-16,-27-1 15,27-26-15,-1 26 16,-25-26-16,51 26 0,80-26 63,25 0-48,27 0-15,0-26 16,0 26-16,27 0 15,-54 0-15,1 0 16,-27 0-16,-25 0 16,-27 26 46,-27-26-46</inkml:trace>
  <inkml:trace contextRef="#ctx0" brushRef="#br1" timeOffset="67112.07">14090 12621 0,'-26'0'15,"0"0"1,26-26-16,-26 26 47,-1 26-47,1 27 15,0-1-15,26 1 16,-26-1-16,26 27 16,0-27-16,0 1 15,0-27-15,52 26 16,1-25-16,-27-1 15,53 0 1,-53-26-16,52 0 0,-51 0 16,25 0-16,-26 0 0,27 0 15,-27-26-15,-26 0 16,26-1-16,-26-25 16,0 26-16,0-1 15,-26 1-15,0 0 16,0 0-16,-1 26 15,1 0 1,0 0 0,0 0-16,-1 0 0,1 0 15,-26 0-15,52 26 16,-26-26-16,-1 26 16,27 0-1,0 1 1,0-1-1,0 0 1,0 0 0</inkml:trace>
  <inkml:trace contextRef="#ctx0" brushRef="#br1" timeOffset="67599.07">14825 12595 0,'-26'-26'0,"26"-1"15,-26 54 48,26 25-63,0 1 16,0 25-16,0-25 15,0-1 1,0 1-16,0-27 0,0 0 15,0 27 1,26-27-16,-26 0 16,26-26-16,0 0 15,0 0-15</inkml:trace>
  <inkml:trace contextRef="#ctx0" brushRef="#br1" timeOffset="68526.59">15271 12674 0,'-52'0'0,"25"0"16,-25 0-16,-1 0 15,1 26-15,-1 0 16,-25 0-16,51 1 16,-25-1-16,52 0 15,-26 0-15,26 0 16,0 1-1,0-1-15,26 0 16,26 0-16,27-26 16,26 27-16,-26-27 15,0 0-15,-1 0 16,1 0-16,-26 0 0,-27-27 16,0 1-16,0 0 15,-26-27-15,0 27 16,0 0-16,0-26 15,0 25-15,0 1 32,0 52 15,0 27-47,0-1 0,0 1 15,0-27-15,0 26 16,0-25-16,0-1 15,0-52 32,0-1-47,0-25 16,-26-1-16,26 27 16,0-26-16,0 26 15,0-1-15,26 27 16,0-26-16,27 26 15,-27 0-15,0 0 16,27 0-16,-1 53 0,-25-27 16,25 26-16,-26 1 15,-26-27-15,0 0 16,27-26-16,-27 26 16,0-52 30,0 0-30,0-27-16,0 1 16,0 26-16,0 0 15,26-1-15,0 1 16,0 26-16,1 0 31,-1 0-31,0 26 16,0 1-16,-26-1 15,27 26-15,-1-26 16,0 1-16,-26-1 16,26 0-16,-26 0 15,0 1-15,26-1 16,1-26 0,-1 0-16</inkml:trace>
  <inkml:trace contextRef="#ctx0" brushRef="#br1" timeOffset="69092.92">16347 12779 0,'0'-27'0,"0"1"16,0 52 62,0 1-63,0 51-15,0-25 16,0 25-16,0 1 16,0 0-16,0-27 15,0 27-15,0-26 16,0 25-16,0-51 16,0-1-16,0 0 15,0 0-15,26-26 16,-26-26 31,0-26-47,0-1 15,0-26-15,-26 27 16,26-27-16,0 27 0,0-27 16,0 26-16,0 27 15,0-26-15,26-1 16,-26 27-16,26 0 15,1 0-15,-1-1 16,0 27 0,0 0-1,1 27 1,-1 25-16,-26-26 0,0 0 16,0 1-16,0-1 15,0 0-15,0 0 16,-26 1-1,-27-27 1,27 26-16,0-26 0,-1 0 16</inkml:trace>
  <inkml:trace contextRef="#ctx0" brushRef="#br1" timeOffset="69612">16767 12490 0,'0'-26'0,"0"-1"31,0 54 0,0-1-15,0 53-16,0-1 0,0 1 15,0-26-15,0 25 16,0-25-16,0-27 16,26 0-1,-26-52 32,26 0-31,0-27-16,1 1 0,-1-1 15,0 27-15,0 0 16,1 0-16,-1 26 16,0 0-16,0 0 15,27 0-15,-1 0 0,-25 52 16,25-26-16,1 27 16,-27-1-16,0 1 15,0-27-15,0 0 16,1 0-16,-27 1 15,26-27 1,26 0-16,-25 0 16,25 0-16,-26-53 15,1 1-15</inkml:trace>
  <inkml:trace contextRef="#ctx0" brushRef="#br1" timeOffset="78045.16">18052 3306 0,'-131'0'0,"53"0"0,-1 26 15,26-26-15,158 0 47,27 0-47,51 0 16,27 0-16,0 0 15,-26 0-15,26-26 16,0 26-16,-27-26 16,-25 0-16,-1 26 15,-26-27-15,-52 27 16,-26 0-16,-158 0 31,0 27-15,-27-27-16</inkml:trace>
  <inkml:trace contextRef="#ctx0" brushRef="#br1" timeOffset="78423.34">18210 3332 0,'-131'0'0,"26"26"16,26-26-16,27 0 15,157 0 16,-1 0-31,80 0 16,26 0-16,0 0 16,0 0-16,26 0 15,-26 0-15,-26 0 16,-1 0-16,-25-26 16,-79 26-16,-1 0 15,-52 0-15,-26-26 16,-26 26 93,0 0-109,-26 0 16</inkml:trace>
  <inkml:trace contextRef="#ctx0" brushRef="#br1" timeOffset="80223.73">9183 3254 0,'0'-27'0,"0"1"16,0 0 0,-26 0-1,0-1 1,0 27-16,-27-26 16,1 26-16,-1-26 0,-25 26 31,-27 0-31,0 0 0,0 0 0,0 0 15,-26 0-15,26 0 16,0 26-16,0 0 16,0 1-16,0 25 15,26-26-15,0 27 16,27-1 0,-27 1-16,27-1 0,-1 27 15,1 0-15,25-27 16,1 53-16,0-26 15,26 0-15,0-1 16,0 1-16,52 0 0,1-1 16,-1-25-16,27-1 15,0 1-15,26-1 16,0 1-16,0-1 16,0-26-16,0 27 15,0-27-15,26-26 16,0 0-16,26 0 15,1 0 1,-1-26-16,1-27 16,25 1-16,-25 0 15,-1-27-15,-52 26 0,0-25 0,-26-27 16,0-27-16,-53 1 16,-26 26-16,0-26 15,-26 0-15,-53 26 16,-52 26-1,0 1 1,-27 25-16,-52 27 0,0 26 0,-26 0 16,26 0-16</inkml:trace>
  <inkml:trace contextRef="#ctx0" brushRef="#br1" timeOffset="81451">18184 12647 0,'0'-26'0,"-27"26"0,80 0 47,-1 53-32,1-1-15,-1 1 16,1-1-16,-1 0 16,1 1-16,-1-1 0,-25 1 15,-1-27-15,0 0 16,0 1-16,0-27 15</inkml:trace>
  <inkml:trace contextRef="#ctx0" brushRef="#br1" timeOffset="81702.91">18761 12752 0,'0'-52'16,"0"26"-16,-26-1 15,-1 27 1,1 0 15,0 0-31,-26 53 16,-27-1-16,26 27 0,1-27 15,-1 1-15,1-1 16,-1 1-16,27-1 16,-26-25-16,25-1 15,27 0-15,-26-26 16,26 26-16,26-26 15,1 0 1</inkml:trace>
  <inkml:trace contextRef="#ctx0" brushRef="#br1" timeOffset="82381.28">19102 12805 0,'-26'0'0,"0"0"16,-1 0-16,54-26 31,-1-1-15,0 1-16,27 0 15,-1 0-15,-26 26 16,27-27-16,-27 27 15,26 0-15,-25 0 16,-1 27-16,0-1 16,0 0-16,-26 0 15,0 27 1,0-27-16,0 0 0,-52 0 16,-1 1-16,1-1 0,0 0 15,-1-26-15,1 26 16,25-26-16,1 27 15,52-27 32,1 0-31,25 0-16,1 0 16,25 0-16,1 26 15,-27 0-15,27-26 16,-26 26-16,-27 1 0,0-1 15,0 0-15,-26 0 16,0 1-16,0-1 16,-52 0-16,-1-26 15,27 26-15,-53-26 16,27 27-16,-1-27 16,27 0-16,-26 0 15,-1 0 1,1-27-16,-1 1 0,27 26 15,0-26-15,26 0 32,0-1-17,52 1 1</inkml:trace>
  <inkml:trace contextRef="#ctx0" brushRef="#br1" timeOffset="82777.13">20467 13015 0,'52'0'47,"0"26"-47,1-26 0,26 0 16,-1 0-16,27 0 15,-26 0-15,0 0 16,-27 0-16,-25 0 16,-27-26-1</inkml:trace>
  <inkml:trace contextRef="#ctx0" brushRef="#br1" timeOffset="84025.08">20545 13225 0,'0'26'15,"53"-26"1,25 0 0,1 0-16,0 0 15,0 0-15,-1 0 16,1 0-16,-26 0 15,-1-26-15,-26 26 16,0 0-16,-26-27 922,27 27-766</inkml:trace>
  <inkml:trace contextRef="#ctx0" brushRef="#br1" timeOffset="86152.97">21988 12857 0,'0'-26'16,"27"26"31,25-26-47,27 26 15,0 0-15,-1-26 0,-25 26 16,-1-27-16,1 27 16,-27 0-16,-26-26 15,0 0 17,0 0-17,-26 78 79,0 27-78,-27-1-16,27 1 15,0 26-15,-1-26 16,27 0-16,0-1 15,0 1-15,0-26 16,0-27-16,0 0 16,0 0-1,0 0 1,0-52 0,53-26-1</inkml:trace>
  <inkml:trace contextRef="#ctx0" brushRef="#br1" timeOffset="86624.35">23064 12883 0,'0'-26'0,"0"0"0,0 0 16,0 0-16,-52-1 15,26 27-15,-1-26 16,1 26-16,-26 0 15,25 0-15,-25 26 16,26 1-16,-1-1 16,27 26-16,0 1 15,0-1-15,27 1 16,25 25-16,1-25 16,-1-1-1,1 1-15,-1-1 0,-26-25 0,0-1 16,-26 0-1,-26 0 1,-26-26-16,-27 0 16,27 0-16,-1 0 15,27-26-15,0 0 16,26-27-16,0 1 16,26-1-16,26 1 15,27-27-15,0 27 16,-27-1-16,1-26 15,-1 27-15,-26 26 16,-26-27-16,0 27 16,-52 0-1,-1 26-15,-51 0 0,25 0 16,0 0-16</inkml:trace>
  <inkml:trace contextRef="#ctx0" brushRef="#br1" timeOffset="87709.88">1285 7793 0,'-26'0'0,"26"-26"31,53-27-31,78-52 16,79-52-16,52-1 16,27 1-16,-1 0 15,1 25-15,-53 1 16,-26 26-16,-79 53 15,-52-1-15,-53 53 16,-131 53 0,-78 52-16,-80 26 15</inkml:trace>
  <inkml:trace contextRef="#ctx0" brushRef="#br1" timeOffset="87886.28">944 8003 0,'53'-53'15,"78"-52"1,79-26-16,105-26 16,26-27-16,26 0 15,1-25-15,-54-1 16,-25 0-16,-79 0 16</inkml:trace>
</inkml:ink>
</file>

<file path=ppt/ink/ink1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1T09:38:04.297"/>
    </inkml:context>
    <inkml:brush xml:id="br0">
      <inkml:brushProperty name="width" value="0.05292" units="cm"/>
      <inkml:brushProperty name="height" value="0.05292" units="cm"/>
      <inkml:brushProperty name="color" value="#C00000"/>
    </inkml:brush>
  </inkml:definitions>
  <inkml:trace contextRef="#ctx0" brushRef="#br0">8501 5458 0,'0'-27'16,"26"1"-16,1-26 0,25 25 16,-26-25-1,1-1-15,-1 27 0,-26 0 16,0 78 31,-26 1-32,-1 52-15,1-53 16,26 27-16,-26 0 16,0-27-16,-1 1 15,27-27-15,-26 0 16,26-78 15,0-27-31,0 0 16,26-26-16,1 27 15,25-1 1,-26 0-16,1 27 0,-1-1 16,0 53-16,-26-26 15,0 52 1,26 27-16,1 52 15,-1-27-15,0 54 16,27-27-16,-27-27 16,26 1-16,-25 0 15,-1-27 1,0 1-16,-26-27 16,0-52-1,-52-27 1</inkml:trace>
  <inkml:trace contextRef="#ctx0" brushRef="#br0" timeOffset="173.19">8003 5510 0,'-53'0'0,"1"0"16,78 0 0,79 0-1,52 26-15,27-26 16,26 0-16,0 0 31,-53 0-31</inkml:trace>
  <inkml:trace contextRef="#ctx0" brushRef="#br0" timeOffset="472.11">9236 5431 0,'-53'0'0,"27"0"16,0 0-16,26-26 15,0 52 17,0 1-32,26 25 15,0 1-15,27-1 16,-27 1-16,27-27 16,-27 0-16,0 0 15,0-26-15,1 0 31,-27-52-15,26-1-16,0-25 0,-26 25 16,26 1-16,-26-1 15,27 1-15,-1 25 16,0 27-16,0 0 16</inkml:trace>
  <inkml:trace contextRef="#ctx0" brushRef="#br0" timeOffset="2060.34">9656 5694 0,'26'0'31,"27"0"-15,-27-26-16,26-1 15,1 1-15,-27 0 16,-26-27-16,0 27 15,0 0-15,0 0 16,0-1-16,-26 27 16,-1-26-16,1 26 31,26 53-31,0-1 16,0 1-1,0-1-15,0 1 0,26-1 16,1-26-16,25 1 15,1-27-15,-1 0 16,1 0-16,-1 0 16,1-53-16,-27 1 15,26-1-15,-25 1 16,-1-1-16,0 1 16,-26 25-16,0 1 15,0 0-15,-26 26 16,0 0-16,-1 0 0,1 0 15,0 0-15,-27 52 16,53 1-16,-26-1 16,26 1-16,0-1 15,0 1-15,26-1 16,27 1-16,-1-27 16,1 0-16,-1-26 15,27 0-15,0 0 16,-1 0-16,-25-52 15,-1 26-15,-25-27 16,-1 1-16,0 25 0,-26-25 16,-26 26-1,0 26-15,-27-27 16,1 27-16,-1 0 16,1 27-16,-1-1 15,27 0-15,0 27 16,-1-1-16,27-26 15,0 27-15,27-27 16,25-26 0,1 0-16,-27 0 0,26-26 15,-25 0-15,25-27 16,-26 27-16,-26 0 16,27-1-16,-27 1 15,0 52 32,0 1-47,0-1 16,0 26-16,0-25 15,26-1-15,53-26 16,-27 26-16,53-26 0,-26 0 16,-1 0-1,1-52-15,-26 25 0,-1-25 16,-26 26-16,1-27 15,-27 27-15,0 0 16,0-1 0,-53 27-16,27 0 15,-27 0-15,1 27 16,-1-1-16,27 26 16,0-25-16,26-1 15,0 0-15,26-26 16,0 0-16,27 0 0,-1 0 15,-25 0-15,-1 0 16,0 0-16,-26-26 16,0 52 62,0 27-78,0 25 15,-26 1-15,26 26 16,0 26-16,-26-26 16,-1 0-16,27-26 0,-26-1 15,0-51-15,0-1 16,-1-26 0,1-26-1,-26-53 1,-1 0-16,53 1 15,0-1-15,0 26 16,79 1-16,0-1 16,26 1-16,0-1 15,0 1-15,0 26 16,-27-27-16,1 1 0,0-1 31,-1 1-31,-25-1 0,-1 27 0,-25 0 16,-1-27-16,-26 27 15,0 0 1,0 0 0,-26 26-16,-1 0 15,-25 0-15,-1 52 16,1-26-16,-1 27 16,53-27-16,0 27 0,0-27 15,0 26 1,0-25-16,79-1 15,-26-26-15,52 26 0,0-26 16,0 0-16,-1 0 16,28-26-16</inkml:trace>
  <inkml:trace contextRef="#ctx0" brushRef="#br0" timeOffset="2948.03">13434 5431 0,'0'-26'0,"0"0"16,-52 26-16,26 0 16,-1 0-16,-25 0 15,-1 0-15,27 0 16,0 0-16,0 26 16,26 0-16,0 1 15,0-1-15,52 0 16,-26 0-16,53 1 15,-26-1-15,-1 26 16,-26-25-16,1-1 16,-27 26-16,0-25 15,0 25-15,-53-26 16,1-26-16,-1 26 16,1-26-1,-1 0-15,27 0 0,26-26 0,-26 0 16,26 0-16,0-27 15,52 27-15,27-26 16,0 25-16,26-25 16,-27 26-16,1-1 15,-27 1-15,1 0 16,-27 0-16,0-1 16,-26 1-16,0 0 15,0 52 48,-26 0-63,26 53 15,-26-26-15,26 25 16,-26 1-16,26 0 16,-27-1-16,27-25 15,-26 26-15,26-27 16,0 1-16,-26-27 15,26 0 1,0 0-16,0 1 0,0-54 47,0-25-31,0-1-16,0-25 15,0 25-15,0-26 16,26 27-16,-26 0 15,26-1-15,27 1 16,-1-27-16,1 26 16,-1 27-16,27-26 0,-26 52 15,-27-27-15,0 27 16,-26 27 15,0 25-31,-26 1 16,-27-27-16,27 0 15,-26 27-15,25-53 16,1 26-16,0-26 16,26 26-16</inkml:trace>
  <inkml:trace contextRef="#ctx0" brushRef="#br0" timeOffset="3853.34">14221 5668 0,'27'0'31,"-1"-27"-15,26 1-16,1 0 16,-27 0-16,0-1 15,-26-25-15,27 26 16,-27-1-16,-27 27 31,-25 0-31,-1 27 16,-25-1-16,51 26 15,-25 1-15,52-27 16,0 0-16,0 1 16,52-1-16,27 0 15,0-26-15,0 0 16,-1 0-16,-25 0 15,-1-26-15,-25 26 16,-1-26 0,-26-1-16,26 1 15,27 0-15,-27 0 16,0-27-16,0 27 16,0 0-16,-52 26 31,-26 0-31,-27 0 15,27 26-15,25 0 16,1 0-16,26 27 16,0-1-16,0-25 15,79-1-15,0 0 16,25-26-16,1 0 0,0 0 16,0-26-16,0 0 15,0-1-15,-26 1 16,-27 0-16,-52 0 15,0-1 1,-78 27-16,-27 0 16,0 0-1,26 27-15,0-1 0,53 0 16,26 0 0,53 1-16,25-27 15,1 0-15,26 0 16,-26 0-16,-1-53 15,1 27-15,-53-27 0,27-25 16,-27 25-16,-26-26 16,0 1-16,0-1 15,-26 0-15,-27 27 16,27-1-16,-26 53 16,25-26-16,1 26 15,0 0-15,-26 53 16,25-1-16,1 27 15,0 26-15,26-27 16,0 1-16,0 26 0,0-26 16,0 0-16,26-27 15,0 1-15,1-1 16,-1-26-16,0 0 16</inkml:trace>
  <inkml:trace contextRef="#ctx0" brushRef="#br0" timeOffset="4056.9">16216 5720 0,'26'0'15,"53"-26"1,26 26-16,0 0 15,-27-26-15,1 26 16,-27-27-16</inkml:trace>
  <inkml:trace contextRef="#ctx0" brushRef="#br0" timeOffset="4183.08">16189 5877 0,'-26'0'0,"79"0"16,25 0-1,54 0-15,25 0 16,-26-26-16,0 0 16,-26 26-16</inkml:trace>
  <inkml:trace contextRef="#ctx0" brushRef="#br0" timeOffset="4857.7">18499 4644 0,'0'-26'16,"-27"26"-16,27 52 46,0 27-46,27 0 0,-1 26 16,-26-26-16,26-1 16,-26 1-16,0-27 15,0 1-15,-26-1 16,-27 1-16,27-53 16</inkml:trace>
  <inkml:trace contextRef="#ctx0" brushRef="#br0" timeOffset="5014.57">18000 5012 0,'0'-53'16,"0"-26"-16,0 27 15,79-27-15,-1 27 16,54-1-16,25 27 0,-26 0 16,0 26-16,-26 0 15,-26 0-15,-53 52 16</inkml:trace>
  <inkml:trace contextRef="#ctx0" brushRef="#br0" timeOffset="5344.92">18918 4907 0,'0'-27'0,"-26"27"31,0 27-31,26-1 15,-26 53 1,26-27-16,0 1 0,0-1 16,26-26-16,26 0 15,1 1-15,-1-27 16,1 0-16,-1-27 16,1 1-16,-27-26 15,0-1-15,-26 1 31,0-1-31,-26 1 0,0 26 0,-27-1 16,1 27-16,-1 0 0,1 0 16,26 0-16,-1 53 15,1-27-15</inkml:trace>
  <inkml:trace contextRef="#ctx0" brushRef="#br0" timeOffset="5628.12">19574 4670 0,'-52'-26'0,"52"0"16,-26 26-16,26 26 46,0 27-30,0 25-16,0 1 16,0-26-16,26 25 15,-26-25-15,0-1 16,0 1-16,26-27 16,-26 26-16,26-25 15,1-27-15</inkml:trace>
  <inkml:trace contextRef="#ctx0" brushRef="#br0" timeOffset="6194.31">20047 5064 0,'26'-26'15,"26"-27"-15,-52 27 16,27 0-16,-27 0 16,0-1-16,-53 27 31,1 0-31,-27 27 15,27-1-15,-1 0 0,53 27 16,0-27 0,0 0-16,0 0 0,53-26 15,-1 27-15,0-27 16,-25 0-16,25-27 16,-26 27-16,-26-26 15,0 0 1,27 52 31,-27 0-32,26-26-15,26 27 16,-25-1-16,-1-26 0,26 0 16,-25 0-16,25-53 15,1 27-15,-27-26 16,26-27-16,-26 26 15,-26-25-15,27-1 16,-27 26-16,0 1 16,0 26-16,0-1 15,-27 27-15,1 0 32,0 27-32,0 25 0,0 1 15,26 25-15,-27 1 16,27-26-16,0 25 15,0-25-15,0-1 16,0-25-16,0 25 16,0-26-16</inkml:trace>
  <inkml:trace contextRef="#ctx0" brushRef="#br0" timeOffset="6335.33">19443 4802 0,'-52'0'0,"52"-27"15,105 27 1,52 0-16,27 0 16</inkml:trace>
  <inkml:trace contextRef="#ctx0" brushRef="#br0" timeOffset="6617.31">21201 4775 0,'-26'-26'16,"26"79"15,0-1-15,0 27-16,0 0 15,0-27-15,0 1 16,0-1-16,0 0 16,0 1-16,-26-53 15,26 26-15</inkml:trace>
  <inkml:trace contextRef="#ctx0" brushRef="#br0" timeOffset="6822.02">21123 4828 0,'0'-26'16,"52"-1"-16,0 27 16,27 0-16,26 0 15,-26 27-15,0-1 16,-27 26-16,-26 27 15,-26-26-15,0-1 16,-26 1-16,-53-1 0,1 0 16,-27-25-16,26-1 15</inkml:trace>
  <inkml:trace contextRef="#ctx0" brushRef="#br0" timeOffset="7074.25">21857 4933 0,'-26'0'0,"26"26"15,0 27 1,0-27-16,0 0 15,0 27-15,26-27 16,0 0-16,-26 0 16</inkml:trace>
  <inkml:trace contextRef="#ctx0" brushRef="#br0" timeOffset="7311.93">21726 4749 0,'-26'-26'0,"26"52"32,26 0-32,0-26 15,27 27-15,-1-27 16,1 0-16,-27 0 16,0 0-16,0-27 0,-26 1 15,0 0-15,0 0 16,0-1-1,0 1-15,-52 26 0,-1 0 32,-25 0-32,25 26 0</inkml:trace>
  <inkml:trace contextRef="#ctx0" brushRef="#br0" timeOffset="7653.42">22303 4933 0,'0'-26'0,"0"-1"32,-52 27-32,26-26 0,-1 26 0,1 0 15,0 0 1,26 26-16,0 1 15,0-1-15,0 26 16,52 1-16,-25-1 0,25 1 16,1-1-1,-27-26-15,0 1 0,-26-1 16,-26-26 0,-27 26-1,1-26-15,-1 0 16,1 0-16,-1 0 15</inkml:trace>
  <inkml:trace contextRef="#ctx0" brushRef="#br0" timeOffset="7908.99">22828 4513 0,'-26'0'16,"0"52"15,26 1-15,0 26-16,0 26 16,0-27-16,0 1 15,0 0-15,0-27 16,0 27-16,0-27 0,0-25 15,0 25-15,0-26 16</inkml:trace>
  <inkml:trace contextRef="#ctx0" brushRef="#br0" timeOffset="8631.73">23248 5038 0,'0'-26'0,"0"-27"15,0 27-15,-53 26 16,1 0 0,-27 26-16,27 0 0,-1 27 15,1-1-15,52-25 16,0 25-16,0-26 16,26-26-16,27 26 15,-1-26-15,0 0 16,1 0-16,-1-26 15,-52 0-15,27-26 16,-27 25-16,0 1 16,0 0-16,0 52 47,0 0-32,26 27-15,0-27 16,0 0-16,1 0 15,-1-26-15,0 0 16,0-26 15,-26-26-31,27 26 16,-27-1-16,0 1 16,0 0-16,-27 52 46,1 27-46,26-27 16,-26 0-16,0 0 16,26-52 31,0 0-32,0-27-15,26 27 16,0 0-16,27 26 15,-1-26-15,1 26 16,-1 0-16,1 0 16,-1 26-16,0 0 0,1 0 15,-27 27-15,0-27 16,1 26-16,-27-25 16,0-1-16,-79 0 15,0 0-15,-52 1 16,26-27-16</inkml:trace>
  <inkml:trace contextRef="#ctx0" brushRef="#br0" timeOffset="8805.1">22749 4775 0,'0'-26'16,"27"26"-16,78 0 15,0 0-15,26 0 16,-26 26-16,-27 1 16</inkml:trace>
  <inkml:trace contextRef="#ctx0" brushRef="#br0" timeOffset="9229.06">24245 4933 0,'-26'0'0,"-27"-26"16,27 26-16,0 0 16,-27 0-16,1 26 15,26 26-15,-1-25 16,27 51-16,0-25 0,0-1 15,27-26 1,25 1-16,27-1 0,26-26 16,-26 0-16,-1 0 15,1-26-15,0-27 16,-27 1-16,-26 26 16,1-27-16,-27 27 15,-27 26 1,-25 0-16,26 26 15,-1 0-15,27 27 16,0-1-16,0 1 16,105-27-16,-26 0 15,0-26-15,26 0 0,-26 0 16,-1 0-16,-52-26 16</inkml:trace>
  <inkml:trace contextRef="#ctx0" brushRef="#br0" timeOffset="9731.4">17003 5956 0,'-210'0'0,"26"0"16,53 26 0,52-26-16,158 0 15,131 27-15,131-27 16,131 0-16,106 0 16,104 0-16,53 0 15,26-27-15,0 1 16,-27 26-16,-25-26 15,-80 26-15,-77-26 16,-54 26 0,-131-27-16,-78 1 0,-131 0 15,-80 26-15,-78-26 0,-52 26 16,-106 0-16,-104-26 16</inkml:trace>
  <inkml:trace contextRef="#ctx0" brushRef="#br0" timeOffset="10406.11">18499 6901 0,'-27'-79'15,"27"27"-15,0 25 0,0 1 16,0 52 31,0 53-32,0-26-15,0 25 16,0 1-16,27-26 16,-27 25-16,0-25 15,0-1 1,0 1-16,-27-1 0,-25-26 0,-1 1 15</inkml:trace>
  <inkml:trace contextRef="#ctx0" brushRef="#br0" timeOffset="10594.52">17843 7006 0,'0'-26'15,"0"-27"-15,52 27 16,27 0-16,52-1 15,0 1-15,27 0 16,-27 26-16,-26 0 0,-27 0 16,-25 52-16</inkml:trace>
  <inkml:trace contextRef="#ctx0" brushRef="#br0" timeOffset="10893.48">18971 7032 0,'0'-26'16,"-26"26"0,-1-26-1,1 26-15,0 26 32,0 26-32,-1 1 0,27-1 15,0 1-15,0-27 16,27 26-16,-1-52 15,26 27-15,27-27 16,-26 0-16,-1-27 16,1 1-16,-27 0 15,0-27-15,-26 1 16,0 26-16,0-27 16,-26 1-16,-27 52 15,1-26-15,-1 26 16,1 0-16,26 26 0,-1 26 15</inkml:trace>
  <inkml:trace contextRef="#ctx0" brushRef="#br0" timeOffset="11162.86">19522 6875 0,'-53'-53'15,"27"27"-15,26 0 16,-26 26-16,26 52 47,0 1-47,0 25 16,0 1-16,0 0 15,0-1-15,0-25 16,0 26-16,0-53 15,0 26-15,26-52 16</inkml:trace>
  <inkml:trace contextRef="#ctx0" brushRef="#br0" timeOffset="11742.16">19916 7242 0,'0'-53'15,"0"27"-15,0-26 16,0 26-1,-27 26 1,-25 0-16,-1 26 16,-25 0-16,51 0 15,-25 27-15,52-27 16,0 0-16,52 0 16,1-26-1,-1 0-15,27-26 16,-26 0-16,-27 0 0,0-27 15,0 27-15,-26 0 16,0 52 31,0 0-47,0 0 16,0 1-16,0-1 15,26 0-15,27-26 16,-27 0-16,27 0 15,-1 0-15,-26-26 16,1-27-16,-1-25 0,0 25 16,0-25-16,-26-1 15,0 26-15,0-25 16,0 51-16,-26 1 16,26 0-16,-26 26 15,0 0 1,26 26-1,-27 27-15,27-1 16,-26 27-16,26 0 16,0-27-16,0 27 0,26-27 15,1-26-15,-1 27 16,-26-27-16</inkml:trace>
  <inkml:trace contextRef="#ctx0" brushRef="#br0" timeOffset="11884.16">19312 6980 0,'-79'-27'16,"53"27"-16,26-26 16,105 26-16,52-26 15,53 0 1,0 26-16</inkml:trace>
  <inkml:trace contextRef="#ctx0" brushRef="#br0" timeOffset="12386.17">21070 6796 0,'-26'0'0,"26"-26"16,-26 78 31,26 1-47,-27-1 15,27 27-15,0 0 16,0-27-16,0 27 15,0-27-15,0 1 16,0-27-16,27-26 16,-1 26-16,26-26 15,27 0-15,-27-26 0,1 0 16,-27-27-16,0-26 16,-26 27-16,0 26 15,0 0-15,0-1 16,0 1-1,0 52 17,-26 27-17,26-27-15,0 26 16,0-25-16,0-1 0,26 0 16,1 0-16,-1-26 15</inkml:trace>
  <inkml:trace contextRef="#ctx0" brushRef="#br0" timeOffset="12511.9">21464 6822 0,'-27'-26'16,"1"26"-16,26-26 16</inkml:trace>
  <inkml:trace contextRef="#ctx0" brushRef="#br0" timeOffset="12665.19">20519 7006 0,'-26'0'15,"131"-26"1,26 26-1,26 0-15,1 0 16</inkml:trace>
  <inkml:trace contextRef="#ctx0" brushRef="#br0" timeOffset="13392.3">21569 6980 0,'-27'0'0,"27"26"32,0 0-32,0 27 15,0-27-15,0 26 16,0-26-16,0 1 16,0-1-16,0-52 46,0-27-46,0 1 16,0-1-16,0 1 16,27 26-16,-1-1 15,0 1-15,0 26 16,1 0-16,-1 0 16,0 0-16,0 26 15,-26 27-15,27-1 0,-1 1 16,-26-27-16,26 26 15,0-25 1,0-27 0,1-27 15,-1-25-31,-26 26 0,26-27 0,-26 1 16,26 26-16,-26-1 15,0 1 1,0 52 15,0 27-31,0-1 16,27-25-16,-1-1 0,26 0 15,-25 0-15,-1-26 16,0 0-16,0 0 16,27 0-16,-1 0 15,-25-26-15,-1-26 16,0 25-1,-26-25-15,0 26 0,0-1 16,-52 27 0,25 0-16,1 0 15,-26 0-15,52 27 16,-27-1-16,27 0 16,0 0-16,53 1 0,-27-1 31,27 0-31,-27-26 15,26 26-15</inkml:trace>
  <inkml:trace contextRef="#ctx0" brushRef="#br0" timeOffset="13628.03">22776 6691 0,'0'-26'16,"-27"26"-1,27 26 1,0 26 0,0 1-16,0-1 15,0 1-15,27 26 16,-1-27-16,0 1 16,0-1-16,-26 0 15,0-25-15,0-1 16,0 0-16</inkml:trace>
  <inkml:trace contextRef="#ctx0" brushRef="#br0" timeOffset="14225.19">23458 6927 0,'-26'-52'0,"-1"25"15,1 27-15,-26-26 16,-1 26-16,1 0 15,-1 0-15,1 26 16,-1 1-16,27 25 16,0-26-16,26 27 15,0-27-15,0 0 0,52 1 16,-26-27 0,27 0-16,-27 0 0,27 0 15,-27-27-15,0 1 16,0 0-16,1 0 15,-27-1-15,0 1 16,26 26-16,0 26 47,-26 1-47,26 25 16,1-26-16,25 27 15,1-53-15,-1 26 0,1-26 16,-27 0-16,0-26 15,0 0-15,0-27 16,-26 1-16,0-1 16,0 1-16,0-1 15,0-26-15,0 27 16,0 26-16,0-1 16,0 1-1,-26 79 16,26-1-31,0 1 16,0 25-16,0-25 0,0-1 16,0 1-16,0-1 15,0-25-15,0-1 16,26 0-16,1-26 16,-1 0-1</inkml:trace>
  <inkml:trace contextRef="#ctx0" brushRef="#br0" timeOffset="14429.69">23956 6822 0,'-26'0'15,"-26"0"-15,-1 0 0,1 0 16,-1 26 0,27 1-16,26-1 0,0 26 15,0-25-15,26-1 16,27 0-16,-1 0 15,27 1-15,0-1 16,-27-26-16,27 0 16,-53 0-16,0 0 15</inkml:trace>
  <inkml:trace contextRef="#ctx0" brushRef="#br0" timeOffset="14617.88">22697 6770 0,'-26'0'15,"52"0"1,53 0-16,78 0 16,0 0-16,27-27 15,-26 27-15</inkml:trace>
  <inkml:trace contextRef="#ctx0" brushRef="#br0" timeOffset="15272.12">24271 7137 0,'27'-26'15,"25"26"-15,0-26 16,-25-27-16,-1 27 16,0 0-16,-26-27 15,0 27-15,-26 0 0,-27 26 16,1 0-16,0 0 16,-1 0-16,27 0 15,0 26-15,26 26 16,0-25-1,0 25-15,52 1 0,1-27 16,25-26-16,1 26 16,-27-26-16,1 0 15,-1-26-15,1 0 16,-27-1-16,0 1 16,-26-26-16,0 25 15,0 1-15,0 0 0,0 0 31,0 52-15,0 0 0,0 27-16,0-27 15,0 26-15,0-25 16,0-1 0,-26-52 15,0-1-31,26-25 15,0-1-15,0 1 16,0-1-16,79 1 0,-27 26 16,27 26-16,-27 0 15,1 0-15,-27 26 16,26 26-16,1 1 16,-27-1-16,0 1 15,-26 26-15,0-27 16,-78 0-16,-27 1 15</inkml:trace>
  <inkml:trace contextRef="#ctx0" brushRef="#br0" timeOffset="16188.95">14930 9787 0,'52'0'47,"1"0"-31,-1 0-16,27 0 15,26 0-15,0 0 16,0 0-16,0 0 0,-26 0 15,-27 0 1</inkml:trace>
  <inkml:trace contextRef="#ctx0" brushRef="#br0" timeOffset="16314.04">15035 9945 0,'-53'26'0,"1"0"16,26-26-16,52 0 31,105 0-31,53 0 16,26 0-16,52-26 15,-52-27-15</inkml:trace>
  <inkml:trace contextRef="#ctx0" brushRef="#br0" timeOffset="19087.8">9735 9472 0,'0'-26'0,"0"0"15,0 78 16,-27 27-15,1 0-16,26 26 16,-26 0-16,26-27 15,0-25-15,0-1 16,0-25-16,0-1 16,0-52 15,0-53-16,0 26-15,0-25 0,0-27 16,0 52-16,0-25 16,0 25-16,0 27 15,0 0-15,26 26 32,27 26-32,-1 0 15,27 27-15,-1-1 16,1 0-16,0 1 15,-27-1-15,1-25 16,26 25-16,-53-26 16,-26 1-16,0-1 0,-26 0 15</inkml:trace>
  <inkml:trace contextRef="#ctx0" brushRef="#br0" timeOffset="19544.21">9079 9918 0,'-27'0'0,"106"0"31,26-26-31,79 26 0,-1-26 16,1 26-16,0-26 16,-53 26-16,0 0 15,-52 0-15,-1-27 16,-51 1-16,-1 26 15,-26-26-15,0 0 16,0-1-16,0 1 16,-26 26-1,26 26 17,26 27-17,0-1-15,27 1 16,-1-27-16,1 0 15,-27 1-15,26-1 0,-25-26 16,-1 0 0,-26-26-1,26-27-15,-26-26 16,0 27-16,0-1 16,0 1-16,0 0 15,0 25-15,0 1 16,0 0-16,0 78 31,26-25-15,1 25-16</inkml:trace>
  <inkml:trace contextRef="#ctx0" brushRef="#br0" timeOffset="20771.16">11519 9708 0,'-26'-26'15,"-27"0"-15,1 0 16,25 0-16,-25-1 16,26 27-16,-1 0 15,1 0-15,0 0 0,-27 27 16,27-1-16,26 26 16,0-26-16,0 1 15,53-1-15,-1 0 16,1-26-16,-1 0 15,1 0-15,-1-26 16,-26 0 0,1-1-16,-1-25 0,-26 26 15,0 0 1,0 78 0,0 0-1,0 53-15,0 0 16,26 0-1,0 0-15,-26 0 0,27 0 16,-27-26-16,0-27 16,0 1-16,-53-27 15,27 0-15,-27-26 16,1 0-16,-1 0 16,-25 0-16,25-52 15,1 26-15,25-53 16,27 0-16,0 1 0,27-1 15,51 0-15,27 53 16,0-27-16,27 27 16,-28 0-16,28-27 15,-54 27-15,27-26 16,-26-1 0,-26 27-16,-1-27 0,-26 1 15,1 26-15,-27 0 16,0-1-16,-53 1 15,1 26-15,25 0 16,-51 26 0,51 27-16,1-27 15,0 26-15,26 1 0,0-1 16,52-25-16,27-1 16,0 0-16,0 0 15,-27 1-15,0-27 16,-25 26-16,-27 0 47,-27-26-47,-25 0 15,0 0-15,-1 0 16,27 0-16,0 0 16,26-26-16,0 0 15,26-27-15,53 27 16,-1 0-16,-25-27 15,25 27-15,-25-27 16,-1 27-16,-25 0 16,-1 0-16,-26 0 15,0-1-15,26 80 47,0-1-47,27 27 16,-1 0-16,-25 26 15,25-27-15,1 1 16,-27 0-16,26 0 16,-52-27-16,0 0 15,0-25-15,0-1 16,-26-26 0,-26 0-1,-1-53-15,-26 1 16,27-53-16,-27 0 15,27 0-15,25 0 0,27 26 16,0 1 0,27 25-16,51 27 0,27 0 15,0 26-15,0 0 16,0 0-16,-52 52 16,-1-26-16,-52 27 15,0-1-15,0 1 16,-79 26-16,-26-27 15,27-26-15</inkml:trace>
  <inkml:trace contextRef="#ctx0" brushRef="#br0" timeOffset="21668.46">13014 9813 0,'27'0'15,"-1"0"-15,26 0 16,27 0-16,0 0 16,-27-26-16,1 0 15,-27 26-15,-26-26 16,0-1-16,0 1 16,-26 26-16,-27-26 0,-25 26 15,25 0 1,-26 0-16,27 26 0,-1 0 15,53 27-15,0-27 16,0 27-16,53-27 16,-1 26-16,27-25 15,-53-1-15,27-26 16,-27 26-16,0-26 16,1 0-16,-1 0 15,0 0-15,27-26 16,-1 0-16,-26 26 15,53-27-15,-27 1 16,1 0-16,-27 0 16,0-1-16,-26 1 15,0 0 1,-26 26-16,0 0 16,-53 0-16,27 0 15,-1 26-15,1 0 16,-1 1-16,53 25 15,0-26-15,0 1 16,27-1-16,51 0 16,1-26-16,26 0 0,-53 0 15,27 0-15,0 0 16,-53-26-16,27 0 16,-53-1-16,0 1 15,0 0-15,0 0 16,26 26 46,0 0-62,27-27 16,-53 1-16,26-26 16,-26-1-16,0 1 15,0-1 1,0-25-16,0 25 0,-53-26 15,1 27-15,-1-1 16,27 27-16,0 26 16,0-26-16,-1 26 15,27 26-15,0 27 16,0 52-16,0-27 16,0 27-16,53 0 0,-1 0 15,27 0-15,-26 0 16,-1-26-16,0 26 15,1-26-15,-1-1 16,1-25-16,26-27 16</inkml:trace>
  <inkml:trace contextRef="#ctx0" brushRef="#br0" timeOffset="22312.92">17160 9341 0,'-52'-26'0,"26"0"0,78-1 32,27 1-32,0 26 0,-1 0 15,-25 0-15,-1 26 16,-52 27-16,0-1 15,0 27-15,-52-26 16,-53-1-16,26 1 16,0-27-16,1 0 31,51 0-31,1-26 0,0 26 0,105-26 31,26 27-31,52-27 16,0 0-16,1 0 0,-1 0 15,-52 0-15,0 0 16,-52-27 0</inkml:trace>
  <inkml:trace contextRef="#ctx0" brushRef="#br0" timeOffset="23161.69">18079 9551 0,'-27'-52'0,"1"25"16,0-25-16,26 26 15,0-1-15,26 1 16,27 26-16,-1 0 15,-26 0-15,27 0 0,-27 53 16,-26-1 0,0-26-16,0 27 0,0-1 15,0-25-15,-26-1 16,52-26 31,0 0-32,27-53-15,-1 1 16,-25-27-16,-1 27 16,0-1-16,-26 27 15,0 0-15,0-1 16,-26 27-16,0 0 16,-27 0-16,27 27 0,-27 25 15,53 1-15,0-1 16,0 1-16,0-27 15,53 26-15,26-25 16,-1-1-16,-25 0 16,26 0-16,-27-26 15,0 0-15,27-26 16,-53 0-16,27-27 16,-53 1-16,26-27 15,-26 27-15,0-1 0,0 1 16,0 25-1,-26 27-15,26 53 32,0-1-17,0 1-15,26-1 16,27-25-16,-27-1 16,26-26-16,1 0 15,-1 0-15,1 0 16,-27 0-16,27-53 15,-53 27-15,26-26 16,-26-1-16,0 27 16,0 0-16,0-1 0,0 1 15,0 52 1,0 27 0,0 26-16,0 26 15,0-27-15,0 27 16,0 0-16,0-26 15,0 0-15,0-1 16,-26-51-16,-1-1 16,1 0-16,-26-26 15,25 0-15,1 0 0,0-26 32,26-27-32,0 1 0,0-27 15,0 0-15,52 27 16,-25 26-16,-1-1 15</inkml:trace>
  <inkml:trace contextRef="#ctx0" brushRef="#br0" timeOffset="23444.57">16950 10286 0,'-52'0'16,"183"0"-1,53 0 1,78 0-16,27 0 16,26-26-16,0-1 15,-1 1-15,-25 0 16,-26 0-16,-1 26 15,-52 0-15,-26 0 16,-53 0-16,-53 0 0,-183 26 31</inkml:trace>
  <inkml:trace contextRef="#ctx0" brushRef="#br0" timeOffset="23900.84">17633 10706 0,'0'-27'15,"26"27"-15,53-26 16,26 26-16,0 0 0,-53 0 16,0 26-16,-25 1 15,-27 25-15,0 27 16,-27-27-16,-51 1 15,52-1-15,-1-26 16,1-26-16,79-26 31,-1-26-15,27-1-16,-27-25 16,1 25-16,-1 1 0,-26-1 15,-26 27-15,0 0 16,0 78 31,0 1-32,0-27-15,0 26 16,0 1-16,0-27 16,27 26-16,25-25 15,-26 25-15,1-52 16,25 26-16,1-26 0</inkml:trace>
  <inkml:trace contextRef="#ctx0" brushRef="#br0" timeOffset="24041.83">18735 10968 0,'0'-26'15,"0"-1"1,52 1 0,27 26-16,26-26 15,0 0-15,-26 26 16,-1 0-16,-51 0 15,25 0-15,-52-26 16</inkml:trace>
  <inkml:trace contextRef="#ctx0" brushRef="#br0" timeOffset="24216.82">19076 10627 0,'-26'-26'0,"-1"26"0,27 26 46,0 26-30,0 1-16,0-1 16,53 27-16,-27-27 15,27 27-15,-1-53 16,1 27-16,-1-27 0</inkml:trace>
  <inkml:trace contextRef="#ctx0" brushRef="#br0" timeOffset="24688.03">19916 10653 0,'-27'-26'16,"1"0"-16,0-1 15,0 27-15,26 27 32,0-1-32,0 26 0,0 1 15,26-1-15,26-25 16,1-1-16,-27-26 31,0 26-31,0-26 0,27-26 0,-27 0 16,0-27-16,27 1 15,-53-1-15,26 1 16,0 25-16,-26 54 47,27 51-47,-1 54 0,26-1 15,-52 26-15,27 1 16,-27-1-16,0-26 16,0 0-16,0-52 15,-53 0-15,27-53 16,0 0-16,-1-26 16,1 0-16,-26-26 15,25-53-15,1-26 16,26-26-16,53 0 15,25 0-15,54 26 16,25 0-16,0 26 16</inkml:trace>
  <inkml:trace contextRef="#ctx0" brushRef="#br0" timeOffset="25852.34">8396 8764 0,'0'-26'15,"-26"26"-15,0 26 16,-27 79-16,27 52 16,0 27-16,26 52 15,0 0-15,52-26 16,-25 0-16,25-26 15,1-27-15,-1 1 16,0-53-16,1 0 16,-1-27-16,1 1 0,-27-27 15,27-25 1,-27-27-16</inkml:trace>
  <inkml:trace contextRef="#ctx0" brushRef="#br0" timeOffset="26873.99">8449 9289 0,'-79'-53'0,"27"1"16,52 25-16,0 1 0,0 0 15,52 26 1,53-26-16,0 26 15,26 0-15,53 0 16,52 0-16,26 0 16,53 0-16,79-27 15,52 27-15,79-26 16,52 26-16,79-26 16,79 0-16,26 0 15,78 26-15,-25-27 16,25 27-16,-25 0 0,-27 0 15,-78 0-15,-80 27 16,-104-1-16,-105-26 16,-79 26-1,-105-26-15,-78 0 0,-106 0 16,1 0-16,-1 26 266,-26 27-251,1 25-15,25 27 16,0 27-16,27-1 15,0 26-15,0 1 16,-1 25-16,1 1 16,-26-27-16,-1 27 15,1-26-15,-1 25 16,-26-52-16,0 1 16,-26-1-1,0-26-15,27 0 0,-27-27 16,0 1-16,0-26 0,0-1 15,0-26-15,0 1 32,-79-27-1,-52 0-31,-79 0 16,-131 0-16,-132 0 15,-104 0-15,-158-27 16,-130 1-16,-133-26 15,-104 25-15,-26-25 16,26-1-16,52 27 16,80-26-16,156 26 0,158-1 15,131 27-15,132 0 16,104 0-16,105 27 16,79-1-16</inkml:trace>
  <inkml:trace contextRef="#ctx0" brushRef="#br0" timeOffset="34279.6">14169 2912 0,'-26'0'16,"52"0"0,53 0-1,26-26-15,0 26 16,0-26-16,0 26 16,0-26-16,-53 26 0,0 0 15,-25 0-15,-1 0 16,-52 0-1</inkml:trace>
  <inkml:trace contextRef="#ctx0" brushRef="#br0" timeOffset="34412.94">14248 2965 0,'-27'0'16,"1"26"-16,52-26 15,27 0 1,78 0-16,0 0 15,27 0-15,-27-26 16</inkml:trace>
  <inkml:trace contextRef="#ctx0" brushRef="#br0" timeOffset="37500.76">5143 3621 0,'-27'0'0,"-25"-26"16,26 26-16,104 0 47,1 0-32,0 0-15,52 0 16,-52 0-16,26 0 16,-27 0-16,1 0 15,-26 0-15,-1 0 16,-26 0-16,1 0 16,-27 26-16,0 0 15</inkml:trace>
  <inkml:trace contextRef="#ctx0" brushRef="#br0" timeOffset="37705.28">4985 3778 0,'-26'0'16,"78"0"15,53 0-31,0-26 31,0 26-31,26 0 16,-26-26-16,0 26 16,-26 0-16,0 0 0,-27 0 15,-25 0-15</inkml:trace>
  <inkml:trace contextRef="#ctx0" brushRef="#br0" timeOffset="40727.72">15009 13330 0,'26'-27'46,"53"27"-46,26-26 16,26 26-16,-26-26 16,0 0-16,26-1 15,-52 27-15,-1 0 16,-25 0-16,-27 0 16,-26 27-1</inkml:trace>
  <inkml:trace contextRef="#ctx0" brushRef="#br0" timeOffset="40913.31">15140 13592 0,'-26'0'15,"52"0"17,53 0-17,26 0-15,26 0 16,26-26-16,1-1 15,-53 1-15,26 0 16</inkml:trace>
  <inkml:trace contextRef="#ctx0" brushRef="#br0" timeOffset="41447.89">16714 12962 0,'-52'0'15,"26"0"-15,-1-26 16,27 0-16,0-1 16,27-25-16,25 26 0,27 0 15,-1-1-15,-25 27 16,-1 0-1,1 0-15,-1 0 0,-25 0 16,-1 27-16,0 25 16,-26 0-16,0 1 15,0 26-15,-52-27 16,-1 1-16,1-1 16,-27 1-16,0-27 15,27 0-15,-1 0 16,27-26-16,0 0 15,52 0 32,26 0-47,27 0 16,26 0-16,0 0 16,0 0-16,-26 0 15,0 0-15,-27-26 16,-26 26-16,0 0 15,1 0 1,-1 0-16,26 0 16,1 0-16,-1 0 15,1 0-15</inkml:trace>
  <inkml:trace contextRef="#ctx0" brushRef="#br0" timeOffset="41731.26">17711 12962 0,'-52'-26'0,"26"26"16,26-26-1,0 52 17,26 0-17,26 27-15,1 25 16,-1-25-1,1-1-15,26 1 0,-27-27 16,-26 27-16,27-27 16,-27 0-16,0-26 15,0 26-15,1-26 16</inkml:trace>
  <inkml:trace contextRef="#ctx0" brushRef="#br0" timeOffset="42107.77">18184 12883 0,'-27'-26'0,"1"26"15,0 0 17,0 26-17,-1 1-15,-25 51 16,0 1-16,25 0 15,-25 0-15,-1-1 0,1 1 16,26-26-16,-1-1 16,1-26-1,26 0-15,-26-26 0,26 27 16,26-27 109,27-27-109</inkml:trace>
  <inkml:trace contextRef="#ctx0" brushRef="#br0" timeOffset="42737.22">18472 12962 0,'0'-26'16,"0"0"-1,27 26 1,-27-27 0,0 54 62,0-1-78,0 26 0,0 1 15,0-1 1,0 27 0,0-53-16,26 53 15,-26-53-15,0 27 16,26-27-16,-26 0 31,26-26-31,-26 27 16,27-27-1,-27 26 1,26-26-16,0 0 16,0-26-16,27-27 15,-27 1 1</inkml:trace>
  <inkml:trace contextRef="#ctx0" brushRef="#br0" timeOffset="43631.95">18971 12910 0,'0'-27'16,"-26"27"46,26 27-46,-27 25 0,27 1-16,0-1 0,0 1 15,0-27-15,0 26 16,0-25-16,0-1 16,0 0-16,27 0 15,-1 1-15,26-1 16,-25-26-16,25 0 15,1 0-15,-27 0 16,26 0-16,-25 0 16,-1 0-16,0-26 0,0-1 15,0 1 1,-26-26-16,27 25 0,-27-25 16,0-1-16,0 27 15,0-26-15,-27 25 16,1 1-16,0 0 15,-26 0-15,25 26 16,-25 0-16,26-27 16,-27 27-16,27 0 15,0 0 1,26 27 375,26-27-391,0 26 15</inkml:trace>
  <inkml:trace contextRef="#ctx0" brushRef="#br0" timeOffset="44033.03">19863 12857 0,'-26'-26'16,"26"0"-16,26 52 78,53 0-78,-1 27 16,1-1-16,0 1 15,-27-27-15,1 0 16,26 27-16,-53-27 0,26 0 16,-25-26-16,-1 26 15,0-26-15,0 27 16,-26-80 46</inkml:trace>
  <inkml:trace contextRef="#ctx0" brushRef="#br0" timeOffset="44401.21">20414 12831 0,'-26'-26'0,"26"0"16,-26 52 46,-1 26-46,-25 27-16,-1-27 15,27 27-15,0-26 16,0 25-16,-1-25 16,-25-1-16,52-25 15,-26 25-15,-1-52 16,27 26 109</inkml:trace>
  <inkml:trace contextRef="#ctx0" brushRef="#br0" timeOffset="44950.87">20965 12805 0,'0'-26'0,"0"-1"0,26 1 16,27 0 0,-1 26-16,1 0 15,-1 0-15,1 0 16,-27 0-16,0 26 15,0 0-15,-26 1 16,0 25-16,0-26 16,0 0-16,-52 1 15,-1-1-15,27 0 16,0-26-16,0 26 16,0-26-16,26 27 15,0-1 1,0 0-16,26 0 0,26-26 15,-26 27-15,27-1 16,-27 0-16,0 0 16,1-26-1,-1 27-15,-79-27 47,1 26-31,-1-26-16,-25 0 15,25 0-15,27 0 16,0 0-16,26-53 16,0 27-16,26 0 0</inkml:trace>
  <inkml:trace contextRef="#ctx0" brushRef="#br0" timeOffset="45373.98">21883 12726 0,'0'-26'0,"0"78"94,-52 1-78,26-1-1,0 1-15,26-1 0,0 27 16,0-27-16,0-25 16,26 25-16,0-26 15,26 1-15,1-1 16,-1 0-16,1-26 16,-1 0-16,27 0 15,-26 0 1,-1-26-16,-26 0 0,27-27 0,-53 27 15,26-27-15,-26 1 16,0-27-16,-26 53 16,0-27-16,-1 27 15,1-26-15,0 26 16,-27 26 0,1-27-16,-27 27 0,-52 27 15,0-1-15,0 26 16</inkml:trace>
  <inkml:trace contextRef="#ctx0" brushRef="#br0" timeOffset="45861.49">16898 13907 0,'-79'0'0,"-26"-26"16,27 26-1,25 0-15,27 0 0,0 0 16,131 0 15,52 0-31,105 26 16,79-26-16,79 0 16,26 0-16,27 0 15,25 0 1,1 0-16,-27 0 15,0 0-15,-52 0 16,-52 0-16,-53 0 16,-53-26-16,-78 26 15,-79-27-15,-53 27 16,-26 0-16,-78 0 16,-79 0-1,-53 0-15</inkml:trace>
  <inkml:trace contextRef="#ctx0" brushRef="#br0" timeOffset="46284.68">18105 14458 0,'-53'-26'0,"27"26"15,26-27 1,0 80 15,0-1-15,0 27-16,0 0 16,0-1-16,26-25 15,1 26-15,-27-27 16,26 1-16,-26-27 0,26-26 15,0 0 1</inkml:trace>
  <inkml:trace contextRef="#ctx0" brushRef="#br0" timeOffset="46584.87">18604 14510 0,'0'-26'15,"0"52"16,0 27-15,-27 26-16,27-1 0,0-25 16,0-1-1,0 1-15,0-27 16,0 0-16,27-26 0,-1 0 16,0 0-16,26 0 15,27-26-15,0 0 16,-27-27-16,-25-26 15,-27 27-15,0 0 16,0-1-16,0 1 16,0 25-16,-27 1 15,1 26-15,26 26 16</inkml:trace>
  <inkml:trace contextRef="#ctx0" brushRef="#br0" timeOffset="46820.24">19260 14773 0,'52'0'31,"27"0"-15,52-27-16,-26 27 0,0 0 15,0-26-15,-53 26 16,1 0-16,-53-26 31</inkml:trace>
  <inkml:trace contextRef="#ctx0" brushRef="#br0" timeOffset="47041.37">19548 14484 0,'-26'0'0,"26"26"31,0 1-15,0 51-16,0-25 0,0-1 16,0 27-16,0-27 15,0 1-15,0-1 16,0-25-16,0 25 15,0-26-15,0 1 16,26-27-16</inkml:trace>
  <inkml:trace contextRef="#ctx0" brushRef="#br0" timeOffset="47544.46">20230 14537 0,'79'-27'31,"-26"1"-15,25 26-16,1-26 0,-27 26 15,-25 0-15,-1 0 16,-26 26 0,0 0-16,0 27 15,-26-27 1,-1 27-16,-25-27 0,0 26 16,25-26-16,27 1 15,0-1 1,0 0-16,53 0 15,-1 1-15,-26-1 16,1 0-16,-1 0 16,0-26-16,-52 27 47,-27-27-32,-25 0-15,25 0 16,1 0-16,26 0 15,-1 0-15</inkml:trace>
  <inkml:trace contextRef="#ctx0" brushRef="#br0" timeOffset="47859.26">20965 14458 0,'0'-26'0,"0"52"47,0 26-47,0 1 0,0-1 16,0 27-16,0-27 15,0 1-15,53-27 0,-1 0 16,-26 1-16,27-1 16,-1-26-16,-26 0 15,53 0 1,-26 0-16,-1-26 0,1-27 15,-27 27-15,-26-27 16,0-25-16,0 25 16,-53 1-16,1-1 15,-27 27-15,-52 0 16,0 26-16,-27 26 16</inkml:trace>
  <inkml:trace contextRef="#ctx0" brushRef="#br0" timeOffset="48284.27">15035 17318 0,'-53'0'0,"80"0"31,51 0-31,80-26 16,-1 26-16,1-27 15,-1 27-15,-52-26 16,-26 26-16</inkml:trace>
  <inkml:trace contextRef="#ctx0" brushRef="#br0" timeOffset="48443.24">15245 17528 0,'-79'0'0,"53"26"16,105-26 15,52 0-31,79-26 16,52 0-16,-26-27 15</inkml:trace>
  <inkml:trace contextRef="#ctx0" brushRef="#br0" timeOffset="48788.06">17055 16793 0,'-26'-26'16,"26"0"-16,26-1 15,79 1-15,27 0 16,-28 26-16,1 0 15,-26 0-15,-26 26 16,-53 27-16,0-1 0,0 1 16,-53 25-16,-26-25 15,1-1-15,-27-25 16,52 25-16,1-52 16,26 26-16,52-26 31,53 0-31,25 27 15,28-27-15,-1 0 16,26-27-16,-52 1 16</inkml:trace>
  <inkml:trace contextRef="#ctx0" brushRef="#br0" timeOffset="48992.67">18236 16714 0,'0'27'31,"0"-1"-15,53 26-16,-1 1 15,1-1-15,25-25 16,-25-1-16,-27 0 0,0 0 16,1 1-1,-27-1-15</inkml:trace>
  <inkml:trace contextRef="#ctx0" brushRef="#br0" timeOffset="49182">18630 16714 0,'-53'0'32,"27"53"-17,-53-1-15,53 27 16,-26-26-16,25 25 15,1-25 1,-26 26-16,-1-27 0</inkml:trace>
  <inkml:trace contextRef="#ctx0" brushRef="#br0" timeOffset="49417.33">18918 16741 0,'0'-27'0,"27"54"47,-1-1-31,0 53-1,-26-27-15,26 1 0,-26-1 16,0 1-16,0-1 15,0-26-15</inkml:trace>
  <inkml:trace contextRef="#ctx0" brushRef="#br0" timeOffset="49716.17">19364 16688 0,'-26'0'16,"0"0"-16,0 0 15,0 0-15,26 53 16,-27-1-16,27 1 16,0-1-16,0 1 15,27-1-15,25-26 16,0 1-16,-25-27 16,25 0-16,-26 0 15,1 0-15,-1 0 0,0-53 16,-26 27-16,0-27 15,0 1 1,0 26-16,-52-27 0,25 27 16,1 26-16,-26 0 15,-1 0-15,1 26 16</inkml:trace>
  <inkml:trace contextRef="#ctx0" brushRef="#br0" timeOffset="49952.64">20047 16688 0,'0'-26'16,"52"26"15,1 52-15,25-25-16,27 25 15,-52-26-15,26 27 16,-53-27-16,26 0 16,-26 1-16</inkml:trace>
  <inkml:trace contextRef="#ctx0" brushRef="#br0" timeOffset="50147.08">20545 16557 0,'-26'0'16,"0"0"-16,0 0 16,-27 53-16,1-1 15,25 0-15,-25 1 16,26 26-16,-1-27 0,1 1 16,26-1-16,-26 1 15,0-1-15,26-26 16,-27 1-16</inkml:trace>
  <inkml:trace contextRef="#ctx0" brushRef="#br0" timeOffset="50596.85">20965 16557 0,'-52'0'0,"52"-26"16,0 0-1,26-1 1,26 27 15,27-26-31,-26 26 16,-1 0-16,-26 0 15,0 0-15,-26 26 16,0 27-16,0-27 16,-52 27-16,-27-1 0,1 0 15,25-25-15,27-1 16,26 0-16,0 0 16,0 27-16,52-27 15,27 0-15,-26-26 16,-1 27-16,-26-27 15,-52 0 17,-26 0-17,-27 0-15,0 0 16,0 0-16,1 0 0</inkml:trace>
  <inkml:trace contextRef="#ctx0" brushRef="#br0" timeOffset="50926.8">21569 16400 0,'0'-27'16,"-27"27"15,1 53-31,0-1 16,0 27-16,-1 0 0,27-1 15,0-25-15,0 26 16,0-53-16,53 26 16,-27-52-16,27 27 15,-1-27-15,1 0 16,-1-27-16,1 1 16,-1-26-16,-26-1 15,-26 1-15,0-1 16,0 1-16,-26-27 15,-53 27-15,27 25 16,-27 1-16,0 26 0,-52 0 16,0 26-1</inkml:trace>
  <inkml:trace contextRef="#ctx0" brushRef="#br0" timeOffset="51272.57">17659 17554 0,'-158'0'0,"53"0"0,53 0 16,157 0-1,105 0 1,79-26-16,104 0 15,1-1-15,52 1 16,52 0-16,-52-27 16,27 27-16,-53 0 15,-79 0-15,-79 26 16,-78-27-16,-79 27 16,-79 0-16,-105 0 15,-78 0 1,-53 27-16</inkml:trace>
  <inkml:trace contextRef="#ctx0" brushRef="#br0" timeOffset="51775.17">18971 17843 0,'0'26'47,"0"26"-47,26 1 16,27-1-16,-1 1 15,1-1-15,-1-25 16,1-1-16,-1-26 16,-26 0-16,27 0 15,-27 0-15,0-26 0,0-27 16,1 1 0,-1-1-16,-26 27 0,0-27 15,0 27-15,0 0 16,0 78 46,0 27-46,0-26-16,0 25 16,0-25-16,0-1 15,0 1-15,26-27 0,-26 0 16,26 1-16</inkml:trace>
  <inkml:trace contextRef="#ctx0" brushRef="#br0" timeOffset="52137.24">19942 17843 0,'-26'-26'15,"-1"-1"-15,1 27 16,26 27 31,0 25-47,-26 27 15,26-27-15,0 27 16,0-27-16,52 1 16,-25-1-16,25-25 15,0-1-15,1-26 16,-1 0-16,-25 0 15,51 0-15,-25-26 16,-1-27-16,-25 1 16,25-27-1,-26 26-15,-26 1 0,0-1 0,0 1 16,-52 0-16,26 25 16,-53 27-16,0 0 15,-52 0-15,0 27 16</inkml:trace>
  <inkml:trace contextRef="#ctx0" brushRef="#br0" timeOffset="52719.45">20440 17554 0,'0'-26'0,"-52"26"47,-1 79-47,1 26 0,-27 52 15,27 0-15,-1 27 16,27 0-16,-27-1 16,27-25-16,-26-27 15,-1 0-15,27-26 0,-26-26 16,25-53 0</inkml:trace>
  <inkml:trace contextRef="#ctx0" brushRef="#br0" timeOffset="53065.85">21962 15770 0,'0'-26'16,"0"-1"-16,-52 80 31,-1 52-31,-25 26 0,-1 26 15,26 1 1,1-1-16,26 27 0,-27 0 16,1-27-16,-1 1 15,-52-27-15</inkml:trace>
  <inkml:trace contextRef="#ctx0" brushRef="#br0" timeOffset="55335.39">17160 17239 0,'-105'0'0,"0"26"16,53 1-16,-1-27 15,158-27 16,27 1-15,78-26-16,26-1 16,52-25-16,1-1 15,0 0-15,-1-26 0,1 26 16,-53 1-16,-26 25 16,0 1-16,-79-1 15,-52 27-15,0 0 16,-79 52 46,-53 27-62,1-1 16</inkml:trace>
  <inkml:trace contextRef="#ctx0" brushRef="#br0" timeOffset="55618.42">18236 18341 0,'-52'0'15,"25"0"-15,54 0 31,78-52-15,0-1-16,52 1 16,0-1-16,1-25 15,-27 25-15,0 1 16,-52-27-16,0 27 16,-53-27-16</inkml:trace>
  <inkml:trace contextRef="#ctx0" brushRef="#br0" timeOffset="56233.01">18682 15849 0,'-52'0'0,"-1"0"0,27 0 15,-26 0-15,25 26 16,1 26-16,26-25 16,0-1-16,26 0 15,27 26-15,26-25 16,-1-1-16,27 0 16,-26-26-16,-27 26 15,27 1-15,-53-27 16,1 26-16,-54 0 47,-25-26-47,-1 26 0,-25 1 15,25-27-15,-26 26 16,27-26-16,0 0 16</inkml:trace>
  <inkml:trace contextRef="#ctx0" brushRef="#br0" timeOffset="56532.01">18656 15901 0,'26'-26'0,"0"0"15,1-1 1,-1 1-16,26 0 16,1 0-16,26 26 15,-27-27-15,1 1 16,-1 0-16,1 0 15,-1-1-15,-26 27 16,1-26-16,-1 26 16,-26-26-1,0 52 63,-26-26-78</inkml:trace>
  <inkml:trace contextRef="#ctx0" brushRef="#br0" timeOffset="57067.28">18604 15901 0,'0'-52'0,"0"-1"16,0 1-16,78-27 16,27 0-16,26 27 15,1 25-15,25-25 16,0 26-16,53-1 16,0 27-16,0 0 0,0 0 15,-26 53-15,-1 26 16,1-1-16,-53 1 15,1 0-15,-27 26 16,-27-26-16,-25-1 16,-27 1-16,-26 0 15,0-1-15,-53-25 16</inkml:trace>
  <inkml:trace contextRef="#ctx0" brushRef="#br0" timeOffset="58484.67">1102 6429 0,'-27'26'0,"1"26"16,0-26-16,26 1 16,26-54 15,53-25-15,52-27-16,79-52 15,26 0 1,27 0-16,25-1 0,-25 1 0,-1 0 15,-78 26-15,-27 26 16,-52 27-16,-26 26 16,-27-1-16,-130 54 47,-27 51-47,-27 1 0,-78 0 15</inkml:trace>
  <inkml:trace contextRef="#ctx0" brushRef="#br0" timeOffset="58688.61">1102 6612 0,'-158'105'0,"27"-26"0,52-27 15,79-25-15,105-54 16,105-51 0,105-54-16,79-51 15,78-27-15,53 0 16,0-26-16,-53-27 15,-26 27-15,-105-52 16,-105-27 0</inkml:trace>
</inkml:ink>
</file>

<file path=ppt/ink/ink1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1T09:40:10.269"/>
    </inkml:context>
    <inkml:brush xml:id="br0">
      <inkml:brushProperty name="width" value="0.05292" units="cm"/>
      <inkml:brushProperty name="height" value="0.05292" units="cm"/>
      <inkml:brushProperty name="color" value="#C00000"/>
    </inkml:brush>
  </inkml:definitions>
  <inkml:trace contextRef="#ctx0" brushRef="#br0">17396 3044 0,'-104'0'16,"-1"0"-16,26 0 16,26 0-16,53 26 31,105-26-31,53 0 16,52 26-16,52-26 0,0 0 15,1 0-15,-1 0 16,1-26-1,-27 26-15,-52 0 0,-53 0 16,-26 0-16,-53 0 16,-26 0-16,1 0 15,-54 0 1,-78 0-16</inkml:trace>
  <inkml:trace contextRef="#ctx0" brushRef="#br0" timeOffset="266.44">17449 3149 0,'-131'0'16,"78"0"-16,27 26 15,52-26 1,132 26-16,52-26 16,52 0-16,53 0 15,26 0-15,-26 0 16,-26-26-16,-53 0 15,-53 26-15,-78 0 16,-52-27-16,-27 27 16,-52 0-1,0 0-15,-27 0 16,1 0-16,-1 0 16,1 0-16,-1 0 15</inkml:trace>
  <inkml:trace contextRef="#ctx0" brushRef="#br0" timeOffset="4849.79">10522 6087 0,'0'-26'0,"0"-26"16,0 78 30,0 53-30,-53-1-16,1 27 16,-1-26-16,27 0 15,-26-1-15,25-25 16,27-1-16,-26-25 16,26-106 15,0 0-16,53-26-15,-27 0 16,26 0-16,1 27 16,-27 51-16,0 1 15,-26 0 1,26 26-16,1 26 16,-1 53-1,26 0-15,27-1 16,-26-25-16,-1 26 15,1-27-15,25 0 0,-25 1 16,-1-1 0,-26-25-16,-26-1 0</inkml:trace>
  <inkml:trace contextRef="#ctx0" brushRef="#br0" timeOffset="4991.38">9839 6507 0,'-26'0'0,"26"-26"16,53 26-16,78 0 15,26-26-15,53 26 16,0-26-16,-26 26 16</inkml:trace>
  <inkml:trace contextRef="#ctx0" brushRef="#br0" timeOffset="5353.25">10942 6192 0,'-53'0'0,"53"-26"0,53 79 47,25-1-47,1 1 16,-27 25-16,1-25 15,26-1-15,-53-26 16,26 1-16,-25-1 16,-1-26 15,-26-53-15,26-25-16,-26-1 15,0 0-15,0 1 0,0 25 16,0 27-16,26-27 15,-26 27 1,27 26 0,-1 26-16,26 1 0,1 51 15</inkml:trace>
  <inkml:trace contextRef="#ctx0" brushRef="#br0" timeOffset="5873.19">12201 6297 0,'0'-52'0,"-52"26"16,25-27-16,-25 1 16,26 25-16,-27 27 15,1 0-15,-1 0 16,1 0-16,-1 27 16,1 25-16,25 1 15,27-1 1,0 1-16,0-27 0,0 0 15,53 0-15,-1-26 16,1 0-16,-27 0 0,0 0 16,1-52-16,-1 26 15,-26-1-15,0 1 16,26 0-16,-26 0 16,0 52 15,0 26-16,0 27-15,0 26 16,0 0-16,0 26 16,0 0-16,0 1 15,0-27 1,0-1-16,-26-25 0,26-26 16,-26-27-16,26 0 0,-27-26 15,-25 0 1,26-52-1,-27-27-15,53-26 16,0 26 0,26-26-16,53 27 0,26-1 15,0 26-15,0 27 32</inkml:trace>
  <inkml:trace contextRef="#ctx0" brushRef="#br0" timeOffset="6676.36">12988 6350 0,'-52'-26'15,"-27"-1"-15,53 27 16,-27 0-16,27 0 16,0 0-16,0 27 15,-1 25-15,27-26 16,0 27-16,27-1 0,25 1 15,27-27-15,0 26 16,-1 1-16,1-27 16,-27 27-16,-25-27 15,-27 0-15,0 0 16,-53 1 0,1-27-16,-27 0 15,27 0-15,-1-53 16,27 27-16,26-27 15,0 1-15,0-1 16,52 1-16,27 26 16,0-27-16,26 27 0,-27 0 15,1 0 1,-26-1-16,-1-25 0,1 26 16,-27-1-16,-26-25 15,0 26-15,0-1 16,0 80 46,0-1-62,-26 53 16,26 0-16,0 0 0,0 0 16,26 26-16,0-26 15,26 27-15,-25-54 16,25 27-16,-26-52 15,27-1 1,-53 1-16,26-27 0,-26-52 47,-52-27-47,-1-52 16,1 0-16,-1 0 15,1-26-15,-1 26 16,27 0-16,26 26 0,0 1 15,0 51-15,0-25 16,53 52-16,-1-26 16,27 26-16,-27 0 15,1 0-15,-27 26 16,0 26-16,0 1 16,-26-1-16,0-25 15,-26 25-15,-26-26 16,-1 27-16,-26-27 15,53 0-15</inkml:trace>
  <inkml:trace contextRef="#ctx0" brushRef="#br0" timeOffset="7665.18">13985 6717 0,'53'0'32,"-27"0"-32,53 0 15,-53-26 1,0 26-16,0-26 0,1-1 16,-27 1-16,26 0 15,-26 0 1,-53-1-1,27 27 1,-26 0-16,26 27 0,-27-1 16,53 0-16,0 0 15,0 27-15,0-27 16,53 0-16,-1 1 16,27-27-16,-1 0 15,-25 0-15,-1 0 16,-25 0-16,-1 0 0,0 0 15,0 0-15,1 0 16,-1-27-16,0 1 16,0 0-16,-26 0 15,27-1-15,-27 1 16,0 0 0,-27 26-1,1 0 1,-26 0-16,25 0 0,27 26 15,0 0-15,0 1 16,0 25-16,27-26 16,51-26-16,-25 27 15,26-27 1,25 0-16,1 0 0,0 0 16,0 0-16,-26-27 15,0 1-15,-27 0 16,-25 26-16,-1-26 15,-26-1-15,-53 27 16,1 0 0,-53 0-16,52 0 15,-25 27-15,51-1 0,-25 0 16,52 0 0,0 1-16,26-27 15,27 0-15,25 0 16,1 0-16,-26 0 15,25-27 1,-25-25-16,-27-1 0,26-25 16,-52-1-16,27-26 15,-27 0-15,0 0 16,-27 26-16,-25 27 16,0-1-16,25 27 15,1 0-15,0 26 16,26 26-1,0 27 1,0 25-16,26 27 16,0 0-16,1 0 15,-1 0-15,-26 0 16,26-26-16,0-27 16,0 27-16,-26-26 15,27-27-15,-27 0 16,26 0-16,0 1 15</inkml:trace>
  <inkml:trace contextRef="#ctx0" brushRef="#br0" timeOffset="8042.45">16399 6770 0,'-26'-27'15,"79"27"1,25 0 0,54 0-16,-28 0 15,1 0-15,-52 0 0,-1 0 16,1 0-16,-106 0 31,1 27-15,-53 25-16,26-26 15,1 1 1,25 25-16,1-26 0,25-26 16,1 0-16,26 27 15,26-27 1,53 0-16,26 0 16,26-27-16,27 1 15,-1-26-15,-26 25 16</inkml:trace>
  <inkml:trace contextRef="#ctx0" brushRef="#br0" timeOffset="8451.09">18525 6035 0,'0'-26'0,"26"26"0,53-27 15,-27 27 1,27 0-16,-27 0 0,1 0 16,-27 27-16,-26 25 15,0 27-15,-26-27 16,-53 27-16,0-26 15,-25-1-15,25 1 16,26-27-16,1 0 16,26-26-16,-1 0 0,54 26 31,25-26-15,27 0-16,0 26 15,25-26-15,1 0 16,0 0-16,0 0 15,27 0 1,-27-26-16,-27 0 0</inkml:trace>
  <inkml:trace contextRef="#ctx0" brushRef="#br0" timeOffset="9331.77">19391 6009 0,'0'-27'16,"26"1"0,26 26-1,-25 0-15,25 0 16,-26 26-16,-26 27 16,0-1-16,0 1 15,0-1-15,-78 1 16,25-1-16,1 1 15,-1-27-15,27-26 0,52-26 32,27-27-17,25 1-15,-25-27 16,-1 27-16,1-1 16,-1 1-16,-52 25 15,0 1-15,0 0 16,0 0-16,-52 26 31,26 52-15,-27-26-16,27 27 0,26-1 15,0 1-15,0-1 16,26 1-16,0-27 16,53 0-16,0-26 15,0 0-15,-1 0 16,1 0-16,0-52 15,-27-1-15,1-25 16,-27 25-16,-26 1 16,0 25-16,0 1 15,0 0-15,0 52 47,0 0-47,0 27 16,0-27-16,0 27 15,26-27-15,27 0 16,-1-26-16,27 0 16,-27 0-16,1-26 15,-27 0-15,0-27 16,0 1-16,1-1 16,-27 1-16,0 25 15,0 1-15,0 0 16,0 52 15,-27 53-31,27 26 16,0 0-16,0 0 15,0 0-15,0 0 16,0-27-16,0-25 16,0-1-16,0 1 15,-26-27-15,-52-26 16,-1 26-16,-26-26 15,0 0-15,-26 0 16,0 0-16,-1 0 16</inkml:trace>
  <inkml:trace contextRef="#ctx0" brushRef="#br0" timeOffset="9613.62">18052 7032 0,'105'26'31,"79"-26"-15,52 0-16,53 0 16,0 0-16,52 0 0,26 0 15,0 0 1,-26 0-16,-52 0 0,-26-26 15,-80 26-15,-52-26 16,-52 26-16,-53-26 16,-26-1-16,-105 27 15,-52 0-15</inkml:trace>
  <inkml:trace contextRef="#ctx0" brushRef="#br0" timeOffset="9881.12">18525 7557 0,'52'-26'16,"27"-1"0,0 27-16,26 0 15,-27 0-15,1 0 16,-26 27-16,-27 25 15,-26 1-15,0-1 16,0 0-16,-26 1 16,-27-1-16,-26-25 0,27-1 15,26 0-15,-27 0 16</inkml:trace>
  <inkml:trace contextRef="#ctx0" brushRef="#br0" timeOffset="10085.7">19312 7426 0,'-52'0'31,"-1"52"-15,1-26-16,25 27 16,1-1-16,26 1 15,0-1-15,0-26 0,26 1 16,27-1-16,26 0 15,-1 0-15,1-26 16,-27 0-16</inkml:trace>
  <inkml:trace contextRef="#ctx0" brushRef="#br0" timeOffset="10244.12">19784 7767 0,'27'-27'16,"51"27"-1,27 0-15,0 0 16,26 0-16,-26-26 16,0 26-16,-52 0 15,-27-26-15</inkml:trace>
  <inkml:trace contextRef="#ctx0" brushRef="#br0" timeOffset="10432.58">20125 7478 0,'-26'0'31,"26"53"-31,0-1 16,0 1-16,0 25 16,26-25-16,1-1 15,-27 1-15,52-1 16,-26-26-16,1 1 15</inkml:trace>
  <inkml:trace contextRef="#ctx0" brushRef="#br0" timeOffset="10871.74">21070 7504 0,'-26'-26'16,"0"26"-16,26 26 31,0 1-31,0 25 16,0 1-16,26-27 15,26 26-15,1-26 16,-27-26-16,26 27 16,-25-27-1,-1 0-15,26-27 0,-25 1 0,-1-26 16,0-1-16,-26 1 15,0-1-15,0 27 16,0 0-16,26 52 47,-26 53-31,27 0-16,25-1 15,-26 1-15,-26 26 16,27-26-16,-27-1 0,0-25 15,-79-1 1,-26 1-16,-26-27 0,-27 27 31,27-53-31,-26 26 0,-1-26 0,27-26 16</inkml:trace>
  <inkml:trace contextRef="#ctx0" brushRef="#br0" timeOffset="11390.5">16688 10548 0,'-52'26'0,"-1"-26"16,106 0 0,51 0-16,54-26 15,-1 26-15,1-26 16,-53 0-16,0-1 16,-27 27-16</inkml:trace>
  <inkml:trace contextRef="#ctx0" brushRef="#br0" timeOffset="11516.25">16740 10706 0,'-104'26'0,"51"0"0,1-26 15,25 26 1,106-26-16,52 0 16,105-26-16,1-26 15,-1-1-15</inkml:trace>
  <inkml:trace contextRef="#ctx0" brushRef="#br0" timeOffset="11940.88">18184 10233 0,'-53'-52'0,"53"26"15,0-1-15,26 1 16,27 0-16,52 26 16,-26-26-16,-1 26 15,-25 0-15,-27 26 16,0 26-16,-26 1 16,0 26-16,-26-27 15,-53 27-15,1-27 16,-1 1-16,0-27 0,-26 26 15,53-52-15,-1 27 16,27-27-16,52 0 78,79 0-78,0 0 16,26 0-16,1 0 15,-1 0-15,0-27 16,-26 27-16</inkml:trace>
  <inkml:trace contextRef="#ctx0" brushRef="#br0" timeOffset="12175.85">19023 10155 0,'-26'0'0,"52"0"47,27 26-47,26 26 16,26 1-16,-27-1 0,27 1 16,-52-27-1,25 26-15,-25-25 0,-27-1 16,0 0-16,-26 0 15</inkml:trace>
  <inkml:trace contextRef="#ctx0" brushRef="#br0" timeOffset="12380.44">19469 10050 0,'-52'0'0,"26"0"15,-1 0-15,1 0 16,0 26-16,-26 53 16,25-27-16,1 1 15,0-1-15,0 27 0,-1-27 16,1 1-16,0 25 16,-27-25-16,27-27 15</inkml:trace>
  <inkml:trace contextRef="#ctx0" brushRef="#br0" timeOffset="12852.43">20519 10128 0,'0'-52'15,"0"26"-15,0-1 0,0 1 16,-26 0-16,0 0 16,-27 26-1,1 0-15,-27 0 16,26 0-16,-25 26 16,25 0-16,27 0 15,26 27-15,0-1 0,26 1 16,53-1-16,26 1 15,-26-1-15,-1-26 16,-25 27-16,-27-27 16,-26 27-16,0-27 15,0 0-15,-26 0 16,-53 1-16,27-27 16,-27 0-16,26 0 15,-25 0-15,25-27 0,27 1 16,0-26-1,26-1-15,26 1 0,53-27 16,26 27-16,0-1 16,26 1-1,-53 25-15,1 27 0</inkml:trace>
  <inkml:trace contextRef="#ctx0" brushRef="#br0" timeOffset="13056.24">20834 9997 0,'0'26'31,"26"1"-31,27 25 16,52 1-16,-27-1 16,27 1-16,-26-27 15,-27 0-15,1 0 16,-1 0-1,-25 1-15</inkml:trace>
  <inkml:trace contextRef="#ctx0" brushRef="#br0" timeOffset="13260.26">21437 9918 0,'-26'0'0,"0"0"0,-27 27 31,27 25-31,-26 1 16,-1 25-16,1 1 16,26-26-16,-27 25 15,27 1-15,0-27 16,-1 1-16,1-1 16,26-25-16</inkml:trace>
  <inkml:trace contextRef="#ctx0" brushRef="#br0" timeOffset="13480.17">21726 9918 0,'-26'0'16,"26"53"15,0-1-31,0 1 15,26 26-15,27-27 16,-27 1-16,0 25 16,-26-25-16,0-27 0</inkml:trace>
  <inkml:trace contextRef="#ctx0" brushRef="#br0" timeOffset="13794.24">22277 9945 0,'0'-27'0,"26"27"16,27-26-16,-27 26 15,27 0-15,-1 0 16,0 26-16,-25 1 16,-27 51-16,0-25 15,0 26-15,-53-27 0,-25 1 16,-1-1-16,26-26 15,-25 0-15,51 1 16,1-27-16,79 0 31,52 0-31,26 0 16,0-27-16,26 1 16,-25 0-16,-27 0 15,-27 0-15,1 26 16,-53 0-16</inkml:trace>
  <inkml:trace contextRef="#ctx0" brushRef="#br0" timeOffset="14187.2">17921 11257 0,'-236'0'0,"52"0"0,79 0 15,27 0-15,183 0 32,105 26-32,78-26 31,80 0-31,25 0 15,53-26-15,0-1 16,27 1-16,-53-26 16,-1 25-16,-51-25 15,-27 26-15,0-27 16,-79 27-16,-25 0 16,-28 26-16,-25-27 0,-53 27 15,-78 0-15,-1 0 16,-104 0-1,-106 27-15,-25-1 16</inkml:trace>
  <inkml:trace contextRef="#ctx0" brushRef="#br0" timeOffset="14733.62">19522 11913 0,'-53'0'0,"53"-27"46,0 1-46,53 0 0,-1 0 16,1 26 0,-1-27-16,27 27 0,-26 0 15,-1 27-15,1 25 16,-1 1-16,-52 25 16,0-25-16,0 26 15,0-27-15,-79 0 16,1 1-16,-1-27 15,0 0-15,0 1 16,1-1-16,25-26 16,27 0-16,0 26 15,52-26 32,53 0-47,26-26 0,26 0 16,0 26-16,0-27 15,0 27-15,-26-26 16,-26 0-16,-26 26 16,25-26-16,-51-1 15</inkml:trace>
  <inkml:trace contextRef="#ctx0" brushRef="#br0" timeOffset="15185.7">20676 11834 0,'-26'0'0,"0"-26"16,0 26-1,26 26 32,-27 0-47,27 27 16,-26 25-16,26-25 15,0-1-15,0 1 16,0-1-16,53 1 0,-1-27 16,27-26-16,26 26 15,-26-26-15,26 0 16,-27 0-16,1-26 16,0 0-16,-1-27 15,-25 27-15,-27-26 16,0-1-16,-26 1 15,0 25-15,0-25 16,-52-1-16,-27 27 16,27 0-16,-1 0 0,-25 26 15,25 0 1,-26 0-16,27 0 0,-1 0 16,27 0-16,-26 26 15,-1 0-15,27 0 16,0 1-16,-27-1 15,1 0-15</inkml:trace>
  <inkml:trace contextRef="#ctx0" brushRef="#br0" timeOffset="18570.59">20703 9735 0,'0'-27'0,"0"1"16,26 26-16,-26-26 16</inkml:trace>
  <inkml:trace contextRef="#ctx0" brushRef="#br0" timeOffset="31077.6">20781 9840 0,'0'-27'0,"0"1"0,0 0 15,27 0 1,-80 78 62,-52 1-62,-26 52-16,0 26 15,0-26-15,-1 0 16,27 0-16,1-27 0,-1 1 16,26-26-1,0-1-15,53-26 0,-27 1 16,27-1-16,0-26 31,26-53-15</inkml:trace>
  <inkml:trace contextRef="#ctx0" brushRef="#br0" timeOffset="31581.41">19889 9315 0,'-26'-26'0,"26"-1"16,0 1 0,53 0-16,-27 0 15,26 26-15,-26 0 0,1 0 16,-1 0-16,26 0 16,-25 26-16,-1 0 15,-26 27-15,0-1 16,0 1-16,0-1 15,-26 1-15,-1-1 16,-25-26-16,-27 1 16,27-1-16,26-26 15,-1 26-15,1-26 0,79 0 47,51 0-47,1 0 16,53-26-16,-1 26 15,-26-26-15,27 26 16,-27 0-16,-52 0 16</inkml:trace>
  <inkml:trace contextRef="#ctx0" brushRef="#br0" timeOffset="32115.67">21647 11362 0,'27'-27'0,"-1"1"16,-52 26-1,-53 26-15,-79 27 16,-52 26-16,1 25 16,-1 28-16,-53-1 15,1 0-15,-1-26 16,1 0-16,52-26 15,26-1-15,80 1 16,25-26-16,26-27 16,27 26-16,26-25 15,0-1-15,26-26 16</inkml:trace>
  <inkml:trace contextRef="#ctx0" brushRef="#br0" timeOffset="32429.95">21752 12332 0,'27'0'32,"25"0"-17,27 0-15,26 0 16,0 0-16,0-26 16,-27 26-16,27 0 15,-26-26 1,-53 26-16,0 0 0,-52 0 31</inkml:trace>
  <inkml:trace contextRef="#ctx0" brushRef="#br0" timeOffset="32932.54">21857 12306 0,'-26'26'47,"0"1"-47,0-1 16,-1 26-16,1 1 15,26-1-15,-26-25 16,26 25-16,0-26 16,0 27-16,0-27 0,0 0 15,0-78 63,0 26-62,0-1-16,26 1 16,27-26-16,-27 52 15,26-27 1,1 27-16,25-26 0,-25 26 0,26 0 15,-1 0 1,1 26-16,0 1 0,-27-1 16,1 26-16,-27 1 15,0-1-15,-26-25 16,0 25-16,0-26 16,-105 27-16,0-27 15,0 26-15,-26-25 16,0-27-16,26 26 15,-26-26-15,26 0 16</inkml:trace>
  <inkml:trace contextRef="#ctx0" brushRef="#br0" timeOffset="33498.31">16268 15271 0,'-52'0'16,"25"27"-16,54-27 15,51 26 1,27-26-16,27 0 15,-1 0-15,26 0 16,-52-26-16,0-1 16,-26 1-16,-53 26 15,0 0 1,-52 0-16,-53 0 0</inkml:trace>
  <inkml:trace contextRef="#ctx0" brushRef="#br0" timeOffset="33670.79">16373 15534 0,'-52'26'16,"52"0"15,52-26-15,27 0 0,52 0-16,0-26 0,0 0 15,1-1 1,-1 1-16,-52-26 0</inkml:trace>
  <inkml:trace contextRef="#ctx0" brushRef="#br0" timeOffset="37692.61">18420 14537 0,'0'-27'0,"-26"27"78,-27 53-62,1-1-16,-27 27 16,26-27-16,27 1 15,-26-27-15,25 27 16,1-27-16,26 0 15,0 0-15,0 1 16,79-1 0,0-26-16,26 26 15,0-26-15,26 0 16,-26 0-16,0-26 0,-27 26 16,-25 0-16,-1-26 15,-25 26-15,-80 0 47</inkml:trace>
  <inkml:trace contextRef="#ctx0" brushRef="#br0" timeOffset="38557.71">18630 14799 0,'0'-26'0,"-26"26"0,26 52 391,0 1-375,0 25-16,0 1 15,0-26-15,0-1 16,0 1-16,0-1 16,0-26-16,0 1 15,0-1-15,26 0 0,-26 0 78,26-26 110</inkml:trace>
  <inkml:trace contextRef="#ctx0" brushRef="#br0" timeOffset="39202.29">19181 14773 0,'0'-27'16,"0"1"-16,0 0 15,0 0 1,-26 52 46,-1 0-62,1 0 0,26 27 0,0-27 16,0 27-16,26-27 16,27 26-16,-1 1 15,1-27-15,25 0 16,1 1-16,-26-1 16,-1 0-16,-26 0 15,-26 1-15,0-1 0,0 0 16,-78 0-1,25 1-15,-26-27 16,53 0-16,-26 0 16,26 0-16,26-27 31,0-25-31,0-1 16,26 1-16,26-1 15,27 1-15,-27-27 16,1 27-16,-1-27 15,-25 0-15,-1 27 16,-26-1-16,0 27 31,0 0-31,-26 26 0,-1 0 0,-25 0 0,-1 0 16,-25 0-16,25 26 16,1 0-16,26 27 31,-27-27-31,53 0 15,0 0-15,0 27 16,0-27-16,0 0 16,53 1-16,-27-1 15</inkml:trace>
  <inkml:trace contextRef="#ctx0" brushRef="#br0" timeOffset="39956.83">20598 14379 0,'0'-26'16,"-27"78"15,-77 53-15,-1 27-16,-27 51 15,-51 27-15,25 0 16,-25 0-16,-1 0 16,0-26-16,27-1 15,26 1-15,26-53 16,26 0-16,26-52 16,1 0-16,26-1 15,-1-51-15,1 25 0,26-26 16,0-52 15,0-26-15</inkml:trace>
  <inkml:trace contextRef="#ctx0" brushRef="#br0" timeOffset="43790.4">20309 15481 0,'-52'0'0,"-1"0"15,27 0-15,0 0 0,26-26 31,26 26 1,26 0-32,1 0 15,26 0-15,-1-26 0,-25 26 16,-1 0-16,1-27 16,-27 27-16,0 0 0</inkml:trace>
  <inkml:trace contextRef="#ctx0" brushRef="#br0" timeOffset="44314.57">20309 15402 0,'-26'0'0,"0"0"15,26 27 16,0 25-31,0 1 16,0-1-16,0-26 16,0 27-16,0-27 0,0 0 15,0 1 17,0-54 46,0 1-78,26 0 15,0 0-15,0-1 0,1 27 16,-1-26-16,26 26 16,-25 0-16,25 0 15,0 0-15,1 0 16,-1 0-16,1 26 15,-27 27-15,0-27 16,-26 27-16,0-27 16,0 26-16,0 1 15,-52-1-15,-27-25 16,27-1-16,-27 0 16,27 0-16,-1-26 0,1 26 15,25-26-15,1 0 16,0 0-16,0 0 15,-1 0 1,27-52-16,0 26 16</inkml:trace>
  <inkml:trace contextRef="#ctx0" brushRef="#br0" timeOffset="44754.49">21674 15035 0,'-79'0'0,"26"-26"16,27 26-16,0 0 15,52 0 17,27 0-17,25 0-15,27 0 16,-26 0-16,26-26 16,0 26-16,0 0 15,-53-27-15,1 27 16,-27 0-16,-52 27 78,-53-1-78,0 26 16,-26-25-16</inkml:trace>
  <inkml:trace contextRef="#ctx0" brushRef="#br0" timeOffset="45874.9">21411 15271 0,'-26'0'0,"78"0"32,1 0-17,52 0-15,-26-26 16,26 26-16,-27-26 16,27 26-16,-26 0 15,0-26-15,-1 26 16,1 0-16,-26 0 0,-1-27 15,-26 27 1</inkml:trace>
  <inkml:trace contextRef="#ctx0" brushRef="#br0" timeOffset="47054.18">23064 14904 0,'26'-26'16,"-26"-1"-16,27 1 15,-27 0-15,0 0 16,0-1-16,-27 1 16,-25 26-16,0 0 15,-27 0-15,26 0 16,-25 0-16,51 26 15,-25 27-15,52-27 16,0 0-16,0 1 16,0-1-16,52 0 15,1 0-15,26-26 16,-27 0-16,1 0 16,-1 0-16,0 0 15,-25-26-15,25 0 0,-52 0 16,26 26-16,1-27 15,-27 1-15,0 79 110,0-1-110,0 27 15,0 0-15,0-1 16,0 1-16,0-26 0,0-1 16,0-26-16,0 27 15,0-27 1,0-52 46</inkml:trace>
  <inkml:trace contextRef="#ctx0" brushRef="#br0" timeOffset="47666.59">23615 15193 0,'0'-27'16,"27"27"0,-27-26-1,26 26-15,0-26 16,0 26-16,-26 26 47,0 0-47,0 1 15,-26-27 1,0 0 0,0 0-16,-1 0 15,27-27 1,0 1-16,0 0 16,0 0-16,53 26 15,-1-27-15,1 27 16,-1 0-16,1 0 0,-27 0 15,0 0 1,-26 27 15,-26-27-15,0 0-16,-1 0 16,1 0-16,0 0 15</inkml:trace>
  <inkml:trace contextRef="#ctx0" brushRef="#br0" timeOffset="48076.22">24639 14484 0,'-27'-26'16,"-25"26"-16,26 0 15,-1 0-15,-25 26 16,-27 27-16,27 25 16,-1 1-16,27 0 15,0-1 1,26 1-16,0 0 0,0 0 15,79-53-15,-1 26 0,1-52 16,0 27-16,-27-27 16,27 0-16,-27-27 15,-25 1 1,-1-26-16,0 25 0,-26-25 16,0 26-16,-52 26 15,-1-27-15,-26 27 16,-26 0-16,0 27 15,1 25-15,25 1 16,0-27-16</inkml:trace>
  <inkml:trace contextRef="#ctx0" brushRef="#br0" timeOffset="49317.12">1679 7845 0,'-184'27'15,"27"25"-15,26 1 16,26-27-16,52-26 15,27 0-15,131-53 32,52-25-32,79-54 15,27 28-15,52-54 16,0 27-16,0-27 16,-1 27-16,-51 0 0,-1 0 15,-78 52-15,-53 0 16,-52 27-16,-53 52 15,-131 52 1,-52 53-16</inkml:trace>
  <inkml:trace contextRef="#ctx0" brushRef="#br0" timeOffset="49474.58">1784 7898 0,'-158'79'15,"53"-27"-15,158-52 16,131-52-16,78-80 15,53-25-15,52-27 16,27-26-16,-1-26 16,1 0-16,-27 0 15,-104 0-15</inkml:trace>
</inkml:ink>
</file>

<file path=ppt/ink/ink1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1T09:42:23.714"/>
    </inkml:context>
    <inkml:brush xml:id="br0">
      <inkml:brushProperty name="width" value="0.05292" units="cm"/>
      <inkml:brushProperty name="height" value="0.05292" units="cm"/>
      <inkml:brushProperty name="color" value="#C00000"/>
    </inkml:brush>
  </inkml:definitions>
  <inkml:trace contextRef="#ctx0" brushRef="#br0">9813 5405 0,'0'-26'0,"0"0"0,-26 26 47,0 52-47,0 1 16,-27 25-16,1 1 15,25 0-15,1 0 16,26-27-16,-26 0 16,26-25-16,-26-1 15,26-79 17,0-25-17,52-1-15,1-26 0,-1 0 16,-26 26-16,27 27 15,-27-1-15,0 27 16,0 26 15,27 79-15,-1-27 0,1 27-16,-1 0 0,1-27 15,26 1-15,-27 26 16,1-53-16,-27 26 15,0-26-15,-26 1 0,-52-1 16</inkml:trace>
  <inkml:trace contextRef="#ctx0" brushRef="#br0" timeOffset="298.5">9026 5694 0,'-105'-26'0,"26"26"15,27 0-15,78 0 32,105 0-32,27 0 15,52 0-15,0 0 0,26-27 16,-26 27-16,-27-26 16,-25 26-16,-80 0 15,-51 0-15</inkml:trace>
  <inkml:trace contextRef="#ctx0" brushRef="#br0" timeOffset="2040.3">10495 5641 0,'0'-26'16,"0"0"-1,0 0-15,0-1 16,0 1-16,0 0 15,0 0 1,27 52 47,25 0-48,27 27-15,0-1 16,-1 1-16,1-27 15,-26 0-15,-27 0 16,26 1-16,-26-27 16,-26-27 15,0-25-31,0-27 16,0 0-16,0 27 15,-26-27-15,26 53 16,-26-27-16,26 106 62,26-1-62,27 1 0,25 26 16,-25-27-16</inkml:trace>
  <inkml:trace contextRef="#ctx0" brushRef="#br0" timeOffset="2559.44">11571 5694 0,'27'0'0,"-1"-26"15,0-1-15,0 1 16,0-26-16,-26 25 16,0 1-16,0 0 15,0 0-15,-52 26 16,0 0-16,-1 0 16,1 0-16,-27 26 15,53 26-15,-1-25 16,1-1-16,26 0 15,0 0-15,53 1 16,-27-27-16,26 0 16,1 0-16,-1-27 15,1 1-15,-27 0 16,0 0-16,-26-1 16,0 1-1,0 52 16,0 79-15,0 0-16,26 53 16,1-27-16,-1 26 15,0-25-15,-26 25 16,0-52-16,0-26 16,-52-1-16,-1-51 15,1-1-15,-27-26 16,27 0-16,-27-26 15,-26-27-15,52-78 16,1 0-16,52 0 0,0-1 16,105 1-1,26 52-15,27 27 0,-27-1 16,52 27-16,-25 0 16</inkml:trace>
  <inkml:trace contextRef="#ctx0" brushRef="#br0" timeOffset="3346.06">12962 5615 0,'0'-26'0,"0"-27"15,0 27-15,0 0 16,0 0-16,-26 26 16,-27 0-16,-25 0 15,25 26-15,1 0 16,52 27-16,0-27 15,0 26-15,78 1 16,1-1-16,0-25 16,26 25-16,-53 0 15,-26-25-15,-26-1 16,0 0-16,-26-26 16,-53 26-16,1-26 15,-1 0-15,0 0 16,27 0-16,52-26 0,0-26 15,0-1-15,79 27 16,52-26-16,-26-1 16,26 27-16,0 0 15,-52-27-15,0 27 16,-27-27-16,-26 27 16,0 0-16,-26 0 15,0-1-15,0 1 16,0 52 31,0 53-32,-26 0 1,26 26-16,0 0 0,0 0 16,0 0-16,26 0 15,1 26-15,-1-52 16,-26 26-16,26-53 15,-26 0-15,26-25 16,-26-1-16,0-52 31,-52-27-31,-1-25 16,1-27-16,26 0 16,-27-27-16,53 27 15,-26 0-15,26 27 16,0-1-16,26 27 15,27-1-15,-1 27 16,1 0-16,25 26 16,-25 0-16,-1 0 15,1 52-15,-53-26 16,0 27-16,0 26 16,-26-27-16,-53-26 0,26 27 15,1-27 1,-1 0-16,27-26 0,0 0 15</inkml:trace>
  <inkml:trace contextRef="#ctx0" brushRef="#br0" timeOffset="4351.78">14221 5825 0,'27'0'15,"-1"-26"-15,26 26 16,-25-26-16,25-1 16,-26 1-16,1 26 0,-1-52 15,-26 25 1,26 1-16,-26 0 0,0 0 16,-26 26-1,-27 0 1,27 26-16,-26 26 15,25 1-15,27-1 16,0 1-16,0-1 16,27-26-16,51 1 0,-25-1 15,-1-26 1,1 26-16,-1-26 0,-25 0 16,-1 0-16,0 0 15,0-26 1,1 0-1,-1-1 1,0 1-16,26 0 0,1 0 16,-53 0-16,26-1 15,-26 1-15,-26 26 32,-27 0-32,1 0 0,26 0 15,0 26 1,26 1-16,0-1 0,0 0 15,52 0-15,27 0 16,-1 1-16,-25-27 16,26 0-16,-1 0 15,1 0-15,0 0 16,0 0-16,-1 0 16,-52-27-16,1 1 15,-54 26 16,-51 0-31,-1 0 16,27 0-16,25 26 0,1-26 16,26 27-16,26-27 31,1 0-31,51 0 16,-25 0-16,-1-53 15,1 27-15,-27-26 16,0-27-16,0 0 15,-26 0-15,0 1 16,0-27-16,0 26 16,0 26-16,-26 1 0,0 26 15,26 0-15,-26 26 16,26 26 15,0 26-15,0 27-16,0 52 15,0-26-15,0 53 16,0-27-16,0 0 16,0 0-16,0-26 15,0-26-15,0 0 16,0-27-16,0-26 16,26 1-16,-26-54 31,0 1-31,0-26 15</inkml:trace>
  <inkml:trace contextRef="#ctx0" brushRef="#br0" timeOffset="4556.2">16478 5956 0,'-26'0'0,"105"0"32,52 0-32,26 0 15,-26-26-15,-26 26 16,0 0-16</inkml:trace>
  <inkml:trace contextRef="#ctx0" brushRef="#br0" timeOffset="4681.81">16531 6140 0,'-79'26'0,"53"0"16,26 1-16,26-27 0,131 0 15,27 0-15,78 0 16,1-53-16,-53 1 16</inkml:trace>
  <inkml:trace contextRef="#ctx0" brushRef="#br0" timeOffset="11176.7">18026 5458 0,'-26'0'15,"0"-27"-15,0 27 0,-1-26 16,27 0 0,0 0-1,0-1-15,53 1 16,52 0-16,-27 0 16,27 26-16,-26 0 15,0 0-15,-27 0 16,1 26-16,-27 0 15,-26 27-15,0-1 16,-52 27-16,-27-27 16,0 1-16,0-1 15,1 1-15,-1-27 0,26 0 16,27-26 0,0 27-16,78-27 62,53 0-62,0 0 16,27 0-16,-1 0 15,0 0-15,0 0 16,-26 0-16,-26-27 16</inkml:trace>
  <inkml:trace contextRef="#ctx0" brushRef="#br0" timeOffset="11498.45">18997 5379 0,'-26'-26'16,"26"52"46,26 0-62,27 27 16,-1-1-1,1 1-15,-1 25 0,1-25 16,-1-27-16,0 27 16,1-27-16,-27 0 15,0 0-15,-26 0 16</inkml:trace>
  <inkml:trace contextRef="#ctx0" brushRef="#br0" timeOffset="11750.21">19417 5353 0,'-26'-27'15,"-1"27"1,-25 0 0,26 53-1,-53 26-15,27-1 16,-27 1-16,26-26 16,1 25-16,-27-25 0,53-1 15,0-26-15,26 1 16,0-1-16,0 0 15,26-26-15</inkml:trace>
  <inkml:trace contextRef="#ctx0" brushRef="#br0" timeOffset="12064.95">19837 5510 0,'-26'-26'16,"26"0"-16,0-1 16,78 27-16,1-26 15,0 26-15,-27 0 16,1 26-16,-1 1 15,-26-1-15,1 26 16,-27-25-16,0 25 16,-27 1-16,-25-27 0,-27 26 15,0-25-15,1-1 16,25 0 0,27-26-16</inkml:trace>
  <inkml:trace contextRef="#ctx0" brushRef="#br0" timeOffset="12284.72">20545 5379 0,'0'-26'0,"0"-1"16,-26 27-16,0 0 16,-27 53-16,1-27 15,-1 53-15,27-27 16,26 1-16,0 26 15,0-27-15,26 1 16,27-1 0,26-26-16,-27 0 0,27 1 15,-27-27-15</inkml:trace>
  <inkml:trace contextRef="#ctx0" brushRef="#br0" timeOffset="12488.97">21044 5589 0,'-26'-26'0,"26"52"47,0 26-47,78-25 16,-25 25-16,25-26 15,-25 1 1,-1-1-16,1 0 0,-1 0 15,-25-26 1</inkml:trace>
  <inkml:trace contextRef="#ctx0" brushRef="#br0" timeOffset="12693.91">21359 5563 0,'-27'-27'15,"1"27"1,0 0 15,26 27-31,-26 25 16,-1 1-16,27-27 15,-26 26-15,0 1 0,0-1 16,0 1-16,-27-1 16,1 1-16,-1-27 15</inkml:trace>
  <inkml:trace contextRef="#ctx0" brushRef="#br0" timeOffset="13212.73">21962 5510 0,'0'-26'0,"0"0"15,0 78 17,0-26-32,0 27 15,26-27-15,27 27 16,-1-53-16,-25 0 16,25 0-16,-26 0 15,27 0-15,-27-53 16,0 27-16,1-27 15,-27 27-15,26 0 0,-26 0 16,0-1-16,-26 80 47,-1-1-31,-25 53-16,26-26 15,-1 26-15,-25 0 16,-1-26-16,53-1 15,-52 1-15,52-26 16,-26-27-16,-1-26 47,27-53-47,-26 27 16,26-26-16,0-1 15,0 27-15,-26 0 16,-27-1-16,1 27 15</inkml:trace>
  <inkml:trace contextRef="#ctx0" brushRef="#br0" timeOffset="13546.76">18446 6560 0,'-184'26'16,"53"-26"-16,79 26 15,-1-26-15,79 0 16,79 26 0,79-26-16,52 0 15,27 0-15,52 0 16,26 0-16,26 0 0,-26 0 15,26-26-15,-25 26 16,-28 0-16,-51-26 16,-53 26-16,-79 0 15,-52 0-15,-184 0 32</inkml:trace>
  <inkml:trace contextRef="#ctx0" brushRef="#br0" timeOffset="13874.4">18472 7242 0,'27'-26'15,"51"-1"1,27 27-16,0 0 16,-26 0-16,-27 0 0,-25 53 15,-27-1-15,0 1 16,0-1-16,-79 27 16,0-26-16,0-27 15,27 0-15,26 0 16,0-26-16,52-52 31</inkml:trace>
  <inkml:trace contextRef="#ctx0" brushRef="#br0" timeOffset="14042">19050 7216 0,'26'0'0,"-52"0"31,-1 52-15,1-26-16,0 27 0,26-1 15,0 1 1,26-27-16,27 27 0,25-27 16,1 0-16,-26-26 15</inkml:trace>
  <inkml:trace contextRef="#ctx0" brushRef="#br0" timeOffset="14220.73">19522 7452 0,'-26'0'15,"-1"0"-15,106 0 32,26 0-17,0-26 1,26 26-16,-26 0 0,-52 0 16,25 0-16,-78-27 31</inkml:trace>
  <inkml:trace contextRef="#ctx0" brushRef="#br0" timeOffset="14410.33">19837 7242 0,'-26'-26'15,"-1"26"1,27 26 15,0 0-31,0 27 16,0-1-16,0 27 15,0-27-15,0 1 16,0-1-16,0 1 16,0-1-16,0-26 15</inkml:trace>
  <inkml:trace contextRef="#ctx0" brushRef="#br0" timeOffset="14959.56">20650 7216 0,'0'-27'0,"0"1"16,-26 26 31,26 26-47,-26 27 0,26-1 15,0 1-15,0-1 16,0-25-16,26-1 15,0 0-15,0 0 16,1-26-16,25 0 16,-26 0-16,1-26 31,-1-26-31,26-1 0,-25 27 0,-27-27 16,26 1-16,0 26 15,-26-1-15,0 54 47,0 51-31,0 1-16,0 26 0,0 0 15,0 0-15,-26 0 16,-27-26-16,1-1 16,-1 1-16,27-53 15,0 1-15,0-27 16,26-53 15,0 1-31,0-53 31,26 26-31,26 0 0,27 27 0,-26-1 16,25 27-16,-51 0 0</inkml:trace>
  <inkml:trace contextRef="#ctx0" brushRef="#br0" timeOffset="15494.51">16373 10181 0,'-26'26'16,"0"-26"-16,78 0 31,53 0-15,0 0-16,26 0 15,-26 0-15,0 0 16,-52 0-16,-27 0 15</inkml:trace>
  <inkml:trace contextRef="#ctx0" brushRef="#br0" timeOffset="15620.06">16347 10443 0,'-53'26'0,"27"-26"0,0 27 15,52-27 1,79 0-1,53 0-15,-1 0 16,53-27-16,-26-25 16</inkml:trace>
  <inkml:trace contextRef="#ctx0" brushRef="#br0" timeOffset="16091.08">17974 9997 0,'-26'-52'15,"26"25"-15,0 1 16,0 0-16,78-27 16,1 27-16,26 26 15,-26 0-15,-1 0 16,-25 0-16,-27 0 15,-26 26-15,0 27 16,0 26-16,-52-27 16,-27 27-16,0-27 0,0 1 15,1-27-15,25 0 16,-25 1-16,51-27 16,1 26-16,0-26 15,52 0 32,0 0-31,53 0-16,0 0 15,-1 0-15,1 0 16,26 0-16,-26-26 16,0 26-16,-1 0 15,1 0-15,-27-27 0</inkml:trace>
  <inkml:trace contextRef="#ctx0" brushRef="#br0" timeOffset="16359.12">18971 9918 0,'-26'-26'0,"26"0"0,0 78 63,52 1-63,-26-1 15,27 1-15,-1-1 16,1-25-16,26-1 16,-53 0-16,26 0 15,-26 1-15,27-27 16,-27 0-1</inkml:trace>
  <inkml:trace contextRef="#ctx0" brushRef="#br0" timeOffset="16578.79">19312 9892 0,'-26'-26'0,"26"0"15,-26 26-15,-1 52 47,-25 1-47,26 25 16,-27 1-16,1-26 15,25-1-15,-25 27 16,52-53-16,-26 26 0,26-25 16,0-1-1</inkml:trace>
  <inkml:trace contextRef="#ctx0" brushRef="#br0" timeOffset="17128.58">19942 9813 0,'-26'0'16,"26"-26"0,52 0 15,0 26-31,27-26 16,0 26-16,-27 0 15,-25 0-15,-1 0 16,-26 26-1,0 0 1,0 0-16,-53 27 0,1-1 0,-1-25 16,1-1-16,26 0 15,-1 0-15,1 1 16,26-1-16,0 0 16,26 0-16,27 1 15,-1-1-15,-25-26 16,25 26-16,-26 0 15,1 1-15,-1-27 16,-26 26 0,-26 0-1,-27-26 1,-26 0 0,1 0-16,25 0 0,-25 0 15,25 0-15,1 0 16,25-26-16,27 0 15,0-1-15,27 1 16</inkml:trace>
  <inkml:trace contextRef="#ctx0" brushRef="#br0" timeOffset="17537.68">20624 9840 0,'0'-27'15,"-26"27"32,26 53-47,-27-27 16,1 0-16,26 27 16,0-27-1,0 27-15,0-27 16,0 26-16,26-25 0,1-1 15,25 0 1,-26-26-16,1 0 0,-1 26 0,0-26 16,0 0-16,1-26 15,-1 26 1,0-26-16,0-27 16,-26 27-16,0-26 15,0-1 1,0 27-16,-26-27 0,-26 27 31,25 0-31,1 26 0,-26-26 0,25 26 16,1 26-1</inkml:trace>
  <inkml:trace contextRef="#ctx0" brushRef="#br0" timeOffset="17884.06">21385 9787 0,'0'-26'0,"52"52"32,1 0-17,-1 27-15,1-1 16,-1 27-16,1-26 16,-27-1-16,27 1 15,-27-27-15,0 0 16,0-26-16,0 26 0,1-26 31,-1-26-15</inkml:trace>
  <inkml:trace contextRef="#ctx0" brushRef="#br0" timeOffset="18167">21936 9813 0,'-26'-26'0,"-1"0"15,1 26 1,0 0 0,0 0-1,0 52-15,-27 1 0,27-1 16,-27 1-16,1-1 16,-1 27-1,27-26-15,-53 25 0,53-25 16,-26-27-16,25 0 15,1 0-15,26 1 16</inkml:trace>
  <inkml:trace contextRef="#ctx0" brushRef="#br0" timeOffset="20682.34">6507 10548 0,'0'-26'0,"-26"26"32,0 26-17,-1 0 1,1 27-16,26-27 16,0 0-16,0 1 15,79-1-15,26 0 16,26-26-16,-26 26 15,0-26-15,0 0 0,-26 0 16,-53 27 0,0-27-16,-26 26 15,-26-26-15,-79 26 16,0 26-16,-26-25 16,26-1-16,26-26 15</inkml:trace>
  <inkml:trace contextRef="#ctx0" brushRef="#br0" timeOffset="20861.84">6638 10548 0,'0'-26'0,"0"0"0,53 26 15,25-27-15,1 1 16,26 26-16,-26 0 15,0-26-15</inkml:trace>
  <inkml:trace contextRef="#ctx0" brushRef="#br0" timeOffset="21138.36">7268 10391 0,'0'26'63,"0"26"-63,52-25 15,-25-1-15,25 0 0,1 0 16,-27 1-16,26-27 16,1 0-16,-27 0 15,27 0-15,-27-27 16,-26 1-16,0-26 16,0 25-16,0-25 15,-26 26-15,-27-1 16,1 1-16,25 0 15,-25 26-15,26 0 0</inkml:trace>
  <inkml:trace contextRef="#ctx0" brushRef="#br0" timeOffset="21421.09">8213 9813 0,'0'-52'0,"0"26"16,0-1 0,-27 27-1,27 53 1,0 26-16,0 26 16,0 0-16,0 26 15,0 0-15,0 0 16,27-26-16,-27 0 15,26-26-15,-26 0 16,26-27-16,-26 0 16,26-25-16,-26-1 15</inkml:trace>
  <inkml:trace contextRef="#ctx0" brushRef="#br0" timeOffset="21578.74">7950 10207 0,'-52'0'0,"25"-26"15,54 26 17,51 0-32,1 0 15</inkml:trace>
  <inkml:trace contextRef="#ctx0" brushRef="#br0" timeOffset="21703.98">8632 10522 0,'53'0'47</inkml:trace>
  <inkml:trace contextRef="#ctx0" brushRef="#br0" timeOffset="22467.65">9157 10023 0,'-52'0'15,"26"-26"-15,-1 26 16,1 0-16,0 26 15,26 1-15,0 25 16,0 1-16,0-1 16,26 1-16,27-27 15,-1 0-15,27 0 16,-1-26-16,-25 0 0,-1 0 16,-25-26-1,-1 0-15,-26-27 0,0 27 16,-26-26-1,-27-1-15,-26 1 0,1-1 16,-1 27-16,27 0 16,-1-1-16,27 1 15,26 0-15,0 0 16,52-27-16,27 1 16,0-1-16,-1-25 15,-25-1-15,-1 0 16,-25 0-16,-1-26 0,-26 53 15,0-1-15,-26 1 16,-1 26-16,-25-1 16,-1 1-16,27 26 15,26 79 17,0 26-32,53 26 15,-1 27-15,27 25 16,26 1-16,-26 0 15,-27-1-15,27-25 16,-27-27-16,1 0 16,-27-52-16,26 26 15,-25-53-15,-1-26 0,0 1 16,0-27 0,-26-27 15,-26-25-31,0 0 15,-27-27-15,1 26 16,-27 1 0,27 26-16,-27-27 0,53 27 15,-27 0-15,53-1 16,0 1-16,27-26 16,51 25-16,27-25 15,0 0-15</inkml:trace>
  <inkml:trace contextRef="#ctx0" brushRef="#br0" timeOffset="22897.13">10102 9761 0,'0'-26'0,"0"-1"0,26 1 15,27 0-15,25 0 16,-25 26 0,-27 0-16,-26 26 15,0 0 1,-26 53-16,-27-27 15,27 1-15,26-1 16,0-25-16,0-1 16,53 0-16,25 0 15,1 1-15,-27-27 0,1 26 16,-79-26 15,-27 0-31,-52 26 16,27-26-16,25 0 15,1 0-15</inkml:trace>
  <inkml:trace contextRef="#ctx0" brushRef="#br0" timeOffset="23194.8">10810 9656 0,'-26'-26'0,"0"26"0,0 0 16,26 26 0,0 26-16,0 27 15,26-26-15,53-1 16,-1 1-16,27-27 16,-26-26-16,0 26 15,-27-26-15,27-26 16,0 0-16,-27-27 15,1 1-15,-53-1 16,0-26-16,0 27 0,-53 26 16,-26-27-1,1 53-15,-1-26 0,26 26 16,1 0-16,26 0 16,-1 26-16,27 1 15</inkml:trace>
  <inkml:trace contextRef="#ctx0" brushRef="#br0" timeOffset="23383.38">11178 9367 0,'0'-26'15,"0"0"-15,0 0 16,-27 26 0,27 78-16,0 1 15,0 26 1,0 26-16,0 0 0,0-26 15,0 27-15,0-27 16,-26 26-16,-53-26 16,-25-27-16</inkml:trace>
  <inkml:trace contextRef="#ctx0" brushRef="#br0" timeOffset="24042.53">7268 9682 0,'-26'0'0,"-1"0"15,27 26 1,0 79-16,0 27 15,0-1-15,0 26 16,0 1-16,0-1 16,0-26-16,0 1 15,0 25-15,0-52 16,-26 0-16</inkml:trace>
  <inkml:trace contextRef="#ctx0" brushRef="#br0" timeOffset="24702.8">9000 11834 0,'-26'0'15,"26"52"1,0 1-1,0 26-15,0-1 16,0-25-16,0 25 16,26-25-16,0-1 15,0-25-15,1 25 0,-1-26 16,0 1-16,0-1 16,0-26-1</inkml:trace>
  <inkml:trace contextRef="#ctx0" brushRef="#br0" timeOffset="24954.19">9315 12070 0,'0'-26'16,"0"0"-16,26 26 0,0 26 16,0 26-1,27 1-15,-1-27 16,1 0-16,-1 27 15,27-27-15,-26-26 16,-27 26-16,-52-26 63,-27 0-63,27-26 15</inkml:trace>
  <inkml:trace contextRef="#ctx0" brushRef="#br0" timeOffset="25427.19">9288 12123 0,'27'-27'15,"78"-25"1,0-1-16,0-25 16,0 25-16,-1 1 15,-51-27 1,-1 26-16,-52 1 0,0-1 0,0 1 15,-78 0 1,25-1-16,-52 1 0,27 25 16,-27-25-16,0 26 15,0 26-15,0 0 16,-26 52-16,-1 1 16,-25 52-16,26-1 15,-1 54-15,28-1 16,51 1-16,27-1 15,26 1-15,0-27 16,52 0-16,53-26 16,53 0-16,-1-53 0,53-25 31,0-27-31,0 0 0,0-53 0,0-25 16,-27-27-16,1-27 15,-53 1-15,-26-26 16,-52-1-16,-53 1 15,0-1-15,-105 1 16,-53 26 0,-25 26-16,-27 26 0,0 53 15,-26 26-15,-1 26 16</inkml:trace>
  <inkml:trace contextRef="#ctx0" brushRef="#br0" timeOffset="26605.35">22749 9604 0,'-26'-27'16,"0"1"-16,0 0 16,26 52 31,0 27-47,0 25 0,0 1 15,0-27-15,0 1 16,52-1-16,-26 1 15,1-27-15,-1-26 16,0 0-16,0 0 16,1-52 15,-27 25-31,0-25 0,0-1 16,0 27-1,0-26-15,0 25 16,0 54 15,0-1-15,0 53-16,0-1 15,0-25-15,26 26 16,-26-27-16,26-26 16,-26 27-16,26-27 15,-26 27-15,27-27 16,-1 0-16,-26 0 0</inkml:trace>
  <inkml:trace contextRef="#ctx0" brushRef="#br0" timeOffset="26887.7">23353 9787 0,'-26'0'0,"-1"-26"15,27 52 17,0 27-32,53-1 15,-1 1-15,1-27 16,26 26-16,-27-25 16,1-1-16,-1 0 15,-52 0-15,0 1 16,-52-1-1,-1 0 1,-26 0-16,1-26 16,-1 0-16,26 0 15</inkml:trace>
  <inkml:trace contextRef="#ctx0" brushRef="#br0" timeOffset="27078.93">23327 9708 0,'0'-26'16,"26"0"-16,53 0 16,26-27-16,0 27 15,-1 0-15,1 26 16,-52-26-16,-27 26 16,-52 26-1,-79 26-15</inkml:trace>
  <inkml:trace contextRef="#ctx0" brushRef="#br0" timeOffset="27580.58">17554 11362 0,'-79'0'16,"0"0"-16,1 0 15,25 0-15,1 0 16,26 0-16,-1 0 15,159 0 17,77 26-32,106-26 15,105 0-15,52 0 16,132 0-16,26-26 16,52-27-16,0 27 15,-26-27-15,-26 27 16,-105-26-16,-79 25 0,-79-25 15,-131 26 1,-78-1-16,-80 27 0,-51-26 16,-54 26-1,-25-26 1,-27 26-16,-26 0 16,0 0-16,0 0 15</inkml:trace>
  <inkml:trace contextRef="#ctx0" brushRef="#br0" timeOffset="33866.14">19601 11834 0,'-27'-26'16,"1"26"-16,0 0 15,0 0 1,26-27-16,-27 27 16,80 0 77,26-26-93,26 26 0,-27-26 16,27 26-16,-52-26 16,-27 26-16,0 0 15,0 0-15,-26 26 453,0 0-453,-26 27 0,0 25 16,26-25-16,-26-1 16,26 1-16,-26-1 0,26-25 15,-27 25-15,1-26 16,26 0-16,0 1 16,0-1-1,0 0-15,0 0 0,0 1 16,0-1 31</inkml:trace>
  <inkml:trace contextRef="#ctx0" brushRef="#br0" timeOffset="34117.94">20257 11834 0,'-27'0'0,"54"0"15,51 0 1,1 0-16,26 0 16,-26 0-16,-1-26 15,1 26-15,-53 0 16,1 0-16</inkml:trace>
  <inkml:trace contextRef="#ctx0" brushRef="#br0" timeOffset="34590.54">20283 11755 0,'-26'0'0,"-27"0"15,27 26-15,0 1 16,26 25-16,-27-26 16,27 27-16,0-1 15,0-25-15,0 25 16,0 1-16,0-27 16,0 0-1,0 0 1,27-52 31,-27 0-32,26 0-15,26-1 16,-25 27-16,25 0 16,1-26-16,-1 26 15,1 0-15,25 0 16,-25 0-16,-1 26 15,1 1-15,-27 25 16,-26-26-16,0 27 0,0-1 16,-26-26-16,-53 27 15,-26-1-15,26-25 16,1-1-16,-1 0 16,26 0-16,1-26 15,-1 0-15,27-52 16</inkml:trace>
  <inkml:trace contextRef="#ctx0" brushRef="#br0" timeOffset="36115.36">19548 10522 0,'-26'0'0,"0"0"15,52-26 1,26-27 0,80 1-1,-1-27-15,26 0 0,1 27 16,-27-27-16,26 0 15,-26 1-15,-26-1 32,0 26-32,-52 27 0,-27 0 0,0 26 15,-52 26 63</inkml:trace>
  <inkml:trace contextRef="#ctx0" brushRef="#br0" timeOffset="38083.6">20362 9000 0,'-27'-26'0,"27"0"16,0-1 0,0 1-16,0 0 0,0 0 15,53-1-15,-27 1 16,27 0-16,-27 26 15,26 0-15,-26 0 32,27 0-32,-1 26 15,-25 27-15,25-1 16,-52 1-16,0-1 16,0 0-16,0-25 0,-26 25 15,-27-26-15,1 1 16,-1-1-16,27 0 15,0-26-15,52 0 63,27 0-47,25-26-16,27 0 15,27-1-15,-27 1 16,0 0-16,-27 0 0,-25-1 15,-1 27-15,-52-26 16,0 52 1422</inkml:trace>
  <inkml:trace contextRef="#ctx0" brushRef="#br0" timeOffset="41253.57">19469 12831 0,'-78'0'16,"25"26"-16,27-26 15,0 0-15,104 0 32,27-26-32,27-26 15,51-1-15,1-26 16,0 1-16,-1-1 15,-25 0-15,-1 0 16,-26 1-16,1 25 16,-54 1-16,1 26 15,-53-1-15,1 27 16,-27-26 0,26 26 687,-26-26 406,26 26-625,0 0-484,27 0 16,25 0-16,-25-26 0</inkml:trace>
  <inkml:trace contextRef="#ctx0" brushRef="#br0" timeOffset="42022.24">21752 12411 0,'-26'0'0,"0"0"0,52 0 31,27 0-31,25-26 31,1 26-31,0-26 16,-1 26-16,-25 0 0,-27-27 0,0 27 15,-78 0 32,-1 0-31</inkml:trace>
  <inkml:trace contextRef="#ctx0" brushRef="#br0" timeOffset="42525.29">21752 12359 0,'0'26'63,"0"0"-47,0 0-16,0 27 15,0-1-15,0-25 16,27 25-16,-27-26 15,0 1-15,0-1 0,26-26 32,-26-26 30,0-1-62,26 1 16,0 0-16,0 0 15,1 26-15,-1-27 16,0 27-16,27 0 0,-1 0 16,1 0-1,-1 0-15,1 0 0,25 27 16,-25-1-16,-27 26 16,0-25-16,1-1 15,-27 0-15,0 27 16,-53-27-16,-26 26 15,-26 1-15,0-27 16,27 0-16,-1 0 16,26-26-16,1 0 15,0 0-15,-1 0 16</inkml:trace>
  <inkml:trace contextRef="#ctx0" brushRef="#br0" timeOffset="42871.69">22592 11729 0,'26'-26'0,"-26"-1"16,26 27-1,-104 105 1,-1 0 0,-52 53-16,0 25 15,-1 1-15,-25 0 16,26-27-16,26-26 16,0 1-16,26-54 15,27 27-15,25-52 16,1-27-16,26 0 15,53-52 1</inkml:trace>
  <inkml:trace contextRef="#ctx0" brushRef="#br0" timeOffset="43280.36">24009 9210 0,'0'-26'16,"-79"78"15,-26 27-31,-26 52 16,-53 27-16,-26-1 0,27 0 15,-1 1 1,27-27-16,25-26 15,27-26-15,27-1 0,25 1 16,1-53-16,26 27 16,-1-27-16,1-26 15</inkml:trace>
  <inkml:trace contextRef="#ctx0" brushRef="#br0" timeOffset="44114.94">23484 8449 0,'0'-53'0,"0"27"16,0-26-16,-52 26 16,25-1-1,-25 27-15,-1 0 0,1 0 16,-1 0-16,-25 27 16,51-1-16,1 0 15,0 0-15,26 27 16,0-27-16,0 0 15,0 0-15,52-26 16,-25 27-16,25-27 16,1 0-16,-1 0 15,1-27-15,-1 1 16,-26 0-16,1 0 16,-1-1-16,-26 1 15,0 0-15,0 0 16,0 0 15,0 78 250,0 0-265,0 27-16,0 0 16,0 0-16,0-1 15,0 1-15,0 0 16,0 0-16,-26-1 15,-27-25-15</inkml:trace>
  <inkml:trace contextRef="#ctx0" brushRef="#br0" timeOffset="45182.91">16977 14484 0,'-27'0'0,"80"0"31,-1-26-15,53 26-16,0-26 16,0-1-16,-26 27 0,-27 0 15,1-26 1</inkml:trace>
  <inkml:trace contextRef="#ctx0" brushRef="#br0" timeOffset="45356.29">17055 14642 0,'-26'0'16,"26"26"-16,-26-26 15,52 0 17,53 0-32,26-26 0,0-1 15,26 1-15,0 0 16,-26 0-16</inkml:trace>
  <inkml:trace contextRef="#ctx0" brushRef="#br0" timeOffset="47127.55">1207 8423 0,'-132'52'16,"1"1"0,52-1-16,27-26 0,104-26 31,80-52-31,51-27 15,54-26-15,25-26 16,53-26-16,-27-1 16,-25 27-16,-1-26 15,-52 52-15,0 0 16,-52 26-16,-27 26 0,-79 27 16,-26 26-16,-131 53 31,-52 25-31,-53 27 15,-26 27-15,0-1 16</inkml:trace>
  <inkml:trace contextRef="#ctx0" brushRef="#br0" timeOffset="47268.81">1233 8396 0,'-184'105'16,"53"-52"-16,78-27 16,80-26-1,104-26-15,79-53 16,78-52-16,80-53 15,104-26-15,53 0 0,52-52 16,27-27-16,-27-25 16</inkml:trace>
</inkml:ink>
</file>

<file path=ppt/ink/ink1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1T09:45:06.605"/>
    </inkml:context>
    <inkml:brush xml:id="br0">
      <inkml:brushProperty name="width" value="0.05292" units="cm"/>
      <inkml:brushProperty name="height" value="0.05292" units="cm"/>
      <inkml:brushProperty name="color" value="#C00000"/>
    </inkml:brush>
  </inkml:definitions>
  <inkml:trace contextRef="#ctx0" brushRef="#br0">14143 3254 0,'-53'0'16,"27"0"-16,52 0 31,53 0-15,52 26-16,27-26 16,25 0-16,-25 0 15,25 0-15,-25 0 16,-53 0-16,0 0 15,-53 0-15,-157 0 16</inkml:trace>
  <inkml:trace contextRef="#ctx0" brushRef="#br0" timeOffset="157.13">14038 3358 0,'-105'27'0,"52"-27"0,27 0 16,52 0-1,53 26-15,79-26 16,-1 0-16,53 0 16,0 0-16,0-26 15,0-1-15,-27 27 16,-25-26-16,-53 0 16,-53 26-16</inkml:trace>
  <inkml:trace contextRef="#ctx0" brushRef="#br0" timeOffset="1131.63">10837 6848 0,'0'-26'16,"0"52"15,-27 53-16,-25 0 1,-1 0-16,27-27 0,-26 27 16,25-27-16,1 27 15,0-53-15,0 0 16,-1 1-16,1-54 31,26-25-31,0-1 16,0-25-1,53-1-15,-27 0 0,26 27 0,1-1 16,-27 27-16,-26 0 16,26 0-1,1 52 1,-1 26 0,26 1-1,-25 26-15,25-27 0,1 27 16,-1-27-16,0 1 15,1-1-15,-27-26 16,0 27 0,-26-27-1</inkml:trace>
  <inkml:trace contextRef="#ctx0" brushRef="#br0" timeOffset="1304.64">10154 7294 0,'-52'0'0,"26"-26"16,52 26 15,53 0-31,52 0 16,52 0-16,-25 0 0,26 0 16,-1 0-1,-52 0-15</inkml:trace>
  <inkml:trace contextRef="#ctx0" brushRef="#br0" timeOffset="1634.36">11125 7137 0,'-26'0'16,"26"-26"-16,52 52 62,1 26-62,-1 1 0,1-1 16,-27 1-16,27-27 16,-27 0-16,0 1 15,-26-1-15,26-26 16,-26-26 15,0-27-31,27 1 16,-27-27-16,0 0 15,26 27-15,-26 26 16,0-27-16,0 27 16,26 26-1,0 0-15,27 26 0</inkml:trace>
  <inkml:trace contextRef="#ctx0" brushRef="#br0" timeOffset="2168.86">12306 7189 0,'-52'-52'15,"25"0"-15,-25 25 16,26 27-16,-1-26 16,1 26-16,0 0 15,0 26 1,-27 1-16,27 25 0,0-26 15,26 0-15,0 27 16,78-27 0,-25-26-16,26 0 15,-1 0-15,-25 0 16,-1-26-16,-26 0 16,1-1-16,-27 1 15,0 0 1,0 52 31,0 53-47,0 0 15,0 26-15,0 0 16,0 0-16,-27-27 16,1 1-16,0-27 15,0 1-15,0-27 16,-1 0-16,1-26 15,0-26 1,-27 0-16,1-53 16,52 0-16,0-25 15,0 25-15,79 0 16,26 27-16,26 25 0,-26 1 16,26 26-16</inkml:trace>
  <inkml:trace contextRef="#ctx0" brushRef="#br0" timeOffset="2970.39">13303 7216 0,'-26'-27'0,"0"1"16,-1 26 0,1-26-16,0 26 0,0 0 15,-1 0-15,-25 0 16,26 26-16,-1 0 15,1 1-15,26 25 16,0 1-16,53-1 16,25 1-16,1-1 15,0 1-15,-27-27 16,-52 0-16,27 0 16,-27 1-16,-53-27 15,1 0 1,-27 0-16,26 0 15,27-27-15,26 1 0,0 0 16,0-27-16,53 27 16,25 0-16,1 0 15,-26-1-15,25 1 16,1 0-16,-27 0 16,1-1-16,-27 1 15,0 0-15,-26 0 16,0-1-16,0 54 62,0 25-62,0 1 16,-26 25-16,26 27 16,-26-26-16,26 26 15,0 0-15,0-26 16,0 26-16,0-53 15,0 27-15,0-27 16,0-25-16,-26-27 31,-1-53-15,1 1-16,0-53 0,0 26 16,26-26-16,0 0 15,0 26-15,26 1 16,0 25-16,27 27 15,-1-27-15,1 53 16,-27 0-16,26-26 16,1 26-16,-27 26 15,27 1-15,-27 25 16,-26 1-16,0-1 16,0 1-16,-79-1 15,27-26-15,-27 27 16,26-53-1,1 26-15</inkml:trace>
  <inkml:trace contextRef="#ctx0" brushRef="#br0" timeOffset="3285.44">14117 7557 0,'26'0'15,"26"0"1,1 0-16,25 0 0,-25-26 31,-1-1-31,-25 1 0,-1 0 0,-26 0 32,0-1-32,-26 27 15,-27 0 1,-26 27-16,27-1 15,-1 0-15,27 27 16,0-27-16,26 0 16,0 27-1,52-53-15,1 26 0,26 0 0,-1-26 16,1 0-16</inkml:trace>
  <inkml:trace contextRef="#ctx0" brushRef="#br0" timeOffset="3950.03">14773 7688 0,'26'-26'0,"0"26"0,0-26 16,0 26-16,1-27 16,-1 1-16,0 26 15,0-26-15,-26 0 16,0-1-16,0 1 16,-52 26-1,-1 0-15,1 0 0,0 0 31,-27 26-31,53 1 0,-27-1 0,53 0 16,0 0-16,0 27 16,0-27-16,53 0 15,25 0-15,27 1 16,0-27-16,0 0 16,0 0-16,-26-27 15,0 1-15,-27 0 16,-26 0-16,1 0 15,-27-1-15,0 1 16,-53 26-16,1 0 0,-27 0 16,-26 0-16,52 0 15,1 26-15,26 1 32,26-1-32,0 0 0,26 0 0,26-26 15,27 0-15,0 0 16,0-26-16,-27 0 15,1-27-15,-1 1 16,-26-27-16,0 0 16,-26 1-16,0-1 15,0-26-15,0 53 0,-26-27 16,0 53-16,0-27 16,0 53-16,26 26 46,0 27-46,0 26 0,0-1 16,0 27-16,0-26 16,0 26-16,26-26 15,-26-1-15,26-25 16,-26 25-16,26-51 16,27 25-1,-1-26 1,1 1-16</inkml:trace>
  <inkml:trace contextRef="#ctx0" brushRef="#br0" timeOffset="4165">16478 7688 0,'-26'0'0,"105"0"31,26-26-31,-1 26 0,-25 0 16,0 0-1,-27-26-15,1 26 0</inkml:trace>
  <inkml:trace contextRef="#ctx0" brushRef="#br0" timeOffset="4290.97">16504 7845 0,'79'0'16,"26"0"-1,52-52-15,-25 26 16,-1-1-16,0 1 16,-26 0-16</inkml:trace>
  <inkml:trace contextRef="#ctx0" brushRef="#br0" timeOffset="4604.92">17869 6822 0,'0'-26'0,"0"0"0,0-1 16,0 54 15,0 25-15,0 1-16,0 52 16,0-27-16,0 1 15,0 0-15,0-1 16,0-25-16,0-1 0,0-25 15,0-1-15</inkml:trace>
  <inkml:trace contextRef="#ctx0" brushRef="#br0" timeOffset="4777.27">17501 6927 0,'0'-26'15,"0"0"-15,27-1 16,25 1-16,27 0 16,26 26-16,0 0 15,0 0-15,-27 0 0,1 52 16</inkml:trace>
  <inkml:trace contextRef="#ctx0" brushRef="#br0" timeOffset="5107.22">18367 7006 0,'-26'-26'0,"0"26"16,0 0 0,-1 52-1,1-26-15,0 27 0,26-1 16,0 1-16,0-27 15,0 26-15,0-25 16,52-27-16,1 0 16,-1 0-16,-25 0 15,25 0-15,-26-53 16,1 27-16,-1-27 16,-26 1-16,0 0 15,0-1-15,-53 27 16,27 0-16,-26 26 15,-1 0-15,1 0 0,-1 52 16</inkml:trace>
  <inkml:trace contextRef="#ctx0" brushRef="#br0" timeOffset="5374.47">18918 6717 0,'0'-26'15,"-26"26"-15,26 26 32,0 27-32,0 25 15,0 1-15,0 0 16,0 0-16,0-1 15,0 1-15,26-27 16,1 1-16,-1-27 16,0 0-16,0 1 15</inkml:trace>
  <inkml:trace contextRef="#ctx0" brushRef="#br0" timeOffset="5987.46">19443 7163 0,'0'-26'0,"0"0"16,0 0-16,-26-1 16,0 27-1,-27 0-15,1 0 16,-27 27-16,27 25 16,25-26-16,27 27 15,0-27 1,0 0-16,27 0 0,-1 1 15,53-27-15,-27 0 0,0-27 16,-25 1-16,-1 0 16,0 0-16,-26-27 15,0 27-15,0 0 16,0 52 31,0 53-47,0-27 15,0 1-15,26-27 16,27 26-16,-1-52 16,27 0-16,0 0 0,26 0 15,-26-52-15,-1-27 16,1 0-16,-53 1 16,-26-27-16,0 26 15,0 0-15,-26 1 16,-27 51-16,1-25 15,0 52-15,52-26 16,-27 26 0,1 26-16,26 26 15,0 53-15,0-26 0,0 0 16,0 26-16,53-27 16,-27-25-16,0 26 15,26-53-15,-25 0 16,-27 0-16,26 1 15</inkml:trace>
  <inkml:trace contextRef="#ctx0" brushRef="#br0" timeOffset="6156.38">19023 6901 0,'-52'0'0,"-1"0"15,80 0 1,78 0-16,52 0 16,53 26-16,-26-26 15</inkml:trace>
  <inkml:trace contextRef="#ctx0" brushRef="#br0" timeOffset="6411.64">20729 6848 0,'-26'0'16,"-1"53"15,27 26-16,0-27-15,0 27 16,0-27 0,0 27-16,0-27 0,0-25 15,0-1-15,0 0 16</inkml:trace>
  <inkml:trace contextRef="#ctx0" brushRef="#br0" timeOffset="6658.27">20624 6980 0,'0'-53'0,"26"27"16,27 26-1,25 0-15,27 0 16,0 52-16,0 1 16,-26-1-16,0 1 15,-27-1 1,-52-26-16,0 27 0,0-27 0,-79 0 15,-25 1-15,-1-1 16,0 0-16,26-26 31,26 0-31</inkml:trace>
  <inkml:trace contextRef="#ctx0" brushRef="#br0" timeOffset="6882.62">21385 7058 0,'0'-26'0,"0"0"16,0 78 31,0-25-47,0 51 15,0-52-15,0 27 16,0-1-16,0-25 16,26-1-16</inkml:trace>
  <inkml:trace contextRef="#ctx0" brushRef="#br0" timeOffset="7118.31">21437 6691 0,'-26'0'0,"0"0"16,26 26 0,0 0-16,0 1 15,52-1-15,1 0 16,-1-26-16,1 0 16,-1 0-16,1 0 15,-27-52-15,-26 25 16,26 1-16,-26 0 15,0 0-15,-26-1 16,-26 27-16,-27 0 0,0 27 16,0 25-16</inkml:trace>
  <inkml:trace contextRef="#ctx0" brushRef="#br0" timeOffset="7495.36">22093 7058 0,'0'-52'0,"27"26"0,-27-1 15,0 1-15,0 0 16,-27 0-16,-25-1 16,-1 27-16,1 0 15,-1 27-15,27-1 16,0 26-16,26-25 15,0 51-15,52-25 16,53-27-16,-26 26 16,26 1-16,-52-27 15,-1 27-15,-52-27 16,0 0-16,-52-26 16,-27 26-1,-26-26-15,0 0 0,0 0 16,53 0-16,25 0 15,1-26 1,26 0-16</inkml:trace>
  <inkml:trace contextRef="#ctx0" brushRef="#br0" timeOffset="7715.99">22723 6665 0,'-26'-27'16,"0"1"-16,26 52 31,-27 27-15,27-1-16,0 53 16,0-26-16,0 0 15,0 0-15,27-1 16,-1 1-16,0-27 15,0 1-15,-26-27 16</inkml:trace>
  <inkml:trace contextRef="#ctx0" brushRef="#br0" timeOffset="8463.7">23143 7189 0,'0'-52'16,"0"26"-16,0 0 15,0-1-15,-26 27 16,-27 0 0,1 0-16,-1 53 15,1-27-15,26 26 16,26 1-16,0-1 0,26-25 16,26-1-16,1-26 15,25 0-15,-25 0 16,-1-26-16,1-27 15,-1 27 1,-52-27-16,27 27 0,-27-26 16,0 26-16,-27 26 47,1 52-47,26 0 15,0 1-15,0-27 16,0 27-16,0-27 0,26 0 15,1-26-15,-1 0 16,-26-26 0,26 0-16,-26-27 15,0 1-15,0-1 16,0 1-16,0 26 16,0-1-1,0 54 16,0 25-31,26-26 16,-26 27-16,0-27 0,0 0 16,0 0-1,0-52 17,0 0-32,0-27 15,27 1-15,-1 26 16,26 0-16,1-1 15,-1 27-15,27 0 16,-53 0-16,27 27 16,-27-1-16,0 26 15,0 1-15,-26-27 16,0 26-16,0-25 16,0 25-16,-78-26 0,-27 1 15,0-27-15,0 0 16</inkml:trace>
  <inkml:trace contextRef="#ctx0" brushRef="#br0" timeOffset="8595.52">22671 6822 0,'52'-26'15,"79"26"-15,27 0 16,-1 26-16,-26 27 15</inkml:trace>
  <inkml:trace contextRef="#ctx0" brushRef="#br0" timeOffset="9019.61">24350 6980 0,'-26'0'0,"0"0"0,-1 0 31,-25 26-31,26 0 16,-27 53-16,27-27 15,26 1-15,0-1 16,26 1-1,27-1-15,25-26 0,1-26 16,26 0-16,-26 0 16,-1-26-16,1-26 15,-53-1-15,1 1 0,-27 25 16,0 1 0,0 0-16,-27 26 0,-51 0 15,25 0-15,27 52 16,0 1-16,26-1 15,0 1 1,52-1-16,1-25 0,25-1 16,1-26-16,0 0 15,0 0-15,-27 0 16</inkml:trace>
  <inkml:trace contextRef="#ctx0" brushRef="#br0" timeOffset="9475.93">17108 7898 0,'-158'0'15,"53"0"-15,27 0 16,78 26-16,0 0 15,157-26-15,132 27 16,104-1-16,132 0 31,105 0-31,26-26 0,52 27 0,-25-27 16,-54 0 0,-25 0-16,-106 0 0,-104-27 0,-79 27 31,-131-26-31,-106 26 15,-78-26 1,-157 26-16,-53 0 16</inkml:trace>
  <inkml:trace contextRef="#ctx0" brushRef="#br0" timeOffset="9916.14">17213 8580 0,'-26'-26'16,"-1"0"-16,27 78 47,27 1-47,-1 52 15,0-27-15,0 1 0,-26 0 16,0-1-16,-52 1 16,-27-26-16</inkml:trace>
  <inkml:trace contextRef="#ctx0" brushRef="#br0" timeOffset="10067.45">16426 8790 0,'0'-52'15,"0"-1"-15,52 1 16,53 25-16,26-25 16,27 52-16,25 0 0,-25 0 15,-27 26-15,-26 27 16</inkml:trace>
  <inkml:trace contextRef="#ctx0" brushRef="#br0" timeOffset="10386.75">17580 8843 0,'-26'-27'16,"0"27"-16,-1-26 15,27 52 1,0 27-1,0-1-15,0 1 0,27-1 16,25 1-16,27-27 16,-27 0-16,27-26 15,-26 0-15,25 0 16,-51-26-16,-1-27 16,-26 1-16,0 0 15,0-1-15,-79 1 16,27 25-16,-27 1 15,0 26-15,27 0 16,-1 26-16,27 27 16,0-1-16</inkml:trace>
  <inkml:trace contextRef="#ctx0" brushRef="#br0" timeOffset="10590.66">18341 8606 0,'0'-52'16,"0"26"-1,0 52 1,0 53 0,26-1-16,1 1 0,-27 0 15,52 0 1,-52-1-16,26 1 0,-26 0 15,0-53-15</inkml:trace>
  <inkml:trace contextRef="#ctx0" brushRef="#br0" timeOffset="11202.75">19128 8948 0,'-52'-53'0,"-1"27"16,1 0-16,-1 26 16,1 0-16,-27 0 15,27 52-15,-1-26 0,27 27 16,26-1-16,0 1 16,52-27-16,27 0 15,0-26-15,26 0 16,-26 0-16,-1-26 15,-25-27-15,-27 27 16,0-26-16,-26 26 16,0-1-16,0 1 15,0 79 17,0-1-17,0 0-15,0-25 16,27 25-16,-1-26 15,26 1-15,-26-27 16,27 0-16,-27 0 16,0-27-16,1-25 15,-1-1-15,0-25 16,-26-1-16,0 0 16,0-26-16,0 27 15,0-1-15,0 26 16,-26 27-16,0 0 15,-1 26-15,1 0 16,26 79-16,-26-1 16,26 1-16,0 26 15,0-26-15,26-27 16,27 27-16,-1-53 16,-26 27-16,27-27 15,-27 0-15</inkml:trace>
  <inkml:trace contextRef="#ctx0" brushRef="#br0" timeOffset="11344.37">18262 8685 0,'-52'-26'15,"26"26"-15,131 0 16,78 0-1,27 26-15,26-26 16</inkml:trace>
  <inkml:trace contextRef="#ctx0" brushRef="#br0" timeOffset="11627.38">20703 8843 0,'-27'-27'0,"1"27"15,26-26-15,0 52 47,0 27-47,0 26 0,0-27 31,0 0-31,0-25 0,0 25 0,0-26 16,0 27-16,0-27 16</inkml:trace>
  <inkml:trace contextRef="#ctx0" brushRef="#br0" timeOffset="11940.75">20335 9079 0,'79'-27'0,"26"27"16,26 0 0,-26-26-16,26 26 0,-26-26 15,-26 0-15,-53 26 16,1-26-16,-27-1 16,0 1-1,0 0-15,-27 26 16,1 26 15,0 0-15,26 27-1,0-1-15,0-26 0,0 1 0,26 25 16,0-26-16,1 1 16,-1-27-16,0 26 15</inkml:trace>
  <inkml:trace contextRef="#ctx0" brushRef="#br0" timeOffset="12071.35">21123 8580 0,'-27'-26'0,"80"26"31</inkml:trace>
  <inkml:trace contextRef="#ctx0" brushRef="#br0" timeOffset="12788.63">21437 8869 0,'-26'0'0,"26"26"16,0 0-1,0 27-15,0-27 16,0 0-16,26 0 15,1 1-15,-27-54 32,-27 1-17,1-26-15,26-1 16,0 1-16,0-1 16,26 1-16,27 26 15,-1-1-15,1 27 16,26-26-16,-53 26 15,26 0-15,-52 53 16,27-1-16,-1 1 16,-26-1-1,0-26-15,0 27 0,0-27 16,0 0-16,26-26 16,0-26-1,0-26 1,1-1-16,-1 1 15,0-1-15,0 1 16,-26 25-16,27 1 16,-1 79 15,-26-1-15,52 27-16,-25-27 15,-1 1-15,26-27 16,1 0-1,-1 0-15,27-26 0,-26 0 16,-1-26-16,27 0 0,-27-26 16,-26-27-16,1 26 15,-27 1-15,0 26 16,0-27-16,-53 53 16,1 0-1,-1 0 1,1 26-16,26 27 15,26 26-15,0-27 16,52 27-16,27-27 16,-27-26-16,27 1 15,-27-1-15,27 0 16,-26-26-16,-27 0 0</inkml:trace>
  <inkml:trace contextRef="#ctx0" brushRef="#br0" timeOffset="13386.74">15455 11414 0,'-53'0'0,"27"0"15,79 0 17,51 0-17,28 0-15,-27-26 16,0 26-16,-27-26 15,1-1-15,-26 27 16,-27 0-16,0 0 16,-78 27-1</inkml:trace>
  <inkml:trace contextRef="#ctx0" brushRef="#br0" timeOffset="13543.4">15271 11650 0,'26'0'47,"53"0"-47,52 0 15,-26 0-15,26-26 16,1 0-16,-27 26 16</inkml:trace>
  <inkml:trace contextRef="#ctx0" brushRef="#br0" timeOffset="14078.65">16977 10942 0,'0'-27'0,"0"1"16,0 0 0,26 26-16,26-26 0,1 26 15,-1 0-15,-25 26 16,-1 0-16,0 0 15,0 27-15,-26-1 16,0 1-16,0-1 16,-52-25-16,-1-1 0,1 0 15,-1 0-15,-25 1 16,25-27-16,1 0 16,25 26-16,80-26 62,52 0-46,-26 0-16,-1 0 0,27 0 15,-26 0-15,0 0 16,-27 0-16,-26-26 16,1 26-16,-1 0 15</inkml:trace>
  <inkml:trace contextRef="#ctx0" brushRef="#br0" timeOffset="15100.91">17685 10942 0,'0'-27'0,"0"1"15,0 0 1,0 52 31,0 27-32,0-1-15,0 1 16,0 25 0,0-51-16,26 25 0,1-26 15,-1 1-15,26-1 16,1-26-16,-27 0 15,27 0-15,-1 0 16,-26-26-16,0-27 0,1 27 16,-1-27-1,-26 1-15,0-1 16,0 27-16,0-26 0,0 25 16,0 1-1,-26 26 1,26 26 93,0 1-109,0 25 16,0-26-1,0 27-15,0-1 0,0 1 16,0-1-16,0 1 16,-27-1-16,27 1 15,-26-1-15,26-25 16,0 25-16,0-26 16,0 0-16,0 1 15,-26-27 329,26 26-313,-26-26 0,-27 0-31</inkml:trace>
  <inkml:trace contextRef="#ctx0" brushRef="#br0" timeOffset="15510.72">18840 11230 0,'-27'-26'16,"1"26"-16,52 0 47,27 26-31,-1-26-16,27 27 15,0-27-15,0 0 16,26 0-16,-53 0 15,0 0-15,1 0 16,-27 0-16,0 0 16,-78 0 15</inkml:trace>
  <inkml:trace contextRef="#ctx0" brushRef="#br0" timeOffset="15778.96">19076 10968 0,'-26'0'16,"26"-26"-1,0 52 1,0 26 0,0 1-1,0 26-15,0-1 16,0 1-16,0-26 0,0-1 15,0 1-15,0-27 16,0 0-16,0 0 16,0 0-16,26 1 15,0-27 1,27 0-16</inkml:trace>
  <inkml:trace contextRef="#ctx0" brushRef="#br0" timeOffset="16736.4">19732 11152 0,'-53'0'0,"27"-27"16,0 27-16,26-26 15,0 0-15,0-27 16,26 27-16,0-26 15,27 25-15,26 1 16,-27 26-16,1 0 16,-1 0-16,0 0 0,-25 0 15,-1 26-15,-26 27 16,0-1-16,0 1 16,0-1-16,-53-25 15,1 25-15,-27-26 16,1-26-16,25 27 15,1-27-15,25 0 16,27 26 0,0 0-1,27-26-15,51 26 16,-25-26-16,26 0 0,-1 0 16,-25 0-16,25 0 15,-25-26 1,-1 0-16,-25-27 0,-1 1 15,0-1-15,-26 27 16,0-26-16,0 25 16,0 1-16,0 0 15,0 0 1,0 52 31,-26 26-32,26 1-15,0-1 16,0 1-16,0-1 16,0 1-16,26-27 15,27 0-15,-27 1 16,0-27-16,27 0 16,-27 0-16,26-27 15,-26 1-15,1-26 16,-1 25-16,0-25 0,-26-1 15,0 27 1,0-26-16,0 25 16,0 1-16,0 52 78,0 27-63,0-1-15,0 1 16,0 26-16,0-27 16,-26 1-16,26-1 15,0 1-15,0-1 0,0-26 16,0 0-16,-26 1 16,26-1 15</inkml:trace>
  <inkml:trace contextRef="#ctx0" brushRef="#br0" timeOffset="16971.78">21096 11362 0,'-26'0'0,"52"-27"32,53 27-32,0 0 15,52 0-15,-26 0 16,-26 0-16,-1 0 16,1 0-16,-26 0 15,-27-26-15,0 26 16</inkml:trace>
  <inkml:trace contextRef="#ctx0" brushRef="#br0" timeOffset="17223.91">21542 11099 0,'0'-26'0,"0"52"62,0 27-62,0 25 16,0-25-16,0-1 15,0 1-15,0-1 16,27-25-16,-27 25 16,0-26 15,0 0-31,26 1 0</inkml:trace>
  <inkml:trace contextRef="#ctx0" brushRef="#br0" timeOffset="18041.97">22251 11230 0,'-53'-26'0,"27"0"15,0 0-15,26-1 0,0 1 0,0 0 16,26 0-16,0-1 16,27 27-16,-1-26 15,1 26 1,-27 0-16,27 0 15,-27 0-15,0 26 16,-26 1-16,0 25 16,0 1-16,0-1 15,-52-26-15,-1 27 16,-26-27-16,27 27 16,-1-27-16,27-26 15,0 26-15,26 0 16,0 1-16,79-1 15,26-26-15,26 0 16,0 0-16,-26 0 0,0-26 16,-26-27-16,-27 27 15,-26-27-15,1-25 16,-27 25-16,0 1 16,0-1-16,0 1 15,0 25-15,0 1 16,-27 0-16,1 52 47,26 27-32,0-1-15,0 27 16,0-27-16,0 1 0,26-1 16,1-25-16,25-1 15,-26-26-15,27 0 16,-1 0-16,-26 0 15,27-26-15,-1-1 16,-52-25-16,27-1 16,-27 1-16,0-1 15,0 1-15,0 26 16,0-1 0,0 80 15,0-1-31,0 27 15,0 0-15,0 0 16,26-1-16,0-25 16,-26-1-16,0 27 15,0-27-15,0-25 16,-26 25-16</inkml:trace>
  <inkml:trace contextRef="#ctx0" brushRef="#br0" timeOffset="18655.47">16767 12254 0,'-289'-27'0,"0"1"15,53 26-15,53 0 16,78 0-16,78 0 16,80 0-16,183 0 15,158 26-15,183 1 16,131-27-16,80 26 16,51 0-16,-25 0 15,-80-26-15,-51 27 16,-106-27-16,-131 0 15,-105 0-15,-131 0 0,-79 0 16,-105 0-16,-26-27 16,-78 27-1,-53 0-15,-1 0 16</inkml:trace>
  <inkml:trace contextRef="#ctx0" brushRef="#br0" timeOffset="21250.08">9026 708 0,'-79'0'15,"27"0"-15,-1 0 16,27 0-16,26-26 47,26 26-32,27-26-15,-1 26 16,1-26-16,-1 26 0,1 0 16,-27 0-16,0 26 15,0 0-15,-26 27 16,0-1-16,0 0 15,-52 1-15,0-1 16,-27-25-16,0 25 16,27-26-16,-1-26 15,1 27-15,25-27 16,54 0 46,25 0-46,27 0-16,0 0 0,26 0 16,-27-27-16,1 27 15,-27 0-15,1 0 16,-27 0 0,0 0 15,27 0-16,-1-26-15,1 26 16,-1-26-16,-25 26 0</inkml:trace>
  <inkml:trace contextRef="#ctx0" brushRef="#br0" timeOffset="21588.68">9761 656 0,'0'-26'16,"26"26"-16,-78 52 78,25-26-78,1 27 15,0-1-15,0-26 16,26 27-16,0-27 16,0 0-16,0 1 15,0-1-15,52 0 16,27-26-16,26 0 16,0 0-16,0 0 15,0 0-15,-27 0 0,-25 0 16,-1-26-16</inkml:trace>
  <inkml:trace contextRef="#ctx0" brushRef="#br0" timeOffset="21847.31">10207 708 0,'-26'0'16,"-1"27"15,27 25-31,-26 0 16,0 1-16,26-1 15,-26 1-15,26-1 16,0 1-16,0-27 31,-27 27-31,27-27 0,0 0 0,-26-26 16,0 26-16,0 1 15</inkml:trace>
  <inkml:trace contextRef="#ctx0" brushRef="#br0" timeOffset="22224.75">8055 1522 0,'-52'0'15,"25"0"-15,1 0 16,79 0 0,25 0-16,80 0 15,26 0-15,52 0 16,0 0-16,52 0 15,-25 0 1,26 0-16,-53 0 0,-26 0 16,-27 0-16,-78 0 15,0 0-15,-79 0 16,1 0-16,-27-27 47,0 1-32</inkml:trace>
  <inkml:trace contextRef="#ctx0" brushRef="#br0" timeOffset="23554.04">9866 1705 0,'0'-26'15,"-53"26"1,27-26 0,-26 26-1,-1 0-15,-26 0 0,1 26 16,-1 27-16,26-27 0,27 26 15,0 1-15,26-1 16,0 27-16,0-27 16,52 27-16,27-26 15,0-27 1,0 0-16,26-26 0,-27 0 31,1 0-31,0 0 0,-53-52 0,26 25 16,-52-25-1,0 26-15,0-1 0,-52 1 16,-27 0-16,-26 26 31,0 0-31,0 0 0,27 26 16,-1 27-16,26-1 16,27-26-16,0 27 15,26-27-15</inkml:trace>
  <inkml:trace contextRef="#ctx0" brushRef="#br0" timeOffset="27082.1">11834 1548 0,'-27'0'16,"1"0"0,0 0-16,78 0 62,-25 0-62,25 0 16,1 0-1,25 0-15,-25 0 0,-27 0 16,27 0-16,-27 0 16,0 26-16,-26 0 15,0 1-15</inkml:trace>
  <inkml:trace contextRef="#ctx0" brushRef="#br0" timeOffset="27238.83">11912 1705 0,'-26'0'0,"-26"0"16,25 0-16,54 0 47,51 0-32,1 0-15,26 0 16,0 0-1,0-26-15,-26 26 0,-1-26 16</inkml:trace>
  <inkml:trace contextRef="#ctx0" brushRef="#br0" timeOffset="27600.03">12149 1364 0,'-27'-26'15,"1"26"-15,52 0 47,1 26-47,25 0 32,1 27-32,-1-27 0,27 0 0,-27 1 15,-26-1-15,1-26 16,-1 0-16,0 0 15,-26 26-15,-26 0 79,-27 27-79,1-1 0,-1 1 0,-25-1 31,52 1-31,-27-1 0,27 1 0,26-27 15,0 26-15</inkml:trace>
  <inkml:trace contextRef="#ctx0" brushRef="#br0" timeOffset="27993.11">13592 1390 0,'-27'-52'0,"1"52"16,26-26-16,-26 26 0,0 0 47,0 26-47,-27 26 15,-26 27-15,27 0 16,-1-27-16,1 1 16,-1-27-16,27 27 15,26-27 1,0 0-16,79 0 16,0 1-1,26-27-15,26 26 16,-26-26-16,0 0 0,-27 26 15,-25-26-15,-1 0 16,-52-26 0</inkml:trace>
  <inkml:trace contextRef="#ctx0" brushRef="#br0" timeOffset="28244.61">13592 1548 0,'-27'0'15,"27"-26"-15,0 52 32,0 26-17,-26 27-15,26-26 16,0 25-16,0-25 16,-26 26-16,26-27 15,0 0-15,0 1 16,-26-27-16,26 27 15,0-27-15</inkml:trace>
  <inkml:trace contextRef="#ctx0" brushRef="#br0" timeOffset="28983.68">14038 1233 0,'0'-26'0,"0"0"16,0-1 0,-26 54 15,26 25-31,0 27 16,0-1-16,-27 1 0,27 0 15,0 0-15,0-1 16,0 1-16,0-26 15,0-27-15,0 0 16,0 0-16,0-52 47,0-26-31,0 25-16,27-25 15,-1-1-15,0 27 16,27 0-16,-27 0 15,0-1-15,26 27 16,-25 0-16,-1 0 16,26 0-16,-25 27 0,-1 25 15,0-26-15,-26 53 16,26-26-16,-26-27 16,0 26-16,0-25 15,-26-27 32,0-27-47,26-25 16,0 26-16,0-27 15,0 1-15,0 25 0,52-25 16,-25 26 0,25 26-16,-26 0 0,1 0 15,-1 0-15,26 0 16,-25 52-16,-1-26 15,-26 27-15,0-1 16,0-25-16,0-1 16,0 0-16,0-52 47,0 0-32,0-27-15,0 1 0,52-1 16,1 1-16,-1-1 15,1 27-15</inkml:trace>
  <inkml:trace contextRef="#ctx0" brushRef="#br0" timeOffset="30051.96">17003 12883 0,'0'-26'15,"0"0"-15,-53 78 47,1 1-47,-1-1 16,1 27-16,-1-26 16,1-1-16,0 1 0,25-1 15,27-26-15,0 1 16,0-1-16,27-26 15,25 26-15,53-26 16,0 26-16,26-26 16,0 0-16,-26 0 15,0 0-15,-26 0 16,-27 0-16,-25-26 16</inkml:trace>
  <inkml:trace contextRef="#ctx0" brushRef="#br0" timeOffset="30288.92">17134 13093 0,'-26'0'16,"26"27"31,0 51-47,0 1 15,0-26-15,0 25 32,26 1-32,0-27 15,-26 1-15,27-1 0,-1-25 16,0-1-16,0 0 16,1 0-16,-1 1 15</inkml:trace>
  <inkml:trace contextRef="#ctx0" brushRef="#br0" timeOffset="30571.78">17974 13408 0,'-26'0'15,"78"0"16,27 0-15,-1 0-16,27 27 16,0-27-16,-26 0 15,26 0-15,0 0 16,-53 0-16,1 0 16,-27 0-16,-52 0 31,-27-27-31</inkml:trace>
  <inkml:trace contextRef="#ctx0" brushRef="#br0" timeOffset="30839.08">18341 13198 0,'-26'-26'0,"26"52"62,0 27-46,26-1-16,-26 27 16,26 0-16,-26-27 15,27 1-15,-1-1 16,-26 1-16,26-1 16,-26-26-16,0 1 15,0 25-15,0-26 16,0 1-1</inkml:trace>
  <inkml:trace contextRef="#ctx0" brushRef="#br0" timeOffset="31929.16">2125 4356 0,'-79'0'0,"1"26"15,51-26-15,159 26 47,25-26-31,53 0-16,0 0 15,0 0-15,0-26 16,0 0-16,-27-1 16,-52 27-16,-52 0 15,-26 0-15,-80 0 32,-51 0-32,-54 0 0,1 0 15</inkml:trace>
  <inkml:trace contextRef="#ctx0" brushRef="#br0" timeOffset="32226.8">2020 4461 0,'-105'0'15,"53"0"-15,25 0 16,54 0 0,51 0-1,54 0-15,25 26 16,53-26-16,0 0 15,0 0-15,26 0 0,0-26 16,-26-1 0,-26 27-16,-53-26 0,-26 26 15,-79 0-15,0-26 16,0 26 46,27 0-46,52 0-16</inkml:trace>
  <inkml:trace contextRef="#ctx0" brushRef="#br0" timeOffset="32965.93">5589 4277 0,'-79'0'16,"26"-26"-16,27 26 15,105 0 1,52 0 0,79 0-16,52 0 15,1 0-15,-27-27 16,0 1-16,-26 0 16,-53 0-16,-25 26 15,-80-27-15,1 27 0,-158 27 31,-27-1-31</inkml:trace>
  <inkml:trace contextRef="#ctx0" brushRef="#br0" timeOffset="33233.23">5589 4329 0,'-53'0'0,"27"0"16,78 0-1,53 0 1,79 0-16,26 0 0,26 0 16,0 0-16,0 0 15,1-26-15,-54 0 16,-52 26-16,-26-26 16,-52 26-16,-27 0 15,-52 0 32,0 0-47</inkml:trace>
  <inkml:trace contextRef="#ctx0" brushRef="#br0" timeOffset="35185.15">19260 13251 0,'-53'0'0,"27"0"16,26-26 15,0-1-15,0 1 0,52 26-16,-25 0 15,25-26-15,0 26 0,1 0 16,-27 0-16,0 0 15,1 26-15,-27 0 16,0 1-16,0 25 16,0-26-16,-27 27 15,-25-1-15,-1-25 16,1-1-16,0 0 16,25 0-16,1-26 15,79 0 32,-27 26-47,26 1 16,-26-27-16,53 26 15,-53 0-15,27 0 16,-1 1-16,-52-1 16,0 0-16,0 0 15,0 1-15,0-1 16,-26-26 15,-26 26-31,-1-26 0,-26 0 16,27 0-1,0 0-15,25 0 0,1 0 16,26 26 500</inkml:trace>
  <inkml:trace contextRef="#ctx0" brushRef="#br0" timeOffset="35561.76">20283 13592 0,'-26'-26'15,"104"26"32,1 0-31,52 0-16,0 0 15,-26 0-15,27-27 16,-1 27-16,-52-26 0,-1 26 16,-52 0-1,-52 0 17,0 0-17</inkml:trace>
  <inkml:trace contextRef="#ctx0" brushRef="#br0" timeOffset="35815.44">20939 13251 0,'-26'-26'15,"26"-1"-15,-27 27 16,27 53 31,0-1-47,0 53 15,27-26 1,-27 0-16,0-27 0,0 27 16,0-27-16,0 27 15,0-53-15,0 27 16,0-1-16,0-25 16,-27-1-16,1 0 15</inkml:trace>
  <inkml:trace contextRef="#ctx0" brushRef="#br0" timeOffset="37304.11">14143 4382 0,'-105'26'0,"0"-26"15,26 26-15,53-26 16,26 27-1,26-27 1,79 0-16,79 0 0,-1 0 16,27 0-16,-26 0 15,0 0-15,-1 0 16,-25 0-16,-27 0 16,-52-27-16,-53 27 15,-78 0 16,-53 0-31,-27 27 0,1-1 16,0-26-16,-26 26 16,25-26-16,-51 0 15,25 26-15,1-26 16,26 26-16,-1-26 16,80 0-1,-1 27-15,80-27 16,78 0-1,26 0-15,52 0 16,1 0-16,0 0 16,0 0-16,25-27 15,-25 27-15,0 0 16,-27-26-16,-26 26 0,-52-26 16,-26 26-16,-106 0 31,-52-26-16,-52 26-15,-1 0 16,1 0-16,-27 0 31,27 26-31,-1-26 16,1 26-16,-1-26 16,53 26-16,27-26 15,52 0-15,26 27 16,104-27-1,28 26-15,51-26 16,27 0-16,0 0 16,26 0-16,-26-26 15,-52 26-15,-27-27 16,-26 27-16,-53 0 16,-25-26-16,-1 0 15</inkml:trace>
  <inkml:trace contextRef="#ctx0" brushRef="#br0" timeOffset="37807.75">17580 4461 0,'-131'0'0,"52"0"16,27 0-16,104 26 15,106-26 1,25 0-16,27 0 15,26 0-15,1 0 16,-27 0-16,-1-26 16,-25-1-16,-53 27 15,-52-26-15,-26 26 16,-158 0 0,-53 0-1</inkml:trace>
  <inkml:trace contextRef="#ctx0" brushRef="#br0" timeOffset="38058.97">17265 4644 0,'27'26'31,"104"-26"-31,26 0 16,53 0-16,26 0 15,0 0-15,27 0 16,-27-26-16,-26 26 15,-53-26-15,-25 26 16,-28-26-16,-51 26 16,-27 0-16,-52 0 31,-27 0-15,-25 0-16</inkml:trace>
  <inkml:trace contextRef="#ctx0" brushRef="#br0" timeOffset="40303.74">22067 13067 0,'-79'0'0,"1"0"16,51-26 0,1 26-16,26-26 31,26 26-31,1-27 15,25 1-15,-26 0 16,27 26-16,-27 0 16,0 0-16,1 0 15,-1 0 1,0 52 0,0-25-16,-26 25 0,0 1 0,0-1 15,-26 1-15,-26-1 16,-1-26-16,-26 27 15,27-1-15,-1-25 16,1-1-16,26-26 16,0 0-1,26 26-15,26-26 32,52 0-32,27 0 15,27 0-15,-1 0 0,0-26 16,0 26-16,0-26 15,-26 26-15,0 0 32,-52-27-32,-1 27 15,-25 0-15,-106 27 47,0 25-31</inkml:trace>
  <inkml:trace contextRef="#ctx0" brushRef="#br0" timeOffset="40916.82">15140 16400 0,'-53'0'0,"1"0"15,78 0 1,53 0-1,52 0-15,27 0 16,25 0-16,-25-27 0,-53 27 16,-27 0-16,-25 0 15,-27 0-15,-52 0 16</inkml:trace>
  <inkml:trace contextRef="#ctx0" brushRef="#br0" timeOffset="41074.14">15219 16610 0,'-53'0'16,"1"26"-16,130-26 47,54 0-47,-1 0 16,26-26-16,-26-1 0,1 1 15,-27 26-15,-27-26 16,-51 0-16</inkml:trace>
  <inkml:trace contextRef="#ctx0" brushRef="#br0" timeOffset="48681.3">17160 15927 0,'-26'0'16,"79"0"0,25 0-1,1 0-15,0 0 16,-1 0-16,1-26 16,-26 26-16,-1-26 15,-26 26-15,-26-26 16,27-1-1,-27 1 1,0 0 0,0 0-16,0 78 125,0 27-125,0 0 15,-27-1-15,27 1 16,0 0-16,0-27 16,-26 27-16,26-27 15,0-25-15,0-1 0,0 0 16,0 0-16,26-26 1500,-26 27 109,-26-27-1609</inkml:trace>
  <inkml:trace contextRef="#ctx0" brushRef="#br0" timeOffset="50106.99">18289 15901 0,'-27'0'0,"27"-26"16,-26 0 0,26-1-16,0 1 15,0 0-15,0 0 16,0-1-1,26 1-15,27 26 16,-1-26-16,27 26 16,-26 0-16,25 0 15,-25 26-15,-1 0 16,-26 27-16,1-1 16,-27 1-16,0 26 15,-27-27-15,1 27 0,-52-27 16,25 1-16,-26-1 15,1 1-15,25-27 16,1 0-16,25-26 16,1 26-16,0-26 15,0 0-15,78 0 63,27 0-48,0 0-15,52 0 16,0-26-16,0 0 16,-26 26-16,26-26 0,-52-1 15,0 27-15,-27 0 16,-25 0-16,-54 0 62,-25 27-46,-27 25-16,0-26 16</inkml:trace>
  <inkml:trace contextRef="#ctx0" brushRef="#br0" timeOffset="50469.83">16609 17003 0,'-52'0'0,"26"0"16,52 0 0,105 0-16,53 0 15,52 0-15,79-52 16,0 25-16,26 1 15,0-26 1,-26 25-16,-27-25 0,-51 26 16,-54 26-16,-25-27 15,-53 1-15,-53 26 16,-26 0-16,-52 0 62</inkml:trace>
  <inkml:trace contextRef="#ctx0" brushRef="#br0" timeOffset="55485.79">18971 17344 0,'0'-26'31,"0"0"-31,-53-27 16,27 27-16,-26 0 16,-27 0-16,0 26 15,27 0-15,-53 0 16,26 0-16,0 26 16,1 26-16,51 1 15,1-1-15,26 1 0,0-1 16,53-26-16,-1 27 15,27-53-15,26 26 16,-26-26-16,-1 0 16,-25 0-16,-1-26 15,-26-27-15,1 27 16,-1-26-16,-26 25 16,0 1-16,0-26 15,0 25 1,0 80 31,0 26-47,0-1 15,0 27-15,0-26 16,0-26-16,26-1 16,-26 1-16,26-27 15,-26 0-15,0 0 16,0 0-16,27-26 15,-1 0 1,0 0-16,27 0 0</inkml:trace>
  <inkml:trace contextRef="#ctx0" brushRef="#br0" timeOffset="55768.27">20178 16767 0,'-26'0'16,"52"0"-1,26 0-15,53 0 16,0-26-16,-26 26 15,26-27-15,-26 27 16,-1-26-16,-25 26 16,-27 0-16,0 0 15,-26 26 1</inkml:trace>
  <inkml:trace contextRef="#ctx0" brushRef="#br0" timeOffset="55941.48">20283 17108 0,'-26'0'32,"104"0"-17,1 0 1,52 0-16,0-26 16,27 0-16,-27-1 15,-26 1-15</inkml:trace>
  <inkml:trace contextRef="#ctx0" brushRef="#br0" timeOffset="56570.76">22041 16505 0,'26'-53'0,"-26"1"0,0 25 15,0-25-15,0 26 16,-26 26-16,0-27 15,-1 27-15,-25 0 16,-1 0-16,27 0 16,-26 0-16,26 53 15,-1-27-15,27 27 32,0-1-32,53 27 0,25-27 15,1 1-15,0-1 16,0 1-16,-1-1 15,-25 1-15,-1-1 16,-52-26-16,0 1 16,0-1-16,-26-26 15,-53 26-15,1-26 16,-1 0-16,26 0 16,1 0-16,-1-26 15,53-27-15,0 1 16,0-1-16,27 1 15,51-27-15,1 27 16,0-27-16,-27 27 0,1-27 16,-27 26-16,-26 1 15,0 26-15,0-1 16,-52 1-16,-27 26 16,26 0-16,-25 0 15,25 26-15,-26 1 16,53 51-16</inkml:trace>
  <inkml:trace contextRef="#ctx0" brushRef="#br0" timeOffset="57735.63">918 7242 0,'-105'0'0,"53"0"16,52-26-16,52-53 15,79-26-15,53 0 16,26-52-16,52-27 16,27 27-16,-1-1 15,27 1-15,-52 52 16,-53 0-16,-53 26 16,-52 27-16,-26 25 15,-53 1-15,-105 52 31,-52 53-31,-79 52 16,-52 0-16</inkml:trace>
  <inkml:trace contextRef="#ctx0" brushRef="#br0" timeOffset="57940.11">1128 7006 0,'-184'131'16,"79"-52"-16,53-27 0,26 1 15,130-53 1,54-53-16,52-26 15,78-52-15,27-52 16,26-1-16,1 0 16,-28 1-16,-25-1 0,-53 26 15,-26 53-15,-52 1 16,-53 25-16,-53 53 16,-104 26-1</inkml:trace>
</inkml:ink>
</file>

<file path=ppt/ink/ink2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1T09:49:48.078"/>
    </inkml:context>
    <inkml:brush xml:id="br0">
      <inkml:brushProperty name="width" value="0.05292" units="cm"/>
      <inkml:brushProperty name="height" value="0.05292" units="cm"/>
      <inkml:brushProperty name="color" value="#C00000"/>
    </inkml:brush>
  </inkml:definitions>
  <inkml:trace contextRef="#ctx0" brushRef="#br0">8842 5300 0,'-26'-26'0,"0"0"0,26 52 78,26 53-78,0 26 0,-26 0 0,0 0 16,0 0-16,0-1 15,0-25-15,27-26 16,-27 25-16,0-25 16,0-27-16,0 0 15,26 1-15,-26-1 16</inkml:trace>
  <inkml:trace contextRef="#ctx0" brushRef="#br0" timeOffset="282.7">8711 5589 0,'0'-26'0,"0"-1"15,26 1-15,1 0 16,25 0-16,27 26 15,0 0-15,-1 0 0,1 0 16,26 26 0,-53 26-16,27 27 0,-26-26 31,-27 25-31,0 1 0,0 0 0,-26-27 31,0 1-31,-52-1 0,-53-26 0,-26 27 16,0-27-16,-1 27 15,1-27-15,52-26 16,27 26-16,26-26 16</inkml:trace>
  <inkml:trace contextRef="#ctx0" brushRef="#br0" timeOffset="549.54">10548 5930 0,'-26'0'15,"78"0"16,53 0-31,26-26 0,1 26 16,-1-27-16,0 27 16,-26-26-16,0 26 15,-79 0-15,0 0 16</inkml:trace>
  <inkml:trace contextRef="#ctx0" brushRef="#br0" timeOffset="722.65">10705 6166 0,'-78'0'0,"51"26"16,132-26 15,27 0-31,51-26 16,1 0-16,0 0 15,-53-1-15</inkml:trace>
  <inkml:trace contextRef="#ctx0" brushRef="#br0" timeOffset="1147.05">12805 5563 0,'-27'-27'0,"27"1"15,-26 0-15,26 0 16,-26 26-16,0-27 16,-1 27-1,-25 0-15,26 0 16,-27 0-16,27 27 16,0-1-16,26 0 15,0 0-15,0 27 16,26-27-16,53 27 0,-1-27 15,27 26-15,-26-25 16,0 25-16,-27 0 16,1-25-16,-27 25 15,-26-26-15,0 1 16,0-1 0,-53 0-16,-25-26 15,-27 0-15,26 0 16,0 0-16,1 0 15,25-26-15,1 0 16,25-1-16,27 1 16,0 0-16</inkml:trace>
  <inkml:trace contextRef="#ctx0" brushRef="#br0" timeOffset="1382.48">14353 5563 0,'0'-27'16,"0"1"-16,-27 26 15,1 0 1,0 0-16,-27 0 0,1 53 16,0-1-1,-1 1-15,1-1 0,-1 1 16,-26-1-16,27-26 15,-1 27-15,-25-27 16,25 0-16,-26-26 16</inkml:trace>
  <inkml:trace contextRef="#ctx0" brushRef="#br0" timeOffset="1571.01">13461 5641 0,'0'-26'0,"52"26"31,27 26-15,26 27-16,0-1 16,0 1-16,26-27 15,-26 26-15,-27 1 16,1-27-16,-53 0 16</inkml:trace>
  <inkml:trace contextRef="#ctx0" brushRef="#br0" timeOffset="1822.3">15166 5536 0,'0'-26'0,"0"52"47,0 27-47,0-1 16,26 27-16,-26 0 15,27-27-15,-27 1 16,0-1-16,0 1 16,0-27-1,0 0-15,0 0 0,-27-26 16,-25 0-16</inkml:trace>
  <inkml:trace contextRef="#ctx0" brushRef="#br0" timeOffset="1979.19">14773 5615 0,'0'-26'16,"78"0"-1,27-1-15,26 1 16,27 26-16,-1-26 16,27 26-16,-53 0 15,-26-26-15,-79 26 16,1 0-16,-54 0 15</inkml:trace>
  <inkml:trace contextRef="#ctx0" brushRef="#br0" timeOffset="2482.1">11125 8213 0,'26'-26'31,"53"26"-31,26 0 16,26-27-16,1 27 16,-28-26-16,-51 26 15,-1 0-15,-104 0 16</inkml:trace>
  <inkml:trace contextRef="#ctx0" brushRef="#br0" timeOffset="2623.81">11020 8501 0,'-52'0'0,"26"27"16,78-27 15,79 0-31,27-27 16,52-25-16,-27 26 15,1-27 1</inkml:trace>
  <inkml:trace contextRef="#ctx0" brushRef="#br0" timeOffset="3220.21">12883 8003 0,'-52'-26'0,"52"-1"16,0-25-16,0 26 0,79-1 15,25 1-15,1 0 16,0 26-1,-26-26-15,0 26 16,-27 0-16,-25 0 0,-1 0 16,-26 26-16,0 0 15,0 27-15,-53-1 16,1 1-16,-27-27 16,27 26-16,-1-25 15,1-1-15,25 0 16,1 0-1,0-26-15,26 27 0,0-1 16,0 0-16,52-26 16,27 0-16,0 0 15,26 26-15,-26-26 16,-1 0-16,1 27 16,-53-27-1,0 26-15,1 0 0,-27 0 16,-27-26-1,-25 26-15,-27 1 0,1-27 16,-27 26-16,26-26 16,0 0-16,27 26 15,-1-26-15,27 0 16,0 0-16,26-26 16,0 0-1</inkml:trace>
  <inkml:trace contextRef="#ctx0" brushRef="#br0" timeOffset="3676.67">14090 7924 0,'-26'0'0,"0"0"15,26-26-15,0 52 47,0 0-47,0 27 16,-26 26-16,26-27 16,0 1-16,0 25 15,0-25-15,0-1 0,52-26 16,1 1-1,-1-1-15,0-26 0,1 0 16,26 0-16,-27 0 16,1-26-16,-1-1 15,1 1-15,-27-26 16,0 26-16,-26-27 16,0 1-16,0-1 15,-26 1-15,-27-1 16,27 27-16,-53 0 15,27 26-15,-1-27 16,1 27-16,-27 0 16,27 27-16,26-1 0,-27 26 15,27 1-15</inkml:trace>
  <inkml:trace contextRef="#ctx0" brushRef="#br0" timeOffset="3999.73">15271 7950 0,'-26'-26'15,"78"26"32,27 26-47,26 27 16,0-1-16,0 1 15,-26-1-15,-1 1 16,1-1-16,-53-25 16,27-1-16,-27 0 0,-26 0 15,26-26 1,1 0-16,-1 0 15</inkml:trace>
  <inkml:trace contextRef="#ctx0" brushRef="#br0" timeOffset="4243.35">16032 7872 0,'-26'-27'16,"0"27"-16,-1 0 15,1 0 1,-26 53-1,-1 26-15,1-1 16,-1 1-16,1-26 16,-27 25-16,26 1 15,-25-27-15,25 1 16,27-1 0,0-25-16,0-27 0,26 26 15,52-26 16,1 0-31</inkml:trace>
  <inkml:trace contextRef="#ctx0" brushRef="#br0" timeOffset="4542.3">17055 7609 0,'-26'0'16,"26"-26"-1,0 52 1,0 1 0,0 25-16,0 27 15,0-27-15,0 27 16,0-27-1,0 1-15,0-1 0,0-25 16,0-1-16,0 0 16,0 0-1,26-26-15</inkml:trace>
  <inkml:trace contextRef="#ctx0" brushRef="#br0" timeOffset="4966.68">17292 7714 0,'26'-26'0,"0"-26"0,26 25 16,1 1-16,26 0 15,-27 26-15,1 0 16,-27 0 0,26 0-16,-25 52 0,-27 1 15,0-1-15,0 1 16,0 25-16,-27-25 15,-25-1-15,26-25 0,-53-1 16,26 0-16,-25 0 16,25 1-1,1-27-15,26 26 0,-1-26 16,80 0 15,52 26-15,0-26-16,0 0 15,26 0-15,0 0 16,0 0-16,-26-26 16,0 26-16,-26 0 0,-27 0 15,-25-26 1,-80 26 0,-52 26-1</inkml:trace>
  <inkml:trace contextRef="#ctx0" brushRef="#br0" timeOffset="5218.59">16452 8606 0,'-26'0'16,"52"0"-1,105 0-15,26 0 16,53 0-16,53 0 15,-27-26-15,0 26 16,0 0-16,-52-26 16,-27 26-16,-52 0 15,-26 0-15,-53 0 16,1 0 0,-54 0-16,-51 0 15,-54 0-15</inkml:trace>
  <inkml:trace contextRef="#ctx0" brushRef="#br0" timeOffset="5721.86">17344 9131 0,'0'-26'16,"-26"0"-16,0-1 16,-1 27-16,1 0 15,-53 0-15,27 53 16,-1-1-16,1 1 16,26 26-16,-1-1 15,27 1-15,0 0 16,27-27-1,51 1-15,-25-1 0,26-26 16,-1-26-16,1 27 16,-27-27-16,1 0 15,-1 0-15,-25-27 16,-27-25-16,0 26 0,0 0 16,0-1-1,-27 1 1,1 26-16,-26-26 15,-1 26-15,1-26 16,-1 26-16,27 0 16,-26 0-16,25 26 15,27 0-15,-26 27 16,26-27-16,0 0 16,0 0-16,26 0 15,1 1-15,-1-27 0</inkml:trace>
  <inkml:trace contextRef="#ctx0" brushRef="#br0" timeOffset="6162.59">17895 9341 0,'26'-26'0,"-26"0"16,0-1-16,0 80 62,-26-1-46,26 1-16,-26-1 0,26 27 15,0-26-15,0-1 16,0 0-16,0-25 16,52-1-16,-25 0 15,25-26-15,0 0 16,1 0-16,-1 0 15,1-26-15,-1 0 16,1-27-16,-27 27 16,-26-26-16,0-1 15,0 1-15,0-1 0,-26 27 16,-27-27-16,1 27 16,-1 0-16,-25 26 15,25 0-15,1 0 16,-1 0-16,1 0 15,-1 0-15,27 26 16,0 0-16,26 1 16,0-1-1,26-26 1</inkml:trace>
  <inkml:trace contextRef="#ctx0" brushRef="#br0" timeOffset="6540.59">19548 8475 0,'53'0'47,"25"0"-32,1 0-15,26 0 16,-26 0-16,-27 0 16,1-26-16,-1 26 15,-26 0-15,-78 26 63,-27 27-63</inkml:trace>
  <inkml:trace contextRef="#ctx0" brushRef="#br0" timeOffset="6792.44">19391 8738 0,'78'0'31,"-25"0"-31,52 0 16,0 0-16,0 0 15,0-27-15,0 27 0,-53 0 16,27-26 0,-53 26-16,0 0 0</inkml:trace>
  <inkml:trace contextRef="#ctx0" brushRef="#br0" timeOffset="8358.21">12463 8869 0,'0'-26'0,"0"-27"0,27 1 15,78-1-15,0-26 16,52 1-16,27-1 15,-1 0-15,1 27 16,0-27-16,-1 27 0,-25-1 16,-27 1-16,-26-1 15,-26 27-15,-27 0 16,-26 26-16,-26-27 16,27 27-16,-27-26 15,0 0-15,-53 0 16,-26-27-16</inkml:trace>
  <inkml:trace contextRef="#ctx0" brushRef="#br0" timeOffset="8580.79">13697 6770 0,'0'26'46,"26"26"-30,0 27-16,0-26 16,1 25-16,-1 1 15,26 0-15,1 26 16,-1-27-16,-25 1 16,25 26-16</inkml:trace>
  <inkml:trace contextRef="#ctx0" brushRef="#br0" timeOffset="8940.03">18472 8764 0,'0'-26'0,"-26"26"47,-53 52-31,-26 27-16,-52 26 31,26 0-31,-27 0 15,27 0-15,26 0 16,-26 26-16,52-52 16,1-1-16,25-25 15,27-1-15,0 1 16,-1-27-16</inkml:trace>
  <inkml:trace contextRef="#ctx0" brushRef="#br0" timeOffset="9363.46">18866 9604 0,'0'-27'0,"0"1"15,26 0-15,27 26 16,25 0-16,-25 0 16,-1 0-16,1 26 15,-27 27-15,0-1 16,-26 27-16,0-27 16,0 1-16,-52 25 15,-1-51-15,-25 25 16,25-26-16,-26-26 15,27 27-15,-1-27 16,27 0-16,79 0 47,25 0-47,27 0 16,0-27-16,0 27 15,0-26-15,0 0 16,0 26-16,-26-26 15,-27-1-15</inkml:trace>
  <inkml:trace contextRef="#ctx0" brushRef="#br0" timeOffset="9614.73">19863 9367 0,'-26'-26'15,"0"26"1,-27 0-16,-26 53 16,-26 25-16,-52 54 15,0-28-15,-27 28 16,26-1-16,-25-26 16,25 0-16,27-26 15,26-1-15,26-25 16,1-27-16,-1 0 15,26-26-15</inkml:trace>
  <inkml:trace contextRef="#ctx0" brushRef="#br0" timeOffset="9944.69">18892 7557 0,'-52'0'16,"-53"52"-16,-26 1 15,-27 52-15,1 0 16,-27 0-16,0 0 15,-26-27-15,27 27 16,-1-52-16,53-1 16,26 1-16,26-27 15,27 0-15,25 0 16,1-26-16</inkml:trace>
  <inkml:trace contextRef="#ctx0" brushRef="#br0" timeOffset="10401">18708 6140 0,'-26'-53'0,"0"53"16,26-26-16,-26 26 16,0 0-1,-27 53-15,1-1 16,-27 27-16,26 0 16,1-1-16,26 27 15,-1-26-15,27-27 16,0 27-16,27-53 15,51 27-15,-25-27 0,-1 0 16,27-26-16,-26 0 16,-1 0-16,0 0 15,-25-26 1,-1 0-16,-26 0 0,0-1 16,0 1-16,-26 0 15,-27 26-15,-25 0 16,-1 0-16,26 0 15,-25 0-15,51 0 16,1 52-16,26-25 16,0 25-16</inkml:trace>
  <inkml:trace contextRef="#ctx0" brushRef="#br0" timeOffset="10903.78">21227 7504 0,'-26'0'31,"0"0"-31,0 0 0,-27 27 15,1 25-15,-1 1 16,1-1-16,-1 27 16,27-1-16,26 1 15,0 0-15,0-27 16,26 1-16,27-1 16,26-25-16,-1-1 15,1 0-15,0-26 16,-27 0-16,1 0 15,-1-26-15,-26 0 0,-26-27 16,0 27-16,0 0 16,0-1-16,-52 1 15,-1 0 1,-25 26-16,-1 0 0,0 0 16,1 0-16,25 26 15,1 0-15,-1 27 16,53-27-16,-26 0 15,26 1-15,0 25 16,26-52 0,27 26-16,-1-26 15</inkml:trace>
  <inkml:trace contextRef="#ctx0" brushRef="#br0" timeOffset="11188.85">21805 7714 0,'0'-26'16,"-26"26"-1,26 26 17,0 27-32,0 25 15,0-25 1,26-1-16,-26 1 0,0-1 15,0-25-15,26-1 16,-26 0-16,0 0 16,26-26-1</inkml:trace>
  <inkml:trace contextRef="#ctx0" brushRef="#br0" timeOffset="11990.75">22120 7819 0,'0'-52'0,"-27"25"16,1 27-16,0-26 16,-27 26-16,27 0 15,-26 0 1,-1 0-16,27 53 0,0-27 16,0 26-16,26 1 15,0-1-15,0 1 16,52-27-16,0 0 15,27 1-15,-26-1 16,25-26-16,-25 0 16,26 0-16,-1-26 0,-25-27 15,-27 27-15,27-27 16,-27 1-16,0-1 16,-26 1-16,0 26 15,0-1-15,0 1 47,0 52-47,0 1 16,0 25-16,0 1 15,0-1-15,0-26 16,-26 27-16,26-27 0,0-52 62,0-27-62,0 1 16,0-1-16,0 1 16,52 26-16,-26-1 15,27 1-15,-1 26 16,-25 0-16,-1 0 31,26 0-31,-52 53 16,27-27-16,-1 26 15,-26 1-15,0-1 0,0-25 16,0-1-16,0 0 16,0-52 31,0 0-32,0-27-15,0-26 16,52 27-16,-25 26 15,51-27-15,-25 53 16,-1-26-16,1 26 16,-1 0-16,1 0 0,-27 26 15,26 27-15,-52 25 16,27-25-16,-27 26 16,0-27-16,0 1 15,0-27-15,0 26 16,-79-25-16,0-1 15,-26 0-15</inkml:trace>
  <inkml:trace contextRef="#ctx0" brushRef="#br0" timeOffset="14261.87">9341 11545 0,'0'-26'0,"-26"0"15,26 0-15,0-1 16,0 1 0,0 52 30,0 27-30,0-1-16,0 27 0,0 0 16,0-1-16,26-25 15,-26-1-15,26 1 16,0-1-16,-26-25 16,0-1-1,27-26 16</inkml:trace>
  <inkml:trace contextRef="#ctx0" brushRef="#br0" timeOffset="14671.59">9472 11414 0,'-26'0'15,"26"-26"1,79 26 31,-1 0-47,27 26 0,0 27 16,26-27-1,-26 26-15,-26-26 0,-26 27 16,-1-1-16,1-25 15,-27 25 1,-26 1-16,0-27 0,0 26 16,-26-25-16,-27 25 15,-26-26-15,1 1 16,-1-1-16,0 0 16,-26-26-16,27 26 15,-1-26-15,26 27 16,-25-27-16,51 0 15,1 26-15,0-26 0,105 0 47,26 0-47</inkml:trace>
  <inkml:trace contextRef="#ctx0" brushRef="#br0" timeOffset="14995.55">10994 11965 0,'-26'0'0,"78"0"47,1 0-47,52 0 16,0 0-1,0 0-15,0-26 0,0 26 16,-53 0-16,0-26 16,-25 26-1,-54 0 16,-25 26-31</inkml:trace>
  <inkml:trace contextRef="#ctx0" brushRef="#br0" timeOffset="15128.52">11204 12149 0,'-26'0'0,"26"26"16,26-26 15,26 0-31,53 0 0,0 0 15,0 0-15,-26-26 16</inkml:trace>
  <inkml:trace contextRef="#ctx0" brushRef="#br0" timeOffset="20162.75">12936 11414 0,'0'-26'0,"0"0"16,26-1-16,-26 1 16,26 26-16,-26 26 47,0 53-47,0-26 15,-26-1-15,0 27 0,0-27 16,-1 1-16,27-27 15,-26 26-15,0-52 16,26 27-16,0-1 47,52-26-31,27 0-16,26 26 15,26-26-15,0 0 16,-26 0-16,-26 0 0,0 0 15,-53 0 1,0 0-16</inkml:trace>
  <inkml:trace contextRef="#ctx0" brushRef="#br0" timeOffset="20444.68">13356 11624 0,'-27'-26'15,"1"26"-15,0-27 16,26 1 0,-26 26 15,26 53-15,0 25-16,0 1 0,-27-26 15,27 25-15,0-25 16,0 26-16,0-27 15,0 1-15,0-27 16,27 0-16,-27 0 16,0 0-16,26-26 15,-26 27-15,26-27 32,0-27-17</inkml:trace>
  <inkml:trace contextRef="#ctx0" brushRef="#br0" timeOffset="20868.96">14169 11624 0,'-52'0'16,"-1"0"-16,27 0 15,0 0-15,-27 26 16,53 0-16,-26 1 15,26 25-15,-26-26 16,26 1-16,0 25 16,0-26-16,0 1 0,26-1 15,26 0-15,27 0 16,0 1-16,-1-1 16,27-26-16,-52 26 15,-1 0-15,1-26 16,-27 27-16,0-1 15,-26 0-15,0 0 16,-52 0 0,-1 1-16,-25-27 15,-1 26-15,26-26 0,-25 0 16,-1 0-16,27 26 16,-1-26-1,27 0-15,0 0 0,26-26 16,0-27-1</inkml:trace>
  <inkml:trace contextRef="#ctx0" brushRef="#br0" timeOffset="21118.98">14143 11703 0,'-26'-27'16,"52"27"15,52 0-31,1-26 16,26 26-16,0-26 15,-26 26-15,-27 0 16,1 0-16,-27 0 16,0 0-1,-26 26 1</inkml:trace>
  <inkml:trace contextRef="#ctx0" brushRef="#br0" timeOffset="21432.53">15324 11781 0,'-27'0'16,"54"0"15,25 0-15,1 27-16,25 25 16,-25-26-16,25 1 15,1 25-15,-26 1 0,-1-27 16,1 26-16,-1-25 15,1-1-15,-27 0 16,0 0-16,0 0 16,1-26-16,-1 0 15</inkml:trace>
  <inkml:trace contextRef="#ctx0" brushRef="#br0" timeOffset="21809.14">15953 11703 0,'-52'0'0,"26"0"15,-1 0-15,1 0 16,-26 0-16,25 26 16,1 26-16,0 1 15,-27-1-15,27 27 16,-26-26-16,-1 25 15,1 1-15,-1-27 16,1 1-16,26-1 16,-1-25-16,27-1 15,-26-26-15,26 26 0,-26-26 94</inkml:trace>
  <inkml:trace contextRef="#ctx0" brushRef="#br0" timeOffset="23482.85">16872 11886 0,'0'-26'16,"0"0"-16,0 0 15,0-1-15,0 1 16,-27 26-16,1 0 15,0 0 1,-27 0-16,1 0 16,26 0-16,0 0 15,-1 0-15,27 26 16,0 1-16,0 25 16,53-26-16,-1 27 15,1-27-15,25 27 16,-25-27-16,-1 26 0,-25-25 15,25-1 1,-26 0-16,-26 0 0,0 0 16,0 1-1,-52-1-15,-27-26 16,0 26-16,27-26 16,-1 0-16,1 0 15,0 0-15,25 0 16,27-26-16,0 0 15,0-27-15,0 27 16,27-26-16,51-1 16,-25 1-16,25-1 15,-25 1-15,-1 25 0,-25 1 16,-1 0-16,0 0 16,-26-1-16,-26 27 93,0 0-61,-1 0-17,1 0-15,0 0 16,52 0 109,0 27-125</inkml:trace>
  <inkml:trace contextRef="#ctx0" brushRef="#br0" timeOffset="23891.49">18079 11571 0,'0'-26'16,"0"0"-16,26 26 15,-26 26 32,-53 79-47,-25 0 31,-27 0-31,26 26 0,-26-26 0,0 26 16,0-26-16,26-26 16,1 26-16,-1-52 15,27 25-15,25-51 16,27-1-16,-26 0 16,26 0-1,0-52 32</inkml:trace>
  <inkml:trace contextRef="#ctx0" brushRef="#br0" timeOffset="24394.72">17948 12254 0,'-53'-27'0,"27"27"31,0 0-15,-1 0-16,-25 27 16,-1 25-16,1 1 15,-1 25-15,1-25 16,26 26-16,-1-27 15,27 27-15,0-27 16,0 1-16,27-1 16,-1-26-16,53 1 15,-1-27-15,1 0 0,0 0 16,0 0-16,-27 0 16,0 0-16,1-27 15,-27 1-15,-26 0 16,26-26-16,-26 25 15,0 1-15,-26 26 16,0-26-16,0 26 16,-1 0-16,1 0 15,-26 0-15,-1 0 16,-25 26-16,25 0 0,27 1 16,0-1-16,26 0 15,0 0-15,0 0 16,0 1-1,26-1-15,26-26 16,1 0-16,-1 0 16</inkml:trace>
  <inkml:trace contextRef="#ctx0" brushRef="#br0" timeOffset="25133.34">18499 12411 0,'-27'0'16,"27"-26"15,0 78 1,0 1-17,-26-1-15,0 1 16,26-1-16,0-25 15,0-1-15,0 26 16,26-25-16,0-1 0,27 0 16,-1-26-16,1 0 15,-1 26-15,1-26 16,-1 0-16,1-26 16,-27 0-16,0 26 15,0-26-15,1-1 16,-1 1-16,-26 0 15,0 0-15,0-1 16,0-25-16,-26 26 16,-27-1-16,1 1 15,-1 0-15,27 0 0,-27 26 16,1-27 0,26 27-16,0 0 0,-1 0 15,1 0 95,52 0 61,1 27-171</inkml:trace>
  <inkml:trace contextRef="#ctx0" brushRef="#br0" timeOffset="25479.29">20152 12175 0,'-27'0'0,"54"0"62,-1 0-62,53 0 16,26 0-16,0-26 16,-27 26-16,1-26 15,-27 26-15,1 0 16,-27-27 0,0 27-16,-26 27 31,-26-1-31</inkml:trace>
  <inkml:trace contextRef="#ctx0" brushRef="#br0" timeOffset="25667.96">20204 12359 0,'-26'0'0,"26"26"16,79-26 15,-1 0-15,1 0-16,26-26 15,-26 26-15,-1-27 0,1 27 16,-53 0-16,-78 0 31</inkml:trace>
  <inkml:trace contextRef="#ctx0" brushRef="#br0" timeOffset="26437.73">13277 12490 0,'-53'0'0,"27"0"16,79-26 31,78-27-47,26-26 0,27 1 15,26-1-15,0 0 16,0 1-16,-27 25 16,-25 1-16,-53-1 15,-27 53-15,-51-26 16,-27 52 46,-27-26-62</inkml:trace>
  <inkml:trace contextRef="#ctx0" brushRef="#br0" timeOffset="27350.26">13723 10732 0,'-26'0'16,"26"-26"-16,0-1 47,26 1-47,26 0 16,27 26-16,0-26 15,0 26-15,-27 0 16,1 0-16,-27 26 15,-26 0-15,0 27 16,0-1-16,0 1 16,-26-1-16,-27-26 15,-26 27-15,27-27 0,-1 0 16,1 0 0,26 1-16,-1-27 0,1 0 15,26 26-15,26-26 47,27 0-31,-1 0-16,27 0 15,-26 0-15,-1 0 16,1 26-16,-27 0 16,0 1-16,-26-1 15,0 0-15,0 0 16,0 27-16,-26-27 0,-27 0 15,1-26 1,-27 27-16,27-27 0,-27 0 16,0 0-16,27 0 15,-27 0-15,26 0 16,1 0-16,0 0 16,-1-27-16,27 27 15,0-26-15,104 52 125,-25 1-109,52-1-16</inkml:trace>
  <inkml:trace contextRef="#ctx0" brushRef="#br0" timeOffset="28073.72">19076 12123 0,'0'-27'0,"-53"54"47,-52 51-47,-26 1 16,-26 26-16,-1 26 16,-25-26-16,-1 0 15,0 26-15,27-52 16,-1 0-16,53-27 15,27 1-15,-1-1 16,53-26-16,0-26 16,26 27-1,52-27 1</inkml:trace>
  <inkml:trace contextRef="#ctx0" brushRef="#br0" timeOffset="28418.86">19076 13015 0,'-53'26'47,"1"26"-47,-27 27 16,27 0-16,25-53 15,27 27-15,0-1 16,0-26-16,0 1 16,53-1-16,26 0 15,-1-26 1,27 0-16,0 0 0,0 0 15,-26 0-15,-27 0 16,1 0-16,-27 0 16,-26-26-16,0 0 15,0-27-15</inkml:trace>
  <inkml:trace contextRef="#ctx0" brushRef="#br0" timeOffset="28638.76">19312 13120 0,'-26'0'0,"26"52"47,0 1-31,-26 25-16,26 1 0,0 0 16,0-1-16,0 1 15,0-26-15,0-1 16,0 1-16,-27-27 15,27 0-15</inkml:trace>
  <inkml:trace contextRef="#ctx0" brushRef="#br0" timeOffset="28874.32">19548 13067 0,'0'-26'0,"0"52"31,-52 53-31,-27 26 16,0 0-16,-26 26 15,27-26-15,-1 26 16,0-26-16,0-26 16,27 0-16,-1-1 15,1-25 1,-1-27-16,1 0 0,0-26 15,-1 0-15</inkml:trace>
  <inkml:trace contextRef="#ctx0" brushRef="#br0" timeOffset="29220.3">17449 11519 0,'-26'0'0,"-53"52"15,0 27-15,-52 26 16,0 26-16,0 27 15,-1-27-15,28 26 16,-28-52 0,54 0-16,25-26 0,-26-26 15,53-27-15,0 0 16,-27 0-16,27-26 16,0-52-1</inkml:trace>
  <inkml:trace contextRef="#ctx0" brushRef="#br0" timeOffset="29581.63">16740 10942 0,'79'-53'15,"52"27"-15,1-26 16,-1 25-16,0 27 16,-52 0-16,-27 53 0,-52-1 15,0 27-15,-26 0 16,-53-1-16,-26 1 16,0-53-16,27 27 15,-1-27-15,26 0 16,1-26-16,26 0 15,52 27 17,79-27-32,52 0 15,79 0-15,27 0 16,52 0-16,26 0 0,26 0 16</inkml:trace>
  <inkml:trace contextRef="#ctx0" brushRef="#br0" timeOffset="30163.54">22566 11676 0,'-27'0'0,"-25"-26"16,26 26-16,-53 0 15,27 0-15,-27 0 16,0 53-16,0-27 15,1 26-15,25 1 16,1 26-16,25-27 0,1 27 16,26-27-16,0 27 15,0-27-15,26 1 16,27-27-16,-1 0 16,1 1-16,-1-27 15,27 0-15,-26 0 16,-1 0-16,1 0 15,-1-27-15,-26-25 16,-26 26-16,0-1 16,0 1-16,-26 0 15,-26 0 1,-27 26-16,26 0 0,-25 0 16,-1 26-16,26 0 15,27 0-15,0 1 16,26-1-16,0 0 15,0 0-15,26 1 16,0-1 0,53-26-16,-26 0 15</inkml:trace>
  <inkml:trace contextRef="#ctx0" brushRef="#br0" timeOffset="30413.91">22828 11860 0,'0'-26'0,"0"78"47,0 1-31,-26 26-16,26-27 15,0 1-15,0-1 16,0 0-16,0-25 15,26-1-15,-26 0 16,0 0-16,26-26 16,1 0-16,25-26 15</inkml:trace>
  <inkml:trace contextRef="#ctx0" brushRef="#br0" timeOffset="31264.03">23169 11991 0,'0'-52'0,"0"26"16,0-1-16,-26 1 15,0 26 1,-27 0-16,1 0 16,-27 0-16,0 0 15,27 53-15,-27-27 16,27 26-16,25 1 0,1-1 16,26 1-16,0-1 15,0-26-15,53 27 16,25-53-16,-25 26 15,26-26-15,26 0 16,-27 0-16,1-26 16,-27 0-16,27-27 15,-26 1-15,-27-1 16,0 1-16,-26 26 16,0-1-16,0 1 15,0 0-15,0 52 47,0 27-47,0-1 16,0 1-16,0-27 15,0 0-15,0 0 16,0 0-16,-26-26 16,26 27-16,-26-54 46,26-25-46,0 0 0,0-1 16,0 27-16,0-27 16,0 27-16,26 0 15,0 26-15,0 0 16,1 0-16,-1 0 16,0 0-16,0 26 15,1 27-15,25-27 16,-26 26-16,1 1 15,-27-27-15,26 0 16,-26 0 0,0-52 31,-26-26-47,26-1 15,0 1-15,0-1 16,0 1-16,0-1 15,52 1-15,0 52 16,-25-26-16,-1 26 16,26 0-16,-25 26 15,-1 26-15,0 1 16,0-1-16,1 1 16,-27-1-16,0 1 0,0-1 31,0-26-31,-53 27 0,-52-27 15,26 27 1</inkml:trace>
  <inkml:trace contextRef="#ctx0" brushRef="#br0" timeOffset="37013.25">10286 4093 0,'-210'0'15,"-27"0"-15,1 0 16,26 0-16,79 0 16,26 0-16,53 0 15,130 26 1,132-26-1,53 0-15,104 27 16,27-27-16,52 0 16,0 0-16,0 0 15,0 0-15,-26 0 0,-27 0 16,-25 0-16,-80 0 16,-78-27-1,-52 27-15,-79 0 0,-53 0 16,-105 0-1,-78 0-15,-80 0 16</inkml:trace>
  <inkml:trace contextRef="#ctx0" brushRef="#br0" timeOffset="37346.04">9026 4224 0,'-131'27'0,"78"-27"15,185 0 1,77 26-16,106-26 16,79 0-1,78 0-15,27-26 0,-27-1 16,27 1-16,-27 0 16,-52 0-16,-53-1 15,-104 1-15,-27 0 16,-105 26-16,-52-26 15,-53 26-15,-26 26 94</inkml:trace>
  <inkml:trace contextRef="#ctx0" brushRef="#br0" timeOffset="38397.03">9761 15140 0,'0'-52'0,"0"25"0,0 1 16,0 79 31,0-1-47,-53 53 15,27-26-15,-26-27 16,25 27-16,-25-27 15,26 27-15,-1-26 0,27-27 16,0 0-16,0 0 16,27-26-16</inkml:trace>
  <inkml:trace contextRef="#ctx0" brushRef="#br0" timeOffset="38649.31">9735 15219 0,'0'-53'15,"0"27"1,26 79 15,52-1-31,-25 1 16,26 25 0,-1 1-16,-25-27 0,-1 1 15,-25-1-15,25 1 16,-26-27-16,-26 0 15,0 1-15,0-1 16,0 0-16</inkml:trace>
  <inkml:trace contextRef="#ctx0" brushRef="#br0" timeOffset="39168.17">9210 15639 0,'78'0'31,"54"0"-31,-1-27 16,26 27-16,1-26 15,-1 0-15,-26 26 16,-26-26-16,-26-1 16,-27 1-16,-25 26 15,-1-26-15,-26 0 16,0-1 15,0 54 32,26-1-63,0 26 15,27 1-15,-1-1 16,1-25-16,-1-1 15,1 0-15,-27 0 16,0-26-16,1 0 16,-1 0-1,26-52-15,1-1 16,-1-25 0,-26 25-16,1-26 0,-1 27 15,0 0-15,-26 25 16,26 1-16,-26 0 15,27 26 17,-1 26-32,0 0 15,53 53-15</inkml:trace>
  <inkml:trace contextRef="#ctx0" brushRef="#br0" timeOffset="39686.19">11886 15455 0,'-26'-26'16,"-27"-1"-16,27 1 16,-26 0-16,25 0 15,1 26-15,0 0 16,-26 0-16,-1 0 16,1 26-16,25 0 15,1 0-15,26 1 16,0-1-16,0 0 15,53-26-15,-27 0 16,26 0-16,1 0 16,-27 0-16,0 0 15,0-26-15,-26 0 16,0-1 0,27 80 30,-27 26-30,26-1-16,-26 27 16,26 0-16,-26 27 0,0-28 15,0 1-15,0-26 32,-26-26-32,-27 25 0,1-51 0,26-1 15,0 0-15,-27-26 16,27 0-16,0-26 15,-53 0-15,53-53 16,-1 0-16,27-26 16,0 26-16,27-25 15,78 25-15,-27 0 16,53 27-16,-26 25 0</inkml:trace>
  <inkml:trace contextRef="#ctx0" brushRef="#br0" timeOffset="40504.39">12726 15350 0,'0'-26'0,"-26"0"16,-1-1-16,-25 1 16,26 26-16,-1 0 15,1 0-15,0 0 16,0 0-1,-1 26-15,27 27 0,0-27 0,27 26 16,51-25-16,1-1 16,0 26-16,26-25 15,-53-1-15,1 0 16,-27 0-16,0 1 16,-26-1-16,0 0 15,-52-26-15,-1 26 16,-25-26-16,-1 0 15,26 0-15,1 0 16,26-26-16,-1 0 0,27-27 16,0 27-16,53-26 15,26 25-15,-1 1 32,1 0-32,0-27 0,-27 27 0,1 0 15,-1 0-15,-26-27 16,-26 27-16,27 0 15,-27 0 1,0 52 31,0 53-47,26-1 16,0 27-16,0 0 15,1 0-15,-27 0 16,26 0-16,0-26 15,-26-1-15,0 1 32,0-53-32,0 1 15,0-1-15,0-52 32,-26-27-17,0-26-15,-1 1 16,1-53-16,0 26 0,26-27 15,0 54-15,26-1 16,0 26-16,27 27 16,-1 0-16,1 26 15,-1 0-15,1 0 16,-1 0-16,-26 26 16,1 0-16,-1 1 15,-26-1-15,0 0 16,-26 27-16,-53-1 15,0-26-15,1 27 0,-1-1 16</inkml:trace>
  <inkml:trace contextRef="#ctx0" brushRef="#br0" timeOffset="41591.47">13907 15586 0,'26'0'31,"26"-26"-31,27 0 16,-26-1-16,-1 1 15,0 0-15,-52 0 16,27-1-16,-27 1 16,-27 26-1,1 0-15,-26 0 0,-1 0 16,1 0 0,-1 0-16,27 26 0,26 27 15,0-1-15,0-25 16,0-1-16,79 0 15,-27 0-15,27 1 16,0-27-16,-1 0 16,27 0-16,-52 0 15,-1 0-15,1-27 16,-27 27-16,0-26 16,1 26-16,-27-26 0,26 0 15,0-1-15,0 1 16,-26 0-16,0 0 15,0-1 1,-52 27 15,26 0-31,-27 0 16,27 27-16,0-1 16,26 0-16,0 0 15,0 1-15,26-1 16,53 0-16,-27 0 0,27-26 15,26 0-15,-27 0 16,27 0-16,0 0 16,-26-26-16,-26 0 15,-1 0-15,-26-1 16,-26 1 0,0 0-16,-52 0 15,-1 26 1,-25 0-16,25 0 15,1 26-15,25 0 16,1 0 0,26 1-16,0-1 0,0 0 0,26 0 15,27-26-15,-1 0 16,1 0-16,-1 0 16,1-52-16,26-1 15,-27 1-15,-26-1 16,0-25-16,1-1 15,-27 0-15,0 1 16,0-1-16,-27 0 16,-25 27-16,26-1 15,0 27-15,-1 0 0,1 26 16,26 26 15,0 26-15,0 53-16,0 0 0,0-26 15,0 26-15,0-26 16,0-1-16,0 1 16,0-26-16,0-1 15,0 1-15,26-27 16,-26 0-16,27 0 16,-27 1-16,0-1 0,0 0 15</inkml:trace>
  <inkml:trace contextRef="#ctx0" brushRef="#br0" timeOffset="41920.6">16872 15744 0,'52'0'31,"1"0"-31,25 0 16,-25 0-16,26 0 15,-1 0-15,1 0 16,0 0-16,-53 0 15,0 0-15,0 0 16</inkml:trace>
  <inkml:trace contextRef="#ctx0" brushRef="#br0" timeOffset="43079.55">17055 15927 0,'0'27'0,"53"-27"31,-1 0-15,1 0-16,26 0 15,-1 0-15,-25 0 16,-1 0 0,1 0-16,-27 0 0,-52 0 984</inkml:trace>
  <inkml:trace contextRef="#ctx0" brushRef="#br0" timeOffset="44258.1">20965 8764 0,'-105'0'0,"0"0"0,53 0 15,25 0-15,80 0 31,78 0-31,105 0 16,79-26-16,26-1 16,0-25-16,-26 26 15,-26-1-15,-27 27 16,-52-26-16,-26 0 16,-27 26-16,-52 0 15,-52-26-15,-27 26 16,0 0-16,-78 0 31</inkml:trace>
  <inkml:trace contextRef="#ctx0" brushRef="#br0" timeOffset="44961.12">21779 13356 0,'-79'-26'0,"0"26"16,53 0-1,0-27-15,131 27 16,26 27 0,79-27-16,0 0 15,52 0-15,-26 0 16,0 0-16,0-27 15,-52 27-15,0-26 16,-53 0-16,-52 26 16,-1-26-16,-51 26 0,-54 0 31,-78 52-15,-26 1-16,-52 25 15</inkml:trace>
  <inkml:trace contextRef="#ctx0" brushRef="#br0" timeOffset="45714.59">19076 15324 0,'0'-26'0,"0"-1"16,0 54 31,0 25-32,0 27-15,0-27 16,0 1-16,0-27 0,0 0 16,0 0-1,0 1-15,0-80 63,0 1-63,0-27 0,0 0 15,0 27-15,0-1 16,0 27-16,0 0 16,0 52 15,0 27-15,0-1-16,0 27 15,0-1-15,0-25 16,0 26-16,26-1 15,-26-25-15,0-1 16,0-25-16,0 25 16,0-26-1,26-26 17,1-26-32,25-53 15</inkml:trace>
  <inkml:trace contextRef="#ctx0" brushRef="#br0" timeOffset="46233.93">19679 15455 0,'-26'-26'0,"0"26"16,0 0-16,26-27 15,0 1 1,0 0-16,0 0 15,0 0-15,0-1 16,26 1-16,26 0 0,1 0 16,-1 26-1,1 0-15,-27 0 0,27 0 16,-27 26-16,0 0 16,0 27-16,0-1 15,-26 27 1,0-27-16,-26 27 0,-26-27 15,-27 27-15,-26-26 16,26-1-16,1-26 16,25 1-16,27-1 15,0-26-15,78 0 63,27 0-63,52 0 15,-26 0-15,26 0 16,0 0-16,1-26 16,-27 26-16,0 0 15,-27-27 1,-25 27-16,-27 0 16,-79 0-1</inkml:trace>
  <inkml:trace contextRef="#ctx0" brushRef="#br0" timeOffset="46595.3">18289 16295 0,'-105'0'16,"52"0"-16,27 26 31,52-26-15,53 0-16,52 0 0,79 0 15,0 0-15,26 0 16,27 0-16,-1 0 16,27-26-16,-53 26 15,0-27 1,-26 27-16,-53-26 0,-26 26 15,-52-26-15,0 26 16,-53 0-16,0 0 16,-78 0 46</inkml:trace>
  <inkml:trace contextRef="#ctx0" brushRef="#br0" timeOffset="47901.37">16924 1810 0,'0'-52'16,"0"26"-16,-26-1 0,0 1 16,-27 26-1,-26-26-15,-25 26 0,-28 0 16,1 0-16,-26 26 15,-1 0-15,-25 53 16,25-26-16,-26 25 16,53 1-16,0 26 15,52 0 1,27 0-16,-1 0 0,53 0 16,0 0-16,53-27 15,52 1-15,52 0 16,27-27-16,52 1 15,0-27-15,0-26 16,27 0-16,-27 0 16,0-26-16,-52-27 0,-1-25 15,-51-1-15,-27-26 16,-53-26-16,-26 0 16,-26-1-16,-52-25 15,-27 26-15,-26 26 16,-26 0-16,-26 26 15,-1 27-15,-26 25 16,-25 27-16,25 0 16</inkml:trace>
  <inkml:trace contextRef="#ctx0" brushRef="#br0" timeOffset="48954.44">21280 1758 0,'-26'-26'16,"-27"26"0,-25-27-16,-1 27 15,-26 0 1,-26 0-16,-1 53 0,-25-1 16,0 1-16,25 26 15,1-27-15,26 53 16,27-26-16,25 26 0,27-27 15,26 27-15,0 0 16,26 0-16,79-26 31,0 0-31,26-27 0,27 27 0,25-53 16,1 0-16,26 1 16,-26-27-16,25-27 15,1 1-15,-52-53 16,-1 1-16,-52-1 15,-26-52 1,-53 0-16,-26-27 0,0 27 0,-79 0 16,-26 0-16,-26 26 15,-26 26-15,-53 26 16,-52 27-16,25 0 16</inkml:trace>
  <inkml:trace contextRef="#ctx0" brushRef="#br0" timeOffset="51293.61">18813 16977 0,'-52'-53'0,"26"27"0,-1 0 16,27 0-16,0-1 16,0 1-16,27 0 15,25 26-15,1-26 16,-1 26-1,27 0-15,-27 0 0,1 0 16,-27 26-16,27 0 16,-27 27-16,-26-27 15,0 26-15,0 1 16,-53-1-16,1-25 16,-27 25-16,0-26 0,1 1 15,25-1 1,1-26-16,25 0 0,54 0 78,-1 0-62,53 0-16,-1 0 0,1 0 15,0 0-15,0-26 16,-27 26-16,1 0 15,-1 0-15,-26 0 16,0 0-16,1-27 31</inkml:trace>
  <inkml:trace contextRef="#ctx0" brushRef="#br0" timeOffset="51654.69">19679 16793 0,'-52'-26'16,"26"26"-16,26-26 16,-27 26-16,1 26 31,0 26-15,26 1-16,-26-1 15,26-25-15,0 25 16,0-26-1,52 1-15,-26-1 0,53 0 16,-26-26-16,25 0 16,-25 0-16,-1 0 15,1 0-15,-1-26 16,-26 0-16,-26-27 16,27 27-16,-27-27 15,0 1-15,-53-1 0,1 27 16,-1 0-16,1 0 15,-27 26-15,27 0 16,25 0-16,-25 0 16,-1 0-16</inkml:trace>
  <inkml:trace contextRef="#ctx0" brushRef="#br0" timeOffset="52315.58">20335 16767 0,'27'26'47,"-27"27"-32,26-27-15,-26 26 16,0-25-16,0-1 15,0 0-15,0-52 47,-26-27-31,26 27-16,0-26 16,0 25-16,0-25 15,0 26-15,26-1 16,0 27-1,27-26-15,-27 26 16,26 0-16,1 0 0,-1 26 16,1 27-16,-27-27 15,0 27-15,-26-1 16,0-26-16,0 1 16,0-1-1,-26-79 32,26 1-47,0-1 16,0 1-16,0 26 15,26-1-15,0 1 16,1 26 0,-1 0-16,0 0 0,0 0 15,1 0 1,-1 53-1,26-27-15,-25 0 0,-1 27 16,0-27-16,0 0 16,-26 0-16,0 1 15,0-1-15,0 0 16,0 0-16</inkml:trace>
  <inkml:trace contextRef="#ctx0" brushRef="#br0" timeOffset="52535.8">21437 16662 0,'-26'-26'0,"26"78"47,0 1-31,0-1-16,0-26 15,0 27-15,0-27 16,0 0-16,0 1 16</inkml:trace>
  <inkml:trace contextRef="#ctx0" brushRef="#br0" timeOffset="52739.77">21280 16426 0,'-26'-26'0,"52"26"63,0-27-63,0 27 16,-26-26-16,0 0 15,0 52 16,0 27-31</inkml:trace>
  <inkml:trace contextRef="#ctx0" brushRef="#br0" timeOffset="53100.91">21621 16662 0,'0'26'31,"26"0"-31,1 1 16,-27-1-16,26 0 16,-26 0-16,0-78 47,0-1-32,0-25-15,52 25 16,-25 1-16,25 26 15,0 26-15,-25-27 16,25 27-16,-26 0 16,27 27-16,-1 25 15,-25 1-15,25-1 16,-26-26-16,-26 27 0,0-27 16,0 0-1,-52 27-15,-27-27 0,0-26 16</inkml:trace>
  <inkml:trace contextRef="#ctx0" brushRef="#br0" timeOffset="53511.03">20808 15324 0,'0'-26'0,"0"52"47,0 26-47,0 27 16,0-27-16,0 27 15,0-26-15,0-1 16,0 1-16,0-1 15,0-26-15,0 1 0,0-1 16</inkml:trace>
  <inkml:trace contextRef="#ctx0" brushRef="#br0" timeOffset="53763.22">21044 15429 0,'-26'0'15,"-1"0"-15,1 0 16,0 0-16,0 0 16,-27 26-16,1 26 15,-1-25-15,1 25 16,-1-26-16,27 1 16,0-1-16,26 0 0,0 0 15,78-26 1,1 0-16,0 0 15,26 0-15,0 0 16,26 0-16,-26 0 16</inkml:trace>
  <inkml:trace contextRef="#ctx0" brushRef="#br0" timeOffset="54517.68">21490 15481 0,'-26'0'15,"26"26"32,0 1-31,0 25-16,0-26 16,0 27-16,0-27 15,0 0-15,0 1 16,0-54 31,0 1-47,0-26 15,0-1-15,0 1 16,26 25-16,0 1 16,0 26-16,1-26 15,-1 26-15,26 0 16,1 0-16,-27 0 15,53 52-15,-27-25 16,-26 25-16,27-26 16,-27 27-16,-26-27 15,0 0-15,0 1 16,0-54 46,0 1-62,0-53 16,0 27-16,0-1 16,26 27-16,1 0 15,-1 26-15,26-26 16,-25 26-16,25 0 16,1 0-16,25 26 15,-25 0-15,-1 0 0,-25 1 16,-1-1-16,0 26 15,-26-25 1,0-1 0,0 0-16,0 0 15,0 1-15,0-1 0,-26-26 94,0 0-94</inkml:trace>
  <inkml:trace contextRef="#ctx0" brushRef="#br0" timeOffset="59596.22">22749 15560 0,'0'-26'0,"-26"26"15,26-27-15,0 54 63,53 25-32,-27 1-31,26-1 16,1-26-16,-1 27 15,1-1-15,-1-25 16,1-1-16,-27 0 16,0 27-16,0-27 0,1-26 15,-1 0 1</inkml:trace>
  <inkml:trace contextRef="#ctx0" brushRef="#br0" timeOffset="59863.31">23327 15560 0,'0'-53'15,"0"1"-15,0 26 16,-27-1-16,1 27 47,-26 53-32,25-1-15,-51 27 16,25 0-16,1-27 16,-1 27-16,-25-26 15,25-1-15,27 1 16,-27-27-16,27 0 16,0 26-16,26-25 15,0-1 1,0 0-16,26-26 15</inkml:trace>
  <inkml:trace contextRef="#ctx0" brushRef="#br0" timeOffset="60320.28">23825 15402 0,'0'-26'0,"-26"0"15,0 26 17,-1 0-17,1 26-15,0 27 0,-26-1 16,-1 1-16,27 25 16,0 1-16,26-26 15,0 25-15,0-25 16,0-27-16,0 27 15,26-27-15,0-26 16,27 0-16,-1 0 16,0 0-16,1 0 15,-1-26-15,-25-1 16,-1-25-16,-26 26 16,0-1-16,0 1 15,0 0-15,-26 26 0,-1-26 16,1 26-16,-26 0 15,25 0-15,1 0 16,0 0-16,0 26 16,0 0-16,26 0 15,0 27-15,0-27 16,0 0-16,0 1 16,0-1-16</inkml:trace>
  <inkml:trace contextRef="#ctx0" brushRef="#br0" timeOffset="60729">24455 15429 0,'0'-27'0,"-26"1"16,-1 0-16,1 26 16,0 0 15,0 26-16,0 27-15,-1 25 16,1-25-16,26-1 16,0 1-16,0-1 0,0 1 15,53-1-15,-1 1 16,27-27-16,-1-26 16,-25 26-16,26-26 15,-27 0-15,27-26 16,-27 0-16,-25-27 15,-1 1-15,-26-1 16,0 1-16,0-27 16,-53 27-16,1-1 15,-1 27-15,-25-27 0,-1 27 16,26 26 0,-52 0-16,1 0 15,-28 0-15,1 26 0</inkml:trace>
  <inkml:trace contextRef="#ctx0" brushRef="#br0" timeOffset="61325.88">20073 16583 0,'0'-52'0,"-26"26"16,-1-1-16,1 1 16,26 79 15,0 52-31,0 26 15,0 0-15,0-26 16,0 26-16,0-26 16,0 0-16,0 0 15,0-26-15,0-1 16,0-25-16,0-27 16,53 0-16</inkml:trace>
  <inkml:trace contextRef="#ctx0" brushRef="#br0" timeOffset="61844.58">24402 15061 0,'27'-26'0,"-27"0"16,0 0-1,26-1-15,-26 106 47,0 26-47,0 0 16,0 52-16,0-25 15,0-1-15,26 26 16,-26-25-16,0-1 16,-26-26-16,-79 0 15</inkml:trace>
  <inkml:trace contextRef="#ctx0" brushRef="#br0" timeOffset="62346.53">19338 16636 0,'-26'78'32,"-26"27"-32,-27 0 15,0 27-15,-26-1 16,-52 26-16,25-26 16,-25 1-16,0-1 15,25-26-15,27 0 16</inkml:trace>
  <inkml:trace contextRef="#ctx0" brushRef="#br0" timeOffset="62849.47">24402 14956 0,'-52'0'16,"0"27"-16,-53 25 15,-27 27-15,1 26 16,0 26-16,-26-26 16,25 26-16,1-26 15,26 0-15,26-26 16,-26 0-16,27-1 16,25-25-16,27-27 15,-26 0-15,25 0 0,1-26 16</inkml:trace>
  <inkml:trace contextRef="#ctx0" brushRef="#br0" timeOffset="63602.65">23537 14353 0,'-27'0'0,"27"26"15,27-26 48,-1-26-47,0 26-16,27-26 0,-1 26 15,-26 0-15,27 0 16,-27 0-16,0 26 15,0 0-15,-26 27 16,0-27-16,0 26 16,-26-25-16,0-1 15,-27 0-15,1-26 16,0 26 0,-1-26-16,27 0 15,78 0 48,1 0-48,-1 0-15,27 0 16,0 0-16,-27 0 16,27 0-16,-27 0 15,-25 27-15,-27-1 16,0 0-16,0 0 15,-27 0 1,-25-26-16,-1 27 16,-25-1-16,-1-26 0,0 0 15,1 0-15,25 0 16,-26 0-16,1 0 16,25 0-16,-26-26 15,-26-1-15</inkml:trace>
  <inkml:trace contextRef="#ctx0" brushRef="#br0" timeOffset="64152.47">20598 14956 0,'-27'0'0,"1"0"16,52-26 31,27-53-47,-1 1 15,53-27-15,27 0 16,25 0-16,0-26 15,80-1-15,-1 27 16,0 1-16,53 25 16,-27 26-16,0 1 0,-52 26 15,0 26 1,-52 0-16,-53 26 0,0 26 16,-27 1-16,-25 26 15,-27-1-15,26 1 16,-25-27-16,-1 27 15,0-53-15,-26 27 16,0-1-16,0 1 16,0-27-16</inkml:trace>
  <inkml:trace contextRef="#ctx0" brushRef="#br0" timeOffset="65211.1">1784 8187 0,'-105'52'0,"0"1"15,0-1-15,0 0 16,26-25-16,1-1 16,25 0-16,1-26 15,130 0 17,80-79-17,52 1-15,78-27 0,27-26 16,26-1-16,-52 1 15,26 0-15,-53 0 16,-52 26-16,-79 52 16,-26 1-16,-52 26 15,-53-1-15,-26 27 16,-79 27 0,-53 51-16,-52 27 15</inkml:trace>
  <inkml:trace contextRef="#ctx0" brushRef="#br0" timeOffset="65493.03">1154 8606 0,'-26'27'16,"0"-27"-16,26-27 16,105-25-1,26-27-15,52-26 16,80 0-16,52-26 15,26-26-15,26 25 16,-52-25-16,0 26 0,-53 26 16,-52 0-1,-79 26-15,-26 27 0,-78 25 16,-27 1 0,-53 26-16,-78 26 15,-26 27-15,-53-1 16,0 27-16</inkml:trace>
  <inkml:trace contextRef="#ctx0" brushRef="#br0" timeOffset="77748.75">1889 12254 0,'-26'0'0,"-1"0"16,27-27-16,0-25 15,53 26-15,26 0 16,-27 26-16,1 0 15,-1 0-15,0 0 16,1 26-16,-1 26 16,-25 1-16,-27-1 15,0 1-15,0-1 16,-27 1-16,-51-27 16,-1 26-16,27-25 15,-27-1-15,26 0 16,27-26-16,0 0 15,26 26-15,26-26 47,0-26-31,53 26-16,26-26 16,-26 0-16,26-1 15,0 1-15,0 26 16,-27-26-16,1 0 15,-26-1-15</inkml:trace>
  <inkml:trace contextRef="#ctx0" brushRef="#br0" timeOffset="79051.23">2702 12201 0,'-26'-52'0,"26"26"0,0-1 16,0 1-16,79-26 16,-27 25-16,27 27 0,-27 0 15,1 0-15,-27 0 16,0 53-16,-26 26 16,0-1-1,0-25-15,0 25 0,-26-25 16,-26-27-16,25 0 15,27 1-15,-26-27 16,52-27 15,1-25-31,-1-27 16,26 0-16,-52 1 16,27-1-16,-27 27 15,26-27-15,-26 26 16,0 27-16,-26 52 47,26 27-32,0 26-15,0-27 0,0 27 16,0-27-16,0 1 16,0-1-16,52-26 15,1 1-15,-1-1 16,27-26-16,-27 0 15,27 0-15,-27 0 16,1 0-16,-27-53 0,0 27 16,-26-26-16,0-27 15,0 27-15,0-1 16,0 1-16,-26 25 16,0 1-16,26 0 15,-26 26-15,26 26 47,0 0-31,0 27-16,26-1 15,0-25-15,27-1 16,-27 0-16,0 0 16,27-26-16,-27 0 15,26 0-15,-25 0 16,-1 0-1,26-52-15,-25 26 0,-27-27 0,0 1 16,0-1-16,0 1 16,0 25-16,0 1 15,0 0 1,0 0 0,-27 26-16,1 0 31,26 26 219,26 26-235,1-25-15,-1 25 16,0 1-16,26-27 16,-52 26-16,53-25 15,-27 25-15,0-26 16,1 27-16,-27-27 0,26 0 16,-26 0-1,0 1-15,0-1 0,0 26 16,-79 1-16,-26-27 15,0 27-15,-26-1 16,26-26-16,0-26 16,26 27-16,27-27 15,-27 0-15,27 0 16</inkml:trace>
  <inkml:trace contextRef="#ctx0" brushRef="#br0" timeOffset="79491.07">2125 13303 0,'-157'27'0,"52"25"16,0-26-16,52-26 16,1 27-16,130-27 31,54-27-16,78-25-15,26-1 16,52 1-16,27-27 16,0 27-16,26-27 15,-26 0-15,0 27 16,-53-27-16,-52 27 16,-52 25-16,-80 27 0,-51-26 15,-106 79 1,-26-1-1,-52 0-15</inkml:trace>
  <inkml:trace contextRef="#ctx0" brushRef="#br0" timeOffset="80104.03">2781 13566 0,'-79'0'15,"53"0"-15,26-27 32,53-25-32,-1 0 15,0-1-15,27 27 16,0 0-16,0 26 15,-27 0-15,1 26 16,-27 0-16,0 27 16,-26 25-16,0-25 0,0 25 15,-52-25-15,-1-27 16,27 0-16,0 1 16,26-54 15,26-51-16,0-1-15,0 0 16,1-26-16,-27 27 16,0 25-16,0 27 15,0 0-15,0 52 47,-27 26-47,27 1 16,0 26-16,0-27 15,0 0-15,27 1 16,25-1-16,1 1 16,25-27-16,-25-26 15,-1 26-15,1-26 16,-1 0 0,1 0-16,-1 0 0,1 0 15,-27 0-15,0-26 16</inkml:trace>
  <inkml:trace contextRef="#ctx0" brushRef="#br0" timeOffset="80324.16">3752 13539 0,'52'0'16,"53"-52"-1,26 0-15,53-1 0,0 1 16,0-1-16,-53 27 16,-26 0-16,-79 26 15,0 0-15,-52 0 16</inkml:trace>
  <inkml:trace contextRef="#ctx0" brushRef="#br0" timeOffset="80551.16">4172 13172 0,'-27'-26'15,"1"26"-15,0 0 16,26 26 15,52 27-31,-25-1 16,25 1-16,-26 25 15,1-25-15,-1 25 16,0-25-16,0 26 16,1-27-16,-27 1 15,0-27-15,26 0 16</inkml:trace>
  <inkml:trace contextRef="#ctx0" brushRef="#br0" timeOffset="81187.45">4801 13277 0,'-52'-26'0,"52"0"16,-26-1-16,26 1 16,0 0-1,0 52 48,0 27-48,52-1-15,-26-26 16,1 1-16,25-27 16,-26 26-16,27-26 15,-27 0-15,27 0 16,-27 0-1,0-26-15,0-1 0,1-25 16,-27-1-16,0 1 16,0-1-16,0 27 15,0 0-15,0 0 16,-27-1-16,54 54 62,-1 25-62,53 1 16,-27 25-16,27 1 16,-27 26-16,1 26 15,-1-26-15,-26 0 16,-26 0 0,0-26-16,-26-27 0,-26 1 15,-27-1-15,0-26 16,-26 1-16,0-27 15,0 0-15,-26 0 0,26-27 16,0 1-16,27-26 16,-27-27-1,52 0-15,1-26 0,-1 0 16</inkml:trace>
  <inkml:trace contextRef="#ctx0" brushRef="#br0" timeOffset="81690.34">4618 11204 0,'-105'-105'0,"-26"26"16,-79 27-16,-26-1 16,-27 27-1,-52 26-15,-26 53 0,-52 78 0,-54 53 16,28 78-16,-27 79 16,78 53-16,106 26 31,104 52-31,158-26 15,79 0-15,183-52 16,106-53-16,104-53 16,53-78-16,78-26 15,1-79-15,-1-53 16,1-25-16,0-54 16,-27-78-16,-26-52 15,-53-53-15,-78-79 16,-79-25-16,-105-106 0,-104-53 15,-132-51-15,-132-54 16,-182 1-16,-159 26 16,-156 157-16,-132 132 15,-158 210-15,-78 157 16,-52 183-16,-1 80 16</inkml:trace>
  <inkml:trace contextRef="#ctx0" brushRef="#br0" timeOffset="89668.8">17003 1522 0,'-26'-27'0,"26"1"16,-27 26-1,27 26 17,0 1-17,0 25-15,0-26 16,27 1-16,-1-27 31,0-27-15,53-25-16,-27-27 15,53-26-15,0 0 16,-26-26-16,26 26 0,-26-26 16,-1 26-1,-25 26-15,-27 53 0,-26 0 16,26 26 15,-26 52-31,0 1 16,0-1-16,-26 27 15</inkml:trace>
  <inkml:trace contextRef="#ctx0" brushRef="#br0" timeOffset="90883.13">4828 10102 0,'0'-26'16,"-27"0"-16,1 52 31,-53 53-15,-52 52-16,-52 105 15,-80 53-15,-25 25 16,-27 1-16,26 0 0,27 0 15,52-26 1,0 26-16,52-27 0,-25-25 16,-1-1-1,53-52-15,-27 0 0,27-53 16,52 1-16,27-53 16,26-27-16,26-51 15,26-27-15,26 0 16,27-27-16,0-51 15,-27-27-15,-25 0 16,-1 0-16</inkml:trace>
  <inkml:trace contextRef="#ctx0" brushRef="#br0" timeOffset="91276.21">1863 9945 0,'-105'-105'15,"26"0"-15,26 52 16,27 1-16,105 104 31,78 79-31,80 79 0,77 79 16,54 78-16,25 27 15,1 0-15,0-1 16,-53-26-16,-53-52 16,1 0-16,-53-26 15,-26 0-15,-26-27 16,-79 0-16,-27-26 16,-25-52-16,-27-53 15,-26-26-15,0-52 16,0-79-1,26-79-15,1-53 16,-1-26-16</inkml:trace>
  <inkml:trace contextRef="#ctx0" brushRef="#br0" timeOffset="100056.23">4592 944 0,'-27'0'0,"-25"-26"15,26 26-15,26-26 16,-27 0-16,27-1 16,0 1-16,27 0 15,25 0-15,1 26 0,-1 0 16,-26 0-16,27 0 15,-27 0-15,0 26 16,0 0-16,-26 27 16,0-27-1,0 26-15,0 1 0,-52-1 16,-1-25-16,1 25 16,0-26-16,25 1 15,1-27-15,26 26 16,79-26 15,26 0-15,0 0-16,26 0 15,0-26-15,-26-1 16,-26 1-16</inkml:trace>
  <inkml:trace contextRef="#ctx0" brushRef="#br0" timeOffset="100277.66">5352 839 0,'-26'-26'15,"26"52"17,26 1-17,53 25-15,0-26 0,0 27 16,26-27-16,-27 0 15,1 1-15,-26-1 16,-27 0-16</inkml:trace>
  <inkml:trace contextRef="#ctx0" brushRef="#br0" timeOffset="100466.34">5694 761 0,'-27'-26'0,"1"52"47,0 0-47,0 26 16,-1 1-1,1-1-15,0 27 0,0-26 16,-1 25-16,1-25 16,0 26-16,0-53 15,26 0-15</inkml:trace>
  <inkml:trace contextRef="#ctx0" brushRef="#br0" timeOffset="100859.4">6008 761 0,'-26'-26'0,"26"-1"15,0 1 1,53 0-16,25 0 16,27-1-16,-26 27 15,0 0-15,0 0 16,-53 0-16,0 27 16,-26-1-1,0 26-15,0 27 0,-52-27 16,-1-25-16,27 25 15,0-26-15,26 1 16,0-1-16,105 0 16,-27 0-16,27 1 15,-26-1-15,-27-26 0,-52 26 16,-105 0 15,1 1-31,-1-1 16,0-26-16,26 0 15</inkml:trace>
  <inkml:trace contextRef="#ctx0" brushRef="#br0" timeOffset="101205.3">7242 603 0,'-53'-26'16,"1"26"-16,-1 0 0,1 53 16,26-1-16,-1 1 15,27-1-15,0 27 16,0-27-16,53-26 16,-1 27-1,27-53 1,0 26-16,-27-26 0,27 0 15,-27 0-15,-25-52 0,-1 25 0,-26-25 32,0-1-32,0 27 15,-26-26-15,-27-1 16,27 27-16,-27 26 16,53-26-16,-26 26 15</inkml:trace>
  <inkml:trace contextRef="#ctx0" brushRef="#br0" timeOffset="101457.18">7950 656 0,'-26'0'0,"52"0"47,27 26-47,25 27 16,27-1-16,-26-26 15,0 27-15,0-27 16,-27 0-16,0 0 16,-25-26-16</inkml:trace>
  <inkml:trace contextRef="#ctx0" brushRef="#br0" timeOffset="101613.7">8423 577 0,'-27'-26'15,"1"26"1,-26 52 0,25-25-16,-25 25 15,26 27-15,-1-27 16,-25 27-16,26-27 0,-27 27 15,27-26-15,0-1 16</inkml:trace>
  <inkml:trace contextRef="#ctx0" brushRef="#br0" timeOffset="102037.36">8764 393 0,'0'-26'16,"0"52"15,0 1-31,0 51 16,0-25 0,26-1-16,26-25 0,-25-1 15,-1 0-15,0-26 16,0 0-16,1 0 15,-1-26 1,0 0 0,0-27-16,1 1 15,-27-1-15,26 27 16,-26 0 0,0 52 15,0 26-31,0 1 15,0-1-15,26 1 16,-26-1-16,26-25 16,0 25-16,1-26 15,-27 0-15</inkml:trace>
  <inkml:trace contextRef="#ctx0" brushRef="#br0" timeOffset="102241.57">9630 393 0,'-27'0'0,"27"-26"0,0 0 31,79 0-31,0 26 16,-1-27-16,1 27 15,-26 0-15,-27 0 16</inkml:trace>
  <inkml:trace contextRef="#ctx0" brushRef="#br0" timeOffset="102586.23">9551 367 0,'0'26'0,"-26"1"15,26-1-15,0 26 16,0 1-16,0-27 15,0 0-15,0 1 16,0-1-16,26-26 63,0-26-63,27-27 15,-1 27-15,27 0 16,-27 26-16,27 0 0,-27 0 15,1 0-15,26 26 16,-53 0-16,26 27 16,-52-27-16,0 0 15,0 27-15,-78-27 16,-1 26-16,-52-26 16,0 27-16,-27-27 15,1 0-15</inkml:trace>
  <inkml:trace contextRef="#ctx0" brushRef="#br0" timeOffset="103261.74">4618 1679 0,'-263'53'15,"27"-27"-15,26 26 16,53-25-16,52-27 16,52 26-16,106-26 15,131 0 1,104 0-16,80-26 16,78-27-16,78 1 0,54-27 15,51 26-15,1-25 16,26-1-16,-26 0 15,-27 1-15,-104 25 16,0-26-16,-106 27 16,-52-1-16,-78 1 15,-106 26-15,-78 26 16,-53 0-16,0 0 31,1 0 32,-27-27 93,-27 27-78</inkml:trace>
  <inkml:trace contextRef="#ctx0" brushRef="#br0" timeOffset="104068.86">7425 1810 0,'0'-26'15,"0"0"-15,53 0 16,26-1-16,-1 1 16,1 26-16,-26 0 15,25 0-15,-52 26 16,27 27-16,-27-1 15,0 27-15,-26-26 16,0-1-16,0 27 16,0-53-16,0 26 0,0-25 15,0-1-15,27-26 32</inkml:trace>
  <inkml:trace contextRef="#ctx0" brushRef="#br0" timeOffset="104382.47">8344 1679 0,'0'-26'0,"-26"26"16,-1 0-16,1 0 15,-26 26-15,25 0 16,27 27-16,0-27 15,0 27-15,27-27 16,51 26-16,1-25 16,-26-1-16,25 0 15,-25 26-15,-1-25 16,-26-27-16,-26 26 16,27 0-16,-27 0 15,-53 1 1,-26-1-16,1-26 15,-1 0-15,27 0 0</inkml:trace>
  <inkml:trace contextRef="#ctx0" brushRef="#br0" timeOffset="104604.32">8265 1758 0,'0'-26'16,"26"26"-1,53-27-15,0 1 16,26-26-16,0 25 16,0 1-16,-27 0 0,-25 26 15,-27 0-15,-52 0 63</inkml:trace>
  <inkml:trace contextRef="#ctx0" brushRef="#br0" timeOffset="105790.02">7530 446 0,'-52'0'31,"-27"52"-31,-52 27 16,0 26-16,-27 26 15,1 0 1,26-26-16,0 0 0,-1 0 15,27-26-15,27 0 16,-1-53-16,53 26 16,-1-52-16,1 27 15,0-27-15</inkml:trace>
  <inkml:trace contextRef="#ctx0" brushRef="#br0" timeOffset="106230.72">6192 288 0,'-26'0'0,"26"-26"15,0 0-15,0 0 16,0-1 0,52 1-16,1 0 0,-1 0 15,-25 26-15,25 0 16,-26 26 0,-26 26-16,0 1 15,0 26-15,-26-27 16,-26-26-16,-1 27 15,1-27-15,25 0 16,1-26-16,0 0 16,52 0 15,53 0-15,26-26-16,26 0 15,0 0 1,27-27-16,-1 27 0,27-27 15</inkml:trace>
  <inkml:trace contextRef="#ctx0" brushRef="#br0" timeOffset="106828.22">8816 1417 0,'-26'26'31,"-79"26"-31,-26 27 16,-53 52-16,-26 1 16,0 25-16,0 0 15,0 1-15,0-27 0,53 0 16,0 0 0</inkml:trace>
  <inkml:trace contextRef="#ctx0" brushRef="#br0" timeOffset="107865.61">9262 1863 0,'-26'0'0,"26"-26"31,26 26-15,27 0-16,-1-27 16,27 27-16,-27-26 15,1 26-15,-27 0 16,27 0-16</inkml:trace>
  <inkml:trace contextRef="#ctx0" brushRef="#br0" timeOffset="109092.67">9288 1810 0,'0'27'328,"0"-1"-328,0 0 16,0 27-16,0-27 15,0 0-15,0 0 16,0 0-16,0 1 16,0-1-16,0 0 15,0 0 1,0-52 375,27 0-376,-27 0 1,26-1-1,0 27 17,0-26-17,1 0 1,-1 26-16,26 0 0,-25-26 16,-1 26-16,26 0 15,-25-26-15,-1 26 16,0 0-16,0 0 15,1 26-15,-1 0 16,0 0-16,-26 0 16,0 1-16,-26-1 15,-53 26-15,-52 1 0,0-1 16,-27 1 0,-25-1-16,25-25 0</inkml:trace>
  <inkml:trace contextRef="#ctx0" brushRef="#br0" timeOffset="110551.95">9997 1417 0,'26'-27'0,"0"1"0,-26 52 47,-52 53-47,-53 52 15,-26 1-15,0 25 16,-1-26-16,-25 0 16,26 1-16,0-27 15,-1 0-15,27 0 16,27-53-16</inkml:trace>
  <inkml:trace contextRef="#ctx0" brushRef="#br0" timeOffset="110930.26">10600 26 0,'-26'0'31,"-79"53"-31,-26 51 15,-53 1-15,-78 53 16,0 26-16,-53 25 16,-26 1-16,-1-26 0,1 0 15,53-1-15</inkml:trace>
  <inkml:trace contextRef="#ctx0" brushRef="#br0" timeOffset="113782.87">8606 183 0,'0'-26'0,"0"0"32,0 0 296,0 0-313,0-1 1,-26 27-16,0 0 16,-1-26-16,1 26 15,-26 0-15,26 0 16,-1 0-16,1 0 15,26 26-15,-26 1 16,26-1-16,0 0 16,0 0-1,0 0-15,26 1 16,27-27-16,-27 0 16,0 0-16,0 0 15,0 0-15,1-27 16,-1 27-16,0-26 15,0 0-15,-26 0 16,27 26 0,-27-26-1,0 78 32,0-26-16,0 53-31,0-27 0,0-25 0,26 25 16,0 1-16,-26-1 16,0 1-16,0-27 15</inkml:trace>
  <inkml:trace contextRef="#ctx0" brushRef="#br0" timeOffset="115013.75">6586 288 0,'-26'0'0,"26"-26"110,0 0-95,52 0-15,0-1 16,27 1-16,26-26 0,26 26 16,1-27-16,25 27 15,0 0-15,1 26 16,-1-27 0,-26 27-16,-52 0 0,26 27 15,-52 25-15,25-26 16,-51 53-16,25-27 15,-52 1-15,0-1 16</inkml:trace>
  <inkml:trace contextRef="#ctx0" brushRef="#br0" timeOffset="115991.24">4093 2151 0,'-26'0'0,"104"-52"31,54-1-31,78 1 16,-1-27-16,1 1 0,-26 25 15,-26-26-15,-54 27 16</inkml:trace>
  <inkml:trace contextRef="#ctx0" brushRef="#br0" timeOffset="116399.36">6822 944 0,'-26'0'16,"-1"0"-16,54 0 31,25-26-15,27 0-16,26 0 0,26-27 15,-26 27-15,0-26 16,-26 25-16,-1 1 16</inkml:trace>
  <inkml:trace contextRef="#ctx0" brushRef="#br0" timeOffset="116949.63">7714 735 0,'0'-27'31,"79"27"-31,-1-26 16,27 0-16,0 0 15,-26-1-15,0 27 16,0-26-16,-27 0 16</inkml:trace>
</inkml:ink>
</file>

<file path=ppt/ink/ink2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1T09:55:17.336"/>
    </inkml:context>
    <inkml:brush xml:id="br0">
      <inkml:brushProperty name="width" value="0.05292" units="cm"/>
      <inkml:brushProperty name="height" value="0.05292" units="cm"/>
      <inkml:brushProperty name="color" value="#C00000"/>
    </inkml:brush>
  </inkml:definitions>
  <inkml:trace contextRef="#ctx0" brushRef="#br0">10207 5851 0,'0'-26'15,"-26"26"-15,26 26 188,0 0-173,0 1-15,0 25 16,0-26-16,0 1 16,26 25-16,-26 1 15,0-27-15,0 26 16,0-25-16,0 51 0,0-25 16,0-1-16,0 27 15,0-27-15,0 27 16,0-26-16,0 25 15,0 1-15,0-26 16,0 25-16,0-25 16,0 26-16,0-27 15,-26 27-15,26-1 16,-27 1-16,27 0 16,0-27-16,-26 27 15,26-26-15,0-1 16,-26 27-16,26-27 0,0 1 15,0-1 1,-26 1-16,26-1 0,0-26 16,0 1-16,0-54 109,0-25-109</inkml:trace>
  <inkml:trace contextRef="#ctx0" brushRef="#br0" timeOffset="1888.78">10259 5825 0,'-52'-26'16,"26"26"-1,78 0 63,1 0-62,25 0 0,27-26-1,26 26-15,27 0 0,26-27 0,25 27 16,1-26-16,-26 26 0,26-26 15,-53 0-15,1 26 16,26-27-16,-27 27 16,0-26-16,1 26 15,-1 0 1,1-26-16,-27 26 0,0 0 16,-26-26-16,-52 26 15,25-27-15,-25 27 16,-27 0-16,0 0 15,0-26-15,1 26 16,-1 0-16,0 0 16,0 0-16,27-26 15,-27 26-15,-26 26 235,0 27-220,0-1-15,0 27 16,0 0-16,0-27 16,0 27-16,0-1 15,0 1-15,-26 26 16,26-26-16,0 26 15,-26-26-15,-1 25 16,27-25-16,-26 26 0,26 0 16,-26 0-16,26-26 15,0 26-15,-26-27 16,26 27-16,0-26 16,0 0-16,0 0 15,0-1-15,0 1 16,0-27-16,0 27 15,0-26-15,0-1 0,0 1 16,0-1-16,0-26 16,-27 27-16,27-27 15,0 0-15,0 1 16,0-1-16,0 0 16,-26 0-16,26 1 15,-52-27 48,-1-27-63</inkml:trace>
  <inkml:trace contextRef="#ctx0" brushRef="#br0" timeOffset="3476.16">10207 7399 0,'0'-26'15,"0"52"79,0 1-78,0-1-1,0 26-15,0-25 0,0 25 16,0-26-16,0 27 15,0-1-15,0 1 16,0 25-16,0-25 16,0-1-16,0 1 15,0-1-15,0 1 16,0-1-16,0-25 16,0 25-16,0-26 15,-26 1-15,26-1 16,0 0-16,0 0 0,0 0 15,0 1 1,0-1-16,0 0 16,0 0-1,0 1 1,52-27 78,1 0-79,51 0-15,28 0 0,-1 0 16,26 26-16,1-26 16,-1 0-16,1 0 15,-27 0-15,-26 0 16,26 0-16,-26 0 15,0 0-15,26 0 16,0 0-16,27 0 16,-27 0-16,26 0 15,-52 0-15,27 0 16,-27 0-16,-1 0 0,1 0 16,-26 0-1,0 0-15,-27 0 0,1 0 16,-1 0-16,-25 0 15,25 0-15,-26 0 16,27 0-16,-1 0 16,-26-26-16,27 26 15,-27 0-15,0 0 16,1 0-16,-1 0 16,0 0-1,-26-27 141,0 1-156,-26 26 16,0-26-16,-1 0 0,1-27 16,26 27-16,0-26 15,0-1-15,0 27 16,0-27-16,0 27 16,0 0-16,0 0 15,0-1-15,0 1 16</inkml:trace>
  <inkml:trace contextRef="#ctx0" brushRef="#br0" timeOffset="4678.18">8947 5904 0,'0'52'63,"27"1"-48,-27 25-15,26-25 16,0-1-16,-26 27 0,26-26 16,-26-27-1,27 26-15,-27-25 16,0-54 46,-27 1-46</inkml:trace>
  <inkml:trace contextRef="#ctx0" brushRef="#br0" timeOffset="5023.64">8632 6061 0,'27'0'78,"-27"-26"-78,26 0 16,0-1-16,-26 1 15,26-26-15,-26-1 16,27 27-16,-1 0 0,-26 0 16,26 26 31,0 26-32,27 26-15,-1-26 31,1 1-31,-1-1 0,-25 0 0,25 0 16,0 1-16,-52-1 16,0 0-16</inkml:trace>
  <inkml:trace contextRef="#ctx0" brushRef="#br0" timeOffset="5651.95">8055 6665 0,'-26'0'47,"0"52"-47,26 1 16,-27-1-16,1 1 16,0-1-16,0-26 15,26 1-15,0-1 16,0 0-1,26-26 1,26 0-16,27 0 16,0 0-1,0 0-15,-1 0 0,1 0 16,-53 0-16,27-26 16,-53 0-16,0-1 15,0 1 1,-26 0-16,-1 0 15,1-1-15,0 27 16,0 0-16,26-26 16,0 79 31,0-27-32,0 26-15,0-25 16,0 25-16,0-26 15,0 27-15,26-27 16,-26 0-16,26 0 16,-26 1-16</inkml:trace>
  <inkml:trace contextRef="#ctx0" brushRef="#br0" timeOffset="5967.35">8554 6875 0,'0'-27'16,"0"54"15,-27-1-31,27 26 16,0-25-16,0 25 16,0-26-16,27 1 15,-1-1-15,26-26 16,1 26-16,-27-26 15,27 0-15,-27-26 16,0 0-16,0-1 0,-26-25 16,0 26-16,-26-27 15,-26 27-15,-1 0 16,1-1-16,25 1 16,1 26-16</inkml:trace>
  <inkml:trace contextRef="#ctx0" brushRef="#br0" timeOffset="6484.43">8790 6848 0,'26'0'15,"0"0"1,1 53 0,-27-27-16,26 27 15,-26-27-15,0 0 16,0 0-1,0-52 17,0 0-17,0 0-15,0-27 16,0 27-16,0 0 16,0-1-16,26 27 15,27-26-15,-27 26 0,26 0 16,-25 0-1,25 0-15,0 53 0,-52-27 16,27 0-16,-1 0 16,-26 1-16,0-1 15,0 0 1,0-52 15,0-27-15,0 27-16,26-26 15,0 25-15,-26 1 16,27 26-16,-1 0 16,0 0-16,0 0 0,27 0 15,-27 26-15,27 1 16,-27 25-16,-26-26 16,26 27-16,-26-27 15,0 0-15,26 1 16,-26-1-16,27-26 15</inkml:trace>
  <inkml:trace contextRef="#ctx0" brushRef="#br0" timeOffset="7252.62">14563 5720 0,'-27'-26'15,"27"52"48,0 53-63,0-27 15,27 27-15,-27 0 16,0-27-16,0 1 16,0-1-16,26 1 15,-26-27-15,0 0 16,0 0-16,0-78 31</inkml:trace>
  <inkml:trace contextRef="#ctx0" brushRef="#br0" timeOffset="7536.24">14300 5877 0,'0'-26'15,"26"26"1,27 0-16,-1-26 16,-25 0-16,-1 0 15,26-1-15,-25 1 0,-1 0 16,-26 0-16,26-1 16,0 27-1,1 0 16,-1 27-15,26-1-16,1 26 16,-27 1-16,26-1 15,-25 1-15,-27-1 16</inkml:trace>
  <inkml:trace contextRef="#ctx0" brushRef="#br0" timeOffset="8338.89">14117 6717 0,'0'-26'0,"-27"26"15,27 26-15,0 0 16,-26 1-16,26 25 16,0-26-16,0 1 15,0 25-15,26-26 16,27 1 0,-1-27-16,-26 0 15,27 0-15,-1 0 16,1-27-16,-53 1 15,26 0 1,-26-27 0,26 27-16,-26 0 0,0 0 15,0 52 32,0 0-31,0 27-16,0-1 15,0-26 1,0 27-16,0-27 0,0 27 16,0-27-16,0 0 15,0-78 17,0-1-1,0 1-31,27-1 15,-27 1-15,26 25 16,-26 54 47,26 25-63,0-52 0,1 26 15,-1 1 1,26-27-16,-25 0 0,-1 0 15,0 0 1,-26-27 0,0 1-16,0-26 15,0 25-15,0 1 16,-26 26 0,0 0-1</inkml:trace>
  <inkml:trace contextRef="#ctx0" brushRef="#br0" timeOffset="8826.23">14746 6822 0,'27'-26'0,"-1"26"16,0 0-16,-26 26 47,26 0-47,-26 1 15,0-1-15,0 0 16,0 0-16,0-52 47,0 0-32,0-27-15,0 27 16,0 0-16,26 0 16,1 26-1,-1 0-15,26 0 16,-25 52-16,-1-26 15,-26 1-15,26-1 16,-26 0-16,0 0 16,26-52 46,1 0-62,-1-27 16,26 53-16,-25-26 15,-1 26 1,0 0-16,0 0 16,1 0-16,-1 26 15,-26 1-15,0-1 16,0 26-16,-26-25 16,-53 25-16,-26 1 15</inkml:trace>
  <inkml:trace contextRef="#ctx0" brushRef="#br0" timeOffset="9283.54">14484 7478 0,'0'26'31,"0"1"-15,0-1-16,0 26 15,0 1-15,0-1 16,0 27-16,0-27 16,26 1-16,-26-1 0,0 1 15,0-27 1,0 0-16,0 1 0,0-1 16,-26-26 46,-27 0-62,27-26 16,0 26-16,0 0 15,52 0 32,0 0-47,0 26 16,27-26-1,-27 0-15,27 0 16,-27-26-16,26-1 16,1-25-16,-53-1 15,0 1 1</inkml:trace>
  <inkml:trace contextRef="#ctx0" brushRef="#br0" timeOffset="10163.01">8974 7819 0,'0'-26'0,"0"0"15,0 78 32,0 1-31,0 25-16,0 1 16,0 0-16,0-27 15,0 27-15,0-53 16,0 1-16,0-1 15,-27-26 1,-25 0 0,-27 0-16,27-26 15,-27 26-15,53 0 16,-1 0-16,1 26 16,26 0-16,0 0 15,0 0-15,53 1 16,25-27-16,1 0 15,0 0-15,26 0 16,-26-53-16,25 1 0,-25-1 16,0-25-1,-27-27-15</inkml:trace>
  <inkml:trace contextRef="#ctx0" brushRef="#br0" timeOffset="10838.05">9813 5353 0,'-26'0'15,"52"0"17,27 0-17,25 0-15,1 0 31,26 0-31,-26 0 16,-27 0-16,27-27 16,-53 27-16,27 0 15,-53-26-15,0 0 0,0 0 16,0-1 0,-27 27-16,27-26 15,0 52 63,0 1-62,0-1-16,0 0 0,0 0 16,0 1-1,0-1-15,0 0 0,0 0 16</inkml:trace>
  <inkml:trace contextRef="#ctx0" brushRef="#br0" timeOffset="11261.36">10915 5064 0,'0'26'63,"0"27"-63,27-27 15,25 26-15,-26-25 16,0-1-16,27-26 16,-27 0-16,0 0 15,1 0-15,-1 0 16,0-26-1,0-27-15,1 27 16,-27-26-16,0 25 16,0 1-16,0 0 15,0 52 17,26 0-17,-26 27-15,26-1 16,0 1-16,1-1 15,-1 1-15,0-1 16,-26-26-16,0 1 16,0-1-16</inkml:trace>
  <inkml:trace contextRef="#ctx0" brushRef="#br0" timeOffset="11527.72">11598 5090 0,'0'27'32,"0"-1"-17,0 26-15,0-26 0,0 1 16,0-1-16,26 0 16,0-26-16,-26 26 15,26-26-15,0 0 16,-26-26-1,0 0-15,0 0 16,0-27-16,0 27 16,-52 0-16,26 0 0,0 26 15</inkml:trace>
  <inkml:trace contextRef="#ctx0" brushRef="#br0" timeOffset="12061.3">11912 5117 0,'0'52'63,"0"-26"-63,0 0 16,27 1-16,-1-1 15,-26 0-15,0-52 31,0 0-15,0-1-16,26-25 16,0 26-16,-26 0 15,53-1-15,-27 1 16,27 26-16,-1 0 16,-26 0-16,27 0 15,-27 53-15,0-27 16,-26 0-16,0 26 15,0-25-15,0-1 16,0-52 31,0-1-47,0-25 16,26 0-16,27 25 15,-27-25-15,27 52 16,-27-26-16,0 26 15,0 0-15,1 0 16,-1 26-16,0 0 16,0 0-16,-26 27 15,0-27-15,0 26 0,0-25 16,0 25 0</inkml:trace>
  <inkml:trace contextRef="#ctx0" brushRef="#br0" timeOffset="12296.44">13041 5169 0,'0'-26'0,"26"26"16,53 0-16,-1 0 15,54 0-15,-1 0 0,0 0 16,-26 0-16,-26 0 15,-1 0-15,-25 0 16,-27 0 0,-26-26-1,0-1 1,0 1 0</inkml:trace>
  <inkml:trace contextRef="#ctx0" brushRef="#br0" timeOffset="12487.22">13907 4985 0,'0'-26'15,"26"26"48,0 26-63,27 1 16,-27-1-16,0-26 15,-26 26-15,0 0 16,0 1-16,0-1 15,-79 0-15,1 0 16</inkml:trace>
  <inkml:trace contextRef="#ctx0" brushRef="#br0" timeOffset="13590.68">21805 3254 0,'52'-27'15</inkml:trace>
  <inkml:trace contextRef="#ctx0" brushRef="#br0" timeOffset="13993.96">20939 3044 0,'-105'0'0,"0"52"32,26-26-32,0-26 0,53 27 0,26-1 0,0 0 15,26 0-15,79-26 16,53 27-16,52-27 15,26 0-15,53 0 16,-27-27-16,0 1 16,1 0-1,-53 0 1,0 26-16,-79-27 16,-26 27-16,-79 0 15,0 0-15,-52 0 16,-53 0-1,-78 27-15,-27-1 16,-52-26-16</inkml:trace>
  <inkml:trace contextRef="#ctx0" brushRef="#br0" timeOffset="14276.9">20939 3175 0,'-79'0'16,"53"0"-16,26 26 31,52 0-16,1 1-15,26-1 16,26-26-16,26 0 16,0 0-16,26 0 15,27 0-15,0 0 0,26-26 16,-27-1 0,53 1-16,-52 0 0,-26 0 15,-27 26-15,-53 0 16,-51-27-16,-1 27 15,-79 0 17,-51 27-32,-1-1 15</inkml:trace>
  <inkml:trace contextRef="#ctx0" brushRef="#br0" timeOffset="16831.93">13907 11388 0,'0'-26'0,"0"52"47,26 26-32,0 27 1,27 26-16,-27-26 0,-26-1 15,26 1-15,-26 0 16,0-27-16,0 1 16,26-1-16,-26 1 15,0-27-15,0 0 16,0 0-16,0 1 16,-52-27-16,-27 0 15,0-27-15</inkml:trace>
  <inkml:trace contextRef="#ctx0" brushRef="#br0" timeOffset="17114.43">13251 11571 0,'-53'0'16,"27"-26"-16,26 0 31,79 0-31,52 26 15,26-26-15,27 26 16,26-27 0,-26 27-16,25-26 0,-25 26 15,-26-26-15,-53 0 16,-27 26-16,-52 0 16,-52 0 15,0 0-31,0 0 15,-27 26-15</inkml:trace>
  <inkml:trace contextRef="#ctx0" brushRef="#br0" timeOffset="17413.91">15219 11939 0,'-53'0'0,"27"0"16,52 0 0,27 0-1,52 26-15,0-26 16,-1 0-16,1 0 15,-26 0-15,-26 0 16,-27 0-16,0 0 16,-52 26 15</inkml:trace>
  <inkml:trace contextRef="#ctx0" brushRef="#br0" timeOffset="17572.02">15245 12175 0,'0'26'0,"52"0"32,27-26-32,26 0 15,52 0-15,-25 0 16,25-26-16,-26 0 16,0 0-16</inkml:trace>
  <inkml:trace contextRef="#ctx0" brushRef="#br0" timeOffset="17886.72">16583 11362 0,'-26'-27'15,"0"1"-15,26 0 16,-27 0-16,27 52 62,0 26-62,27 1 16,-1-1-16,26 1 16,-25-1-16,-1 27 15,-26-53-15,26 27 16,-26-27-16,0 0 15,0 0-15,0 1 16,0-1-16,-26 0 16,0-26-16</inkml:trace>
  <inkml:trace contextRef="#ctx0" brushRef="#br0" timeOffset="18200.8">16504 11467 0,'-26'-27'0,"26"1"15,53 26 48,25 0-63,1 0 16,26 26-16,0 1 0,0-27 15,-26 26 1,-27 0-16,-26 0 0,1-26 15,-27 26-15,0 27 16,0-27-16,-53 0 16,-26 1-16,27 25 15,-27-26-15,0 1 16,27-1-16,-1 0 16,27 0-16,0 1 15,0-27-15</inkml:trace>
  <inkml:trace contextRef="#ctx0" brushRef="#br0" timeOffset="18735.3">17711 11178 0,'0'-26'16,"0"-1"-16,0 1 15,0 52 48,0 27-48,-26 26-15,0-27 16,26 27-16,-26 0 16,-1 25-16,1-25 15,0 26-15,-27 0 16,27-26-16,0 0 16,0-1-16,-1-25 0,1-1 15,0 1-15,26-27 16,-26 26-16,26-25 15,0-1-15,0 0 16,-26-26 0</inkml:trace>
  <inkml:trace contextRef="#ctx0" brushRef="#br0" timeOffset="19174.99">18210 12201 0,'0'-26'0,"0"0"16,-26 26-16,26-26 16,-27 26-16,27-27 0,-26 27 15,0 0 1,-27 0-16,27 0 0,-26 0 16,26 27-16,-1-1 15,27 0-15,0 26 16,0-25-16,27 25 15,25 1-15,0-27 16,27 26-16,-26-25 16,-1-1-16,1 26 15,-27-25-15,0-1 16,-26 0-16,0 0 16,0 1-1,-26-27-15,-27 26 0,1-26 16,-27 26-16,27-26 15,-27 0-15,27 0 16,-27 0-16,53-26 16,-1-27-16,27 27 15,0-26-15,0-1 16</inkml:trace>
  <inkml:trace contextRef="#ctx0" brushRef="#br0" timeOffset="19521.46">19155 11991 0,'-27'0'15,"54"27"1,25-27 0,1 0-16,25 0 15,-25 0 1,-1 0-16,1 0 0,-1 0 16,-26 0-16,1 0 15,-27 26 32,0 0-31</inkml:trace>
  <inkml:trace contextRef="#ctx0" brushRef="#br0" timeOffset="19773.81">19207 12201 0,'-26'0'0,"0"0"15,26 26-15,52-26 31,1 0-15,-1 0-16,27 0 16,-1 0-1,27 0-15,-52-26 0,-1 26 16,1-26-16,-27 26 16,0 0-16,-78 0 78,-53 0-78</inkml:trace>
  <inkml:trace contextRef="#ctx0" brushRef="#br0" timeOffset="35096.22">12752 3805 0,'-315'-27'16,"0"27"-16,27-26 0,52 0 15,78 26-15,106 0 16,157 0 0,131 0-16,157 0 15,106 0-15,52 0 0,26 0 16,-26 0-16,-26 0 15,0 0-15,-105 0 16,-105-26-16,-106 26 16,-104-27-16,-78 27 15,-54-26 1,-104 26-16,-79-26 16,-78 26-16,-27 0 15,0 0-15,-52 26 16</inkml:trace>
  <inkml:trace contextRef="#ctx0" brushRef="#br0" timeOffset="35363.87">12490 3752 0,'-289'0'0,"27"26"0,78-26 15,53 0-15,78 0 16,106 0 0,130 0-16,132 0 15,131 0-15,105-26 16,53 26-16,-1 0 15,1 0-15,-53 0 16,-105 0-16,-79 0 0,-157 0 16,-105 0-1,-78-26-15,-80 0 16,-78-1-16,0 27 16,-27-26-16,80 26 15,25 0-15,27 0 16,26 26-16</inkml:trace>
  <inkml:trace contextRef="#ctx0" brushRef="#br0" timeOffset="35866.4">17501 3752 0,'-105'0'0,"1"26"16,51-26 0,27 0-16,105 0 15,78 0 1,53-26-16,52 0 15,1 0-15,-1 26 16,0-53-16,1 53 16,-53-26-16,-27 0 15,-25 26-15,-53-27 0,-26 27 16,-53 0-16,-79 0 31,-25 0-31,-54 27 16,-51-27-16</inkml:trace>
  <inkml:trace contextRef="#ctx0" brushRef="#br0" timeOffset="36102.97">17239 3883 0,'53'0'0,"104"0"16,53 0-1,52 0-15,27-26 0,26 26 16,0-26-16,-27 0 16,-52 26-16,-26-27 15,-52 27-15,-53 0 16,-26-26-16,-53 26 16,-105 0-1,0 0-15,-52 0 16</inkml:trace>
  <inkml:trace contextRef="#ctx0" brushRef="#br0" timeOffset="51395.83">19968 10915 0,'-26'-26'0,"26"79"109,0 25-93,0-25-16,0-1 15,0 1-15,0-1 16,0 1-16,0-27 16,-26 27-16,26-27 15,0 26-15,-27-25 16,27-1-16,-26 26 15,26-26-15,0 1 16,0-1-16,0 0 16,0 0-1,0 1 563</inkml:trace>
  <inkml:trace contextRef="#ctx0" brushRef="#br0" timeOffset="51961.54">20676 11020 0,'0'-26'15,"-26"26"17,-26 0-1,25 53-16,-25-1-15,0 1 16,-1-1-16,27 27 16,0-27-16,26 1 15,0-1-15,0-25 16,0 25-16,0-26 16,26 27-16,0-27 15,27-26 1,-27 26-16,0-26 0,0 0 15,0 0-15,1 0 16,-1 0-16,0-26 0,27 0 16,-53-1-16,26-25 15,-26 26-15,0 0 16,0-1 0,0 1-16,-26 26 31,-1 0-16,-25 0-15,26 0 16,-1 0-16,27 26 47,-26 1-47,26-1 0,0 0 16,0 0-1</inkml:trace>
  <inkml:trace contextRef="#ctx0" brushRef="#br0" timeOffset="52433.7">21227 11099 0,'0'-26'16,"-26"52"31,-26 27-32,26-1-15,-1 1 16,1-1-16,26 1 16,0-1-16,0 1 15,0-1-15,0-26 16,26 0-16,27 1 15,-1-1-15,1-26 0,-1 0 16,27 0 0,0 0-16,-27-26 0,1-1 15,-1-25-15,-26 26 16,1-27-16,-1 1 16,-26-27-16,0 27 15,-26-27-15,-27 26 16,1 1-16,25 26 15,-25-1-15,26 1 16,-27 26-16,27 0 16,0 0-1,-27 26-15,-26 53 16,27-26-16,0 25 0</inkml:trace>
  <inkml:trace contextRef="#ctx0" brushRef="#br0" timeOffset="53220.94">22067 11073 0,'0'-26'16,"0"78"47,-26 1-48,26 25-15,0 1 16,0-26-16,0-1 0,0 1 15,0-27-15,0 0 16,0-78 47,26-27-63,0 26 15,1-25-15,-1-1 16,26 26-16,-25 27 15,-1 0-15,0 26 0,0-26 16,27 26-16,-27 0 16,0 26-16,27 0 15,-27 27 1,26-1-16,-25 27 0,-1-27 16,0 1-16,-26-27 15,0 0-15,0 1 16,0-54 31,0 1-47,0-26 15,0-1-15,0-26 16,26 27-16,27-1 0,-27 1 16,27 26-16,-27-1 15,26 27-15,-25 0 16,-1 0-16,26 27 15,-25 25 1,-1 1-16,26-1 0,-26 1 16,1 25-16,-27-25 15,0-27-15,0 27 16,0-27-16,0 26 16,0-26-16,-27 1 0,1-27 15,-26 26 1</inkml:trace>
  <inkml:trace contextRef="#ctx0" brushRef="#br0" timeOffset="53645.59">20335 11991 0,'-78'0'16,"25"0"-16,27 27 15,78-1 17,80-26-32,77 0 15,28 26-15,78-26 16,-1 0-16,28 0 15,-28 0-15,1-26 16,-26 26-16,-27 0 16,-26-26-16,-52 26 0,-26 0 15,-1 0 1,-52 0-16,-53 0 0,27 0 16,-53 0-16,1 0 15,-80 0 48,-52 0-63,0 0 15</inkml:trace>
  <inkml:trace contextRef="#ctx0" brushRef="#br0" timeOffset="54855.11">22041 1627 0,'0'-53'16,"26"106"31,0-1-47,1 1 15,-1-1-15,0-26 16,-26 1-16,26-27 15,27-27 32,-1-51-47,53-27 16,-26-27-16,26 27 16,-26-26-16,-1 26 15,1 27-15,-26-1 0,-27 26 16,0 1-16,0 26 15,1-1-15,-27 1 16,26 26 62,-26 26-62,26 1-16,0-27 15</inkml:trace>
  <inkml:trace contextRef="#ctx0" brushRef="#br0" timeOffset="57154.29">20309 12490 0,'-26'-26'0,"26"52"63,0 0-63,0 27 15,26-1-15,-26 1 16,0 25-16,0 1 16,0-27-16,0 27 15,0-26-15,-26-1 16,0-26-16,26 27 0,0-27 15,-27-26-15,27 26 32,0-52-1</inkml:trace>
  <inkml:trace contextRef="#ctx0" brushRef="#br0" timeOffset="57702.55">20781 12569 0,'-26'0'16,"26"-27"0,-26 27 15,0 27-31,-1-1 15,1 26-15,0-25 16,26 25-16,0-26 16,0 27-16,26-1 15,27-26-15,-1 27 16,27-27-16,0 27 16,-27-27-16,1-26 0,-53 26 15,26-26-15,-79 26 31,1-26-31,-27 0 16,0 0-16,27 0 16,26 0-16,-1-26 15,1 0-15,26 0 16,0-1-16,0-25 16,53 26-16,-1-27 15,1 1-15,25-1 16,1 1-16,-26-1 15,-27 1-15,0-1 0,-26 27 16,0-26-16,0 25 16,-26 27-16,0-26 15,-27 26-15,1 0 16,-1 0-16,1 0 16,25 26-16,27 1 15,0-1-15</inkml:trace>
  <inkml:trace contextRef="#ctx0" brushRef="#br0" timeOffset="58033.51">21385 12569 0,'26'0'31,"27"52"1,-1 1-32,1-1 0,-1 27 15,1-27-15,-1 1 16,1-1-16,-27-26 15,0 1-15,0-1 16,-26 0-16</inkml:trace>
  <inkml:trace contextRef="#ctx0" brushRef="#br0" timeOffset="58252.96">21910 12542 0,'0'-26'0,"0"0"16,-27 26 0,1 0-16,0 52 15,-53 1-15,1-1 16,-1 27-16,26 0 16,-25-1-16,-1-25 15,26 26-15,1-27 16,26 1-16,-27-1 15,27-26-15,-26 1 16,-1-1-16</inkml:trace>
  <inkml:trace contextRef="#ctx0" brushRef="#br0" timeOffset="67449.32">22854 12359 0,'-26'0'0,"0"0"47,-27 0-32,1 26-15,-1 26 16,1-25-16,26-1 16,-1 0-16,27 27 15,0-27-15,0 0 16,53 27-16,26-27 16,-27 0-16,27 27 15,0-27-15,-27-26 16,1 26-16,-27 0 0,-26 0 15,26-26-15,-52 0 32,-53 27-17,0-27-15,-26 0 16,27 0-16,-1 0 16,26 0-16,1 0 15</inkml:trace>
  <inkml:trace contextRef="#ctx0" brushRef="#br0" timeOffset="67653.12">22671 12464 0,'0'-27'16,"26"27"0,0 0-16,53 0 0,0-26 15,52 0-15,-26 0 16,26 26-16,-26-27 15,-53 27-15,-25 0 16,-1 0-16,-79 27 31,-52 25-31</inkml:trace>
  <inkml:trace contextRef="#ctx0" brushRef="#br0" timeOffset="67904.08">21805 13120 0,'78'26'31,"27"-26"-31,53 0 16,26 0-16,-1 0 16,-25 0-16,25 0 15,-51 0-15,25 0 16,-52 0-16,0 0 15,-53 0-15,1 0 0,-27 0 16,-78 0 0,-53 26-1,-27 27-15</inkml:trace>
  <inkml:trace contextRef="#ctx0" brushRef="#br0" timeOffset="68155.73">22408 13435 0,'-26'0'15,"52"78"17,-26-25-32,27 52 15,-27-27-15,0 1 16,0 0-16,0 0 15,0-27-15,0 0 16,-27 1-16,1-1 16,26-25-16,0-1 15</inkml:trace>
  <inkml:trace contextRef="#ctx0" brushRef="#br0" timeOffset="68595.32">23012 13566 0,'-26'-27'16,"-27"27"-16,27 0 15,0-26-15,-1 26 16,1 0-16,0 26 16,0 27-16,26-1 15,0 1-15,26-1 16,26 1-16,1-1 15,26 1-15,-53-1 0,26-25 16,-26 25-16,1-26 16,-27 0-16,0 1 15,-27-27 1,-25 26-16,-27 0 16,1-26-16,-1 0 15,53 0-15,-1-26 16,27-27-16,0 27 15,27-52-15,51 25 16,-25-26-16,26 1 16,-27 25-16,0 1 15,-25 25-15,-27 1 16,0 0-16,0 0 16,-53-1-16,-25 27 15,-1 0-15,-26 0 16</inkml:trace>
  <inkml:trace contextRef="#ctx0" brushRef="#br0" timeOffset="68924.89">21306 12516 0,'0'-26'16,"-26"26"15,-79 52-31,-26 27 15,-79 52-15,0 0 16,-26 1-16,0 25 0,26 27 16,0-27-16,26 1 15,53-27-15,26 0 16,53-26-16</inkml:trace>
  <inkml:trace contextRef="#ctx0" brushRef="#br0" timeOffset="69192.92">23195 13461 0,'-52'26'0,"-53"53"15,-79 26 1,1 0-16,-53 52 0,-1-26 16,27 0-16,-26 1 15,26-1-15,27-26 16,25-26-16,27-1 0,52-25 16</inkml:trace>
  <inkml:trace contextRef="#ctx0" brushRef="#br0" timeOffset="69445.35">23746 12437 0,'27'-52'0,"-27"26"15,-131 26 1,-53 78 0,-52 1-16,-53 52 15,27-26-15,-27 0 16,27 0-16,-1-26 16,27 26-16,0-26 15</inkml:trace>
  <inkml:trace contextRef="#ctx0" brushRef="#br0" timeOffset="70075.5">19102 11755 0,'-26'0'15,"52"-26"1,53 0 0,52-53-16,53 26 15,52 1-15,0 0 16,26-1-16,1 1 15,-27 25-15,0-25 0,-26-1 16,-26 27-16,-53-26 16,-26 25-16,-79 27 15,0 0-15,-26-26 16,-52 26 0,-53 0-1,0 26-15</inkml:trace>
  <inkml:trace contextRef="#ctx0" brushRef="#br0" timeOffset="71334.63">20125 9997 0,'-26'-26'0,"26"0"0,0-1 15,26 1 1,27 26-16,26-26 15,-1 26-15,-25-26 16,-1 26-16,-25 0 16,-1 0-16,0 0 15,0 26-15,-26 0 16,0 0-16,0 27 16,-26-27-16,0 0 15,-27 1-15,1 25 16,-1-26-16,27 1 0,0-27 15,0 26 1,26 0-16,-27-26 0,27 26 47,0 1-31,53-27-16,-27 26 15,27-26-15,-27 0 16,26 26-16,-25-26 15,-1 0 1,-79 26 656,-25-26-672,-80 26 0,1 1 0,-27-27 16,-26 26-16,0-26 15,27 0-15</inkml:trace>
  <inkml:trace contextRef="#ctx0" brushRef="#br0" timeOffset="72615.23">21175 10050 0,'-26'0'0,"0"0"16,-1 0-1,27-27-15,-26 27 16,0-26-16,0 26 16,26-26-16,-27 26 15,27-26 1,0-1 15,27 27-31,-1 0 0,0-26 16,0 26-1,1 0-15,25 26 16,-26 27-16,0-1 16,-26 1-16,0-27 15,0 27 1,0-27-16,-52 26 0,0-25 15,-1-1-15,1-26 16,25 26-16,1-26 16,131 0 31,52 0-47,53-52 0,53-1 15,-1 1-15,1-27 16,-53 0-16</inkml:trace>
  <inkml:trace contextRef="#ctx0" brushRef="#br0" timeOffset="74492.81">970 6376 0,'-78'26'0,"104"-104"31,105-27-15,53 0-16,26-27 15,52-25-15,27 26 0,26-27 16,0 27-16,-27 0 15,-25 0-15,-80 52 16,-25 27-16,-53-1 16,-53 27-16,-131 78 31,-78 27-15,-53 52-16,-26 27 15,-26-1-15,-53 1 16,-26-1-16,-1 0 15,28-25 1,51-27-16,53 0 0,105-53 16,53-26-16,183-78 15,79-27-15,105-26 16,26-52-16,52-1 16,-25 1-16,-1-27 15,1 0 1,-54-25-16,-25-1 0,-53 26 15,-105 26-15</inkml:trace>
  <inkml:trace contextRef="#ctx0" brushRef="#br0" timeOffset="75390.31">5038 4775 0,'0'-26'16,"0"-53"-16,0 27 15,0-1-15,-53 1 16,-26 0-16,-52 25 16,-52 1-16,-54 26 15,-78 0-15,-78 0 16,-27 53-16,-52 51 0,-53 28 16,53 51-16,-1 1 15,106 26-15,105 0 16,104-26-16,132-1 15,52-25-15,158-1 16,104-26-16,106-52 16,131-26-16,105-53 15,52 0-15,26-79 16,-25 0-16,-54-52 16,-104-27-16,-79-25 15,-131-27-15,-131-26 0,-158 0 16,-157-1-1,-210 54-15,-210 25 0,-132 53 16,-104 79-16,-157 26 16</inkml:trace>
</inkml:ink>
</file>

<file path=ppt/ink/ink2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1T09:58:13.244"/>
    </inkml:context>
    <inkml:brush xml:id="br0">
      <inkml:brushProperty name="width" value="0.05292" units="cm"/>
      <inkml:brushProperty name="height" value="0.05292" units="cm"/>
      <inkml:brushProperty name="color" value="#C00000"/>
    </inkml:brush>
  </inkml:definitions>
  <inkml:trace contextRef="#ctx0" brushRef="#br0">16531 3647 0,'-79'0'0,"26"0"16,27 0-16,52 0 31,27 0-15,52 0-16,26 26 15,0-26-15,27 0 16,25 0-16,1 0 16,-27 0-16,-25 0 15,-27 0-15,-27 0 16,-25-26-16,-27 26 16,0 0-16,-78 0 46,-1 0-46,-52 0 16,-26 0-16,-26 0 0,-1 0 16,1 0-16,-27 26 15,27-26-15,52 0 16,26 27-16,27-27 16,130 0 15,1 26-16,26-26-15,26 0 16,0 0-16,1 0 16,25 0-16,-26 0 15,0-26-15,1 26 0,-27-27 16,-27 27-16,-25-26 16,-27 26-1,-52 0 16,-53 0-31,-26 0 16,-26 0-16,-27 0 16,27 0-16,-26 0 15,26 0-15,26 0 16,26 26-16,26-26 16,1 0-16,26 0 15,52 27 1,53-27-1,52 0-15,0 0 16,0 0-16,0 0 16,1 0-16,-1 0 15,-26-27-15,0 1 16,-53 26-16,-25 0 16,-1 0-16,-26-26 31,-26 26-16,-27 0-15,-52 0 0,0 0 16,-26 0-16,-27 0 16,54 0-16,-28 0 15,27 0-15,27 0 16,25 0-16,53 26 16,53-26 15,25 0-31,27 0 15,0 0-15,0 0 16,0 0-16,26 0 0,-26-26 16,-26 26-16</inkml:trace>
  <inkml:trace contextRef="#ctx0" brushRef="#br0" timeOffset="769.81">17633 3516 0,'-79'0'16,"26"0"-16,1 26 15,26-26-15,-1 0 16,27 26 15,53-26-31,26 27 16,26-27-16,26 26 16,26-26-16,1 0 15,-1 0-15,27 0 16,0 0-16,-27 0 15,0 0-15,1 0 0,-53 0 32,-26-26-32,-1 26 0,-25-27 0,-27 27 15,-26-26 17,-26 26-32,-53-26 15,0 26-15,-52 0 16,0 0-16,-53 0 15,1 0-15,-54 0 16,27 26-16,1 0 0,25 1 16,53-27-1,52 26-15,53-26 0,52 26 32,79-26-32,52 0 15,1 0-15,25 0 16,1 0-16,-26 0 15,-1-26-15,-26 0 16,-26 26-16,0-27 16,-52 27-16,-27 0 15,0 0-15</inkml:trace>
  <inkml:trace contextRef="#ctx0" brushRef="#br0" timeOffset="2386.87">17764 4198 0,'-26'0'16,"26"-26"-16,0 78 47,0-25-47,0 25 15,0 1-15,26-1 16,-26 1-16,0-27 15,0 0-15,0 0 32,0-52-1,-26 0-31,26-27 0,-27 1 16,27-1-16,0 27 31,0 0-31,0 0 0,27 26 0,-1-27 15,0 27-15,27 0 16,-27 27-16,26-1 16,-25 26-16,-1-25 15,0 25-15,-26-26 16,26 1 0,-26-1-16,0-79 46,0 1-30,0 26-16,0-27 16,0 1-16,0 25 15,26 1-15,1 26 16,-1 0-16,0-26 16,0 26-16,1 0 15,-1 26-15,0 0 16,0 27-16,1-27 15,-27 0-15,0 27 16,0-27 0,0 0-16,26 1 15,0-27 32,0 0-31,27-27-16,-27-25 31,0 26-31,1-1 16,-1-25-16,-26 26 15,0-1-15,0 1 16,-26 26 46,26 26-46,-27 1-16,27 25 16,0 1-16,0-27 15,0 0-15,27 0 16,25-26-16,-26 27 16,1-27-16,25 0 15,-26 0-15,0 0 16,27-27-16,-27 27 0,0-26 15,-26 0 1,27 26 47,-1-26-63,0 26 15,0-27-15,1 1 16,-27 0-1,0 0 1,0-1 0,-27 27-16,1 0 15,0 0-15,0 0 16,-1 0-16,27 53 16,0-27-16,0 27 15,0-27-15,0 0 16,0 0-16,27 1 15,25-1-15,-26-26 16,27 0-16,-1 0 16,1 0-16,-27 0 15,27-26-15,-27-27 16,0 27-16,-26-27 0,0-25 16,0 25-1,0 1-15,0-1 0,0 1 16,-26-1-16,0 1 15,26 26-15,-27-1 16,27 80 31,0-1-31,0 27-16,0-27 15,0 27-15,0-26 16,0-1-16,0 1 0,27-27 15,-1 0-15,0-26 16,0 26-16,27-26 16,-27 0-16,0 0 15,0 0-15,-26-26 16</inkml:trace>
  <inkml:trace contextRef="#ctx0" brushRef="#br0" timeOffset="2481.32">19181 4356 0,'-53'-27'15,"53"1"1,53 0-16,52-27 0,78-25 16,54-1-16,-1-26 15</inkml:trace>
  <inkml:trace contextRef="#ctx0" brushRef="#br0" timeOffset="26760.36">7898 6350 0,'0'-53'15,"-27"1"-15,27 26 16,0-1-16,0 1 16,-26 26-1,0 53 1,26 25 0,-26 54-16,26 25 0,0 0 15,0 27-15,0-26 16,0-1-16,0 0 15,0-25-15,26-27 16,0-1-16,-26-25 16,26 0-16,-26-27 15,0-25-15</inkml:trace>
  <inkml:trace contextRef="#ctx0" brushRef="#br0" timeOffset="27608.73">8081 7111 0,'-26'0'0,"0"-26"16,0 26-16,-1 0 15,1 0 1,0 0 0,52 26 93,27-26-109,-1 26 16,53-26-16,-26 0 15,52 26-15,0-26 0,0 0 16,53 0-16,26 0 16,0 0-16,52 0 15,1 26-15,52-26 16,-1 0-16,28 0 15,-1 0-15,26 0 16,-26 0-16,0 0 16,-26 0-16,26 0 15,27 0-15,-1 0 16,27 0-16,-1 0 16,1 0-16,-1 0 15,1 0-15,-27 0 0,-26 0 16,-26 0-16,0 0 15,0 0-15,0 0 16,0 0 0,0 0-16,0 0 0,-1 0 15,1 0-15,0 0 16,0 0-16,0-26 16,0 0-16,-27 26 15,-25-26-15,-1 26 16,-26-26-16,-26-1 15,-26 27-15,-27 0 0,-25-26 16,-54 26 0,-51 0-16,-1 0 0,0 0 62,0 0-15,1-26-31</inkml:trace>
  <inkml:trace contextRef="#ctx0" brushRef="#br0" timeOffset="28081.2">22461 6350 0,'-26'-26'0,"26"-1"0,0 1 15,-27 0 17,27 0-17,-26 26 1,26 52 62,0 1-78,0 25 0,-26 27 16,26 0-16,0 26 15,-26-26-15,-1 27 16,27-1-16,-26 0 16,0 0-16,-27-26 15,27-26 1,0 0-16,0-27 0,-27 0 15,1-25-15,-53-1 0</inkml:trace>
  <inkml:trace contextRef="#ctx0" brushRef="#br0" timeOffset="29008.34">13539 6192 0,'0'-26'0,"0"0"15,0 52 32,0 27-31,0-1-16,-26 27 31,26-27-31,0 27 0,0-53 0,0 27 16,26-27-16,0 0 15,1-26-15,-1 26 0,26-26 16,-25 0-16,-1-26 16,26-26-16,-25-1 15,-1 1-15,0-27 16,-26 27-16,0 25 15,0 1-15,0 0 16,0 0 15,0 78 1,0 1-17,0-1-15,0 1 0,26-1 16,-26 0-16,0-25 15,0 25-15,0-26 16,0 27-16,0-27 16,0 0-16,0 27 15,0-27-15</inkml:trace>
  <inkml:trace contextRef="#ctx0" brushRef="#br0" timeOffset="29621.51">14169 6376 0,'0'-26'0,"-26"26"47,26 26-32,-26 0 1,26 53-16,0-27 15,0 1-15,0-27 16,26 27-16,0-27 16,0 0-16,0 0 15,1-26-15,-1 0 16,0 0-16,0 0 0,1 0 16,-27-26-16,0-26 15,0-1-15,0 1 16,-27 25-16,1-25 15,0 26-15,0-27 16,26 27 0,0 0-16,26 0 15,26 26-15,27 0 16,0 0-16,-27 0 16,1 26-16,-1 0 0,-52 27 15,0 25-15,0-25 16,0-1-16,0 27 15,0-27-15,0-25 16,0 25-16,27-26 16,-1-26-16,0 0 15,0 0-15,1 0 16,-1 0-16,0-26 16,0-53-16,0 27 15,-26-27-15,0 0 16,0 27-16,-52-27 15,26 53-15,0 0 0,-27 0 16,27 26 0,-27 52-16,27 1 15</inkml:trace>
  <inkml:trace contextRef="#ctx0" brushRef="#br0" timeOffset="30219.41">15192 6481 0,'0'26'47,"0"27"-47,0-1 16,0 1-16,0-27 15,0 0-15,0 0 16,0-52 31,0 0-47,0-53 16,0 27-16,0 25 0,0-25 15,0 26-15,0 0 16,27 26-16,-1 0 15,26 0 1,-25 0-16,25 52 16,1 27-16,-27-27 15,26 1-15,-26-1 16,-26 1-16,27-27 16,-27 0-1,0-78 16,0-1-31,0-26 16,0 27-16,0-1 16,52-25-16,-26 52 15,27-1-15,-1 1 16,1 26-16,-1 0 16,1 53-16,-1-1 15,1 0-15,-27 27 16,0-26-16,1 25 15,-27-25-15,0-1 0,0 27 16,-79-26-16</inkml:trace>
  <inkml:trace contextRef="#ctx0" brushRef="#br0" timeOffset="70664.88">15717 5825 0,'0'-26'0,"-52"0"31,-1-1-31,-52 27 0,-52-26 16,-53 26-16,0 0 16,-52 0-16,-27 0 15,0 26-15,-26 27 16,-26-1-16,26 27 15,53 52-15,26 0 0,78 1 16,80 25-16,78 0 16,0 1-16,157 26 15,79-1-15,27-52 16,78 1-16,0-27 31,53-53-31,-27-26 0,26-26 0,-25-26 16,-27-26-1,-52-53 1,-27-27-16,-52-51 16,-53-27-16,-52-53 15,-52-25-15,-53 25 0,-158 53 16,-78 27 0,-157 104-16,-80 27 0,-104 52 15,-27 0-15</inkml:trace>
  <inkml:trace contextRef="#ctx0" brushRef="#br0" timeOffset="77535.94">6979 8790 0,'0'26'16,"53"1"-16,130-1 15,80 26-15,78-25 16,53-1-16,78-26 16,-26 26-16,0-26 15,-52 26-15,-1-26 16,-104 0-16,-53 26 16,-52-26-16,-79 0 15</inkml:trace>
  <inkml:trace contextRef="#ctx0" brushRef="#br0" timeOffset="77775.74">10705 8711 0,'27'0'16,"51"0"-1,27 27-15,0-1 16,0 26-16,-26-25 15,-27 25-15,-25 1 16,-27 25-16,0-25 16,-53-1-16,-26 27 0,-26-27 15,-26-25-15,0 25 16</inkml:trace>
  <inkml:trace contextRef="#ctx0" brushRef="#br0" timeOffset="78179.74">8213 8003 0,'0'-26'0,"0"-1"16,0 80 15,0 26 0,0-1-31,0 1 0,0 0 0,26-1 16,0-25-16,-26-1 15,26-25-15,1-27 16</inkml:trace>
  <inkml:trace contextRef="#ctx0" brushRef="#br0" timeOffset="78447.03">8606 7977 0,'0'-27'15,"0"54"1,0 25 0,0 1-16,0 25 15,0 1-15,0-26 16,0-1-16,0 0 15,26-52-15,27 27 16,-27-27-16,27 0 16,-1-27-16,1-25 15,-27 0-15,-26-27 16,0 26-16,0 1 16,-53-1-16,1 27 0,-27 0 15,0 26-15,1 0 16,-1 0-16,27 52 15</inkml:trace>
  <inkml:trace contextRef="#ctx0" brushRef="#br0" timeOffset="78792.39">9131 8318 0,'0'26'15,"0"0"1,0 0 0,-26-26 156,0-26-172,-1 26 15,27-26-15</inkml:trace>
  <inkml:trace contextRef="#ctx0" brushRef="#br0" timeOffset="79185.23">9735 8108 0,'0'-26'0,"0"-1"0,0 1 15,0 0-15,0 0 16,-27 26-16,1 0 15,0 0 1,-27 0-16,27 0 16,0 26-16,0 0 15,26 0-15,0 27 16,0-1-16,78 1 16,-51-1-16,25 1 15,1-1-15,-53 1 16,0-1-16,0-26 0,0 1 15,-27-1-15,-25-26 16,-27 0-16,27 0 16,-1 0-16,27-26 15,0-27-15,26 1 16,0-27-16,52 27 16,53-1-16,0 1 15,26-1-15,-52 27 16</inkml:trace>
  <inkml:trace contextRef="#ctx0" brushRef="#br0" timeOffset="79357.33">10102 7924 0,'0'26'47,"0"27"-47,0 26 15,0-27-15,0 1 16,0 25-16,0-25 16,0-27-16,0 0 15</inkml:trace>
  <inkml:trace contextRef="#ctx0" brushRef="#br0" timeOffset="80425.98">10390 8003 0,'0'-26'16,"-26"-1"-16,-26 1 16,26 26-16,-27 0 15,1 26-15,-27 27 16,53-1-16,-27 1 16,53 26-16,0-27 15,0 1-15,26-27 16,27 0-16,-1-26 0,27 0 15,0 0-15,-27-26 16,27-27-16,-27 27 16,-25-26-16,25-1 15,-52 27-15,0-27 16,0 27-16,0 0 31,0 52 0,0 0-15,0 27-16,0-27 16,0 0-16,0 1 15,0-1-15,0-79 32,0 27-17,0-26-15,0-1 16,26 27-1,1 0-15,-1 26 0,0 0 16,0 0 0,1 0-16,25 52 15,-26-26-15,1 27 16,-27-27-16,26-26 0,0 26 16,0-52 15,-26-26-16,27 25-15,-27 1 16,26 0-16,0 26 31,26 0-15,1 26-16,-27 27 16,27-27-16,-1 0 15,-26-26-15,1 26 0,-1-26 16,0-26-1,-26 0-15,0-27 16,0 1-16,0 26 16,0-27-16,0 27 15,0 78 32,0 27-47,0 0 16,0 0-1,0-1-15,26-25 0,-26 25 16,0-25-16,0-27 0,0 0 16,0 1-16,-26-27 15,0-27 1,26-25 0,-26-27-1,26 1-15,0-27 0,0 26 16,26-26-16,0 52 15,0 1-15,1 26 16,-1 26-16,0 0 16,0 26-1,1 0 1,-27 27-16,0-27 16,0 26-16,0-25 0,-27 25 15,-25-26-15,-27 1 16</inkml:trace>
  <inkml:trace contextRef="#ctx0" brushRef="#br0" timeOffset="80882.37">11860 7531 0,'-26'0'0,"26"-27"15,-27 80 1,27-1 0,0 27-16,0-27 15,0 27-15,0-26 16,0-1-16,0 1 16,0-27-16,0 0 15,0-52 16,0 0-31,27-27 0,-1 27 16,0 26 0,0-26-16,1 26 0,-1 26 15,26 0-15,1 27 16,26-1-16,-27-26 16,1 1-1,-27-27-15,26 0 0,-26 0 16,1 0-16,25-27 15,-26-25-15,27 26 16,-53-27-16,26 1 16,-26-1-16,0 27 15</inkml:trace>
  <inkml:trace contextRef="#ctx0" brushRef="#br0" timeOffset="81784.39">22408 8239 0,'0'-26'0,"0"0"16,-78 26-16,-1 0 15,-26 0-15,-53 0 16,1 0-16,-53 0 16,0 26-16,-26 0 15,-26 27-15,-1-27 16,-25 0-16,25 0 16,-25 0-16,25 1 15,27-1-15,52 0 16,27 0-16,52-26 15,26 27-15,53-27 0,52 0 47,27 0-31,-1 0-16,27 0 16,-53 0-16</inkml:trace>
  <inkml:trace contextRef="#ctx0" brushRef="#br0" timeOffset="82092.89">19391 8213 0,'-27'0'16,"-25"0"-16,0 26 15,-27 0-15,0 27 16,0-27-16,1 26 15,25-25-15,1-27 16,-1 26-16,27-26 16,26 26-1,0 0 17,52-26-32,27 53 0,0-27 15,-27 27-15,27-27 16,26 0-16,-26 0 15,-1 1-15,-25-27 16,-1 0-16</inkml:trace>
  <inkml:trace contextRef="#ctx0" brushRef="#br0" timeOffset="82406.97">19364 7636 0,'0'-27'0,"0"1"16,27 26 0,51-26-16,1 26 15,0 0-15,-27 0 16,27 0-16,-53 26 15,1 27-15,-1-1 16,-26 27-16,0-27 16,0 1-16,0-1 15,0-26-15,0 27 0,0-27 16,0 0 0,-26 1-16,-1-27 0</inkml:trace>
  <inkml:trace contextRef="#ctx0" brushRef="#br0" timeOffset="82594.63">19443 7977 0,'-26'0'16,"26"-27"0,26 1-16,105 0 15,1 0-15,25-1 16,0 1-16,-52 0 15,0 0-15</inkml:trace>
  <inkml:trace contextRef="#ctx0" brushRef="#br0" timeOffset="82956.74">20440 7819 0,'53'0'125,"-27"0"-109,26 0-16,-25 0 15,-54 0 110</inkml:trace>
  <inkml:trace contextRef="#ctx0" brushRef="#br0" timeOffset="83302.33">20991 7636 0,'-26'-27'15,"0"1"-15,26 0 32,0 0-32,52 26 0,1-27 15,-1 27-15,-25 0 16,-1 0-16,0 0 16,-26 53-16,0-1 15,0 1-15,-26 25 16,-27-51-16,-25 25 15,51-26-15,-25 1 0,26-27 16,78 0 15,27 0-15,26 0-16,26-27 16,-26 1-16,-26 0 15,-1 0-15</inkml:trace>
  <inkml:trace contextRef="#ctx0" brushRef="#br0" timeOffset="83521.89">21674 7426 0,'0'-27'32,"-27"27"-17,27 53 1,-26-1-16,26 1 15,0-1-15,0 1 16,0-1-16,0 1 16,0-1-16,0-26 15,26 1-15,1-1 16,-1-26-16,0 0 0</inkml:trace>
  <inkml:trace contextRef="#ctx0" brushRef="#br0" timeOffset="84621.56">21988 7478 0,'-26'-26'0,"0"26"15,-27 0-15,-25 0 16,25 26-16,1 27 16,-1-27-16,27 26 15,26 1-15,0-1 16,0-26-16,79 27 15,-27-27-15,27-26 0,0 0 16,-1 0-16,1 0 16,-26-26-1,-1 0-15,-26-27 0,1 1 32,-27-1-32,0 27 15,0 0-15,0 0 16,0 52 31,0 0-47,0 27 15,0-1-15,0-26 16,0 0-16,0 1 16,0-54 30,0 1-46,0-26 16,0-1-16,26 1 16,0 26-16,0-1 15,1 27-15,-1 0 16,0 0-16,0 0 0,1 27 16,-1 25-1,0-26-15,-26 27 0,26-27 16,0-26-16,-26 26 15,27-26 17,-27-26-17,26-26-15,-26 25 16,26 1-16,0-26 16,-26 25-1,27 27 1,-27 27-1,26-1-15,0 26 16,0-25-16,1-1 0,-1 0 16,26-26-16,-25 0 15,-1 0-15,0 0 16,-26-26-16,26 0 16,1-27-16,-27 1 15,0 25-15,0-25 16,0 26-16,0 78 62,0 1-62,0-1 0,0 27 16,0-27-16,0 1 16,0-1-16,0 1 15,0-27-15,0 0 16,-27-26-1,1 0 1,0-26 0,0-53-16,26 27 15,0-27-15,0 0 16,26 1-16,26 25 0,1 27 16,-1 0-16,-26-1 15,1 27-15,-1 0 16,26 0-16,-25 27 15,-27-1-15,26 0 16,-26 0-16,0 1 16,0 25-16,-79-26 15,0 27-15,-25-27 16</inkml:trace>
  <inkml:trace contextRef="#ctx0" brushRef="#br0" timeOffset="85093.26">23563 7058 0,'0'-26'15,"0"52"16,-26 27-15,26 52-16,-27-27 0,27 1 16,-26 0-16,26-27 15,0 1-15,0-1 16,0-25 0,26-54 15,1 1-31,25 0 15,-26 0-15,1 26 16,-1 0-16,0 0 16,0 0-16,0 0 15,27 26-15,-27 0 16,27-26-16,-27 26 16,0-26-16,0 0 15,1 0 1,-1-26-16,0 0 15,0-27-15,-26 27 16,0 0-16</inkml:trace>
  <inkml:trace contextRef="#ctx0" brushRef="#br0" timeOffset="88016.13">5694 4303 0,'-27'0'0,"1"0"0,52-26 47,53 26-47,52-26 15,0-1-15,1 1 16,-27 0-16,0 26 16,0 0-16,0-26 15,-53 26-15,0 0 16,-25 0-16,-80 0 31,-52 26-31,-26 0 0,0 0 16,0 1-16,-1-1 15,1 0-15,26 0 16,27-26-16,25 27 16,27-27-16,0 0 15,52 0 16,26 0-15,53 0-16,-26 0 16,52 0-16,-26 0 15,53-27-15,-27 27 16,-26 0-16,0 0 0,-27 0 16</inkml:trace>
  <inkml:trace contextRef="#ctx0" brushRef="#br0" timeOffset="90585.14">9787 10679 0,'-26'0'0,"26"-26"16,0 52 15,0 27-31,0-1 15,0 27-15,26 0 0,-26 26 16,26-27-16,-26 1 16,0 0-16,0-27 15,0 1 1,0-1-16,0-25 0,0-1 16,0 26-16,0-26 15,0 1 1,-26-27-1</inkml:trace>
  <inkml:trace contextRef="#ctx0" brushRef="#br0" timeOffset="91339.97">9577 10811 0,'53'-27'16,"-1"1"-16,27-26 15,26 52-15,0-27 16,-27 27-16,-25 0 16,-1 27-16,1-1 15,-53 53-15,26-27 0,-26 0 16,0 27 0,0-26-16,-26-1 0,-27 1 15,-25-1-15,25-26 16,-26-26-16,27 27 15,26-27-15,-1 0 16,1 0-16,0 0 16,78 0 62,1 26-78,-1 0 15,27 0-15,-26 1 16,25-1-16,-25 0 16,26 0-16,-27-26 15,0 27-15,1-27 16,-27 0-16,27 0 16,-27 0-16,26 0 15,-25 0-15,25-53 16,1 27-16,-27-27 15,0 1-15,0-1 16,-26 1-16,0-1 16,0 27-16,-26 26 15,0 0-15,-27 0 16,27 0-16,-26 26 16,25 27-16,1-27 15,26 0-15,0 27 16,0-27-16,53 27 15,-1-27-15,1 26 16,-1-25-16,1 25 16,-1-26-16,-26 0 15,1-26-15,-27 27 16,0-1-16,-27 0 16,-51-26-16,25 26 15,-26-26-15,1 0 16,25 0-16,27 0 15,0-26-15,26 0 16</inkml:trace>
  <inkml:trace contextRef="#ctx0" brushRef="#br0" timeOffset="91684.99">11571 11099 0,'-26'-26'0,"0"26"16,52 0 30,27 0-46,25 0 16,27 0-16,26 26 16,27-26-16,-27 0 15,0 0-15,-26 0 0,-26 0 16,0 0-16,-53 0 16,26 0-16,-52-26 31</inkml:trace>
  <inkml:trace contextRef="#ctx0" brushRef="#br0" timeOffset="91967.94">12411 10837 0,'52'26'63,"1"0"-63,-1 0 15,1 1-15,-1-27 16,-25 26-16,-1-26 16,0 26-16,-26 0 47,0 1-32,-26 25-15,0 27 16,-53 0-16,26-1 15,-25 1-15,25 26 0,-26-26 16</inkml:trace>
  <inkml:trace contextRef="#ctx0" brushRef="#br0" timeOffset="102528.15">13461 10627 0,'-27'-26'0,"27"-1"32,0 54 15,0 25-47,0 27 15,27 0-15,-27-27 16,0 27-16,26-27 15,-26 1-15,0-1 16,0 1-16,0-27 16,0 0-16,0 0 15,0 1 1,0-1-16,0 0 16</inkml:trace>
  <inkml:trace contextRef="#ctx0" brushRef="#br0" timeOffset="103047.75">13933 10653 0,'0'-26'0,"-26"26"16,-1 0-16,1 0 31,0 26-16,0 27-15,26-1 16,0 1-16,26-1 16,53 27-1,-27-27-15,27-26 0,-27 27 16,-25-27-16,25 0 16,-52 1-1,-26-1 1,-27-26-16,1 26 15,-1-26 1,1 0-16,26 0 0,26-26 16,-27 0-16,27-1 15,0-25-15,27-1 16,25 1-16,1-1 16,-1 1-16,1 0 15,-1 25-15,-52-25 16,26-1-16,-26 27 15,0 0-15,-26-27 0,0 27 16,-27 26-16,1-26 16,26 26-16,-27 0 15,27 0-15,0 0 16,-1 0-16,1 0 16,26 26-1,-26 0-15,26 1 0</inkml:trace>
  <inkml:trace contextRef="#ctx0" brushRef="#br0" timeOffset="103562.8">14510 10574 0,'0'-26'16,"0"0"-16,0 78 47,0 1-47,0-1 15,0 1 1,26 26-16,-26-27 0,0 0 16,0 1-1,0-1-15,0-25 0,0 25 16,0-26-16</inkml:trace>
  <inkml:trace contextRef="#ctx0" brushRef="#br0" timeOffset="103802.66">14851 10627 0,'-26'-26'16,"-26"26"-16,-1 0 0,-26 0 16,27 26-16,-1 0 15,27 0 1,0 1-16,26-1 0,0 26 15,0-25-15,0 25 16,52-26-16,1 27 16,26-27-1,-1-26-15,1 26 0,-27-26 16,27 0-16,-26 0 0,-1 26 16,-26-26-1,1 0-15</inkml:trace>
  <inkml:trace contextRef="#ctx0" brushRef="#br0" timeOffset="104904.43">15140 10758 0,'0'-26'16,"-26"26"0,26 52 30,0-25-46,0 25 32,0-26-32,0 27 15,0-27-15,0 0 32,0-52-1,0 0-31,-27-27 15,27 1-15,0-1 16,0 27-16,0 0 16,0 0-16,27-1 0,-1 27 15,0 0-15,27 0 16,-27 0-16,26 53 16,1-27-16,-1 27 15,-25-27-15,-1 0 16,0 0-16,-26 0 15,26-26 1,-26-26 15,0 0-31,0-26 16,0 25-16,0-25 16,26 52-1,-26-26 1,27 26-1,-1 26 1,0 0-16,27 0 16,-1 1-16,-26-1 15,27 0-15,-27-26 16,0 26-16,1-26 16,-1 0-16,0 0 0,0 0 15,-26-26-15,27 0 16,-27-27-16,26 27 15,-26-26-15,0 25 16,0 1-16,0 0 16,0 0-16,0-1 15,0 1 1,0 79 15,0-1-15,0 27-1,0-27-15,0 27 0,0 0 16,0-1-16,0 1 16,0 0-16,26-27 15,0 1-15,-26-27 16,27 0-16,-27 1 16,0-80 30,0-26-30,-27-26-16,1 0 16,26 0-16,0 27 15,0-1-15,0 27 16,0-1-16,26 27 0,27 26 16,-27-26-16,0 26 15,0 0-15,1 0 16,-1 0-16,0 26 15,0 26-15,-26-25 16,0-1-16,0 0 16,0 27-16,-26-27 15,-53 0-15,27 26 0,0 1 16,-1-27 0,1 0-16</inkml:trace>
  <inkml:trace contextRef="#ctx0" brushRef="#br0" timeOffset="105454.56">16688 10233 0,'-26'-26'0,"0"0"15,26 52 48,0 27-63,0 25 16,26 1-16,-26 0 15,26-27-15,-26 1 16,0-1-16,26-26 15,-26 1-15,26-27 32,1-27-17,-1-25 1,26-1-16,-25 27 16,-1 26-16,0 0 15,0 0 1,1 0-16,-1 26 15,26 1-15,1-1 16,-1 0-16,1-26 16,26 0-16,-53 0 15,26 0-15,-26 0 16,27 0-16,-27-26 0,0 0 16,1-1-1,-27-25-15,0-1 0,0 27 16,0 0-1</inkml:trace>
  <inkml:trace contextRef="#ctx0" brushRef="#br0" timeOffset="116698.42">14930 5589 0,'-53'-26'0,"53"52"63,0 0-63,0 53 15,0-27-15,0-25 16,27-1-16,-27 0 16,26-26 15,26-26-16,1-53 1,26 0-16,-1 1 16,1-27-16,0-27 0,0 27 15,-1 1-15,1-1 16,-27 26-16,-25 26 16,-1 1-16,0-1 15,0 53-15,-26-26 16,0 0 15,27 26 1703,-1 0-1734</inkml:trace>
  <inkml:trace contextRef="#ctx0" brushRef="#br0" timeOffset="117856.61">13303 11939 0,'-184'0'15,"79"0"-15,53 0 16,209 0-1,80 0-15,130 0 16,27-26-16,52-27 16,0 27-16,0-27 15,-26 1-15,-53-1 16,-26 1-16,-79 26 16,-25-27-16,-106 53 15,-52-26-15,-53 26 16,-105 0 15,-78 26-31,-53 0 0</inkml:trace>
  <inkml:trace contextRef="#ctx0" brushRef="#br0" timeOffset="118218.97">13146 12096 0,'-105'0'16,"52"0"-16,53 27 0,131-27 31,53 0-31,78 0 16,53-27-16,53-25 15,25-1-15,1 1 16,-27-1-1,1 1-15,-53-1 0,-27 1 16,-25 26-16,-54-27 16,-25 27-16,-53 0 15,-52-1-15,-26 27 16,-80 0 31,-25 0-32,-53 0-15,0 0 16</inkml:trace>
  <inkml:trace contextRef="#ctx0" brushRef="#br0" timeOffset="122063.35">5667 4513 0,'0'-26'16,"0"0"-16,0-1 15,53 1-15,26 26 16,-1 0-16,1 0 16,0 0-16,-1 0 15,-25 26-15,-27 27 31,-26 25-31,0 27 16,-52 27-16,-27-1 0,-26 0 0,26 0 16,1 27-16,-1-27 0,26 26 15,27 1-15,0-27 32,26 0-32,0-26 15,52 0-15,27 0 16,0-26-16,0-53 15,-1 26-15,-25-52 16,-1 27-16,-26-27 16,-52 0 15,-26 26-15,-53 0-1,26 53-15,-26 0 0,26 26 16,27 52-16,26 0 15,-1 1-15,27-1 16,0 1-16,53-27 16,-1 26-16,27-25 15,-26-1-15,-27-26 16,0 0-16,-26-27 16,-26 27-16,-79-26 15,-53 26-15,1-26 16,-27 0-16,1-27 15</inkml:trace>
  <inkml:trace contextRef="#ctx0" brushRef="#br0" timeOffset="125439.47">18105 10601 0,'-26'-27'16,"52"27"15,53 27-31,-1 25 16,27 1-16,0 25 15,-26-25-15,26-1 16,-26 1-16,-1-1 16,-25-26-16,-1 27 15,1-27 1,-27-26-16,27 26 0,-27-26 16,-26 27-16,-53-27 31</inkml:trace>
  <inkml:trace contextRef="#ctx0" brushRef="#br0" timeOffset="127325.12">18813 10574 0,'-26'-26'16,"0"26"-16,0-26 15,-1 52 32,1 27-47,-26 25 0,-1 27 16,1-26-16,26 0 15,-27-1-15,1 1 16,-1 0-16,1-27 16,25 1-16,1-27 15,26 27-15,-26-53 16,26 26-16,-26 0 15,-1-26 1595,27 26-1610,-52-26 15</inkml:trace>
  <inkml:trace contextRef="#ctx0" brushRef="#br0" timeOffset="129091.69">19706 10181 0,'0'-26'0,"0"-1"31,-27 27 16,1 27-32,0-1-15,0 26 16,-1-25-16,27-1 16,0 0-16,0 26 15,0-25-15,53-1 16,-1 26-16,-25-25 16,25-1-16,1 0 15,25-26-15,-25 26 16,25 1-16,1-1 0,-26-26 15,-1 26-15,1 0 16,-53 1 0,0-1-1,-53-26 1,-26 26-16,1 0 16,-27-26-16,52 0 15,1 27-15,-1-27 16,27 0-1,0 0-15,26-27 16,-26-25-16</inkml:trace>
  <inkml:trace contextRef="#ctx0" brushRef="#br0" timeOffset="129421.55">19889 10155 0,'-52'0'15,"26"-27"-15,-1 27 16,54 0 31,25 0-47,27 0 16,-1 0-16,27 0 15,-26 0-15,0 0 16,-27 0-16,27 0 15,-26-26-15,-27 26 16,26 0-16,-26 0 16,-52 0 46,0 0-62</inkml:trace>
  <inkml:trace contextRef="#ctx0" brushRef="#br0" timeOffset="129800.01">18997 11178 0,'-26'0'0,"26"26"16,52 0 15,27-26-31,79 0 16,-1 0-16,27 0 16,52 0-16,-26 0 15,0 0-15,0 0 16,-53-26-16,0 26 15,-52 0-15,0-26 16,-52 26-16,-27 0 16,-52 0 15,-53 52-31,-26-25 0,-26 25 16</inkml:trace>
  <inkml:trace contextRef="#ctx0" brushRef="#br0" timeOffset="130079.15">19601 11493 0,'0'-26'16,"0"78"30,0 0-30,0 27-16,0-26 16,0 25-1,0 1-15,0 0 0,0-27 16,0 1-16,0-1 16,0 1-16,26-27 15,-26 0-15,0 0 0,0 1 16</inkml:trace>
  <inkml:trace contextRef="#ctx0" brushRef="#br0" timeOffset="130538.74">20230 11650 0,'0'-52'0,"-26"52"16,0-27-16,0 27 15,-1 0-15,1 0 16,-26 27-16,25-1 16,1 53-16,26-27 15,0 1 1,0 25-16,53-25 0,25-1 16,1 1-1,-26-27-15,-1 27 0,1-27 16,-27 0-16,0-26 15,-26 26 1,-52 0 0,-27-26-1,0 27-15,0-27 0,27 0 16,-1 0-16,27-27 16,26-25-16,0 0 0,26-1 15,53-26-15,26 1 16,-26-1-16,0 0 15,-27 27-15,-26 25 16,1 1 0,-54 26-1,-51 0-15,-1 0 32,0 26-32,0 1 0</inkml:trace>
  <inkml:trace contextRef="#ctx0" brushRef="#br0" timeOffset="130780.78">20860 11309 0,'0'-26'0,"0"0"15,-79 52 1,-26 53-1,-26 26-15,-52 52 16,-27 0-16,26 1 0,0-1 16,-26-26-16,27 1 15,25-1-15,1-52 16,-27-1-16,27-51 16</inkml:trace>
  <inkml:trace contextRef="#ctx0" brushRef="#br0" timeOffset="131231.71">16662 10233 0,'-26'0'0,"-79"53"16,-27-1-16,-25 53 15,-79 0-15,-27 26 16,-25 1-16,-27-1 16,-26 26-16,26-26 15,26 1-15,27-1 16,78-53-16,53 27 15,26-52-15,53 26 0,52-27 16,0-26-16</inkml:trace>
  <inkml:trace contextRef="#ctx0" brushRef="#br0" timeOffset="131830.14">21149 10942 0,'-26'0'0,"78"0"32,53 0-17,0 0-15,0 0 16,26 0-16,-52-27 16,0 27-16,-27 0 15,-26 0-15,-52 0 16</inkml:trace>
  <inkml:trace contextRef="#ctx0" brushRef="#br0" timeOffset="131982.7">21280 11178 0,'-26'0'16,"104"0"15,27 0-16,79-26-15,0 26 16,-1-27-16,-25 1 0</inkml:trace>
  <inkml:trace contextRef="#ctx0" brushRef="#br0" timeOffset="132506.57">22802 10574 0,'0'-26'16,"0"0"-1,0 0-15,-26 26 63,-1 26-63,27 26 16,0-25-16,0 25 15,0 1-15,53-27 0,-1 26 16,1-25-16,-1-1 15,1 0-15,25 0 16,-25 0-16,-1 1 16,1-1-16,-1 0 15,-25 0-15,-1 1 16,-26-1 0,0 0-16,0 0 15,-79 1-15,0-1 16,-26-26-16,1 26 0,25-26 15,0 0-15,27 0 16,25 0-16,-25-26 16,52-27-1,0-25-15</inkml:trace>
  <inkml:trace contextRef="#ctx0" brushRef="#br0" timeOffset="132757.81">22828 10522 0,'-26'0'0,"105"0"47,26 0-47,-1 0 0,28 0 16,-1 0-16,-26 0 16,-26 0-16,-1 0 15,-51-26-15,-54 26 63,-25 0-48,-1 26-15</inkml:trace>
  <inkml:trace contextRef="#ctx0" brushRef="#br0" timeOffset="135056.23">24114 10601 0,'0'-27'0,"0"1"31,-26 26 47,-1 0-62,1 0-16,0 0 15,0 26 1,26 1-1,0-1-15,0 0 0,0 0 16,0 1 0,26-27-16,-26 26 15,26-26-15,-26 26 16,26-26-16,1 26 16,-1-26-16,26 27 15,-25-27-15,25 26 16,-26-26-16,1 0 15,-1 0-15,-26 26 47,-26 0 31,-1-26-78,-25 26 16,-1-26-16,27 27 16,-26-27-16,25 26 15,1-26-15,0 0 547</inkml:trace>
  <inkml:trace contextRef="#ctx0" brushRef="#br0" timeOffset="136998.2">24061 10522 0,'0'-26'15,"-26"26"48,0 26-48,0-26-15,-1 26 16,27 0 0,0 1-1,0-1-15,0 0 16,0 0-16,27-26 15,-1 27 1,0-27-16,0 26 16,1-26-16,25 26 15,-26-26-15,53 26 16,-26-26-16,25 27 16,-25-1-16,-1-26 15,-26 26-15,1-26 16,-1 0-1,-26 26-15,-53 0 32,-25 1-17,-1-27-15,27 0 16,-1 0-16,1 0 16,25 26-16,1-26 15,0 0 1,52 0 31,0-26-47,1-1 15</inkml:trace>
  <inkml:trace contextRef="#ctx0" brushRef="#br0" timeOffset="137312.68">24507 10679 0</inkml:trace>
  <inkml:trace contextRef="#ctx0" brushRef="#br0" timeOffset="140192.45">23169 9892 0,'-26'-26'0,"26"78"47,0-25-31,26 25-16,0 1 15,1-27-15,-27 0 16,0 0-16,0 1 16,0-80 30,0 27-46,0-27 16,0 27 0,0-26-16,0 25 0,26 27 47,0 27-32,27 25-15,-27-26 16,0 27-16,0-27 15,-26 0-15,0 1 16,0-54 31,-26 1-47,0-26 16,26-1-16,0 1 15,0-1-15,0 27 16,26 0-16,0-1 15,1 27 1,-1 27 0,0-1-1,-26 26-15,26 1 16,-26-1-16,0-25 16,0 25-16,0-26 15,0 27-15,0-27 16</inkml:trace>
  <inkml:trace contextRef="#ctx0" brushRef="#br0" timeOffset="140554.22">23825 9525 0,'0'-53'16,"0"1"-16,0 26 15,26 26 16,1 26-15,-27 26 0,26 53-16,0-26 15,-26 52-15,0-26 16,0 26-16,0 1 16,-26-1-16,0 26 15,-27-26-15,27 1 16,-27 25-16,27-26 15,0 0-15,26-26 16,0 0-16,0-26 16,0-26-16,0-1 15,0-26 1,52-52 15,-25-53-31</inkml:trace>
  <inkml:trace contextRef="#ctx0" brushRef="#br0" timeOffset="141719">24455 10732 0,'-26'0'0,"26"26"16,26-26-1,0 0 1,0 0-16,1 0 15,-1 0 1,0-26-16,0 0 16,1-1-16,-1 1 15,0 0-15,-26 0 16,26-1-16,-26 1 0,0 0 16,0 0-1,-26 26 1,0 0-1,0 0 17,-1 26-17,1 0-15,0 0 16,0 1-16,26 25 16,-27-26-16,27 27 15,0-27-15,0 0 16,0 27-16,27-27 15,-1 0-15,26-26 0,-25 26 16,25-26-16,-26 0 16,27 0-16,-1 0 15,-25-26-15,25-26 16,-26 26-16,27-53 16,-1 26-16,-26 1 15,1-1-15,-27 27 16,0 0-16,0 0 15,-27 26 1,1 0-16,-52 26 16,25 0-16,1 27 15,-1-1-15,53 1 0,0-1 16,0 1-16,0-27 16,53 26-16,-1-26 15,27-26-15,-27 0 16,27 0-16,0 0 15,-1-52 1,-25 26-16,-1-53 0</inkml:trace>
  <inkml:trace contextRef="#ctx0" brushRef="#br0" timeOffset="150235.74">13959 14117 0,'0'-27'0,"-26"27"31,26 27-15,-26 25-16,-27 53 16,27-26-16,0 0 15,-1-1 1,1-25-16,26-27 0,0 27 16,0-27-16,26 0 15,27-26-15,52 26 16,0-26-16,26 0 0,0 0 15,0 0-15,-26-26 16,-26 26-16,-26-26 16,-27 0-16</inkml:trace>
  <inkml:trace contextRef="#ctx0" brushRef="#br0" timeOffset="150519.42">14274 14274 0,'-26'0'0,"-1"0"16,27 26 15,0 27-15,53 26-16,-53-1 15,26 1-15,0 0 16,-26-1-16,0 1 15,0-26-15,0-1 16,0 1-16,0-1 16,0-26-16,0 1 15,0-1-15,27-26 16</inkml:trace>
  <inkml:trace contextRef="#ctx0" brushRef="#br0" timeOffset="151162.59">14982 14300 0,'-52'-26'16,"26"26"-16,-1 0 47,1 53-47,0 25 15,0-25-15,26-1 16,0 1-16,0-27 16,0 0-16,26 1 15,26-1-15,-25-26 16,-1 0-16,-26-26 47,0-27-47,0 1 31,26-1-31,0 27 0,1-27 0,25 1 16,1-1-16,25 27 15,1 0-15,-26 26 16,25 0-16,-25 0 16,-1 0-16,-26 52 15,1 1 1,-1-1-16,-26 1 0,26 26 15,-26-27-15,26-26 16,1 1-16,-1-1 16,26 0-16,-25-26 0,51 0 15,-25 0-15,-1-26 16,1-27 0,-1 1-16,-25-1 0,-1 1 15,-26-1-15,0-25 16,0 25-16,-53 1 15,-25-1-15,25 27 16,1 0-16,-27 26 16,26-27-16,1 27 15,-1 0 1,27 0-16,-26 27 0,25 25 0,27 27 16</inkml:trace>
  <inkml:trace contextRef="#ctx0" brushRef="#br0" timeOffset="151868.92">16452 14090 0,'-26'0'0,"-1"0"0,27 53 31,0 26-31,0-1 16,0 1-16,27-26 16,-27-1-16,0 1 15,0-27 1,0 0-1,0-52 17,0-27-32,0 1 15,0-1-15,0-25 0,26 25 16,0 27 0,0 0-16,1 26 0,-1 0 15,26 0 1,-25 26-16,25 26 15,0 27-15,-25-26 16,-1-1-16,0 1 16,-26-27-16,26 0 15,-26-52 32,0-27-47,0 1 0,0-53 16,0 26-16,53 0 15,26 1-15,-1 25 16,-25 27 0,-1 26-1,1 0-15,-1 0 16,-25 26-16,25 0 16,0 27-16,-25-1 15,-1 1-15,0 26 16,-26-27-16,26 1 15,-26-1-15,0-26 16,0 27-16,-26-1 0,0-25 16,-27-1-16,1 0 15</inkml:trace>
  <inkml:trace contextRef="#ctx0" brushRef="#br0" timeOffset="152276.98">13172 15324 0,'-158'26'15,"54"0"-15,51-26 16,184 26 0,79-26-1,131 0-15,53 0 16,78 0-16,53-52 16,26 26-16,26-27 15,1 1-15,-54-1 0,-25 1 16,-53 26-16,-79-27 15,-78 27-15,-105 0 16,-106 26-16,-25 0 16,-158 0 15,-53 26-31,-25 26 16</inkml:trace>
  <inkml:trace contextRef="#ctx0" brushRef="#br0" timeOffset="152764.44">15612 16137 0,'-79'0'16,"27"0"-16,26 0 16,78 0 15,27 0-31,0 0 0,26-26 15,-27 26-15,1 0 16,-26-26-16,-27 26 16,0 0-16,-52 0 15</inkml:trace>
  <inkml:trace contextRef="#ctx0" brushRef="#br0" timeOffset="153173.37">15560 16163 0,'-27'0'0,"1"0"16,26 27-1,-26 25 1,0 1-16,26 25 16,0 1-16,0-26 15,0-1-15,0-26 16,0 1-16,0-1 15,0-52 32,0-1-47,26-25 0,0 26 16,27-27-16,-1 27 16,1 26-1,-1 0-15,27 0 0,-27 0 16,1 0-16,-1 26 15,-25 27-15,25-27 16,-52 26-16,0 1 16,0-1-16,-52 1 15,-1-1-15,-26-26 16,27 1-16,-27-27 16,27 0-16,-1 0 0,27 0 15</inkml:trace>
  <inkml:trace contextRef="#ctx0" brushRef="#br0" timeOffset="153801.22">16268 16111 0,'0'26'47,"0"27"-32,26-1-15,1 1 16,-27-27-16,26 26 0,-26-25 16,0-1-1,0-52 17,-26-27-17,-1 1-15,1 25 16,26-25-16,0-1 15,0 27-15,0 0 0,53 26 16,-1-26 0,1 26-16,-1 0 0,27 26 15,-27 0-15,1 27 16,-1-1-16,-26 1 16,27-27-1,-53 26-15,0-25 0,0-1 16,0-79 31,0 1-47,0-27 15,0 0-15,0 27 16,0-27-16,26 27 16,0 26-16,1 26 0,-1-27 15,0 27-15,0 0 16,1 53-16,-1-1 15,26 1-15,-25-1 16,-1 1-16,0-1 16,0 1-1,-26-1-15,27-26 0,-27 1 16,0-1-16,26-26 16,26-26-1</inkml:trace>
  <inkml:trace contextRef="#ctx0" brushRef="#br0" timeOffset="154083.12">17633 15612 0,'0'-52'15,"-27"26"-15,1 26 16,0-27-16,26 80 47,0-1-32,0 53-15,-26 27 0,26-1 16,-27 0-16,1 0 16,0 0-16,-27 1 0,27-27 15,0 26 1,0-53-16,26 1 16,0 0-16,0-53 15,-26 0-15,26 1 0,0-54 31</inkml:trace>
  <inkml:trace contextRef="#ctx0" brushRef="#br0" timeOffset="154460.65">17921 16295 0,'0'-27'15,"-26"27"-15,26-26 0,-26 26 16,0 0 15,-1 26-31,1 1 0,0-1 16,0 0-16,26 0 16,0 27-16,0-27 15,26 0-15,26 1 16,1-1-16,26 0 15,-1 0-15,-25 1 16,-1-1-16,-26 26 16,1-26-1,-27 1-15,-53-1 16,-26 0 0,27-26-16,0 0 15,-1 0-15,27-26 31,26 0-31,0-53 0</inkml:trace>
  <inkml:trace contextRef="#ctx0" brushRef="#br0" timeOffset="154916.21">18315 16452 0,'52'0'31,"1"0"-16,-1-26-15,27 0 16,0-1-16,-27 1 16,1 0-16,-27 0 15,-26-1-15,0-25 16,0 26-16,0-1 16,-26 27-16,-1 0 15,-25 0-15,0 27 16,-1 25-16,27 27 0,0-27 15,26 27-15,0-26 16,78-1-16,-25 1 16,25-27-16,27-26 15,-26 0-15,0-26 16,26-1-16,-53-25 16,27-1-16,-26 1 15,-27-1-15,-26 106 47,26-27-47,26 0 16,1-26-16,-1 0 15,27 0-15,-26 0 16,25 0-16,-25-26 16,-53 0-16,0 0 15</inkml:trace>
  <inkml:trace contextRef="#ctx0" brushRef="#br0" timeOffset="155371.89">16189 15402 0,'0'27'15,"-26"78"1,-79 52-16,27 53 16,-54 0-16,27 0 15,0 26-15,-26-26 16,0 0-16,26-26 15,0-27-15,26-26 16,27 0-16,-1-52 0,1 0 16,-1-53-16,1-26 15</inkml:trace>
  <inkml:trace contextRef="#ctx0" brushRef="#br0" timeOffset="155937.92">13224 14878 0,'-236'52'0,"26"-26"15,53 27-15,52-53 16,79 26-16,131 0 16,105-26-1,104 0-15,28-52 0,51-1 16,1-25-16,-1-1 15,1-26-15,-27 26 16,-52 1-16,-26 25 16,-79-26-16,-53 27 15,-52 26-15,-52-1 16,-27 27-16,-79 0 141,-25 0-126,-1 0-15,-26 0 16</inkml:trace>
  <inkml:trace contextRef="#ctx0" brushRef="#br0" timeOffset="156739.35">14641 13330 0,'0'-53'0,"0"27"15,0 0-15,0-1 16,-26 27-16,0 0 15,-27 0-15,1 0 16,-1 0-16,1 27 16,26 25-16,26-26 15,0 1-15,0 25 16,26-26-16,26 27 16,27-27-16,-26 26 15,-1-25-15,1-1 0,-1 26 16,-26-52-1,-26 27-15,27-27 0,-27 26 32,-27-26-32,-25 26 0,-1-26 15,27 0-15,0 0 16,0-26-16,-1 0 16,27-1-16,0-25 15,27-1-15,25-25 16,1 25-16,25 1 15,-25 26-15,25-27 16,-25 27-16,-27 0 16,0-1-16,1 27 0,-27 27 47,0 25-47,0 1 15,0 25-15,26-25 16,0-1-16,27 1 15,-1-27-15,1 0 16,-1-26-16,1 0 16,-27 0-16,26-26 15,1 0-15,-1-27 16,-26-25 0,-26 25-16,0-26 0,0 27 0,-78-1 15,-1 1-15,-26 26 16,26-1-1,1 27-15,-1 0 0,0 27 16,-26 25-16,27 27 16</inkml:trace>
  <inkml:trace contextRef="#ctx0" brushRef="#br0" timeOffset="157908.5">1259 7898 0,'-184'79'15,"27"-1"1,52-25-16,26-1 0,53-52 15,105 0 1,52-78-16,79-1 16,79-52-16,-1-27 15,27 1-15,26-27 16,-26 27-16,-26-1 16,-1 1-16,-52 52 0,-52 26 15,-79 27 1,-52 52-16,-106 26 15,-131 53-15,-52 26 16,-26 26-16,-53 26 16,0 1-16,-26-1 15,0-26-15,26 0 16,53 1-16,52-1 16,52-52-16,80-27 15,78-26-15,26-26 16,157-26-16,106-79 15,78-26-15,80-53 0,51-26 16,-26 0 0,-52 27-16,-52-1 0,-54 27 15,-104 78-15,-105 0 16,-78 53-16</inkml:trace>
</inkml:ink>
</file>

<file path=ppt/ink/ink2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1T10:06:20.342"/>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Property name="color" value="#FFFFFF"/>
    </inkml:brush>
    <inkml:brush xml:id="br2">
      <inkml:brushProperty name="width" value="0.05292" units="cm"/>
      <inkml:brushProperty name="height" value="0.05292" units="cm"/>
    </inkml:brush>
  </inkml:definitions>
  <inkml:trace contextRef="#ctx0" brushRef="#br0">13513 7845 0,'-52'0'0,"-1"0"16,79-26 15,53 26-31,26-26 16,0 26-16,-53-26 15,1 26-15,-27 0 16,0 0-16,-26 26 31,27 0-15,-27 27-16,0 25 15,0-25-15,0 26 16,0-27 0,0 27-16,0-27 0,0-25 0,0-1 15,0 0-15</inkml:trace>
  <inkml:trace contextRef="#ctx0" brushRef="#br0" timeOffset="990.78">14484 7950 0,'0'-52'15,"0"26"-15,-26-1 16,-1 1-16,-25 0 16,26 26-1,-1-26-15,-25 26 0,26 0 16,-27 0 0,27 52-16,-26-26 0,-1 27 0,27 26 15,26-27-15,0 1 16,0-1-16,26-26 15,27 1-15,-1-27 16,0 0-16,1 0 16,-1-27-16,1-25 15,-27-1-15,0 1 16,-26-1-16,0 1 16,0 26-16,0-1 15,0 1-15,0 79 63,0-1-63,0 1 0,0-1 0,27 1 15,25-1-15,-26-26 16,1-26-16,-1 0 16,26 0-16,-25 0 15,-1-26-15,0-26 16,0-1-16,-26 1 31,0-1-31,0 27 16,0 0-16,0-1 0,0 80 47,0-27-32,0 27-15,0-1 16,0-26-16,0 1 15,0-1 1,-26-26 0,0-26-1,26-27-15,-26 27 16,26-27-16,0 1 0,0 26 16,0-1-16,26 27 15,26-26-15,-25 26 16,25 26-16,0 1 15,1 25-15,-1 1 16,-25-1-16,-27-26 16,0 27-16,0-27 15,0-52 32,0-27-31,0 1-16,0-1 15,0 27-15,0 0 0,26 0 16,26 26-16,-25 0 16,25 0-16,-26 0 15,27 26-15,-1 26 16,1 1-16,-27-1 16,-26 1-16,0-27 15,0 27-15,0-27 16,0 0-1</inkml:trace>
  <inkml:trace contextRef="#ctx0" brushRef="#br0" timeOffset="1415.5">15770 8029 0,'-53'0'16,"27"0"-16,78 26 31,27-26-31,26 0 16,26 27-16,27-27 15,-1 0-15,-26 0 16,27 0-16,-53 0 16,-27 0-16,-25 0 15,-27 0-15,-26-27 94,-26 27-47</inkml:trace>
  <inkml:trace contextRef="#ctx0" brushRef="#br0" timeOffset="2045.41">18052 7740 0,'-26'-26'15,"0"0"1,0 26-16,0 0 16,-1 0-16,-25 26 15,26 27-15,-1-1 16,1 1-16,26-1 15,0 1-15,0-1 16,0-26-16,53 27 16,25-53-16,1 26 15,0-26-15,-27 0 16,27 0-16,-27-26 16,1 0-16,-1-27 15,-52 1-15,0-27 0,0 26 16,-26 1-16,-53-1 15,1 1-15,25 26 16,-26 26-16,53 0 16,0 0-16,0 0 15,0 52-15,26 1 16</inkml:trace>
  <inkml:trace contextRef="#ctx0" brushRef="#br0" timeOffset="3006.06">18394 6166 0,'-27'-26'16,"1"26"-16,0 0 15,0 52-15,-1 1 16,-25 52 0,-1-26-16,27-1 15,-26 1-15,25-27 0,1 1 16,26-27-16,-26 0 16,26-52 15,0-26-31,0-27 15,26 26-15,0-51 16,1 51-16,25-26 16,-26 53-16,-26 0 15,27 0-15,-1 26 32,0 52-32,0 1 15,1 25-15,-1 1 0,0 0 16,0-1-16,27-25 15,-27-1-15,0 1 16,-26-27-16,0 0 16,-26 1-16,-26-27 15</inkml:trace>
  <inkml:trace contextRef="#ctx0" brushRef="#br0" timeOffset="3161.87">17764 6560 0,'-26'0'15,"131"0"17,26 0-32,79 0 15,26 0-15,0 0 16</inkml:trace>
  <inkml:trace contextRef="#ctx0" brushRef="#br0" timeOffset="3573.42">21437 6297 0,'-26'-26'16,"26"0"-16,-26 26 15,26 26 16,0 27-15,0-1-16,0 1 0,0-1 16,0 0-16,0 1 15,0-1-15,0-25 16,0-1-16,0 0 0</inkml:trace>
  <inkml:trace contextRef="#ctx0" brushRef="#br0" timeOffset="3949.67">21464 6350 0,'0'-26'15,"0"-27"-15,26 27 16,0 0-16,27-1 16,-1 27-16,1 0 0,-27 0 15,26 0 1,-52 27-16,0 25 15,0 1-15,0-1 0,-26-26 16,-26 1-16,-1-1 16,1 0-16,-1-26 15,53 26-15,0 0 32,26-26-32,53 27 15,-26-1-15,25 0 16,-25 0-16,-27 27 15,26-27-15,-52 0 16,0 1 0,-52-27-16,-27 0 15,1 0-15,-27 0 16,26-27-16,26 1 16,1 0-16</inkml:trace>
  <inkml:trace contextRef="#ctx0" brushRef="#br0" timeOffset="4421.51">21700 7688 0,'-26'0'16,"-1"0"-16,1 0 15,0 0-15,0 26 0,-1 0 16,1 27-1,26-1-15,0 1 0,0-1 16,0 1-16,0-27 16,53 27-16,25-27 15,-25 0 1,-1-26-16,27 0 0,-53 0 16,27 0-16,-27 0 15,26-52-15,-52 25 16,0-25-16,0-27 0,0 27 15,0-1-15,-26 27 16,0 0-16,-27-1 16,1 27-16,0 0 15,-1 0-15</inkml:trace>
  <inkml:trace contextRef="#ctx0" brushRef="#br0" timeOffset="5346.95">13618 9577 0,'-53'-26'0,"1"-26"0,0 25 16,25 27-16,1-26 15,0 26 1,0 0-16,-1 26 15,27 1 1,0-1-16,0 26 16,0 1-16,27-1 15,25-26-15,1 27 16,25-1-16,-25 1 16,25-27-1,-25 27-15,-27-27 0,-26 0 16,0 0-16,0 1 0,-52-27 15,-1 26-15,-26-26 16,1 0-16,-1 0 16,0-26-16,53-1 15,-26-25 1,52-1 0,0-25-16,26 25 15,26 1-15,53 25 16,-26 1-16,26 26 15,-53 0-15,27 0 16</inkml:trace>
  <inkml:trace contextRef="#ctx0" brushRef="#br0" timeOffset="6338.29">14326 9708 0,'0'-26'16,"0"-26"-16,0 26 15,-52-27-15,26 27 16,-1 26-16,-25-26 16,26 26-16,-53 0 15,27 0-15,-1 26 16,-26 26-16,53 1 16,0-1-16,26-26 0,0 27 15,0-1-15,26-25 16,27-1-16,-1-26 15,27 26-15,-53-26 16,27 0-16,-1-52 16,-26 25-16,0-25 15,-26-1-15,0 27 16,0-26-16,0 26 16,0-1-16,0 54 46,0 25-30,0 0-16,0 1 16,27-1-16,25-25 15,-26-1-15,27 0 16,-1 0-16,1-26 16,-27 0-16,0 0 15,1-52-15,-27 26 16,0-27-16,0 1 15,0 25-15,0 1 0,0 0 16,0 0-16,0 78 63,0 1-63,0-27 15,0 26-15,0-25 16,0-54 31,0-25-47,0-1 15,0 1-15,0 26 16,26 0-16,0-1 16,27 27-16,-27 0 15,26 0-15,-25 0 16,25 27-16,0 25 15,-25-26-15,-1 27 16,-26-1-16,0-26 16,0 1-16,0-1 15,-26-52 32,26-27-47,-27 27 0,27-27 16,0 1-16,0 26 15,27 0-15,-1 26 16,26 0-16,1 0 16,-1 0-16,1 26 15,-1 26-15,-25 1 16,-1-1-16,0 1 16,-26-1-16,0 27 15,-26-27-15,-53 1 0,0-27 16</inkml:trace>
  <inkml:trace contextRef="#ctx0" brushRef="#br0" timeOffset="7062.01">15638 9892 0,'-52'0'16,"52"26"0,105-26-1,26 0-15,53 0 16,-1 0-16,-25 0 0,26 0 15,-53-26 1,0 0-16,-79 26 0,-25 0 16,-54 0 15,-25 0-31,-27 0 16</inkml:trace>
  <inkml:trace contextRef="#ctx0" brushRef="#br0" timeOffset="16006.13">17685 9577 0,'-26'-26'0,"0"26"15,26 26 110,0 1-109,0-1-16,0 0 16,0 0-1,0 0-15,0 27 16,0-27-16,0 27 16,0-27-16,0 0 15,0 0-15,0 1 16,0-1-16,0 0 15,0 0 17,26-26 77</inkml:trace>
  <inkml:trace contextRef="#ctx0" brushRef="#br0" timeOffset="16922.68">18026 9682 0,'0'-26'0,"0"0"47,-26 26 31,26 26-78,-26 0 16,0 27-16,-1-1 0,1 1 16,26-27-1,-26 26-15,26 1 0,0-1 31,0 1-31,0-27 0,52 0 0,-25 1 16,25-1-16,0-26 16,1 0-1,-1 0-15,1 0 0,-1 0 16,1-26-16,-1-1 16,1-25-16,-27-1 15,0 1-15,-26-1 0,0-25 16,0 25-1,0 1-15,-52 25 16,-1-25-16,1 52 0,-1-26 16,-25 26-16,25 0 15,1 26-15,-1 0 16,27 27-16</inkml:trace>
  <inkml:trace contextRef="#ctx0" brushRef="#br0" timeOffset="32428.34">21857 9708 0,'-26'0'125,"-26"0"-109,-1 53-16,1-27 15,25 27-15,1-27 16,0 26-16,26-25 15,0-1-15,0 0 16,0 0 15,0 1-31,26-27 0,27 26 16,25-26 0,-25 26-16,25-26 0,27 0 15,-26 0-15,0 0 16,-27 0-16,27-26 15,-53 0-15,27-1 16,-27 1-16,0 0 16,-26-27-16,0 1 15,0-1-15,0 27 16,0-26-16,0 25 0,-52 1 16,-1 0-16,1 0 15,-1 26-15,-25-26 16,-1 26-16,26 0 15,1 0-15,-1 26 16,27-26-16,0 26 16,0-26-16,26 26 15,0 27-15,0-27 16,0 0-16,0 0 16</inkml:trace>
  <inkml:trace contextRef="#ctx0" brushRef="#br0" timeOffset="35987.57">14090 11178 0,'-26'0'15,"0"-26"-15,0-1 16,-27 1 0,1 0-16,-1 0 0,-26-1 15,1 27-15,-27 0 16,26 0-16,0 27 0,27-1 15,-1 26 1,53 1-16,0-27 0,0 27 16,0-27-16,79 0 15,-26 0-15,51-26 16,-25 0-16,0 0 16,0-26-16,-27 0 15,27-27-15,-53 27 16,27 0-16,-53-27 15,26 27-15,-26 0 32,0 52 15,0 27-47,0 25 15,0 1-15,0-26 16,0 25-16,26-25 15,-26-1-15,0 1 16,0-1-16,26-26 16,-26 1-16,0-1 47,0-52-16,0-1-31</inkml:trace>
  <inkml:trace contextRef="#ctx0" brushRef="#br0" timeOffset="36996.44">14615 11414 0,'0'-26'0,"0"0"15,0-1-15,26 1 0,-26 0 16,0 0-16,0-1 16,0 1-16,-26 0 15,0 26-15,26-26 16,-26 26-16,-1 0 16,-25 0-16,-1 26 15,27 26-15,0 1 16,0-27-16,26 27 15,0-1-15,0-26 0,52 1 16,-26-27 0,27 26-16,-1-26 0,-25 0 15,-1 0-15,26-26 16,-25-27-16,-1 27 16,-26-27-16,0 27 15,0 0-15,0 0 16,0-1-1,0 80 32,0-27-47,0 27 0,26-27 16,0 0-16,1 0 16,-1 1-16,0-27 31,0-53-16,0 27 1,-26-27-16,0 27 16,0 0-16,0 0 15,0-1-15,0 54 47,0 25-47,0-26 16,0 27-16,0-27 15,0-52 48,0 0-63,0-27 16,0 27-16,0-27 15,0 27-15,27 26 0,25 0 16,1 0-16,-27 0 15,26 0-15,1 53 16,-27-1 0,0-26-16,-26 27 0,0-27 15,0 0-15,0 1 16,0-54 46,0 1-62,0-26 16,27-1-16,25 27 16,-26 0-16,27 26 0,-27 0 15,27 0-15,-1 0 16,-26 26-16,27 26 16,-27 1-16,0-1 15,0 1 1,-26-27-16,0 0 0,0 0 15,0 1-15,0-1 16,-26 0-16,-26-26 16</inkml:trace>
  <inkml:trace contextRef="#ctx0" brushRef="#br0" timeOffset="38572.56">16189 11571 0,'-26'0'15,"79"0"17,25 0-32,27 27 0,0-27 15,0 0-15,0 0 16,-26 0-16,26 0 15,-53 0-15,1 0 16,-27 0 0,0 0-16,-52 0 1312,-26 26-1312</inkml:trace>
  <inkml:trace contextRef="#ctx0" brushRef="#br0" timeOffset="42016.76">17659 11388 0,'-26'0'15,"-1"0"-15,1 0 16,0 0-1,26-26 17,0-1-17,0 1-15,0 0 16,0 0-16,52-1 16,1 1-16,-1 26 0,1 0 15,-1 0-15,-25 0 16,-1 0-16,26 26 15,-25 27-15,-27-1 16,0-25-16,0 25 16,-27 1-16,-25-1 15,-27 0-15,0 1 16,1-27-16,-1 0 0,26 1 16,27-27-16,0 26 15,78-26 32,1 0-47,26 0 16,-1 0-16,1 0 15,0 0-15,-27 0 16,27 0-16,-53 0 16,27 0-16,-27 0 15,0 0 32,0-26-47,27-1 16</inkml:trace>
  <inkml:trace contextRef="#ctx0" brushRef="#br0" timeOffset="42520.43">18525 11362 0,'0'-27'0,"-26"54"78,-27-1-78,27 26 16,0 1-16,26-1 15,0-26-15,0 27 16,0-27-16,0 27 15,0-27-15,52 0 16,27-26-16,0 26 31,-1-26-31,1 0 16,-27 0-16,1 0 0,-27 0 16,0-26-16,1 0 15,-27-27-15,0 27 16,0-26-16,0-1 15,0 1-15,-27 26 16,1-27-16,0 27 16,-27 26-16,27-26 15,0 26-15,0 0 16,-1 0-16,1 0 16,-26 0-16,26 0 15,-27 0-15,27 0 16,0 26-16,26 0 47</inkml:trace>
  <inkml:trace contextRef="#ctx0" brushRef="#br0" timeOffset="44187.69">21857 11335 0,'0'-26'0,"0"0"32,0 0-17,-26 26 17,0 0-17,-27 26 1,1 0-16,-1 27 15,1-27-15,26 0 16,26 27-16,-27-1 16,27-26-16,0 27 15,0-1-15,27-26 16,-1 1-16,26-1 16,1 0-16,-1-26 15,27 26-15,-27-26 0,1 0 16,-27 0-1,27 0-15,-27 0 0,26-26 16,1 0-16,-27 0 16,0-27-16,-26 27 15,27-27-15,-27 1 16,0 26-16,-27-27 16,-51 27-16,25-26 15,1 25-15,-1 27 16,1-26-16,25 26 0,-25 0 15,0 0 1,25 0-16,1 0 0,0 0 16,0 0-1,26 26 48</inkml:trace>
  <inkml:trace contextRef="#ctx0" brushRef="#br0" timeOffset="47372.54">13487 12857 0,'0'-26'0,"-26"0"15,26 0 1,0-1 0,0 80 46,0-1-46,0 27-16,0 0 15,0-27-15,0 1 16,0-1-16,26 1 16,-26-1-16,0-26 0,0 1 15,0-1-15,0 0 16,26-52-1,-26 0-15</inkml:trace>
  <inkml:trace contextRef="#ctx0" brushRef="#br0" timeOffset="47749.06">13723 12910 0,'0'-27'16,"0"1"-16,0 52 62,0 27-62,0-1 16,0 1-16,26-27 15,0 27-15,1-1 16,25-26-16,-26 1 16,27-1-16,-27-26 15,27 0-15,-27 0 16,0-26-1,27-1-15,-27-25 16,-26-1-16,0 1 16,0-1-16,0 1 15,0 26-15,0-27 0,0 27 32,-26 26-32,-1-26 0,1 26 0,0 0 15,0 0-15,-27 0 16,27 0-16,-27 26 15,53 0-15,-26 0 16</inkml:trace>
  <inkml:trace contextRef="#ctx0" brushRef="#br0" timeOffset="48787">14641 13015 0,'0'-27'16,"27"1"-16,-27 0 15,0 0-15,0-1 16,0 1 0,0 0-16,-27 26 15,-51 0 1,25 0-16,-26 26 15,27 27-15,-1-1 0,53-26 16,-26 27-16,26-27 16,0 0-16,0 1 15,26-1-15,27-26 16,-1 0-16,1 0 16,-27 0-16,27-26 15,-27-1-15,0-25 16,0 26-16,1-27 15,-27 27-15,0 0 16,0 78 47,26 1-63,-26-27 15,26 0-15,27 27 16,-27-53-16,0 26 15,26-26-15,-25 0 16,-27-26 0,26-1-1,-26-25-15,0 26 0,0-27 16,0 27 0,0 78 30,0-25-14,0 25-32,0-26 0,0-52 78,0-26-78,0 25 0,0-25 15,0 26 1,52-1-16,-25 27 16,25 0-16,1 0 15,-1 27-15,1 25 16,-1-26-16,-26 27 16,1-1-16,-27-25 15,0-1-15,0 0 16,0 0-1,-27-78 17,27 26-17,0-27-15,27 1 0,25-1 16,27 27-16,-1 0 16,1 26-16,-26 0 15,-1 0-15,1 0 16,-1 26-16,-26 26 15,1-25-15,-1 25 16,-26-26-16,0 27 16,0-27-16,0 0 15,0 27-15,0-27 16,0 0-16</inkml:trace>
  <inkml:trace contextRef="#ctx0" brushRef="#br0" timeOffset="49306.48">16242 13093 0,'-26'0'0,"104"0"31,54 0-16,25 27-15,0-27 0,-25 0 16,25 0-16,-52 0 16,-26 0-16,0 0 15,-53 0-15,-26 26 266</inkml:trace>
  <inkml:trace contextRef="#ctx0" brushRef="#br0" timeOffset="50466.78">18131 13067 0,'0'-26'16,"0"0"15,26 26-31,1-27 0,25 27 16,-26 0-1,27 0-15,-1 0 0,-25 0 16,25 0-16,-26 0 16,27 27-16,-27-27 15,-26 26-15,0 0 16,0 0-16,0 1 15,-52-1-15,-1 0 16,1 0 0,-1 1-16,1-1 0,-1-26 15,27 26-15,0-26 16,-1 0-16,27 26 47,0 1-32,27-27 1,25 26-16,-26-26 16,53 26-16,-53-26 15,53 26-15,-53-26 16,27 27-16,-27-27 16,-26 26-16,26 0 15,-26 0-15,0 0 16,-26 1-1,-26-27-15,-1 26 16,1-26-16,-27 0 16,0 0-16,27 0 15,-27 0-15,26 0 16,27-26 0,0 26-16,0-27 0,0 27 15,26-26 1,26 26 203,26 0-204</inkml:trace>
  <inkml:trace contextRef="#ctx0" brushRef="#br0" timeOffset="50924.46">18892 13120 0,'0'-27'31,"-26"54"16,26-1-32,-26 26-15,-1 1 16,27-1 0,0-25-16,0 25 0,0-26 15,53 27-15,-27-27 16,0-26-16,27 26 15,-27-26-15,27 0 16,-27 0-16,26 0 16,1 0-16,-27-52 0,0 26 15,1-1-15,-27-25 16,0-1-16,0 1 16,0-1-16,0 27 15,-27 0-15,1 0 16,0-1-16,-27 27 15,27-26-15,0 26 16,0 0 0,-1 0-16,1 0 0,0 0 15,0 0 1,26 26-16,-27 27 0,27-27 16</inkml:trace>
  <inkml:trace contextRef="#ctx0" brushRef="#br0" timeOffset="52907.12">21647 12988 0,'0'-26'0,"0"0"0,0 0 16,0 52 46,0 26-46,0 1-16,-26-1 16,26 1-16,0-1 15,0-25-15,0-1 16,0 0-16,0 0 0,0 1 15,0-1 1,0 0 0</inkml:trace>
  <inkml:trace contextRef="#ctx0" brushRef="#br0" timeOffset="53374.02">22015 12910 0,'0'-27'0,"-27"27"16,27-26-16,0 52 47,-26 1-47,-26 51 15,25-25-15,1 26 16,0-27-16,26 1 15,-26-27-15,26 0 16,0 0-16,52-78 63,-26 26-63,27-27 15,-1 53-15,-25-26 16,25 26-16,1 0 15,-1 0-15,1 0 16,25 0-16,-25 0 16,-1 26-16,1 0 15,-1 27-15,-26-1 16,1-25-16,-27-1 16,0 0-1,0 0-15,0 1 0,-53-27 0,-25 26 16,-1 0-16,-26-26 15,26 0-15,0 0 16</inkml:trace>
  <inkml:trace contextRef="#ctx0" brushRef="#br0" timeOffset="53639.43">22041 12936 0,'0'-26'16,"52"26"-16,27-27 16,0 1-16,26 26 15,0 0-15,-27-26 16,27 26-16,-52 0 16,-27 0-16,-52 0 62,-27 0-62,-25 0 16</inkml:trace>
  <inkml:trace contextRef="#ctx0" brushRef="#br0" timeOffset="55030.36">4933 5720 0,'-105'0'0,"0"-26"16,-26 26-16,26 0 15,0-26-15,52 26 16,1 0-16,25 0 16,132 0-1,53 0 1,78 0-16,53 0 16,25 0-16,28 0 15,25 0-15,-26-27 16,0 27-16,-52 0 0,-106 0 15,-51 0 1,-106 0-16,-52 0 16,-132 0-16,-78 0 15</inkml:trace>
  <inkml:trace contextRef="#ctx0" brushRef="#br0" timeOffset="55281.96">4513 5773 0,'-341'26'16,"52"-26"-16,79 26 15,79-26-15,78 0 0,53 26 16,79-26-16,184 0 16,78 0-16,131 0 15,27 0-15,25 0 16,1-26-16,-53 0 16,-25 26-1,-133-26-15,-77 26 0,-106 0 16,-79-27-16,-104 27 31,-1 0-15,-52-26-16,27 26 15,-1 0-15</inkml:trace>
  <inkml:trace contextRef="#ctx0" brushRef="#br0" timeOffset="58711.26">13644 14353 0,'0'-26'16,"0"-1"-16,0 54 93,-26 51-93,26 1 16,0-26-16,-26 25 16,26-51-16,0 25 15,0 0-15,0-25 0,0-1 16,26 0 0,0 0-16,0-26 0</inkml:trace>
  <inkml:trace contextRef="#ctx0" brushRef="#br0" timeOffset="58962.13">14064 14405 0,'0'-26'0,"0"0"32,0 52 14,0 53-46,0-27 16,26 27-16,-26-26 16,0-1-16,0 0 15,27-25-15,-27-1 16,0 0-16,0 0 16,0 1-1</inkml:trace>
  <inkml:trace contextRef="#ctx0" brushRef="#br0" timeOffset="59951.9">14694 14537 0,'0'-27'15,"0"1"-15,0 0 16,0 0-16,0-1 15,0 1 1,-26 0-16,-1 26 16,1 0-16,0 0 15,0 0-15,-1 0 16,-25 26-16,-1 0 0,53 27 16,-26-1-16,26 1 15,0-27-15,26 0 16,-26 1-16,53-27 15,-27 0-15,27 0 16,-27 0-16,26 0 16,-25-27-16,25-25 15,-26 26-15,1-1 16,-27 1-16,0 0 16,26 26-16,-26-26 15,0 78 16,0-26-15,26 27-16,0-1 16,0-25-16,1-1 15,-27 0-15,26-26 16,0 0-16,0-26 16,-26 0-1,0-27-15,0 27 16,27 0-16,-27-27 15,0 27-15,0 0 32,0 52-17,0 0 1,0 27-16,0-1 16,0-26-16,0 1 15,0-1 1,0-52 15,0-27-15,26 1-16,-26-1 15,52 1-15,-25 25 16,-1 27-16,0-26 0,0 26 16,1 0-16,-1 26 15,26 27-15,1-1 16,-27 1-16,0-27 15,1 27-15,-27-27 16,26-26 15,0-26-15,26-27 0,1-26-16,-1 27 15,1 26-15,-1-27 0,1 27 16,-27 26-16,27 0 15,-27 0-15,0 0 16,0 26-16,1 27 16,25-27-16,-52 26 15,26 1-15,1-27 16,-27 0-16,0 1 16,0 25-16,0-26 15,0 0-15</inkml:trace>
  <inkml:trace contextRef="#ctx0" brushRef="#br0" timeOffset="60768.3">16662 14615 0,'-53'-26'16,"27"26"-16,79 0 31,51 0-15,28 0-16,-1 26 15,0-26-15,0 0 16,-26 0-16,-26 0 16,-27 0-16,-25 0 0,-54 0 578</inkml:trace>
  <inkml:trace contextRef="#ctx0" brushRef="#br0" timeOffset="61317.93">18236 14327 0,'-26'-27'16,"26"1"-16,-26 26 47,-1 26-16,27 27-31,-26-1 16,26 1-16,0-27 15,0 0-15,26 1 0,1-1 16,25 0-16,-26-26 16,27 0-16,-1 0 15,-25 0-15,25 0 16,-26-26-16,1 0 15,-1-27-15,0 27 16,0 0-16,-26-1 16,0 1-16,0 0 15,0 78 48,-26 1-63,0-1 0,0 27 15,-1-26-15,27-27 16,0 26-16,0-26 16,0 1-16,0-1 15,0 0-15</inkml:trace>
  <inkml:trace contextRef="#ctx0" brushRef="#br0" timeOffset="61820.84">18787 14379 0,'-26'-26'0,"0"26"32,26 26-17,-27 0 1,1 27-16,0 26 15,0-27-15,26-26 16,0 27-16,0-27 16,0 0-16,52 0 0,-26 1 15,27-27 1,-1 0-16,-25 0 0,25 0 16,-26 0-16,27-27 15,-27-25-15,0 26 16,1-27-16,-1 1 15,-26-1-15,0 1 16,0 26-16,0-1 16,0 1-16,-26 0 15,-1 26-15,1 0 16,0 0 0,0 0-1,-1 0-15,1 0 16,0 26-16,0-26 15,-1 26 1,27 1 62,27-27-78</inkml:trace>
  <inkml:trace contextRef="#ctx0" brushRef="#br0" timeOffset="62606.49">21647 14222 0,'-26'0'0,"26"-27"15,26 27 1,27 0-16,-1 0 16,1-26-16,-27 26 15,0 0-15,0 0 16,-26 26-16,0 1 0,0-1 15,0 26-15,-26 1 16,-26-27-16,-1 0 16,1 1-16,-1-1 15,27-26 1,0 26-16,26 0 16,26 1-1,53-1-15,-27 0 16,27 0-16,-27 1 15,1-1-15,-1 0 16,-25-26-16,-54 0 31,-51 26-15,-1-26-16,-26 0 16,26 0-16,1 0 15,25 0-15,1 0 16,25-26-16,27 0 15</inkml:trace>
  <inkml:trace contextRef="#ctx0" brushRef="#br0" timeOffset="62968.84">22382 14274 0,'0'26'62,"-26"27"-62,0-1 16,-1 1-16,27-1 15,0 1-15,0-27 16,0 27-16,0-27 16,27 0-16,25-26 15,1 26-15,-1-26 0,0 0 16,1 0-16,-27 0 15,27-26-15,-27-26 16,-26 25-16,0-25 16,0-1-16,0 1 15,0 26 1,0-27-16,-26 27 0,-1 0 16,1 26-1,-26 0 1,-53 26-16,0-26 0</inkml:trace>
  <inkml:trace contextRef="#ctx0" brushRef="#br0" timeOffset="63787.34">13749 15744 0,'-26'-27'0,"26"1"16,-26 26-16,26 26 63,0 53-63,-27 0 15,1 0-15,26-27 16,-26 0-16,26 1 15,-26-27-15,26 0 16,0 1-16,0-1 16,0 0-1,52-26 1,1 0-16</inkml:trace>
  <inkml:trace contextRef="#ctx0" brushRef="#br0" timeOffset="64338.68">14274 15901 0,'-26'-26'16,"-1"0"-16,27-1 16,0 1-16,27 0 15,25 26-15,1-26 16,-1 26-16,1 0 15,-1 0-15,-26 0 16,1 26-16,-1 0 16,-26 27-16,0-1 15,0 27-15,-53-27 16,-25 1-16,-1-1 16,0 1-16,0-27 15,27 0-15,0-26 16,25 26-16,1-26 0,52 0 78,27 0-78,25-26 16,1 26-16,26 0 15,0 0-15,-26 0 16,0 0-16,-1 0 15,-51 0-15,-1 0 0,-52 0 110,-1 0-110</inkml:trace>
  <inkml:trace contextRef="#ctx0" brushRef="#br0" timeOffset="64872.5">14982 15875 0,'0'-26'16,"0"-1"-1,0 54 32,0 25-47,-26 27 16,26 26-16,-26-27 16,26 27-16,0-26 0,0 0 15,0-27 1,0 1-16,0-1 0,0-25 15,0-1 1,0-52 31,0-53-47,0 0 16,0 0-16,0-26 15,0 27-15,0-1 16,0 0-16,52 27 15,-25-1-15,25 27 16,1 0-16,-27 0 0,0 26 16,0 0-16,1 0 15,-1 26 1,0 26-16,-26 27 16,0-53-1,0 27-15,-52-1 0,-1-26 16,1 1-16,25-27 15,-25 26-15,26 0 16,-1-26-16</inkml:trace>
  <inkml:trace contextRef="#ctx0" brushRef="#br0" timeOffset="65452.53">15533 15980 0,'0'-26'16,"0"52"31,0 26-32,0 1-15,0-1 0,0 1 16,0-27-16,0 0 16,0 0-16,0-52 46,0-26-30,0-1-16,27-26 0,-1 27 16,26 0-16,-25 52 15,-1-27-15,26 27 16,-25 0-16,25 0 16,1 27-16,-27-1 15,0 26-15,0 27 16,-26-27-16,0-25 0,0-1 15,0 0 1,0 0 0,0-78 15,0-1-31,27 1 16,25-1-1,-26 1-15,27 26 16,-27 26-16,0-26 0,0 26 15,1 0-15,-1 0 16,0 26-16,0 26 16,1 1-16,-1-27 15,-26 26-15,26-25 16,-26-1-16,0 0 16,0 0-16,0 1 0,0-1 15,0 0-15</inkml:trace>
  <inkml:trace contextRef="#ctx0" brushRef="#br0" timeOffset="65783.52">16950 16058 0,'-26'0'16,"105"0"15,26 0-31,0 27 16,0-27-16,26 0 15,-52 26 1,-1-26-16,1 0 0,-53 0 16,1 0-16</inkml:trace>
  <inkml:trace contextRef="#ctx0" brushRef="#br0" timeOffset="66177.67">18184 15691 0,'0'-26'15,"0"52"32,0 0-47,0 27 16,26 26-16,26-27 16,27 1-16,-26-1 15,25 0-15,1-25 0,-26 25 16,-27-26-16,0 1 15,-26-1 17,-79-26-17,27 26-15,-27-26 16,27 0-16,-1 0 16,-26 0-16,53-26 15</inkml:trace>
  <inkml:trace contextRef="#ctx0" brushRef="#br0" timeOffset="66366.85">18262 15796 0,'27'-26'0,"25"0"16,1-1-16,25 27 16,27-26-16,0 26 15,0-26-15,-52 26 16,-1 0-16,-26 0 15</inkml:trace>
  <inkml:trace contextRef="#ctx0" brushRef="#br0" timeOffset="66744.49">18971 15691 0,'-26'53'32,"-1"-1"-17,1 27 1,26-27-16,-26 27 0,26-27 16,0 1-16,0-1 15,26-25-15,27 25 16,25-52-16,-25 0 15,26 0-15,-1 0 16,-25 0-16,25-26 16,-51-27-16,-1 1 15,-26-27-15,0 27 16,0-27-16,-53 27 16,1-1-16,0 1 15,-27 25-15,26 1 0,1 26 16,-1 0-1,-25 0-15,25 53 0,-26-1 16</inkml:trace>
  <inkml:trace contextRef="#ctx0" brushRef="#br0" timeOffset="68504.52">21805 15560 0,'0'-26'16,"-26"78"921,-27 1-937,-26 25 16,27 1-16,-1-26 16,27-1-16,0 1 15,26-27-15,0 0 16,52-26-16,27 26 16,52 0-16,0-26 15,27 0-15,-27 0 16,-26 0-16,-26 0 15,-53 0-15,-26-26 16,-79 0 0</inkml:trace>
  <inkml:trace contextRef="#ctx0" brushRef="#br0" timeOffset="68787.36">22093 15691 0,'0'-26'16,"-26"26"15,26 52-31,-26 1 16,26 26 0,0-27-16,-26 27 0,26-27 15,0 1-15,0-1 16,0-26-16,0 27 15,0-27-15,0 0 16,0 1 15,26-27-15</inkml:trace>
  <inkml:trace contextRef="#ctx0" brushRef="#br0" timeOffset="69228.41">22644 15717 0,'0'-26'16,"0"0"0,-26 52 46,0 0-46,26 27-16,-26-27 0,26 0 15,-27-26 173,1 0-188</inkml:trace>
  <inkml:trace contextRef="#ctx0" brushRef="#br0" timeOffset="70219.78">22697 15691 0,'-26'0'328,"-1"26"-312,-25 1-16,-1-1 15,53 0-15,-26 27 16,26-27-16,0 26 16,0-25-16,26-1 15,27 0-15,-1 0 16,1 0-16,-1 1 15,1-27-15,-27 26 0,0 0 16,1-26 0,-27 26 15,-27-26-31,-25 0 16,-53 27-16,26-27 15,0 26-15,-25-26 16,51 0-16</inkml:trace>
  <inkml:trace contextRef="#ctx0" brushRef="#br0" timeOffset="70455.73">22749 15691 0,'0'-26'0,"27"0"15,51 26-15,27-27 16,26 1-16,-26 26 16,0-26-16,-26 26 15,-26-26-15,-27 26 16,-79 0 0,-25 26-1</inkml:trace>
  <inkml:trace contextRef="#ctx0" brushRef="#br0" timeOffset="71278.42">13618 17318 0,'0'-26'16,"0"-1"-16,0 1 15,0 0-15,0 78 125,0 27-125,0 26 16,0-26-16,26 0 16,-26-1-16,26-25 15,-26-1-15,27-25 16,-27-1-16,0 0 15,26-26 32,26 0-47,1-26 16</inkml:trace>
  <inkml:trace contextRef="#ctx0" brushRef="#br0" timeOffset="71775.11">14221 17502 0,'0'-27'0,"0"1"16,0 79 46,0 25-62,0 1 16,0 0-16,0-27 16,0 27-16,0-27 15,0 1-15,0-1 16,0-25-16,0-1 16,0-52 30,0-53-30,0 0-16,0-26 0,0 27 16,27-1-16,-1 0 15,26 53-15,1-27 16,-1 53-16,-25 0 16,-1 0-16,26 0 15,-25 0-15,25 0 16,-26 27-16,-26-1 15,0 0-15,0 27 16,-26-27-16,-53 26 16,1-25-16,-1-1 0,0 26 15,0-52-15</inkml:trace>
  <inkml:trace contextRef="#ctx0" brushRef="#br0" timeOffset="72373.27">14930 17528 0,'0'-26'15,"0"78"17,0-26-32,0 27 15,0-1-15,0-25 16,0-1-1,0 0 1,0-52 15,0-27-15,26-25-16,27 25 0,-1 1 16,27-1-16,0 53 15,-1-26-15,-25 26 16,-1 0-16,-25 26 0,-1 0 15,-26 27-15,0-1 16,0 1-16,0-27 16,0 0-16,0-52 62,26-26-46,0-27-16,0 26 15,27 27-15,-27 0 16,27 0-16,-27 26 0,0 0 16,27 0-1,-1 52-15,1 1 0,-1 25 16,-26-25-16,1-27 16,-1 27-16,0-53 15,-26 26 1,0 0-1,0 0 1</inkml:trace>
  <inkml:trace contextRef="#ctx0" brushRef="#br0" timeOffset="72687.57">16845 17607 0,'-26'-27'0,"0"27"15,78 0 1,53 0-16,27 0 16,25 27-1,0-27-15,1 0 0,-27 0 16,0 0-16,-52 0 15,-26 0-15,-27 0 16,-52 0 31</inkml:trace>
  <inkml:trace contextRef="#ctx0" brushRef="#br0" timeOffset="73095.74">18604 17344 0,'-53'-26'16,"27"26"-16,0 0 15,-1-26 1,-25 26-16,26 26 15,-27 26-15,1 27 16,25-26-16,1 25 0,26 1 16,0-26-1,0-1-15,53 1 0,-1-27 16,1 0-16,25-26 16,1 0-16,0 0 15,-1 0-15,-25-26 16,-27 26-16,0-53 15,1 27-15,-27 0 16,0 0 0,-27 26-16,-25 0 15,-27 0 1,1 0-16,25 0 0,1 0 0,25 26 16,1 0-16,0 0 15,26 1-15,26-1 16</inkml:trace>
  <inkml:trace contextRef="#ctx0" brushRef="#br0" timeOffset="73489.16">19102 17475 0,'0'-26'16,"0"0"15,0 78 0,0 1-31,0 26 16,0-27-1,0 1-15,0-1 16,26-26-16,1 1 16,25-1-16,1-26 15,-1 0-15,0 0 16,27 0-16,0-53 15,-27 27-15,1-26 16,-27-1-16,0 1 16,-26-1-16,0 27 0,-26-27 15,-26 27-15,-1 0 16,-26 0-16,27 26 16,-27 0-16,27 0 15,-27 0-15,0 0 16,27 0-16,-27 52 15,27-26-15,-1 27 16</inkml:trace>
  <inkml:trace contextRef="#ctx0" brushRef="#br0" timeOffset="73976.71">21962 17161 0,'-52'-27'16,"25"27"-16,-25 0 31,0 53-31,-1-1 15,-26 27 1,53-27-16,-26 27 0,25 0 16,1-27-16,26 1 15,0-1-15,26-25 16,27 25-16,26-52 16,-27 26-16,27-26 15,-1 0-15,-25 0 16,-1-26-16,1 0 15,-27 0-15,-26-1 16,0 1-16,0 0 0,0 0 16,-79-1-16,27 27 15,-27 0-15,1 0 16,-1 0-16,0 27 16,0-1-16,27 26 15,52-25-15,-26 25 16,26-26-16,52 1 15</inkml:trace>
  <inkml:trace contextRef="#ctx0" brushRef="#br0" timeOffset="74338.16">22303 17475 0,'0'-26'16,"0"0"-16,0 0 15,0 52 32,0 0-47,0 53 16,-26-27-16,26 1 15,0-1-15,0-25 16,26 25-16,1-52 16,25 26-16,-26-26 15,53 0-15,-27 0 0,1-26 16,26-26-16,-53-1 15,0 27 1,-26-27-16,0 1 0,0-1 16,-52 27-16,25 0 15,-25 26-15,-1 0 16,27-26-16,-26 26 16,-1 0-16,-25 26 15,-1 0-15,26 0 16</inkml:trace>
  <inkml:trace contextRef="#ctx0" brushRef="#br0" timeOffset="76365.22">13067 16898 0,'-131'0'15,"26"0"-15,52 0 16,27 0-16,52 0 16,132 0-1,104-26-15,105 26 16,53-26-16,105-1 16,52 1-1,106 26-15,51 0 0,54 0 16,-1 0-16,0 26 15,-26 1-15,-53-1 16,-52-26-16,-52 0 16,-106 26-16,-104-26 15,-132 0-15,-78 0 16,-105 0-16,-27 0 0,-26 0 234,-26 53-218,27-1-16,-27 1 16,26 25-16,-26-25 15,26 25-15,-26 1 16,0 0-16,0 26 15,26-26-15,-26-1 0,0 27 16,0-26-16,0 0 16,0 26-16,-26-27 15,0-25-15,0 26 16,-1-53-16,1 26 16,0-25-1,-26-1-15,-27 0 0,0 0 16,-52 1-16,0-1 15,-27-26-15,-25 26 16,-1-26-16,-26 0 16,-26 0-16,-53 0 15,-52 0-15,-79 0 16,-26 0-16,-52 0 0,-53 0 16,0 0-16,0-26 15,-1 26-15,1-26 16,53 26-16,-27-27 15,53 27-15,26-26 16,26 0-16,53 26 16,78-26-16,26 26 15,106 0-15,26 0 16,52 0-16,53 0 16,26-27-1,0-25 157,0-27-156,0-26-16,-26-52 15,-1 26-15,1-1 16,-26 1-16,-1-26 31,27 25-31,0 28 16,0 51-16,-1 1 15,27 25-15,0 1 16,-52 26 343,-53 0-359</inkml:trace>
  <inkml:trace contextRef="#ctx0" brushRef="#br0" timeOffset="77292.74">682 7216 0,'-79'52'0,"27"-26"15,104-52 17,53-53-32,79-52 15,26 0-15,26-53 16,52 1-16,1-1 0,52 0 16,-52 27-16,-1 26 15,-78 26-15,-52 26 16,-53 27-16,-53 25 15,-25 27-15,-54 0 32,-78 27-32,-52 51 15,-53 27-15,-52 26 16,-27 27-16,-26-1 16</inkml:trace>
  <inkml:trace contextRef="#ctx0" brushRef="#br0" timeOffset="77531.44">970 7006 0,'-183'131'0,"25"0"0,80-52 15,25-53-15,27 0 16,78-52 0,80-26-16,51-53 15,80-26-15,25-27 16,53-26-16,27-26 16,25 27-16,-52-1 15,-26 27-15,-78 52 16,-80 26-16,-52 27 15,-53 25-15,-25 1 16,-54 26 0,-78 26-16,-52 27 15,-27-1-15</inkml:trace>
  <inkml:trace contextRef="#ctx0" brushRef="#br0" timeOffset="84091.95">12385 7242 0,'78'-131'0,"-25"-27"0,-27 27 15,-26 0 1,0 52-16,-26 27 0,-53 25 15,0 27-15,-78 27 16,-27 78-16,-26 26 16,-26 79-16,0 26 15,26 79-15,27 0 16,25 0-16,79 52 16,79-26-16,0 26 15,79-25-15,26 25 16,26-26-16,0 0 15,1 0-15,-54-26 16,-51 26-16,-27-26 16,-105-53-16,-27 1 0,-77-27 15,-1-26-15,-27 0 16,1-53-16,-26 1 16,0-27-16,25-52 15,27-1-15,53-25 16,52-53-16,79 26 15,0-26-15,104-26 16,53 0 0,53 26-16,52 0 0,27 78 15,-1 27 1,0 53-16,-52 78 0,-78 53 16,-54 25-16,-78 1 15,0 26 1,0-26-16,-26 0 0,-53 26 15,27-26-15,-27-26 16,27 26-16,25-53 16,27 0-16,0-25 15,0-27-15,79-53 16,0-52-16,52-26 0,27-79 16,51 0-1,54-79-15,25-79 0,-25-25 16</inkml:trace>
  <inkml:trace contextRef="#ctx0" brushRef="#br1" timeOffset="99404.88">12910 10784 0,'0'-52'0,"0"-1"15,0 1-15,0-1 0,0 1 16,-27 26-16,27-1 16,0 54 30,-26 51-46,26 54 16,-26-1-16,26 26 16,-26 1-16,26-53 15,0 0 1,0 0-16,-27-1 0,27-25 0,0-26 16,0-1-1,0-26-15,0 1 0,0-1 16,0 0-1,0-78 17,0-53-32</inkml:trace>
  <inkml:trace contextRef="#ctx0" brushRef="#br1" timeOffset="99656.18">12752 10627 0,'-79'-26'0,"53"26"16,0 0-16,26 26 109,0 0-78,26 0-31</inkml:trace>
  <inkml:trace contextRef="#ctx0" brushRef="#br1" timeOffset="104710.53">4592 11362 0,'0'-27'16,"-53"1"-16,27 0 0,0 0 16,-27 26-16,-26-27 15,27 27-15,-53 0 16,0 27-16,0-1 16,-26 26-16,52 27 15,0-26-15,27-1 16,52 0-16,0 1 15,26-27-15,79 0 16,0-26-16,26 0 0,0 0 16,-26-52-1,27-1-15,-54 1 0,1-27 16,-26 1-16,-27 25 16,-26-26-16,0 53 15,0-26-15,0 25 16,0 80 15,0-1-15,0 53-16,0 0 15,26-26-15,26 0 16,-25-1-16,25 1 0,-26 0 16,1 0-16,-1-27 15,0 1-15,-26-1 16,0-26-16,-52 1 15</inkml:trace>
  <inkml:trace contextRef="#ctx0" brushRef="#br1" timeOffset="106182.21">3043 12018 0,'-105'0'0,"0"0"16,53 0-16,26 0 15,52 0 1,79-27-16,79-25 15,78-1-15,27-25 16,-27 25-16,-26 27 16,-78 0-16,-53-1 0,-79 27 15,-26 53-15,-79 26 16,-52 26-16,-27 26 16,-25-26-16,-1 26 15,53 0-15,26 0 16,53-26-16,52 0 15,0 0-15,131-26 16,52 0-16,54-1 16,51-25-16,-25-1 15,25-25-15,-25-27 16,-27 0-16,-53-27 0,-51-51 16</inkml:trace>
  <inkml:trace contextRef="#ctx0" brushRef="#br1" timeOffset="107948.77">11729 11335 0,'0'-52'31,"105"-1"-31,52-25 15,27-1-15,-1 26 16,-51 1-16,-27 52 16,-53 0-16,-26 0 15,-26 26-15,0 79 16,-26 26-16,-79 53 16,0-27-16,-26 1 15,26-1-15,26 1 0,1-27 16,51-26-16,27 0 15,0-26-15,0-1 16,105-25-16,-26-1 16,26 1-16,26-27 15,-26 0-15,0 1 16,-26-27-16,-27 0 16,-25 0-16,-1 26 15</inkml:trace>
  <inkml:trace contextRef="#ctx0" brushRef="#br2" timeOffset="114737.53">2099 11571 0,'0'-26'0,"0"0"16,0-26-16,0 25 15,0-25-15,-26-1 16,-27 27-16,-26 0 16,1 0-16,-27-1 15,0 27-15,0 0 16,0 27-16,26 25 16,27-26-16,25 27 15,27-27-15,0 27 16,0-27-16,53 26 15,-1-26-15,1-26 0,25 27 16,-25-27-16,-27 0 16,27 0-16,-1-27 15,1-25-15,-27 26 16,26 0-16,-25-27 16,-27 27-16,26 0 15,-26-1-15,0 1 31,0 52 48,0 1-79,26 25 0,27 1 15,-27-1-15,0 27 16,27-27-16,-27 1 15,0-1-15,-26-26 16,26 1-16,-26-1 16</inkml:trace>
  <inkml:trace contextRef="#ctx0" brushRef="#br2" timeOffset="115773.82">2729 11467 0,'0'-27'0,"0"-25"16,-27 26-1,1-27-15,0 27 0,0-27 16,-27 53-16,27-26 16,0 26-16,-1 0 15,1 0-15,-26 0 16,-27 53-16,26-27 16,27 26-16,0 1 15,26-27-15,26 0 16,27 1-16,-1-1 0,1 0 15,-1-26-15,-26 0 16,27 0-16,-27 0 16,0 0-1,1-26 1,-1-27-16,-26 27 16,0-26-16,0 25 15,0 1-15,0 0 16,0 0-16,0 52 47,0 0-32,26 27-15,0-27 16,1 26-16,25-25 16,-26-27-16,0 26 15,1-26-15,-27-26 31,26-27-31,-26 27 16,0-27-16,0 27 16,0-26-16,0 25 15,26 27-15,-26 27 47,26 25-47,1 1 16,-1-27-16,-26 0 15,26-26-15,-26 26 16,0-52 15,-26 0-15,-27 0-16,27-27 16,26 1-16,-26 25 15,26 1-15,0 0 16,52 52 15,53 0-15,-26 27-16,-26-27 15,-1 0-15,-26 1 16,1-27-16,-27 26 16,-27-26 15,-25 0-16,26-26-15,-1-1 0,27 1 16,0-26 0,0-1-16,0 27 0,27-27 15,25 27-15,1 0 16,-1 26-16,1 0 16,-1 0-16,27 26 15,-27 0-15,27 1 16,-53 25-16,27-26 15,-53 1-15,26 25 16,-26-26-16,0 1 16,0 25-16,0-26 15,0 1-15</inkml:trace>
  <inkml:trace contextRef="#ctx0" brushRef="#br2" timeOffset="116104.24">4592 11099 0,'-79'0'15,"26"-26"-15,27 26 16,0 0-16,26-26 16,26 26-1,27 0 1,-1 0-16,53 0 15,26-27-15,-26 27 16,26-26-16,-26 0 16,0 26-16,0-26 15,-52-1-15,-1 27 16,-26 0-16,1 0 16,-54-26 15,-25 26-31,-1-26 0,-25 0 15</inkml:trace>
  <inkml:trace contextRef="#ctx0" brushRef="#br2" timeOffset="116578.3">4854 10706 0,'-26'0'16,"26"-27"0,26 80 62,26-1-78,-25 1 15,25-1-15,1 27 16,-27-27-16,26 27 16,-25-26-16,-27 25 15,26-25-15,-26-27 16,26 27-16,0-27 15,-26 0 1,27-26 78</inkml:trace>
  <inkml:trace contextRef="#ctx0" brushRef="#br2" timeOffset="117961.15">13014 7950 0,'0'-26'0,"-52"26"46,-27 0-46,1 26 16,-27 27-16,-27-1 16,27 27-16,0 0 15,1 26-15,25 0 16,0 26-16,27 0 16,25 0-16,1 27 0,26-1 15,0 1-15,0-1 16,0 27-16,0-27 15,0 1-15,26-1 16,1 1-16,51-27 16,1-26-16,26 0 15,0 0-15,0-27 16,0 1-16,-26 0 16,-1-27-16,1 1 15,-26-1-15,-1-26 16,-26 1-16,0-27 15,-26 26 32,0 0 0</inkml:trace>
  <inkml:trace contextRef="#ctx0" brushRef="#br2" timeOffset="118851.63">18787 10863 0,'-26'-26'16,"-27"0"-16,1-1 0,-27 27 16,-26-26-16,0 26 15,-26 0-15,-26 0 16,-27 0-16,0 26 15,-26 27-15,-26-1 16,26 27-16,53 0 16,-1 26-16,80 0 15,-1 26-15,79 0 16,0 0-16,0 27 16,105-27-16,79-26 15,26 0-15,52-27 0,53-25 16,26-27-1,0-26-15,0-26 0,-52-27 16,0-25 0,-80-27-16,-25-26 15,-53-1-15,-78-51 16,-53-1-16,-53 0 0,-104 1 16,-53 25-16,-79 27 0,-52 79 15,-52 25 1,-53 27-16</inkml:trace>
  <inkml:trace contextRef="#ctx0" brushRef="#br2" timeOffset="120439.74">4644 13723 0,'-52'0'15,"25"0"-15,1 0 0,0 0 16,0-26-16,26 0 15,-27-1-15,27-25 16,0 26-16,0-27 16,0 27-16,27 0 15,25-27 1,27 53-16,-27-26 0,27 26 16,-27 0-16,1 0 15,-27 26-15,0 1 16,1 25-16,-27 27 0,0-27 15,-27 27 1,-25-27-16,-1 27 16,1-26-16,-1-1 0,1 1 15,26-27-15,0 0 16,78-26 31,0 0-47,27-26 15,0 0-15,0-1 16,26 1-16,-27 0 16,1 0-16,-26-1 15,25 1-15,-52 0 16,1 0-16</inkml:trace>
  <inkml:trace contextRef="#ctx0" brushRef="#br2" timeOffset="120832.76">5431 13382 0,'-52'-26'0,"25"0"16,1 26-16,0 0 15,0 0 1,26 26 0,-26 26-16,26 1 15,-27-1-15,27 1 0,0 25 16,0-51-1,0 25 1,53 1-16,25-27 16,-25 0-16,26 0 15,-1-26-15,1 0 16,-26 0-16,25 0 16,-25-26-16,-1-26 15,1-1-15,-27 1 16,-26-27-16,0 26 15,0 1-15,-52 0 16,-1-1-16,1 27 16,-27 0-16,0 26 15,27 0-15,-27 0 0,26 0 16,27 26-16,-26 0 16,25 27-16,1-1 15,0 27-15,-26-27 16</inkml:trace>
  <inkml:trace contextRef="#ctx0" brushRef="#br2" timeOffset="121211.13">4382 14694 0,'-105'0'16,"26"26"-16,26-26 16,53 26-16,132-26 31,25 0-31,79-26 16,27-26-16,25-1 15,-52-25-15,27 25 0,-27-26 16,-52 27-16,-1-1 15,-51 27-15,-27 0 16,-1 0-16,-77 26 16,-1 0-16,-26 26 78,-53-26-78,-25 26 0</inkml:trace>
  <inkml:trace contextRef="#ctx0" brushRef="#br2" timeOffset="123706.26">16163 4277 0,'-236'0'0,"26"0"16,105 0-16,53 26 16,183-26-1,131 0-15,158 0 31,79 0-31,52 0 0,26 0 16,-26 0-16,-52 0 0,-27 0 16,-78 0-16,-80 0 15,-77 0-15,-80 0 16,-105 0-16,-25 0 16,-159 0-1,-77 0 1,-80 0-16,-78 0 0,-27 0 15,-26 0-15,0 26 16,-52-26-16,26 0 16,0 27-16,78-1 15,27-26-15,105 26 16,53-26-16,78 26 16,78-26-1,132 0-15,131 27 0,132-27 16,104 0-16,79 0 15,26 0-15,1 0 16,-27-27-16,-26 27 16,-79 0-16,-79-26 15,-105 26 1,-52 0-16,-105-26 0,-79 26 16,-78 0-1</inkml:trace>
  <inkml:trace contextRef="#ctx0" brushRef="#br2" timeOffset="126758.32">5379 14930 0,'0'53'47,"0"-1"-47,26 1 16,0-1-16,-26 1 15,26-1-15,-26-26 16,0 1-16,27-27 62,-1-27-62,26 1 16,-25 0-16,25 0 16,1 26-16,-1-27 0,27 27 15,0 0-15,-1 27 16,-25-1-16,-1 0 16,-26 0-16,-26 1 15,0 25-15,-52 0 16,-27 1-16,1-1 15,-1-25-15,0 25 16,-26-52-16</inkml:trace>
  <inkml:trace contextRef="#ctx0" brushRef="#br2" timeOffset="126908.48">5248 15140 0,'-27'-26'0,"27"0"16,27-27-16,25 27 15,53-27-15,-26 27 16,26 26-16,-27-26 16,1 26-16,0-26 15</inkml:trace>
  <inkml:trace contextRef="#ctx0" brushRef="#br2" timeOffset="127066.38">6008 14825 0,'-52'53'0,"0"25"16,-1 27-16,1 0 16,-1 0-1,-26 26-15,1-26 16,25 27 0,1-27-16,-27 0 15,26-27-15,-25 1 16</inkml:trace>
  <inkml:trace contextRef="#ctx0" brushRef="#br2" timeOffset="127333.99">6218 13487 0,'-26'-52'0,"-26"52"16,-1 0-16,-26 0 16,-25 26-16,-1 79 15,-27 26-15,-51 0 0,25 27 16,1-1-16,-1-26 16,1 0-16,52 1 15,-26-27-15,52-27 16,0 1-16,27-53 15</inkml:trace>
  <inkml:trace contextRef="#ctx0" brushRef="#br2" timeOffset="127836.85">6350 12490 0,'0'-26'15,"0"78"32,0 1-47,52 25 16,1 1-16,-1-26 15,27-27-15,-1 0 0,1 0 16,-26-26-16,25 0 16,-51 0-16,-1-26 15,0 0-15,0-27 16,-26 1 0,0-1-16,0 1 0,-26-1 15,0 27-15,0 0 16,-1 26-1,27 52 17,27 27-17,-1-26-15,0-1 0,0 1 16,1 25-16,-1-25 16,0-1-16,-26 1 15,0-1-15,0-26 16</inkml:trace>
  <inkml:trace contextRef="#ctx0" brushRef="#br2" timeOffset="128638.81">6008 10076 0,'0'-26'0,"-26"26"15,26-27 1,-26 27-1,-26 53 1,25 26-16,-51 26 16,51-1-16,1-25 15,26-26-15,0 25 16,0-25-16,53-27 16,-1 0-16,53-26 15,0 0-15,0 0 0,0-52 16,0-1-16,0 1 15,-53 26-15,-25-27 16,-27 1-16,0 25 16</inkml:trace>
  <inkml:trace contextRef="#ctx0" brushRef="#br2" timeOffset="128842.9">6113 10207 0,'-26'0'15,"26"26"1,0 27-16,0 25 16,0 1-1,0 0-15,0 0 0,26-1 16,27-25-16,-27-1 16,27-25-16,-27 25 15,0-26-15,0 0 16,1-26-16</inkml:trace>
  <inkml:trace contextRef="#ctx0" brushRef="#br2" timeOffset="129551.87">6560 9918 0,'-53'-52'15,"27"26"-15,-27-1 16,27 27-1,26 27 1,53 51-16,-1 27 16,27-26-16,-1 26 15,1-26-15,0-1 16,-53-25-16,27-1 16,-53-25-16,-27-27 31,-51-27-31,25 1 15,1-26-15,-1-1 16,27 1-16,26-1 16,0 1-16,0 26 15,79-27-15,-1 53 16,1-26 0,0 26-16,0 0 0,-1 0 15,1 52-15,-27-25 16,1 25-16,-27 1 0,0-27 15,-26 0 1,0 0 0,0 0-1,-26-52 1,0 0 0,0-26-16,-1-1 0,1 1 0,26-1 31,0 1-31,26 25 15,27 1-15,-1 0 16,1 26-16,26 0 16,-1 26-16,-25 27 0,26-1 15,-53 1-15,26-27 16,-52 0-16,27 0 16,-27-52 15,-27 0-16,1-53-15,0 27 16,26-1-16,0 1 16,0-1-16,0 27 15,52 26-15,1 0 0,-1 0 16</inkml:trace>
  <inkml:trace contextRef="#ctx0" brushRef="#br2" timeOffset="129772.2">8291 9708 0,'0'-26'16,"0"0"-16,-52 0 16,26 26-16,-27 0 15,27 0-15,0 0 16,26 26-16,0 26 16,52 1-16,53-1 0,0 1 15,26-1 1,-26 1-16,-26-27 0,-27-26 15,-25 26-15,-54-26 16,-51 27 0,-54-1-16,-25 26 15,-27-25-15,-26 25 16</inkml:trace>
  <inkml:trace contextRef="#ctx0" brushRef="#br2" timeOffset="130165.97">2099 12175 0,'-420'131'0,"26"0"16,106-52-16,104 0 15,79-53-15,105 0 16,79-26-16,183 0 16,158-52-16,105-53 0,157-26 15,105-53-15,53 0 16,26 1-16,0-1 16,-53 0-16,-104 27 15,-106-1 1,-78 53-16,-158 27 0,-131 25 15,-131 27-15,-210 26 16,-157 0 0,-132 79-16,-104 26 15,-79 26-15,-79 26 16</inkml:trace>
  <inkml:trace contextRef="#ctx0" brushRef="#br2" timeOffset="130416.79">1784 12726 0,'-446'131'15,"105"-26"-15,157-26 16,79-53-16,262-26 16,185-52-1,182-80-15,132-51 16,132-1-16,77-26 16,28 0-16,-27 0 15,-53 27-15,-78-27 16,-79 26-16,-105 27 0,-105-1 15,-105 27 1,-131 52-16,-79 1 16,-78 25-16,-53 27 0,-27 0 15,-130 26-15,-79 26 16,-53 0-16</inkml:trace>
  <inkml:trace contextRef="#ctx0" brushRef="#br2" timeOffset="131282.07">1207 6953 0,'-263'53'15,"80"-1"1,25 1-16,79-27 0,27-26 15,104-26 1,80-27-16,77-52 16,106-78-16,26-1 15,27-26-15,25 0 16,-51 0-16,-28 27 16,-25 25-16,-53 27 0,-52 52 15,-53 0-15,-78 53 16,-27 26-16,-52 26 15,-79 53 1,-79 26-16,-52 53 16,-27 25-16,-51 1 15</inkml:trace>
  <inkml:trace contextRef="#ctx0" brushRef="#br2" timeOffset="131485.85">813 7163 0,'-184'131'0,"79"-78"0,53-27 16,131-26-1,131-105-15,104-52 16,80-27 0,52-26-16,0 0 0,0-26 15,-78 26-15,-27 53 16,-79-1-16,-52 53 16,-79 27-16,-52 25 15,-79 27-15,-53 52 31,-104 27-31,-53 25 16</inkml:trace>
  <inkml:trace contextRef="#ctx0" brushRef="#br2" timeOffset="152084.82">2781 10574 0,'-105'-26'16,"26"26"-16,-52-26 15,0 0-15,-27 26 16,-25 0-16,-1 26 0,0 53 15,27 26-15,26 26 16,26 26-16,0 53 16,52 0-16,27 26 15,26-26-15,53-26 16,52-1-16,52-25 16,27-27-16,26-52 15,78-27-15,27-52 16,0 0-16,0-78 15,0-54-15,0-25 16,-53-27-16,-26-26 16,-78-52-16,-53 0 15,-105-27-15,-53 27 0,-131-1 16,-78 53-16,-79 79 16,-26 79-16,-106 104 15,-52 132-15,-26 131 16,27 26-16</inkml:trace>
  <inkml:trace contextRef="#ctx0" brushRef="#br2" timeOffset="170747.7">4198 13671 0,'-26'0'0,"-1"0"15,-25 0-15,26 0 16,-1 0-16,1 0 16,26-27 15,0-25-16,0-1-15,53 1 0,25 0 16,1-1-16,26 27 16,0-27-16,0 53 15,-26-26-15,-1 26 16,-25 26-16,-1 1 16,-25 25-16,-1 27 15,-26-1-15,0-25 16,0 26-16,0-27 15,-26 1-15,-27-1 16,27-26-16,0 1 16,26-1-16,26-26 47,53 0-32,26-26-15,0-27 16,0 1-16,0-1 15,-53-26-15</inkml:trace>
  <inkml:trace contextRef="#ctx0" brushRef="#br2" timeOffset="171094.26">5326 13251 0,'-52'0'0,"-1"0"0,27 0 15,-26 0-15,25 26 16,1 27-16,0 25 16,26 1-16,0 0 15,0 26-15,26-53 16,27 27-16,52-53 16,-27 27-16,27-27 15,0-26-15,26 0 0,-26-26 16,0-27-16,-26-26 15,-27 1-15,1-1 16,-53 0-16,0-26 16,-53 53-16,-25-1 15,-53 27-15,26 0 16,0 26-16,0 0 16,52 52-16,1 1 15,-1 26-15,1-1 16</inkml:trace>
  <inkml:trace contextRef="#ctx0" brushRef="#br2" timeOffset="200476.35">6035 12831 0,'0'-26'15,"-53"52"32,1 53-31,-53 26-16,0 26 16,-26 26-16,-27 27 0,1 0 15,-53 26-15,0-1 16,0 1-16,26 0 15,1-52-15,51-1 16,27-52-16,27-26 16,52-53-16,26 0 15,0 1 1,26-54 15,0-25-15,53-27-16</inkml:trace>
  <inkml:trace contextRef="#ctx0" brushRef="#br2" timeOffset="205252.79">7452 9735 0,'0'-53'0,"0"27"16,0-26-16,0 25 16,0 1-1,-53-26-15,-26 52 0,-52-27 16,-26 27-16,-27 0 15,-52 27-15,-26 51 16,25 1-16,-25 26 16,52 26-16,26 27 15,27 25-15,78 27 16,27 0-16,52 0 16,26 0-16,79-26 15,52-27-15,1-52 0,78-26 16,26-27-1,80-52-15,51 0 0,27-105 16,26-26-16,0-26 16,0-27-1,-52-52-15,-79 26 0,-105-26 16,-79-27-16,-79 1 16,-52 26-16,-131 26 15,-105 52-15,-105 80 16,-53 51-16,-26 54 15,1 51-15,-1 54 16,52 25-16,1 27 0</inkml:trace>
  <inkml:trace contextRef="#ctx0" brushRef="#br2" timeOffset="207262.67">839 7058 0,'-78'27'0,"25"-1"16,27-26-16,26-26 31,105-27-31,52-52 0,53-26 16,53-27-16,25-51 15,53 25-15,0 0 16,-26 0-16,-79 27 16,-26 26-16,-105 78 15,-52 1-15,-27 52 16,-52 0-1,-79 52-15,-53 53 16,-52 27 0,1-1-16</inkml:trace>
  <inkml:trace contextRef="#ctx0" brushRef="#br2" timeOffset="207419.52">892 7058 0,'-184'105'0,"27"-26"15,78-27-15,53-25 16,157-54-1,79-51-15,78-53 16,54-27-16,77-26 16,-25-26-16,0 1 15,-1-28-15,-52 27 16,-52 1-16,-27-1 16</inkml:trace>
  <inkml:trace contextRef="#ctx0" brushRef="#br2" timeOffset="-213024.38">14038 6402 0,'26'53'78,"0"-27"-62,1 26-16,-1-25 15,0-1-15,-26 0 16,26-26 0,-26-26-1,53-27-15,-1-25 16,1-53-16,25-1 16,1 1-16,0 0 15,0 0-15,26 26 16,-53 0-16,27 26 15,-53 53-15,0 0 16,0-1-16,-26 54 984,0-1-984</inkml:trace>
  <inkml:trace contextRef="#ctx0" brushRef="#br2" timeOffset="-212331.89">13854 6087 0,'0'-26'16,"26"52"31,79 27-47,-26 26 16,0-27-16,-1 27 0,-51-53 15,25 27-15,-26-53 16,1-79 31,-1-52-47,0-1 15,0-51-15,1 25 16,-1 1-16,26-1 16,1 53-16,-1 27 15,-25 25-15,-1 53 16,-26-26-16,0 52 47,0 27-47,0 25 15,0 27-15,-26 0 16,-53-26-16</inkml:trace>
  <inkml:trace contextRef="#ctx0" brushRef="#br2" timeOffset="-211906.22">13487 6481 0,'26'0'47,"26"26"-47,27-26 16,0 26-16,-27 1 15,27 25-15,0-26 16,-27 1-16,1-27 16,-27 0-16,0 0 0,1 0 15,-1 0-15,26-53 16,1-52-16,25 0 16,-25-26-16,26-26 15,26-1-15,0 27 16,0 0-1,-27 0-15,1 52 0,-27 26 16,-25 53-16,-27-26 16,0 52 46,0 27-62,0 26 16,-79-27-1</inkml:trace>
  <inkml:trace contextRef="#ctx0" brushRef="#br2" timeOffset="-211418.99">14143 6087 0,'0'-26'16,"0"52"15,52 1-15,1 25-16,25 1 16,27 25-16,-52-25 15,-1-27-15,1 27 16,-1-53-16,-25 26 15,-1-26-15,0-26 32,27-27-32,-27-26 0,52-26 15,-51 0-15,25 0 16,1 0-16,-1 27 16,1-1-16,-1 0 15,-26 1-15,1 51 16,-1-25-1,0 26-15,-26 52 63,-52 26-63,-27 1 16,-26 26-1</inkml:trace>
  <inkml:trace contextRef="#ctx0" brushRef="#br2" timeOffset="-210915.76">13985 6192 0,'-52'-26'0,"26"26"0,26-26 15,0 52 32,52 27-47,27 25 16,-27 27-16,1-26 16,25 0-16,-25-27 15,-27 1-15,0-27 16,1 0-16,-1 0 15,0-26 1,0-52 0,1-53-16,25-26 15,-26-27-15,53-25 16,-26 25-16,-1-25 16,27 25-16,-27 27 15,1 52-15,-1 0 16,-52 53-1,26 26-15,-26 53 63,-52 25-63,-27 1 16,1-26-1</inkml:trace>
  <inkml:trace contextRef="#ctx0" brushRef="#br2" timeOffset="-210428.45">13644 6219 0,'0'-27'0,"0"54"47,53 25-47,25 1 16,1 25-16,0 1 15,0 0-15,-1-27 16,-25-26-16,-1 1 15,-26-1-15,1-26 16,-1-26 0,26-27-16,1-52 15,26 0-15,-1-26 16,-25 0-16,26 0 16,-27-1-16,1 28 15,-27 25-15,0 26 16,0 27-16,-26 52 78,0 27-78</inkml:trace>
</inkml:ink>
</file>

<file path=ppt/ink/ink2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03-11T10:11:52.221"/>
    </inkml:context>
    <inkml:brush xml:id="br0">
      <inkml:brushProperty name="width" value="0.05292" units="cm"/>
      <inkml:brushProperty name="height" value="0.05292" units="cm"/>
    </inkml:brush>
  </inkml:definitions>
  <inkml:trace contextRef="#ctx0" brushRef="#br0">10600 6980 0,'-52'0'0,"26"0"16,26-27-16,0 1 15,26-26 1,53 25-16,-1 1 16,1 0-16,0 26 15,0 0-15,-1 0 16,-52 52 0,27 1-16,-53-1 0,0 27 15,-26 0 1,-53-27-16,0 27 0,-26-27 0,0 1 15,0-1-15,53-25 16,-1-1-16,27-26 16,0 0-1,52 0 32,53 0-31,26-26-16,0-1 15,-26 27-15,26 0 16,-27 0-16,27 0 0,-26 0 16,-27 0-16</inkml:trace>
  <inkml:trace contextRef="#ctx0" brushRef="#br0" timeOffset="251.47">11388 7032 0,'-27'-26'16,"27"0"-16,-26 26 16,26 26 15,0 26-15,26 53-16,1-26 15,-1 0-15,-26-1 16,26 1-16,0 0 15,1-53-15,-27 27 16,0-27-16,0 0 16</inkml:trace>
  <inkml:trace contextRef="#ctx0" brushRef="#br0" timeOffset="456.32">11283 7216 0,'0'-53'0,"26"27"15,0-26-15,53 25 16,-27 27-16,1-26 16,-27 26-16,27 0 15,-53 26-15,0 27 16,0-1-16,0 1 16,-27-1-16,-25 1 15,-1-27-15,1 0 16,26 0-16,-1 1 15</inkml:trace>
  <inkml:trace contextRef="#ctx0" brushRef="#br0" timeOffset="1053.9">11598 7058 0,'26'0'47,"0"53"-31,26-1-1,-25 1-15,-1-27 0,-26 0 16,0 0-16,0 1 16,-26-54 15,-1-25-16,27-1-15,0 1 16,0 0-16,53-1 16,-1 27-16,1 0 15,-1 26-15,1-27 16,-1 27-16,1 0 16,-27 53-16,27-1 0,-53 1 15,26-1 1,-26-26-16,0 27 0,0-27 15,0-52 32,0-27-47,0 1 16,0-27-16,0 27 16,26 26-16,27-1 15,-27 1-15,0 26 0,26 0 16,-25 0-16,-1 26 15,0 1-15,0 25 16,1 1-16,-27-27 16,26 0-16,-26 26 15,26-25 1,0-27-16,27 26 0,-27 0 16,0 27-16,-26-27 15</inkml:trace>
  <inkml:trace contextRef="#ctx0" brushRef="#br0" timeOffset="1617.03">12358 7740 0,'-52'0'0,"26"0"31,104 0 0,54 0-31,25 0 16,53 0-16,52 0 15,27 0-15,26 0 16,52 0-16,1-26 16,25 26-16,1-26 15,-1 26-15,-25-26 16,-53 0-16,-27 26 0,-52-27 15,-26 27-15,-78-26 16,-27 26-16,-79-26 16,0 26-16,0 0 31,-52 0 16,-26 0-32,-1 0-15</inkml:trace>
  <inkml:trace contextRef="#ctx0" brushRef="#br0" timeOffset="1950.41">16872 7399 0,'-27'0'0,"27"-26"16,27 52 31,25 1-47,-26-1 15,27-26-15,-1 26 16,-25 0-16,-1-26 0,26 27 16,-25-27-1,-1 0 1,-52 26 46,-27 26-62,1 1 16,-27-1-16,26 1 16,-52-1-16,0 1 0</inkml:trace>
  <inkml:trace contextRef="#ctx0" brushRef="#br0" timeOffset="2500.81">13775 6560 0,'79'0'32,"26"26"-32,26-26 0,-26 0 31,0 0-31,-52-26 16,-1 26-16,-26-27 0,1 1 0,-27-26 15,0 26 1,0-1-1,-27 1 1,27 79 15,-26-1-15,26 53-16,-26-26 16,26-1-16,0 1 0,0-26 15,0-1-15,0 1 16,0-1-16,0-26 15,0 1-15,0-1 16</inkml:trace>
  <inkml:trace contextRef="#ctx0" brushRef="#br0" timeOffset="2819.74">14799 6612 0,'0'-26'15,"0"0"-15,-26 26 0,-1 26 32,27 0-17,-26 53-15,0-27 16,26 1-16,0-1 16,0-25-16,0 25 15,52-52-15,-25 26 16,25-26-16,27 0 15,-27-26-15,-26 0 16,1-27-16,-1 1 16,-26-1-16,0 1 0,0-1 15,-53 27 1,1 0-16,-1 26 0,1 0 16,0 0-16,-1 26 15</inkml:trace>
  <inkml:trace contextRef="#ctx0" brushRef="#br0" timeOffset="3066.72">15297 6560 0,'-26'-27'0,"26"54"47,0 25-31,26-26-16,1 27 15,-27-1-15,26 1 16,-26-27-16,0 27 16,26-27-16,-26 0 15</inkml:trace>
  <inkml:trace contextRef="#ctx0" brushRef="#br0" timeOffset="4168.92">15691 6586 0,'-26'0'16,"-1"-26"-16,1 26 16,0 0-16,-27 0 15,27 0-15,0 0 16,0 52-16,0 1 15,26-1-15,0-26 16,0 1-16,26 25 0,26-52 16,1 26-16,-1-26 15,1 0-15,-1 0 16,-26-26-16,1 0 16,-1-27-16,0 27 15,-26-26-15,26 25 16,-26 1-1,0 52 32,0 1-47,0-1 16,0 26-16,27-25 16,-27-1-16,0-52 46,0-27-46,0 27 16,0-27-16,26 27 16,0 0-16,0 26 15,-26-26-15,27 26 16,-1 0 0,0 26-16,27 0 0,-27 27 15,0-27-15,0 0 16,-26 0-16,26-26 15,1 0 1,-1 0 0,0-52-16,-26-1 15,26 27-15,-26-26 16,27 25-16,-27 1 16,26 26 15,-26 26-31,26 1 15,27-1 1,-27 0-16,0 0 0,0 1 16,1-27-16,-1 0 15,0 0-15,0-27 16,-26 1 0,27 0-16,-27 0 15,0-1 1,0 1-16,0 52 47,0 27-32,0-1 1,0 27-16,0 0 0,0 0 16,0-27-1,0 1-15,0 25 0,26-51 16,-26-1-16,0 0 15,0-52 17,0-27-32,0-25 15,-26-1-15,26-26 16,0 26-16,0-26 0,0 26 16,52 27-16,0 26 15,1 0-15,-27-1 31,0 27-31,1 0 0,-1 27 0,0 25 16,-26 0-16,0-25 16,0 25-16,0-26 15,-26 1 1,-27-1-16,-25 0 0,25 0 16</inkml:trace>
  <inkml:trace contextRef="#ctx0" brushRef="#br0" timeOffset="4644.42">17187 6009 0,'0'-27'16,"0"54"-1,0 25 1,0 1-16,26 25 16,-26 1-16,0 0 15,0 0-15,0-27 16,0-26-16,0 0 16,26-26 15,0-26-31,1 0 15,25-26-15,-26 25 0,0 27 16,1 0-16,25 0 16,-26 27-1,27-1 1,-1 0 0,-25 0-16,-1 0 15,26-26-15,1 0 16,-27 0-16,27-52 15,-1 26-15,1-27 16,-53 1-16,26-1 16,-26 27-16,-26 26 15</inkml:trace>
  <inkml:trace contextRef="#ctx0" brushRef="#br0" timeOffset="5551.86">9866 9262 0,'0'-26'0,"0"0"16,0 0-16,26-1 16,26 1-16,1 0 15,26 26-15,-27-26 16,1 26-16,-53 52 16,0-26-1,0 27-15,-27 26 16,-51-53-16,-1 26 0,26 1 15,-25-53-15,51 26 16,1 0-16,0-26 16,105 0 15,-27 0-31,27 0 16,0 0-16,-27 0 15,1 27-15,-1-1 16,-26 26-16,-26-25 15,0-1-15,-26 0 0,-26 0 16,-27 0 0,0-26-16,27 27 0,-27-27 15,26 0-15,1-27 16,26 1-16,0-26 16,26-1-16</inkml:trace>
  <inkml:trace contextRef="#ctx0" brushRef="#br0" timeOffset="5897.35">10705 9289 0,'-52'0'0,"26"0"16,52 0 31,0-27-32,-26 54 48,0-54-32,0 1-15</inkml:trace>
  <inkml:trace contextRef="#ctx0" brushRef="#br0" timeOffset="6101.57">10863 9551 0,'26'0'31,"-26"26"16,-26-26-16,26-26-15</inkml:trace>
  <inkml:trace contextRef="#ctx0" brushRef="#br0" timeOffset="6558.35">11178 9157 0,'-27'0'15,"27"-26"-15,0 0 16,53 0 0,26-1-16,-27 27 15,27-26-15,-27 26 0,-25 0 31,-1 26-31,-26 1 0,0 25 0,0 1 16,-26-1-16,-27 1 16,1-27-16,25 0 15,1 0-15,26 1 32,26-27-32,27 0 15,-1 26-15,1 0 16,-27 0-16,0-26 0,1 27 15,-27-1 1,-53-26 0,1 26-16,-27-26 15,53 0-15,-27 0 16,27 0-16,26-26 16</inkml:trace>
  <inkml:trace contextRef="#ctx0" brushRef="#br0" timeOffset="6888.51">11807 9131 0,'-26'-26'16,"0"26"0,26 26-1,0 27-15,-26-27 16,26 26-16,0 1 15,0-27-15,0 27 16,26-27-16,26-26 16,1 26-16,-1-26 15,1 0-15,-1-26 16,1 0-16,-1-1 0,-52 1 16,0-26-16,0-1 15,0 1-15,-52 25 31,-1 1-31,1 0 0,-1 0 0,1 26 16,26 0-16,-27 26 16,27 0-16</inkml:trace>
  <inkml:trace contextRef="#ctx0" brushRef="#br0" timeOffset="7313.5">12149 9840 0,'-27'0'0,"1"0"16,0 0-16,52 0 31,79 0-31,52 0 16,53 0-16,53 0 0,78 0 15,0 0-15,79 0 16,0 0-16,26 0 16,-26 0-16,-1 0 15,1 0-15,-52-27 16,-27 27-16,-53-26 15,-25 0-15,-53 26 16,-79-26-16,0 26 16,-78 0-16,-1 0 15,1-27-15,-27 27 16,0-26-16,-26 0 16</inkml:trace>
  <inkml:trace contextRef="#ctx0" brushRef="#br0" timeOffset="7565.1">17528 9499 0,'-27'0'16,"-25"-27"-16,104 54 47,27-1-47,0-26 15,-27 26 1,27-26-16,-26 0 0,-27 0 15,0 0-15,-26 26 32,-52 1-17,-1-1-15,-26 26 16,27 1-16,-27-1 16,0-26-16,-26 27 15</inkml:trace>
  <inkml:trace contextRef="#ctx0" brushRef="#br0" timeOffset="8099.44">14195 9105 0,'26'-53'15,"27"1"-15,-53 0 16,0 25-16,0 1 16,-53 0-16,1 26 15,-27 0-15,1 0 16,25 52-16,1-25 16,52-1-16,0 26 15,0-26-15,78 27 16,27-27-16,0 27 0,-26-27 15,-27 26-15,1-25 16,-27-1-16,-26 0 16,-52 0-1,-27 1-15,0-27 16,1 0 0,25 0-16,1-27 0,52 1 15,0-26-15,26-27 16,79 26-16,-27 27 0,27-26 15</inkml:trace>
  <inkml:trace contextRef="#ctx0" brushRef="#br0" timeOffset="8432.45">14641 8921 0,'27'-26'0,"-27"0"15,0 52 32,0 27-31,0-1-16,-27 0 15,27-25-15,0-1 16,0 0-16,0 0 16,0-52 15,27 0-15,-1 0-16,26-1 15,1 1-15,25 26 16,-25-26-16,-1 26 15,1 0-15,-1 52 16,-25-25-16,-1 25 16,-26 1-16,0-1 15,0-26-15,-26 1 16,-53-1-16,0 0 0,-26 0 16,27-26-16</inkml:trace>
  <inkml:trace contextRef="#ctx0" brushRef="#br0" timeOffset="8587.1">14563 8948 0,'0'-27'16,"78"27"-16,27-26 15,26 0-15,1 26 16,-54 0-16</inkml:trace>
  <inkml:trace contextRef="#ctx0" brushRef="#br0" timeOffset="8823.11">15402 8869 0,'0'26'47,"0"0"-47,0 27 0,27-1 16,-1-26-16,-26 27 15,26-27-15,0 27 16,-26-27-16,0 0 16</inkml:trace>
  <inkml:trace contextRef="#ctx0" brushRef="#br0" timeOffset="9484.4">15638 8948 0,'-52'0'0,"-1"0"0,1 0 16,0 0 0,25 0-16,-25 52 0,52-26 15,0 0-15,0 1 16,26-1-16,53 0 15,-27-26-15,27 0 16,0 0-16,-27 0 16,1-26-16,-1 0 15,-26-1-15,1-25 16,-1 26 0,0-27-16,-26 27 0,0 0 15,0 78 32,0-25-31,0 25-16,0-26 0,0 0 15,0 1-15,0-1 16,0-52 15,0-1-31,0-25 16,26 0-16,1-1 15,-1 27-15,-26 0 0,26 26 32,0 0-32,1 26 15,-1 26-15,0 1 16,26-27-16,1 0 16,-27-26-16,0 0 15,1 0-15,-1 0 16,0 0-1,0-26-15,-26-26 0,27-1 16,-1 27-16,-26-27 0,0 27 16,26 26 15,-26 26-15,26 27-16,27-1 31,-27-25-31,27 25 15,-1-52-15,0 26 16</inkml:trace>
  <inkml:trace contextRef="#ctx0" brushRef="#br0" timeOffset="9892.69">16977 8895 0,'0'-26'0,"0"-27"16,0 27-16,0 0 15,-27 26-15,27-26 0,-26 52 31,26 53-15,-26-1-16,26 53 16,0-26-16,0-26 15,0 26-15,0-26 16,0 0-16,0-27 16,0-26-16,0 1 15,0-80 1,0-26-1,0-26-15,-26-26 16,26 0-16,0 26 16,0-26-16,0 52 15,0 27-15,26 25 16,26 1-16,27 26 16,-26 0-16,-1 0 15,1 0-15,-27 26 16,0 27-16,0-1 15,-26-25-15,0 25 16,-52-26-16,-27 1 16,0 25-16,1-26 15</inkml:trace>
  <inkml:trace contextRef="#ctx0" brushRef="#br0" timeOffset="10300.39">17449 8370 0,'0'-26'15,"0"52"1,0 27-16,0-1 15,0 27-15,0-27 16,0 27-16,26-26 16,-26-27-16,26 26 15,1-52 17,-1 0-32,26-52 15,1 26-15,-1-27 16,-25 53-16,25-26 15,-26 26-15,1 0 16,25 0-16,1 52 16,-1-52-16,0 27 0,1-1 15,-1-26-15,-25 0 16,25-53-16,1 27 16,-1-53-16,-52 27 15</inkml:trace>
  <inkml:trace contextRef="#ctx0" brushRef="#br0" timeOffset="11385.27">9183 7452 0,'27'-53'0,"-27"1"16,0-1-16,0 27 0,0 0 15,0 0-15,-27 26 32,-51 0-32,-53 52 0,-53 53 15,-26 79-15,0-1 16,79 1-16,26 0 16,79 0-16,26-53 15,52 0-15,106 0 16,25-26-16,27-26 15,26-27-15,-26-25 0,0-1 16,-52-26-16,-27 0 16,-52 0-16</inkml:trace>
  <inkml:trace contextRef="#ctx0" brushRef="#br0" timeOffset="12171.8">8344 6953 0,'-26'0'0,"52"27"31,26-27-15,53 0-16,0 0 0,26-27 15,-26 27-15,-26-26 16,-26 26 0,-27 0-16,-26 26 46,0 27-46,0-27 16,-26 27-16,26-1 16,0-26-16,0 53 15,0-27 1,26 1-16,0 26 0</inkml:trace>
  <inkml:trace contextRef="#ctx0" brushRef="#br0" timeOffset="12785.22">9420 8580 0,'-27'0'15,"54"0"17,25 26-17,1-26-15,25 0 16,-25 27-16,-1-27 16,1 0-16,-27 0 0,0 0 15,-26 26 1,-52 0-1,-53 53-15,0 26 16,-26 26-16,26-26 16,-27 26-16,28-26 15,-1 26-15,0-26 16</inkml:trace>
  <inkml:trace contextRef="#ctx0" brushRef="#br0" timeOffset="17487.68">2204 11650 0,'-27'0'15,"27"-26"32,27-27-47,-1 1 16,26 26-16,1-27 16,-1 27-16,-25 26 0,25-26 15,-26 26-15,1 0 16,-1 26-16,-26 27 15,26 25-15,0-25 16,-26-1-16,0 27 16,0-53-16,-52 27 15,52-1-15,-26-26 16,26 1 0,0-1-1,52-26 1,1 0-16,25 26 15,1-26-15,0 26 0,-1 1 16,1 25-16,-53-26 16,-26 27-16,0-1 15,0 1-15,-26-27 16,-26 0-16,-27 0 16,26 1-16,1-27 15,0 0-15,-1 0 16,1 0-16,-1-27 15,1 1-15,25-26 16,27-1-16</inkml:trace>
  <inkml:trace contextRef="#ctx0" brushRef="#br0" timeOffset="17927.62">3358 11624 0,'0'26'63,"0"0"-48,-26-26 157</inkml:trace>
  <inkml:trace contextRef="#ctx0" brushRef="#br0" timeOffset="18226.02">3542 12044 0,'0'26'125,"0"-52"-62,0 0-63</inkml:trace>
  <inkml:trace contextRef="#ctx0" brushRef="#br0" timeOffset="18713.11">3699 11598 0,'-26'-27'15,"26"1"-15,0 0 16,26-26-16,27-1 16,26 27-16,-27-27 15,27 27-15,-53 26 16,0 0-1,-26 53 1,0-1-16,0 1 16,0-1-16,-26 0 15,0 1-15,26-27 0,0 0 16,26-26 0,26 27-16,1-27 15,26 0-15,-1 26 16,1 0-16,-26-26 15,-1 26-15,-26 1 16,-26-1 0,0 0-16,-52 0 15,-27 27-15,0-27 16,1 0-16,25 1 16,-26-27-16,27 0 15,26 0-15,26-53 16</inkml:trace>
  <inkml:trace contextRef="#ctx0" brushRef="#br0" timeOffset="19482.5">4460 11204 0,'0'-26'0,"0"52"46,0 0-46,0 53 0,0-26 16,0 25-16,27-25 16,-1-1-16,26-26 15,-25 1-15,25-1 16,0 0-16,-25-26 16,-1 0-16,26-26 15,-25 0-15,-27-27 16,0 1-1,0 26-15,0-27 0,0 1 16,-53-1-16,1 27 16,-1-27-16,1 53 0,26-26 15,-1 26 1,1 0-16,0 0 0,52 0 47,0-26-32,-26 0-15,27-27 16,-27 1-16,0-1 16,0-26-16,0 1 15,0-1-15,-53 0 16,1-26 0,-27 27-16,-26-1 0,-26 26 0,-1 1 15,-51 26-15,-1 26 16,-26 0-16,0 26 15,-26 53-15,26 26 16,-26 0-16,26 52 16,26 53-1,1 0-15,78 26 0,26-26 16,53 0-16,26-26 16,52 25-16,106-51 15,25-27-15,54 0 16,25-26-16,27-26 15,26-53-15,-1-26 16,28 0-16,-28-78 0,54-54 16,-1-51-16,-26-1 15,-52-52-15,-79-27 16,-79 1-16,-131 0 16,-52-1-16,-158 27 15,-105 26-15,-105 79 16,-52 78-1,-53 53-15,0 79 0,26 52 16</inkml:trace>
  <inkml:trace contextRef="#ctx0" brushRef="#br0" timeOffset="25640.45">5405 11178 0,'-53'26'0,"27"-26"31,79 0 1,78 0-17,0-52-15,27 25 16,-27-25-16,0-1 15,0 27-15,-52-26 16,0 25-16,-53 1 16,-26 0-1</inkml:trace>
  <inkml:trace contextRef="#ctx0" brushRef="#br0" timeOffset="25813.51">5746 10706 0,'-26'0'0,"26"52"31,26 27-15,27 26-16,25 0 15,1 26-15,0-26 16,-1 26-16,27-26 16,-26 26-16,0-26 15,-27 0-15,-25-26 0</inkml:trace>
  <inkml:trace contextRef="#ctx0" brushRef="#br0" timeOffset="27413.91">10154 10286 0,'-78'0'0,"25"0"15,1 26-15,78-26 32,79 0-17,79 0-15,52 0 16,26-26-16,-26 0 0,27-27 15,-53 27 1,-53 0-16,-26-1 0,-26 1 16,-79 26-1,-78 0-15,-79 26 16</inkml:trace>
  <inkml:trace contextRef="#ctx0" brushRef="#br0" timeOffset="27587">9761 10706 0,'-105'52'16,"79"-26"-16,26 1 16,105-27-16,52 0 15,105-53-15,79-26 0,1 27 16,-1-27-16,-26 27 16,-79-1-16,-53 27 15,-51 0-15,-106 26 16</inkml:trace>
  <inkml:trace contextRef="#ctx0" brushRef="#br0" timeOffset="31742.12">14746 6061 0,'27'-26'15,"-1"-27"-15,0 27 16,-26 0-16,0 0 15,0-1 1,0 1-16,-79 26 16,1 0-16,-1 0 15,-52 26-15,-1 27 0,1-1 16,0 27-16,0 0 16,0 26-16,26 26 15,26 0-15,0 0 16,53 1-16,26 25 15,0-26-15,52-26 16,27 0-16,26 0 16,0-26-16,53-27 0,-1 1 15,0-53 1,27 0-16,26 0 0,0-26 16,-26-27-16,26 1 15,-53-27-15,-26-26 16,-52 26-16,0-26 15,-53 0-15,-26 0 16,0-26-16,-26 0 16,-53-26-16,-52 25 15,0 27-15,-53 0 16,-26 27-16,0 25 16,0 27-16,0 26 15,26 0-15,1 0 0,25 26 16,27 27-16,26 25 15,0 27-15,27-26 16</inkml:trace>
  <inkml:trace contextRef="#ctx0" brushRef="#br0" timeOffset="34251.97">21988 5458 0,'-26'0'15,"26"-27"-15,0 1 0,26 0 16,53-27-16,26 53 15,-26-26-15,0 26 16,-27 0-16,27 26 16,-27 1-16,-26 25 15,1 27-15,-27 0 16,0-1-16,0-25 16,0-1-16,0 1 15,0-27-15,0 0 16,0 0-16,0 1 15,0-1 1,-27-26 0</inkml:trace>
  <inkml:trace contextRef="#ctx0" brushRef="#br0" timeOffset="34409.83">21936 5877 0,'-26'-26'0,"52"0"31,79 0-15,0-27-16,52 27 15,-25 0-15,-1 0 16,-26-1-16,-27 1 0</inkml:trace>
  <inkml:trace contextRef="#ctx0" brushRef="#br0" timeOffset="34755.33">22986 5353 0,'-27'0'31,"1"26"-15,26 26 0,-26 27-1,26-26-15,0-1 0,0 1 16,52-1-16,1-26 15,25 1-15,1-1 16,26-26-16,-26 0 16,0 0-16,-1-26 15,-25-1-15,-27-25 16,0-1-16,-26 1 16,0-27-16,-26 27 15,-26-1-15,-1 1 16,1 25-16,-1 1 15,1 26-15,25 0 0,-25 0 16,-1 26 0,-25 27-16</inkml:trace>
  <inkml:trace contextRef="#ctx0" brushRef="#br0" timeOffset="37960.76">21149 7268 0,'-53'0'0,"27"0"16,0 0-1,52 0 32,27 0-47,51-26 0,1 26 16,27-26-1,-27 26-15,-27-27 0,1 27 16,0-26-16,-27 26 16,-26 0-16</inkml:trace>
  <inkml:trace contextRef="#ctx0" brushRef="#br0" timeOffset="38165.04">21359 7006 0,'0'-26'0,"0"52"46,0 53-30,0 25-16,26 1 0,0 0 16,0 27-16,-26-27 15,0-1-15,0 28 16</inkml:trace>
  <inkml:trace contextRef="#ctx0" brushRef="#br0" timeOffset="39532.57">22592 6691 0,'-26'0'0,"-1"0"15,27-26-15,0-1 16,0 1 0,53 0-16,-1 0 15,-25-1 1,25 27-16,-26-26 0,27 26 15,-27 0 1,0 0 0,1 0-1,-27 26 1,0 27-16,0-27 16,0 0-16,0 27 15,-27-27-15,27 0 16,-26 1-1,26-1-15,0 0 0,26 0 16,27 1 0,-1-1-16,1 0 15,-1 0-15,-26 1 16,1-27-16,-1 0 16,-26 26-16,-53 0 31,-25-26-31,-1 26 15,0-26-15,1 27 16,-1-27-16,53 0 16,-1 0-16,1 0 15,26-27-15,26 1 16</inkml:trace>
  <inkml:trace contextRef="#ctx0" brushRef="#br0" timeOffset="39878.79">23458 6481 0,'-26'-26'16,"-1"26"-16,1 0 31,26 26-15,0 26-1,0-25-15,0 25 16,53-26-16,-1 1 16,1 25-16,25-26 15,-25 1-15,-1 25 16,1-26-16,-27-26 16,0 27-16,-26-1 31,-52-26-16,-27 26-15,27-26 16,-1 0-16,-26 0 16,53 0-1</inkml:trace>
  <inkml:trace contextRef="#ctx0" brushRef="#br0" timeOffset="40051.97">23379 6429 0,'0'-27'15,"26"1"-15,1 0 16,51 0-16,-25-1 16,52-25-16,-27 26 15,27-1-15,-26 1 0,0 0 16,-53 0-16</inkml:trace>
  <inkml:trace contextRef="#ctx0" brushRef="#br0" timeOffset="40777.79">14536 12621 0,'-52'-26'15,"26"0"-15,26-1 16,0 54 15,0 25-15,26 27-1,0 0-15,0-1 0,1 1 16,-1-27-16,0 27 16,0-26-16,1 25 15,-27-25-15,0-1 0,0-25 16</inkml:trace>
  <inkml:trace contextRef="#ctx0" brushRef="#br0" timeOffset="41186.62">14956 12805 0,'-26'-26'0,"0"-1"15,26 1 1,-27 79 15,27-1-15,0 0-16,0 27 15,0-26-15,27-1 16,25-26-16,1 27 16,-27-53-1,26 0-15,1 0 0,-1 0 16,1 0-16,-27-53 16,27 27-16,-27-26 15,-26-27-15,0 26 0,0 1 16,0 0-16,-53-1 15,1 27 1,-1 0-16,1-1 0,-1 27 16,1 0-16,-1 0 15,27 0-15,0 0 16,26 27-16,0-1 16,0 26-16</inkml:trace>
  <inkml:trace contextRef="#ctx0" brushRef="#br0" timeOffset="41564.56">15901 12516 0,'-26'0'0,"-1"-26"16,1 26-16,-26 0 15,25 0-15,-25 0 16,26 26-16,-1 0 16,27 1-16,0 25 0,0-26 15,0 27-15,79-27 16,0 0-16,0 1 16,26-1-16,-27 0 15,1 0-15,0-26 16,-27 0-16,1 0 15,-27 26-15,-26 1 47,-79-27-47,0 26 16,1 0-16,-1 0 16,27-26-16,-1 0 15,1 0-15</inkml:trace>
  <inkml:trace contextRef="#ctx0" brushRef="#br0" timeOffset="41784.03">16085 12411 0,'0'-26'0,"26"26"47,26-26-47,53-1 15,-26 1-15,26 0 16,-26 0-16,-27-1 0,1 27 16,-27 0-16,-105 27 31,-26 51-31</inkml:trace>
  <inkml:trace contextRef="#ctx0" brushRef="#br0" timeOffset="42177.41">13539 14143 0,'-131'26'0,"26"0"16,26-26-16,27 27 15,104-27 1,106-27 0,78-25-16,105-1 15,26-25-15,80-1 16,51-26-16,1 0 0,25 0 16,1-26-16,-52 26 15,-27 0-15,-105 0 16,-53 26-16,-78 27 15,-79-1-15,-52 27 16,-26 26-16,-53-26 16,-53 26-1,1 0 1,-27 0-16,-26 0 16,-26 0-16</inkml:trace>
  <inkml:trace contextRef="#ctx0" brushRef="#br0" timeOffset="45534.78">15560 14537 0,'-53'-53'0,"1"1"15,26-1-15,-27 27 0,53 0 16,-26-1-16,0 27 31,26 53 0,52 26-15,1-1-16,-1 1 16,0 0-16,1-27 15,-1 27-15,-25-27 16,25-25-16,-52 25 0,26-26 15,-26 1-15,0-1 16,27-26 0,-1 0-1,26 0-15,-25-53 16</inkml:trace>
  <inkml:trace contextRef="#ctx0" brushRef="#br0" timeOffset="45785.93">15927 14405 0,'-52'0'0,"25"0"15,27-26 17,53 0-32,-1 0 15,53-1-15,-26 1 16,0 0-16,-1 0 15,-25-1-15,-27 27 16,-52 27 15,-27-1-31,-25 26 16</inkml:trace>
  <inkml:trace contextRef="#ctx0" brushRef="#br0" timeOffset="46272.31">16006 14353 0,'-26'0'16,"26"26"93,0 27-109,0 25 16,26-25-16,0-1 15,0 1-15,1-1 0,-1 1 16,0-1-16,-26-26 16,26 1-16,-26-80 78,0 27-78,-26-27 15,26 1-15,0 0 16,0 25-16,26-25 0,27 26 16,-1-1-1,1 27-15,-1-26 0,27 26 16,-27 0-16,27 53 16,-26-27-16,-27 26 15,-26 1-15,0-1 16,0-26-16,-53 53 15,-25-53-15,-1 27 16,26-27-16,1 0 16,-1 1-16,1-27 15,-1 0-15</inkml:trace>
  <inkml:trace contextRef="#ctx0" brushRef="#br0" timeOffset="46633.79">16740 13802 0,'27'-53'0,"25"1"0,-26-1 16,-26 27-1,0 0-15,-52 105 16,-53 26 0,-26 78-16,-53 53 15,0 1 1,-25 25-16,-1 0 0,26-25 16,27-28-16,25-25 15,27-26-15,53-53 16,-1-27-16,27 1 15,26-53-15,0-52 32,0-79-32,26-26 0</inkml:trace>
  <inkml:trace contextRef="#ctx0" brushRef="#br0" timeOffset="47043.16">17134 11808 0,'0'-27'16,"-26"27"-16,-79 0 16,-53 79-16,-51 52 15,-80 53-15,-52 26 16,-27 52-16,1-26 16,26-26-16,0 27 15,78-54-15,27-25 16,53-53-16,51 0 0,54-53 15,25 1-15,53-27 16,0 0-16,53-26 16,-1 0-1,1 0 1</inkml:trace>
  <inkml:trace contextRef="#ctx0" brushRef="#br0" timeOffset="49917.9">14484 11571 0,'-53'0'0,"80"-26"47,78 26-47,0-52 15,26 26-15,-26-27 16,-27 27-16,-25-27 15,-1 27-15,-25 0 16,-27 0 0,0-1 15,-27 27-15,27-26-1,-26 26 1,26 53 62,0 25-62,26 1-16,1 0 15,25-1-15,1 27 0,-27 0 16,26-26-16,1 0 15,-27 0-15,0-27 16,1 1-16,-1-27 16,-26 0-1,0 0 345,-26 0-345,-53 1-15,-26 25 16</inkml:trace>
  <inkml:trace contextRef="#ctx0" brushRef="#br0" timeOffset="51690.42">2860 12359 0</inkml:trace>
  <inkml:trace contextRef="#ctx0" brushRef="#br0" timeOffset="52839.12">5904 10574 0,'0'-26'32,"0"0"-17,26-27-15,52 27 0,1 0 16,0-27-16,-27 27 15,27 26-15,-53-26 16,1 26-16,-1 0 16,-26-26-1,0 0 1,0-1 0,0 1-16,0 0 0,0 0 15,-26 26 16,26-27-31,-27 27 16,27 27 47,0 25-63,53 27 15,26 52-15,-27-26 16,1 0-16,25 0 15,-25-26-15,25-1 16,-25 1-16,-1-53 16,-25 27-16,-1-27 15,-26 0 1,-53 0 0,-25-26-1,-1 0-15,-26 0 16</inkml:trace>
  <inkml:trace contextRef="#ctx0" brushRef="#br0" timeOffset="53042.79">6140 11020 0,'0'-26'15,"0"0"1,26 0-16,53-27 16,26 27-16,0-26 15,0-1-15,-1-26 16,28 27-16,-27-1 0,0 1 15,-27-1-15,-51 27 16,-27 0 0,-27 26-1,-51 26-15,-27 0 16</inkml:trace>
  <inkml:trace contextRef="#ctx0" brushRef="#br0" timeOffset="54185.68">1548 9157 0,'-184'79'16,"53"-26"-16,26-1 16,79-26-16,157-78 31,53-53-15,52 0-16,52-26 15,-25 0-15,-27-1 0,-26 27 16,0-26-16,-27 52 15,1-25-15,-53 51 16,-26 1-16,-52 25 16,-80 27 15,-77 79-31,-28 0 16,-25-1-16</inkml:trace>
  <inkml:trace contextRef="#ctx0" brushRef="#br0" timeOffset="54499.57">1285 9446 0,'-52'26'0,"52"-52"32,52 0-32,80-53 15,25 0-15,53 1 16,0-27-16,0 0 15,26 0-15,-26 0 16,0 0-16,0 26 0,-27 0 16,-25 1-16,-27 51 15,-52-25-15,-53 52 16,0-26-16,-52 26 31,-27 26-31,-25-26 16,-1 52-16,27-25 15,-1-1-15</inkml:trace>
  <inkml:trace contextRef="#ctx0" brushRef="#br0" timeOffset="55337.23">5772 8134 0,'-52'-26'15,"-27"-27"-15,-26 1 16,0-1-16,-52 1 16,-1-1-16,-78 27 15,-52-26-15,-54 52 0,-51 0 16,-79 0-16,-27 52 15,-52 53-15,0 0 16,26 53-16,27-1 16,51 27-16,106-1 15,105 1-15,105 0 16,131-1-16,52-25 16,211-27-16,104-26 15,158-53-15,131-52 16,105-26-16,26-79 0,27-26 15,-27-53-15,-53 1 16,-78-1-16,-104 0 16,-106 1-16,-184-1 15,-105 27-15,-157-1 16,-183 53-16,-185 0 16,-209 53-16,-158 52 15,-183 26-15,-105 105 16,-79 27-16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9DD4BB-AE03-442B-84B3-F2D5B0DA25AE}" type="datetimeFigureOut">
              <a:rPr lang="en-IN" smtClean="0"/>
              <a:t>11-03-2024</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0583D5-C6D3-42C9-B9D2-C22015A9C5B3}" type="slidenum">
              <a:rPr lang="en-IN" smtClean="0"/>
              <a:t>‹#›</a:t>
            </a:fld>
            <a:endParaRPr lang="en-IN"/>
          </a:p>
        </p:txBody>
      </p:sp>
    </p:spTree>
    <p:extLst>
      <p:ext uri="{BB962C8B-B14F-4D97-AF65-F5344CB8AC3E}">
        <p14:creationId xmlns:p14="http://schemas.microsoft.com/office/powerpoint/2010/main" val="2115027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600m/5*60 sec * 18/5 = 7.2 kmph</a:t>
            </a:r>
          </a:p>
        </p:txBody>
      </p:sp>
      <p:sp>
        <p:nvSpPr>
          <p:cNvPr id="4" name="Slide Number Placeholder 3"/>
          <p:cNvSpPr>
            <a:spLocks noGrp="1"/>
          </p:cNvSpPr>
          <p:nvPr>
            <p:ph type="sldNum" sz="quarter" idx="5"/>
          </p:nvPr>
        </p:nvSpPr>
        <p:spPr/>
        <p:txBody>
          <a:bodyPr/>
          <a:lstStyle/>
          <a:p>
            <a:fld id="{B10583D5-C6D3-42C9-B9D2-C22015A9C5B3}" type="slidenum">
              <a:rPr lang="en-IN" smtClean="0"/>
              <a:t>6</a:t>
            </a:fld>
            <a:endParaRPr lang="en-IN"/>
          </a:p>
        </p:txBody>
      </p:sp>
    </p:spTree>
    <p:extLst>
      <p:ext uri="{BB962C8B-B14F-4D97-AF65-F5344CB8AC3E}">
        <p14:creationId xmlns:p14="http://schemas.microsoft.com/office/powerpoint/2010/main" val="39046102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144 * 5/18 = 40 m/sec</a:t>
            </a:r>
          </a:p>
        </p:txBody>
      </p:sp>
      <p:sp>
        <p:nvSpPr>
          <p:cNvPr id="4" name="Slide Number Placeholder 3"/>
          <p:cNvSpPr>
            <a:spLocks noGrp="1"/>
          </p:cNvSpPr>
          <p:nvPr>
            <p:ph type="sldNum" sz="quarter" idx="5"/>
          </p:nvPr>
        </p:nvSpPr>
        <p:spPr/>
        <p:txBody>
          <a:bodyPr/>
          <a:lstStyle/>
          <a:p>
            <a:fld id="{B10583D5-C6D3-42C9-B9D2-C22015A9C5B3}" type="slidenum">
              <a:rPr lang="en-IN" smtClean="0"/>
              <a:t>7</a:t>
            </a:fld>
            <a:endParaRPr lang="en-IN"/>
          </a:p>
        </p:txBody>
      </p:sp>
    </p:spTree>
    <p:extLst>
      <p:ext uri="{BB962C8B-B14F-4D97-AF65-F5344CB8AC3E}">
        <p14:creationId xmlns:p14="http://schemas.microsoft.com/office/powerpoint/2010/main" val="2765071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360m/72kmph *5/18= 18 sec</a:t>
            </a:r>
          </a:p>
        </p:txBody>
      </p:sp>
      <p:sp>
        <p:nvSpPr>
          <p:cNvPr id="4" name="Slide Number Placeholder 3"/>
          <p:cNvSpPr>
            <a:spLocks noGrp="1"/>
          </p:cNvSpPr>
          <p:nvPr>
            <p:ph type="sldNum" sz="quarter" idx="5"/>
          </p:nvPr>
        </p:nvSpPr>
        <p:spPr/>
        <p:txBody>
          <a:bodyPr/>
          <a:lstStyle/>
          <a:p>
            <a:fld id="{B10583D5-C6D3-42C9-B9D2-C22015A9C5B3}" type="slidenum">
              <a:rPr lang="en-IN" smtClean="0"/>
              <a:t>8</a:t>
            </a:fld>
            <a:endParaRPr lang="en-IN"/>
          </a:p>
        </p:txBody>
      </p:sp>
    </p:spTree>
    <p:extLst>
      <p:ext uri="{BB962C8B-B14F-4D97-AF65-F5344CB8AC3E}">
        <p14:creationId xmlns:p14="http://schemas.microsoft.com/office/powerpoint/2010/main" val="20175833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100km/3.5 hrs = 200/7= 28.5 kmph</a:t>
            </a:r>
          </a:p>
        </p:txBody>
      </p:sp>
      <p:sp>
        <p:nvSpPr>
          <p:cNvPr id="4" name="Slide Number Placeholder 3"/>
          <p:cNvSpPr>
            <a:spLocks noGrp="1"/>
          </p:cNvSpPr>
          <p:nvPr>
            <p:ph type="sldNum" sz="quarter" idx="5"/>
          </p:nvPr>
        </p:nvSpPr>
        <p:spPr/>
        <p:txBody>
          <a:bodyPr/>
          <a:lstStyle/>
          <a:p>
            <a:fld id="{B10583D5-C6D3-42C9-B9D2-C22015A9C5B3}" type="slidenum">
              <a:rPr lang="en-IN" smtClean="0"/>
              <a:t>9</a:t>
            </a:fld>
            <a:endParaRPr lang="en-IN"/>
          </a:p>
        </p:txBody>
      </p:sp>
    </p:spTree>
    <p:extLst>
      <p:ext uri="{BB962C8B-B14F-4D97-AF65-F5344CB8AC3E}">
        <p14:creationId xmlns:p14="http://schemas.microsoft.com/office/powerpoint/2010/main" val="13350644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Car: train= 18:25</a:t>
            </a:r>
          </a:p>
          <a:p>
            <a:r>
              <a:rPr lang="en-IN" dirty="0"/>
              <a:t>7=28 kmph</a:t>
            </a:r>
          </a:p>
          <a:p>
            <a:r>
              <a:rPr lang="en-IN" dirty="0"/>
              <a:t>18=?(72 kmph)</a:t>
            </a:r>
          </a:p>
          <a:p>
            <a:r>
              <a:rPr lang="en-IN" dirty="0"/>
              <a:t>72*5/18 = 20 m/sec</a:t>
            </a:r>
          </a:p>
        </p:txBody>
      </p:sp>
      <p:sp>
        <p:nvSpPr>
          <p:cNvPr id="4" name="Slide Number Placeholder 3"/>
          <p:cNvSpPr>
            <a:spLocks noGrp="1"/>
          </p:cNvSpPr>
          <p:nvPr>
            <p:ph type="sldNum" sz="quarter" idx="5"/>
          </p:nvPr>
        </p:nvSpPr>
        <p:spPr/>
        <p:txBody>
          <a:bodyPr/>
          <a:lstStyle/>
          <a:p>
            <a:fld id="{B10583D5-C6D3-42C9-B9D2-C22015A9C5B3}" type="slidenum">
              <a:rPr lang="en-IN" smtClean="0"/>
              <a:t>10</a:t>
            </a:fld>
            <a:endParaRPr lang="en-IN"/>
          </a:p>
        </p:txBody>
      </p:sp>
    </p:spTree>
    <p:extLst>
      <p:ext uri="{BB962C8B-B14F-4D97-AF65-F5344CB8AC3E}">
        <p14:creationId xmlns:p14="http://schemas.microsoft.com/office/powerpoint/2010/main" val="1041900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10583D5-C6D3-42C9-B9D2-C22015A9C5B3}" type="slidenum">
              <a:rPr lang="en-IN" smtClean="0"/>
              <a:t>11</a:t>
            </a:fld>
            <a:endParaRPr lang="en-IN"/>
          </a:p>
        </p:txBody>
      </p:sp>
    </p:spTree>
    <p:extLst>
      <p:ext uri="{BB962C8B-B14F-4D97-AF65-F5344CB8AC3E}">
        <p14:creationId xmlns:p14="http://schemas.microsoft.com/office/powerpoint/2010/main" val="41217066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10583D5-C6D3-42C9-B9D2-C22015A9C5B3}" type="slidenum">
              <a:rPr lang="en-IN" smtClean="0"/>
              <a:t>12</a:t>
            </a:fld>
            <a:endParaRPr lang="en-IN"/>
          </a:p>
        </p:txBody>
      </p:sp>
    </p:spTree>
    <p:extLst>
      <p:ext uri="{BB962C8B-B14F-4D97-AF65-F5344CB8AC3E}">
        <p14:creationId xmlns:p14="http://schemas.microsoft.com/office/powerpoint/2010/main" val="7684532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Car A= 624/ 12 hr              Car B= 624/8</a:t>
            </a:r>
          </a:p>
          <a:p>
            <a:r>
              <a:rPr lang="en-IN" dirty="0"/>
              <a:t>       = 52 kmph                    car B= 78 kmph</a:t>
            </a:r>
          </a:p>
          <a:p>
            <a:r>
              <a:rPr lang="en-IN" dirty="0"/>
              <a:t> relative speed = 78-52= 26*3=78 km</a:t>
            </a:r>
          </a:p>
        </p:txBody>
      </p:sp>
      <p:sp>
        <p:nvSpPr>
          <p:cNvPr id="4" name="Slide Number Placeholder 3"/>
          <p:cNvSpPr>
            <a:spLocks noGrp="1"/>
          </p:cNvSpPr>
          <p:nvPr>
            <p:ph type="sldNum" sz="quarter" idx="5"/>
          </p:nvPr>
        </p:nvSpPr>
        <p:spPr/>
        <p:txBody>
          <a:bodyPr/>
          <a:lstStyle/>
          <a:p>
            <a:fld id="{B10583D5-C6D3-42C9-B9D2-C22015A9C5B3}" type="slidenum">
              <a:rPr lang="en-IN" smtClean="0"/>
              <a:t>16</a:t>
            </a:fld>
            <a:endParaRPr lang="en-IN"/>
          </a:p>
        </p:txBody>
      </p:sp>
    </p:spTree>
    <p:extLst>
      <p:ext uri="{BB962C8B-B14F-4D97-AF65-F5344CB8AC3E}">
        <p14:creationId xmlns:p14="http://schemas.microsoft.com/office/powerpoint/2010/main" val="16323683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Average speed = 2xy/</a:t>
            </a:r>
            <a:r>
              <a:rPr lang="en-IN" dirty="0" err="1"/>
              <a:t>x+y</a:t>
            </a:r>
            <a:endParaRPr lang="en-IN" dirty="0"/>
          </a:p>
          <a:p>
            <a:r>
              <a:rPr lang="en-IN" dirty="0"/>
              <a:t>                         = 2*10*30/ 10+30 = 15 kmph</a:t>
            </a:r>
          </a:p>
        </p:txBody>
      </p:sp>
      <p:sp>
        <p:nvSpPr>
          <p:cNvPr id="4" name="Slide Number Placeholder 3"/>
          <p:cNvSpPr>
            <a:spLocks noGrp="1"/>
          </p:cNvSpPr>
          <p:nvPr>
            <p:ph type="sldNum" sz="quarter" idx="5"/>
          </p:nvPr>
        </p:nvSpPr>
        <p:spPr/>
        <p:txBody>
          <a:bodyPr/>
          <a:lstStyle/>
          <a:p>
            <a:fld id="{B10583D5-C6D3-42C9-B9D2-C22015A9C5B3}" type="slidenum">
              <a:rPr lang="en-IN" smtClean="0"/>
              <a:t>17</a:t>
            </a:fld>
            <a:endParaRPr lang="en-IN"/>
          </a:p>
        </p:txBody>
      </p:sp>
    </p:spTree>
    <p:extLst>
      <p:ext uri="{BB962C8B-B14F-4D97-AF65-F5344CB8AC3E}">
        <p14:creationId xmlns:p14="http://schemas.microsoft.com/office/powerpoint/2010/main" val="34619590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10583D5-C6D3-42C9-B9D2-C22015A9C5B3}" type="slidenum">
              <a:rPr lang="en-IN" smtClean="0"/>
              <a:t>18</a:t>
            </a:fld>
            <a:endParaRPr lang="en-IN"/>
          </a:p>
        </p:txBody>
      </p:sp>
    </p:spTree>
    <p:extLst>
      <p:ext uri="{BB962C8B-B14F-4D97-AF65-F5344CB8AC3E}">
        <p14:creationId xmlns:p14="http://schemas.microsoft.com/office/powerpoint/2010/main" val="2540045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10583D5-C6D3-42C9-B9D2-C22015A9C5B3}" type="slidenum">
              <a:rPr lang="en-IN" smtClean="0"/>
              <a:t>19</a:t>
            </a:fld>
            <a:endParaRPr lang="en-IN"/>
          </a:p>
        </p:txBody>
      </p:sp>
    </p:spTree>
    <p:extLst>
      <p:ext uri="{BB962C8B-B14F-4D97-AF65-F5344CB8AC3E}">
        <p14:creationId xmlns:p14="http://schemas.microsoft.com/office/powerpoint/2010/main" val="32492560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10583D5-C6D3-42C9-B9D2-C22015A9C5B3}" type="slidenum">
              <a:rPr lang="en-IN" smtClean="0"/>
              <a:t>20</a:t>
            </a:fld>
            <a:endParaRPr lang="en-IN"/>
          </a:p>
        </p:txBody>
      </p:sp>
    </p:spTree>
    <p:extLst>
      <p:ext uri="{BB962C8B-B14F-4D97-AF65-F5344CB8AC3E}">
        <p14:creationId xmlns:p14="http://schemas.microsoft.com/office/powerpoint/2010/main" val="15385399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10583D5-C6D3-42C9-B9D2-C22015A9C5B3}" type="slidenum">
              <a:rPr lang="en-IN" smtClean="0"/>
              <a:t>21</a:t>
            </a:fld>
            <a:endParaRPr lang="en-IN"/>
          </a:p>
        </p:txBody>
      </p:sp>
    </p:spTree>
    <p:extLst>
      <p:ext uri="{BB962C8B-B14F-4D97-AF65-F5344CB8AC3E}">
        <p14:creationId xmlns:p14="http://schemas.microsoft.com/office/powerpoint/2010/main" val="722151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10.8 *5/18 = 3 m/sec</a:t>
            </a:r>
          </a:p>
          <a:p>
            <a:r>
              <a:rPr lang="en-IN" dirty="0"/>
              <a:t>7.2*5/18 = 2 m/sec</a:t>
            </a:r>
          </a:p>
          <a:p>
            <a:r>
              <a:rPr lang="en-IN" dirty="0"/>
              <a:t>TIME= 400m/5 m/sec =80 sec</a:t>
            </a:r>
          </a:p>
        </p:txBody>
      </p:sp>
      <p:sp>
        <p:nvSpPr>
          <p:cNvPr id="4" name="Slide Number Placeholder 3"/>
          <p:cNvSpPr>
            <a:spLocks noGrp="1"/>
          </p:cNvSpPr>
          <p:nvPr>
            <p:ph type="sldNum" sz="quarter" idx="5"/>
          </p:nvPr>
        </p:nvSpPr>
        <p:spPr/>
        <p:txBody>
          <a:bodyPr/>
          <a:lstStyle/>
          <a:p>
            <a:fld id="{B10583D5-C6D3-42C9-B9D2-C22015A9C5B3}" type="slidenum">
              <a:rPr lang="en-IN" smtClean="0"/>
              <a:t>23</a:t>
            </a:fld>
            <a:endParaRPr lang="en-IN"/>
          </a:p>
        </p:txBody>
      </p:sp>
    </p:spTree>
    <p:extLst>
      <p:ext uri="{BB962C8B-B14F-4D97-AF65-F5344CB8AC3E}">
        <p14:creationId xmlns:p14="http://schemas.microsoft.com/office/powerpoint/2010/main" val="7054199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Option A</a:t>
            </a:r>
          </a:p>
        </p:txBody>
      </p:sp>
      <p:sp>
        <p:nvSpPr>
          <p:cNvPr id="4" name="Slide Number Placeholder 3"/>
          <p:cNvSpPr>
            <a:spLocks noGrp="1"/>
          </p:cNvSpPr>
          <p:nvPr>
            <p:ph type="sldNum" sz="quarter" idx="5"/>
          </p:nvPr>
        </p:nvSpPr>
        <p:spPr/>
        <p:txBody>
          <a:bodyPr/>
          <a:lstStyle/>
          <a:p>
            <a:fld id="{B10583D5-C6D3-42C9-B9D2-C22015A9C5B3}" type="slidenum">
              <a:rPr lang="en-IN" smtClean="0"/>
              <a:t>24</a:t>
            </a:fld>
            <a:endParaRPr lang="en-IN"/>
          </a:p>
        </p:txBody>
      </p:sp>
    </p:spTree>
    <p:extLst>
      <p:ext uri="{BB962C8B-B14F-4D97-AF65-F5344CB8AC3E}">
        <p14:creationId xmlns:p14="http://schemas.microsoft.com/office/powerpoint/2010/main" val="24552373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7 am ---- 9 am = 10kmph *2 = 20 km</a:t>
            </a:r>
          </a:p>
          <a:p>
            <a:r>
              <a:rPr lang="en-IN" dirty="0"/>
              <a:t>20km/5 kmph = 4 hrs</a:t>
            </a:r>
          </a:p>
          <a:p>
            <a:r>
              <a:rPr lang="en-IN" dirty="0"/>
              <a:t>9+4= 1 pm</a:t>
            </a:r>
          </a:p>
        </p:txBody>
      </p:sp>
      <p:sp>
        <p:nvSpPr>
          <p:cNvPr id="4" name="Slide Number Placeholder 3"/>
          <p:cNvSpPr>
            <a:spLocks noGrp="1"/>
          </p:cNvSpPr>
          <p:nvPr>
            <p:ph type="sldNum" sz="quarter" idx="5"/>
          </p:nvPr>
        </p:nvSpPr>
        <p:spPr/>
        <p:txBody>
          <a:bodyPr/>
          <a:lstStyle/>
          <a:p>
            <a:fld id="{B10583D5-C6D3-42C9-B9D2-C22015A9C5B3}" type="slidenum">
              <a:rPr lang="en-IN" smtClean="0"/>
              <a:t>25</a:t>
            </a:fld>
            <a:endParaRPr lang="en-IN"/>
          </a:p>
        </p:txBody>
      </p:sp>
    </p:spTree>
    <p:extLst>
      <p:ext uri="{BB962C8B-B14F-4D97-AF65-F5344CB8AC3E}">
        <p14:creationId xmlns:p14="http://schemas.microsoft.com/office/powerpoint/2010/main" val="32007506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2 pm ------ 70 kmph </a:t>
            </a:r>
          </a:p>
          <a:p>
            <a:r>
              <a:rPr lang="en-IN" dirty="0"/>
              <a:t>3:30 ------- 85 kmph </a:t>
            </a:r>
          </a:p>
          <a:p>
            <a:r>
              <a:rPr lang="en-IN" dirty="0"/>
              <a:t>2pm—3:30 --</a:t>
            </a:r>
            <a:r>
              <a:rPr lang="en-IN" dirty="0">
                <a:sym typeface="Wingdings" panose="05000000000000000000" pitchFamily="2" charset="2"/>
              </a:rPr>
              <a:t> 1:30hrs distance – 105 km</a:t>
            </a:r>
          </a:p>
          <a:p>
            <a:r>
              <a:rPr lang="en-IN" dirty="0">
                <a:sym typeface="Wingdings" panose="05000000000000000000" pitchFamily="2" charset="2"/>
              </a:rPr>
              <a:t>Time = 105/15= 7 hrs</a:t>
            </a:r>
          </a:p>
          <a:p>
            <a:r>
              <a:rPr lang="en-IN" dirty="0">
                <a:sym typeface="Wingdings" panose="05000000000000000000" pitchFamily="2" charset="2"/>
              </a:rPr>
              <a:t>3:30+7= 10:30</a:t>
            </a:r>
            <a:endParaRPr lang="en-IN" dirty="0"/>
          </a:p>
        </p:txBody>
      </p:sp>
      <p:sp>
        <p:nvSpPr>
          <p:cNvPr id="4" name="Slide Number Placeholder 3"/>
          <p:cNvSpPr>
            <a:spLocks noGrp="1"/>
          </p:cNvSpPr>
          <p:nvPr>
            <p:ph type="sldNum" sz="quarter" idx="5"/>
          </p:nvPr>
        </p:nvSpPr>
        <p:spPr/>
        <p:txBody>
          <a:bodyPr/>
          <a:lstStyle/>
          <a:p>
            <a:fld id="{B10583D5-C6D3-42C9-B9D2-C22015A9C5B3}" type="slidenum">
              <a:rPr lang="en-IN" smtClean="0"/>
              <a:t>26</a:t>
            </a:fld>
            <a:endParaRPr lang="en-IN"/>
          </a:p>
        </p:txBody>
      </p:sp>
    </p:spTree>
    <p:extLst>
      <p:ext uri="{BB962C8B-B14F-4D97-AF65-F5344CB8AC3E}">
        <p14:creationId xmlns:p14="http://schemas.microsoft.com/office/powerpoint/2010/main" val="11677805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Let distance= x km</a:t>
            </a:r>
          </a:p>
          <a:p>
            <a:r>
              <a:rPr lang="en-IN" dirty="0"/>
              <a:t>x/4 / 10 = x/40 hrs</a:t>
            </a:r>
          </a:p>
          <a:p>
            <a:r>
              <a:rPr lang="en-IN" dirty="0"/>
              <a:t>3x/4 / 12 = x/16 hrs</a:t>
            </a:r>
          </a:p>
          <a:p>
            <a:r>
              <a:rPr lang="en-IN" dirty="0"/>
              <a:t>x/40 + x/16 = 7</a:t>
            </a:r>
          </a:p>
          <a:p>
            <a:r>
              <a:rPr lang="en-IN" dirty="0"/>
              <a:t>X= 80 </a:t>
            </a:r>
            <a:r>
              <a:rPr lang="en-IN" dirty="0" err="1"/>
              <a:t>kkm</a:t>
            </a:r>
            <a:endParaRPr lang="en-IN" dirty="0"/>
          </a:p>
        </p:txBody>
      </p:sp>
      <p:sp>
        <p:nvSpPr>
          <p:cNvPr id="4" name="Slide Number Placeholder 3"/>
          <p:cNvSpPr>
            <a:spLocks noGrp="1"/>
          </p:cNvSpPr>
          <p:nvPr>
            <p:ph type="sldNum" sz="quarter" idx="5"/>
          </p:nvPr>
        </p:nvSpPr>
        <p:spPr/>
        <p:txBody>
          <a:bodyPr/>
          <a:lstStyle/>
          <a:p>
            <a:fld id="{B10583D5-C6D3-42C9-B9D2-C22015A9C5B3}" type="slidenum">
              <a:rPr lang="en-IN" smtClean="0"/>
              <a:t>27</a:t>
            </a:fld>
            <a:endParaRPr lang="en-IN"/>
          </a:p>
        </p:txBody>
      </p:sp>
    </p:spTree>
    <p:extLst>
      <p:ext uri="{BB962C8B-B14F-4D97-AF65-F5344CB8AC3E}">
        <p14:creationId xmlns:p14="http://schemas.microsoft.com/office/powerpoint/2010/main" val="4534028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Let total distance – x km</a:t>
            </a:r>
          </a:p>
          <a:p>
            <a:r>
              <a:rPr lang="en-IN" dirty="0"/>
              <a:t>½ x/ 21 + ½ x/ 24 = 10 hrs</a:t>
            </a:r>
          </a:p>
          <a:p>
            <a:r>
              <a:rPr lang="en-IN" dirty="0"/>
              <a:t>½ (x/21+ x/24)= 10 hrs</a:t>
            </a:r>
          </a:p>
          <a:p>
            <a:r>
              <a:rPr lang="en-IN" dirty="0"/>
              <a:t>8x+7x/ 168= 20 hrs</a:t>
            </a:r>
          </a:p>
          <a:p>
            <a:r>
              <a:rPr lang="en-IN" dirty="0"/>
              <a:t>X= 20*168 / 15= 224 km</a:t>
            </a:r>
          </a:p>
        </p:txBody>
      </p:sp>
      <p:sp>
        <p:nvSpPr>
          <p:cNvPr id="4" name="Slide Number Placeholder 3"/>
          <p:cNvSpPr>
            <a:spLocks noGrp="1"/>
          </p:cNvSpPr>
          <p:nvPr>
            <p:ph type="sldNum" sz="quarter" idx="5"/>
          </p:nvPr>
        </p:nvSpPr>
        <p:spPr/>
        <p:txBody>
          <a:bodyPr/>
          <a:lstStyle/>
          <a:p>
            <a:fld id="{B10583D5-C6D3-42C9-B9D2-C22015A9C5B3}" type="slidenum">
              <a:rPr lang="en-IN" smtClean="0"/>
              <a:t>28</a:t>
            </a:fld>
            <a:endParaRPr lang="en-IN"/>
          </a:p>
        </p:txBody>
      </p:sp>
    </p:spTree>
    <p:extLst>
      <p:ext uri="{BB962C8B-B14F-4D97-AF65-F5344CB8AC3E}">
        <p14:creationId xmlns:p14="http://schemas.microsoft.com/office/powerpoint/2010/main" val="2502843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903C8BA-FC82-417A-B51F-E6DD723F8A91}" type="datetimeFigureOut">
              <a:rPr lang="en-IN" smtClean="0"/>
              <a:t>11-03-2024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23CEA0-F0C2-4A07-A74F-286B150F95B0}" type="slidenum">
              <a:rPr lang="en-IN" smtClean="0"/>
              <a:t>‹#›</a:t>
            </a:fld>
            <a:endParaRPr lang="en-IN"/>
          </a:p>
        </p:txBody>
      </p:sp>
    </p:spTree>
    <p:extLst>
      <p:ext uri="{BB962C8B-B14F-4D97-AF65-F5344CB8AC3E}">
        <p14:creationId xmlns:p14="http://schemas.microsoft.com/office/powerpoint/2010/main" val="1102554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03C8BA-FC82-417A-B51F-E6DD723F8A91}" type="datetimeFigureOut">
              <a:rPr lang="en-IN" smtClean="0"/>
              <a:t>11-03-2024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23CEA0-F0C2-4A07-A74F-286B150F95B0}" type="slidenum">
              <a:rPr lang="en-IN" smtClean="0"/>
              <a:t>‹#›</a:t>
            </a:fld>
            <a:endParaRPr lang="en-IN"/>
          </a:p>
        </p:txBody>
      </p:sp>
    </p:spTree>
    <p:extLst>
      <p:ext uri="{BB962C8B-B14F-4D97-AF65-F5344CB8AC3E}">
        <p14:creationId xmlns:p14="http://schemas.microsoft.com/office/powerpoint/2010/main" val="2952028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03C8BA-FC82-417A-B51F-E6DD723F8A91}" type="datetimeFigureOut">
              <a:rPr lang="en-IN" smtClean="0"/>
              <a:t>11-03-2024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23CEA0-F0C2-4A07-A74F-286B150F95B0}" type="slidenum">
              <a:rPr lang="en-IN" smtClean="0"/>
              <a:t>‹#›</a:t>
            </a:fld>
            <a:endParaRPr lang="en-IN"/>
          </a:p>
        </p:txBody>
      </p:sp>
    </p:spTree>
    <p:extLst>
      <p:ext uri="{BB962C8B-B14F-4D97-AF65-F5344CB8AC3E}">
        <p14:creationId xmlns:p14="http://schemas.microsoft.com/office/powerpoint/2010/main" val="767670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03C8BA-FC82-417A-B51F-E6DD723F8A91}" type="datetimeFigureOut">
              <a:rPr lang="en-IN" smtClean="0"/>
              <a:t>11-03-2024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123CEA0-F0C2-4A07-A74F-286B150F95B0}" type="slidenum">
              <a:rPr lang="en-IN" smtClean="0"/>
              <a:t>‹#›</a:t>
            </a:fld>
            <a:endParaRPr lang="en-IN"/>
          </a:p>
        </p:txBody>
      </p:sp>
    </p:spTree>
    <p:extLst>
      <p:ext uri="{BB962C8B-B14F-4D97-AF65-F5344CB8AC3E}">
        <p14:creationId xmlns:p14="http://schemas.microsoft.com/office/powerpoint/2010/main" val="41000184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903C8BA-FC82-417A-B51F-E6DD723F8A91}" type="datetimeFigureOut">
              <a:rPr lang="en-IN" smtClean="0"/>
              <a:t>11-03-2024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123CEA0-F0C2-4A07-A74F-286B150F95B0}" type="slidenum">
              <a:rPr lang="en-IN" smtClean="0"/>
              <a:t>‹#›</a:t>
            </a:fld>
            <a:endParaRPr lang="en-IN"/>
          </a:p>
        </p:txBody>
      </p:sp>
    </p:spTree>
    <p:extLst>
      <p:ext uri="{BB962C8B-B14F-4D97-AF65-F5344CB8AC3E}">
        <p14:creationId xmlns:p14="http://schemas.microsoft.com/office/powerpoint/2010/main" val="3932412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903C8BA-FC82-417A-B51F-E6DD723F8A91}" type="datetimeFigureOut">
              <a:rPr lang="en-IN" smtClean="0"/>
              <a:t>11-03-2024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123CEA0-F0C2-4A07-A74F-286B150F95B0}" type="slidenum">
              <a:rPr lang="en-IN" smtClean="0"/>
              <a:t>‹#›</a:t>
            </a:fld>
            <a:endParaRPr lang="en-IN"/>
          </a:p>
        </p:txBody>
      </p:sp>
    </p:spTree>
    <p:extLst>
      <p:ext uri="{BB962C8B-B14F-4D97-AF65-F5344CB8AC3E}">
        <p14:creationId xmlns:p14="http://schemas.microsoft.com/office/powerpoint/2010/main" val="3278057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03C8BA-FC82-417A-B51F-E6DD723F8A91}" type="datetimeFigureOut">
              <a:rPr lang="en-IN" smtClean="0"/>
              <a:t>11-03-2024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123CEA0-F0C2-4A07-A74F-286B150F95B0}" type="slidenum">
              <a:rPr lang="en-IN" smtClean="0"/>
              <a:t>‹#›</a:t>
            </a:fld>
            <a:endParaRPr lang="en-IN"/>
          </a:p>
        </p:txBody>
      </p:sp>
    </p:spTree>
    <p:extLst>
      <p:ext uri="{BB962C8B-B14F-4D97-AF65-F5344CB8AC3E}">
        <p14:creationId xmlns:p14="http://schemas.microsoft.com/office/powerpoint/2010/main" val="3881043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03C8BA-FC82-417A-B51F-E6DD723F8A91}" type="datetimeFigureOut">
              <a:rPr lang="en-IN" smtClean="0"/>
              <a:t>11-03-2024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123CEA0-F0C2-4A07-A74F-286B150F95B0}" type="slidenum">
              <a:rPr lang="en-IN" smtClean="0"/>
              <a:t>‹#›</a:t>
            </a:fld>
            <a:endParaRPr lang="en-IN"/>
          </a:p>
        </p:txBody>
      </p:sp>
    </p:spTree>
    <p:extLst>
      <p:ext uri="{BB962C8B-B14F-4D97-AF65-F5344CB8AC3E}">
        <p14:creationId xmlns:p14="http://schemas.microsoft.com/office/powerpoint/2010/main" val="3078373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03C8BA-FC82-417A-B51F-E6DD723F8A91}" type="datetimeFigureOut">
              <a:rPr lang="en-IN" smtClean="0"/>
              <a:t>11-03-2024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123CEA0-F0C2-4A07-A74F-286B150F95B0}" type="slidenum">
              <a:rPr lang="en-IN" smtClean="0"/>
              <a:t>‹#›</a:t>
            </a:fld>
            <a:endParaRPr lang="en-IN"/>
          </a:p>
        </p:txBody>
      </p:sp>
    </p:spTree>
    <p:extLst>
      <p:ext uri="{BB962C8B-B14F-4D97-AF65-F5344CB8AC3E}">
        <p14:creationId xmlns:p14="http://schemas.microsoft.com/office/powerpoint/2010/main" val="23590356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03C8BA-FC82-417A-B51F-E6DD723F8A91}" type="datetimeFigureOut">
              <a:rPr lang="en-IN" smtClean="0"/>
              <a:t>11-03-2024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23CEA0-F0C2-4A07-A74F-286B150F95B0}" type="slidenum">
              <a:rPr lang="en-IN" smtClean="0"/>
              <a:t>‹#›</a:t>
            </a:fld>
            <a:endParaRPr lang="en-IN"/>
          </a:p>
        </p:txBody>
      </p:sp>
    </p:spTree>
    <p:extLst>
      <p:ext uri="{BB962C8B-B14F-4D97-AF65-F5344CB8AC3E}">
        <p14:creationId xmlns:p14="http://schemas.microsoft.com/office/powerpoint/2010/main" val="3170934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03C8BA-FC82-417A-B51F-E6DD723F8A91}" type="datetimeFigureOut">
              <a:rPr lang="en-IN" smtClean="0"/>
              <a:t>11-03-2024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23CEA0-F0C2-4A07-A74F-286B150F95B0}" type="slidenum">
              <a:rPr lang="en-IN" smtClean="0"/>
              <a:t>‹#›</a:t>
            </a:fld>
            <a:endParaRPr lang="en-IN"/>
          </a:p>
        </p:txBody>
      </p:sp>
    </p:spTree>
    <p:extLst>
      <p:ext uri="{BB962C8B-B14F-4D97-AF65-F5344CB8AC3E}">
        <p14:creationId xmlns:p14="http://schemas.microsoft.com/office/powerpoint/2010/main" val="2429268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03C8BA-FC82-417A-B51F-E6DD723F8A91}" type="datetimeFigureOut">
              <a:rPr lang="en-IN" smtClean="0"/>
              <a:t>11-03-2024</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23CEA0-F0C2-4A07-A74F-286B150F95B0}" type="slidenum">
              <a:rPr lang="en-IN" smtClean="0"/>
              <a:t>‹#›</a:t>
            </a:fld>
            <a:endParaRPr lang="en-IN"/>
          </a:p>
        </p:txBody>
      </p:sp>
    </p:spTree>
    <p:extLst>
      <p:ext uri="{BB962C8B-B14F-4D97-AF65-F5344CB8AC3E}">
        <p14:creationId xmlns:p14="http://schemas.microsoft.com/office/powerpoint/2010/main" val="37725751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customXml" Target="../ink/ink2.xml"/></Relationships>
</file>

<file path=ppt/slides/_rels/slide3.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customXml" Target="../ink/ink17.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customXml" Target="../ink/ink18.xm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customXml" Target="../ink/ink19.xm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customXml" Target="../ink/ink20.xm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customXml" Target="../ink/ink22.xm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customXml" Target="../ink/ink23.xm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customXml" Target="../ink/ink24.xm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2AEBA-9483-4B24-A763-1A3BB5C441D2}"/>
              </a:ext>
            </a:extLst>
          </p:cNvPr>
          <p:cNvSpPr>
            <a:spLocks noGrp="1"/>
          </p:cNvSpPr>
          <p:nvPr>
            <p:ph type="ctrTitle"/>
          </p:nvPr>
        </p:nvSpPr>
        <p:spPr/>
        <p:txBody>
          <a:bodyPr>
            <a:normAutofit/>
          </a:bodyPr>
          <a:lstStyle/>
          <a:p>
            <a:r>
              <a:rPr lang="en-US" sz="4000">
                <a:solidFill>
                  <a:schemeClr val="accent1">
                    <a:lumMod val="50000"/>
                  </a:schemeClr>
                </a:solidFill>
                <a:latin typeface="Georgia" panose="02040502050405020303" pitchFamily="18" charset="0"/>
              </a:rPr>
              <a:t>Time speed distance </a:t>
            </a:r>
            <a:endParaRPr lang="en-IN" sz="4000" dirty="0">
              <a:solidFill>
                <a:schemeClr val="accent1">
                  <a:lumMod val="50000"/>
                </a:schemeClr>
              </a:solidFill>
              <a:latin typeface="Georgia" panose="02040502050405020303" pitchFamily="18" charset="0"/>
            </a:endParaRPr>
          </a:p>
        </p:txBody>
      </p:sp>
      <p:sp>
        <p:nvSpPr>
          <p:cNvPr id="3" name="Subtitle 2">
            <a:extLst>
              <a:ext uri="{FF2B5EF4-FFF2-40B4-BE49-F238E27FC236}">
                <a16:creationId xmlns:a16="http://schemas.microsoft.com/office/drawing/2014/main" id="{158E7AFC-B640-4391-8C66-9589B7766FE3}"/>
              </a:ext>
            </a:extLst>
          </p:cNvPr>
          <p:cNvSpPr>
            <a:spLocks noGrp="1"/>
          </p:cNvSpPr>
          <p:nvPr>
            <p:ph type="subTitle" idx="1"/>
          </p:nvPr>
        </p:nvSpPr>
        <p:spPr>
          <a:xfrm>
            <a:off x="0" y="1887739"/>
            <a:ext cx="3109404" cy="428424"/>
          </a:xfrm>
          <a:solidFill>
            <a:schemeClr val="accent1">
              <a:lumMod val="40000"/>
              <a:lumOff val="60000"/>
            </a:schemeClr>
          </a:solidFill>
          <a:ln>
            <a:noFill/>
          </a:ln>
          <a:effectLst>
            <a:glow rad="63500">
              <a:schemeClr val="accent2">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pPr algn="l"/>
            <a:r>
              <a:rPr lang="en-US" dirty="0">
                <a:latin typeface="Calisto MT" panose="02040603050505030304" pitchFamily="18" charset="0"/>
              </a:rPr>
              <a:t>Quantitative Aptitude</a:t>
            </a:r>
            <a:endParaRPr lang="en-IN" dirty="0">
              <a:latin typeface="Calisto MT" panose="02040603050505030304" pitchFamily="18" charset="0"/>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2A8C544F-F597-9231-C9E9-AD0BC6E18AD3}"/>
                  </a:ext>
                </a:extLst>
              </p14:cNvPr>
              <p14:cNvContentPartPr/>
              <p14:nvPr/>
            </p14:nvContentPartPr>
            <p14:xfrm>
              <a:off x="37800" y="-19080"/>
              <a:ext cx="9418320" cy="6669720"/>
            </p14:xfrm>
          </p:contentPart>
        </mc:Choice>
        <mc:Fallback>
          <p:pic>
            <p:nvPicPr>
              <p:cNvPr id="4" name="Ink 3">
                <a:extLst>
                  <a:ext uri="{FF2B5EF4-FFF2-40B4-BE49-F238E27FC236}">
                    <a16:creationId xmlns:a16="http://schemas.microsoft.com/office/drawing/2014/main" id="{2A8C544F-F597-9231-C9E9-AD0BC6E18AD3}"/>
                  </a:ext>
                </a:extLst>
              </p:cNvPr>
              <p:cNvPicPr/>
              <p:nvPr/>
            </p:nvPicPr>
            <p:blipFill>
              <a:blip r:embed="rId3"/>
              <a:stretch>
                <a:fillRect/>
              </a:stretch>
            </p:blipFill>
            <p:spPr>
              <a:xfrm>
                <a:off x="28440" y="-28440"/>
                <a:ext cx="9437040" cy="6688440"/>
              </a:xfrm>
              <a:prstGeom prst="rect">
                <a:avLst/>
              </a:prstGeom>
            </p:spPr>
          </p:pic>
        </mc:Fallback>
      </mc:AlternateContent>
    </p:spTree>
    <p:extLst>
      <p:ext uri="{BB962C8B-B14F-4D97-AF65-F5344CB8AC3E}">
        <p14:creationId xmlns:p14="http://schemas.microsoft.com/office/powerpoint/2010/main" val="18169045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2AEBA-9483-4B24-A763-1A3BB5C441D2}"/>
              </a:ext>
            </a:extLst>
          </p:cNvPr>
          <p:cNvSpPr>
            <a:spLocks noGrp="1"/>
          </p:cNvSpPr>
          <p:nvPr>
            <p:ph type="ctrTitle"/>
          </p:nvPr>
        </p:nvSpPr>
        <p:spPr>
          <a:xfrm>
            <a:off x="-372534" y="110066"/>
            <a:ext cx="4710289" cy="558800"/>
          </a:xfrm>
        </p:spPr>
        <p:txBody>
          <a:bodyPr>
            <a:normAutofit/>
          </a:bodyPr>
          <a:lstStyle/>
          <a:p>
            <a:r>
              <a:rPr lang="en-US" sz="3200" dirty="0">
                <a:latin typeface="Georgia" panose="02040502050405020303" pitchFamily="18" charset="0"/>
              </a:rPr>
              <a:t>Time speed distance: </a:t>
            </a:r>
            <a:endParaRPr lang="en-IN" sz="3200" dirty="0">
              <a:latin typeface="Georgia" panose="02040502050405020303" pitchFamily="18" charset="0"/>
            </a:endParaRPr>
          </a:p>
        </p:txBody>
      </p:sp>
      <p:sp>
        <p:nvSpPr>
          <p:cNvPr id="7" name="Subtitle 6">
            <a:extLst>
              <a:ext uri="{FF2B5EF4-FFF2-40B4-BE49-F238E27FC236}">
                <a16:creationId xmlns:a16="http://schemas.microsoft.com/office/drawing/2014/main" id="{64E50280-A7A5-9AA0-4289-4867B43F8215}"/>
              </a:ext>
            </a:extLst>
          </p:cNvPr>
          <p:cNvSpPr>
            <a:spLocks noGrp="1"/>
          </p:cNvSpPr>
          <p:nvPr>
            <p:ph type="subTitle" idx="1"/>
          </p:nvPr>
        </p:nvSpPr>
        <p:spPr/>
        <p:txBody>
          <a:bodyPr/>
          <a:lstStyle/>
          <a:p>
            <a:endParaRPr lang="en-IN"/>
          </a:p>
        </p:txBody>
      </p:sp>
      <p:pic>
        <p:nvPicPr>
          <p:cNvPr id="3" name="Picture 2">
            <a:extLst>
              <a:ext uri="{FF2B5EF4-FFF2-40B4-BE49-F238E27FC236}">
                <a16:creationId xmlns:a16="http://schemas.microsoft.com/office/drawing/2014/main" id="{A9C05F72-B261-D9D8-BE1C-A9CE6891C334}"/>
              </a:ext>
            </a:extLst>
          </p:cNvPr>
          <p:cNvPicPr>
            <a:picLocks noChangeAspect="1"/>
          </p:cNvPicPr>
          <p:nvPr/>
        </p:nvPicPr>
        <p:blipFill>
          <a:blip r:embed="rId2"/>
          <a:stretch>
            <a:fillRect/>
          </a:stretch>
        </p:blipFill>
        <p:spPr>
          <a:xfrm>
            <a:off x="0" y="852782"/>
            <a:ext cx="6840064" cy="5152435"/>
          </a:xfrm>
          <a:prstGeom prst="rect">
            <a:avLst/>
          </a:prstGeom>
        </p:spPr>
      </p:pic>
      <p:pic>
        <p:nvPicPr>
          <p:cNvPr id="4" name="Picture 2" descr="relations - What is the name of the Speed, Distance, Time relationship? -  Mathematics Stack Exchange">
            <a:extLst>
              <a:ext uri="{FF2B5EF4-FFF2-40B4-BE49-F238E27FC236}">
                <a16:creationId xmlns:a16="http://schemas.microsoft.com/office/drawing/2014/main" id="{54F4E6C5-1EDB-7C1B-6944-B39EFAD0D8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0357" y="2649070"/>
            <a:ext cx="2858904" cy="190593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7F7A878A-67E9-0C56-8967-F6355F01730C}"/>
                  </a:ext>
                </a:extLst>
              </p14:cNvPr>
              <p14:cNvContentPartPr/>
              <p14:nvPr/>
            </p14:nvContentPartPr>
            <p14:xfrm>
              <a:off x="5743080" y="538200"/>
              <a:ext cx="2928960" cy="4090680"/>
            </p14:xfrm>
          </p:contentPart>
        </mc:Choice>
        <mc:Fallback>
          <p:pic>
            <p:nvPicPr>
              <p:cNvPr id="5" name="Ink 4">
                <a:extLst>
                  <a:ext uri="{FF2B5EF4-FFF2-40B4-BE49-F238E27FC236}">
                    <a16:creationId xmlns:a16="http://schemas.microsoft.com/office/drawing/2014/main" id="{7F7A878A-67E9-0C56-8967-F6355F01730C}"/>
                  </a:ext>
                </a:extLst>
              </p:cNvPr>
              <p:cNvPicPr/>
              <p:nvPr/>
            </p:nvPicPr>
            <p:blipFill>
              <a:blip r:embed="rId5"/>
              <a:stretch>
                <a:fillRect/>
              </a:stretch>
            </p:blipFill>
            <p:spPr>
              <a:xfrm>
                <a:off x="5733720" y="528840"/>
                <a:ext cx="2947680" cy="4109400"/>
              </a:xfrm>
              <a:prstGeom prst="rect">
                <a:avLst/>
              </a:prstGeom>
            </p:spPr>
          </p:pic>
        </mc:Fallback>
      </mc:AlternateContent>
    </p:spTree>
    <p:extLst>
      <p:ext uri="{BB962C8B-B14F-4D97-AF65-F5344CB8AC3E}">
        <p14:creationId xmlns:p14="http://schemas.microsoft.com/office/powerpoint/2010/main" val="3237785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DE599-48EC-AF9F-A6B1-A5088F625E33}"/>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20AAD65A-0BF1-0EE5-627A-E733AF4C873E}"/>
              </a:ext>
            </a:extLst>
          </p:cNvPr>
          <p:cNvPicPr>
            <a:picLocks noGrp="1" noChangeAspect="1"/>
          </p:cNvPicPr>
          <p:nvPr>
            <p:ph idx="1"/>
          </p:nvPr>
        </p:nvPicPr>
        <p:blipFill>
          <a:blip r:embed="rId2"/>
          <a:stretch>
            <a:fillRect/>
          </a:stretch>
        </p:blipFill>
        <p:spPr>
          <a:xfrm>
            <a:off x="368564" y="365126"/>
            <a:ext cx="5945893" cy="4351338"/>
          </a:xfrm>
          <a:prstGeom prst="rect">
            <a:avLst/>
          </a:prstGeom>
        </p:spPr>
      </p:pic>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11AB82AC-3448-BED3-27AA-E0B3459B8DE1}"/>
                  </a:ext>
                </a:extLst>
              </p14:cNvPr>
              <p14:cNvContentPartPr/>
              <p14:nvPr/>
            </p14:nvContentPartPr>
            <p14:xfrm>
              <a:off x="642240" y="-19080"/>
              <a:ext cx="8539920" cy="6660000"/>
            </p14:xfrm>
          </p:contentPart>
        </mc:Choice>
        <mc:Fallback>
          <p:pic>
            <p:nvPicPr>
              <p:cNvPr id="3" name="Ink 2">
                <a:extLst>
                  <a:ext uri="{FF2B5EF4-FFF2-40B4-BE49-F238E27FC236}">
                    <a16:creationId xmlns:a16="http://schemas.microsoft.com/office/drawing/2014/main" id="{11AB82AC-3448-BED3-27AA-E0B3459B8DE1}"/>
                  </a:ext>
                </a:extLst>
              </p:cNvPr>
              <p:cNvPicPr/>
              <p:nvPr/>
            </p:nvPicPr>
            <p:blipFill>
              <a:blip r:embed="rId4"/>
              <a:stretch>
                <a:fillRect/>
              </a:stretch>
            </p:blipFill>
            <p:spPr>
              <a:xfrm>
                <a:off x="632880" y="-28440"/>
                <a:ext cx="8558640" cy="6678720"/>
              </a:xfrm>
              <a:prstGeom prst="rect">
                <a:avLst/>
              </a:prstGeom>
            </p:spPr>
          </p:pic>
        </mc:Fallback>
      </mc:AlternateContent>
    </p:spTree>
    <p:extLst>
      <p:ext uri="{BB962C8B-B14F-4D97-AF65-F5344CB8AC3E}">
        <p14:creationId xmlns:p14="http://schemas.microsoft.com/office/powerpoint/2010/main" val="3091798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2FFFA-D690-F0FE-219A-3946E25ECBA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C01BBE4-AF6D-E1BB-AC56-07B8BDCE4DA3}"/>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C7C6DE4B-65DB-6C6E-C607-4E4D4C7299D8}"/>
              </a:ext>
            </a:extLst>
          </p:cNvPr>
          <p:cNvPicPr>
            <a:picLocks noChangeAspect="1"/>
          </p:cNvPicPr>
          <p:nvPr/>
        </p:nvPicPr>
        <p:blipFill>
          <a:blip r:embed="rId2"/>
          <a:stretch>
            <a:fillRect/>
          </a:stretch>
        </p:blipFill>
        <p:spPr>
          <a:xfrm>
            <a:off x="628650" y="365126"/>
            <a:ext cx="7786580" cy="5740819"/>
          </a:xfrm>
          <a:prstGeom prst="rect">
            <a:avLst/>
          </a:prstGeom>
        </p:spPr>
      </p:pic>
    </p:spTree>
    <p:extLst>
      <p:ext uri="{BB962C8B-B14F-4D97-AF65-F5344CB8AC3E}">
        <p14:creationId xmlns:p14="http://schemas.microsoft.com/office/powerpoint/2010/main" val="2590303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BDF37-062D-9CCC-9E67-5EB717ED3B1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78D1D2D-9027-2D41-618C-29412BC16131}"/>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9E1E206E-3828-5077-541B-ABDED8B1187F}"/>
              </a:ext>
            </a:extLst>
          </p:cNvPr>
          <p:cNvPicPr>
            <a:picLocks noChangeAspect="1"/>
          </p:cNvPicPr>
          <p:nvPr/>
        </p:nvPicPr>
        <p:blipFill>
          <a:blip r:embed="rId2"/>
          <a:stretch>
            <a:fillRect/>
          </a:stretch>
        </p:blipFill>
        <p:spPr>
          <a:xfrm>
            <a:off x="171600" y="681037"/>
            <a:ext cx="8972400" cy="5246025"/>
          </a:xfrm>
          <a:prstGeom prst="rect">
            <a:avLst/>
          </a:prstGeom>
        </p:spPr>
      </p:pic>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3890656D-B3A2-4452-DF14-BA5F087E6482}"/>
                  </a:ext>
                </a:extLst>
              </p14:cNvPr>
              <p14:cNvContentPartPr/>
              <p14:nvPr/>
            </p14:nvContentPartPr>
            <p14:xfrm>
              <a:off x="1293840" y="-19080"/>
              <a:ext cx="7840800" cy="4695120"/>
            </p14:xfrm>
          </p:contentPart>
        </mc:Choice>
        <mc:Fallback>
          <p:pic>
            <p:nvPicPr>
              <p:cNvPr id="5" name="Ink 4">
                <a:extLst>
                  <a:ext uri="{FF2B5EF4-FFF2-40B4-BE49-F238E27FC236}">
                    <a16:creationId xmlns:a16="http://schemas.microsoft.com/office/drawing/2014/main" id="{3890656D-B3A2-4452-DF14-BA5F087E6482}"/>
                  </a:ext>
                </a:extLst>
              </p:cNvPr>
              <p:cNvPicPr/>
              <p:nvPr/>
            </p:nvPicPr>
            <p:blipFill>
              <a:blip r:embed="rId4"/>
              <a:stretch>
                <a:fillRect/>
              </a:stretch>
            </p:blipFill>
            <p:spPr>
              <a:xfrm>
                <a:off x="1284480" y="-28440"/>
                <a:ext cx="7859520" cy="4713840"/>
              </a:xfrm>
              <a:prstGeom prst="rect">
                <a:avLst/>
              </a:prstGeom>
            </p:spPr>
          </p:pic>
        </mc:Fallback>
      </mc:AlternateContent>
    </p:spTree>
    <p:extLst>
      <p:ext uri="{BB962C8B-B14F-4D97-AF65-F5344CB8AC3E}">
        <p14:creationId xmlns:p14="http://schemas.microsoft.com/office/powerpoint/2010/main" val="1376073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78935-6242-4CF3-BB08-A4E3926AF9D9}"/>
              </a:ext>
            </a:extLst>
          </p:cNvPr>
          <p:cNvSpPr>
            <a:spLocks noGrp="1"/>
          </p:cNvSpPr>
          <p:nvPr>
            <p:ph type="title"/>
          </p:nvPr>
        </p:nvSpPr>
        <p:spPr/>
        <p:txBody>
          <a:bodyPr>
            <a:normAutofit/>
          </a:bodyPr>
          <a:lstStyle/>
          <a:p>
            <a:r>
              <a:rPr lang="en-US" sz="2000" dirty="0">
                <a:latin typeface="+mn-lt"/>
              </a:rPr>
              <a:t>1. A person crosses 600m long street in 5 minutes. </a:t>
            </a:r>
            <a:endParaRPr lang="en-IN" sz="2000" dirty="0">
              <a:latin typeface="+mn-lt"/>
            </a:endParaRPr>
          </a:p>
        </p:txBody>
      </p:sp>
      <p:sp>
        <p:nvSpPr>
          <p:cNvPr id="3" name="Content Placeholder 2">
            <a:extLst>
              <a:ext uri="{FF2B5EF4-FFF2-40B4-BE49-F238E27FC236}">
                <a16:creationId xmlns:a16="http://schemas.microsoft.com/office/drawing/2014/main" id="{846B4269-72A2-4D78-91F2-B4F359EA0A45}"/>
              </a:ext>
            </a:extLst>
          </p:cNvPr>
          <p:cNvSpPr>
            <a:spLocks noGrp="1"/>
          </p:cNvSpPr>
          <p:nvPr>
            <p:ph idx="1"/>
          </p:nvPr>
        </p:nvSpPr>
        <p:spPr>
          <a:xfrm>
            <a:off x="628650" y="1585928"/>
            <a:ext cx="7886700" cy="4351338"/>
          </a:xfrm>
        </p:spPr>
        <p:txBody>
          <a:bodyPr>
            <a:normAutofit/>
          </a:bodyPr>
          <a:lstStyle/>
          <a:p>
            <a:pPr marL="457200" indent="-457200">
              <a:buAutoNum type="alphaUcParenR"/>
            </a:pPr>
            <a:r>
              <a:rPr lang="en-US" sz="2000" dirty="0"/>
              <a:t>7.2</a:t>
            </a:r>
            <a:r>
              <a:rPr lang="en-IN" sz="2000" dirty="0"/>
              <a:t> kmph</a:t>
            </a:r>
          </a:p>
          <a:p>
            <a:pPr marL="457200" indent="-457200">
              <a:buAutoNum type="alphaUcParenR"/>
            </a:pPr>
            <a:r>
              <a:rPr lang="en-IN" sz="2000" dirty="0"/>
              <a:t>6 kmph</a:t>
            </a:r>
          </a:p>
          <a:p>
            <a:pPr marL="457200" indent="-457200">
              <a:buAutoNum type="alphaUcParenR"/>
            </a:pPr>
            <a:r>
              <a:rPr lang="en-IN" sz="2000" dirty="0"/>
              <a:t>9 kmph</a:t>
            </a:r>
          </a:p>
          <a:p>
            <a:pPr marL="457200" indent="-457200">
              <a:buAutoNum type="alphaUcParenR"/>
            </a:pPr>
            <a:r>
              <a:rPr lang="en-IN" sz="2000" dirty="0"/>
              <a:t>12 kmph</a:t>
            </a:r>
            <a:endParaRPr lang="en-US" sz="2000"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7410AC21-41C5-5279-3F6E-DEC56A391086}"/>
                  </a:ext>
                </a:extLst>
              </p14:cNvPr>
              <p14:cNvContentPartPr/>
              <p14:nvPr/>
            </p14:nvContentPartPr>
            <p14:xfrm>
              <a:off x="179280" y="292680"/>
              <a:ext cx="8577720" cy="5195880"/>
            </p14:xfrm>
          </p:contentPart>
        </mc:Choice>
        <mc:Fallback>
          <p:pic>
            <p:nvPicPr>
              <p:cNvPr id="4" name="Ink 3">
                <a:extLst>
                  <a:ext uri="{FF2B5EF4-FFF2-40B4-BE49-F238E27FC236}">
                    <a16:creationId xmlns:a16="http://schemas.microsoft.com/office/drawing/2014/main" id="{7410AC21-41C5-5279-3F6E-DEC56A391086}"/>
                  </a:ext>
                </a:extLst>
              </p:cNvPr>
              <p:cNvPicPr/>
              <p:nvPr/>
            </p:nvPicPr>
            <p:blipFill>
              <a:blip r:embed="rId4"/>
              <a:stretch>
                <a:fillRect/>
              </a:stretch>
            </p:blipFill>
            <p:spPr>
              <a:xfrm>
                <a:off x="169920" y="283320"/>
                <a:ext cx="8596440" cy="5214600"/>
              </a:xfrm>
              <a:prstGeom prst="rect">
                <a:avLst/>
              </a:prstGeom>
            </p:spPr>
          </p:pic>
        </mc:Fallback>
      </mc:AlternateContent>
    </p:spTree>
    <p:extLst>
      <p:ext uri="{BB962C8B-B14F-4D97-AF65-F5344CB8AC3E}">
        <p14:creationId xmlns:p14="http://schemas.microsoft.com/office/powerpoint/2010/main" val="3742880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78935-6242-4CF3-BB08-A4E3926AF9D9}"/>
              </a:ext>
            </a:extLst>
          </p:cNvPr>
          <p:cNvSpPr>
            <a:spLocks noGrp="1"/>
          </p:cNvSpPr>
          <p:nvPr>
            <p:ph type="title"/>
          </p:nvPr>
        </p:nvSpPr>
        <p:spPr/>
        <p:txBody>
          <a:bodyPr>
            <a:normAutofit/>
          </a:bodyPr>
          <a:lstStyle/>
          <a:p>
            <a:r>
              <a:rPr lang="en-US" sz="2000" dirty="0">
                <a:latin typeface="+mn-lt"/>
              </a:rPr>
              <a:t>2. A train is moving with the speed of 144kmph. Find the speed in m/sec?</a:t>
            </a:r>
            <a:endParaRPr lang="en-IN" sz="2000" dirty="0">
              <a:latin typeface="+mn-lt"/>
            </a:endParaRPr>
          </a:p>
        </p:txBody>
      </p:sp>
      <p:sp>
        <p:nvSpPr>
          <p:cNvPr id="3" name="Content Placeholder 2">
            <a:extLst>
              <a:ext uri="{FF2B5EF4-FFF2-40B4-BE49-F238E27FC236}">
                <a16:creationId xmlns:a16="http://schemas.microsoft.com/office/drawing/2014/main" id="{846B4269-72A2-4D78-91F2-B4F359EA0A45}"/>
              </a:ext>
            </a:extLst>
          </p:cNvPr>
          <p:cNvSpPr>
            <a:spLocks noGrp="1"/>
          </p:cNvSpPr>
          <p:nvPr>
            <p:ph idx="1"/>
          </p:nvPr>
        </p:nvSpPr>
        <p:spPr>
          <a:xfrm>
            <a:off x="628650" y="1585928"/>
            <a:ext cx="7886700" cy="4351338"/>
          </a:xfrm>
        </p:spPr>
        <p:txBody>
          <a:bodyPr>
            <a:normAutofit/>
          </a:bodyPr>
          <a:lstStyle/>
          <a:p>
            <a:pPr marL="457200" indent="-457200">
              <a:buAutoNum type="alphaUcParenR"/>
            </a:pPr>
            <a:r>
              <a:rPr lang="en-US" sz="2000" dirty="0"/>
              <a:t>40 m/sec</a:t>
            </a:r>
          </a:p>
          <a:p>
            <a:pPr marL="457200" indent="-457200">
              <a:buAutoNum type="alphaUcParenR"/>
            </a:pPr>
            <a:r>
              <a:rPr lang="en-US" sz="2000" dirty="0"/>
              <a:t>25 m/sec</a:t>
            </a:r>
          </a:p>
          <a:p>
            <a:pPr marL="457200" indent="-457200">
              <a:buAutoNum type="alphaUcParenR"/>
            </a:pPr>
            <a:r>
              <a:rPr lang="en-US" sz="2000" dirty="0"/>
              <a:t>32 m/sec</a:t>
            </a:r>
          </a:p>
          <a:p>
            <a:pPr marL="457200" indent="-457200">
              <a:buAutoNum type="alphaUcParenR"/>
            </a:pPr>
            <a:r>
              <a:rPr lang="en-US" sz="2000" dirty="0"/>
              <a:t>28 m/sec</a:t>
            </a:r>
            <a:endParaRPr lang="en-IN" sz="2000"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A028967F-94C4-E8FE-EBB5-94767116F636}"/>
                  </a:ext>
                </a:extLst>
              </p14:cNvPr>
              <p14:cNvContentPartPr/>
              <p14:nvPr/>
            </p14:nvContentPartPr>
            <p14:xfrm>
              <a:off x="150840" y="1482840"/>
              <a:ext cx="6405120" cy="1681920"/>
            </p14:xfrm>
          </p:contentPart>
        </mc:Choice>
        <mc:Fallback>
          <p:pic>
            <p:nvPicPr>
              <p:cNvPr id="4" name="Ink 3">
                <a:extLst>
                  <a:ext uri="{FF2B5EF4-FFF2-40B4-BE49-F238E27FC236}">
                    <a16:creationId xmlns:a16="http://schemas.microsoft.com/office/drawing/2014/main" id="{A028967F-94C4-E8FE-EBB5-94767116F636}"/>
                  </a:ext>
                </a:extLst>
              </p:cNvPr>
              <p:cNvPicPr/>
              <p:nvPr/>
            </p:nvPicPr>
            <p:blipFill>
              <a:blip r:embed="rId4"/>
              <a:stretch>
                <a:fillRect/>
              </a:stretch>
            </p:blipFill>
            <p:spPr>
              <a:xfrm>
                <a:off x="141480" y="1473480"/>
                <a:ext cx="6423840" cy="1700640"/>
              </a:xfrm>
              <a:prstGeom prst="rect">
                <a:avLst/>
              </a:prstGeom>
            </p:spPr>
          </p:pic>
        </mc:Fallback>
      </mc:AlternateContent>
    </p:spTree>
    <p:extLst>
      <p:ext uri="{BB962C8B-B14F-4D97-AF65-F5344CB8AC3E}">
        <p14:creationId xmlns:p14="http://schemas.microsoft.com/office/powerpoint/2010/main" val="3485093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78935-6242-4CF3-BB08-A4E3926AF9D9}"/>
              </a:ext>
            </a:extLst>
          </p:cNvPr>
          <p:cNvSpPr>
            <a:spLocks noGrp="1"/>
          </p:cNvSpPr>
          <p:nvPr>
            <p:ph type="title"/>
          </p:nvPr>
        </p:nvSpPr>
        <p:spPr/>
        <p:txBody>
          <a:bodyPr>
            <a:normAutofit/>
          </a:bodyPr>
          <a:lstStyle/>
          <a:p>
            <a:r>
              <a:rPr lang="en-US" sz="2000" dirty="0">
                <a:latin typeface="+mn-lt"/>
              </a:rPr>
              <a:t>3. A train 360m long, running with a speed of 72 kmph will pass a tree in?</a:t>
            </a:r>
            <a:endParaRPr lang="en-IN" sz="2000" dirty="0">
              <a:latin typeface="+mn-lt"/>
            </a:endParaRPr>
          </a:p>
        </p:txBody>
      </p:sp>
      <p:sp>
        <p:nvSpPr>
          <p:cNvPr id="3" name="Content Placeholder 2">
            <a:extLst>
              <a:ext uri="{FF2B5EF4-FFF2-40B4-BE49-F238E27FC236}">
                <a16:creationId xmlns:a16="http://schemas.microsoft.com/office/drawing/2014/main" id="{846B4269-72A2-4D78-91F2-B4F359EA0A45}"/>
              </a:ext>
            </a:extLst>
          </p:cNvPr>
          <p:cNvSpPr>
            <a:spLocks noGrp="1"/>
          </p:cNvSpPr>
          <p:nvPr>
            <p:ph idx="1"/>
          </p:nvPr>
        </p:nvSpPr>
        <p:spPr>
          <a:xfrm>
            <a:off x="628650" y="1550417"/>
            <a:ext cx="7886700" cy="4351338"/>
          </a:xfrm>
        </p:spPr>
        <p:txBody>
          <a:bodyPr>
            <a:normAutofit/>
          </a:bodyPr>
          <a:lstStyle/>
          <a:p>
            <a:pPr marL="457200" indent="-457200">
              <a:buAutoNum type="alphaUcParenR"/>
            </a:pPr>
            <a:r>
              <a:rPr lang="en-US" sz="2000" dirty="0"/>
              <a:t>20 sec</a:t>
            </a:r>
          </a:p>
          <a:p>
            <a:pPr marL="457200" indent="-457200">
              <a:buAutoNum type="alphaUcParenR"/>
            </a:pPr>
            <a:r>
              <a:rPr lang="en-US" sz="2000" dirty="0"/>
              <a:t>18 sec</a:t>
            </a:r>
          </a:p>
          <a:p>
            <a:pPr marL="457200" indent="-457200">
              <a:buAutoNum type="alphaUcParenR"/>
            </a:pPr>
            <a:r>
              <a:rPr lang="en-US" sz="2000" dirty="0"/>
              <a:t>32 sec</a:t>
            </a:r>
          </a:p>
          <a:p>
            <a:pPr marL="457200" indent="-457200">
              <a:buAutoNum type="alphaUcParenR"/>
            </a:pPr>
            <a:r>
              <a:rPr lang="en-US" sz="2000" dirty="0"/>
              <a:t>35 sec</a:t>
            </a:r>
            <a:endParaRPr lang="en-IN" sz="2000"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F1A5F898-25D0-DC5E-49D9-410BFC094DEF}"/>
                  </a:ext>
                </a:extLst>
              </p14:cNvPr>
              <p14:cNvContentPartPr/>
              <p14:nvPr/>
            </p14:nvContentPartPr>
            <p14:xfrm>
              <a:off x="264240" y="528840"/>
              <a:ext cx="8181000" cy="2976120"/>
            </p14:xfrm>
          </p:contentPart>
        </mc:Choice>
        <mc:Fallback>
          <p:pic>
            <p:nvPicPr>
              <p:cNvPr id="4" name="Ink 3">
                <a:extLst>
                  <a:ext uri="{FF2B5EF4-FFF2-40B4-BE49-F238E27FC236}">
                    <a16:creationId xmlns:a16="http://schemas.microsoft.com/office/drawing/2014/main" id="{F1A5F898-25D0-DC5E-49D9-410BFC094DEF}"/>
                  </a:ext>
                </a:extLst>
              </p:cNvPr>
              <p:cNvPicPr/>
              <p:nvPr/>
            </p:nvPicPr>
            <p:blipFill>
              <a:blip r:embed="rId4"/>
              <a:stretch>
                <a:fillRect/>
              </a:stretch>
            </p:blipFill>
            <p:spPr>
              <a:xfrm>
                <a:off x="254880" y="519480"/>
                <a:ext cx="8199720" cy="2994840"/>
              </a:xfrm>
              <a:prstGeom prst="rect">
                <a:avLst/>
              </a:prstGeom>
            </p:spPr>
          </p:pic>
        </mc:Fallback>
      </mc:AlternateContent>
    </p:spTree>
    <p:extLst>
      <p:ext uri="{BB962C8B-B14F-4D97-AF65-F5344CB8AC3E}">
        <p14:creationId xmlns:p14="http://schemas.microsoft.com/office/powerpoint/2010/main" val="2915422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78935-6242-4CF3-BB08-A4E3926AF9D9}"/>
              </a:ext>
            </a:extLst>
          </p:cNvPr>
          <p:cNvSpPr>
            <a:spLocks noGrp="1"/>
          </p:cNvSpPr>
          <p:nvPr>
            <p:ph type="title"/>
          </p:nvPr>
        </p:nvSpPr>
        <p:spPr/>
        <p:txBody>
          <a:bodyPr>
            <a:normAutofit/>
          </a:bodyPr>
          <a:lstStyle/>
          <a:p>
            <a:r>
              <a:rPr lang="en-US" sz="2000" dirty="0">
                <a:latin typeface="+mn-lt"/>
              </a:rPr>
              <a:t>4. At what speed should Alisha drive to cover the distance of 100 km in 3.5 hours </a:t>
            </a:r>
            <a:endParaRPr lang="en-IN" sz="2000" dirty="0">
              <a:latin typeface="+mn-lt"/>
            </a:endParaRPr>
          </a:p>
        </p:txBody>
      </p:sp>
      <p:sp>
        <p:nvSpPr>
          <p:cNvPr id="3" name="Content Placeholder 2">
            <a:extLst>
              <a:ext uri="{FF2B5EF4-FFF2-40B4-BE49-F238E27FC236}">
                <a16:creationId xmlns:a16="http://schemas.microsoft.com/office/drawing/2014/main" id="{846B4269-72A2-4D78-91F2-B4F359EA0A45}"/>
              </a:ext>
            </a:extLst>
          </p:cNvPr>
          <p:cNvSpPr>
            <a:spLocks noGrp="1"/>
          </p:cNvSpPr>
          <p:nvPr>
            <p:ph idx="1"/>
          </p:nvPr>
        </p:nvSpPr>
        <p:spPr>
          <a:xfrm>
            <a:off x="628650" y="1550417"/>
            <a:ext cx="7886700" cy="4351338"/>
          </a:xfrm>
        </p:spPr>
        <p:txBody>
          <a:bodyPr>
            <a:normAutofit/>
          </a:bodyPr>
          <a:lstStyle/>
          <a:p>
            <a:pPr marL="457200" indent="-457200">
              <a:buAutoNum type="alphaUcParenR"/>
            </a:pPr>
            <a:r>
              <a:rPr lang="en-US" sz="2000" dirty="0"/>
              <a:t>28.5 kmph</a:t>
            </a:r>
          </a:p>
          <a:p>
            <a:pPr marL="457200" indent="-457200">
              <a:buAutoNum type="alphaUcParenR"/>
            </a:pPr>
            <a:r>
              <a:rPr lang="en-US" sz="2000" dirty="0"/>
              <a:t>18.5 kmph</a:t>
            </a:r>
          </a:p>
          <a:p>
            <a:pPr marL="457200" indent="-457200">
              <a:buAutoNum type="alphaUcParenR"/>
            </a:pPr>
            <a:r>
              <a:rPr lang="en-US" sz="2000" dirty="0"/>
              <a:t>32.5 kmph </a:t>
            </a:r>
          </a:p>
          <a:p>
            <a:pPr marL="457200" indent="-457200">
              <a:buAutoNum type="alphaUcParenR"/>
            </a:pPr>
            <a:r>
              <a:rPr lang="en-US" sz="2000" dirty="0"/>
              <a:t>35.2 kmph</a:t>
            </a:r>
            <a:endParaRPr lang="en-IN" sz="2000"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17832E5C-BDCF-D110-6D2B-48685ED30C31}"/>
                  </a:ext>
                </a:extLst>
              </p14:cNvPr>
              <p14:cNvContentPartPr/>
              <p14:nvPr/>
            </p14:nvContentPartPr>
            <p14:xfrm>
              <a:off x="179280" y="443880"/>
              <a:ext cx="8530560" cy="4374000"/>
            </p14:xfrm>
          </p:contentPart>
        </mc:Choice>
        <mc:Fallback>
          <p:pic>
            <p:nvPicPr>
              <p:cNvPr id="4" name="Ink 3">
                <a:extLst>
                  <a:ext uri="{FF2B5EF4-FFF2-40B4-BE49-F238E27FC236}">
                    <a16:creationId xmlns:a16="http://schemas.microsoft.com/office/drawing/2014/main" id="{17832E5C-BDCF-D110-6D2B-48685ED30C31}"/>
                  </a:ext>
                </a:extLst>
              </p:cNvPr>
              <p:cNvPicPr/>
              <p:nvPr/>
            </p:nvPicPr>
            <p:blipFill>
              <a:blip r:embed="rId4"/>
              <a:stretch>
                <a:fillRect/>
              </a:stretch>
            </p:blipFill>
            <p:spPr>
              <a:xfrm>
                <a:off x="169920" y="434520"/>
                <a:ext cx="8549280" cy="4392720"/>
              </a:xfrm>
              <a:prstGeom prst="rect">
                <a:avLst/>
              </a:prstGeom>
            </p:spPr>
          </p:pic>
        </mc:Fallback>
      </mc:AlternateContent>
    </p:spTree>
    <p:extLst>
      <p:ext uri="{BB962C8B-B14F-4D97-AF65-F5344CB8AC3E}">
        <p14:creationId xmlns:p14="http://schemas.microsoft.com/office/powerpoint/2010/main" val="617644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78935-6242-4CF3-BB08-A4E3926AF9D9}"/>
              </a:ext>
            </a:extLst>
          </p:cNvPr>
          <p:cNvSpPr>
            <a:spLocks noGrp="1"/>
          </p:cNvSpPr>
          <p:nvPr>
            <p:ph type="title"/>
          </p:nvPr>
        </p:nvSpPr>
        <p:spPr/>
        <p:txBody>
          <a:bodyPr>
            <a:normAutofit/>
          </a:bodyPr>
          <a:lstStyle/>
          <a:p>
            <a:r>
              <a:rPr lang="en-US" sz="2000" dirty="0">
                <a:latin typeface="+mn-lt"/>
              </a:rPr>
              <a:t>5. The ratio of the speeds of a car and train is 18 : 25. if the speed of the train is 28 kmph more than that of the car, what is the speed of the car?</a:t>
            </a:r>
            <a:endParaRPr lang="en-IN" sz="2000" dirty="0">
              <a:latin typeface="+mn-lt"/>
            </a:endParaRPr>
          </a:p>
        </p:txBody>
      </p:sp>
      <p:sp>
        <p:nvSpPr>
          <p:cNvPr id="3" name="Content Placeholder 2">
            <a:extLst>
              <a:ext uri="{FF2B5EF4-FFF2-40B4-BE49-F238E27FC236}">
                <a16:creationId xmlns:a16="http://schemas.microsoft.com/office/drawing/2014/main" id="{846B4269-72A2-4D78-91F2-B4F359EA0A45}"/>
              </a:ext>
            </a:extLst>
          </p:cNvPr>
          <p:cNvSpPr>
            <a:spLocks noGrp="1"/>
          </p:cNvSpPr>
          <p:nvPr>
            <p:ph idx="1"/>
          </p:nvPr>
        </p:nvSpPr>
        <p:spPr>
          <a:xfrm>
            <a:off x="628650" y="1550417"/>
            <a:ext cx="7886700" cy="4351338"/>
          </a:xfrm>
        </p:spPr>
        <p:txBody>
          <a:bodyPr>
            <a:normAutofit/>
          </a:bodyPr>
          <a:lstStyle/>
          <a:p>
            <a:pPr marL="457200" indent="-457200">
              <a:buAutoNum type="alphaUcParenR"/>
            </a:pPr>
            <a:r>
              <a:rPr lang="en-US" sz="2000" dirty="0"/>
              <a:t>18 m/sec</a:t>
            </a:r>
          </a:p>
          <a:p>
            <a:pPr marL="457200" indent="-457200">
              <a:buAutoNum type="alphaUcParenR"/>
            </a:pPr>
            <a:r>
              <a:rPr lang="en-US" sz="2000" dirty="0"/>
              <a:t>20 m/sec</a:t>
            </a:r>
          </a:p>
          <a:p>
            <a:pPr marL="457200" indent="-457200">
              <a:buAutoNum type="alphaUcParenR"/>
            </a:pPr>
            <a:r>
              <a:rPr lang="en-US" sz="2000" dirty="0"/>
              <a:t>24 m/sec</a:t>
            </a:r>
          </a:p>
          <a:p>
            <a:pPr marL="457200" indent="-457200">
              <a:buAutoNum type="alphaUcParenR"/>
            </a:pPr>
            <a:r>
              <a:rPr lang="en-US" sz="2000" dirty="0"/>
              <a:t>25 m/sec</a:t>
            </a:r>
          </a:p>
          <a:p>
            <a:pPr marL="457200" indent="-457200">
              <a:buAutoNum type="alphaUcParenR"/>
            </a:pPr>
            <a:endParaRPr lang="en-IN" sz="2000"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457B539D-670C-89F7-53C0-5D5380E252F0}"/>
                  </a:ext>
                </a:extLst>
              </p14:cNvPr>
              <p14:cNvContentPartPr/>
              <p14:nvPr/>
            </p14:nvContentPartPr>
            <p14:xfrm>
              <a:off x="330480" y="972720"/>
              <a:ext cx="8407440" cy="4893840"/>
            </p14:xfrm>
          </p:contentPart>
        </mc:Choice>
        <mc:Fallback>
          <p:pic>
            <p:nvPicPr>
              <p:cNvPr id="4" name="Ink 3">
                <a:extLst>
                  <a:ext uri="{FF2B5EF4-FFF2-40B4-BE49-F238E27FC236}">
                    <a16:creationId xmlns:a16="http://schemas.microsoft.com/office/drawing/2014/main" id="{457B539D-670C-89F7-53C0-5D5380E252F0}"/>
                  </a:ext>
                </a:extLst>
              </p:cNvPr>
              <p:cNvPicPr/>
              <p:nvPr/>
            </p:nvPicPr>
            <p:blipFill>
              <a:blip r:embed="rId4"/>
              <a:stretch>
                <a:fillRect/>
              </a:stretch>
            </p:blipFill>
            <p:spPr>
              <a:xfrm>
                <a:off x="321120" y="963360"/>
                <a:ext cx="8426160" cy="4912560"/>
              </a:xfrm>
              <a:prstGeom prst="rect">
                <a:avLst/>
              </a:prstGeom>
            </p:spPr>
          </p:pic>
        </mc:Fallback>
      </mc:AlternateContent>
    </p:spTree>
    <p:extLst>
      <p:ext uri="{BB962C8B-B14F-4D97-AF65-F5344CB8AC3E}">
        <p14:creationId xmlns:p14="http://schemas.microsoft.com/office/powerpoint/2010/main" val="243004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78935-6242-4CF3-BB08-A4E3926AF9D9}"/>
              </a:ext>
            </a:extLst>
          </p:cNvPr>
          <p:cNvSpPr>
            <a:spLocks noGrp="1"/>
          </p:cNvSpPr>
          <p:nvPr>
            <p:ph type="title"/>
          </p:nvPr>
        </p:nvSpPr>
        <p:spPr>
          <a:xfrm>
            <a:off x="621437" y="365126"/>
            <a:ext cx="7893913" cy="1325563"/>
          </a:xfrm>
        </p:spPr>
        <p:txBody>
          <a:bodyPr>
            <a:noAutofit/>
          </a:bodyPr>
          <a:lstStyle/>
          <a:p>
            <a:r>
              <a:rPr lang="en-US" sz="2000" dirty="0">
                <a:latin typeface="+mn-lt"/>
              </a:rPr>
              <a:t>6. The ratio of the speed of a car to that of a bullet is 5 : 7. also a Yamaha covered a distance of 840 km in 12 hours. The speed of the car is 4/7 the speed of the Yamaha. How much distance will the bullet cover in 6 hours</a:t>
            </a:r>
            <a:endParaRPr lang="en-IN" sz="2000" dirty="0">
              <a:latin typeface="+mn-lt"/>
            </a:endParaRPr>
          </a:p>
        </p:txBody>
      </p:sp>
      <p:sp>
        <p:nvSpPr>
          <p:cNvPr id="3" name="Content Placeholder 2">
            <a:extLst>
              <a:ext uri="{FF2B5EF4-FFF2-40B4-BE49-F238E27FC236}">
                <a16:creationId xmlns:a16="http://schemas.microsoft.com/office/drawing/2014/main" id="{846B4269-72A2-4D78-91F2-B4F359EA0A45}"/>
              </a:ext>
            </a:extLst>
          </p:cNvPr>
          <p:cNvSpPr>
            <a:spLocks noGrp="1"/>
          </p:cNvSpPr>
          <p:nvPr>
            <p:ph idx="1"/>
          </p:nvPr>
        </p:nvSpPr>
        <p:spPr>
          <a:xfrm>
            <a:off x="628650" y="1798992"/>
            <a:ext cx="7886700" cy="4351338"/>
          </a:xfrm>
        </p:spPr>
        <p:txBody>
          <a:bodyPr>
            <a:normAutofit/>
          </a:bodyPr>
          <a:lstStyle/>
          <a:p>
            <a:pPr marL="457200" indent="-457200">
              <a:buAutoNum type="alphaUcParenR"/>
            </a:pPr>
            <a:r>
              <a:rPr lang="en-US" sz="2000" dirty="0"/>
              <a:t>312 km</a:t>
            </a:r>
          </a:p>
          <a:p>
            <a:pPr marL="457200" indent="-457200">
              <a:buAutoNum type="alphaUcParenR"/>
            </a:pPr>
            <a:r>
              <a:rPr lang="en-US" sz="2000" dirty="0"/>
              <a:t>324 km</a:t>
            </a:r>
          </a:p>
          <a:p>
            <a:pPr marL="457200" indent="-457200">
              <a:buAutoNum type="alphaUcParenR"/>
            </a:pPr>
            <a:r>
              <a:rPr lang="en-US" sz="2000" dirty="0"/>
              <a:t>336 km</a:t>
            </a:r>
          </a:p>
          <a:p>
            <a:pPr marL="457200" indent="-457200">
              <a:buAutoNum type="alphaUcParenR"/>
            </a:pPr>
            <a:r>
              <a:rPr lang="en-US" sz="2000" dirty="0"/>
              <a:t>348 km</a:t>
            </a:r>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2B062604-7FC2-A2E4-05EC-C36CDDC6C242}"/>
                  </a:ext>
                </a:extLst>
              </p14:cNvPr>
              <p14:cNvContentPartPr/>
              <p14:nvPr/>
            </p14:nvContentPartPr>
            <p14:xfrm>
              <a:off x="396720" y="311760"/>
              <a:ext cx="8757000" cy="6612480"/>
            </p14:xfrm>
          </p:contentPart>
        </mc:Choice>
        <mc:Fallback>
          <p:pic>
            <p:nvPicPr>
              <p:cNvPr id="4" name="Ink 3">
                <a:extLst>
                  <a:ext uri="{FF2B5EF4-FFF2-40B4-BE49-F238E27FC236}">
                    <a16:creationId xmlns:a16="http://schemas.microsoft.com/office/drawing/2014/main" id="{2B062604-7FC2-A2E4-05EC-C36CDDC6C242}"/>
                  </a:ext>
                </a:extLst>
              </p:cNvPr>
              <p:cNvPicPr/>
              <p:nvPr/>
            </p:nvPicPr>
            <p:blipFill>
              <a:blip r:embed="rId4"/>
              <a:stretch>
                <a:fillRect/>
              </a:stretch>
            </p:blipFill>
            <p:spPr>
              <a:xfrm>
                <a:off x="387360" y="302400"/>
                <a:ext cx="8775720" cy="6631200"/>
              </a:xfrm>
              <a:prstGeom prst="rect">
                <a:avLst/>
              </a:prstGeom>
            </p:spPr>
          </p:pic>
        </mc:Fallback>
      </mc:AlternateContent>
    </p:spTree>
    <p:extLst>
      <p:ext uri="{BB962C8B-B14F-4D97-AF65-F5344CB8AC3E}">
        <p14:creationId xmlns:p14="http://schemas.microsoft.com/office/powerpoint/2010/main" val="3491051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78935-6242-4CF3-BB08-A4E3926AF9D9}"/>
              </a:ext>
            </a:extLst>
          </p:cNvPr>
          <p:cNvSpPr>
            <a:spLocks noGrp="1"/>
          </p:cNvSpPr>
          <p:nvPr>
            <p:ph type="title"/>
          </p:nvPr>
        </p:nvSpPr>
        <p:spPr>
          <a:xfrm>
            <a:off x="621437" y="338493"/>
            <a:ext cx="7893913" cy="1325563"/>
          </a:xfrm>
        </p:spPr>
        <p:txBody>
          <a:bodyPr>
            <a:noAutofit/>
          </a:bodyPr>
          <a:lstStyle/>
          <a:p>
            <a:r>
              <a:rPr lang="en-US" sz="2000" dirty="0">
                <a:latin typeface="+mn-lt"/>
              </a:rPr>
              <a:t>7. A car travelling at a speed of 40 kmph can complete journey in 9 hours. How long will it take to travel the same distance at 60 kmph</a:t>
            </a:r>
            <a:endParaRPr lang="en-IN" sz="2000" dirty="0">
              <a:latin typeface="+mn-lt"/>
            </a:endParaRPr>
          </a:p>
        </p:txBody>
      </p:sp>
      <p:sp>
        <p:nvSpPr>
          <p:cNvPr id="3" name="Content Placeholder 2">
            <a:extLst>
              <a:ext uri="{FF2B5EF4-FFF2-40B4-BE49-F238E27FC236}">
                <a16:creationId xmlns:a16="http://schemas.microsoft.com/office/drawing/2014/main" id="{846B4269-72A2-4D78-91F2-B4F359EA0A45}"/>
              </a:ext>
            </a:extLst>
          </p:cNvPr>
          <p:cNvSpPr>
            <a:spLocks noGrp="1"/>
          </p:cNvSpPr>
          <p:nvPr>
            <p:ph idx="1"/>
          </p:nvPr>
        </p:nvSpPr>
        <p:spPr>
          <a:xfrm>
            <a:off x="673038" y="1603683"/>
            <a:ext cx="7886700" cy="4351338"/>
          </a:xfrm>
        </p:spPr>
        <p:txBody>
          <a:bodyPr>
            <a:normAutofit/>
          </a:bodyPr>
          <a:lstStyle/>
          <a:p>
            <a:pPr marL="457200" indent="-457200">
              <a:buAutoNum type="alphaUcParenR"/>
            </a:pPr>
            <a:r>
              <a:rPr lang="en-US" sz="2000" dirty="0"/>
              <a:t>3 hours</a:t>
            </a:r>
          </a:p>
          <a:p>
            <a:pPr marL="457200" indent="-457200">
              <a:buAutoNum type="alphaUcParenR"/>
            </a:pPr>
            <a:r>
              <a:rPr lang="en-US" sz="2000" dirty="0"/>
              <a:t>4 hours</a:t>
            </a:r>
          </a:p>
          <a:p>
            <a:pPr marL="457200" indent="-457200">
              <a:buAutoNum type="alphaUcParenR"/>
            </a:pPr>
            <a:r>
              <a:rPr lang="en-US" sz="2000" dirty="0"/>
              <a:t>5 hours</a:t>
            </a:r>
          </a:p>
          <a:p>
            <a:pPr marL="457200" indent="-457200">
              <a:buAutoNum type="alphaUcParenR"/>
            </a:pPr>
            <a:r>
              <a:rPr lang="en-US" sz="2000" dirty="0"/>
              <a:t>6 hours</a:t>
            </a:r>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D49707F4-83CC-4CD5-CCDC-99CD286C40CB}"/>
                  </a:ext>
                </a:extLst>
              </p14:cNvPr>
              <p14:cNvContentPartPr/>
              <p14:nvPr/>
            </p14:nvContentPartPr>
            <p14:xfrm>
              <a:off x="321120" y="982440"/>
              <a:ext cx="8615160" cy="3325320"/>
            </p14:xfrm>
          </p:contentPart>
        </mc:Choice>
        <mc:Fallback>
          <p:pic>
            <p:nvPicPr>
              <p:cNvPr id="4" name="Ink 3">
                <a:extLst>
                  <a:ext uri="{FF2B5EF4-FFF2-40B4-BE49-F238E27FC236}">
                    <a16:creationId xmlns:a16="http://schemas.microsoft.com/office/drawing/2014/main" id="{D49707F4-83CC-4CD5-CCDC-99CD286C40CB}"/>
                  </a:ext>
                </a:extLst>
              </p:cNvPr>
              <p:cNvPicPr/>
              <p:nvPr/>
            </p:nvPicPr>
            <p:blipFill>
              <a:blip r:embed="rId4"/>
              <a:stretch>
                <a:fillRect/>
              </a:stretch>
            </p:blipFill>
            <p:spPr>
              <a:xfrm>
                <a:off x="311760" y="973080"/>
                <a:ext cx="8633880" cy="3344040"/>
              </a:xfrm>
              <a:prstGeom prst="rect">
                <a:avLst/>
              </a:prstGeom>
            </p:spPr>
          </p:pic>
        </mc:Fallback>
      </mc:AlternateContent>
    </p:spTree>
    <p:extLst>
      <p:ext uri="{BB962C8B-B14F-4D97-AF65-F5344CB8AC3E}">
        <p14:creationId xmlns:p14="http://schemas.microsoft.com/office/powerpoint/2010/main" val="24863855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78935-6242-4CF3-BB08-A4E3926AF9D9}"/>
              </a:ext>
            </a:extLst>
          </p:cNvPr>
          <p:cNvSpPr>
            <a:spLocks noGrp="1"/>
          </p:cNvSpPr>
          <p:nvPr>
            <p:ph type="title"/>
          </p:nvPr>
        </p:nvSpPr>
        <p:spPr>
          <a:xfrm>
            <a:off x="621437" y="365126"/>
            <a:ext cx="7893913" cy="1325563"/>
          </a:xfrm>
        </p:spPr>
        <p:txBody>
          <a:bodyPr>
            <a:noAutofit/>
          </a:bodyPr>
          <a:lstStyle/>
          <a:p>
            <a:r>
              <a:rPr lang="en-US" sz="2000" dirty="0">
                <a:latin typeface="+mn-lt"/>
              </a:rPr>
              <a:t>8. A truck travels at 90 kmph for first 1(1/2) hours after that it travels at 70 kmph. Find the time taken by the truck to travel 310 km</a:t>
            </a:r>
            <a:endParaRPr lang="en-IN" sz="2000" dirty="0">
              <a:latin typeface="+mn-lt"/>
            </a:endParaRPr>
          </a:p>
        </p:txBody>
      </p:sp>
      <p:sp>
        <p:nvSpPr>
          <p:cNvPr id="3" name="Content Placeholder 2">
            <a:extLst>
              <a:ext uri="{FF2B5EF4-FFF2-40B4-BE49-F238E27FC236}">
                <a16:creationId xmlns:a16="http://schemas.microsoft.com/office/drawing/2014/main" id="{846B4269-72A2-4D78-91F2-B4F359EA0A45}"/>
              </a:ext>
            </a:extLst>
          </p:cNvPr>
          <p:cNvSpPr>
            <a:spLocks noGrp="1"/>
          </p:cNvSpPr>
          <p:nvPr>
            <p:ph idx="1"/>
          </p:nvPr>
        </p:nvSpPr>
        <p:spPr>
          <a:xfrm>
            <a:off x="673038" y="1603683"/>
            <a:ext cx="7886700" cy="4351338"/>
          </a:xfrm>
        </p:spPr>
        <p:txBody>
          <a:bodyPr>
            <a:normAutofit/>
          </a:bodyPr>
          <a:lstStyle/>
          <a:p>
            <a:pPr marL="457200" indent="-457200">
              <a:buAutoNum type="alphaUcParenR"/>
            </a:pPr>
            <a:r>
              <a:rPr lang="en-US" sz="2000" dirty="0"/>
              <a:t>6 hours</a:t>
            </a:r>
          </a:p>
          <a:p>
            <a:pPr marL="457200" indent="-457200">
              <a:buAutoNum type="alphaUcParenR"/>
            </a:pPr>
            <a:r>
              <a:rPr lang="en-US" sz="2000" dirty="0"/>
              <a:t>5 hours</a:t>
            </a:r>
          </a:p>
          <a:p>
            <a:pPr marL="457200" indent="-457200">
              <a:buAutoNum type="alphaUcParenR"/>
            </a:pPr>
            <a:r>
              <a:rPr lang="en-US" sz="2000" dirty="0"/>
              <a:t>2 hours</a:t>
            </a:r>
          </a:p>
          <a:p>
            <a:pPr marL="457200" indent="-457200">
              <a:buAutoNum type="alphaUcParenR"/>
            </a:pPr>
            <a:r>
              <a:rPr lang="en-US" sz="2000" dirty="0"/>
              <a:t>4 hours</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EEB59FC3-C205-ADA7-C146-897D2DE8CCAA}"/>
                  </a:ext>
                </a:extLst>
              </p14:cNvPr>
              <p14:cNvContentPartPr/>
              <p14:nvPr/>
            </p14:nvContentPartPr>
            <p14:xfrm>
              <a:off x="207720" y="94320"/>
              <a:ext cx="9002520" cy="5866560"/>
            </p14:xfrm>
          </p:contentPart>
        </mc:Choice>
        <mc:Fallback>
          <p:pic>
            <p:nvPicPr>
              <p:cNvPr id="4" name="Ink 3">
                <a:extLst>
                  <a:ext uri="{FF2B5EF4-FFF2-40B4-BE49-F238E27FC236}">
                    <a16:creationId xmlns:a16="http://schemas.microsoft.com/office/drawing/2014/main" id="{EEB59FC3-C205-ADA7-C146-897D2DE8CCAA}"/>
                  </a:ext>
                </a:extLst>
              </p:cNvPr>
              <p:cNvPicPr/>
              <p:nvPr/>
            </p:nvPicPr>
            <p:blipFill>
              <a:blip r:embed="rId3"/>
              <a:stretch>
                <a:fillRect/>
              </a:stretch>
            </p:blipFill>
            <p:spPr>
              <a:xfrm>
                <a:off x="198360" y="84960"/>
                <a:ext cx="9021240" cy="5885280"/>
              </a:xfrm>
              <a:prstGeom prst="rect">
                <a:avLst/>
              </a:prstGeom>
            </p:spPr>
          </p:pic>
        </mc:Fallback>
      </mc:AlternateContent>
    </p:spTree>
    <p:extLst>
      <p:ext uri="{BB962C8B-B14F-4D97-AF65-F5344CB8AC3E}">
        <p14:creationId xmlns:p14="http://schemas.microsoft.com/office/powerpoint/2010/main" val="36523762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78935-6242-4CF3-BB08-A4E3926AF9D9}"/>
              </a:ext>
            </a:extLst>
          </p:cNvPr>
          <p:cNvSpPr>
            <a:spLocks noGrp="1"/>
          </p:cNvSpPr>
          <p:nvPr>
            <p:ph type="title"/>
          </p:nvPr>
        </p:nvSpPr>
        <p:spPr>
          <a:xfrm>
            <a:off x="621437" y="365126"/>
            <a:ext cx="7893913" cy="1325563"/>
          </a:xfrm>
        </p:spPr>
        <p:txBody>
          <a:bodyPr>
            <a:noAutofit/>
          </a:bodyPr>
          <a:lstStyle/>
          <a:p>
            <a:r>
              <a:rPr lang="en-US" sz="2000" dirty="0">
                <a:latin typeface="+mn-lt"/>
              </a:rPr>
              <a:t>9. </a:t>
            </a:r>
            <a:r>
              <a:rPr lang="en-US" sz="2000" b="0" i="0" dirty="0">
                <a:solidFill>
                  <a:srgbClr val="000000"/>
                </a:solidFill>
                <a:effectLst/>
                <a:latin typeface="+mn-lt"/>
              </a:rPr>
              <a:t>A man covers a certain distance between his house and office on a Scooter. Having an average speed of 30 km/</a:t>
            </a:r>
            <a:r>
              <a:rPr lang="en-US" sz="2000" b="0" i="0" dirty="0" err="1">
                <a:solidFill>
                  <a:srgbClr val="000000"/>
                </a:solidFill>
                <a:effectLst/>
                <a:latin typeface="+mn-lt"/>
              </a:rPr>
              <a:t>hr</a:t>
            </a:r>
            <a:r>
              <a:rPr lang="en-US" sz="2000" b="0" i="0" dirty="0">
                <a:solidFill>
                  <a:srgbClr val="000000"/>
                </a:solidFill>
                <a:effectLst/>
                <a:latin typeface="+mn-lt"/>
              </a:rPr>
              <a:t>, he reaches office late by 10 minutes. </a:t>
            </a:r>
            <a:r>
              <a:rPr lang="en-US" sz="2000" b="0" i="0" dirty="0" err="1">
                <a:solidFill>
                  <a:srgbClr val="000000"/>
                </a:solidFill>
                <a:effectLst/>
                <a:latin typeface="+mn-lt"/>
              </a:rPr>
              <a:t>However,with</a:t>
            </a:r>
            <a:r>
              <a:rPr lang="en-US" sz="2000" b="0" i="0" dirty="0">
                <a:solidFill>
                  <a:srgbClr val="000000"/>
                </a:solidFill>
                <a:effectLst/>
                <a:latin typeface="+mn-lt"/>
              </a:rPr>
              <a:t> a speed of 40 km/</a:t>
            </a:r>
            <a:r>
              <a:rPr lang="en-US" sz="2000" b="0" i="0" dirty="0" err="1">
                <a:solidFill>
                  <a:srgbClr val="000000"/>
                </a:solidFill>
                <a:effectLst/>
                <a:latin typeface="+mn-lt"/>
              </a:rPr>
              <a:t>hr</a:t>
            </a:r>
            <a:r>
              <a:rPr lang="en-US" sz="2000" b="0" i="0" dirty="0">
                <a:solidFill>
                  <a:srgbClr val="000000"/>
                </a:solidFill>
                <a:effectLst/>
                <a:latin typeface="+mn-lt"/>
              </a:rPr>
              <a:t>, he reaches his office 5 minutes earlier. </a:t>
            </a:r>
            <a:r>
              <a:rPr lang="en-US" sz="2000" dirty="0">
                <a:solidFill>
                  <a:srgbClr val="000000"/>
                </a:solidFill>
                <a:latin typeface="+mn-lt"/>
              </a:rPr>
              <a:t>T</a:t>
            </a:r>
            <a:r>
              <a:rPr lang="en-US" sz="2000" b="0" i="0" dirty="0">
                <a:solidFill>
                  <a:srgbClr val="000000"/>
                </a:solidFill>
                <a:effectLst/>
                <a:latin typeface="+mn-lt"/>
              </a:rPr>
              <a:t>he distance between his house and office is </a:t>
            </a:r>
            <a:br>
              <a:rPr lang="en-US" sz="2000" b="0" i="0" dirty="0">
                <a:solidFill>
                  <a:srgbClr val="000000"/>
                </a:solidFill>
                <a:effectLst/>
                <a:latin typeface="+mn-lt"/>
              </a:rPr>
            </a:br>
            <a:endParaRPr lang="en-IN" sz="2000" dirty="0">
              <a:latin typeface="+mn-lt"/>
            </a:endParaRPr>
          </a:p>
        </p:txBody>
      </p:sp>
      <p:sp>
        <p:nvSpPr>
          <p:cNvPr id="3" name="Content Placeholder 2">
            <a:extLst>
              <a:ext uri="{FF2B5EF4-FFF2-40B4-BE49-F238E27FC236}">
                <a16:creationId xmlns:a16="http://schemas.microsoft.com/office/drawing/2014/main" id="{846B4269-72A2-4D78-91F2-B4F359EA0A45}"/>
              </a:ext>
            </a:extLst>
          </p:cNvPr>
          <p:cNvSpPr>
            <a:spLocks noGrp="1"/>
          </p:cNvSpPr>
          <p:nvPr>
            <p:ph idx="1"/>
          </p:nvPr>
        </p:nvSpPr>
        <p:spPr>
          <a:xfrm>
            <a:off x="673038" y="1603683"/>
            <a:ext cx="7886700" cy="4351338"/>
          </a:xfrm>
        </p:spPr>
        <p:txBody>
          <a:bodyPr>
            <a:normAutofit/>
          </a:bodyPr>
          <a:lstStyle/>
          <a:p>
            <a:pPr marL="457200" indent="-457200">
              <a:buAutoNum type="alphaUcParenR"/>
            </a:pPr>
            <a:r>
              <a:rPr lang="en-US" sz="2000" dirty="0"/>
              <a:t>10 km</a:t>
            </a:r>
          </a:p>
          <a:p>
            <a:pPr marL="457200" indent="-457200">
              <a:buAutoNum type="alphaUcParenR"/>
            </a:pPr>
            <a:r>
              <a:rPr lang="en-US" sz="2000" dirty="0"/>
              <a:t>30 km</a:t>
            </a:r>
          </a:p>
          <a:p>
            <a:pPr marL="457200" indent="-457200">
              <a:buAutoNum type="alphaUcParenR"/>
            </a:pPr>
            <a:r>
              <a:rPr lang="en-US" sz="2000" dirty="0"/>
              <a:t>20 km</a:t>
            </a:r>
          </a:p>
          <a:p>
            <a:pPr marL="457200" indent="-457200">
              <a:buAutoNum type="alphaUcParenR"/>
            </a:pPr>
            <a:r>
              <a:rPr lang="en-US" sz="2000" dirty="0"/>
              <a:t>40 km</a:t>
            </a:r>
            <a:endParaRPr lang="en-IN" sz="2000"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46B16C2E-BBC2-A133-C9C6-B94D4BA054BB}"/>
                  </a:ext>
                </a:extLst>
              </p14:cNvPr>
              <p14:cNvContentPartPr/>
              <p14:nvPr/>
            </p14:nvContentPartPr>
            <p14:xfrm>
              <a:off x="188640" y="37800"/>
              <a:ext cx="8776080" cy="6725880"/>
            </p14:xfrm>
          </p:contentPart>
        </mc:Choice>
        <mc:Fallback>
          <p:pic>
            <p:nvPicPr>
              <p:cNvPr id="4" name="Ink 3">
                <a:extLst>
                  <a:ext uri="{FF2B5EF4-FFF2-40B4-BE49-F238E27FC236}">
                    <a16:creationId xmlns:a16="http://schemas.microsoft.com/office/drawing/2014/main" id="{46B16C2E-BBC2-A133-C9C6-B94D4BA054BB}"/>
                  </a:ext>
                </a:extLst>
              </p:cNvPr>
              <p:cNvPicPr/>
              <p:nvPr/>
            </p:nvPicPr>
            <p:blipFill>
              <a:blip r:embed="rId3"/>
              <a:stretch>
                <a:fillRect/>
              </a:stretch>
            </p:blipFill>
            <p:spPr>
              <a:xfrm>
                <a:off x="179280" y="28440"/>
                <a:ext cx="8794800" cy="6744600"/>
              </a:xfrm>
              <a:prstGeom prst="rect">
                <a:avLst/>
              </a:prstGeom>
            </p:spPr>
          </p:pic>
        </mc:Fallback>
      </mc:AlternateContent>
    </p:spTree>
    <p:extLst>
      <p:ext uri="{BB962C8B-B14F-4D97-AF65-F5344CB8AC3E}">
        <p14:creationId xmlns:p14="http://schemas.microsoft.com/office/powerpoint/2010/main" val="17351074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78935-6242-4CF3-BB08-A4E3926AF9D9}"/>
              </a:ext>
            </a:extLst>
          </p:cNvPr>
          <p:cNvSpPr>
            <a:spLocks noGrp="1"/>
          </p:cNvSpPr>
          <p:nvPr>
            <p:ph type="title"/>
          </p:nvPr>
        </p:nvSpPr>
        <p:spPr>
          <a:xfrm>
            <a:off x="621437" y="365126"/>
            <a:ext cx="7893913" cy="1325563"/>
          </a:xfrm>
        </p:spPr>
        <p:txBody>
          <a:bodyPr>
            <a:noAutofit/>
          </a:bodyPr>
          <a:lstStyle/>
          <a:p>
            <a:r>
              <a:rPr lang="en-US" sz="2000" dirty="0">
                <a:latin typeface="+mn-lt"/>
              </a:rPr>
              <a:t>10. </a:t>
            </a:r>
            <a:r>
              <a:rPr lang="en-US" sz="2000" b="0" i="0" dirty="0">
                <a:solidFill>
                  <a:srgbClr val="2A2A2A"/>
                </a:solidFill>
                <a:effectLst/>
                <a:latin typeface="+mn-lt"/>
              </a:rPr>
              <a:t>A Man walked from his house to office at 5kmph and got 6 minutes late. if he had travelled at 6 kmph, he would have reached 2 minutes early. The distance from his house to office is?</a:t>
            </a:r>
            <a:r>
              <a:rPr lang="en-US" sz="2000" dirty="0">
                <a:latin typeface="+mn-lt"/>
              </a:rPr>
              <a:t> </a:t>
            </a:r>
            <a:endParaRPr lang="en-IN" sz="2000" dirty="0">
              <a:latin typeface="+mn-lt"/>
            </a:endParaRPr>
          </a:p>
        </p:txBody>
      </p:sp>
      <p:sp>
        <p:nvSpPr>
          <p:cNvPr id="3" name="Content Placeholder 2">
            <a:extLst>
              <a:ext uri="{FF2B5EF4-FFF2-40B4-BE49-F238E27FC236}">
                <a16:creationId xmlns:a16="http://schemas.microsoft.com/office/drawing/2014/main" id="{846B4269-72A2-4D78-91F2-B4F359EA0A45}"/>
              </a:ext>
            </a:extLst>
          </p:cNvPr>
          <p:cNvSpPr>
            <a:spLocks noGrp="1"/>
          </p:cNvSpPr>
          <p:nvPr>
            <p:ph idx="1"/>
          </p:nvPr>
        </p:nvSpPr>
        <p:spPr>
          <a:xfrm>
            <a:off x="673038" y="1603683"/>
            <a:ext cx="7886700" cy="4351338"/>
          </a:xfrm>
        </p:spPr>
        <p:txBody>
          <a:bodyPr>
            <a:normAutofit/>
          </a:bodyPr>
          <a:lstStyle/>
          <a:p>
            <a:pPr marL="457200" indent="-457200">
              <a:buAutoNum type="alphaUcParenR"/>
            </a:pPr>
            <a:r>
              <a:rPr lang="en-US" sz="2000" dirty="0"/>
              <a:t>4  km</a:t>
            </a:r>
          </a:p>
          <a:p>
            <a:pPr marL="457200" indent="-457200">
              <a:buAutoNum type="alphaUcParenR"/>
            </a:pPr>
            <a:r>
              <a:rPr lang="en-US" sz="2000" dirty="0"/>
              <a:t>10 km</a:t>
            </a:r>
          </a:p>
          <a:p>
            <a:pPr marL="457200" indent="-457200">
              <a:buAutoNum type="alphaUcParenR"/>
            </a:pPr>
            <a:r>
              <a:rPr lang="en-US" sz="2000" dirty="0"/>
              <a:t>20 km</a:t>
            </a:r>
          </a:p>
          <a:p>
            <a:pPr marL="457200" indent="-457200">
              <a:buAutoNum type="alphaUcParenR"/>
            </a:pPr>
            <a:r>
              <a:rPr lang="en-US" sz="2000" dirty="0"/>
              <a:t>40 km</a:t>
            </a:r>
            <a:endParaRPr lang="en-IN" sz="2000"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EAC9CC54-E7BC-E127-4500-C4A5CB57FC8D}"/>
                  </a:ext>
                </a:extLst>
              </p14:cNvPr>
              <p14:cNvContentPartPr/>
              <p14:nvPr/>
            </p14:nvContentPartPr>
            <p14:xfrm>
              <a:off x="4250520" y="1208880"/>
              <a:ext cx="4950360" cy="5602320"/>
            </p14:xfrm>
          </p:contentPart>
        </mc:Choice>
        <mc:Fallback>
          <p:pic>
            <p:nvPicPr>
              <p:cNvPr id="4" name="Ink 3">
                <a:extLst>
                  <a:ext uri="{FF2B5EF4-FFF2-40B4-BE49-F238E27FC236}">
                    <a16:creationId xmlns:a16="http://schemas.microsoft.com/office/drawing/2014/main" id="{EAC9CC54-E7BC-E127-4500-C4A5CB57FC8D}"/>
                  </a:ext>
                </a:extLst>
              </p:cNvPr>
              <p:cNvPicPr/>
              <p:nvPr/>
            </p:nvPicPr>
            <p:blipFill>
              <a:blip r:embed="rId3"/>
              <a:stretch>
                <a:fillRect/>
              </a:stretch>
            </p:blipFill>
            <p:spPr>
              <a:xfrm>
                <a:off x="4241160" y="1199520"/>
                <a:ext cx="4969080" cy="5621040"/>
              </a:xfrm>
              <a:prstGeom prst="rect">
                <a:avLst/>
              </a:prstGeom>
            </p:spPr>
          </p:pic>
        </mc:Fallback>
      </mc:AlternateContent>
    </p:spTree>
    <p:extLst>
      <p:ext uri="{BB962C8B-B14F-4D97-AF65-F5344CB8AC3E}">
        <p14:creationId xmlns:p14="http://schemas.microsoft.com/office/powerpoint/2010/main" val="23736227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78935-6242-4CF3-BB08-A4E3926AF9D9}"/>
              </a:ext>
            </a:extLst>
          </p:cNvPr>
          <p:cNvSpPr>
            <a:spLocks noGrp="1"/>
          </p:cNvSpPr>
          <p:nvPr>
            <p:ph type="title"/>
          </p:nvPr>
        </p:nvSpPr>
        <p:spPr>
          <a:xfrm>
            <a:off x="628650" y="533802"/>
            <a:ext cx="7893913" cy="1325563"/>
          </a:xfrm>
        </p:spPr>
        <p:txBody>
          <a:bodyPr>
            <a:noAutofit/>
          </a:bodyPr>
          <a:lstStyle/>
          <a:p>
            <a:r>
              <a:rPr lang="en-US" sz="2000" dirty="0">
                <a:latin typeface="+mn-lt"/>
              </a:rPr>
              <a:t>11. Car A covers 624 km distance in 12 hours and another car B covers the same distance in 4 hours less. Find the difference of the distance covered by these two cars in 3 hours, if both the cars are moving in the same direction</a:t>
            </a:r>
            <a:endParaRPr lang="en-IN" sz="2000" dirty="0">
              <a:latin typeface="+mn-lt"/>
            </a:endParaRPr>
          </a:p>
        </p:txBody>
      </p:sp>
      <p:sp>
        <p:nvSpPr>
          <p:cNvPr id="3" name="Content Placeholder 2">
            <a:extLst>
              <a:ext uri="{FF2B5EF4-FFF2-40B4-BE49-F238E27FC236}">
                <a16:creationId xmlns:a16="http://schemas.microsoft.com/office/drawing/2014/main" id="{846B4269-72A2-4D78-91F2-B4F359EA0A45}"/>
              </a:ext>
            </a:extLst>
          </p:cNvPr>
          <p:cNvSpPr>
            <a:spLocks noGrp="1"/>
          </p:cNvSpPr>
          <p:nvPr>
            <p:ph idx="1"/>
          </p:nvPr>
        </p:nvSpPr>
        <p:spPr>
          <a:xfrm>
            <a:off x="628650" y="1972860"/>
            <a:ext cx="7886700" cy="4351338"/>
          </a:xfrm>
        </p:spPr>
        <p:txBody>
          <a:bodyPr>
            <a:normAutofit/>
          </a:bodyPr>
          <a:lstStyle/>
          <a:p>
            <a:pPr marL="457200" indent="-457200">
              <a:buAutoNum type="alphaUcParenR"/>
            </a:pPr>
            <a:r>
              <a:rPr lang="en-US" sz="2000" dirty="0"/>
              <a:t>68 km</a:t>
            </a:r>
          </a:p>
          <a:p>
            <a:pPr marL="457200" indent="-457200">
              <a:buAutoNum type="alphaUcParenR"/>
            </a:pPr>
            <a:r>
              <a:rPr lang="en-US" sz="2000" dirty="0"/>
              <a:t>78 km</a:t>
            </a:r>
          </a:p>
          <a:p>
            <a:pPr marL="457200" indent="-457200">
              <a:buAutoNum type="alphaUcParenR"/>
            </a:pPr>
            <a:r>
              <a:rPr lang="en-US" sz="2000" dirty="0"/>
              <a:t>56 km</a:t>
            </a:r>
          </a:p>
          <a:p>
            <a:pPr marL="457200" indent="-457200">
              <a:buAutoNum type="alphaUcParenR"/>
            </a:pPr>
            <a:r>
              <a:rPr lang="en-US" sz="2000" dirty="0"/>
              <a:t>65 km</a:t>
            </a:r>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64AC3417-6D4E-33A8-FEC6-2E5ABC965BCF}"/>
                  </a:ext>
                </a:extLst>
              </p14:cNvPr>
              <p14:cNvContentPartPr/>
              <p14:nvPr/>
            </p14:nvContentPartPr>
            <p14:xfrm>
              <a:off x="339840" y="302040"/>
              <a:ext cx="8228160" cy="4572360"/>
            </p14:xfrm>
          </p:contentPart>
        </mc:Choice>
        <mc:Fallback>
          <p:pic>
            <p:nvPicPr>
              <p:cNvPr id="4" name="Ink 3">
                <a:extLst>
                  <a:ext uri="{FF2B5EF4-FFF2-40B4-BE49-F238E27FC236}">
                    <a16:creationId xmlns:a16="http://schemas.microsoft.com/office/drawing/2014/main" id="{64AC3417-6D4E-33A8-FEC6-2E5ABC965BCF}"/>
                  </a:ext>
                </a:extLst>
              </p:cNvPr>
              <p:cNvPicPr/>
              <p:nvPr/>
            </p:nvPicPr>
            <p:blipFill>
              <a:blip r:embed="rId4"/>
              <a:stretch>
                <a:fillRect/>
              </a:stretch>
            </p:blipFill>
            <p:spPr>
              <a:xfrm>
                <a:off x="330480" y="292680"/>
                <a:ext cx="8246880" cy="4591080"/>
              </a:xfrm>
              <a:prstGeom prst="rect">
                <a:avLst/>
              </a:prstGeom>
            </p:spPr>
          </p:pic>
        </mc:Fallback>
      </mc:AlternateContent>
    </p:spTree>
    <p:extLst>
      <p:ext uri="{BB962C8B-B14F-4D97-AF65-F5344CB8AC3E}">
        <p14:creationId xmlns:p14="http://schemas.microsoft.com/office/powerpoint/2010/main" val="36155586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78935-6242-4CF3-BB08-A4E3926AF9D9}"/>
              </a:ext>
            </a:extLst>
          </p:cNvPr>
          <p:cNvSpPr>
            <a:spLocks noGrp="1"/>
          </p:cNvSpPr>
          <p:nvPr>
            <p:ph type="title"/>
          </p:nvPr>
        </p:nvSpPr>
        <p:spPr>
          <a:xfrm>
            <a:off x="621437" y="365126"/>
            <a:ext cx="7893913" cy="1325563"/>
          </a:xfrm>
        </p:spPr>
        <p:txBody>
          <a:bodyPr>
            <a:noAutofit/>
          </a:bodyPr>
          <a:lstStyle/>
          <a:p>
            <a:r>
              <a:rPr lang="en-US" sz="2000" dirty="0">
                <a:latin typeface="+mn-lt"/>
              </a:rPr>
              <a:t>12. Amit travels from A to B at a speed of 10 kmph and came back with a speed of 30 kmph. Find the average speed for the entire journey</a:t>
            </a:r>
            <a:endParaRPr lang="en-IN" sz="2000" dirty="0">
              <a:latin typeface="+mn-lt"/>
            </a:endParaRPr>
          </a:p>
        </p:txBody>
      </p:sp>
      <p:sp>
        <p:nvSpPr>
          <p:cNvPr id="3" name="Content Placeholder 2">
            <a:extLst>
              <a:ext uri="{FF2B5EF4-FFF2-40B4-BE49-F238E27FC236}">
                <a16:creationId xmlns:a16="http://schemas.microsoft.com/office/drawing/2014/main" id="{846B4269-72A2-4D78-91F2-B4F359EA0A45}"/>
              </a:ext>
            </a:extLst>
          </p:cNvPr>
          <p:cNvSpPr>
            <a:spLocks noGrp="1"/>
          </p:cNvSpPr>
          <p:nvPr>
            <p:ph idx="1"/>
          </p:nvPr>
        </p:nvSpPr>
        <p:spPr>
          <a:xfrm>
            <a:off x="673038" y="1603683"/>
            <a:ext cx="7886700" cy="4351338"/>
          </a:xfrm>
        </p:spPr>
        <p:txBody>
          <a:bodyPr>
            <a:normAutofit/>
          </a:bodyPr>
          <a:lstStyle/>
          <a:p>
            <a:pPr marL="457200" indent="-457200">
              <a:buAutoNum type="alphaUcParenR"/>
            </a:pPr>
            <a:r>
              <a:rPr lang="en-US" sz="2000" dirty="0"/>
              <a:t>20 kmph</a:t>
            </a:r>
          </a:p>
          <a:p>
            <a:pPr marL="457200" indent="-457200">
              <a:buAutoNum type="alphaUcParenR"/>
            </a:pPr>
            <a:r>
              <a:rPr lang="en-US" sz="2000" dirty="0"/>
              <a:t>15 kmph</a:t>
            </a:r>
          </a:p>
          <a:p>
            <a:pPr marL="457200" indent="-457200">
              <a:buAutoNum type="alphaUcParenR"/>
            </a:pPr>
            <a:r>
              <a:rPr lang="en-US" sz="2000" dirty="0"/>
              <a:t>30 kmph</a:t>
            </a:r>
          </a:p>
          <a:p>
            <a:pPr marL="457200" indent="-457200">
              <a:buAutoNum type="alphaUcParenR"/>
            </a:pPr>
            <a:r>
              <a:rPr lang="en-US" sz="2000" dirty="0"/>
              <a:t>18 kmph</a:t>
            </a:r>
            <a:endParaRPr lang="en-IN" sz="2000"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44D48FEA-DE59-0A05-AD28-6C94CE262DB2}"/>
                  </a:ext>
                </a:extLst>
              </p14:cNvPr>
              <p14:cNvContentPartPr/>
              <p14:nvPr/>
            </p14:nvContentPartPr>
            <p14:xfrm>
              <a:off x="264240" y="1020240"/>
              <a:ext cx="8794800" cy="5894640"/>
            </p14:xfrm>
          </p:contentPart>
        </mc:Choice>
        <mc:Fallback>
          <p:pic>
            <p:nvPicPr>
              <p:cNvPr id="4" name="Ink 3">
                <a:extLst>
                  <a:ext uri="{FF2B5EF4-FFF2-40B4-BE49-F238E27FC236}">
                    <a16:creationId xmlns:a16="http://schemas.microsoft.com/office/drawing/2014/main" id="{44D48FEA-DE59-0A05-AD28-6C94CE262DB2}"/>
                  </a:ext>
                </a:extLst>
              </p:cNvPr>
              <p:cNvPicPr/>
              <p:nvPr/>
            </p:nvPicPr>
            <p:blipFill>
              <a:blip r:embed="rId4"/>
              <a:stretch>
                <a:fillRect/>
              </a:stretch>
            </p:blipFill>
            <p:spPr>
              <a:xfrm>
                <a:off x="254880" y="1010880"/>
                <a:ext cx="8813520" cy="5913360"/>
              </a:xfrm>
              <a:prstGeom prst="rect">
                <a:avLst/>
              </a:prstGeom>
            </p:spPr>
          </p:pic>
        </mc:Fallback>
      </mc:AlternateContent>
    </p:spTree>
    <p:extLst>
      <p:ext uri="{BB962C8B-B14F-4D97-AF65-F5344CB8AC3E}">
        <p14:creationId xmlns:p14="http://schemas.microsoft.com/office/powerpoint/2010/main" val="35587821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78935-6242-4CF3-BB08-A4E3926AF9D9}"/>
              </a:ext>
            </a:extLst>
          </p:cNvPr>
          <p:cNvSpPr>
            <a:spLocks noGrp="1"/>
          </p:cNvSpPr>
          <p:nvPr>
            <p:ph type="title"/>
          </p:nvPr>
        </p:nvSpPr>
        <p:spPr>
          <a:xfrm>
            <a:off x="621437" y="365126"/>
            <a:ext cx="7893913" cy="1325563"/>
          </a:xfrm>
        </p:spPr>
        <p:txBody>
          <a:bodyPr>
            <a:noAutofit/>
          </a:bodyPr>
          <a:lstStyle/>
          <a:p>
            <a:r>
              <a:rPr lang="en-US" sz="2000" dirty="0">
                <a:latin typeface="+mn-lt"/>
              </a:rPr>
              <a:t>13. What is Ram’s average speed if he goes from point X to point Y at 8 kmph and return from point Y to point X at 12 kmph</a:t>
            </a:r>
            <a:endParaRPr lang="en-IN" sz="2000" dirty="0">
              <a:latin typeface="+mn-lt"/>
            </a:endParaRPr>
          </a:p>
        </p:txBody>
      </p:sp>
      <p:sp>
        <p:nvSpPr>
          <p:cNvPr id="3" name="Content Placeholder 2">
            <a:extLst>
              <a:ext uri="{FF2B5EF4-FFF2-40B4-BE49-F238E27FC236}">
                <a16:creationId xmlns:a16="http://schemas.microsoft.com/office/drawing/2014/main" id="{846B4269-72A2-4D78-91F2-B4F359EA0A45}"/>
              </a:ext>
            </a:extLst>
          </p:cNvPr>
          <p:cNvSpPr>
            <a:spLocks noGrp="1"/>
          </p:cNvSpPr>
          <p:nvPr>
            <p:ph idx="1"/>
          </p:nvPr>
        </p:nvSpPr>
        <p:spPr>
          <a:xfrm>
            <a:off x="673038" y="1603683"/>
            <a:ext cx="7886700" cy="4351338"/>
          </a:xfrm>
        </p:spPr>
        <p:txBody>
          <a:bodyPr>
            <a:normAutofit/>
          </a:bodyPr>
          <a:lstStyle/>
          <a:p>
            <a:pPr marL="457200" indent="-457200">
              <a:buAutoNum type="alphaUcParenR"/>
            </a:pPr>
            <a:r>
              <a:rPr lang="en-US" sz="2000" dirty="0"/>
              <a:t>8.6 kmph</a:t>
            </a:r>
          </a:p>
          <a:p>
            <a:pPr marL="457200" indent="-457200">
              <a:buAutoNum type="alphaUcParenR"/>
            </a:pPr>
            <a:r>
              <a:rPr lang="en-US" sz="2000" dirty="0"/>
              <a:t>10.6 kmph</a:t>
            </a:r>
          </a:p>
          <a:p>
            <a:pPr marL="457200" indent="-457200">
              <a:buAutoNum type="alphaUcParenR"/>
            </a:pPr>
            <a:r>
              <a:rPr lang="en-US" sz="2000" dirty="0"/>
              <a:t>9.6 kmph</a:t>
            </a:r>
          </a:p>
          <a:p>
            <a:pPr marL="457200" indent="-457200">
              <a:buAutoNum type="alphaUcParenR"/>
            </a:pPr>
            <a:r>
              <a:rPr lang="en-US" sz="2000" dirty="0"/>
              <a:t>15. 6 kmph</a:t>
            </a:r>
            <a:endParaRPr lang="en-IN" sz="2000"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6C2DF294-915C-BD25-07D4-381044BB3FD7}"/>
                  </a:ext>
                </a:extLst>
              </p14:cNvPr>
              <p14:cNvContentPartPr/>
              <p14:nvPr/>
            </p14:nvContentPartPr>
            <p14:xfrm>
              <a:off x="368280" y="1095840"/>
              <a:ext cx="8558640" cy="4959360"/>
            </p14:xfrm>
          </p:contentPart>
        </mc:Choice>
        <mc:Fallback>
          <p:pic>
            <p:nvPicPr>
              <p:cNvPr id="4" name="Ink 3">
                <a:extLst>
                  <a:ext uri="{FF2B5EF4-FFF2-40B4-BE49-F238E27FC236}">
                    <a16:creationId xmlns:a16="http://schemas.microsoft.com/office/drawing/2014/main" id="{6C2DF294-915C-BD25-07D4-381044BB3FD7}"/>
                  </a:ext>
                </a:extLst>
              </p:cNvPr>
              <p:cNvPicPr/>
              <p:nvPr/>
            </p:nvPicPr>
            <p:blipFill>
              <a:blip r:embed="rId4"/>
              <a:stretch>
                <a:fillRect/>
              </a:stretch>
            </p:blipFill>
            <p:spPr>
              <a:xfrm>
                <a:off x="358920" y="1086480"/>
                <a:ext cx="8577360" cy="4978080"/>
              </a:xfrm>
              <a:prstGeom prst="rect">
                <a:avLst/>
              </a:prstGeom>
            </p:spPr>
          </p:pic>
        </mc:Fallback>
      </mc:AlternateContent>
    </p:spTree>
    <p:extLst>
      <p:ext uri="{BB962C8B-B14F-4D97-AF65-F5344CB8AC3E}">
        <p14:creationId xmlns:p14="http://schemas.microsoft.com/office/powerpoint/2010/main" val="38601952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32AE4-C868-CB4F-A76F-E0819BB248E2}"/>
              </a:ext>
            </a:extLst>
          </p:cNvPr>
          <p:cNvSpPr>
            <a:spLocks noGrp="1"/>
          </p:cNvSpPr>
          <p:nvPr>
            <p:ph type="title"/>
          </p:nvPr>
        </p:nvSpPr>
        <p:spPr/>
        <p:txBody>
          <a:bodyPr>
            <a:normAutofit/>
          </a:bodyPr>
          <a:lstStyle/>
          <a:p>
            <a:r>
              <a:rPr lang="en-US" sz="2000" dirty="0">
                <a:latin typeface="+mn-lt"/>
              </a:rPr>
              <a:t>14. A person travel from A to B at a speed of 30 kmph and returns by increasing his speed by 50%. What is the speed of both the trips? </a:t>
            </a:r>
          </a:p>
        </p:txBody>
      </p:sp>
      <p:sp>
        <p:nvSpPr>
          <p:cNvPr id="3" name="Content Placeholder 2">
            <a:extLst>
              <a:ext uri="{FF2B5EF4-FFF2-40B4-BE49-F238E27FC236}">
                <a16:creationId xmlns:a16="http://schemas.microsoft.com/office/drawing/2014/main" id="{0CECD34E-7A17-6E4F-AC8F-0E3706B98AB9}"/>
              </a:ext>
            </a:extLst>
          </p:cNvPr>
          <p:cNvSpPr>
            <a:spLocks noGrp="1"/>
          </p:cNvSpPr>
          <p:nvPr>
            <p:ph idx="1"/>
          </p:nvPr>
        </p:nvSpPr>
        <p:spPr/>
        <p:txBody>
          <a:bodyPr>
            <a:normAutofit/>
          </a:bodyPr>
          <a:lstStyle/>
          <a:p>
            <a:pPr marL="514350" indent="-514350">
              <a:buAutoNum type="alphaUcParenR"/>
            </a:pPr>
            <a:r>
              <a:rPr lang="en-US" sz="2000"/>
              <a:t>38 kmph</a:t>
            </a:r>
          </a:p>
          <a:p>
            <a:pPr marL="514350" indent="-514350">
              <a:buAutoNum type="alphaUcParenR"/>
            </a:pPr>
            <a:r>
              <a:rPr lang="en-US" sz="2000"/>
              <a:t>24 kmph</a:t>
            </a:r>
          </a:p>
          <a:p>
            <a:pPr marL="514350" indent="-514350">
              <a:buAutoNum type="alphaUcParenR"/>
            </a:pPr>
            <a:r>
              <a:rPr lang="en-US" sz="2000"/>
              <a:t>36 kmph</a:t>
            </a:r>
          </a:p>
          <a:p>
            <a:pPr marL="514350" indent="-514350">
              <a:buAutoNum type="alphaUcParenR"/>
            </a:pPr>
            <a:r>
              <a:rPr lang="en-US" sz="2000"/>
              <a:t>28 kmph</a:t>
            </a:r>
          </a:p>
        </p:txBody>
      </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80BB8850-EE16-A9B4-8820-F49183D53581}"/>
                  </a:ext>
                </a:extLst>
              </p14:cNvPr>
              <p14:cNvContentPartPr/>
              <p14:nvPr/>
            </p14:nvContentPartPr>
            <p14:xfrm>
              <a:off x="292680" y="1842120"/>
              <a:ext cx="8502120" cy="3438720"/>
            </p14:xfrm>
          </p:contentPart>
        </mc:Choice>
        <mc:Fallback>
          <p:pic>
            <p:nvPicPr>
              <p:cNvPr id="5" name="Ink 4">
                <a:extLst>
                  <a:ext uri="{FF2B5EF4-FFF2-40B4-BE49-F238E27FC236}">
                    <a16:creationId xmlns:a16="http://schemas.microsoft.com/office/drawing/2014/main" id="{80BB8850-EE16-A9B4-8820-F49183D53581}"/>
                  </a:ext>
                </a:extLst>
              </p:cNvPr>
              <p:cNvPicPr/>
              <p:nvPr/>
            </p:nvPicPr>
            <p:blipFill>
              <a:blip r:embed="rId4"/>
              <a:stretch>
                <a:fillRect/>
              </a:stretch>
            </p:blipFill>
            <p:spPr>
              <a:xfrm>
                <a:off x="283320" y="1832760"/>
                <a:ext cx="8520840" cy="3457440"/>
              </a:xfrm>
              <a:prstGeom prst="rect">
                <a:avLst/>
              </a:prstGeom>
            </p:spPr>
          </p:pic>
        </mc:Fallback>
      </mc:AlternateContent>
    </p:spTree>
    <p:extLst>
      <p:ext uri="{BB962C8B-B14F-4D97-AF65-F5344CB8AC3E}">
        <p14:creationId xmlns:p14="http://schemas.microsoft.com/office/powerpoint/2010/main" val="21607203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32AE4-C868-CB4F-A76F-E0819BB248E2}"/>
              </a:ext>
            </a:extLst>
          </p:cNvPr>
          <p:cNvSpPr>
            <a:spLocks noGrp="1"/>
          </p:cNvSpPr>
          <p:nvPr>
            <p:ph type="title"/>
          </p:nvPr>
        </p:nvSpPr>
        <p:spPr>
          <a:xfrm>
            <a:off x="415585" y="681037"/>
            <a:ext cx="7886700" cy="1325563"/>
          </a:xfrm>
        </p:spPr>
        <p:txBody>
          <a:bodyPr>
            <a:noAutofit/>
          </a:bodyPr>
          <a:lstStyle/>
          <a:p>
            <a:pPr marL="468000" indent="-468000" fontAlgn="base">
              <a:lnSpc>
                <a:spcPct val="120000"/>
              </a:lnSpc>
              <a:spcBef>
                <a:spcPts val="500"/>
              </a:spcBef>
              <a:spcAft>
                <a:spcPts val="500"/>
              </a:spcAft>
            </a:pPr>
            <a:r>
              <a:rPr lang="en-US" sz="2000" dirty="0">
                <a:latin typeface="+mn-lt"/>
              </a:rPr>
              <a:t>	15. A man travels a distance of 24 km at 6 kmph. Another distance of 24 km at 8 kmph and a third distance of 24 km at 12 kmph. His average speed for the whole journey is.</a:t>
            </a:r>
          </a:p>
        </p:txBody>
      </p:sp>
      <p:sp>
        <p:nvSpPr>
          <p:cNvPr id="3" name="Content Placeholder 2">
            <a:extLst>
              <a:ext uri="{FF2B5EF4-FFF2-40B4-BE49-F238E27FC236}">
                <a16:creationId xmlns:a16="http://schemas.microsoft.com/office/drawing/2014/main" id="{0CECD34E-7A17-6E4F-AC8F-0E3706B98AB9}"/>
              </a:ext>
            </a:extLst>
          </p:cNvPr>
          <p:cNvSpPr>
            <a:spLocks noGrp="1"/>
          </p:cNvSpPr>
          <p:nvPr>
            <p:ph idx="1"/>
          </p:nvPr>
        </p:nvSpPr>
        <p:spPr>
          <a:xfrm>
            <a:off x="628650" y="2113132"/>
            <a:ext cx="7886700" cy="4351338"/>
          </a:xfrm>
        </p:spPr>
        <p:txBody>
          <a:bodyPr>
            <a:normAutofit/>
          </a:bodyPr>
          <a:lstStyle/>
          <a:p>
            <a:pPr marL="514350" indent="-514350">
              <a:buAutoNum type="alphaUcParenR"/>
            </a:pPr>
            <a:r>
              <a:rPr lang="en-US" sz="2000" dirty="0"/>
              <a:t>8 kmph</a:t>
            </a:r>
          </a:p>
          <a:p>
            <a:pPr marL="514350" indent="-514350">
              <a:buAutoNum type="alphaUcParenR"/>
            </a:pPr>
            <a:r>
              <a:rPr lang="en-US" sz="2000" dirty="0"/>
              <a:t>8.5 kmph</a:t>
            </a:r>
          </a:p>
          <a:p>
            <a:pPr marL="514350" indent="-514350">
              <a:buAutoNum type="alphaUcParenR"/>
            </a:pPr>
            <a:r>
              <a:rPr lang="en-US" sz="2000" dirty="0"/>
              <a:t>9 kmph</a:t>
            </a:r>
          </a:p>
          <a:p>
            <a:pPr marL="514350" indent="-514350">
              <a:buAutoNum type="alphaUcParenR"/>
            </a:pPr>
            <a:r>
              <a:rPr lang="en-US" sz="2000" dirty="0"/>
              <a:t>10 kmph</a:t>
            </a:r>
          </a:p>
        </p:txBody>
      </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25B19467-1DA1-2CC8-9477-BBF3EE802DEF}"/>
                  </a:ext>
                </a:extLst>
              </p14:cNvPr>
              <p14:cNvContentPartPr/>
              <p14:nvPr/>
            </p14:nvContentPartPr>
            <p14:xfrm>
              <a:off x="273960" y="226800"/>
              <a:ext cx="8728560" cy="6225120"/>
            </p14:xfrm>
          </p:contentPart>
        </mc:Choice>
        <mc:Fallback>
          <p:pic>
            <p:nvPicPr>
              <p:cNvPr id="5" name="Ink 4">
                <a:extLst>
                  <a:ext uri="{FF2B5EF4-FFF2-40B4-BE49-F238E27FC236}">
                    <a16:creationId xmlns:a16="http://schemas.microsoft.com/office/drawing/2014/main" id="{25B19467-1DA1-2CC8-9477-BBF3EE802DEF}"/>
                  </a:ext>
                </a:extLst>
              </p:cNvPr>
              <p:cNvPicPr/>
              <p:nvPr/>
            </p:nvPicPr>
            <p:blipFill>
              <a:blip r:embed="rId4"/>
              <a:stretch>
                <a:fillRect/>
              </a:stretch>
            </p:blipFill>
            <p:spPr>
              <a:xfrm>
                <a:off x="264600" y="217440"/>
                <a:ext cx="8747280" cy="6243840"/>
              </a:xfrm>
              <a:prstGeom prst="rect">
                <a:avLst/>
              </a:prstGeom>
            </p:spPr>
          </p:pic>
        </mc:Fallback>
      </mc:AlternateContent>
    </p:spTree>
    <p:extLst>
      <p:ext uri="{BB962C8B-B14F-4D97-AF65-F5344CB8AC3E}">
        <p14:creationId xmlns:p14="http://schemas.microsoft.com/office/powerpoint/2010/main" val="3676627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32AE4-C868-CB4F-A76F-E0819BB248E2}"/>
              </a:ext>
            </a:extLst>
          </p:cNvPr>
          <p:cNvSpPr>
            <a:spLocks noGrp="1"/>
          </p:cNvSpPr>
          <p:nvPr>
            <p:ph type="title"/>
          </p:nvPr>
        </p:nvSpPr>
        <p:spPr/>
        <p:txBody>
          <a:bodyPr>
            <a:normAutofit/>
          </a:bodyPr>
          <a:lstStyle/>
          <a:p>
            <a:r>
              <a:rPr lang="en-US" sz="2000" dirty="0">
                <a:latin typeface="+mn-lt"/>
              </a:rPr>
              <a:t>16. A car moves with the speed of 30 kmph for 12 min and next 8 min at a speed of 45 kmph. Find the average speed of the car</a:t>
            </a:r>
          </a:p>
        </p:txBody>
      </p:sp>
      <p:sp>
        <p:nvSpPr>
          <p:cNvPr id="3" name="Content Placeholder 2">
            <a:extLst>
              <a:ext uri="{FF2B5EF4-FFF2-40B4-BE49-F238E27FC236}">
                <a16:creationId xmlns:a16="http://schemas.microsoft.com/office/drawing/2014/main" id="{0CECD34E-7A17-6E4F-AC8F-0E3706B98AB9}"/>
              </a:ext>
            </a:extLst>
          </p:cNvPr>
          <p:cNvSpPr>
            <a:spLocks noGrp="1"/>
          </p:cNvSpPr>
          <p:nvPr>
            <p:ph idx="1"/>
          </p:nvPr>
        </p:nvSpPr>
        <p:spPr/>
        <p:txBody>
          <a:bodyPr>
            <a:normAutofit/>
          </a:bodyPr>
          <a:lstStyle/>
          <a:p>
            <a:pPr marL="514350" indent="-514350">
              <a:buAutoNum type="alphaUcParenR"/>
            </a:pPr>
            <a:r>
              <a:rPr lang="en-US" sz="2000" dirty="0"/>
              <a:t>38 kmph</a:t>
            </a:r>
          </a:p>
          <a:p>
            <a:pPr marL="514350" indent="-514350">
              <a:buAutoNum type="alphaUcParenR"/>
            </a:pPr>
            <a:r>
              <a:rPr lang="en-US" sz="2000" dirty="0"/>
              <a:t>24 kmph</a:t>
            </a:r>
          </a:p>
          <a:p>
            <a:pPr marL="514350" indent="-514350">
              <a:buAutoNum type="alphaUcParenR"/>
            </a:pPr>
            <a:r>
              <a:rPr lang="en-US" sz="2000" dirty="0"/>
              <a:t>36 kmph</a:t>
            </a:r>
          </a:p>
          <a:p>
            <a:pPr marL="514350" indent="-514350">
              <a:buAutoNum type="alphaUcParenR"/>
            </a:pPr>
            <a:r>
              <a:rPr lang="en-US" sz="2000" dirty="0"/>
              <a:t>28 kmph</a:t>
            </a:r>
          </a:p>
        </p:txBody>
      </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7C4FEFC6-623D-F86E-A96E-1AC1CCAC4FDC}"/>
                  </a:ext>
                </a:extLst>
              </p14:cNvPr>
              <p14:cNvContentPartPr/>
              <p14:nvPr/>
            </p14:nvContentPartPr>
            <p14:xfrm>
              <a:off x="188640" y="-19080"/>
              <a:ext cx="8766720" cy="6480720"/>
            </p14:xfrm>
          </p:contentPart>
        </mc:Choice>
        <mc:Fallback>
          <p:pic>
            <p:nvPicPr>
              <p:cNvPr id="5" name="Ink 4">
                <a:extLst>
                  <a:ext uri="{FF2B5EF4-FFF2-40B4-BE49-F238E27FC236}">
                    <a16:creationId xmlns:a16="http://schemas.microsoft.com/office/drawing/2014/main" id="{7C4FEFC6-623D-F86E-A96E-1AC1CCAC4FDC}"/>
                  </a:ext>
                </a:extLst>
              </p:cNvPr>
              <p:cNvPicPr/>
              <p:nvPr/>
            </p:nvPicPr>
            <p:blipFill>
              <a:blip r:embed="rId4"/>
              <a:stretch>
                <a:fillRect/>
              </a:stretch>
            </p:blipFill>
            <p:spPr>
              <a:xfrm>
                <a:off x="179280" y="-28440"/>
                <a:ext cx="8785440" cy="6499440"/>
              </a:xfrm>
              <a:prstGeom prst="rect">
                <a:avLst/>
              </a:prstGeom>
            </p:spPr>
          </p:pic>
        </mc:Fallback>
      </mc:AlternateContent>
    </p:spTree>
    <p:extLst>
      <p:ext uri="{BB962C8B-B14F-4D97-AF65-F5344CB8AC3E}">
        <p14:creationId xmlns:p14="http://schemas.microsoft.com/office/powerpoint/2010/main" val="12145991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32AE4-C868-CB4F-A76F-E0819BB248E2}"/>
              </a:ext>
            </a:extLst>
          </p:cNvPr>
          <p:cNvSpPr>
            <a:spLocks noGrp="1"/>
          </p:cNvSpPr>
          <p:nvPr>
            <p:ph type="title"/>
          </p:nvPr>
        </p:nvSpPr>
        <p:spPr/>
        <p:txBody>
          <a:bodyPr>
            <a:normAutofit/>
          </a:bodyPr>
          <a:lstStyle/>
          <a:p>
            <a:r>
              <a:rPr lang="en-US" sz="2000" dirty="0">
                <a:latin typeface="+mn-lt"/>
              </a:rPr>
              <a:t>17. A man runs on a square track of 40m in length with speed of 18 kmph. What is the total time taken by him to complete a round track</a:t>
            </a:r>
          </a:p>
        </p:txBody>
      </p:sp>
      <p:sp>
        <p:nvSpPr>
          <p:cNvPr id="3" name="Content Placeholder 2">
            <a:extLst>
              <a:ext uri="{FF2B5EF4-FFF2-40B4-BE49-F238E27FC236}">
                <a16:creationId xmlns:a16="http://schemas.microsoft.com/office/drawing/2014/main" id="{0CECD34E-7A17-6E4F-AC8F-0E3706B98AB9}"/>
              </a:ext>
            </a:extLst>
          </p:cNvPr>
          <p:cNvSpPr>
            <a:spLocks noGrp="1"/>
          </p:cNvSpPr>
          <p:nvPr>
            <p:ph idx="1"/>
          </p:nvPr>
        </p:nvSpPr>
        <p:spPr/>
        <p:txBody>
          <a:bodyPr>
            <a:normAutofit/>
          </a:bodyPr>
          <a:lstStyle/>
          <a:p>
            <a:pPr marL="514350" indent="-514350">
              <a:buAutoNum type="alphaUcParenR"/>
            </a:pPr>
            <a:r>
              <a:rPr lang="en-US" sz="2000" dirty="0"/>
              <a:t>32 sec</a:t>
            </a:r>
          </a:p>
          <a:p>
            <a:pPr marL="514350" indent="-514350">
              <a:buAutoNum type="alphaUcParenR"/>
            </a:pPr>
            <a:r>
              <a:rPr lang="en-US" sz="2000" dirty="0"/>
              <a:t>54 sec</a:t>
            </a:r>
          </a:p>
          <a:p>
            <a:pPr marL="514350" indent="-514350">
              <a:buAutoNum type="alphaUcParenR"/>
            </a:pPr>
            <a:r>
              <a:rPr lang="en-US" sz="2000" dirty="0"/>
              <a:t>56 sec</a:t>
            </a:r>
          </a:p>
          <a:p>
            <a:pPr marL="514350" indent="-514350">
              <a:buAutoNum type="alphaUcParenR"/>
            </a:pPr>
            <a:r>
              <a:rPr lang="en-US" sz="2000" dirty="0"/>
              <a:t>58 sec</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5776D3FF-68B0-395D-3797-0A6F86E0876A}"/>
                  </a:ext>
                </a:extLst>
              </p14:cNvPr>
              <p14:cNvContentPartPr/>
              <p14:nvPr/>
            </p14:nvContentPartPr>
            <p14:xfrm>
              <a:off x="169920" y="292680"/>
              <a:ext cx="8464320" cy="5025960"/>
            </p14:xfrm>
          </p:contentPart>
        </mc:Choice>
        <mc:Fallback>
          <p:pic>
            <p:nvPicPr>
              <p:cNvPr id="5" name="Ink 4">
                <a:extLst>
                  <a:ext uri="{FF2B5EF4-FFF2-40B4-BE49-F238E27FC236}">
                    <a16:creationId xmlns:a16="http://schemas.microsoft.com/office/drawing/2014/main" id="{5776D3FF-68B0-395D-3797-0A6F86E0876A}"/>
                  </a:ext>
                </a:extLst>
              </p:cNvPr>
              <p:cNvPicPr/>
              <p:nvPr/>
            </p:nvPicPr>
            <p:blipFill>
              <a:blip r:embed="rId3"/>
              <a:stretch>
                <a:fillRect/>
              </a:stretch>
            </p:blipFill>
            <p:spPr>
              <a:xfrm>
                <a:off x="160560" y="283320"/>
                <a:ext cx="8483040" cy="5044680"/>
              </a:xfrm>
              <a:prstGeom prst="rect">
                <a:avLst/>
              </a:prstGeom>
            </p:spPr>
          </p:pic>
        </mc:Fallback>
      </mc:AlternateContent>
    </p:spTree>
    <p:extLst>
      <p:ext uri="{BB962C8B-B14F-4D97-AF65-F5344CB8AC3E}">
        <p14:creationId xmlns:p14="http://schemas.microsoft.com/office/powerpoint/2010/main" val="3787754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78935-6242-4CF3-BB08-A4E3926AF9D9}"/>
              </a:ext>
            </a:extLst>
          </p:cNvPr>
          <p:cNvSpPr>
            <a:spLocks noGrp="1"/>
          </p:cNvSpPr>
          <p:nvPr>
            <p:ph type="title"/>
          </p:nvPr>
        </p:nvSpPr>
        <p:spPr>
          <a:xfrm>
            <a:off x="621437" y="365126"/>
            <a:ext cx="7893913" cy="1325563"/>
          </a:xfrm>
        </p:spPr>
        <p:txBody>
          <a:bodyPr>
            <a:noAutofit/>
          </a:bodyPr>
          <a:lstStyle/>
          <a:p>
            <a:r>
              <a:rPr lang="en-US" sz="2000" dirty="0">
                <a:latin typeface="+mn-lt"/>
              </a:rPr>
              <a:t>18.Two monkeys are standing 400m a part. First monkey can run at a speed of 10.8 kmph and second run at 7.2 kmph. If two monkeys run towards each other after how much time will they bump into each other?</a:t>
            </a:r>
            <a:endParaRPr lang="en-IN" sz="2000" dirty="0">
              <a:latin typeface="+mn-lt"/>
            </a:endParaRPr>
          </a:p>
        </p:txBody>
      </p:sp>
      <p:sp>
        <p:nvSpPr>
          <p:cNvPr id="3" name="Content Placeholder 2">
            <a:extLst>
              <a:ext uri="{FF2B5EF4-FFF2-40B4-BE49-F238E27FC236}">
                <a16:creationId xmlns:a16="http://schemas.microsoft.com/office/drawing/2014/main" id="{846B4269-72A2-4D78-91F2-B4F359EA0A45}"/>
              </a:ext>
            </a:extLst>
          </p:cNvPr>
          <p:cNvSpPr>
            <a:spLocks noGrp="1"/>
          </p:cNvSpPr>
          <p:nvPr>
            <p:ph idx="1"/>
          </p:nvPr>
        </p:nvSpPr>
        <p:spPr>
          <a:xfrm>
            <a:off x="673038" y="1603683"/>
            <a:ext cx="7886700" cy="4351338"/>
          </a:xfrm>
        </p:spPr>
        <p:txBody>
          <a:bodyPr>
            <a:normAutofit/>
          </a:bodyPr>
          <a:lstStyle/>
          <a:p>
            <a:pPr marL="457200" indent="-457200">
              <a:buAutoNum type="alphaUcParenR"/>
            </a:pPr>
            <a:r>
              <a:rPr lang="en-US" sz="2000" dirty="0"/>
              <a:t>60 sec</a:t>
            </a:r>
          </a:p>
          <a:p>
            <a:pPr marL="457200" indent="-457200">
              <a:buAutoNum type="alphaUcParenR"/>
            </a:pPr>
            <a:r>
              <a:rPr lang="en-US" sz="2000" dirty="0"/>
              <a:t>70 sec</a:t>
            </a:r>
          </a:p>
          <a:p>
            <a:pPr marL="457200" indent="-457200">
              <a:buAutoNum type="alphaUcParenR"/>
            </a:pPr>
            <a:r>
              <a:rPr lang="en-US" sz="2000" dirty="0"/>
              <a:t>80 sec</a:t>
            </a:r>
          </a:p>
          <a:p>
            <a:pPr marL="457200" indent="-457200">
              <a:buAutoNum type="alphaUcParenR"/>
            </a:pPr>
            <a:r>
              <a:rPr lang="en-US" sz="2000" dirty="0"/>
              <a:t>90 sec</a:t>
            </a:r>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6F99903E-1541-E85A-4D6B-B8C91C637EEC}"/>
                  </a:ext>
                </a:extLst>
              </p14:cNvPr>
              <p14:cNvContentPartPr/>
              <p14:nvPr/>
            </p14:nvContentPartPr>
            <p14:xfrm>
              <a:off x="254880" y="1265760"/>
              <a:ext cx="8879760" cy="5129640"/>
            </p14:xfrm>
          </p:contentPart>
        </mc:Choice>
        <mc:Fallback>
          <p:pic>
            <p:nvPicPr>
              <p:cNvPr id="4" name="Ink 3">
                <a:extLst>
                  <a:ext uri="{FF2B5EF4-FFF2-40B4-BE49-F238E27FC236}">
                    <a16:creationId xmlns:a16="http://schemas.microsoft.com/office/drawing/2014/main" id="{6F99903E-1541-E85A-4D6B-B8C91C637EEC}"/>
                  </a:ext>
                </a:extLst>
              </p:cNvPr>
              <p:cNvPicPr/>
              <p:nvPr/>
            </p:nvPicPr>
            <p:blipFill>
              <a:blip r:embed="rId4"/>
              <a:stretch>
                <a:fillRect/>
              </a:stretch>
            </p:blipFill>
            <p:spPr>
              <a:xfrm>
                <a:off x="245520" y="1256400"/>
                <a:ext cx="8898480" cy="5148360"/>
              </a:xfrm>
              <a:prstGeom prst="rect">
                <a:avLst/>
              </a:prstGeom>
            </p:spPr>
          </p:pic>
        </mc:Fallback>
      </mc:AlternateContent>
    </p:spTree>
    <p:extLst>
      <p:ext uri="{BB962C8B-B14F-4D97-AF65-F5344CB8AC3E}">
        <p14:creationId xmlns:p14="http://schemas.microsoft.com/office/powerpoint/2010/main" val="16003766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32AE4-C868-CB4F-A76F-E0819BB248E2}"/>
              </a:ext>
            </a:extLst>
          </p:cNvPr>
          <p:cNvSpPr>
            <a:spLocks noGrp="1"/>
          </p:cNvSpPr>
          <p:nvPr>
            <p:ph type="title"/>
          </p:nvPr>
        </p:nvSpPr>
        <p:spPr>
          <a:xfrm>
            <a:off x="235258" y="681037"/>
            <a:ext cx="7886700" cy="1325563"/>
          </a:xfrm>
        </p:spPr>
        <p:txBody>
          <a:bodyPr>
            <a:noAutofit/>
          </a:bodyPr>
          <a:lstStyle/>
          <a:p>
            <a:pPr marL="468000" indent="-468000" fontAlgn="base">
              <a:lnSpc>
                <a:spcPct val="120000"/>
              </a:lnSpc>
              <a:spcBef>
                <a:spcPts val="500"/>
              </a:spcBef>
              <a:spcAft>
                <a:spcPts val="500"/>
              </a:spcAft>
            </a:pPr>
            <a:r>
              <a:rPr lang="en-IN" altLang="en-US" sz="2000" dirty="0">
                <a:latin typeface="+mn-lt"/>
              </a:rPr>
              <a:t>	19.A </a:t>
            </a:r>
            <a:r>
              <a:rPr lang="en-US" sz="2000" dirty="0">
                <a:latin typeface="+mn-lt"/>
                <a:sym typeface="+mn-ea"/>
              </a:rPr>
              <a:t>man when increasing his speed from 24 km/</a:t>
            </a:r>
            <a:r>
              <a:rPr lang="en-US" sz="2000" dirty="0" err="1">
                <a:latin typeface="+mn-lt"/>
                <a:sym typeface="+mn-ea"/>
              </a:rPr>
              <a:t>hr</a:t>
            </a:r>
            <a:r>
              <a:rPr lang="en-US" sz="2000" dirty="0">
                <a:latin typeface="+mn-lt"/>
                <a:sym typeface="+mn-ea"/>
              </a:rPr>
              <a:t> to 30 km/hr. He takes 1 hour less than the usual time to cover a certain distance. what is distance usually covered by Aman?</a:t>
            </a:r>
            <a:br>
              <a:rPr lang="en-US" sz="2000" dirty="0">
                <a:latin typeface="+mn-lt"/>
              </a:rPr>
            </a:br>
            <a:endParaRPr lang="en-US" sz="2000" dirty="0">
              <a:latin typeface="+mn-lt"/>
            </a:endParaRPr>
          </a:p>
        </p:txBody>
      </p:sp>
      <p:sp>
        <p:nvSpPr>
          <p:cNvPr id="3" name="Content Placeholder 2">
            <a:extLst>
              <a:ext uri="{FF2B5EF4-FFF2-40B4-BE49-F238E27FC236}">
                <a16:creationId xmlns:a16="http://schemas.microsoft.com/office/drawing/2014/main" id="{0CECD34E-7A17-6E4F-AC8F-0E3706B98AB9}"/>
              </a:ext>
            </a:extLst>
          </p:cNvPr>
          <p:cNvSpPr>
            <a:spLocks noGrp="1"/>
          </p:cNvSpPr>
          <p:nvPr>
            <p:ph idx="1"/>
          </p:nvPr>
        </p:nvSpPr>
        <p:spPr>
          <a:xfrm>
            <a:off x="628650" y="2113132"/>
            <a:ext cx="7886700" cy="4351338"/>
          </a:xfrm>
        </p:spPr>
        <p:txBody>
          <a:bodyPr>
            <a:normAutofit/>
          </a:bodyPr>
          <a:lstStyle/>
          <a:p>
            <a:pPr marL="514350" indent="-514350">
              <a:buAutoNum type="alphaUcParenR"/>
            </a:pPr>
            <a:r>
              <a:rPr lang="en-US" sz="2000" dirty="0"/>
              <a:t>120 km</a:t>
            </a:r>
          </a:p>
          <a:p>
            <a:pPr marL="514350" indent="-514350">
              <a:buAutoNum type="alphaUcParenR"/>
            </a:pPr>
            <a:r>
              <a:rPr lang="en-US" sz="2000" dirty="0"/>
              <a:t>280 km</a:t>
            </a:r>
          </a:p>
          <a:p>
            <a:pPr marL="514350" indent="-514350">
              <a:buAutoNum type="alphaUcParenR"/>
            </a:pPr>
            <a:r>
              <a:rPr lang="en-US" sz="2000" dirty="0"/>
              <a:t>240 km</a:t>
            </a:r>
          </a:p>
          <a:p>
            <a:pPr marL="514350" indent="-514350">
              <a:buAutoNum type="alphaUcParenR"/>
            </a:pPr>
            <a:r>
              <a:rPr lang="en-US" sz="2000" dirty="0"/>
              <a:t>400 km</a:t>
            </a:r>
          </a:p>
        </p:txBody>
      </p:sp>
    </p:spTree>
    <p:extLst>
      <p:ext uri="{BB962C8B-B14F-4D97-AF65-F5344CB8AC3E}">
        <p14:creationId xmlns:p14="http://schemas.microsoft.com/office/powerpoint/2010/main" val="112805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32AE4-C868-CB4F-A76F-E0819BB248E2}"/>
              </a:ext>
            </a:extLst>
          </p:cNvPr>
          <p:cNvSpPr>
            <a:spLocks noGrp="1"/>
          </p:cNvSpPr>
          <p:nvPr>
            <p:ph type="title"/>
          </p:nvPr>
        </p:nvSpPr>
        <p:spPr>
          <a:xfrm>
            <a:off x="235258" y="681037"/>
            <a:ext cx="7886700" cy="1325563"/>
          </a:xfrm>
        </p:spPr>
        <p:txBody>
          <a:bodyPr>
            <a:noAutofit/>
          </a:bodyPr>
          <a:lstStyle/>
          <a:p>
            <a:pPr marL="468000" indent="-468000" fontAlgn="base">
              <a:lnSpc>
                <a:spcPct val="120000"/>
              </a:lnSpc>
              <a:spcBef>
                <a:spcPts val="500"/>
              </a:spcBef>
              <a:spcAft>
                <a:spcPts val="500"/>
              </a:spcAft>
            </a:pPr>
            <a:r>
              <a:rPr lang="en-US" sz="2000" dirty="0">
                <a:latin typeface="+mn-lt"/>
              </a:rPr>
              <a:t>20. A person start walking from a place at 7 am at a speed of 10 kmph. At 9 am B starts from the same place walking in the same direction at a speed of 15 kmph when they will meet?</a:t>
            </a:r>
          </a:p>
        </p:txBody>
      </p:sp>
      <p:sp>
        <p:nvSpPr>
          <p:cNvPr id="3" name="Content Placeholder 2">
            <a:extLst>
              <a:ext uri="{FF2B5EF4-FFF2-40B4-BE49-F238E27FC236}">
                <a16:creationId xmlns:a16="http://schemas.microsoft.com/office/drawing/2014/main" id="{0CECD34E-7A17-6E4F-AC8F-0E3706B98AB9}"/>
              </a:ext>
            </a:extLst>
          </p:cNvPr>
          <p:cNvSpPr>
            <a:spLocks noGrp="1"/>
          </p:cNvSpPr>
          <p:nvPr>
            <p:ph idx="1"/>
          </p:nvPr>
        </p:nvSpPr>
        <p:spPr>
          <a:xfrm>
            <a:off x="628650" y="2113132"/>
            <a:ext cx="7886700" cy="4351338"/>
          </a:xfrm>
        </p:spPr>
        <p:txBody>
          <a:bodyPr>
            <a:normAutofit/>
          </a:bodyPr>
          <a:lstStyle/>
          <a:p>
            <a:pPr marL="514350" indent="-514350">
              <a:buAutoNum type="alphaUcParenR"/>
            </a:pPr>
            <a:r>
              <a:rPr lang="en-US" sz="2000" dirty="0"/>
              <a:t>1 PM</a:t>
            </a:r>
          </a:p>
          <a:p>
            <a:pPr marL="514350" indent="-514350">
              <a:buAutoNum type="alphaUcParenR"/>
            </a:pPr>
            <a:r>
              <a:rPr lang="en-US" sz="2000" dirty="0"/>
              <a:t>2 PM</a:t>
            </a:r>
          </a:p>
          <a:p>
            <a:pPr marL="514350" indent="-514350">
              <a:buAutoNum type="alphaUcParenR"/>
            </a:pPr>
            <a:r>
              <a:rPr lang="en-US" sz="2000" dirty="0"/>
              <a:t>3 PM</a:t>
            </a:r>
          </a:p>
          <a:p>
            <a:pPr marL="514350" indent="-514350">
              <a:buAutoNum type="alphaUcParenR"/>
            </a:pPr>
            <a:r>
              <a:rPr lang="en-US" sz="2000" dirty="0"/>
              <a:t>12:30 PM</a:t>
            </a:r>
          </a:p>
        </p:txBody>
      </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485A1FE8-6F31-3B1C-209F-2F525382B421}"/>
                  </a:ext>
                </a:extLst>
              </p14:cNvPr>
              <p14:cNvContentPartPr/>
              <p14:nvPr/>
            </p14:nvContentPartPr>
            <p14:xfrm>
              <a:off x="160560" y="1539720"/>
              <a:ext cx="8284680" cy="5233680"/>
            </p14:xfrm>
          </p:contentPart>
        </mc:Choice>
        <mc:Fallback>
          <p:pic>
            <p:nvPicPr>
              <p:cNvPr id="5" name="Ink 4">
                <a:extLst>
                  <a:ext uri="{FF2B5EF4-FFF2-40B4-BE49-F238E27FC236}">
                    <a16:creationId xmlns:a16="http://schemas.microsoft.com/office/drawing/2014/main" id="{485A1FE8-6F31-3B1C-209F-2F525382B421}"/>
                  </a:ext>
                </a:extLst>
              </p:cNvPr>
              <p:cNvPicPr/>
              <p:nvPr/>
            </p:nvPicPr>
            <p:blipFill>
              <a:blip r:embed="rId4"/>
              <a:stretch>
                <a:fillRect/>
              </a:stretch>
            </p:blipFill>
            <p:spPr>
              <a:xfrm>
                <a:off x="151200" y="1530360"/>
                <a:ext cx="8303400" cy="5252400"/>
              </a:xfrm>
              <a:prstGeom prst="rect">
                <a:avLst/>
              </a:prstGeom>
            </p:spPr>
          </p:pic>
        </mc:Fallback>
      </mc:AlternateContent>
    </p:spTree>
    <p:extLst>
      <p:ext uri="{BB962C8B-B14F-4D97-AF65-F5344CB8AC3E}">
        <p14:creationId xmlns:p14="http://schemas.microsoft.com/office/powerpoint/2010/main" val="20050742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32AE4-C868-CB4F-A76F-E0819BB248E2}"/>
              </a:ext>
            </a:extLst>
          </p:cNvPr>
          <p:cNvSpPr>
            <a:spLocks noGrp="1"/>
          </p:cNvSpPr>
          <p:nvPr>
            <p:ph type="title"/>
          </p:nvPr>
        </p:nvSpPr>
        <p:spPr>
          <a:xfrm>
            <a:off x="235258" y="681037"/>
            <a:ext cx="7886700" cy="1325563"/>
          </a:xfrm>
        </p:spPr>
        <p:txBody>
          <a:bodyPr>
            <a:noAutofit/>
          </a:bodyPr>
          <a:lstStyle/>
          <a:p>
            <a:pPr marL="468000" indent="-468000" fontAlgn="base">
              <a:lnSpc>
                <a:spcPct val="120000"/>
              </a:lnSpc>
              <a:spcBef>
                <a:spcPts val="500"/>
              </a:spcBef>
              <a:spcAft>
                <a:spcPts val="500"/>
              </a:spcAft>
            </a:pPr>
            <a:r>
              <a:rPr lang="en-US" sz="2000" dirty="0">
                <a:latin typeface="+mn-lt"/>
              </a:rPr>
              <a:t>	21. A car start travelling from a place at 2 PM at a speed of 70 kmph. At  3:30 PM  car B starts from the same place travelling in the same direction at a speed of 85 kmph when they will meet?</a:t>
            </a:r>
          </a:p>
        </p:txBody>
      </p:sp>
      <p:sp>
        <p:nvSpPr>
          <p:cNvPr id="3" name="Content Placeholder 2">
            <a:extLst>
              <a:ext uri="{FF2B5EF4-FFF2-40B4-BE49-F238E27FC236}">
                <a16:creationId xmlns:a16="http://schemas.microsoft.com/office/drawing/2014/main" id="{0CECD34E-7A17-6E4F-AC8F-0E3706B98AB9}"/>
              </a:ext>
            </a:extLst>
          </p:cNvPr>
          <p:cNvSpPr>
            <a:spLocks noGrp="1"/>
          </p:cNvSpPr>
          <p:nvPr>
            <p:ph idx="1"/>
          </p:nvPr>
        </p:nvSpPr>
        <p:spPr>
          <a:xfrm>
            <a:off x="628650" y="2113132"/>
            <a:ext cx="7886700" cy="4351338"/>
          </a:xfrm>
        </p:spPr>
        <p:txBody>
          <a:bodyPr>
            <a:normAutofit/>
          </a:bodyPr>
          <a:lstStyle/>
          <a:p>
            <a:pPr marL="514350" indent="-514350">
              <a:buAutoNum type="alphaUcParenR"/>
            </a:pPr>
            <a:r>
              <a:rPr lang="en-US" sz="2000" dirty="0"/>
              <a:t>1 PM</a:t>
            </a:r>
          </a:p>
          <a:p>
            <a:pPr marL="514350" indent="-514350">
              <a:buAutoNum type="alphaUcParenR"/>
            </a:pPr>
            <a:r>
              <a:rPr lang="en-US" sz="2000" dirty="0"/>
              <a:t>12: 20 PM</a:t>
            </a:r>
          </a:p>
          <a:p>
            <a:pPr marL="514350" indent="-514350">
              <a:buAutoNum type="alphaUcParenR"/>
            </a:pPr>
            <a:r>
              <a:rPr lang="en-US" sz="2000" dirty="0"/>
              <a:t>10:30 PM</a:t>
            </a:r>
          </a:p>
          <a:p>
            <a:pPr marL="514350" indent="-514350">
              <a:buAutoNum type="alphaUcParenR"/>
            </a:pPr>
            <a:r>
              <a:rPr lang="en-US" sz="2000" dirty="0"/>
              <a:t>12:30 PM</a:t>
            </a:r>
          </a:p>
        </p:txBody>
      </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E431910D-835A-987F-99A7-BFC536D2312B}"/>
                  </a:ext>
                </a:extLst>
              </p14:cNvPr>
              <p14:cNvContentPartPr/>
              <p14:nvPr/>
            </p14:nvContentPartPr>
            <p14:xfrm>
              <a:off x="-141840" y="1908000"/>
              <a:ext cx="8794800" cy="3863880"/>
            </p14:xfrm>
          </p:contentPart>
        </mc:Choice>
        <mc:Fallback>
          <p:pic>
            <p:nvPicPr>
              <p:cNvPr id="5" name="Ink 4">
                <a:extLst>
                  <a:ext uri="{FF2B5EF4-FFF2-40B4-BE49-F238E27FC236}">
                    <a16:creationId xmlns:a16="http://schemas.microsoft.com/office/drawing/2014/main" id="{E431910D-835A-987F-99A7-BFC536D2312B}"/>
                  </a:ext>
                </a:extLst>
              </p:cNvPr>
              <p:cNvPicPr/>
              <p:nvPr/>
            </p:nvPicPr>
            <p:blipFill>
              <a:blip r:embed="rId4"/>
              <a:stretch>
                <a:fillRect/>
              </a:stretch>
            </p:blipFill>
            <p:spPr>
              <a:xfrm>
                <a:off x="-151200" y="1898640"/>
                <a:ext cx="8813520" cy="3882600"/>
              </a:xfrm>
              <a:prstGeom prst="rect">
                <a:avLst/>
              </a:prstGeom>
            </p:spPr>
          </p:pic>
        </mc:Fallback>
      </mc:AlternateContent>
    </p:spTree>
    <p:extLst>
      <p:ext uri="{BB962C8B-B14F-4D97-AF65-F5344CB8AC3E}">
        <p14:creationId xmlns:p14="http://schemas.microsoft.com/office/powerpoint/2010/main" val="13158852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32AE4-C868-CB4F-A76F-E0819BB248E2}"/>
              </a:ext>
            </a:extLst>
          </p:cNvPr>
          <p:cNvSpPr>
            <a:spLocks noGrp="1"/>
          </p:cNvSpPr>
          <p:nvPr>
            <p:ph type="title"/>
          </p:nvPr>
        </p:nvSpPr>
        <p:spPr>
          <a:xfrm>
            <a:off x="457199" y="681037"/>
            <a:ext cx="7886700" cy="1325563"/>
          </a:xfrm>
        </p:spPr>
        <p:txBody>
          <a:bodyPr>
            <a:noAutofit/>
          </a:bodyPr>
          <a:lstStyle/>
          <a:p>
            <a:pPr marL="468000" indent="-468000" fontAlgn="base">
              <a:lnSpc>
                <a:spcPct val="120000"/>
              </a:lnSpc>
              <a:spcBef>
                <a:spcPts val="500"/>
              </a:spcBef>
              <a:spcAft>
                <a:spcPts val="500"/>
              </a:spcAft>
            </a:pPr>
            <a:r>
              <a:rPr lang="en-US" sz="2000" dirty="0">
                <a:latin typeface="+mn-lt"/>
              </a:rPr>
              <a:t>	22. A man travelled from P to Q in 7 hours. He travelled one-fourth of the distance at a speed of 10 kmph and the remaining distance at the speed of 12 kmph. Then find the distance between P and Q</a:t>
            </a:r>
          </a:p>
        </p:txBody>
      </p:sp>
      <p:sp>
        <p:nvSpPr>
          <p:cNvPr id="3" name="Content Placeholder 2">
            <a:extLst>
              <a:ext uri="{FF2B5EF4-FFF2-40B4-BE49-F238E27FC236}">
                <a16:creationId xmlns:a16="http://schemas.microsoft.com/office/drawing/2014/main" id="{0CECD34E-7A17-6E4F-AC8F-0E3706B98AB9}"/>
              </a:ext>
            </a:extLst>
          </p:cNvPr>
          <p:cNvSpPr>
            <a:spLocks noGrp="1"/>
          </p:cNvSpPr>
          <p:nvPr>
            <p:ph idx="1"/>
          </p:nvPr>
        </p:nvSpPr>
        <p:spPr>
          <a:xfrm>
            <a:off x="966001" y="2193031"/>
            <a:ext cx="7886700" cy="4351338"/>
          </a:xfrm>
        </p:spPr>
        <p:txBody>
          <a:bodyPr>
            <a:normAutofit/>
          </a:bodyPr>
          <a:lstStyle/>
          <a:p>
            <a:pPr marL="514350" indent="-514350">
              <a:buAutoNum type="alphaUcParenR"/>
            </a:pPr>
            <a:r>
              <a:rPr lang="en-US" sz="2000" dirty="0"/>
              <a:t>75</a:t>
            </a:r>
          </a:p>
          <a:p>
            <a:pPr marL="514350" indent="-514350">
              <a:buAutoNum type="alphaUcParenR"/>
            </a:pPr>
            <a:r>
              <a:rPr lang="en-US" sz="2000" dirty="0"/>
              <a:t>80</a:t>
            </a:r>
          </a:p>
          <a:p>
            <a:pPr marL="514350" indent="-514350">
              <a:buAutoNum type="alphaUcParenR"/>
            </a:pPr>
            <a:r>
              <a:rPr lang="en-US" sz="2000" dirty="0"/>
              <a:t>79.25</a:t>
            </a:r>
          </a:p>
          <a:p>
            <a:pPr marL="514350" indent="-514350">
              <a:buAutoNum type="alphaUcParenR"/>
            </a:pPr>
            <a:r>
              <a:rPr lang="en-US" sz="2000" dirty="0"/>
              <a:t>81.25</a:t>
            </a:r>
          </a:p>
        </p:txBody>
      </p:sp>
    </p:spTree>
    <p:extLst>
      <p:ext uri="{BB962C8B-B14F-4D97-AF65-F5344CB8AC3E}">
        <p14:creationId xmlns:p14="http://schemas.microsoft.com/office/powerpoint/2010/main" val="31359223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32AE4-C868-CB4F-A76F-E0819BB248E2}"/>
              </a:ext>
            </a:extLst>
          </p:cNvPr>
          <p:cNvSpPr>
            <a:spLocks noGrp="1"/>
          </p:cNvSpPr>
          <p:nvPr>
            <p:ph type="title"/>
          </p:nvPr>
        </p:nvSpPr>
        <p:spPr>
          <a:xfrm>
            <a:off x="457199" y="628018"/>
            <a:ext cx="7886700" cy="1325563"/>
          </a:xfrm>
        </p:spPr>
        <p:txBody>
          <a:bodyPr>
            <a:noAutofit/>
          </a:bodyPr>
          <a:lstStyle/>
          <a:p>
            <a:pPr marL="468000" indent="-468000" fontAlgn="base">
              <a:lnSpc>
                <a:spcPct val="120000"/>
              </a:lnSpc>
              <a:spcBef>
                <a:spcPts val="500"/>
              </a:spcBef>
              <a:spcAft>
                <a:spcPts val="500"/>
              </a:spcAft>
            </a:pPr>
            <a:r>
              <a:rPr lang="en-US" sz="2000" dirty="0">
                <a:latin typeface="+mn-lt"/>
              </a:rPr>
              <a:t>	23. A man completes a journey in 10 hours. He travel first half of the journey at the rate of 21 kmph and second half of the journey at 24 kmph. Find the total journey in km</a:t>
            </a:r>
          </a:p>
        </p:txBody>
      </p:sp>
      <p:sp>
        <p:nvSpPr>
          <p:cNvPr id="3" name="Content Placeholder 2">
            <a:extLst>
              <a:ext uri="{FF2B5EF4-FFF2-40B4-BE49-F238E27FC236}">
                <a16:creationId xmlns:a16="http://schemas.microsoft.com/office/drawing/2014/main" id="{0CECD34E-7A17-6E4F-AC8F-0E3706B98AB9}"/>
              </a:ext>
            </a:extLst>
          </p:cNvPr>
          <p:cNvSpPr>
            <a:spLocks noGrp="1"/>
          </p:cNvSpPr>
          <p:nvPr>
            <p:ph idx="1"/>
          </p:nvPr>
        </p:nvSpPr>
        <p:spPr>
          <a:xfrm>
            <a:off x="966001" y="2193031"/>
            <a:ext cx="7886700" cy="4351338"/>
          </a:xfrm>
        </p:spPr>
        <p:txBody>
          <a:bodyPr>
            <a:normAutofit/>
          </a:bodyPr>
          <a:lstStyle/>
          <a:p>
            <a:pPr marL="514350" indent="-514350">
              <a:buAutoNum type="alphaUcParenR"/>
            </a:pPr>
            <a:r>
              <a:rPr lang="en-US" sz="2000" dirty="0"/>
              <a:t>220 km</a:t>
            </a:r>
          </a:p>
          <a:p>
            <a:pPr marL="514350" indent="-514350">
              <a:buAutoNum type="alphaUcParenR"/>
            </a:pPr>
            <a:r>
              <a:rPr lang="en-US" sz="2000" dirty="0"/>
              <a:t>224 km</a:t>
            </a:r>
          </a:p>
          <a:p>
            <a:pPr marL="514350" indent="-514350">
              <a:buAutoNum type="alphaUcParenR"/>
            </a:pPr>
            <a:r>
              <a:rPr lang="en-US" sz="2000" dirty="0"/>
              <a:t>230 km</a:t>
            </a:r>
          </a:p>
          <a:p>
            <a:pPr marL="514350" indent="-514350">
              <a:buAutoNum type="alphaUcParenR"/>
            </a:pPr>
            <a:r>
              <a:rPr lang="en-US" sz="2000" dirty="0"/>
              <a:t>234 km</a:t>
            </a:r>
          </a:p>
        </p:txBody>
      </p:sp>
    </p:spTree>
    <p:extLst>
      <p:ext uri="{BB962C8B-B14F-4D97-AF65-F5344CB8AC3E}">
        <p14:creationId xmlns:p14="http://schemas.microsoft.com/office/powerpoint/2010/main" val="41749826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78935-6242-4CF3-BB08-A4E3926AF9D9}"/>
              </a:ext>
            </a:extLst>
          </p:cNvPr>
          <p:cNvSpPr>
            <a:spLocks noGrp="1"/>
          </p:cNvSpPr>
          <p:nvPr>
            <p:ph type="title"/>
          </p:nvPr>
        </p:nvSpPr>
        <p:spPr>
          <a:xfrm>
            <a:off x="621437" y="365126"/>
            <a:ext cx="7893913" cy="1325563"/>
          </a:xfrm>
        </p:spPr>
        <p:txBody>
          <a:bodyPr>
            <a:noAutofit/>
          </a:bodyPr>
          <a:lstStyle/>
          <a:p>
            <a:endParaRPr lang="en-IN" sz="2000" dirty="0">
              <a:latin typeface="+mn-lt"/>
            </a:endParaRPr>
          </a:p>
        </p:txBody>
      </p:sp>
      <p:pic>
        <p:nvPicPr>
          <p:cNvPr id="7" name="Content Placeholder 6">
            <a:extLst>
              <a:ext uri="{FF2B5EF4-FFF2-40B4-BE49-F238E27FC236}">
                <a16:creationId xmlns:a16="http://schemas.microsoft.com/office/drawing/2014/main" id="{F828B24E-19C0-495F-960D-91429859F81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76110" y="1188105"/>
            <a:ext cx="6477000" cy="4010025"/>
          </a:xfrm>
        </p:spPr>
      </p:pic>
    </p:spTree>
    <p:extLst>
      <p:ext uri="{BB962C8B-B14F-4D97-AF65-F5344CB8AC3E}">
        <p14:creationId xmlns:p14="http://schemas.microsoft.com/office/powerpoint/2010/main" val="347223289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701</TotalTime>
  <Words>1338</Words>
  <Application>Microsoft Office PowerPoint</Application>
  <PresentationFormat>On-screen Show (4:3)</PresentationFormat>
  <Paragraphs>172</Paragraphs>
  <Slides>29</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Calibri Light</vt:lpstr>
      <vt:lpstr>Calisto MT</vt:lpstr>
      <vt:lpstr>Georgia</vt:lpstr>
      <vt:lpstr>Wingdings</vt:lpstr>
      <vt:lpstr>Office Theme</vt:lpstr>
      <vt:lpstr>Time speed distance </vt:lpstr>
      <vt:lpstr>Time speed distance: </vt:lpstr>
      <vt:lpstr>PowerPoint Presentation</vt:lpstr>
      <vt:lpstr>PowerPoint Presentation</vt:lpstr>
      <vt:lpstr>PowerPoint Presentation</vt:lpstr>
      <vt:lpstr>1. A person crosses 600m long street in 5 minutes. </vt:lpstr>
      <vt:lpstr>2. A train is moving with the speed of 144kmph. Find the speed in m/sec?</vt:lpstr>
      <vt:lpstr>3. A train 360m long, running with a speed of 72 kmph will pass a tree in?</vt:lpstr>
      <vt:lpstr>4. At what speed should Alisha drive to cover the distance of 100 km in 3.5 hours </vt:lpstr>
      <vt:lpstr>5. The ratio of the speeds of a car and train is 18 : 25. if the speed of the train is 28 kmph more than that of the car, what is the speed of the car?</vt:lpstr>
      <vt:lpstr>6. The ratio of the speed of a car to that of a bullet is 5 : 7. also a Yamaha covered a distance of 840 km in 12 hours. The speed of the car is 4/7 the speed of the Yamaha. How much distance will the bullet cover in 6 hours</vt:lpstr>
      <vt:lpstr>7. A car travelling at a speed of 40 kmph can complete journey in 9 hours. How long will it take to travel the same distance at 60 kmph</vt:lpstr>
      <vt:lpstr>8. A truck travels at 90 kmph for first 1(1/2) hours after that it travels at 70 kmph. Find the time taken by the truck to travel 310 km</vt:lpstr>
      <vt:lpstr>9. A man covers a certain distance between his house and office on a Scooter. Having an average speed of 30 km/hr, he reaches office late by 10 minutes. However,with a speed of 40 km/hr, he reaches his office 5 minutes earlier. The distance between his house and office is  </vt:lpstr>
      <vt:lpstr>10. A Man walked from his house to office at 5kmph and got 6 minutes late. if he had travelled at 6 kmph, he would have reached 2 minutes early. The distance from his house to office is? </vt:lpstr>
      <vt:lpstr>11. Car A covers 624 km distance in 12 hours and another car B covers the same distance in 4 hours less. Find the difference of the distance covered by these two cars in 3 hours, if both the cars are moving in the same direction</vt:lpstr>
      <vt:lpstr>12. Amit travels from A to B at a speed of 10 kmph and came back with a speed of 30 kmph. Find the average speed for the entire journey</vt:lpstr>
      <vt:lpstr>13. What is Ram’s average speed if he goes from point X to point Y at 8 kmph and return from point Y to point X at 12 kmph</vt:lpstr>
      <vt:lpstr>14. A person travel from A to B at a speed of 30 kmph and returns by increasing his speed by 50%. What is the speed of both the trips? </vt:lpstr>
      <vt:lpstr> 15. A man travels a distance of 24 km at 6 kmph. Another distance of 24 km at 8 kmph and a third distance of 24 km at 12 kmph. His average speed for the whole journey is.</vt:lpstr>
      <vt:lpstr>16. A car moves with the speed of 30 kmph for 12 min and next 8 min at a speed of 45 kmph. Find the average speed of the car</vt:lpstr>
      <vt:lpstr>17. A man runs on a square track of 40m in length with speed of 18 kmph. What is the total time taken by him to complete a round track</vt:lpstr>
      <vt:lpstr>18.Two monkeys are standing 400m a part. First monkey can run at a speed of 10.8 kmph and second run at 7.2 kmph. If two monkeys run towards each other after how much time will they bump into each other?</vt:lpstr>
      <vt:lpstr> 19.A man when increasing his speed from 24 km/hr to 30 km/hr. He takes 1 hour less than the usual time to cover a certain distance. what is distance usually covered by Aman? </vt:lpstr>
      <vt:lpstr>20. A person start walking from a place at 7 am at a speed of 10 kmph. At 9 am B starts from the same place walking in the same direction at a speed of 15 kmph when they will meet?</vt:lpstr>
      <vt:lpstr> 21. A car start travelling from a place at 2 PM at a speed of 70 kmph. At  3:30 PM  car B starts from the same place travelling in the same direction at a speed of 85 kmph when they will meet?</vt:lpstr>
      <vt:lpstr> 22. A man travelled from P to Q in 7 hours. He travelled one-fourth of the distance at a speed of 10 kmph and the remaining distance at the speed of 12 kmph. Then find the distance between P and Q</vt:lpstr>
      <vt:lpstr> 23. A man completes a journey in 10 hours. He travel first half of the journey at the rate of 21 kmph and second half of the journey at 24 kmph. Find the total journey in km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Problems on Trains</dc:title>
  <dc:creator>Pavithra Kura</dc:creator>
  <cp:lastModifiedBy>medari anusha</cp:lastModifiedBy>
  <cp:revision>19</cp:revision>
  <dcterms:created xsi:type="dcterms:W3CDTF">2022-01-24T04:53:39Z</dcterms:created>
  <dcterms:modified xsi:type="dcterms:W3CDTF">2024-03-11T10:34:25Z</dcterms:modified>
</cp:coreProperties>
</file>