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6" r:id="rId2"/>
    <p:sldId id="330" r:id="rId3"/>
    <p:sldId id="331" r:id="rId4"/>
    <p:sldId id="300" r:id="rId5"/>
    <p:sldId id="337" r:id="rId6"/>
    <p:sldId id="338" r:id="rId7"/>
    <p:sldId id="336" r:id="rId8"/>
    <p:sldId id="332" r:id="rId9"/>
    <p:sldId id="341" r:id="rId10"/>
    <p:sldId id="306" r:id="rId11"/>
    <p:sldId id="307" r:id="rId12"/>
    <p:sldId id="308" r:id="rId13"/>
    <p:sldId id="309" r:id="rId14"/>
    <p:sldId id="333" r:id="rId15"/>
    <p:sldId id="310" r:id="rId16"/>
    <p:sldId id="311" r:id="rId17"/>
    <p:sldId id="312" r:id="rId18"/>
    <p:sldId id="334" r:id="rId19"/>
    <p:sldId id="339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40" r:id="rId29"/>
    <p:sldId id="321" r:id="rId30"/>
    <p:sldId id="322" r:id="rId31"/>
    <p:sldId id="323" r:id="rId32"/>
    <p:sldId id="324" r:id="rId33"/>
    <p:sldId id="325" r:id="rId34"/>
    <p:sldId id="335" r:id="rId35"/>
    <p:sldId id="326" r:id="rId36"/>
    <p:sldId id="327" r:id="rId37"/>
    <p:sldId id="329" r:id="rId38"/>
    <p:sldId id="342" r:id="rId39"/>
    <p:sldId id="301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E91"/>
    <a:srgbClr val="D1DAFF"/>
    <a:srgbClr val="FFFFFF"/>
    <a:srgbClr val="164F8F"/>
    <a:srgbClr val="184F90"/>
    <a:srgbClr val="105498"/>
    <a:srgbClr val="18509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WANADHA S MURTHY" userId="843a5ce65ec7b142" providerId="LiveId" clId="{A6C644F8-E857-4450-BF40-DCDB39DD3274}"/>
    <pc:docChg chg="custSel delSld modSld">
      <pc:chgData name="VISWANADHA S MURTHY" userId="843a5ce65ec7b142" providerId="LiveId" clId="{A6C644F8-E857-4450-BF40-DCDB39DD3274}" dt="2025-07-28T09:57:51.547" v="146" actId="1076"/>
      <pc:docMkLst>
        <pc:docMk/>
      </pc:docMkLst>
      <pc:sldChg chg="del">
        <pc:chgData name="VISWANADHA S MURTHY" userId="843a5ce65ec7b142" providerId="LiveId" clId="{A6C644F8-E857-4450-BF40-DCDB39DD3274}" dt="2025-07-28T09:30:36.508" v="0" actId="47"/>
        <pc:sldMkLst>
          <pc:docMk/>
          <pc:sldMk cId="498780911" sldId="293"/>
        </pc:sldMkLst>
      </pc:sldChg>
      <pc:sldChg chg="del">
        <pc:chgData name="VISWANADHA S MURTHY" userId="843a5ce65ec7b142" providerId="LiveId" clId="{A6C644F8-E857-4450-BF40-DCDB39DD3274}" dt="2025-07-28T09:30:37.019" v="1" actId="47"/>
        <pc:sldMkLst>
          <pc:docMk/>
          <pc:sldMk cId="3471260216" sldId="294"/>
        </pc:sldMkLst>
      </pc:sldChg>
      <pc:sldChg chg="del">
        <pc:chgData name="VISWANADHA S MURTHY" userId="843a5ce65ec7b142" providerId="LiveId" clId="{A6C644F8-E857-4450-BF40-DCDB39DD3274}" dt="2025-07-28T09:30:37.401" v="2" actId="47"/>
        <pc:sldMkLst>
          <pc:docMk/>
          <pc:sldMk cId="2404224951" sldId="295"/>
        </pc:sldMkLst>
      </pc:sldChg>
      <pc:sldChg chg="addSp modSp mod">
        <pc:chgData name="VISWANADHA S MURTHY" userId="843a5ce65ec7b142" providerId="LiveId" clId="{A6C644F8-E857-4450-BF40-DCDB39DD3274}" dt="2025-07-28T09:31:17.963" v="40" actId="20577"/>
        <pc:sldMkLst>
          <pc:docMk/>
          <pc:sldMk cId="3699073688" sldId="296"/>
        </pc:sldMkLst>
        <pc:spChg chg="mod">
          <ac:chgData name="VISWANADHA S MURTHY" userId="843a5ce65ec7b142" providerId="LiveId" clId="{A6C644F8-E857-4450-BF40-DCDB39DD3274}" dt="2025-07-28T09:31:17.963" v="40" actId="20577"/>
          <ac:spMkLst>
            <pc:docMk/>
            <pc:sldMk cId="3699073688" sldId="296"/>
            <ac:spMk id="5" creationId="{C2CA1D33-72A7-B514-0D5A-86573B92D585}"/>
          </ac:spMkLst>
        </pc:spChg>
        <pc:picChg chg="add mod">
          <ac:chgData name="VISWANADHA S MURTHY" userId="843a5ce65ec7b142" providerId="LiveId" clId="{A6C644F8-E857-4450-BF40-DCDB39DD3274}" dt="2025-07-28T09:31:01.684" v="9" actId="1076"/>
          <ac:picMkLst>
            <pc:docMk/>
            <pc:sldMk cId="3699073688" sldId="296"/>
            <ac:picMk id="4" creationId="{F319A27F-815C-2A5B-D738-87AE28D93C68}"/>
          </ac:picMkLst>
        </pc:picChg>
      </pc:sldChg>
      <pc:sldChg chg="addSp modSp mod">
        <pc:chgData name="VISWANADHA S MURTHY" userId="843a5ce65ec7b142" providerId="LiveId" clId="{A6C644F8-E857-4450-BF40-DCDB39DD3274}" dt="2025-07-28T09:51:33.892" v="110" actId="1036"/>
        <pc:sldMkLst>
          <pc:docMk/>
          <pc:sldMk cId="2927722200" sldId="297"/>
        </pc:sldMkLst>
        <pc:spChg chg="mod">
          <ac:chgData name="VISWANADHA S MURTHY" userId="843a5ce65ec7b142" providerId="LiveId" clId="{A6C644F8-E857-4450-BF40-DCDB39DD3274}" dt="2025-07-28T09:48:44.501" v="109" actId="313"/>
          <ac:spMkLst>
            <pc:docMk/>
            <pc:sldMk cId="2927722200" sldId="297"/>
            <ac:spMk id="5" creationId="{D3A9C57D-84E0-B9E7-FBCD-8A07CEFE77E4}"/>
          </ac:spMkLst>
        </pc:spChg>
        <pc:picChg chg="add mod">
          <ac:chgData name="VISWANADHA S MURTHY" userId="843a5ce65ec7b142" providerId="LiveId" clId="{A6C644F8-E857-4450-BF40-DCDB39DD3274}" dt="2025-07-28T09:51:33.892" v="110" actId="1036"/>
          <ac:picMkLst>
            <pc:docMk/>
            <pc:sldMk cId="2927722200" sldId="297"/>
            <ac:picMk id="4" creationId="{9E9F9AA3-BD57-5F84-EAF7-7C3A7D1FFA30}"/>
          </ac:picMkLst>
        </pc:picChg>
      </pc:sldChg>
      <pc:sldChg chg="addSp modSp mod">
        <pc:chgData name="VISWANADHA S MURTHY" userId="843a5ce65ec7b142" providerId="LiveId" clId="{A6C644F8-E857-4450-BF40-DCDB39DD3274}" dt="2025-07-28T09:48:36.986" v="108" actId="20577"/>
        <pc:sldMkLst>
          <pc:docMk/>
          <pc:sldMk cId="350895271" sldId="298"/>
        </pc:sldMkLst>
        <pc:spChg chg="mod">
          <ac:chgData name="VISWANADHA S MURTHY" userId="843a5ce65ec7b142" providerId="LiveId" clId="{A6C644F8-E857-4450-BF40-DCDB39DD3274}" dt="2025-07-28T09:48:36.986" v="108" actId="20577"/>
          <ac:spMkLst>
            <pc:docMk/>
            <pc:sldMk cId="350895271" sldId="298"/>
            <ac:spMk id="5" creationId="{396DADF3-A714-D33F-573C-B41D3D1AF4DE}"/>
          </ac:spMkLst>
        </pc:spChg>
        <pc:picChg chg="add mod">
          <ac:chgData name="VISWANADHA S MURTHY" userId="843a5ce65ec7b142" providerId="LiveId" clId="{A6C644F8-E857-4450-BF40-DCDB39DD3274}" dt="2025-07-28T09:48:15.619" v="70" actId="1076"/>
          <ac:picMkLst>
            <pc:docMk/>
            <pc:sldMk cId="350895271" sldId="298"/>
            <ac:picMk id="4" creationId="{2EF75955-0A79-2E95-A0BF-34A54E3BABF7}"/>
          </ac:picMkLst>
        </pc:picChg>
        <pc:picChg chg="add mod">
          <ac:chgData name="VISWANADHA S MURTHY" userId="843a5ce65ec7b142" providerId="LiveId" clId="{A6C644F8-E857-4450-BF40-DCDB39DD3274}" dt="2025-07-28T09:48:19.746" v="71" actId="1076"/>
          <ac:picMkLst>
            <pc:docMk/>
            <pc:sldMk cId="350895271" sldId="298"/>
            <ac:picMk id="7" creationId="{F459E3D2-C112-EAB5-C1EE-EAD66A118DBF}"/>
          </ac:picMkLst>
        </pc:picChg>
      </pc:sldChg>
      <pc:sldChg chg="addSp delSp modSp mod modClrScheme chgLayout">
        <pc:chgData name="VISWANADHA S MURTHY" userId="843a5ce65ec7b142" providerId="LiveId" clId="{A6C644F8-E857-4450-BF40-DCDB39DD3274}" dt="2025-07-28T09:57:51.547" v="146" actId="1076"/>
        <pc:sldMkLst>
          <pc:docMk/>
          <pc:sldMk cId="2559686179" sldId="299"/>
        </pc:sldMkLst>
        <pc:spChg chg="add del mod ord">
          <ac:chgData name="VISWANADHA S MURTHY" userId="843a5ce65ec7b142" providerId="LiveId" clId="{A6C644F8-E857-4450-BF40-DCDB39DD3274}" dt="2025-07-28T09:54:55.843" v="114" actId="478"/>
          <ac:spMkLst>
            <pc:docMk/>
            <pc:sldMk cId="2559686179" sldId="299"/>
            <ac:spMk id="2" creationId="{32E4649C-6EC6-DAAC-A8F4-F5C6B413A7FC}"/>
          </ac:spMkLst>
        </pc:spChg>
        <pc:spChg chg="add del mod ord">
          <ac:chgData name="VISWANADHA S MURTHY" userId="843a5ce65ec7b142" providerId="LiveId" clId="{A6C644F8-E857-4450-BF40-DCDB39DD3274}" dt="2025-07-28T09:54:40.973" v="112"/>
          <ac:spMkLst>
            <pc:docMk/>
            <pc:sldMk cId="2559686179" sldId="299"/>
            <ac:spMk id="4" creationId="{F54B543D-7FF5-799C-8E97-1C076A4D81C8}"/>
          </ac:spMkLst>
        </pc:spChg>
        <pc:spChg chg="add del mod">
          <ac:chgData name="VISWANADHA S MURTHY" userId="843a5ce65ec7b142" providerId="LiveId" clId="{A6C644F8-E857-4450-BF40-DCDB39DD3274}" dt="2025-07-28T09:57:45.257" v="144" actId="478"/>
          <ac:spMkLst>
            <pc:docMk/>
            <pc:sldMk cId="2559686179" sldId="299"/>
            <ac:spMk id="6" creationId="{9966626D-4E69-6EFE-49E5-9C4D4CD8D2DF}"/>
          </ac:spMkLst>
        </pc:spChg>
        <pc:spChg chg="add del mod">
          <ac:chgData name="VISWANADHA S MURTHY" userId="843a5ce65ec7b142" providerId="LiveId" clId="{A6C644F8-E857-4450-BF40-DCDB39DD3274}" dt="2025-07-28T09:57:47.540" v="145" actId="478"/>
          <ac:spMkLst>
            <pc:docMk/>
            <pc:sldMk cId="2559686179" sldId="299"/>
            <ac:spMk id="9" creationId="{F5D122D1-BD73-252E-2EE9-F5C60B6EBAF4}"/>
          </ac:spMkLst>
        </pc:spChg>
        <pc:spChg chg="mod ord">
          <ac:chgData name="VISWANADHA S MURTHY" userId="843a5ce65ec7b142" providerId="LiveId" clId="{A6C644F8-E857-4450-BF40-DCDB39DD3274}" dt="2025-07-28T09:54:39.440" v="111" actId="700"/>
          <ac:spMkLst>
            <pc:docMk/>
            <pc:sldMk cId="2559686179" sldId="299"/>
            <ac:spMk id="13" creationId="{87FFBAE5-73ED-3001-0E0D-A139931707E0}"/>
          </ac:spMkLst>
        </pc:spChg>
        <pc:spChg chg="mod ord">
          <ac:chgData name="VISWANADHA S MURTHY" userId="843a5ce65ec7b142" providerId="LiveId" clId="{A6C644F8-E857-4450-BF40-DCDB39DD3274}" dt="2025-07-28T09:54:39.440" v="111" actId="700"/>
          <ac:spMkLst>
            <pc:docMk/>
            <pc:sldMk cId="2559686179" sldId="299"/>
            <ac:spMk id="15" creationId="{B048525E-3CD5-6E35-9B7D-C62BA5D7BF95}"/>
          </ac:spMkLst>
        </pc:spChg>
        <pc:picChg chg="add mod">
          <ac:chgData name="VISWANADHA S MURTHY" userId="843a5ce65ec7b142" providerId="LiveId" clId="{A6C644F8-E857-4450-BF40-DCDB39DD3274}" dt="2025-07-28T09:57:51.547" v="146" actId="1076"/>
          <ac:picMkLst>
            <pc:docMk/>
            <pc:sldMk cId="2559686179" sldId="299"/>
            <ac:picMk id="8" creationId="{29C26A9D-FC91-8ACE-A78F-72F5879FAF1E}"/>
          </ac:picMkLst>
        </pc:picChg>
      </pc:sldChg>
    </pc:docChg>
  </pc:docChgLst>
  <pc:docChgLst>
    <pc:chgData name="VISWANADHA S MURTHY" userId="843a5ce65ec7b142" providerId="LiveId" clId="{1F4242FC-E932-49D3-A01D-5A3A8E42D1BD}"/>
    <pc:docChg chg="undo custSel addSld modSld">
      <pc:chgData name="VISWANADHA S MURTHY" userId="843a5ce65ec7b142" providerId="LiveId" clId="{1F4242FC-E932-49D3-A01D-5A3A8E42D1BD}" dt="2025-07-28T07:27:21.231" v="264"/>
      <pc:docMkLst>
        <pc:docMk/>
      </pc:docMkLst>
      <pc:sldChg chg="addSp modSp mod">
        <pc:chgData name="VISWANADHA S MURTHY" userId="843a5ce65ec7b142" providerId="LiveId" clId="{1F4242FC-E932-49D3-A01D-5A3A8E42D1BD}" dt="2025-07-28T06:21:08.906" v="55" actId="1076"/>
        <pc:sldMkLst>
          <pc:docMk/>
          <pc:sldMk cId="717232139" sldId="283"/>
        </pc:sldMkLst>
        <pc:spChg chg="mod">
          <ac:chgData name="VISWANADHA S MURTHY" userId="843a5ce65ec7b142" providerId="LiveId" clId="{1F4242FC-E932-49D3-A01D-5A3A8E42D1BD}" dt="2025-07-28T06:21:08.906" v="55" actId="1076"/>
          <ac:spMkLst>
            <pc:docMk/>
            <pc:sldMk cId="717232139" sldId="283"/>
            <ac:spMk id="7" creationId="{A41B9311-EB0F-91C5-AE6F-9C882E10B2F6}"/>
          </ac:spMkLst>
        </pc:spChg>
        <pc:picChg chg="add mod">
          <ac:chgData name="VISWANADHA S MURTHY" userId="843a5ce65ec7b142" providerId="LiveId" clId="{1F4242FC-E932-49D3-A01D-5A3A8E42D1BD}" dt="2025-07-28T06:19:58.364" v="16" actId="14100"/>
          <ac:picMkLst>
            <pc:docMk/>
            <pc:sldMk cId="717232139" sldId="283"/>
            <ac:picMk id="8" creationId="{153FCFA8-5682-2DD4-E3C6-B495AFA8F184}"/>
          </ac:picMkLst>
        </pc:picChg>
        <pc:picChg chg="add mod">
          <ac:chgData name="VISWANADHA S MURTHY" userId="843a5ce65ec7b142" providerId="LiveId" clId="{1F4242FC-E932-49D3-A01D-5A3A8E42D1BD}" dt="2025-07-28T06:20:39.322" v="27" actId="14100"/>
          <ac:picMkLst>
            <pc:docMk/>
            <pc:sldMk cId="717232139" sldId="283"/>
            <ac:picMk id="11" creationId="{BCD4763F-E115-44A5-E9E8-6747F653B38D}"/>
          </ac:picMkLst>
        </pc:picChg>
      </pc:sldChg>
      <pc:sldChg chg="addSp delSp modSp mod">
        <pc:chgData name="VISWANADHA S MURTHY" userId="843a5ce65ec7b142" providerId="LiveId" clId="{1F4242FC-E932-49D3-A01D-5A3A8E42D1BD}" dt="2025-07-28T06:30:48.656" v="119" actId="20577"/>
        <pc:sldMkLst>
          <pc:docMk/>
          <pc:sldMk cId="1062629819" sldId="284"/>
        </pc:sldMkLst>
        <pc:spChg chg="del mod">
          <ac:chgData name="VISWANADHA S MURTHY" userId="843a5ce65ec7b142" providerId="LiveId" clId="{1F4242FC-E932-49D3-A01D-5A3A8E42D1BD}" dt="2025-07-28T06:22:09.358" v="57" actId="478"/>
          <ac:spMkLst>
            <pc:docMk/>
            <pc:sldMk cId="1062629819" sldId="284"/>
            <ac:spMk id="4" creationId="{6FA42200-EA15-A2A5-E77B-F4E4C3A55100}"/>
          </ac:spMkLst>
        </pc:spChg>
        <pc:spChg chg="mod">
          <ac:chgData name="VISWANADHA S MURTHY" userId="843a5ce65ec7b142" providerId="LiveId" clId="{1F4242FC-E932-49D3-A01D-5A3A8E42D1BD}" dt="2025-07-28T06:30:48.656" v="119" actId="20577"/>
          <ac:spMkLst>
            <pc:docMk/>
            <pc:sldMk cId="1062629819" sldId="284"/>
            <ac:spMk id="7" creationId="{61AC8CE0-431A-86E3-F3A3-CE37478C7257}"/>
          </ac:spMkLst>
        </pc:spChg>
        <pc:spChg chg="add del mod">
          <ac:chgData name="VISWANADHA S MURTHY" userId="843a5ce65ec7b142" providerId="LiveId" clId="{1F4242FC-E932-49D3-A01D-5A3A8E42D1BD}" dt="2025-07-28T06:23:44.204" v="67" actId="478"/>
          <ac:spMkLst>
            <pc:docMk/>
            <pc:sldMk cId="1062629819" sldId="284"/>
            <ac:spMk id="8" creationId="{57596669-C66E-7FA0-F89B-44AA427C966D}"/>
          </ac:spMkLst>
        </pc:spChg>
        <pc:picChg chg="add del mod">
          <ac:chgData name="VISWANADHA S MURTHY" userId="843a5ce65ec7b142" providerId="LiveId" clId="{1F4242FC-E932-49D3-A01D-5A3A8E42D1BD}" dt="2025-07-28T06:29:29.991" v="71" actId="22"/>
          <ac:picMkLst>
            <pc:docMk/>
            <pc:sldMk cId="1062629819" sldId="284"/>
            <ac:picMk id="11" creationId="{5DCA1529-E5FD-1A98-DF0E-FC50AD1078AF}"/>
          </ac:picMkLst>
        </pc:picChg>
        <pc:picChg chg="add mod">
          <ac:chgData name="VISWANADHA S MURTHY" userId="843a5ce65ec7b142" providerId="LiveId" clId="{1F4242FC-E932-49D3-A01D-5A3A8E42D1BD}" dt="2025-07-28T06:30:05.707" v="77" actId="1076"/>
          <ac:picMkLst>
            <pc:docMk/>
            <pc:sldMk cId="1062629819" sldId="284"/>
            <ac:picMk id="14" creationId="{2067EDD1-A183-2CA7-79EE-945F1036615A}"/>
          </ac:picMkLst>
        </pc:picChg>
      </pc:sldChg>
      <pc:sldChg chg="addSp modSp mod">
        <pc:chgData name="VISWANADHA S MURTHY" userId="843a5ce65ec7b142" providerId="LiveId" clId="{1F4242FC-E932-49D3-A01D-5A3A8E42D1BD}" dt="2025-07-28T06:56:12.934" v="154" actId="20577"/>
        <pc:sldMkLst>
          <pc:docMk/>
          <pc:sldMk cId="3527449431" sldId="285"/>
        </pc:sldMkLst>
        <pc:spChg chg="mod">
          <ac:chgData name="VISWANADHA S MURTHY" userId="843a5ce65ec7b142" providerId="LiveId" clId="{1F4242FC-E932-49D3-A01D-5A3A8E42D1BD}" dt="2025-07-28T06:53:32.956" v="120"/>
          <ac:spMkLst>
            <pc:docMk/>
            <pc:sldMk cId="3527449431" sldId="285"/>
            <ac:spMk id="4" creationId="{501EC745-C72E-2C3D-F783-EA51D6266E4A}"/>
          </ac:spMkLst>
        </pc:spChg>
        <pc:spChg chg="mod">
          <ac:chgData name="VISWANADHA S MURTHY" userId="843a5ce65ec7b142" providerId="LiveId" clId="{1F4242FC-E932-49D3-A01D-5A3A8E42D1BD}" dt="2025-07-28T06:56:12.934" v="154" actId="20577"/>
          <ac:spMkLst>
            <pc:docMk/>
            <pc:sldMk cId="3527449431" sldId="285"/>
            <ac:spMk id="7" creationId="{472CB62D-D666-3D46-BD85-7914F491B273}"/>
          </ac:spMkLst>
        </pc:spChg>
        <pc:picChg chg="add mod">
          <ac:chgData name="VISWANADHA S MURTHY" userId="843a5ce65ec7b142" providerId="LiveId" clId="{1F4242FC-E932-49D3-A01D-5A3A8E42D1BD}" dt="2025-07-28T06:55:37.285" v="123" actId="1076"/>
          <ac:picMkLst>
            <pc:docMk/>
            <pc:sldMk cId="3527449431" sldId="285"/>
            <ac:picMk id="8" creationId="{8CA55469-AA25-A51B-9EB1-8E567188B107}"/>
          </ac:picMkLst>
        </pc:picChg>
      </pc:sldChg>
      <pc:sldChg chg="addSp modSp mod">
        <pc:chgData name="VISWANADHA S MURTHY" userId="843a5ce65ec7b142" providerId="LiveId" clId="{1F4242FC-E932-49D3-A01D-5A3A8E42D1BD}" dt="2025-07-28T07:09:09.543" v="211" actId="1076"/>
        <pc:sldMkLst>
          <pc:docMk/>
          <pc:sldMk cId="1166232135" sldId="286"/>
        </pc:sldMkLst>
        <pc:spChg chg="mod">
          <ac:chgData name="VISWANADHA S MURTHY" userId="843a5ce65ec7b142" providerId="LiveId" clId="{1F4242FC-E932-49D3-A01D-5A3A8E42D1BD}" dt="2025-07-28T07:09:02.197" v="210" actId="20577"/>
          <ac:spMkLst>
            <pc:docMk/>
            <pc:sldMk cId="1166232135" sldId="286"/>
            <ac:spMk id="7" creationId="{B5E50391-8EF4-DB99-2D5F-611D67F1DD5E}"/>
          </ac:spMkLst>
        </pc:spChg>
        <pc:picChg chg="add mod">
          <ac:chgData name="VISWANADHA S MURTHY" userId="843a5ce65ec7b142" providerId="LiveId" clId="{1F4242FC-E932-49D3-A01D-5A3A8E42D1BD}" dt="2025-07-28T07:08:30.577" v="171" actId="1076"/>
          <ac:picMkLst>
            <pc:docMk/>
            <pc:sldMk cId="1166232135" sldId="286"/>
            <ac:picMk id="8" creationId="{78968188-C9F4-58CF-93D4-D8C2DD69467E}"/>
          </ac:picMkLst>
        </pc:picChg>
        <pc:picChg chg="add mod">
          <ac:chgData name="VISWANADHA S MURTHY" userId="843a5ce65ec7b142" providerId="LiveId" clId="{1F4242FC-E932-49D3-A01D-5A3A8E42D1BD}" dt="2025-07-28T07:09:09.543" v="211" actId="1076"/>
          <ac:picMkLst>
            <pc:docMk/>
            <pc:sldMk cId="1166232135" sldId="286"/>
            <ac:picMk id="11" creationId="{1278C875-42AE-B232-3AD5-31E3D5440324}"/>
          </ac:picMkLst>
        </pc:picChg>
      </pc:sldChg>
      <pc:sldChg chg="addSp delSp modSp mod">
        <pc:chgData name="VISWANADHA S MURTHY" userId="843a5ce65ec7b142" providerId="LiveId" clId="{1F4242FC-E932-49D3-A01D-5A3A8E42D1BD}" dt="2025-07-28T07:18:29.929" v="247" actId="1076"/>
        <pc:sldMkLst>
          <pc:docMk/>
          <pc:sldMk cId="2244136262" sldId="287"/>
        </pc:sldMkLst>
        <pc:spChg chg="mod">
          <ac:chgData name="VISWANADHA S MURTHY" userId="843a5ce65ec7b142" providerId="LiveId" clId="{1F4242FC-E932-49D3-A01D-5A3A8E42D1BD}" dt="2025-07-28T07:16:54.388" v="243" actId="20577"/>
          <ac:spMkLst>
            <pc:docMk/>
            <pc:sldMk cId="2244136262" sldId="287"/>
            <ac:spMk id="7" creationId="{26D6C8CA-C8BF-44C9-BC0E-FAF59B03E0B0}"/>
          </ac:spMkLst>
        </pc:spChg>
        <pc:picChg chg="add del mod">
          <ac:chgData name="VISWANADHA S MURTHY" userId="843a5ce65ec7b142" providerId="LiveId" clId="{1F4242FC-E932-49D3-A01D-5A3A8E42D1BD}" dt="2025-07-28T07:18:24.667" v="245" actId="478"/>
          <ac:picMkLst>
            <pc:docMk/>
            <pc:sldMk cId="2244136262" sldId="287"/>
            <ac:picMk id="8" creationId="{0A061108-8EC1-2643-6B09-885FCCE443A3}"/>
          </ac:picMkLst>
        </pc:picChg>
        <pc:picChg chg="add mod">
          <ac:chgData name="VISWANADHA S MURTHY" userId="843a5ce65ec7b142" providerId="LiveId" clId="{1F4242FC-E932-49D3-A01D-5A3A8E42D1BD}" dt="2025-07-28T07:18:29.929" v="247" actId="1076"/>
          <ac:picMkLst>
            <pc:docMk/>
            <pc:sldMk cId="2244136262" sldId="287"/>
            <ac:picMk id="11" creationId="{D9952601-645E-F12A-9A18-2DD1E37750B7}"/>
          </ac:picMkLst>
        </pc:picChg>
      </pc:sldChg>
      <pc:sldChg chg="addSp modSp mod">
        <pc:chgData name="VISWANADHA S MURTHY" userId="843a5ce65ec7b142" providerId="LiveId" clId="{1F4242FC-E932-49D3-A01D-5A3A8E42D1BD}" dt="2025-07-28T07:26:26.019" v="263" actId="20577"/>
        <pc:sldMkLst>
          <pc:docMk/>
          <pc:sldMk cId="2989603879" sldId="288"/>
        </pc:sldMkLst>
        <pc:spChg chg="mod">
          <ac:chgData name="VISWANADHA S MURTHY" userId="843a5ce65ec7b142" providerId="LiveId" clId="{1F4242FC-E932-49D3-A01D-5A3A8E42D1BD}" dt="2025-07-28T07:26:26.019" v="263" actId="20577"/>
          <ac:spMkLst>
            <pc:docMk/>
            <pc:sldMk cId="2989603879" sldId="288"/>
            <ac:spMk id="7" creationId="{345E6EB6-F140-AAB0-A0A9-405B64FF2239}"/>
          </ac:spMkLst>
        </pc:spChg>
        <pc:picChg chg="add mod">
          <ac:chgData name="VISWANADHA S MURTHY" userId="843a5ce65ec7b142" providerId="LiveId" clId="{1F4242FC-E932-49D3-A01D-5A3A8E42D1BD}" dt="2025-07-28T07:21:11.691" v="249" actId="1076"/>
          <ac:picMkLst>
            <pc:docMk/>
            <pc:sldMk cId="2989603879" sldId="288"/>
            <ac:picMk id="8" creationId="{EA04324F-3A9B-9686-5AB3-3BD98899FB34}"/>
          </ac:picMkLst>
        </pc:picChg>
        <pc:picChg chg="add mod">
          <ac:chgData name="VISWANADHA S MURTHY" userId="843a5ce65ec7b142" providerId="LiveId" clId="{1F4242FC-E932-49D3-A01D-5A3A8E42D1BD}" dt="2025-07-28T07:23:02.121" v="257" actId="1076"/>
          <ac:picMkLst>
            <pc:docMk/>
            <pc:sldMk cId="2989603879" sldId="288"/>
            <ac:picMk id="11" creationId="{88E9419B-F335-2824-DBE3-1893F8B8A630}"/>
          </ac:picMkLst>
        </pc:picChg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4042154040" sldId="289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3625453241" sldId="290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3632696075" sldId="291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4186563184" sldId="292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498780911" sldId="293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3471260216" sldId="294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2404224951" sldId="295"/>
        </pc:sldMkLst>
      </pc:sldChg>
      <pc:sldChg chg="add">
        <pc:chgData name="VISWANADHA S MURTHY" userId="843a5ce65ec7b142" providerId="LiveId" clId="{1F4242FC-E932-49D3-A01D-5A3A8E42D1BD}" dt="2025-07-28T07:27:21.231" v="264"/>
        <pc:sldMkLst>
          <pc:docMk/>
          <pc:sldMk cId="3699073688" sldId="296"/>
        </pc:sldMkLst>
      </pc:sldChg>
    </pc:docChg>
  </pc:docChgLst>
  <pc:docChgLst>
    <pc:chgData name="VISWANADHA S MURTHY" userId="843a5ce65ec7b142" providerId="LiveId" clId="{3634A542-5E8B-473A-BC06-9A2D1EBCD602}"/>
    <pc:docChg chg="custSel addSld delSld modSld">
      <pc:chgData name="VISWANADHA S MURTHY" userId="843a5ce65ec7b142" providerId="LiveId" clId="{3634A542-5E8B-473A-BC06-9A2D1EBCD602}" dt="2025-07-28T09:19:43.514" v="131" actId="1076"/>
      <pc:docMkLst>
        <pc:docMk/>
      </pc:docMkLst>
      <pc:sldChg chg="del">
        <pc:chgData name="VISWANADHA S MURTHY" userId="843a5ce65ec7b142" providerId="LiveId" clId="{3634A542-5E8B-473A-BC06-9A2D1EBCD602}" dt="2025-07-28T08:46:36.433" v="0" actId="47"/>
        <pc:sldMkLst>
          <pc:docMk/>
          <pc:sldMk cId="4042154040" sldId="289"/>
        </pc:sldMkLst>
      </pc:sldChg>
      <pc:sldChg chg="del">
        <pc:chgData name="VISWANADHA S MURTHY" userId="843a5ce65ec7b142" providerId="LiveId" clId="{3634A542-5E8B-473A-BC06-9A2D1EBCD602}" dt="2025-07-28T08:46:36.433" v="0" actId="47"/>
        <pc:sldMkLst>
          <pc:docMk/>
          <pc:sldMk cId="3625453241" sldId="290"/>
        </pc:sldMkLst>
      </pc:sldChg>
      <pc:sldChg chg="del">
        <pc:chgData name="VISWANADHA S MURTHY" userId="843a5ce65ec7b142" providerId="LiveId" clId="{3634A542-5E8B-473A-BC06-9A2D1EBCD602}" dt="2025-07-28T08:46:36.433" v="0" actId="47"/>
        <pc:sldMkLst>
          <pc:docMk/>
          <pc:sldMk cId="3632696075" sldId="291"/>
        </pc:sldMkLst>
      </pc:sldChg>
      <pc:sldChg chg="del">
        <pc:chgData name="VISWANADHA S MURTHY" userId="843a5ce65ec7b142" providerId="LiveId" clId="{3634A542-5E8B-473A-BC06-9A2D1EBCD602}" dt="2025-07-28T08:46:36.433" v="0" actId="47"/>
        <pc:sldMkLst>
          <pc:docMk/>
          <pc:sldMk cId="4186563184" sldId="292"/>
        </pc:sldMkLst>
      </pc:sldChg>
      <pc:sldChg chg="addSp modSp mod">
        <pc:chgData name="VISWANADHA S MURTHY" userId="843a5ce65ec7b142" providerId="LiveId" clId="{3634A542-5E8B-473A-BC06-9A2D1EBCD602}" dt="2025-07-28T08:48:30.305" v="28" actId="1076"/>
        <pc:sldMkLst>
          <pc:docMk/>
          <pc:sldMk cId="498780911" sldId="293"/>
        </pc:sldMkLst>
        <pc:spChg chg="mod">
          <ac:chgData name="VISWANADHA S MURTHY" userId="843a5ce65ec7b142" providerId="LiveId" clId="{3634A542-5E8B-473A-BC06-9A2D1EBCD602}" dt="2025-07-28T08:47:40.573" v="27" actId="20577"/>
          <ac:spMkLst>
            <pc:docMk/>
            <pc:sldMk cId="498780911" sldId="293"/>
            <ac:spMk id="5" creationId="{FE527A27-6B87-1E23-0751-0AAB7952B972}"/>
          </ac:spMkLst>
        </pc:spChg>
        <pc:graphicFrameChg chg="add mod">
          <ac:chgData name="VISWANADHA S MURTHY" userId="843a5ce65ec7b142" providerId="LiveId" clId="{3634A542-5E8B-473A-BC06-9A2D1EBCD602}" dt="2025-07-28T08:46:41.098" v="2"/>
          <ac:graphicFrameMkLst>
            <pc:docMk/>
            <pc:sldMk cId="498780911" sldId="293"/>
            <ac:graphicFrameMk id="2" creationId="{680256B2-B17D-CC0D-A073-03904E40FAE2}"/>
          </ac:graphicFrameMkLst>
        </pc:graphicFrameChg>
        <pc:picChg chg="add mod">
          <ac:chgData name="VISWANADHA S MURTHY" userId="843a5ce65ec7b142" providerId="LiveId" clId="{3634A542-5E8B-473A-BC06-9A2D1EBCD602}" dt="2025-07-28T08:48:30.305" v="28" actId="1076"/>
          <ac:picMkLst>
            <pc:docMk/>
            <pc:sldMk cId="498780911" sldId="293"/>
            <ac:picMk id="6" creationId="{8948FBB4-910A-2BF6-E41B-20E3F95E99AD}"/>
          </ac:picMkLst>
        </pc:picChg>
      </pc:sldChg>
      <pc:sldChg chg="addSp modSp mod">
        <pc:chgData name="VISWANADHA S MURTHY" userId="843a5ce65ec7b142" providerId="LiveId" clId="{3634A542-5E8B-473A-BC06-9A2D1EBCD602}" dt="2025-07-28T09:11:49.853" v="50" actId="1076"/>
        <pc:sldMkLst>
          <pc:docMk/>
          <pc:sldMk cId="3471260216" sldId="294"/>
        </pc:sldMkLst>
        <pc:spChg chg="mod">
          <ac:chgData name="VISWANADHA S MURTHY" userId="843a5ce65ec7b142" providerId="LiveId" clId="{3634A542-5E8B-473A-BC06-9A2D1EBCD602}" dt="2025-07-28T09:09:05.187" v="46" actId="20577"/>
          <ac:spMkLst>
            <pc:docMk/>
            <pc:sldMk cId="3471260216" sldId="294"/>
            <ac:spMk id="5" creationId="{732AF49E-E632-5DE7-4CA6-C9F02E094A7D}"/>
          </ac:spMkLst>
        </pc:spChg>
        <pc:picChg chg="add mod">
          <ac:chgData name="VISWANADHA S MURTHY" userId="843a5ce65ec7b142" providerId="LiveId" clId="{3634A542-5E8B-473A-BC06-9A2D1EBCD602}" dt="2025-07-28T09:11:49.853" v="50" actId="1076"/>
          <ac:picMkLst>
            <pc:docMk/>
            <pc:sldMk cId="3471260216" sldId="294"/>
            <ac:picMk id="4" creationId="{C0149364-3C16-99C0-700D-3CA78B691BDF}"/>
          </ac:picMkLst>
        </pc:picChg>
      </pc:sldChg>
      <pc:sldChg chg="addSp delSp modSp mod">
        <pc:chgData name="VISWANADHA S MURTHY" userId="843a5ce65ec7b142" providerId="LiveId" clId="{3634A542-5E8B-473A-BC06-9A2D1EBCD602}" dt="2025-07-28T09:19:43.514" v="131" actId="1076"/>
        <pc:sldMkLst>
          <pc:docMk/>
          <pc:sldMk cId="2404224951" sldId="295"/>
        </pc:sldMkLst>
        <pc:spChg chg="mod">
          <ac:chgData name="VISWANADHA S MURTHY" userId="843a5ce65ec7b142" providerId="LiveId" clId="{3634A542-5E8B-473A-BC06-9A2D1EBCD602}" dt="2025-07-28T09:19:34.032" v="130" actId="20577"/>
          <ac:spMkLst>
            <pc:docMk/>
            <pc:sldMk cId="2404224951" sldId="295"/>
            <ac:spMk id="5" creationId="{D15D9681-046A-43D1-1EFC-A872DD08EACA}"/>
          </ac:spMkLst>
        </pc:spChg>
        <pc:picChg chg="add del mod">
          <ac:chgData name="VISWANADHA S MURTHY" userId="843a5ce65ec7b142" providerId="LiveId" clId="{3634A542-5E8B-473A-BC06-9A2D1EBCD602}" dt="2025-07-28T09:19:16.847" v="113" actId="478"/>
          <ac:picMkLst>
            <pc:docMk/>
            <pc:sldMk cId="2404224951" sldId="295"/>
            <ac:picMk id="4" creationId="{D80E3EC1-14FE-5FDD-EA86-664C25D929B9}"/>
          </ac:picMkLst>
        </pc:picChg>
        <pc:picChg chg="add mod">
          <ac:chgData name="VISWANADHA S MURTHY" userId="843a5ce65ec7b142" providerId="LiveId" clId="{3634A542-5E8B-473A-BC06-9A2D1EBCD602}" dt="2025-07-28T09:19:43.514" v="131" actId="1076"/>
          <ac:picMkLst>
            <pc:docMk/>
            <pc:sldMk cId="2404224951" sldId="295"/>
            <ac:picMk id="7" creationId="{1B84E303-35A9-2ADD-FBF3-67259642049F}"/>
          </ac:picMkLst>
        </pc:picChg>
      </pc:sldChg>
      <pc:sldChg chg="add">
        <pc:chgData name="VISWANADHA S MURTHY" userId="843a5ce65ec7b142" providerId="LiveId" clId="{3634A542-5E8B-473A-BC06-9A2D1EBCD602}" dt="2025-07-28T09:11:56.878" v="51"/>
        <pc:sldMkLst>
          <pc:docMk/>
          <pc:sldMk cId="2927722200" sldId="297"/>
        </pc:sldMkLst>
      </pc:sldChg>
      <pc:sldChg chg="add">
        <pc:chgData name="VISWANADHA S MURTHY" userId="843a5ce65ec7b142" providerId="LiveId" clId="{3634A542-5E8B-473A-BC06-9A2D1EBCD602}" dt="2025-07-28T09:11:57.196" v="52"/>
        <pc:sldMkLst>
          <pc:docMk/>
          <pc:sldMk cId="350895271" sldId="298"/>
        </pc:sldMkLst>
      </pc:sldChg>
      <pc:sldChg chg="add">
        <pc:chgData name="VISWANADHA S MURTHY" userId="843a5ce65ec7b142" providerId="LiveId" clId="{3634A542-5E8B-473A-BC06-9A2D1EBCD602}" dt="2025-07-28T09:11:57.427" v="53"/>
        <pc:sldMkLst>
          <pc:docMk/>
          <pc:sldMk cId="2559686179" sldId="299"/>
        </pc:sldMkLst>
      </pc:sldChg>
      <pc:sldChg chg="add">
        <pc:chgData name="VISWANADHA S MURTHY" userId="843a5ce65ec7b142" providerId="LiveId" clId="{3634A542-5E8B-473A-BC06-9A2D1EBCD602}" dt="2025-07-28T09:11:57.634" v="54"/>
        <pc:sldMkLst>
          <pc:docMk/>
          <pc:sldMk cId="573982922" sldId="300"/>
        </pc:sldMkLst>
      </pc:sldChg>
      <pc:sldChg chg="add">
        <pc:chgData name="VISWANADHA S MURTHY" userId="843a5ce65ec7b142" providerId="LiveId" clId="{3634A542-5E8B-473A-BC06-9A2D1EBCD602}" dt="2025-07-28T09:11:57.842" v="55"/>
        <pc:sldMkLst>
          <pc:docMk/>
          <pc:sldMk cId="2687756992" sldId="301"/>
        </pc:sldMkLst>
      </pc:sldChg>
      <pc:sldChg chg="add">
        <pc:chgData name="VISWANADHA S MURTHY" userId="843a5ce65ec7b142" providerId="LiveId" clId="{3634A542-5E8B-473A-BC06-9A2D1EBCD602}" dt="2025-07-28T09:11:58.035" v="56"/>
        <pc:sldMkLst>
          <pc:docMk/>
          <pc:sldMk cId="3146884705" sldId="302"/>
        </pc:sldMkLst>
      </pc:sldChg>
      <pc:sldChg chg="add">
        <pc:chgData name="VISWANADHA S MURTHY" userId="843a5ce65ec7b142" providerId="LiveId" clId="{3634A542-5E8B-473A-BC06-9A2D1EBCD602}" dt="2025-07-28T09:11:58.250" v="57"/>
        <pc:sldMkLst>
          <pc:docMk/>
          <pc:sldMk cId="1212064148" sldId="303"/>
        </pc:sldMkLst>
      </pc:sldChg>
      <pc:sldChg chg="add">
        <pc:chgData name="VISWANADHA S MURTHY" userId="843a5ce65ec7b142" providerId="LiveId" clId="{3634A542-5E8B-473A-BC06-9A2D1EBCD602}" dt="2025-07-28T09:11:59.947" v="58"/>
        <pc:sldMkLst>
          <pc:docMk/>
          <pc:sldMk cId="802818094" sldId="304"/>
        </pc:sldMkLst>
      </pc:sldChg>
      <pc:sldChg chg="add">
        <pc:chgData name="VISWANADHA S MURTHY" userId="843a5ce65ec7b142" providerId="LiveId" clId="{3634A542-5E8B-473A-BC06-9A2D1EBCD602}" dt="2025-07-28T09:12:00.153" v="59"/>
        <pc:sldMkLst>
          <pc:docMk/>
          <pc:sldMk cId="619405345" sldId="305"/>
        </pc:sldMkLst>
      </pc:sldChg>
    </pc:docChg>
  </pc:docChgLst>
  <pc:docChgLst>
    <pc:chgData name="VISWANADHA S MURTHY" userId="843a5ce65ec7b142" providerId="LiveId" clId="{2D993C6B-40AF-46CB-AC62-A7756752D492}"/>
    <pc:docChg chg="undo custSel delSld modSld sldOrd">
      <pc:chgData name="VISWANADHA S MURTHY" userId="843a5ce65ec7b142" providerId="LiveId" clId="{2D993C6B-40AF-46CB-AC62-A7756752D492}" dt="2025-07-28T08:28:03.294" v="131" actId="207"/>
      <pc:docMkLst>
        <pc:docMk/>
      </pc:docMkLst>
      <pc:sldChg chg="del">
        <pc:chgData name="VISWANADHA S MURTHY" userId="843a5ce65ec7b142" providerId="LiveId" clId="{2D993C6B-40AF-46CB-AC62-A7756752D492}" dt="2025-07-28T07:28:44.243" v="0" actId="47"/>
        <pc:sldMkLst>
          <pc:docMk/>
          <pc:sldMk cId="717232139" sldId="283"/>
        </pc:sldMkLst>
      </pc:sldChg>
      <pc:sldChg chg="del">
        <pc:chgData name="VISWANADHA S MURTHY" userId="843a5ce65ec7b142" providerId="LiveId" clId="{2D993C6B-40AF-46CB-AC62-A7756752D492}" dt="2025-07-28T07:28:44.903" v="1" actId="47"/>
        <pc:sldMkLst>
          <pc:docMk/>
          <pc:sldMk cId="1062629819" sldId="284"/>
        </pc:sldMkLst>
      </pc:sldChg>
      <pc:sldChg chg="del">
        <pc:chgData name="VISWANADHA S MURTHY" userId="843a5ce65ec7b142" providerId="LiveId" clId="{2D993C6B-40AF-46CB-AC62-A7756752D492}" dt="2025-07-28T07:28:45.457" v="2" actId="47"/>
        <pc:sldMkLst>
          <pc:docMk/>
          <pc:sldMk cId="3527449431" sldId="285"/>
        </pc:sldMkLst>
      </pc:sldChg>
      <pc:sldChg chg="del">
        <pc:chgData name="VISWANADHA S MURTHY" userId="843a5ce65ec7b142" providerId="LiveId" clId="{2D993C6B-40AF-46CB-AC62-A7756752D492}" dt="2025-07-28T07:28:46.156" v="3" actId="47"/>
        <pc:sldMkLst>
          <pc:docMk/>
          <pc:sldMk cId="1166232135" sldId="286"/>
        </pc:sldMkLst>
      </pc:sldChg>
      <pc:sldChg chg="del">
        <pc:chgData name="VISWANADHA S MURTHY" userId="843a5ce65ec7b142" providerId="LiveId" clId="{2D993C6B-40AF-46CB-AC62-A7756752D492}" dt="2025-07-28T07:28:47.483" v="4" actId="47"/>
        <pc:sldMkLst>
          <pc:docMk/>
          <pc:sldMk cId="2244136262" sldId="287"/>
        </pc:sldMkLst>
      </pc:sldChg>
      <pc:sldChg chg="del">
        <pc:chgData name="VISWANADHA S MURTHY" userId="843a5ce65ec7b142" providerId="LiveId" clId="{2D993C6B-40AF-46CB-AC62-A7756752D492}" dt="2025-07-28T07:28:48.053" v="5" actId="47"/>
        <pc:sldMkLst>
          <pc:docMk/>
          <pc:sldMk cId="2989603879" sldId="288"/>
        </pc:sldMkLst>
      </pc:sldChg>
      <pc:sldChg chg="addSp modSp mod">
        <pc:chgData name="VISWANADHA S MURTHY" userId="843a5ce65ec7b142" providerId="LiveId" clId="{2D993C6B-40AF-46CB-AC62-A7756752D492}" dt="2025-07-28T08:02:17.608" v="67" actId="1076"/>
        <pc:sldMkLst>
          <pc:docMk/>
          <pc:sldMk cId="4042154040" sldId="289"/>
        </pc:sldMkLst>
        <pc:spChg chg="mod">
          <ac:chgData name="VISWANADHA S MURTHY" userId="843a5ce65ec7b142" providerId="LiveId" clId="{2D993C6B-40AF-46CB-AC62-A7756752D492}" dt="2025-07-28T08:01:58.182" v="64" actId="20577"/>
          <ac:spMkLst>
            <pc:docMk/>
            <pc:sldMk cId="4042154040" sldId="289"/>
            <ac:spMk id="5" creationId="{21AEE9F0-74D6-80F5-478D-8799B4DB200A}"/>
          </ac:spMkLst>
        </pc:spChg>
        <pc:picChg chg="add mod">
          <ac:chgData name="VISWANADHA S MURTHY" userId="843a5ce65ec7b142" providerId="LiveId" clId="{2D993C6B-40AF-46CB-AC62-A7756752D492}" dt="2025-07-28T08:02:07.006" v="66" actId="1076"/>
          <ac:picMkLst>
            <pc:docMk/>
            <pc:sldMk cId="4042154040" sldId="289"/>
            <ac:picMk id="4" creationId="{73F640E1-C551-3171-2050-9717C201E575}"/>
          </ac:picMkLst>
        </pc:picChg>
        <pc:picChg chg="add mod">
          <ac:chgData name="VISWANADHA S MURTHY" userId="843a5ce65ec7b142" providerId="LiveId" clId="{2D993C6B-40AF-46CB-AC62-A7756752D492}" dt="2025-07-28T08:02:17.608" v="67" actId="1076"/>
          <ac:picMkLst>
            <pc:docMk/>
            <pc:sldMk cId="4042154040" sldId="289"/>
            <ac:picMk id="7" creationId="{9099EC30-F7D3-CB11-C332-1D9F7446126E}"/>
          </ac:picMkLst>
        </pc:picChg>
      </pc:sldChg>
      <pc:sldChg chg="addSp delSp modSp mod">
        <pc:chgData name="VISWANADHA S MURTHY" userId="843a5ce65ec7b142" providerId="LiveId" clId="{2D993C6B-40AF-46CB-AC62-A7756752D492}" dt="2025-07-28T08:22:41.819" v="124" actId="1076"/>
        <pc:sldMkLst>
          <pc:docMk/>
          <pc:sldMk cId="3625453241" sldId="290"/>
        </pc:sldMkLst>
        <pc:spChg chg="mod">
          <ac:chgData name="VISWANADHA S MURTHY" userId="843a5ce65ec7b142" providerId="LiveId" clId="{2D993C6B-40AF-46CB-AC62-A7756752D492}" dt="2025-07-28T08:15:31.582" v="118" actId="20577"/>
          <ac:spMkLst>
            <pc:docMk/>
            <pc:sldMk cId="3625453241" sldId="290"/>
            <ac:spMk id="5" creationId="{00FB3423-F9FF-E302-D550-8BD1631B1A16}"/>
          </ac:spMkLst>
        </pc:spChg>
        <pc:picChg chg="add del mod">
          <ac:chgData name="VISWANADHA S MURTHY" userId="843a5ce65ec7b142" providerId="LiveId" clId="{2D993C6B-40AF-46CB-AC62-A7756752D492}" dt="2025-07-28T08:12:44.009" v="71" actId="22"/>
          <ac:picMkLst>
            <pc:docMk/>
            <pc:sldMk cId="3625453241" sldId="290"/>
            <ac:picMk id="4" creationId="{13A0E24B-859D-6620-39BF-C493271DC53D}"/>
          </ac:picMkLst>
        </pc:picChg>
        <pc:picChg chg="add mod">
          <ac:chgData name="VISWANADHA S MURTHY" userId="843a5ce65ec7b142" providerId="LiveId" clId="{2D993C6B-40AF-46CB-AC62-A7756752D492}" dt="2025-07-28T08:22:41.819" v="124" actId="1076"/>
          <ac:picMkLst>
            <pc:docMk/>
            <pc:sldMk cId="3625453241" sldId="290"/>
            <ac:picMk id="7" creationId="{51EFC1B3-F099-15F7-DF89-3F44DB019749}"/>
          </ac:picMkLst>
        </pc:picChg>
      </pc:sldChg>
      <pc:sldChg chg="addSp modSp mod">
        <pc:chgData name="VISWANADHA S MURTHY" userId="843a5ce65ec7b142" providerId="LiveId" clId="{2D993C6B-40AF-46CB-AC62-A7756752D492}" dt="2025-07-28T08:18:38.575" v="123" actId="1076"/>
        <pc:sldMkLst>
          <pc:docMk/>
          <pc:sldMk cId="3632696075" sldId="291"/>
        </pc:sldMkLst>
        <pc:spChg chg="mod">
          <ac:chgData name="VISWANADHA S MURTHY" userId="843a5ce65ec7b142" providerId="LiveId" clId="{2D993C6B-40AF-46CB-AC62-A7756752D492}" dt="2025-07-28T08:18:35.783" v="122"/>
          <ac:spMkLst>
            <pc:docMk/>
            <pc:sldMk cId="3632696075" sldId="291"/>
            <ac:spMk id="5" creationId="{9E38B31F-72AA-2220-2236-AF8454C1E6E7}"/>
          </ac:spMkLst>
        </pc:spChg>
        <pc:picChg chg="add mod">
          <ac:chgData name="VISWANADHA S MURTHY" userId="843a5ce65ec7b142" providerId="LiveId" clId="{2D993C6B-40AF-46CB-AC62-A7756752D492}" dt="2025-07-28T08:18:38.575" v="123" actId="1076"/>
          <ac:picMkLst>
            <pc:docMk/>
            <pc:sldMk cId="3632696075" sldId="291"/>
            <ac:picMk id="4" creationId="{CB6D5141-D645-43BD-BFF8-6B57266FCB43}"/>
          </ac:picMkLst>
        </pc:picChg>
      </pc:sldChg>
      <pc:sldChg chg="addSp modSp mod ord">
        <pc:chgData name="VISWANADHA S MURTHY" userId="843a5ce65ec7b142" providerId="LiveId" clId="{2D993C6B-40AF-46CB-AC62-A7756752D492}" dt="2025-07-28T08:28:03.294" v="131" actId="207"/>
        <pc:sldMkLst>
          <pc:docMk/>
          <pc:sldMk cId="4186563184" sldId="292"/>
        </pc:sldMkLst>
        <pc:spChg chg="mod">
          <ac:chgData name="VISWANADHA S MURTHY" userId="843a5ce65ec7b142" providerId="LiveId" clId="{2D993C6B-40AF-46CB-AC62-A7756752D492}" dt="2025-07-28T08:28:03.294" v="131" actId="207"/>
          <ac:spMkLst>
            <pc:docMk/>
            <pc:sldMk cId="4186563184" sldId="292"/>
            <ac:spMk id="5" creationId="{37CF3150-761B-C84C-45ED-7C0BBF419025}"/>
          </ac:spMkLst>
        </pc:spChg>
        <pc:picChg chg="add mod">
          <ac:chgData name="VISWANADHA S MURTHY" userId="843a5ce65ec7b142" providerId="LiveId" clId="{2D993C6B-40AF-46CB-AC62-A7756752D492}" dt="2025-07-28T08:27:39.418" v="129" actId="1076"/>
          <ac:picMkLst>
            <pc:docMk/>
            <pc:sldMk cId="4186563184" sldId="292"/>
            <ac:picMk id="4" creationId="{CF0938DC-A942-C0D8-0D21-CF27B5F2524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EDEED-7842-4258-8A82-6812FA1E8BF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4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CC30-37F6-49DC-8F97-9FC4C90ABBE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3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6254-DF34-4B25-8594-5D60DA2E06A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5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910C-AAA9-4EBC-B496-A3B1AB664E29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8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867D-E0D5-49E8-B491-4AFA3BE2396B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511D-A56B-4FB4-867E-80BB956F2BC0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1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6D47-A815-4926-A44E-2D6ED0185A8A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2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9D76-0D3E-4EA7-B250-0F2D356A6FC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8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5876-36BD-4EF0-A012-C15007E79556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7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5523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74968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816371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34721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76422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43949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B554-37BB-4542-BE7B-4A6B4EE6433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33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A672A-4548-49D3-BFAB-EEFB9AC642E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0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A8920-E8A9-414C-8407-630EE2D7E96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96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mtClean="0"/>
              <a:t>5/14/2026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43550-BC90-31DB-C96C-291D61ED3D0D}"/>
              </a:ext>
            </a:extLst>
          </p:cNvPr>
          <p:cNvSpPr txBox="1"/>
          <p:nvPr/>
        </p:nvSpPr>
        <p:spPr>
          <a:xfrm>
            <a:off x="4039653" y="2120597"/>
            <a:ext cx="4548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j-lt"/>
              </a:rPr>
              <a:t>Percentages</a:t>
            </a:r>
          </a:p>
          <a:p>
            <a:endParaRPr lang="en-US" sz="3600" b="1" dirty="0">
              <a:latin typeface="+mj-lt"/>
            </a:endParaRPr>
          </a:p>
        </p:txBody>
      </p:sp>
      <p:pic>
        <p:nvPicPr>
          <p:cNvPr id="7" name="Picture 6" descr="A yellow and blue sign with words">
            <a:extLst>
              <a:ext uri="{FF2B5EF4-FFF2-40B4-BE49-F238E27FC236}">
                <a16:creationId xmlns:a16="http://schemas.microsoft.com/office/drawing/2014/main" id="{06DE87D8-C8C1-AC7E-2692-B27CDC69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7D33-4E53-D0D5-D7A4-D01131EC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93C316D-AB09-632B-F51A-7F485FA6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mtClean="0"/>
              <a:t>5/14/2026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B550B8A-B550-1B92-2019-BE522CFA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A yellow and blue sign with words">
            <a:extLst>
              <a:ext uri="{FF2B5EF4-FFF2-40B4-BE49-F238E27FC236}">
                <a16:creationId xmlns:a16="http://schemas.microsoft.com/office/drawing/2014/main" id="{79E4129A-E917-4558-F616-56040433D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6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1A83-31FA-3CA9-7465-5E912C09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C608ED-B4F8-1D0C-F325-3A9CAB93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mtClean="0"/>
              <a:t>5/14/2026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79522B7-FBD1-5BEF-495A-B5C9AB19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A yellow and blue sign with words">
            <a:extLst>
              <a:ext uri="{FF2B5EF4-FFF2-40B4-BE49-F238E27FC236}">
                <a16:creationId xmlns:a16="http://schemas.microsoft.com/office/drawing/2014/main" id="{26EACB5A-745C-332D-C099-6F7B8E99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9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7DD3A-7B7B-FF30-292F-D7656578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1EF2DEE-49DA-8950-D4C9-4746C132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0CE0664-66F9-DCE4-44D0-4602B872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E2823-22BE-1ACF-D2BA-8A1FCA5ECDB7}"/>
              </a:ext>
            </a:extLst>
          </p:cNvPr>
          <p:cNvSpPr txBox="1"/>
          <p:nvPr/>
        </p:nvSpPr>
        <p:spPr>
          <a:xfrm>
            <a:off x="500743" y="285845"/>
            <a:ext cx="9644744" cy="335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1. If 20% of (</a:t>
            </a:r>
            <a:r>
              <a:rPr lang="en-IN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a+b</a:t>
            </a: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) = 25% of ( a-b), what percent of a is b?</a:t>
            </a:r>
          </a:p>
          <a:p>
            <a:pPr marL="457200" indent="-457200" algn="just">
              <a:lnSpc>
                <a:spcPct val="150000"/>
              </a:lnSpc>
              <a:buAutoNum type="alphaUcPeriod"/>
            </a:pP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11 5/9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B. 11 1/9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C. 11 2/9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D. 11 7/9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87236A2-4032-D983-6892-5C1C0B25F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8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5463-761F-D400-C396-D52888FE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3137527-4BF6-D5D6-1D9E-4945183E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23FCDA7-75E6-8F72-5265-4CF79F0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F4517-C27D-3A4C-F8A2-6CCE31138730}"/>
              </a:ext>
            </a:extLst>
          </p:cNvPr>
          <p:cNvSpPr txBox="1"/>
          <p:nvPr/>
        </p:nvSpPr>
        <p:spPr>
          <a:xfrm>
            <a:off x="500743" y="285845"/>
            <a:ext cx="9644744" cy="335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x is equals to p% of y, and y is equals to 5% of ( x + y). Then p is quals to: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A. 21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B. 230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C. 765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D. 1900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23E043B-A4BD-3949-C451-7BC627F2D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1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DEA0-1D28-9A51-F406-3EAD89D4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E056F58-2BAE-CA8C-65D0-34556279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C23AF33-47B7-9887-1BB1-A26D3904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1B105-DF25-8FA5-0500-8F199D4483BE}"/>
              </a:ext>
            </a:extLst>
          </p:cNvPr>
          <p:cNvSpPr txBox="1"/>
          <p:nvPr/>
        </p:nvSpPr>
        <p:spPr>
          <a:xfrm>
            <a:off x="500743" y="285845"/>
            <a:ext cx="9644744" cy="335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(3a + 19)% of 2225 = 890 = (b - 11)% of 500. What is the cube root of b/a?</a:t>
            </a:r>
          </a:p>
          <a:p>
            <a:pPr marL="457200" indent="-457200" algn="just">
              <a:lnSpc>
                <a:spcPct val="150000"/>
              </a:lnSpc>
              <a:buAutoNum type="alphaUcPeriod"/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7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B. 3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C. 21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D. 25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74A6B37-8841-F061-6926-00F23BE0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1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B25A-9243-1682-E29F-372BC5CE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AE1725D-33AC-C0A1-185D-DF349047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EFEBA4-6F4D-5AE3-2F0E-E050C13C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46C0EA-B530-B59D-4A29-C416EA7D0FE0}"/>
                  </a:ext>
                </a:extLst>
              </p:cNvPr>
              <p:cNvSpPr txBox="1"/>
              <p:nvPr/>
            </p:nvSpPr>
            <p:spPr>
              <a:xfrm>
                <a:off x="500743" y="285845"/>
                <a:ext cx="9644744" cy="2488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4. the salary of A is 25% more than salary of B. by what percentage salary of B less than A.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a. 25%         b. 50%           c. 33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  <m:r>
                      <a:rPr lang="en-US" sz="2400" b="1" i="1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%          d. 20%</a:t>
                </a:r>
              </a:p>
              <a:p>
                <a:pPr algn="just">
                  <a:lnSpc>
                    <a:spcPct val="150000"/>
                  </a:lnSpc>
                </a:pPr>
                <a:endParaRPr lang="en-IN" sz="24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46C0EA-B530-B59D-4A29-C416EA7D0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3" y="285845"/>
                <a:ext cx="9644744" cy="2488886"/>
              </a:xfrm>
              <a:prstGeom prst="rect">
                <a:avLst/>
              </a:prstGeom>
              <a:blipFill>
                <a:blip r:embed="rId2"/>
                <a:stretch>
                  <a:fillRect l="-948" r="-10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89815F2-8595-B87C-F3CE-0FA0E72BA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69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5307-4CB6-09FC-F69C-DB9E37B3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2037A07-A1F7-BD95-CD78-D4C3B336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E875406-0CA8-EB49-6889-D5E20D16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EC999-06C7-7D60-46B1-FD59AF328296}"/>
              </a:ext>
            </a:extLst>
          </p:cNvPr>
          <p:cNvSpPr txBox="1"/>
          <p:nvPr/>
        </p:nvSpPr>
        <p:spPr>
          <a:xfrm>
            <a:off x="304799" y="207572"/>
            <a:ext cx="9785090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5.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The sum of the numbers of male and female in a village is 150. If the number of male is x, the number of female becomes x% of the total number of people. The number of male is?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a) 90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b) 75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c) 25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d) 60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D67504A-5AB6-F747-563E-5BD0DDF4D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8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8ECEC-1D3C-6D27-32CF-22524A85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437F5C8-3DB7-951F-30A3-51BC9D2E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7D40138-8BF0-821E-DAEC-9EAF7381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357E4-A799-E8EB-08CE-7429156AC4B5}"/>
              </a:ext>
            </a:extLst>
          </p:cNvPr>
          <p:cNvSpPr txBox="1"/>
          <p:nvPr/>
        </p:nvSpPr>
        <p:spPr>
          <a:xfrm>
            <a:off x="304799" y="207572"/>
            <a:ext cx="9785090" cy="224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6.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The populations of three cities are in the ratio 5 : 7 : 8. Their populations increase by 14%, 7%, and 10% respectively. If the initial total population is 1,20,000, find the exact total population after the increase.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9B803F4-6CDB-FC42-F9CD-BA9206D8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3307-393B-B1CD-5337-2DC4F71E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7EC1C76-0451-C3AB-3ED2-AB4EB789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2469F96-2ECB-A059-0AD3-C9DBA8EF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44F2A-A682-ECBE-1711-1A03E651FBD7}"/>
              </a:ext>
            </a:extLst>
          </p:cNvPr>
          <p:cNvSpPr txBox="1"/>
          <p:nvPr/>
        </p:nvSpPr>
        <p:spPr>
          <a:xfrm>
            <a:off x="533400" y="207572"/>
            <a:ext cx="9296400" cy="224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7. </a:t>
            </a:r>
            <a:r>
              <a:rPr lang="en-US" sz="2400" b="1" dirty="0">
                <a:latin typeface="Bookman Old Style" panose="02050604050505020204" pitchFamily="18" charset="0"/>
              </a:rPr>
              <a:t>Two numbers P and Q are such that, the sum of 2 % of P and 2 % of Q is two-third of the sum of 2 % of P and 6 % of Q. Find the ratio of P and Q.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a. 2 : 5 	b. 3 : 1 	c. 1 : 4 	d. 5 : 1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9CD66FF-F439-9762-04A1-62A212A78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8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EE88-4D47-39E7-D2B4-4C10019D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EEA60F9-2F69-A183-1CB7-0ADA752A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6620442-CA40-D116-5A86-FAC87C4B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DF7B8-9AA0-B389-E8A0-A6DCDADB7BEE}"/>
              </a:ext>
            </a:extLst>
          </p:cNvPr>
          <p:cNvSpPr txBox="1"/>
          <p:nvPr/>
        </p:nvSpPr>
        <p:spPr>
          <a:xfrm>
            <a:off x="185057" y="122559"/>
            <a:ext cx="9393203" cy="3350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8. The price of an article is increased by 25% and after it decreased by 25%. Find overall percentage change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25% Inc.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 6.25% Dec.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no change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d. none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CF9CD25-2029-E8F9-3D02-6F3ACC27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16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1802-DE5B-B0F8-AFAC-CF0D6B6A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0CF21E6-7CD3-3C5A-BF25-37F57027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5259E53-7BF7-8088-0FCC-3E543B58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E559F-2F96-F08B-6ECC-622EFFC0ACB6}"/>
              </a:ext>
            </a:extLst>
          </p:cNvPr>
          <p:cNvSpPr txBox="1"/>
          <p:nvPr/>
        </p:nvSpPr>
        <p:spPr>
          <a:xfrm>
            <a:off x="370114" y="318502"/>
            <a:ext cx="9393203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9. The price of a car increased by 40% as a result sales are decreased by 30%. Find the percentage change in the revenue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10% Inc.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2% Inc.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2% Dec.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d. 10% Dec.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657F9ED-D977-EA3D-0640-961FC82BC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2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D5C6-2205-8EEC-567A-3234A8DBF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6B6B5A6-3F41-6B9D-41D0-9E23FBB5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36E4E17-702D-2753-D284-A3F8AC89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43CF2-66D1-6C3F-44E9-243571C318A0}"/>
              </a:ext>
            </a:extLst>
          </p:cNvPr>
          <p:cNvSpPr txBox="1"/>
          <p:nvPr/>
        </p:nvSpPr>
        <p:spPr>
          <a:xfrm>
            <a:off x="184614" y="207572"/>
            <a:ext cx="10155646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10. The length and breadth of a rectangle increased and decreased by 8% and 10%. What is the percentage increase or decrease in its area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2.8% Inc.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 2.4% Dec.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2.8 % Dec.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d. none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ED5FFA2-5CF6-D527-E27D-22E4F1407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8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77C9-BBC4-B2A5-857C-AE199E3C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59AB450-87D9-B8C2-8000-2642B4CB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D22A78B-9E44-21D0-8F44-5BE1245D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1AD20-6A75-96FD-B2DF-1EDD8247D581}"/>
              </a:ext>
            </a:extLst>
          </p:cNvPr>
          <p:cNvSpPr txBox="1"/>
          <p:nvPr/>
        </p:nvSpPr>
        <p:spPr>
          <a:xfrm>
            <a:off x="414562" y="207572"/>
            <a:ext cx="9741809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11.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Price of the milk is increased by 20%. To keep the expenditure unchanged, the present consumption is to be reduced by?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a) 20%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b) 18%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c) 10%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d) 16 2/3%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0308076-7E5E-43AF-759A-59A8D019D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9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2D826-0EEA-0272-39B4-079753EB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DCC8BDA-C638-026B-7EC8-2433EB106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B0633F4-EC6A-4BDF-D700-013C9EC7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7E3DF5-DC94-28C3-A49E-31812C2B633C}"/>
                  </a:ext>
                </a:extLst>
              </p:cNvPr>
              <p:cNvSpPr txBox="1"/>
              <p:nvPr/>
            </p:nvSpPr>
            <p:spPr>
              <a:xfrm>
                <a:off x="403676" y="207572"/>
                <a:ext cx="9676495" cy="5994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12. Groundnut oil is now being sold at Rs.27 per kg. during last month its cost was Rs.24 per kg . Find how much % a family should reduce its consumption , so as to keep the expenditure same.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  a. 11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  <m:r>
                      <a:rPr lang="en-US" sz="2400" b="1" i="1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%   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  b. 11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𝟏𝟏</m:t>
                        </m:r>
                      </m:den>
                    </m:f>
                    <m:r>
                      <a:rPr lang="en-US" sz="2400" b="1" i="1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%  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  c. 11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𝟗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𝟏𝟎</m:t>
                        </m:r>
                      </m:den>
                    </m:f>
                    <m:r>
                      <a:rPr lang="en-US" sz="2400" b="1" i="1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%   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    d. 9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  <a:cs typeface="Times New Roman" panose="02020603050405020304" pitchFamily="18" charset="0"/>
                          </a:rPr>
                          <m:t>𝟏𝟎</m:t>
                        </m:r>
                      </m:den>
                    </m:f>
                    <m:r>
                      <a:rPr lang="en-US" sz="2400" b="1" i="1"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latin typeface="Bookman Old Style" pitchFamily="18" charset="0"/>
                    <a:cs typeface="Times New Roman" panose="02020603050405020304" pitchFamily="18" charset="0"/>
                  </a:rPr>
                  <a:t>%</a:t>
                </a:r>
              </a:p>
              <a:p>
                <a:pPr algn="just">
                  <a:lnSpc>
                    <a:spcPct val="150000"/>
                  </a:lnSpc>
                </a:pPr>
                <a:endParaRPr lang="en-IN" sz="2400" b="1" dirty="0">
                  <a:latin typeface="Bookman Old Style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7E3DF5-DC94-28C3-A49E-31812C2B6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76" y="207572"/>
                <a:ext cx="9676495" cy="5994974"/>
              </a:xfrm>
              <a:prstGeom prst="rect">
                <a:avLst/>
              </a:prstGeom>
              <a:blipFill>
                <a:blip r:embed="rId2"/>
                <a:stretch>
                  <a:fillRect l="-945" r="-9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99D8F1B-0B01-250C-73FC-BE4FAF101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30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24D3E-7AB3-C8C9-9812-DF1C8FED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D7EFC5F-40C6-BF9B-2A77-71BB71C2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177D8CE-8B6C-2BBB-99D8-718BDC69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35982-DE3C-152F-3EF4-ECE082540AE8}"/>
              </a:ext>
            </a:extLst>
          </p:cNvPr>
          <p:cNvSpPr txBox="1"/>
          <p:nvPr/>
        </p:nvSpPr>
        <p:spPr>
          <a:xfrm>
            <a:off x="381001" y="207572"/>
            <a:ext cx="9654460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13.  A reduction of 20% in price of sugar enables a house holder to obtain 10 kgs more for Rs.600 . Find the reduced price of sugar per kg as well as original price of it per kg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10,9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9,10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15,12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12,15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D576FFE-10F2-B771-7BC6-4BEF111DB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95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C267-8596-1DCD-0CC3-5258A5FE0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9B643BE-1AC7-FB85-2C5E-34B34DC3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56883C5-DCE9-64DC-97D5-951B86F4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7ED94-4F47-CDDA-5892-144940CC69C6}"/>
              </a:ext>
            </a:extLst>
          </p:cNvPr>
          <p:cNvSpPr txBox="1"/>
          <p:nvPr/>
        </p:nvSpPr>
        <p:spPr>
          <a:xfrm>
            <a:off x="185056" y="207572"/>
            <a:ext cx="10155203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14. If A exceeds B by 40% , B is less than C by 20% , then A : C is: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28 : 25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26 : 25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3 : 2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3 : 1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3451646-4B7A-3945-A998-1D05EE2D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57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3D54E-5C1D-4E0C-E1BF-3515E8D0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073FF9E-9C98-0949-6837-678D0D54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C91E182-83D9-06FA-DD96-B25A4B51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E987B-C273-7CB5-3BCB-35523C6D2B14}"/>
              </a:ext>
            </a:extLst>
          </p:cNvPr>
          <p:cNvSpPr txBox="1"/>
          <p:nvPr/>
        </p:nvSpPr>
        <p:spPr>
          <a:xfrm>
            <a:off x="185057" y="207572"/>
            <a:ext cx="9797143" cy="3904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15.  A is 25% more than B , B is 40% less than C .If C is 20% more than D , then A is what percentage less than D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15%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20%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25%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10%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78FEB30-AC05-B422-B4E7-3836F4CF4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80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1B48-3326-0FD6-11E3-3A64BE12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B20CE52-7AB1-391B-1935-3CBAC4B8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81E26C-2823-E4E0-439E-3B91803F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E350E-AA31-64C3-F146-4D604B65AEDB}"/>
              </a:ext>
            </a:extLst>
          </p:cNvPr>
          <p:cNvSpPr txBox="1"/>
          <p:nvPr/>
        </p:nvSpPr>
        <p:spPr>
          <a:xfrm>
            <a:off x="185057" y="207572"/>
            <a:ext cx="9797143" cy="3904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16.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In an examination A got 25% marks more than B, B got 10% less than C and C got 25% more than D. If D got 320 marks out of 500, the marks obtained by A were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A. 405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B. 450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C. 360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D. 400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9D329B4-45B2-2D8B-722D-8D68DBECA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84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D49A-B7BB-C972-BE1E-86BD60DB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ABC1776-5C1F-3E22-C951-5DD4D6EC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412AE2-AC3C-F357-45F9-B1EAF7B1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A2C51-3B65-D57D-7A1E-A8E0AC5F5CA5}"/>
              </a:ext>
            </a:extLst>
          </p:cNvPr>
          <p:cNvSpPr txBox="1"/>
          <p:nvPr/>
        </p:nvSpPr>
        <p:spPr>
          <a:xfrm>
            <a:off x="435429" y="78339"/>
            <a:ext cx="9731829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17. If the numerator of certain fraction is increased by 200% and the denominator is increased by 150% ,the new fraction thus formed is 9/10. what is the original fraction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¾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 ¼   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3/5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d. 2/5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7F448A7-0EEF-B849-1943-5BD2C83FB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69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E874-C323-671A-8518-BBBCEA9E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8146308-BC18-BCC0-5643-37B54ED1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7F42F11-C132-F096-95FA-70208394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5660F-EE5D-286B-63B5-1899297777BC}"/>
              </a:ext>
            </a:extLst>
          </p:cNvPr>
          <p:cNvSpPr txBox="1"/>
          <p:nvPr/>
        </p:nvSpPr>
        <p:spPr>
          <a:xfrm>
            <a:off x="359228" y="207572"/>
            <a:ext cx="9514115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18. 30% of the greater number is equal to 70% of the smaller . If their sum is 250, then the smaller number is: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a. 150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b. 175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c. 100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d. 75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FC4F119-5EAD-379C-6BF5-BD821BF41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57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F2C3-617B-A5B2-4713-18BB8278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E25717E-F151-8939-C912-940E3BAA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BDB58D5-9E0F-2A10-3005-0AEF0C50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7C981-A931-3313-3B5F-EB014A7BF755}"/>
              </a:ext>
            </a:extLst>
          </p:cNvPr>
          <p:cNvSpPr txBox="1"/>
          <p:nvPr/>
        </p:nvSpPr>
        <p:spPr>
          <a:xfrm>
            <a:off x="185057" y="207572"/>
            <a:ext cx="9893946" cy="3904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19. Two numbers are respectively 40% and 20% less than a third number. What %  is the first number of the second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5%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75%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80%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93.75%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7815799-F15E-CE17-7934-AC42C5D95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9D2D-B9C0-D3A8-4F65-447EFBB6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7EF1E57-1656-16CC-6239-AD85F10B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EFEA5FB-081A-33D0-9435-D9EF0BBF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8D28A-7781-8F98-5027-DB70CBAC74A5}"/>
              </a:ext>
            </a:extLst>
          </p:cNvPr>
          <p:cNvSpPr txBox="1"/>
          <p:nvPr/>
        </p:nvSpPr>
        <p:spPr>
          <a:xfrm>
            <a:off x="283030" y="207572"/>
            <a:ext cx="9893946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20. A student has to got 40% of the maximum marks to pass an examination. Krishna got 170 marks which are 20 above the required marks to pass . The maximum marks in the examination is: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350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450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c.300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375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4603905-C5A5-D457-41A3-C60AF9CCF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0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2918-1D17-D4EE-E59F-D282E6EB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A3D8C89-C14E-398F-0AC7-6610CC74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73CB9E6-987A-ED8A-7A7E-14BA0E2C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7F612-3313-4C69-3CF1-542F21B582EB}"/>
              </a:ext>
            </a:extLst>
          </p:cNvPr>
          <p:cNvSpPr txBox="1"/>
          <p:nvPr/>
        </p:nvSpPr>
        <p:spPr>
          <a:xfrm>
            <a:off x="326571" y="434619"/>
            <a:ext cx="9797143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21. A got 40% of maximum marks and B got 48% of maximum marks which are 4 and 20 marks above the pass mark. Find the maximum marks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 250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 200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300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d. 270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8CC2710-76FB-EC76-5E46-5700E2D4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7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C027-3AA1-8C09-1548-99A0102A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DB770E4-A097-936D-C6DC-4CA9F1D0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57A3975-476B-7818-A2B7-95D1C9AA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97AFE-53A3-B829-09AD-20E68409BFD0}"/>
              </a:ext>
            </a:extLst>
          </p:cNvPr>
          <p:cNvSpPr txBox="1"/>
          <p:nvPr/>
        </p:nvSpPr>
        <p:spPr>
          <a:xfrm>
            <a:off x="337458" y="207572"/>
            <a:ext cx="9775372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22. In a locality 38% can speak English , 52% can speak Hindi and 14% speak both. What % of them can’t speak any of these languages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18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b. 24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28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22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39CD8B8-4DF5-8A29-C41D-D5586588F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39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A0F4-2B32-27FD-8047-D22C953B6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BA8A5E6-E21D-287E-22BD-E3C7F219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325BAE4-F623-9A2E-A301-C60CD93D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6F5B5-D509-960D-B7DA-537DC8EEA3BB}"/>
              </a:ext>
            </a:extLst>
          </p:cNvPr>
          <p:cNvSpPr txBox="1"/>
          <p:nvPr/>
        </p:nvSpPr>
        <p:spPr>
          <a:xfrm>
            <a:off x="185057" y="207572"/>
            <a:ext cx="9893946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23. In a group of students , 80% like cricket, 25% don’t like football. If 10% students don’t like both the games and 1300 like at least one game, then total number of students is: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1800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 1900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2000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2200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FC087FA-02D0-7A75-D214-B79145E9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1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8047-DEFF-565E-9E57-CA031831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DB23854-7AB8-CC61-371B-C0575504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2790B28-30B8-291C-DA6D-C58ABA5F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EF686-8CA1-4024-6872-891195DDEBF0}"/>
              </a:ext>
            </a:extLst>
          </p:cNvPr>
          <p:cNvSpPr txBox="1"/>
          <p:nvPr/>
        </p:nvSpPr>
        <p:spPr>
          <a:xfrm>
            <a:off x="348343" y="288954"/>
            <a:ext cx="9764486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24. A man spends 75% of his income . His income increases by 25% and increased his expenditure by 20%. His savings are then increased by: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33%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b. 40%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c. 35%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d. 30%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6D53350-A696-4A55-B80D-FA311C1BF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88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DCB3-2A82-1FEB-C7DB-9E0C16F9E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EA3D9DA-3573-363B-91D6-D9D0356F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E9980E-15C6-A51A-76FE-2B05A50B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2BEF2-1E20-A933-CDE1-4B67793E5434}"/>
              </a:ext>
            </a:extLst>
          </p:cNvPr>
          <p:cNvSpPr txBox="1"/>
          <p:nvPr/>
        </p:nvSpPr>
        <p:spPr>
          <a:xfrm>
            <a:off x="348343" y="288954"/>
            <a:ext cx="9764486" cy="5566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25.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In Mr. Chidambaram’s family, the ratio of expenses to savings is 5:3. His expenses increased by 60% and his income increased only by 25%. Thus, there is a deficit of Rs. 3,500 in the savings. What is the increased income of Mr. Chidambaram’s family?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a) Rs. 35,000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b) Rs. 28,000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c) Rs. 25,000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d) Rs. 18,500</a:t>
            </a:r>
            <a:r>
              <a:rPr lang="en-IN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0AC68E2-A711-27D4-21BB-D0544667A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06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FA99-8086-2A9B-E45D-8873C636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CD72061-2DD6-4D48-ED55-02ED0BD29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7F72953-8210-4254-5DEE-6F6B635D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0CD3B-FD15-46C1-806B-FDFEACC96D07}"/>
              </a:ext>
            </a:extLst>
          </p:cNvPr>
          <p:cNvSpPr txBox="1"/>
          <p:nvPr/>
        </p:nvSpPr>
        <p:spPr>
          <a:xfrm>
            <a:off x="304800" y="207572"/>
            <a:ext cx="9775372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26. In an election between two candidates, the candidate who gets 40% of the votes polled is defeated by 18000 votes. What is the total number of votes polled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a.90000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b. 80000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78000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94000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B63EED4-B5EF-EDBB-A3AA-76F173D86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05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E454-F68F-D483-4469-8F6297C4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4F2377C-0FFE-7829-B25A-C300AD49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76C99D8-82BE-FFAD-A4B9-EA547EA4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1833F-42CA-251A-495F-EBF2BBC53034}"/>
              </a:ext>
            </a:extLst>
          </p:cNvPr>
          <p:cNvSpPr txBox="1"/>
          <p:nvPr/>
        </p:nvSpPr>
        <p:spPr>
          <a:xfrm>
            <a:off x="446314" y="207572"/>
            <a:ext cx="9893946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27. In an election between two candidates , one candidate got 55% of the total valid votes. 15% of the votes were invalid. If the total votes were 15200. what is the number of valid votes the other candidate got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7106 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b. 6840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8360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d. 5814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532C4C0-6791-D4A9-48A2-6670A5D47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707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57EB-5861-B545-A274-CD1722F2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576CD35-DA40-ED09-0291-F978B37D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827D2B4-7AC7-F78D-69D4-59449E0A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7C1A5-909A-5E6A-3467-AEB09B14B8C2}"/>
              </a:ext>
            </a:extLst>
          </p:cNvPr>
          <p:cNvSpPr txBox="1"/>
          <p:nvPr/>
        </p:nvSpPr>
        <p:spPr>
          <a:xfrm>
            <a:off x="348344" y="79017"/>
            <a:ext cx="9753600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28. In a village the number of male and female are in the ratio of 4:7. if the number of male is increased by 25% and the number of female is increased by 15%, what will be the new ratio of number of male to that female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100:131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b. 100:151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100:161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d. 100:181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386D7E6-3479-473F-97B5-B3A31BE9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0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6FF6-3775-28F9-B0FE-6C86FBE0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75F25F1-F3C9-F391-0AC9-B33F7BA9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29500EA-4F69-F321-5FD4-61C1C559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55753-3B1A-9DDF-D167-30CF7E3DDBD8}"/>
              </a:ext>
            </a:extLst>
          </p:cNvPr>
          <p:cNvSpPr txBox="1"/>
          <p:nvPr/>
        </p:nvSpPr>
        <p:spPr>
          <a:xfrm>
            <a:off x="446314" y="285845"/>
            <a:ext cx="9893946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29. Fresh grapes contain 80% water, while dry grapes contain 10% water . If the weight of dry grapes is 500 kg, then what is its total weight when it is fresh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2350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2085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2250 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2255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574EF9C-03EA-C357-D7B3-9125BE7A0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29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1495-3B3E-29E8-D28F-04004098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B6DEE3E-5D9F-11A3-E96E-6C45CA9E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CD19732-CC54-1754-35B1-AE65747F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0DC4F-5A9E-5703-9342-11B38A504C92}"/>
              </a:ext>
            </a:extLst>
          </p:cNvPr>
          <p:cNvSpPr txBox="1"/>
          <p:nvPr/>
        </p:nvSpPr>
        <p:spPr>
          <a:xfrm>
            <a:off x="533400" y="207572"/>
            <a:ext cx="9633858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30. The value of machine depreciates at the rate of 20% every year. It was purchased 3 years ago. If its present value is Rs.6400, its purchase prise was: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a. 9000 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11000 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c. 12000  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d. 12500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B6694E8-B914-FEBE-E349-DC241E66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22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B135-E65F-D0B0-50B1-60436B17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E11C353-CBB8-9D52-6940-03227B53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7D87B10-132E-B0BF-714B-EB2F90F5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7DC28-10D2-0405-61B9-E8EF6A19495D}"/>
              </a:ext>
            </a:extLst>
          </p:cNvPr>
          <p:cNvSpPr txBox="1"/>
          <p:nvPr/>
        </p:nvSpPr>
        <p:spPr>
          <a:xfrm>
            <a:off x="261257" y="365198"/>
            <a:ext cx="9763318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31. 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The population of a village increases by 10% every year if the present population is 6,000 what will be the population of the village after 3 years?​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 a. 7986         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 b. 7776         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c. 8126          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 d. 7646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97FABAA-AF2C-AB38-8803-41CA00922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95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C84C-0117-5177-0E08-D784F84E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784D11E-B3B5-1939-3967-9AFB48CA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691E528-DC8A-7515-1D6A-FB41003D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E53EA-39E8-670D-9417-49C3CE9382C1}"/>
              </a:ext>
            </a:extLst>
          </p:cNvPr>
          <p:cNvSpPr txBox="1"/>
          <p:nvPr/>
        </p:nvSpPr>
        <p:spPr>
          <a:xfrm>
            <a:off x="424542" y="207572"/>
            <a:ext cx="9612087" cy="224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+mj-lt"/>
                <a:cs typeface="Times New Roman" panose="02020603050405020304" pitchFamily="18" charset="0"/>
              </a:rPr>
              <a:t>32.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An employee spends 10% of their salary on rent, 20% on travel, 20% on EMI, and 10% on school fees. The remaining amount is saved, which is ₹31,500. Find the total salary of the employee.</a:t>
            </a:r>
            <a:endParaRPr lang="en-IN" sz="2400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55546C0-01B6-75AE-45EF-3FD2121AC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760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800A-4356-FAC8-29A9-32C41517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50F7893-3954-D987-CBD4-9F86FC9C6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29B4C6D-AF01-EA8B-F82C-C30AA637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A7C7D-A0B6-5921-50F1-299EAC2A9DE2}"/>
              </a:ext>
            </a:extLst>
          </p:cNvPr>
          <p:cNvSpPr txBox="1"/>
          <p:nvPr/>
        </p:nvSpPr>
        <p:spPr>
          <a:xfrm>
            <a:off x="413657" y="207572"/>
            <a:ext cx="9601201" cy="501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33. A person give 20% of his income to his elder son, 30% of the remaining to the younger son, and 10% of the balance he donated to a trust . He is left with Rs.10080. His income was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a. 50000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b. 40000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c. 30000    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d. 20000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3DDD204-F1B6-8F9D-9199-D7A791334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090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9F2DF-C3E5-9D1D-B116-A619639B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64BD689-A94E-2369-BD49-92EE896C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A0057FE-999A-E7F3-941E-BF50659D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94CC9-622F-23A8-7FDC-34C34A591F1A}"/>
              </a:ext>
            </a:extLst>
          </p:cNvPr>
          <p:cNvSpPr txBox="1"/>
          <p:nvPr/>
        </p:nvSpPr>
        <p:spPr>
          <a:xfrm>
            <a:off x="544286" y="207572"/>
            <a:ext cx="9633858" cy="445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34. </a:t>
            </a:r>
            <a:r>
              <a:rPr lang="en-US" sz="2400" b="1" dirty="0">
                <a:latin typeface="Bookman Old Style" pitchFamily="18" charset="0"/>
                <a:cs typeface="Times New Roman" panose="02020603050405020304" pitchFamily="18" charset="0"/>
              </a:rPr>
              <a:t>From a 20-litre solution of salt and water with 20% salt, 2 litre of water is evaporated. Find the new percent concentration of salt.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a. 20%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b. 23%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c. 22.22%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   d. 21.11%</a:t>
            </a:r>
          </a:p>
          <a:p>
            <a:pPr algn="just">
              <a:lnSpc>
                <a:spcPct val="150000"/>
              </a:lnSpc>
            </a:pP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BD258A6-13D0-1EBA-B016-DFAF433AB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43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270DB-3521-8366-8B03-52D3196A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23F272B-0E3A-573E-D801-91F54F50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7819FA7-B4EE-4ECB-03BB-17EE1E57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ACEEB-4953-4B33-C6C3-FB94018D647D}"/>
              </a:ext>
            </a:extLst>
          </p:cNvPr>
          <p:cNvSpPr txBox="1"/>
          <p:nvPr/>
        </p:nvSpPr>
        <p:spPr>
          <a:xfrm>
            <a:off x="544286" y="207572"/>
            <a:ext cx="9633858" cy="1688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35.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The radius of a cylinder is increased by 10%, and its height is decreased by 20%. Determine the percentage change in the volume of the cylinder.</a:t>
            </a:r>
            <a:endParaRPr lang="en-IN" sz="24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944456A-2E01-9A7E-B17F-0970E9E9D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8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8502-9EF6-E4D8-77AB-306572C9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873BB4-C24F-2460-94BF-7B264D72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B24F-02C3-48DA-B7A8-4A361D6C12C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5D17ED-192E-214D-BC39-E26CD0BC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39</a:t>
            </a:fld>
            <a:endParaRPr lang="en-US"/>
          </a:p>
        </p:txBody>
      </p:sp>
      <p:pic>
        <p:nvPicPr>
          <p:cNvPr id="2" name="Picture 2" descr="Say Thank You For Your Attention">
            <a:extLst>
              <a:ext uri="{FF2B5EF4-FFF2-40B4-BE49-F238E27FC236}">
                <a16:creationId xmlns:a16="http://schemas.microsoft.com/office/drawing/2014/main" id="{4707998D-556D-0EA7-F7BC-A51E90BDC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706" y="1578429"/>
            <a:ext cx="6226630" cy="399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yellow and blue sign with words">
            <a:extLst>
              <a:ext uri="{FF2B5EF4-FFF2-40B4-BE49-F238E27FC236}">
                <a16:creationId xmlns:a16="http://schemas.microsoft.com/office/drawing/2014/main" id="{68EE8B8F-9995-B09C-E764-EC0D0787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260" y="207572"/>
            <a:ext cx="1666683" cy="147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56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2800</TotalTime>
  <Words>1908</Words>
  <Application>Microsoft Office PowerPoint</Application>
  <PresentationFormat>Widescreen</PresentationFormat>
  <Paragraphs>238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Bookman Old Style</vt:lpstr>
      <vt:lpstr>Cambria Math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Sujoy  Saha</dc:creator>
  <cp:lastModifiedBy>harikrishnareddy pagadam</cp:lastModifiedBy>
  <cp:revision>132</cp:revision>
  <dcterms:created xsi:type="dcterms:W3CDTF">2025-01-02T14:33:31Z</dcterms:created>
  <dcterms:modified xsi:type="dcterms:W3CDTF">2026-05-14T01:25:18Z</dcterms:modified>
</cp:coreProperties>
</file>