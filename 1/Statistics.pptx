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1" r:id="rId1"/>
  </p:sldMasterIdLst>
  <p:sldIdLst>
    <p:sldId id="256" r:id="rId2"/>
    <p:sldId id="257" r:id="rId3"/>
    <p:sldId id="320" r:id="rId4"/>
    <p:sldId id="302" r:id="rId5"/>
    <p:sldId id="299" r:id="rId6"/>
    <p:sldId id="258" r:id="rId7"/>
    <p:sldId id="303" r:id="rId8"/>
    <p:sldId id="304" r:id="rId9"/>
    <p:sldId id="259" r:id="rId10"/>
    <p:sldId id="305" r:id="rId11"/>
    <p:sldId id="306" r:id="rId12"/>
    <p:sldId id="260" r:id="rId13"/>
    <p:sldId id="307" r:id="rId14"/>
    <p:sldId id="261" r:id="rId15"/>
    <p:sldId id="308" r:id="rId16"/>
    <p:sldId id="262" r:id="rId17"/>
    <p:sldId id="309" r:id="rId18"/>
    <p:sldId id="263" r:id="rId19"/>
    <p:sldId id="266" r:id="rId20"/>
    <p:sldId id="310" r:id="rId21"/>
    <p:sldId id="267" r:id="rId22"/>
    <p:sldId id="269" r:id="rId23"/>
    <p:sldId id="311" r:id="rId24"/>
    <p:sldId id="270" r:id="rId25"/>
    <p:sldId id="271" r:id="rId26"/>
    <p:sldId id="312" r:id="rId27"/>
    <p:sldId id="272" r:id="rId28"/>
    <p:sldId id="313" r:id="rId29"/>
    <p:sldId id="273" r:id="rId30"/>
    <p:sldId id="315" r:id="rId31"/>
    <p:sldId id="274" r:id="rId32"/>
    <p:sldId id="316" r:id="rId33"/>
    <p:sldId id="317" r:id="rId34"/>
    <p:sldId id="275" r:id="rId35"/>
    <p:sldId id="318" r:id="rId36"/>
    <p:sldId id="297" r:id="rId37"/>
    <p:sldId id="319" r:id="rId38"/>
    <p:sldId id="298" r:id="rId39"/>
    <p:sldId id="300" r:id="rId40"/>
    <p:sldId id="301" r:id="rId41"/>
    <p:sldId id="288"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RAN KUMAR GANTA" userId="04d4457b2c6f4d58" providerId="LiveId" clId="{415B0607-3D18-4380-816B-9D66A004EED0}"/>
    <pc:docChg chg="custSel addSld modSld">
      <pc:chgData name="KIRAN KUMAR GANTA" userId="04d4457b2c6f4d58" providerId="LiveId" clId="{415B0607-3D18-4380-816B-9D66A004EED0}" dt="2022-12-03T13:27:18.705" v="6110" actId="20577"/>
      <pc:docMkLst>
        <pc:docMk/>
      </pc:docMkLst>
      <pc:sldChg chg="modSp mod">
        <pc:chgData name="KIRAN KUMAR GANTA" userId="04d4457b2c6f4d58" providerId="LiveId" clId="{415B0607-3D18-4380-816B-9D66A004EED0}" dt="2022-11-22T09:44:02.084" v="109" actId="113"/>
        <pc:sldMkLst>
          <pc:docMk/>
          <pc:sldMk cId="2745039445" sldId="259"/>
        </pc:sldMkLst>
        <pc:spChg chg="mod">
          <ac:chgData name="KIRAN KUMAR GANTA" userId="04d4457b2c6f4d58" providerId="LiveId" clId="{415B0607-3D18-4380-816B-9D66A004EED0}" dt="2022-11-22T09:44:02.084" v="109" actId="113"/>
          <ac:spMkLst>
            <pc:docMk/>
            <pc:sldMk cId="2745039445" sldId="259"/>
            <ac:spMk id="3" creationId="{3F7F7275-821A-7B23-BE3E-B9410147340D}"/>
          </ac:spMkLst>
        </pc:spChg>
      </pc:sldChg>
      <pc:sldChg chg="delSp modSp new mod">
        <pc:chgData name="KIRAN KUMAR GANTA" userId="04d4457b2c6f4d58" providerId="LiveId" clId="{415B0607-3D18-4380-816B-9D66A004EED0}" dt="2022-11-22T09:45:58.981" v="253" actId="113"/>
        <pc:sldMkLst>
          <pc:docMk/>
          <pc:sldMk cId="3259336835" sldId="260"/>
        </pc:sldMkLst>
        <pc:spChg chg="del mod">
          <ac:chgData name="KIRAN KUMAR GANTA" userId="04d4457b2c6f4d58" providerId="LiveId" clId="{415B0607-3D18-4380-816B-9D66A004EED0}" dt="2022-11-22T09:44:16.597" v="112" actId="478"/>
          <ac:spMkLst>
            <pc:docMk/>
            <pc:sldMk cId="3259336835" sldId="260"/>
            <ac:spMk id="2" creationId="{C99E18C2-BC0C-7ED6-C1EA-F75EE7BAD2FC}"/>
          </ac:spMkLst>
        </pc:spChg>
        <pc:spChg chg="mod">
          <ac:chgData name="KIRAN KUMAR GANTA" userId="04d4457b2c6f4d58" providerId="LiveId" clId="{415B0607-3D18-4380-816B-9D66A004EED0}" dt="2022-11-22T09:45:58.981" v="253" actId="113"/>
          <ac:spMkLst>
            <pc:docMk/>
            <pc:sldMk cId="3259336835" sldId="260"/>
            <ac:spMk id="3" creationId="{BD0CAEFC-D594-A38A-CE5E-25A0316665E1}"/>
          </ac:spMkLst>
        </pc:spChg>
      </pc:sldChg>
      <pc:sldChg chg="delSp modSp new mod">
        <pc:chgData name="KIRAN KUMAR GANTA" userId="04d4457b2c6f4d58" providerId="LiveId" clId="{415B0607-3D18-4380-816B-9D66A004EED0}" dt="2022-11-22T09:47:48.159" v="368" actId="113"/>
        <pc:sldMkLst>
          <pc:docMk/>
          <pc:sldMk cId="3231654361" sldId="261"/>
        </pc:sldMkLst>
        <pc:spChg chg="del mod">
          <ac:chgData name="KIRAN KUMAR GANTA" userId="04d4457b2c6f4d58" providerId="LiveId" clId="{415B0607-3D18-4380-816B-9D66A004EED0}" dt="2022-11-22T09:46:11.354" v="256" actId="478"/>
          <ac:spMkLst>
            <pc:docMk/>
            <pc:sldMk cId="3231654361" sldId="261"/>
            <ac:spMk id="2" creationId="{B92F98AE-B313-6351-8B77-07F241C7A521}"/>
          </ac:spMkLst>
        </pc:spChg>
        <pc:spChg chg="mod">
          <ac:chgData name="KIRAN KUMAR GANTA" userId="04d4457b2c6f4d58" providerId="LiveId" clId="{415B0607-3D18-4380-816B-9D66A004EED0}" dt="2022-11-22T09:47:48.159" v="368" actId="113"/>
          <ac:spMkLst>
            <pc:docMk/>
            <pc:sldMk cId="3231654361" sldId="261"/>
            <ac:spMk id="3" creationId="{0A237550-1DE1-9F96-6294-BBF931B4F42B}"/>
          </ac:spMkLst>
        </pc:spChg>
      </pc:sldChg>
      <pc:sldChg chg="delSp modSp new mod">
        <pc:chgData name="KIRAN KUMAR GANTA" userId="04d4457b2c6f4d58" providerId="LiveId" clId="{415B0607-3D18-4380-816B-9D66A004EED0}" dt="2022-11-22T09:49:35.756" v="490" actId="113"/>
        <pc:sldMkLst>
          <pc:docMk/>
          <pc:sldMk cId="2471644895" sldId="262"/>
        </pc:sldMkLst>
        <pc:spChg chg="del mod">
          <ac:chgData name="KIRAN KUMAR GANTA" userId="04d4457b2c6f4d58" providerId="LiveId" clId="{415B0607-3D18-4380-816B-9D66A004EED0}" dt="2022-11-22T09:48:00.071" v="371" actId="478"/>
          <ac:spMkLst>
            <pc:docMk/>
            <pc:sldMk cId="2471644895" sldId="262"/>
            <ac:spMk id="2" creationId="{000AA207-4125-EFA2-9E98-39906A0019E9}"/>
          </ac:spMkLst>
        </pc:spChg>
        <pc:spChg chg="mod">
          <ac:chgData name="KIRAN KUMAR GANTA" userId="04d4457b2c6f4d58" providerId="LiveId" clId="{415B0607-3D18-4380-816B-9D66A004EED0}" dt="2022-11-22T09:49:35.756" v="490" actId="113"/>
          <ac:spMkLst>
            <pc:docMk/>
            <pc:sldMk cId="2471644895" sldId="262"/>
            <ac:spMk id="3" creationId="{ED5E6109-DE52-D3E6-2B6D-0F9DD5E9BD64}"/>
          </ac:spMkLst>
        </pc:spChg>
      </pc:sldChg>
      <pc:sldChg chg="delSp modSp new mod">
        <pc:chgData name="KIRAN KUMAR GANTA" userId="04d4457b2c6f4d58" providerId="LiveId" clId="{415B0607-3D18-4380-816B-9D66A004EED0}" dt="2022-11-22T09:51:13.335" v="609" actId="113"/>
        <pc:sldMkLst>
          <pc:docMk/>
          <pc:sldMk cId="3406206606" sldId="263"/>
        </pc:sldMkLst>
        <pc:spChg chg="del mod">
          <ac:chgData name="KIRAN KUMAR GANTA" userId="04d4457b2c6f4d58" providerId="LiveId" clId="{415B0607-3D18-4380-816B-9D66A004EED0}" dt="2022-11-22T09:49:42.789" v="493" actId="478"/>
          <ac:spMkLst>
            <pc:docMk/>
            <pc:sldMk cId="3406206606" sldId="263"/>
            <ac:spMk id="2" creationId="{47AD252D-8EA7-E794-9CA2-A244515ADA72}"/>
          </ac:spMkLst>
        </pc:spChg>
        <pc:spChg chg="mod">
          <ac:chgData name="KIRAN KUMAR GANTA" userId="04d4457b2c6f4d58" providerId="LiveId" clId="{415B0607-3D18-4380-816B-9D66A004EED0}" dt="2022-11-22T09:51:13.335" v="609" actId="113"/>
          <ac:spMkLst>
            <pc:docMk/>
            <pc:sldMk cId="3406206606" sldId="263"/>
            <ac:spMk id="3" creationId="{83435682-F3C7-456E-8725-FBF18D75BED0}"/>
          </ac:spMkLst>
        </pc:spChg>
      </pc:sldChg>
      <pc:sldChg chg="delSp modSp new mod">
        <pc:chgData name="KIRAN KUMAR GANTA" userId="04d4457b2c6f4d58" providerId="LiveId" clId="{415B0607-3D18-4380-816B-9D66A004EED0}" dt="2022-11-22T09:52:56.447" v="734" actId="113"/>
        <pc:sldMkLst>
          <pc:docMk/>
          <pc:sldMk cId="2366335118" sldId="264"/>
        </pc:sldMkLst>
        <pc:spChg chg="del mod">
          <ac:chgData name="KIRAN KUMAR GANTA" userId="04d4457b2c6f4d58" providerId="LiveId" clId="{415B0607-3D18-4380-816B-9D66A004EED0}" dt="2022-11-22T09:51:26.456" v="612" actId="478"/>
          <ac:spMkLst>
            <pc:docMk/>
            <pc:sldMk cId="2366335118" sldId="264"/>
            <ac:spMk id="2" creationId="{700A2CCF-64AC-D193-C5D6-C51F72224C5B}"/>
          </ac:spMkLst>
        </pc:spChg>
        <pc:spChg chg="mod">
          <ac:chgData name="KIRAN KUMAR GANTA" userId="04d4457b2c6f4d58" providerId="LiveId" clId="{415B0607-3D18-4380-816B-9D66A004EED0}" dt="2022-11-22T09:52:56.447" v="734" actId="113"/>
          <ac:spMkLst>
            <pc:docMk/>
            <pc:sldMk cId="2366335118" sldId="264"/>
            <ac:spMk id="3" creationId="{12232249-F00A-336E-BF6A-27A16CE2F241}"/>
          </ac:spMkLst>
        </pc:spChg>
      </pc:sldChg>
      <pc:sldChg chg="delSp modSp new mod">
        <pc:chgData name="KIRAN KUMAR GANTA" userId="04d4457b2c6f4d58" providerId="LiveId" clId="{415B0607-3D18-4380-816B-9D66A004EED0}" dt="2022-11-22T09:54:43.339" v="856" actId="113"/>
        <pc:sldMkLst>
          <pc:docMk/>
          <pc:sldMk cId="3726046492" sldId="265"/>
        </pc:sldMkLst>
        <pc:spChg chg="del mod">
          <ac:chgData name="KIRAN KUMAR GANTA" userId="04d4457b2c6f4d58" providerId="LiveId" clId="{415B0607-3D18-4380-816B-9D66A004EED0}" dt="2022-11-22T09:53:05.392" v="737" actId="478"/>
          <ac:spMkLst>
            <pc:docMk/>
            <pc:sldMk cId="3726046492" sldId="265"/>
            <ac:spMk id="2" creationId="{A1B099E4-C240-C94B-53B7-D1EE52C04EBE}"/>
          </ac:spMkLst>
        </pc:spChg>
        <pc:spChg chg="mod">
          <ac:chgData name="KIRAN KUMAR GANTA" userId="04d4457b2c6f4d58" providerId="LiveId" clId="{415B0607-3D18-4380-816B-9D66A004EED0}" dt="2022-11-22T09:54:43.339" v="856" actId="113"/>
          <ac:spMkLst>
            <pc:docMk/>
            <pc:sldMk cId="3726046492" sldId="265"/>
            <ac:spMk id="3" creationId="{9F32EDFA-9473-79EE-0F35-48D6FE17308F}"/>
          </ac:spMkLst>
        </pc:spChg>
      </pc:sldChg>
      <pc:sldChg chg="delSp modSp new mod">
        <pc:chgData name="KIRAN KUMAR GANTA" userId="04d4457b2c6f4d58" providerId="LiveId" clId="{415B0607-3D18-4380-816B-9D66A004EED0}" dt="2022-11-22T09:56:56.173" v="987" actId="113"/>
        <pc:sldMkLst>
          <pc:docMk/>
          <pc:sldMk cId="1208186571" sldId="266"/>
        </pc:sldMkLst>
        <pc:spChg chg="del mod">
          <ac:chgData name="KIRAN KUMAR GANTA" userId="04d4457b2c6f4d58" providerId="LiveId" clId="{415B0607-3D18-4380-816B-9D66A004EED0}" dt="2022-11-22T09:55:10.225" v="859" actId="478"/>
          <ac:spMkLst>
            <pc:docMk/>
            <pc:sldMk cId="1208186571" sldId="266"/>
            <ac:spMk id="2" creationId="{51117EEC-5E2D-DC41-081A-DE5B29DCAD03}"/>
          </ac:spMkLst>
        </pc:spChg>
        <pc:spChg chg="mod">
          <ac:chgData name="KIRAN KUMAR GANTA" userId="04d4457b2c6f4d58" providerId="LiveId" clId="{415B0607-3D18-4380-816B-9D66A004EED0}" dt="2022-11-22T09:56:56.173" v="987" actId="113"/>
          <ac:spMkLst>
            <pc:docMk/>
            <pc:sldMk cId="1208186571" sldId="266"/>
            <ac:spMk id="3" creationId="{F1C208E4-8FE0-3F9B-F449-7A80C294134C}"/>
          </ac:spMkLst>
        </pc:spChg>
      </pc:sldChg>
      <pc:sldChg chg="delSp modSp new mod">
        <pc:chgData name="KIRAN KUMAR GANTA" userId="04d4457b2c6f4d58" providerId="LiveId" clId="{415B0607-3D18-4380-816B-9D66A004EED0}" dt="2022-11-22T09:59:46.615" v="1143" actId="113"/>
        <pc:sldMkLst>
          <pc:docMk/>
          <pc:sldMk cId="1105230622" sldId="267"/>
        </pc:sldMkLst>
        <pc:spChg chg="del mod">
          <ac:chgData name="KIRAN KUMAR GANTA" userId="04d4457b2c6f4d58" providerId="LiveId" clId="{415B0607-3D18-4380-816B-9D66A004EED0}" dt="2022-11-22T09:57:06.958" v="990" actId="478"/>
          <ac:spMkLst>
            <pc:docMk/>
            <pc:sldMk cId="1105230622" sldId="267"/>
            <ac:spMk id="2" creationId="{A9803699-48FA-E108-82F9-8F99BEB1DDE4}"/>
          </ac:spMkLst>
        </pc:spChg>
        <pc:spChg chg="mod">
          <ac:chgData name="KIRAN KUMAR GANTA" userId="04d4457b2c6f4d58" providerId="LiveId" clId="{415B0607-3D18-4380-816B-9D66A004EED0}" dt="2022-11-22T09:59:46.615" v="1143" actId="113"/>
          <ac:spMkLst>
            <pc:docMk/>
            <pc:sldMk cId="1105230622" sldId="267"/>
            <ac:spMk id="3" creationId="{4FE0DC40-B0EA-D63B-E4B6-70164DE9D2E3}"/>
          </ac:spMkLst>
        </pc:spChg>
      </pc:sldChg>
      <pc:sldChg chg="delSp modSp new mod">
        <pc:chgData name="KIRAN KUMAR GANTA" userId="04d4457b2c6f4d58" providerId="LiveId" clId="{415B0607-3D18-4380-816B-9D66A004EED0}" dt="2022-11-22T10:02:17.532" v="1283" actId="113"/>
        <pc:sldMkLst>
          <pc:docMk/>
          <pc:sldMk cId="921741312" sldId="268"/>
        </pc:sldMkLst>
        <pc:spChg chg="del mod">
          <ac:chgData name="KIRAN KUMAR GANTA" userId="04d4457b2c6f4d58" providerId="LiveId" clId="{415B0607-3D18-4380-816B-9D66A004EED0}" dt="2022-11-22T09:59:55.647" v="1146" actId="478"/>
          <ac:spMkLst>
            <pc:docMk/>
            <pc:sldMk cId="921741312" sldId="268"/>
            <ac:spMk id="2" creationId="{04D77D2A-BBD0-DE84-C6A0-43773C1F5757}"/>
          </ac:spMkLst>
        </pc:spChg>
        <pc:spChg chg="mod">
          <ac:chgData name="KIRAN KUMAR GANTA" userId="04d4457b2c6f4d58" providerId="LiveId" clId="{415B0607-3D18-4380-816B-9D66A004EED0}" dt="2022-11-22T10:02:17.532" v="1283" actId="113"/>
          <ac:spMkLst>
            <pc:docMk/>
            <pc:sldMk cId="921741312" sldId="268"/>
            <ac:spMk id="3" creationId="{837DD3FD-F0EB-8CF6-8476-A685D9C43EF1}"/>
          </ac:spMkLst>
        </pc:spChg>
      </pc:sldChg>
      <pc:sldChg chg="delSp modSp new mod">
        <pc:chgData name="KIRAN KUMAR GANTA" userId="04d4457b2c6f4d58" providerId="LiveId" clId="{415B0607-3D18-4380-816B-9D66A004EED0}" dt="2022-11-22T10:04:53.768" v="1456" actId="113"/>
        <pc:sldMkLst>
          <pc:docMk/>
          <pc:sldMk cId="3188229740" sldId="269"/>
        </pc:sldMkLst>
        <pc:spChg chg="del mod">
          <ac:chgData name="KIRAN KUMAR GANTA" userId="04d4457b2c6f4d58" providerId="LiveId" clId="{415B0607-3D18-4380-816B-9D66A004EED0}" dt="2022-11-22T10:02:25.180" v="1286" actId="478"/>
          <ac:spMkLst>
            <pc:docMk/>
            <pc:sldMk cId="3188229740" sldId="269"/>
            <ac:spMk id="2" creationId="{65A2866E-01DA-5730-F139-DAEA0DF26248}"/>
          </ac:spMkLst>
        </pc:spChg>
        <pc:spChg chg="mod">
          <ac:chgData name="KIRAN KUMAR GANTA" userId="04d4457b2c6f4d58" providerId="LiveId" clId="{415B0607-3D18-4380-816B-9D66A004EED0}" dt="2022-11-22T10:04:53.768" v="1456" actId="113"/>
          <ac:spMkLst>
            <pc:docMk/>
            <pc:sldMk cId="3188229740" sldId="269"/>
            <ac:spMk id="3" creationId="{4D6EDC61-D907-181C-909A-F0EF15A8407C}"/>
          </ac:spMkLst>
        </pc:spChg>
      </pc:sldChg>
      <pc:sldChg chg="delSp modSp new mod">
        <pc:chgData name="KIRAN KUMAR GANTA" userId="04d4457b2c6f4d58" providerId="LiveId" clId="{415B0607-3D18-4380-816B-9D66A004EED0}" dt="2022-11-22T10:07:37.006" v="1631" actId="123"/>
        <pc:sldMkLst>
          <pc:docMk/>
          <pc:sldMk cId="1343770880" sldId="270"/>
        </pc:sldMkLst>
        <pc:spChg chg="del mod">
          <ac:chgData name="KIRAN KUMAR GANTA" userId="04d4457b2c6f4d58" providerId="LiveId" clId="{415B0607-3D18-4380-816B-9D66A004EED0}" dt="2022-11-22T10:05:03.868" v="1459" actId="478"/>
          <ac:spMkLst>
            <pc:docMk/>
            <pc:sldMk cId="1343770880" sldId="270"/>
            <ac:spMk id="2" creationId="{70195E2B-9811-C77D-1275-65B827A46264}"/>
          </ac:spMkLst>
        </pc:spChg>
        <pc:spChg chg="mod">
          <ac:chgData name="KIRAN KUMAR GANTA" userId="04d4457b2c6f4d58" providerId="LiveId" clId="{415B0607-3D18-4380-816B-9D66A004EED0}" dt="2022-11-22T10:07:37.006" v="1631" actId="123"/>
          <ac:spMkLst>
            <pc:docMk/>
            <pc:sldMk cId="1343770880" sldId="270"/>
            <ac:spMk id="3" creationId="{1FEB0B71-DE53-634B-274E-6F27A9B49692}"/>
          </ac:spMkLst>
        </pc:spChg>
      </pc:sldChg>
      <pc:sldChg chg="delSp modSp new mod">
        <pc:chgData name="KIRAN KUMAR GANTA" userId="04d4457b2c6f4d58" providerId="LiveId" clId="{415B0607-3D18-4380-816B-9D66A004EED0}" dt="2022-11-22T10:10:35.974" v="1858" actId="123"/>
        <pc:sldMkLst>
          <pc:docMk/>
          <pc:sldMk cId="2758500736" sldId="271"/>
        </pc:sldMkLst>
        <pc:spChg chg="del mod">
          <ac:chgData name="KIRAN KUMAR GANTA" userId="04d4457b2c6f4d58" providerId="LiveId" clId="{415B0607-3D18-4380-816B-9D66A004EED0}" dt="2022-11-22T10:07:47.174" v="1634" actId="478"/>
          <ac:spMkLst>
            <pc:docMk/>
            <pc:sldMk cId="2758500736" sldId="271"/>
            <ac:spMk id="2" creationId="{EFDCD9D6-3741-07CB-6466-D105E37F06DA}"/>
          </ac:spMkLst>
        </pc:spChg>
        <pc:spChg chg="mod">
          <ac:chgData name="KIRAN KUMAR GANTA" userId="04d4457b2c6f4d58" providerId="LiveId" clId="{415B0607-3D18-4380-816B-9D66A004EED0}" dt="2022-11-22T10:10:35.974" v="1858" actId="123"/>
          <ac:spMkLst>
            <pc:docMk/>
            <pc:sldMk cId="2758500736" sldId="271"/>
            <ac:spMk id="3" creationId="{84B8E209-D197-54D2-FA90-614220DCAA3C}"/>
          </ac:spMkLst>
        </pc:spChg>
      </pc:sldChg>
      <pc:sldChg chg="delSp modSp new mod">
        <pc:chgData name="KIRAN KUMAR GANTA" userId="04d4457b2c6f4d58" providerId="LiveId" clId="{415B0607-3D18-4380-816B-9D66A004EED0}" dt="2022-11-22T10:13:59.747" v="2077" actId="123"/>
        <pc:sldMkLst>
          <pc:docMk/>
          <pc:sldMk cId="3653190127" sldId="272"/>
        </pc:sldMkLst>
        <pc:spChg chg="del mod">
          <ac:chgData name="KIRAN KUMAR GANTA" userId="04d4457b2c6f4d58" providerId="LiveId" clId="{415B0607-3D18-4380-816B-9D66A004EED0}" dt="2022-11-22T10:10:43.954" v="1861" actId="478"/>
          <ac:spMkLst>
            <pc:docMk/>
            <pc:sldMk cId="3653190127" sldId="272"/>
            <ac:spMk id="2" creationId="{78291E25-DB65-D67D-55E1-1C04E811F0A3}"/>
          </ac:spMkLst>
        </pc:spChg>
        <pc:spChg chg="mod">
          <ac:chgData name="KIRAN KUMAR GANTA" userId="04d4457b2c6f4d58" providerId="LiveId" clId="{415B0607-3D18-4380-816B-9D66A004EED0}" dt="2022-11-22T10:13:59.747" v="2077" actId="123"/>
          <ac:spMkLst>
            <pc:docMk/>
            <pc:sldMk cId="3653190127" sldId="272"/>
            <ac:spMk id="3" creationId="{506F231C-6208-F025-E6AF-A625BE35EB83}"/>
          </ac:spMkLst>
        </pc:spChg>
      </pc:sldChg>
      <pc:sldChg chg="addSp delSp modSp new mod">
        <pc:chgData name="KIRAN KUMAR GANTA" userId="04d4457b2c6f4d58" providerId="LiveId" clId="{415B0607-3D18-4380-816B-9D66A004EED0}" dt="2022-11-23T00:22:07.413" v="2634" actId="123"/>
        <pc:sldMkLst>
          <pc:docMk/>
          <pc:sldMk cId="3695859695" sldId="273"/>
        </pc:sldMkLst>
        <pc:spChg chg="del mod">
          <ac:chgData name="KIRAN KUMAR GANTA" userId="04d4457b2c6f4d58" providerId="LiveId" clId="{415B0607-3D18-4380-816B-9D66A004EED0}" dt="2022-11-22T10:14:55.718" v="2080" actId="478"/>
          <ac:spMkLst>
            <pc:docMk/>
            <pc:sldMk cId="3695859695" sldId="273"/>
            <ac:spMk id="2" creationId="{94BB2080-21D0-F1DE-A9D1-FCD4990E2124}"/>
          </ac:spMkLst>
        </pc:spChg>
        <pc:spChg chg="mod">
          <ac:chgData name="KIRAN KUMAR GANTA" userId="04d4457b2c6f4d58" providerId="LiveId" clId="{415B0607-3D18-4380-816B-9D66A004EED0}" dt="2022-11-23T00:22:07.413" v="2634" actId="123"/>
          <ac:spMkLst>
            <pc:docMk/>
            <pc:sldMk cId="3695859695" sldId="273"/>
            <ac:spMk id="3" creationId="{08FB23B5-8DA9-7542-5D8E-8BA2B36C5599}"/>
          </ac:spMkLst>
        </pc:spChg>
        <pc:spChg chg="add mod">
          <ac:chgData name="KIRAN KUMAR GANTA" userId="04d4457b2c6f4d58" providerId="LiveId" clId="{415B0607-3D18-4380-816B-9D66A004EED0}" dt="2022-11-22T10:47:23.601" v="2338" actId="20577"/>
          <ac:spMkLst>
            <pc:docMk/>
            <pc:sldMk cId="3695859695" sldId="273"/>
            <ac:spMk id="4" creationId="{0386C79C-5562-CBCF-7E50-5E77E83F5C66}"/>
          </ac:spMkLst>
        </pc:spChg>
      </pc:sldChg>
      <pc:sldChg chg="delSp modSp new mod">
        <pc:chgData name="KIRAN KUMAR GANTA" userId="04d4457b2c6f4d58" providerId="LiveId" clId="{415B0607-3D18-4380-816B-9D66A004EED0}" dt="2022-11-23T00:25:42.108" v="2859" actId="123"/>
        <pc:sldMkLst>
          <pc:docMk/>
          <pc:sldMk cId="2026968352" sldId="274"/>
        </pc:sldMkLst>
        <pc:spChg chg="del mod">
          <ac:chgData name="KIRAN KUMAR GANTA" userId="04d4457b2c6f4d58" providerId="LiveId" clId="{415B0607-3D18-4380-816B-9D66A004EED0}" dt="2022-11-23T00:22:23.940" v="2637" actId="478"/>
          <ac:spMkLst>
            <pc:docMk/>
            <pc:sldMk cId="2026968352" sldId="274"/>
            <ac:spMk id="2" creationId="{150100BA-6C40-A5E0-D970-7D222207E89F}"/>
          </ac:spMkLst>
        </pc:spChg>
        <pc:spChg chg="mod">
          <ac:chgData name="KIRAN KUMAR GANTA" userId="04d4457b2c6f4d58" providerId="LiveId" clId="{415B0607-3D18-4380-816B-9D66A004EED0}" dt="2022-11-23T00:25:42.108" v="2859" actId="123"/>
          <ac:spMkLst>
            <pc:docMk/>
            <pc:sldMk cId="2026968352" sldId="274"/>
            <ac:spMk id="3" creationId="{668703F4-1813-892A-D70C-11718D503101}"/>
          </ac:spMkLst>
        </pc:spChg>
      </pc:sldChg>
      <pc:sldChg chg="delSp modSp new mod">
        <pc:chgData name="KIRAN KUMAR GANTA" userId="04d4457b2c6f4d58" providerId="LiveId" clId="{415B0607-3D18-4380-816B-9D66A004EED0}" dt="2022-11-23T00:28:56.357" v="3087" actId="123"/>
        <pc:sldMkLst>
          <pc:docMk/>
          <pc:sldMk cId="2957383491" sldId="275"/>
        </pc:sldMkLst>
        <pc:spChg chg="del mod">
          <ac:chgData name="KIRAN KUMAR GANTA" userId="04d4457b2c6f4d58" providerId="LiveId" clId="{415B0607-3D18-4380-816B-9D66A004EED0}" dt="2022-11-23T00:25:52.933" v="2862" actId="478"/>
          <ac:spMkLst>
            <pc:docMk/>
            <pc:sldMk cId="2957383491" sldId="275"/>
            <ac:spMk id="2" creationId="{6B4DC175-5F8F-02D1-67EF-989E7DD6CB0E}"/>
          </ac:spMkLst>
        </pc:spChg>
        <pc:spChg chg="mod">
          <ac:chgData name="KIRAN KUMAR GANTA" userId="04d4457b2c6f4d58" providerId="LiveId" clId="{415B0607-3D18-4380-816B-9D66A004EED0}" dt="2022-11-23T00:28:56.357" v="3087" actId="123"/>
          <ac:spMkLst>
            <pc:docMk/>
            <pc:sldMk cId="2957383491" sldId="275"/>
            <ac:spMk id="3" creationId="{9C531A27-11BB-3D0C-6631-5379D78E199B}"/>
          </ac:spMkLst>
        </pc:spChg>
      </pc:sldChg>
      <pc:sldChg chg="delSp modSp new mod">
        <pc:chgData name="KIRAN KUMAR GANTA" userId="04d4457b2c6f4d58" providerId="LiveId" clId="{415B0607-3D18-4380-816B-9D66A004EED0}" dt="2022-11-23T00:34:22.033" v="3367" actId="14100"/>
        <pc:sldMkLst>
          <pc:docMk/>
          <pc:sldMk cId="2146524995" sldId="276"/>
        </pc:sldMkLst>
        <pc:spChg chg="del">
          <ac:chgData name="KIRAN KUMAR GANTA" userId="04d4457b2c6f4d58" providerId="LiveId" clId="{415B0607-3D18-4380-816B-9D66A004EED0}" dt="2022-11-23T00:29:08.611" v="3089" actId="478"/>
          <ac:spMkLst>
            <pc:docMk/>
            <pc:sldMk cId="2146524995" sldId="276"/>
            <ac:spMk id="2" creationId="{16BE8993-1ECF-8345-24B7-572F81021BD5}"/>
          </ac:spMkLst>
        </pc:spChg>
        <pc:spChg chg="mod">
          <ac:chgData name="KIRAN KUMAR GANTA" userId="04d4457b2c6f4d58" providerId="LiveId" clId="{415B0607-3D18-4380-816B-9D66A004EED0}" dt="2022-11-23T00:34:22.033" v="3367" actId="14100"/>
          <ac:spMkLst>
            <pc:docMk/>
            <pc:sldMk cId="2146524995" sldId="276"/>
            <ac:spMk id="3" creationId="{03CF843A-ACC6-4F63-ED60-590DDF5B439D}"/>
          </ac:spMkLst>
        </pc:spChg>
      </pc:sldChg>
      <pc:sldChg chg="delSp modSp new mod">
        <pc:chgData name="KIRAN KUMAR GANTA" userId="04d4457b2c6f4d58" providerId="LiveId" clId="{415B0607-3D18-4380-816B-9D66A004EED0}" dt="2022-11-23T00:41:50.348" v="3594" actId="123"/>
        <pc:sldMkLst>
          <pc:docMk/>
          <pc:sldMk cId="1414182164" sldId="277"/>
        </pc:sldMkLst>
        <pc:spChg chg="del mod">
          <ac:chgData name="KIRAN KUMAR GANTA" userId="04d4457b2c6f4d58" providerId="LiveId" clId="{415B0607-3D18-4380-816B-9D66A004EED0}" dt="2022-11-23T00:34:40.034" v="3370" actId="478"/>
          <ac:spMkLst>
            <pc:docMk/>
            <pc:sldMk cId="1414182164" sldId="277"/>
            <ac:spMk id="2" creationId="{6251E59C-7F51-2616-1C3F-48746BCD2CA9}"/>
          </ac:spMkLst>
        </pc:spChg>
        <pc:spChg chg="mod">
          <ac:chgData name="KIRAN KUMAR GANTA" userId="04d4457b2c6f4d58" providerId="LiveId" clId="{415B0607-3D18-4380-816B-9D66A004EED0}" dt="2022-11-23T00:41:50.348" v="3594" actId="123"/>
          <ac:spMkLst>
            <pc:docMk/>
            <pc:sldMk cId="1414182164" sldId="277"/>
            <ac:spMk id="3" creationId="{BBA4833D-A393-F722-CAA9-C34A2200418A}"/>
          </ac:spMkLst>
        </pc:spChg>
      </pc:sldChg>
      <pc:sldChg chg="delSp modSp new mod">
        <pc:chgData name="KIRAN KUMAR GANTA" userId="04d4457b2c6f4d58" providerId="LiveId" clId="{415B0607-3D18-4380-816B-9D66A004EED0}" dt="2022-11-23T00:45:58.846" v="3789" actId="123"/>
        <pc:sldMkLst>
          <pc:docMk/>
          <pc:sldMk cId="3434561862" sldId="278"/>
        </pc:sldMkLst>
        <pc:spChg chg="del mod">
          <ac:chgData name="KIRAN KUMAR GANTA" userId="04d4457b2c6f4d58" providerId="LiveId" clId="{415B0607-3D18-4380-816B-9D66A004EED0}" dt="2022-11-23T00:42:01.803" v="3597" actId="478"/>
          <ac:spMkLst>
            <pc:docMk/>
            <pc:sldMk cId="3434561862" sldId="278"/>
            <ac:spMk id="2" creationId="{51FD3476-EC2A-18A1-8DFC-50FFB694F4A4}"/>
          </ac:spMkLst>
        </pc:spChg>
        <pc:spChg chg="mod">
          <ac:chgData name="KIRAN KUMAR GANTA" userId="04d4457b2c6f4d58" providerId="LiveId" clId="{415B0607-3D18-4380-816B-9D66A004EED0}" dt="2022-11-23T00:45:58.846" v="3789" actId="123"/>
          <ac:spMkLst>
            <pc:docMk/>
            <pc:sldMk cId="3434561862" sldId="278"/>
            <ac:spMk id="3" creationId="{F1CC810F-4B1C-0B6C-E977-549B0ADCCC3B}"/>
          </ac:spMkLst>
        </pc:spChg>
      </pc:sldChg>
      <pc:sldChg chg="delSp modSp new mod">
        <pc:chgData name="KIRAN KUMAR GANTA" userId="04d4457b2c6f4d58" providerId="LiveId" clId="{415B0607-3D18-4380-816B-9D66A004EED0}" dt="2022-11-23T00:48:57.612" v="3974" actId="123"/>
        <pc:sldMkLst>
          <pc:docMk/>
          <pc:sldMk cId="3425082150" sldId="279"/>
        </pc:sldMkLst>
        <pc:spChg chg="del mod">
          <ac:chgData name="KIRAN KUMAR GANTA" userId="04d4457b2c6f4d58" providerId="LiveId" clId="{415B0607-3D18-4380-816B-9D66A004EED0}" dt="2022-11-23T00:46:06.762" v="3792" actId="478"/>
          <ac:spMkLst>
            <pc:docMk/>
            <pc:sldMk cId="3425082150" sldId="279"/>
            <ac:spMk id="2" creationId="{04D80463-BE7B-ED63-7CF7-8B00AAF58365}"/>
          </ac:spMkLst>
        </pc:spChg>
        <pc:spChg chg="mod">
          <ac:chgData name="KIRAN KUMAR GANTA" userId="04d4457b2c6f4d58" providerId="LiveId" clId="{415B0607-3D18-4380-816B-9D66A004EED0}" dt="2022-11-23T00:48:57.612" v="3974" actId="123"/>
          <ac:spMkLst>
            <pc:docMk/>
            <pc:sldMk cId="3425082150" sldId="279"/>
            <ac:spMk id="3" creationId="{98EAFA4C-BD9E-0554-C08A-C8929C9E1305}"/>
          </ac:spMkLst>
        </pc:spChg>
      </pc:sldChg>
      <pc:sldChg chg="delSp modSp new mod">
        <pc:chgData name="KIRAN KUMAR GANTA" userId="04d4457b2c6f4d58" providerId="LiveId" clId="{415B0607-3D18-4380-816B-9D66A004EED0}" dt="2022-11-23T00:51:35.466" v="4163" actId="123"/>
        <pc:sldMkLst>
          <pc:docMk/>
          <pc:sldMk cId="2076612004" sldId="280"/>
        </pc:sldMkLst>
        <pc:spChg chg="del mod">
          <ac:chgData name="KIRAN KUMAR GANTA" userId="04d4457b2c6f4d58" providerId="LiveId" clId="{415B0607-3D18-4380-816B-9D66A004EED0}" dt="2022-11-23T00:49:08.086" v="3977" actId="478"/>
          <ac:spMkLst>
            <pc:docMk/>
            <pc:sldMk cId="2076612004" sldId="280"/>
            <ac:spMk id="2" creationId="{32E994F3-2019-6BB5-6074-5471C45CE759}"/>
          </ac:spMkLst>
        </pc:spChg>
        <pc:spChg chg="mod">
          <ac:chgData name="KIRAN KUMAR GANTA" userId="04d4457b2c6f4d58" providerId="LiveId" clId="{415B0607-3D18-4380-816B-9D66A004EED0}" dt="2022-11-23T00:51:35.466" v="4163" actId="123"/>
          <ac:spMkLst>
            <pc:docMk/>
            <pc:sldMk cId="2076612004" sldId="280"/>
            <ac:spMk id="3" creationId="{C9242765-0CE3-2B9A-CE0B-990E2FFC66CC}"/>
          </ac:spMkLst>
        </pc:spChg>
      </pc:sldChg>
      <pc:sldChg chg="delSp modSp new mod">
        <pc:chgData name="KIRAN KUMAR GANTA" userId="04d4457b2c6f4d58" providerId="LiveId" clId="{415B0607-3D18-4380-816B-9D66A004EED0}" dt="2022-11-23T00:55:14.908" v="4405" actId="123"/>
        <pc:sldMkLst>
          <pc:docMk/>
          <pc:sldMk cId="2711076953" sldId="281"/>
        </pc:sldMkLst>
        <pc:spChg chg="del mod">
          <ac:chgData name="KIRAN KUMAR GANTA" userId="04d4457b2c6f4d58" providerId="LiveId" clId="{415B0607-3D18-4380-816B-9D66A004EED0}" dt="2022-11-23T00:51:44.714" v="4166" actId="478"/>
          <ac:spMkLst>
            <pc:docMk/>
            <pc:sldMk cId="2711076953" sldId="281"/>
            <ac:spMk id="2" creationId="{FF2080A3-272E-BDE3-98DB-B27B0EF8FD2A}"/>
          </ac:spMkLst>
        </pc:spChg>
        <pc:spChg chg="mod">
          <ac:chgData name="KIRAN KUMAR GANTA" userId="04d4457b2c6f4d58" providerId="LiveId" clId="{415B0607-3D18-4380-816B-9D66A004EED0}" dt="2022-11-23T00:55:14.908" v="4405" actId="123"/>
          <ac:spMkLst>
            <pc:docMk/>
            <pc:sldMk cId="2711076953" sldId="281"/>
            <ac:spMk id="3" creationId="{D50209E1-216A-4AEC-B69A-024ED48ABF25}"/>
          </ac:spMkLst>
        </pc:spChg>
      </pc:sldChg>
      <pc:sldChg chg="delSp modSp new mod">
        <pc:chgData name="KIRAN KUMAR GANTA" userId="04d4457b2c6f4d58" providerId="LiveId" clId="{415B0607-3D18-4380-816B-9D66A004EED0}" dt="2022-11-23T00:58:55.957" v="4644" actId="123"/>
        <pc:sldMkLst>
          <pc:docMk/>
          <pc:sldMk cId="2851204071" sldId="282"/>
        </pc:sldMkLst>
        <pc:spChg chg="del mod">
          <ac:chgData name="KIRAN KUMAR GANTA" userId="04d4457b2c6f4d58" providerId="LiveId" clId="{415B0607-3D18-4380-816B-9D66A004EED0}" dt="2022-11-23T00:55:24.765" v="4408" actId="478"/>
          <ac:spMkLst>
            <pc:docMk/>
            <pc:sldMk cId="2851204071" sldId="282"/>
            <ac:spMk id="2" creationId="{AE04B9A2-5ECE-C2B2-E826-56D8B800CA23}"/>
          </ac:spMkLst>
        </pc:spChg>
        <pc:spChg chg="mod">
          <ac:chgData name="KIRAN KUMAR GANTA" userId="04d4457b2c6f4d58" providerId="LiveId" clId="{415B0607-3D18-4380-816B-9D66A004EED0}" dt="2022-11-23T00:58:55.957" v="4644" actId="123"/>
          <ac:spMkLst>
            <pc:docMk/>
            <pc:sldMk cId="2851204071" sldId="282"/>
            <ac:spMk id="3" creationId="{F12BD6D4-CBAA-AEA2-A98E-E5FE37EC7961}"/>
          </ac:spMkLst>
        </pc:spChg>
      </pc:sldChg>
      <pc:sldChg chg="delSp modSp new mod">
        <pc:chgData name="KIRAN KUMAR GANTA" userId="04d4457b2c6f4d58" providerId="LiveId" clId="{415B0607-3D18-4380-816B-9D66A004EED0}" dt="2022-11-23T01:04:41.489" v="4902" actId="123"/>
        <pc:sldMkLst>
          <pc:docMk/>
          <pc:sldMk cId="554223680" sldId="283"/>
        </pc:sldMkLst>
        <pc:spChg chg="del mod">
          <ac:chgData name="KIRAN KUMAR GANTA" userId="04d4457b2c6f4d58" providerId="LiveId" clId="{415B0607-3D18-4380-816B-9D66A004EED0}" dt="2022-11-23T00:59:08.369" v="4647" actId="478"/>
          <ac:spMkLst>
            <pc:docMk/>
            <pc:sldMk cId="554223680" sldId="283"/>
            <ac:spMk id="2" creationId="{196DAEF5-56C2-DB92-93AA-6780322E9EF4}"/>
          </ac:spMkLst>
        </pc:spChg>
        <pc:spChg chg="mod">
          <ac:chgData name="KIRAN KUMAR GANTA" userId="04d4457b2c6f4d58" providerId="LiveId" clId="{415B0607-3D18-4380-816B-9D66A004EED0}" dt="2022-11-23T01:04:41.489" v="4902" actId="123"/>
          <ac:spMkLst>
            <pc:docMk/>
            <pc:sldMk cId="554223680" sldId="283"/>
            <ac:spMk id="3" creationId="{07EFD1C8-9DB6-76A3-652E-782D67431108}"/>
          </ac:spMkLst>
        </pc:spChg>
      </pc:sldChg>
      <pc:sldChg chg="delSp modSp new mod">
        <pc:chgData name="KIRAN KUMAR GANTA" userId="04d4457b2c6f4d58" providerId="LiveId" clId="{415B0607-3D18-4380-816B-9D66A004EED0}" dt="2022-11-23T01:08:07.642" v="5138" actId="123"/>
        <pc:sldMkLst>
          <pc:docMk/>
          <pc:sldMk cId="3048807994" sldId="284"/>
        </pc:sldMkLst>
        <pc:spChg chg="del mod">
          <ac:chgData name="KIRAN KUMAR GANTA" userId="04d4457b2c6f4d58" providerId="LiveId" clId="{415B0607-3D18-4380-816B-9D66A004EED0}" dt="2022-11-23T01:04:50.569" v="4905" actId="478"/>
          <ac:spMkLst>
            <pc:docMk/>
            <pc:sldMk cId="3048807994" sldId="284"/>
            <ac:spMk id="2" creationId="{3EB8A20C-1B53-A039-533F-016C23B9E282}"/>
          </ac:spMkLst>
        </pc:spChg>
        <pc:spChg chg="mod">
          <ac:chgData name="KIRAN KUMAR GANTA" userId="04d4457b2c6f4d58" providerId="LiveId" clId="{415B0607-3D18-4380-816B-9D66A004EED0}" dt="2022-11-23T01:08:07.642" v="5138" actId="123"/>
          <ac:spMkLst>
            <pc:docMk/>
            <pc:sldMk cId="3048807994" sldId="284"/>
            <ac:spMk id="3" creationId="{F1A50A26-F082-840C-73DB-10EA2A889E6D}"/>
          </ac:spMkLst>
        </pc:spChg>
      </pc:sldChg>
      <pc:sldChg chg="delSp modSp new mod">
        <pc:chgData name="KIRAN KUMAR GANTA" userId="04d4457b2c6f4d58" providerId="LiveId" clId="{415B0607-3D18-4380-816B-9D66A004EED0}" dt="2022-11-23T01:13:14.652" v="5413" actId="123"/>
        <pc:sldMkLst>
          <pc:docMk/>
          <pc:sldMk cId="3989849634" sldId="285"/>
        </pc:sldMkLst>
        <pc:spChg chg="del mod">
          <ac:chgData name="KIRAN KUMAR GANTA" userId="04d4457b2c6f4d58" providerId="LiveId" clId="{415B0607-3D18-4380-816B-9D66A004EED0}" dt="2022-11-23T01:08:17.001" v="5141" actId="478"/>
          <ac:spMkLst>
            <pc:docMk/>
            <pc:sldMk cId="3989849634" sldId="285"/>
            <ac:spMk id="2" creationId="{14128927-5B53-CE8A-5136-7B4C64070892}"/>
          </ac:spMkLst>
        </pc:spChg>
        <pc:spChg chg="mod">
          <ac:chgData name="KIRAN KUMAR GANTA" userId="04d4457b2c6f4d58" providerId="LiveId" clId="{415B0607-3D18-4380-816B-9D66A004EED0}" dt="2022-11-23T01:13:14.652" v="5413" actId="123"/>
          <ac:spMkLst>
            <pc:docMk/>
            <pc:sldMk cId="3989849634" sldId="285"/>
            <ac:spMk id="3" creationId="{E585D727-34B0-2473-5288-8831680C0560}"/>
          </ac:spMkLst>
        </pc:spChg>
      </pc:sldChg>
      <pc:sldChg chg="delSp modSp new mod">
        <pc:chgData name="KIRAN KUMAR GANTA" userId="04d4457b2c6f4d58" providerId="LiveId" clId="{415B0607-3D18-4380-816B-9D66A004EED0}" dt="2022-11-23T01:20:11.285" v="5761" actId="123"/>
        <pc:sldMkLst>
          <pc:docMk/>
          <pc:sldMk cId="2385653247" sldId="286"/>
        </pc:sldMkLst>
        <pc:spChg chg="del mod">
          <ac:chgData name="KIRAN KUMAR GANTA" userId="04d4457b2c6f4d58" providerId="LiveId" clId="{415B0607-3D18-4380-816B-9D66A004EED0}" dt="2022-11-23T01:13:23.214" v="5416" actId="478"/>
          <ac:spMkLst>
            <pc:docMk/>
            <pc:sldMk cId="2385653247" sldId="286"/>
            <ac:spMk id="2" creationId="{F5D3699B-8D4A-41D8-1DB2-8CA44D85E84E}"/>
          </ac:spMkLst>
        </pc:spChg>
        <pc:spChg chg="mod">
          <ac:chgData name="KIRAN KUMAR GANTA" userId="04d4457b2c6f4d58" providerId="LiveId" clId="{415B0607-3D18-4380-816B-9D66A004EED0}" dt="2022-11-23T01:20:11.285" v="5761" actId="123"/>
          <ac:spMkLst>
            <pc:docMk/>
            <pc:sldMk cId="2385653247" sldId="286"/>
            <ac:spMk id="3" creationId="{365A3785-C94D-22E4-D230-91E8CF97454C}"/>
          </ac:spMkLst>
        </pc:spChg>
      </pc:sldChg>
      <pc:sldChg chg="delSp modSp new mod">
        <pc:chgData name="KIRAN KUMAR GANTA" userId="04d4457b2c6f4d58" providerId="LiveId" clId="{415B0607-3D18-4380-816B-9D66A004EED0}" dt="2022-11-23T01:26:34.543" v="6035" actId="20577"/>
        <pc:sldMkLst>
          <pc:docMk/>
          <pc:sldMk cId="1075459983" sldId="287"/>
        </pc:sldMkLst>
        <pc:spChg chg="del mod">
          <ac:chgData name="KIRAN KUMAR GANTA" userId="04d4457b2c6f4d58" providerId="LiveId" clId="{415B0607-3D18-4380-816B-9D66A004EED0}" dt="2022-11-23T01:20:52.199" v="5764" actId="478"/>
          <ac:spMkLst>
            <pc:docMk/>
            <pc:sldMk cId="1075459983" sldId="287"/>
            <ac:spMk id="2" creationId="{618C51CF-C869-B4C1-72A7-13CFA0C2E98F}"/>
          </ac:spMkLst>
        </pc:spChg>
        <pc:spChg chg="mod">
          <ac:chgData name="KIRAN KUMAR GANTA" userId="04d4457b2c6f4d58" providerId="LiveId" clId="{415B0607-3D18-4380-816B-9D66A004EED0}" dt="2022-11-23T01:26:34.543" v="6035" actId="20577"/>
          <ac:spMkLst>
            <pc:docMk/>
            <pc:sldMk cId="1075459983" sldId="287"/>
            <ac:spMk id="3" creationId="{67861C45-1915-7E28-1458-CDD63317952B}"/>
          </ac:spMkLst>
        </pc:spChg>
      </pc:sldChg>
      <pc:sldChg chg="delSp modSp new mod">
        <pc:chgData name="KIRAN KUMAR GANTA" userId="04d4457b2c6f4d58" providerId="LiveId" clId="{415B0607-3D18-4380-816B-9D66A004EED0}" dt="2022-12-03T13:27:18.705" v="6110" actId="20577"/>
        <pc:sldMkLst>
          <pc:docMk/>
          <pc:sldMk cId="2121323624" sldId="288"/>
        </pc:sldMkLst>
        <pc:spChg chg="del mod">
          <ac:chgData name="KIRAN KUMAR GANTA" userId="04d4457b2c6f4d58" providerId="LiveId" clId="{415B0607-3D18-4380-816B-9D66A004EED0}" dt="2022-11-23T01:26:04.018" v="6032" actId="478"/>
          <ac:spMkLst>
            <pc:docMk/>
            <pc:sldMk cId="2121323624" sldId="288"/>
            <ac:spMk id="2" creationId="{D085BAA4-022D-23C4-1CB1-74F0D72F0B4B}"/>
          </ac:spMkLst>
        </pc:spChg>
        <pc:spChg chg="mod">
          <ac:chgData name="KIRAN KUMAR GANTA" userId="04d4457b2c6f4d58" providerId="LiveId" clId="{415B0607-3D18-4380-816B-9D66A004EED0}" dt="2022-12-03T13:27:18.705" v="6110" actId="20577"/>
          <ac:spMkLst>
            <pc:docMk/>
            <pc:sldMk cId="2121323624" sldId="288"/>
            <ac:spMk id="3" creationId="{D2CB2731-D2D5-7C95-FAB3-D88A823FF975}"/>
          </ac:spMkLst>
        </pc:spChg>
      </pc:sldChg>
    </pc:docChg>
  </pc:docChgLst>
  <pc:docChgLst>
    <pc:chgData name="KIRAN KUMAR GANTA" userId="04d4457b2c6f4d58" providerId="LiveId" clId="{7732D2CA-B0F2-4067-A0C8-DF1E5A25DBD1}"/>
    <pc:docChg chg="modSld">
      <pc:chgData name="KIRAN KUMAR GANTA" userId="04d4457b2c6f4d58" providerId="LiveId" clId="{7732D2CA-B0F2-4067-A0C8-DF1E5A25DBD1}" dt="2023-02-24T17:12:34.270" v="113" actId="14100"/>
      <pc:docMkLst>
        <pc:docMk/>
      </pc:docMkLst>
      <pc:sldChg chg="modSp mod">
        <pc:chgData name="KIRAN KUMAR GANTA" userId="04d4457b2c6f4d58" providerId="LiveId" clId="{7732D2CA-B0F2-4067-A0C8-DF1E5A25DBD1}" dt="2023-02-24T17:03:12.634" v="5" actId="20577"/>
        <pc:sldMkLst>
          <pc:docMk/>
          <pc:sldMk cId="254231029" sldId="257"/>
        </pc:sldMkLst>
        <pc:spChg chg="mod">
          <ac:chgData name="KIRAN KUMAR GANTA" userId="04d4457b2c6f4d58" providerId="LiveId" clId="{7732D2CA-B0F2-4067-A0C8-DF1E5A25DBD1}" dt="2023-02-24T17:03:12.634" v="5" actId="20577"/>
          <ac:spMkLst>
            <pc:docMk/>
            <pc:sldMk cId="254231029" sldId="257"/>
            <ac:spMk id="3" creationId="{8D25DC3E-2454-8DA3-9DD3-8254F51563EE}"/>
          </ac:spMkLst>
        </pc:spChg>
      </pc:sldChg>
      <pc:sldChg chg="modSp mod">
        <pc:chgData name="KIRAN KUMAR GANTA" userId="04d4457b2c6f4d58" providerId="LiveId" clId="{7732D2CA-B0F2-4067-A0C8-DF1E5A25DBD1}" dt="2023-02-24T17:03:31.551" v="8" actId="14100"/>
        <pc:sldMkLst>
          <pc:docMk/>
          <pc:sldMk cId="692752379" sldId="258"/>
        </pc:sldMkLst>
        <pc:spChg chg="mod">
          <ac:chgData name="KIRAN KUMAR GANTA" userId="04d4457b2c6f4d58" providerId="LiveId" clId="{7732D2CA-B0F2-4067-A0C8-DF1E5A25DBD1}" dt="2023-02-24T17:03:31.551" v="8" actId="14100"/>
          <ac:spMkLst>
            <pc:docMk/>
            <pc:sldMk cId="692752379" sldId="258"/>
            <ac:spMk id="3" creationId="{69CE144C-5F01-EF62-C9C7-477277A47638}"/>
          </ac:spMkLst>
        </pc:spChg>
      </pc:sldChg>
      <pc:sldChg chg="modSp mod">
        <pc:chgData name="KIRAN KUMAR GANTA" userId="04d4457b2c6f4d58" providerId="LiveId" clId="{7732D2CA-B0F2-4067-A0C8-DF1E5A25DBD1}" dt="2023-02-24T17:03:46.565" v="11" actId="14100"/>
        <pc:sldMkLst>
          <pc:docMk/>
          <pc:sldMk cId="2745039445" sldId="259"/>
        </pc:sldMkLst>
        <pc:spChg chg="mod">
          <ac:chgData name="KIRAN KUMAR GANTA" userId="04d4457b2c6f4d58" providerId="LiveId" clId="{7732D2CA-B0F2-4067-A0C8-DF1E5A25DBD1}" dt="2023-02-24T17:03:46.565" v="11" actId="14100"/>
          <ac:spMkLst>
            <pc:docMk/>
            <pc:sldMk cId="2745039445" sldId="259"/>
            <ac:spMk id="3" creationId="{3F7F7275-821A-7B23-BE3E-B9410147340D}"/>
          </ac:spMkLst>
        </pc:spChg>
      </pc:sldChg>
      <pc:sldChg chg="modSp mod">
        <pc:chgData name="KIRAN KUMAR GANTA" userId="04d4457b2c6f4d58" providerId="LiveId" clId="{7732D2CA-B0F2-4067-A0C8-DF1E5A25DBD1}" dt="2023-02-24T17:04:02.466" v="14" actId="14100"/>
        <pc:sldMkLst>
          <pc:docMk/>
          <pc:sldMk cId="3259336835" sldId="260"/>
        </pc:sldMkLst>
        <pc:spChg chg="mod">
          <ac:chgData name="KIRAN KUMAR GANTA" userId="04d4457b2c6f4d58" providerId="LiveId" clId="{7732D2CA-B0F2-4067-A0C8-DF1E5A25DBD1}" dt="2023-02-24T17:04:02.466" v="14" actId="14100"/>
          <ac:spMkLst>
            <pc:docMk/>
            <pc:sldMk cId="3259336835" sldId="260"/>
            <ac:spMk id="3" creationId="{BD0CAEFC-D594-A38A-CE5E-25A0316665E1}"/>
          </ac:spMkLst>
        </pc:spChg>
      </pc:sldChg>
      <pc:sldChg chg="modSp mod">
        <pc:chgData name="KIRAN KUMAR GANTA" userId="04d4457b2c6f4d58" providerId="LiveId" clId="{7732D2CA-B0F2-4067-A0C8-DF1E5A25DBD1}" dt="2023-02-24T17:04:16.622" v="17" actId="14100"/>
        <pc:sldMkLst>
          <pc:docMk/>
          <pc:sldMk cId="3231654361" sldId="261"/>
        </pc:sldMkLst>
        <pc:spChg chg="mod">
          <ac:chgData name="KIRAN KUMAR GANTA" userId="04d4457b2c6f4d58" providerId="LiveId" clId="{7732D2CA-B0F2-4067-A0C8-DF1E5A25DBD1}" dt="2023-02-24T17:04:16.622" v="17" actId="14100"/>
          <ac:spMkLst>
            <pc:docMk/>
            <pc:sldMk cId="3231654361" sldId="261"/>
            <ac:spMk id="3" creationId="{0A237550-1DE1-9F96-6294-BBF931B4F42B}"/>
          </ac:spMkLst>
        </pc:spChg>
      </pc:sldChg>
      <pc:sldChg chg="modSp mod">
        <pc:chgData name="KIRAN KUMAR GANTA" userId="04d4457b2c6f4d58" providerId="LiveId" clId="{7732D2CA-B0F2-4067-A0C8-DF1E5A25DBD1}" dt="2023-02-24T17:04:30.103" v="20" actId="14100"/>
        <pc:sldMkLst>
          <pc:docMk/>
          <pc:sldMk cId="2471644895" sldId="262"/>
        </pc:sldMkLst>
        <pc:spChg chg="mod">
          <ac:chgData name="KIRAN KUMAR GANTA" userId="04d4457b2c6f4d58" providerId="LiveId" clId="{7732D2CA-B0F2-4067-A0C8-DF1E5A25DBD1}" dt="2023-02-24T17:04:30.103" v="20" actId="14100"/>
          <ac:spMkLst>
            <pc:docMk/>
            <pc:sldMk cId="2471644895" sldId="262"/>
            <ac:spMk id="3" creationId="{ED5E6109-DE52-D3E6-2B6D-0F9DD5E9BD64}"/>
          </ac:spMkLst>
        </pc:spChg>
      </pc:sldChg>
      <pc:sldChg chg="modSp mod">
        <pc:chgData name="KIRAN KUMAR GANTA" userId="04d4457b2c6f4d58" providerId="LiveId" clId="{7732D2CA-B0F2-4067-A0C8-DF1E5A25DBD1}" dt="2023-02-24T17:04:43.647" v="23" actId="14100"/>
        <pc:sldMkLst>
          <pc:docMk/>
          <pc:sldMk cId="3406206606" sldId="263"/>
        </pc:sldMkLst>
        <pc:spChg chg="mod">
          <ac:chgData name="KIRAN KUMAR GANTA" userId="04d4457b2c6f4d58" providerId="LiveId" clId="{7732D2CA-B0F2-4067-A0C8-DF1E5A25DBD1}" dt="2023-02-24T17:04:43.647" v="23" actId="14100"/>
          <ac:spMkLst>
            <pc:docMk/>
            <pc:sldMk cId="3406206606" sldId="263"/>
            <ac:spMk id="3" creationId="{83435682-F3C7-456E-8725-FBF18D75BED0}"/>
          </ac:spMkLst>
        </pc:spChg>
      </pc:sldChg>
      <pc:sldChg chg="modSp mod">
        <pc:chgData name="KIRAN KUMAR GANTA" userId="04d4457b2c6f4d58" providerId="LiveId" clId="{7732D2CA-B0F2-4067-A0C8-DF1E5A25DBD1}" dt="2023-02-24T17:04:59.908" v="26" actId="14100"/>
        <pc:sldMkLst>
          <pc:docMk/>
          <pc:sldMk cId="2366335118" sldId="264"/>
        </pc:sldMkLst>
        <pc:spChg chg="mod">
          <ac:chgData name="KIRAN KUMAR GANTA" userId="04d4457b2c6f4d58" providerId="LiveId" clId="{7732D2CA-B0F2-4067-A0C8-DF1E5A25DBD1}" dt="2023-02-24T17:04:59.908" v="26" actId="14100"/>
          <ac:spMkLst>
            <pc:docMk/>
            <pc:sldMk cId="2366335118" sldId="264"/>
            <ac:spMk id="3" creationId="{12232249-F00A-336E-BF6A-27A16CE2F241}"/>
          </ac:spMkLst>
        </pc:spChg>
      </pc:sldChg>
      <pc:sldChg chg="modSp mod">
        <pc:chgData name="KIRAN KUMAR GANTA" userId="04d4457b2c6f4d58" providerId="LiveId" clId="{7732D2CA-B0F2-4067-A0C8-DF1E5A25DBD1}" dt="2023-02-24T17:05:19.355" v="30" actId="14100"/>
        <pc:sldMkLst>
          <pc:docMk/>
          <pc:sldMk cId="3726046492" sldId="265"/>
        </pc:sldMkLst>
        <pc:spChg chg="mod">
          <ac:chgData name="KIRAN KUMAR GANTA" userId="04d4457b2c6f4d58" providerId="LiveId" clId="{7732D2CA-B0F2-4067-A0C8-DF1E5A25DBD1}" dt="2023-02-24T17:05:19.355" v="30" actId="14100"/>
          <ac:spMkLst>
            <pc:docMk/>
            <pc:sldMk cId="3726046492" sldId="265"/>
            <ac:spMk id="3" creationId="{9F32EDFA-9473-79EE-0F35-48D6FE17308F}"/>
          </ac:spMkLst>
        </pc:spChg>
      </pc:sldChg>
      <pc:sldChg chg="modSp mod">
        <pc:chgData name="KIRAN KUMAR GANTA" userId="04d4457b2c6f4d58" providerId="LiveId" clId="{7732D2CA-B0F2-4067-A0C8-DF1E5A25DBD1}" dt="2023-02-24T17:05:39.297" v="34" actId="14100"/>
        <pc:sldMkLst>
          <pc:docMk/>
          <pc:sldMk cId="1208186571" sldId="266"/>
        </pc:sldMkLst>
        <pc:spChg chg="mod">
          <ac:chgData name="KIRAN KUMAR GANTA" userId="04d4457b2c6f4d58" providerId="LiveId" clId="{7732D2CA-B0F2-4067-A0C8-DF1E5A25DBD1}" dt="2023-02-24T17:05:39.297" v="34" actId="14100"/>
          <ac:spMkLst>
            <pc:docMk/>
            <pc:sldMk cId="1208186571" sldId="266"/>
            <ac:spMk id="3" creationId="{F1C208E4-8FE0-3F9B-F449-7A80C294134C}"/>
          </ac:spMkLst>
        </pc:spChg>
      </pc:sldChg>
      <pc:sldChg chg="modSp mod">
        <pc:chgData name="KIRAN KUMAR GANTA" userId="04d4457b2c6f4d58" providerId="LiveId" clId="{7732D2CA-B0F2-4067-A0C8-DF1E5A25DBD1}" dt="2023-02-24T17:05:59.654" v="37" actId="14100"/>
        <pc:sldMkLst>
          <pc:docMk/>
          <pc:sldMk cId="1105230622" sldId="267"/>
        </pc:sldMkLst>
        <pc:spChg chg="mod">
          <ac:chgData name="KIRAN KUMAR GANTA" userId="04d4457b2c6f4d58" providerId="LiveId" clId="{7732D2CA-B0F2-4067-A0C8-DF1E5A25DBD1}" dt="2023-02-24T17:05:59.654" v="37" actId="14100"/>
          <ac:spMkLst>
            <pc:docMk/>
            <pc:sldMk cId="1105230622" sldId="267"/>
            <ac:spMk id="3" creationId="{4FE0DC40-B0EA-D63B-E4B6-70164DE9D2E3}"/>
          </ac:spMkLst>
        </pc:spChg>
      </pc:sldChg>
      <pc:sldChg chg="modSp mod">
        <pc:chgData name="KIRAN KUMAR GANTA" userId="04d4457b2c6f4d58" providerId="LiveId" clId="{7732D2CA-B0F2-4067-A0C8-DF1E5A25DBD1}" dt="2023-02-24T17:06:15.554" v="40" actId="14100"/>
        <pc:sldMkLst>
          <pc:docMk/>
          <pc:sldMk cId="921741312" sldId="268"/>
        </pc:sldMkLst>
        <pc:spChg chg="mod">
          <ac:chgData name="KIRAN KUMAR GANTA" userId="04d4457b2c6f4d58" providerId="LiveId" clId="{7732D2CA-B0F2-4067-A0C8-DF1E5A25DBD1}" dt="2023-02-24T17:06:15.554" v="40" actId="14100"/>
          <ac:spMkLst>
            <pc:docMk/>
            <pc:sldMk cId="921741312" sldId="268"/>
            <ac:spMk id="3" creationId="{837DD3FD-F0EB-8CF6-8476-A685D9C43EF1}"/>
          </ac:spMkLst>
        </pc:spChg>
      </pc:sldChg>
      <pc:sldChg chg="modSp mod">
        <pc:chgData name="KIRAN KUMAR GANTA" userId="04d4457b2c6f4d58" providerId="LiveId" clId="{7732D2CA-B0F2-4067-A0C8-DF1E5A25DBD1}" dt="2023-02-24T17:06:38.871" v="43" actId="14100"/>
        <pc:sldMkLst>
          <pc:docMk/>
          <pc:sldMk cId="3188229740" sldId="269"/>
        </pc:sldMkLst>
        <pc:spChg chg="mod">
          <ac:chgData name="KIRAN KUMAR GANTA" userId="04d4457b2c6f4d58" providerId="LiveId" clId="{7732D2CA-B0F2-4067-A0C8-DF1E5A25DBD1}" dt="2023-02-24T17:06:38.871" v="43" actId="14100"/>
          <ac:spMkLst>
            <pc:docMk/>
            <pc:sldMk cId="3188229740" sldId="269"/>
            <ac:spMk id="3" creationId="{4D6EDC61-D907-181C-909A-F0EF15A8407C}"/>
          </ac:spMkLst>
        </pc:spChg>
      </pc:sldChg>
      <pc:sldChg chg="modSp mod">
        <pc:chgData name="KIRAN KUMAR GANTA" userId="04d4457b2c6f4d58" providerId="LiveId" clId="{7732D2CA-B0F2-4067-A0C8-DF1E5A25DBD1}" dt="2023-02-24T17:06:54.493" v="46" actId="14100"/>
        <pc:sldMkLst>
          <pc:docMk/>
          <pc:sldMk cId="1343770880" sldId="270"/>
        </pc:sldMkLst>
        <pc:spChg chg="mod">
          <ac:chgData name="KIRAN KUMAR GANTA" userId="04d4457b2c6f4d58" providerId="LiveId" clId="{7732D2CA-B0F2-4067-A0C8-DF1E5A25DBD1}" dt="2023-02-24T17:06:54.493" v="46" actId="14100"/>
          <ac:spMkLst>
            <pc:docMk/>
            <pc:sldMk cId="1343770880" sldId="270"/>
            <ac:spMk id="3" creationId="{1FEB0B71-DE53-634B-274E-6F27A9B49692}"/>
          </ac:spMkLst>
        </pc:spChg>
      </pc:sldChg>
      <pc:sldChg chg="modSp mod">
        <pc:chgData name="KIRAN KUMAR GANTA" userId="04d4457b2c6f4d58" providerId="LiveId" clId="{7732D2CA-B0F2-4067-A0C8-DF1E5A25DBD1}" dt="2023-02-24T17:07:10.669" v="49" actId="14100"/>
        <pc:sldMkLst>
          <pc:docMk/>
          <pc:sldMk cId="2758500736" sldId="271"/>
        </pc:sldMkLst>
        <pc:spChg chg="mod">
          <ac:chgData name="KIRAN KUMAR GANTA" userId="04d4457b2c6f4d58" providerId="LiveId" clId="{7732D2CA-B0F2-4067-A0C8-DF1E5A25DBD1}" dt="2023-02-24T17:07:10.669" v="49" actId="14100"/>
          <ac:spMkLst>
            <pc:docMk/>
            <pc:sldMk cId="2758500736" sldId="271"/>
            <ac:spMk id="3" creationId="{84B8E209-D197-54D2-FA90-614220DCAA3C}"/>
          </ac:spMkLst>
        </pc:spChg>
      </pc:sldChg>
      <pc:sldChg chg="modSp mod">
        <pc:chgData name="KIRAN KUMAR GANTA" userId="04d4457b2c6f4d58" providerId="LiveId" clId="{7732D2CA-B0F2-4067-A0C8-DF1E5A25DBD1}" dt="2023-02-24T17:07:27.253" v="52" actId="14100"/>
        <pc:sldMkLst>
          <pc:docMk/>
          <pc:sldMk cId="3653190127" sldId="272"/>
        </pc:sldMkLst>
        <pc:spChg chg="mod">
          <ac:chgData name="KIRAN KUMAR GANTA" userId="04d4457b2c6f4d58" providerId="LiveId" clId="{7732D2CA-B0F2-4067-A0C8-DF1E5A25DBD1}" dt="2023-02-24T17:07:27.253" v="52" actId="14100"/>
          <ac:spMkLst>
            <pc:docMk/>
            <pc:sldMk cId="3653190127" sldId="272"/>
            <ac:spMk id="3" creationId="{506F231C-6208-F025-E6AF-A625BE35EB83}"/>
          </ac:spMkLst>
        </pc:spChg>
      </pc:sldChg>
      <pc:sldChg chg="modSp mod">
        <pc:chgData name="KIRAN KUMAR GANTA" userId="04d4457b2c6f4d58" providerId="LiveId" clId="{7732D2CA-B0F2-4067-A0C8-DF1E5A25DBD1}" dt="2023-02-24T17:07:49.071" v="56" actId="14100"/>
        <pc:sldMkLst>
          <pc:docMk/>
          <pc:sldMk cId="3695859695" sldId="273"/>
        </pc:sldMkLst>
        <pc:spChg chg="mod">
          <ac:chgData name="KIRAN KUMAR GANTA" userId="04d4457b2c6f4d58" providerId="LiveId" clId="{7732D2CA-B0F2-4067-A0C8-DF1E5A25DBD1}" dt="2023-02-24T17:07:49.071" v="56" actId="14100"/>
          <ac:spMkLst>
            <pc:docMk/>
            <pc:sldMk cId="3695859695" sldId="273"/>
            <ac:spMk id="3" creationId="{08FB23B5-8DA9-7542-5D8E-8BA2B36C5599}"/>
          </ac:spMkLst>
        </pc:spChg>
      </pc:sldChg>
      <pc:sldChg chg="modSp mod">
        <pc:chgData name="KIRAN KUMAR GANTA" userId="04d4457b2c6f4d58" providerId="LiveId" clId="{7732D2CA-B0F2-4067-A0C8-DF1E5A25DBD1}" dt="2023-02-24T17:08:11.762" v="60" actId="14100"/>
        <pc:sldMkLst>
          <pc:docMk/>
          <pc:sldMk cId="2026968352" sldId="274"/>
        </pc:sldMkLst>
        <pc:spChg chg="mod">
          <ac:chgData name="KIRAN KUMAR GANTA" userId="04d4457b2c6f4d58" providerId="LiveId" clId="{7732D2CA-B0F2-4067-A0C8-DF1E5A25DBD1}" dt="2023-02-24T17:08:11.762" v="60" actId="14100"/>
          <ac:spMkLst>
            <pc:docMk/>
            <pc:sldMk cId="2026968352" sldId="274"/>
            <ac:spMk id="3" creationId="{668703F4-1813-892A-D70C-11718D503101}"/>
          </ac:spMkLst>
        </pc:spChg>
      </pc:sldChg>
      <pc:sldChg chg="modSp mod">
        <pc:chgData name="KIRAN KUMAR GANTA" userId="04d4457b2c6f4d58" providerId="LiveId" clId="{7732D2CA-B0F2-4067-A0C8-DF1E5A25DBD1}" dt="2023-02-24T17:08:29.604" v="64" actId="14100"/>
        <pc:sldMkLst>
          <pc:docMk/>
          <pc:sldMk cId="2957383491" sldId="275"/>
        </pc:sldMkLst>
        <pc:spChg chg="mod">
          <ac:chgData name="KIRAN KUMAR GANTA" userId="04d4457b2c6f4d58" providerId="LiveId" clId="{7732D2CA-B0F2-4067-A0C8-DF1E5A25DBD1}" dt="2023-02-24T17:08:29.604" v="64" actId="14100"/>
          <ac:spMkLst>
            <pc:docMk/>
            <pc:sldMk cId="2957383491" sldId="275"/>
            <ac:spMk id="3" creationId="{9C531A27-11BB-3D0C-6631-5379D78E199B}"/>
          </ac:spMkLst>
        </pc:spChg>
      </pc:sldChg>
      <pc:sldChg chg="modSp mod">
        <pc:chgData name="KIRAN KUMAR GANTA" userId="04d4457b2c6f4d58" providerId="LiveId" clId="{7732D2CA-B0F2-4067-A0C8-DF1E5A25DBD1}" dt="2023-02-24T17:08:47.273" v="68" actId="14100"/>
        <pc:sldMkLst>
          <pc:docMk/>
          <pc:sldMk cId="2146524995" sldId="276"/>
        </pc:sldMkLst>
        <pc:spChg chg="mod">
          <ac:chgData name="KIRAN KUMAR GANTA" userId="04d4457b2c6f4d58" providerId="LiveId" clId="{7732D2CA-B0F2-4067-A0C8-DF1E5A25DBD1}" dt="2023-02-24T17:08:47.273" v="68" actId="14100"/>
          <ac:spMkLst>
            <pc:docMk/>
            <pc:sldMk cId="2146524995" sldId="276"/>
            <ac:spMk id="3" creationId="{03CF843A-ACC6-4F63-ED60-590DDF5B439D}"/>
          </ac:spMkLst>
        </pc:spChg>
      </pc:sldChg>
      <pc:sldChg chg="modSp mod">
        <pc:chgData name="KIRAN KUMAR GANTA" userId="04d4457b2c6f4d58" providerId="LiveId" clId="{7732D2CA-B0F2-4067-A0C8-DF1E5A25DBD1}" dt="2023-02-24T17:09:06.537" v="72" actId="14100"/>
        <pc:sldMkLst>
          <pc:docMk/>
          <pc:sldMk cId="1414182164" sldId="277"/>
        </pc:sldMkLst>
        <pc:spChg chg="mod">
          <ac:chgData name="KIRAN KUMAR GANTA" userId="04d4457b2c6f4d58" providerId="LiveId" clId="{7732D2CA-B0F2-4067-A0C8-DF1E5A25DBD1}" dt="2023-02-24T17:09:06.537" v="72" actId="14100"/>
          <ac:spMkLst>
            <pc:docMk/>
            <pc:sldMk cId="1414182164" sldId="277"/>
            <ac:spMk id="3" creationId="{BBA4833D-A393-F722-CAA9-C34A2200418A}"/>
          </ac:spMkLst>
        </pc:spChg>
      </pc:sldChg>
      <pc:sldChg chg="modSp mod">
        <pc:chgData name="KIRAN KUMAR GANTA" userId="04d4457b2c6f4d58" providerId="LiveId" clId="{7732D2CA-B0F2-4067-A0C8-DF1E5A25DBD1}" dt="2023-02-24T17:09:32.334" v="76" actId="14100"/>
        <pc:sldMkLst>
          <pc:docMk/>
          <pc:sldMk cId="3434561862" sldId="278"/>
        </pc:sldMkLst>
        <pc:spChg chg="mod">
          <ac:chgData name="KIRAN KUMAR GANTA" userId="04d4457b2c6f4d58" providerId="LiveId" clId="{7732D2CA-B0F2-4067-A0C8-DF1E5A25DBD1}" dt="2023-02-24T17:09:32.334" v="76" actId="14100"/>
          <ac:spMkLst>
            <pc:docMk/>
            <pc:sldMk cId="3434561862" sldId="278"/>
            <ac:spMk id="3" creationId="{F1CC810F-4B1C-0B6C-E977-549B0ADCCC3B}"/>
          </ac:spMkLst>
        </pc:spChg>
      </pc:sldChg>
      <pc:sldChg chg="modSp mod">
        <pc:chgData name="KIRAN KUMAR GANTA" userId="04d4457b2c6f4d58" providerId="LiveId" clId="{7732D2CA-B0F2-4067-A0C8-DF1E5A25DBD1}" dt="2023-02-24T17:09:48.758" v="80" actId="14100"/>
        <pc:sldMkLst>
          <pc:docMk/>
          <pc:sldMk cId="3425082150" sldId="279"/>
        </pc:sldMkLst>
        <pc:spChg chg="mod">
          <ac:chgData name="KIRAN KUMAR GANTA" userId="04d4457b2c6f4d58" providerId="LiveId" clId="{7732D2CA-B0F2-4067-A0C8-DF1E5A25DBD1}" dt="2023-02-24T17:09:48.758" v="80" actId="14100"/>
          <ac:spMkLst>
            <pc:docMk/>
            <pc:sldMk cId="3425082150" sldId="279"/>
            <ac:spMk id="3" creationId="{98EAFA4C-BD9E-0554-C08A-C8929C9E1305}"/>
          </ac:spMkLst>
        </pc:spChg>
      </pc:sldChg>
      <pc:sldChg chg="modSp mod">
        <pc:chgData name="KIRAN KUMAR GANTA" userId="04d4457b2c6f4d58" providerId="LiveId" clId="{7732D2CA-B0F2-4067-A0C8-DF1E5A25DBD1}" dt="2023-02-24T17:10:06.144" v="84" actId="14100"/>
        <pc:sldMkLst>
          <pc:docMk/>
          <pc:sldMk cId="2076612004" sldId="280"/>
        </pc:sldMkLst>
        <pc:spChg chg="mod">
          <ac:chgData name="KIRAN KUMAR GANTA" userId="04d4457b2c6f4d58" providerId="LiveId" clId="{7732D2CA-B0F2-4067-A0C8-DF1E5A25DBD1}" dt="2023-02-24T17:10:06.144" v="84" actId="14100"/>
          <ac:spMkLst>
            <pc:docMk/>
            <pc:sldMk cId="2076612004" sldId="280"/>
            <ac:spMk id="3" creationId="{C9242765-0CE3-2B9A-CE0B-990E2FFC66CC}"/>
          </ac:spMkLst>
        </pc:spChg>
      </pc:sldChg>
      <pc:sldChg chg="modSp mod">
        <pc:chgData name="KIRAN KUMAR GANTA" userId="04d4457b2c6f4d58" providerId="LiveId" clId="{7732D2CA-B0F2-4067-A0C8-DF1E5A25DBD1}" dt="2023-02-24T17:10:30.935" v="89" actId="14100"/>
        <pc:sldMkLst>
          <pc:docMk/>
          <pc:sldMk cId="2711076953" sldId="281"/>
        </pc:sldMkLst>
        <pc:spChg chg="mod">
          <ac:chgData name="KIRAN KUMAR GANTA" userId="04d4457b2c6f4d58" providerId="LiveId" clId="{7732D2CA-B0F2-4067-A0C8-DF1E5A25DBD1}" dt="2023-02-24T17:10:30.935" v="89" actId="14100"/>
          <ac:spMkLst>
            <pc:docMk/>
            <pc:sldMk cId="2711076953" sldId="281"/>
            <ac:spMk id="3" creationId="{D50209E1-216A-4AEC-B69A-024ED48ABF25}"/>
          </ac:spMkLst>
        </pc:spChg>
      </pc:sldChg>
      <pc:sldChg chg="modSp mod">
        <pc:chgData name="KIRAN KUMAR GANTA" userId="04d4457b2c6f4d58" providerId="LiveId" clId="{7732D2CA-B0F2-4067-A0C8-DF1E5A25DBD1}" dt="2023-02-24T17:10:48.382" v="93" actId="14100"/>
        <pc:sldMkLst>
          <pc:docMk/>
          <pc:sldMk cId="2851204071" sldId="282"/>
        </pc:sldMkLst>
        <pc:spChg chg="mod">
          <ac:chgData name="KIRAN KUMAR GANTA" userId="04d4457b2c6f4d58" providerId="LiveId" clId="{7732D2CA-B0F2-4067-A0C8-DF1E5A25DBD1}" dt="2023-02-24T17:10:48.382" v="93" actId="14100"/>
          <ac:spMkLst>
            <pc:docMk/>
            <pc:sldMk cId="2851204071" sldId="282"/>
            <ac:spMk id="3" creationId="{F12BD6D4-CBAA-AEA2-A98E-E5FE37EC7961}"/>
          </ac:spMkLst>
        </pc:spChg>
      </pc:sldChg>
      <pc:sldChg chg="modSp mod">
        <pc:chgData name="KIRAN KUMAR GANTA" userId="04d4457b2c6f4d58" providerId="LiveId" clId="{7732D2CA-B0F2-4067-A0C8-DF1E5A25DBD1}" dt="2023-02-24T17:11:15.358" v="97" actId="14100"/>
        <pc:sldMkLst>
          <pc:docMk/>
          <pc:sldMk cId="554223680" sldId="283"/>
        </pc:sldMkLst>
        <pc:spChg chg="mod">
          <ac:chgData name="KIRAN KUMAR GANTA" userId="04d4457b2c6f4d58" providerId="LiveId" clId="{7732D2CA-B0F2-4067-A0C8-DF1E5A25DBD1}" dt="2023-02-24T17:11:15.358" v="97" actId="14100"/>
          <ac:spMkLst>
            <pc:docMk/>
            <pc:sldMk cId="554223680" sldId="283"/>
            <ac:spMk id="3" creationId="{07EFD1C8-9DB6-76A3-652E-782D67431108}"/>
          </ac:spMkLst>
        </pc:spChg>
      </pc:sldChg>
      <pc:sldChg chg="modSp mod">
        <pc:chgData name="KIRAN KUMAR GANTA" userId="04d4457b2c6f4d58" providerId="LiveId" clId="{7732D2CA-B0F2-4067-A0C8-DF1E5A25DBD1}" dt="2023-02-24T17:11:35.047" v="101" actId="14100"/>
        <pc:sldMkLst>
          <pc:docMk/>
          <pc:sldMk cId="3048807994" sldId="284"/>
        </pc:sldMkLst>
        <pc:spChg chg="mod">
          <ac:chgData name="KIRAN KUMAR GANTA" userId="04d4457b2c6f4d58" providerId="LiveId" clId="{7732D2CA-B0F2-4067-A0C8-DF1E5A25DBD1}" dt="2023-02-24T17:11:35.047" v="101" actId="14100"/>
          <ac:spMkLst>
            <pc:docMk/>
            <pc:sldMk cId="3048807994" sldId="284"/>
            <ac:spMk id="3" creationId="{F1A50A26-F082-840C-73DB-10EA2A889E6D}"/>
          </ac:spMkLst>
        </pc:spChg>
      </pc:sldChg>
      <pc:sldChg chg="modSp mod">
        <pc:chgData name="KIRAN KUMAR GANTA" userId="04d4457b2c6f4d58" providerId="LiveId" clId="{7732D2CA-B0F2-4067-A0C8-DF1E5A25DBD1}" dt="2023-02-24T17:11:55.034" v="105" actId="14100"/>
        <pc:sldMkLst>
          <pc:docMk/>
          <pc:sldMk cId="3989849634" sldId="285"/>
        </pc:sldMkLst>
        <pc:spChg chg="mod">
          <ac:chgData name="KIRAN KUMAR GANTA" userId="04d4457b2c6f4d58" providerId="LiveId" clId="{7732D2CA-B0F2-4067-A0C8-DF1E5A25DBD1}" dt="2023-02-24T17:11:55.034" v="105" actId="14100"/>
          <ac:spMkLst>
            <pc:docMk/>
            <pc:sldMk cId="3989849634" sldId="285"/>
            <ac:spMk id="3" creationId="{E585D727-34B0-2473-5288-8831680C0560}"/>
          </ac:spMkLst>
        </pc:spChg>
      </pc:sldChg>
      <pc:sldChg chg="modSp mod">
        <pc:chgData name="KIRAN KUMAR GANTA" userId="04d4457b2c6f4d58" providerId="LiveId" clId="{7732D2CA-B0F2-4067-A0C8-DF1E5A25DBD1}" dt="2023-02-24T17:12:13.890" v="109" actId="14100"/>
        <pc:sldMkLst>
          <pc:docMk/>
          <pc:sldMk cId="2385653247" sldId="286"/>
        </pc:sldMkLst>
        <pc:spChg chg="mod">
          <ac:chgData name="KIRAN KUMAR GANTA" userId="04d4457b2c6f4d58" providerId="LiveId" clId="{7732D2CA-B0F2-4067-A0C8-DF1E5A25DBD1}" dt="2023-02-24T17:12:13.890" v="109" actId="14100"/>
          <ac:spMkLst>
            <pc:docMk/>
            <pc:sldMk cId="2385653247" sldId="286"/>
            <ac:spMk id="3" creationId="{365A3785-C94D-22E4-D230-91E8CF97454C}"/>
          </ac:spMkLst>
        </pc:spChg>
      </pc:sldChg>
      <pc:sldChg chg="modSp mod">
        <pc:chgData name="KIRAN KUMAR GANTA" userId="04d4457b2c6f4d58" providerId="LiveId" clId="{7732D2CA-B0F2-4067-A0C8-DF1E5A25DBD1}" dt="2023-02-24T17:12:34.270" v="113" actId="14100"/>
        <pc:sldMkLst>
          <pc:docMk/>
          <pc:sldMk cId="1075459983" sldId="287"/>
        </pc:sldMkLst>
        <pc:spChg chg="mod">
          <ac:chgData name="KIRAN KUMAR GANTA" userId="04d4457b2c6f4d58" providerId="LiveId" clId="{7732D2CA-B0F2-4067-A0C8-DF1E5A25DBD1}" dt="2023-02-24T17:12:34.270" v="113" actId="14100"/>
          <ac:spMkLst>
            <pc:docMk/>
            <pc:sldMk cId="1075459983" sldId="287"/>
            <ac:spMk id="3" creationId="{67861C45-1915-7E28-1458-CDD63317952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5/22/2026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24426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315334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260770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64488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965967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90963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45444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512309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32900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6047641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3510516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33786742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53333124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39448481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51629737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679878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076732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509A250-FF31-4206-8172-F9D3106AACB1}" type="datetimeFigureOut">
              <a:rPr lang="en-US" smtClean="0"/>
              <a:t>5/22/2026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325622573"/>
      </p:ext>
    </p:extLst>
  </p:cSld>
  <p:clrMap bg1="dk1" tx1="lt1" bg2="dk2" tx2="lt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Lst>
  <p:hf sldNum="0"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9C092-3A46-12DB-F659-F4B3D1ADA495}"/>
              </a:ext>
            </a:extLst>
          </p:cNvPr>
          <p:cNvSpPr>
            <a:spLocks noGrp="1"/>
          </p:cNvSpPr>
          <p:nvPr>
            <p:ph type="ctrTitle"/>
          </p:nvPr>
        </p:nvSpPr>
        <p:spPr>
          <a:xfrm>
            <a:off x="1154956" y="1717483"/>
            <a:ext cx="8825658" cy="1827447"/>
          </a:xfrm>
        </p:spPr>
        <p:txBody>
          <a:bodyPr>
            <a:normAutofit/>
          </a:bodyPr>
          <a:lstStyle/>
          <a:p>
            <a:pPr algn="ctr"/>
            <a:r>
              <a:rPr lang="en-IN" sz="4000" b="1" i="1" dirty="0">
                <a:effectLst>
                  <a:outerShdw blurRad="38100" dist="38100" dir="2700000" algn="tl">
                    <a:srgbClr val="000000">
                      <a:alpha val="43137"/>
                    </a:srgbClr>
                  </a:outerShdw>
                </a:effectLst>
                <a:latin typeface="Bookman Old Style" pitchFamily="18" charset="0"/>
              </a:rPr>
              <a:t>Statistics</a:t>
            </a:r>
            <a:br>
              <a:rPr lang="en-IN" sz="4000" b="1" i="1" dirty="0">
                <a:effectLst>
                  <a:outerShdw blurRad="38100" dist="38100" dir="2700000" algn="tl">
                    <a:srgbClr val="000000">
                      <a:alpha val="43137"/>
                    </a:srgbClr>
                  </a:outerShdw>
                </a:effectLst>
                <a:latin typeface="Bookman Old Style" pitchFamily="18" charset="0"/>
              </a:rPr>
            </a:br>
            <a:endParaRPr lang="en-IN" sz="4000" b="1" i="1" dirty="0">
              <a:effectLst>
                <a:outerShdw blurRad="38100" dist="38100" dir="2700000" algn="tl">
                  <a:srgbClr val="000000">
                    <a:alpha val="43137"/>
                  </a:srgbClr>
                </a:outerShdw>
              </a:effectLst>
              <a:latin typeface="Bookman Old Style" pitchFamily="18" charset="0"/>
            </a:endParaRPr>
          </a:p>
        </p:txBody>
      </p:sp>
      <p:pic>
        <p:nvPicPr>
          <p:cNvPr id="3" name="Picture 2"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196304" y="284013"/>
            <a:ext cx="1681480" cy="1452880"/>
          </a:xfrm>
          <a:prstGeom prst="rect">
            <a:avLst/>
          </a:prstGeom>
        </p:spPr>
      </p:pic>
    </p:spTree>
    <p:extLst>
      <p:ext uri="{BB962C8B-B14F-4D97-AF65-F5344CB8AC3E}">
        <p14:creationId xmlns:p14="http://schemas.microsoft.com/office/powerpoint/2010/main" val="3096221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25DC3E-2454-8DA3-9DD3-8254F51563EE}"/>
              </a:ext>
            </a:extLst>
          </p:cNvPr>
          <p:cNvSpPr>
            <a:spLocks noGrp="1"/>
          </p:cNvSpPr>
          <p:nvPr>
            <p:ph idx="1"/>
          </p:nvPr>
        </p:nvSpPr>
        <p:spPr>
          <a:xfrm>
            <a:off x="636103" y="386044"/>
            <a:ext cx="5732892" cy="5100356"/>
          </a:xfrm>
        </p:spPr>
        <p:txBody>
          <a:bodyPr>
            <a:noAutofit/>
          </a:bodyPr>
          <a:lstStyle/>
          <a:p>
            <a:pPr marL="0" indent="0" algn="just">
              <a:buNone/>
            </a:pPr>
            <a:r>
              <a:rPr lang="en-US" sz="2800" dirty="0">
                <a:solidFill>
                  <a:srgbClr val="FFFF00"/>
                </a:solidFill>
                <a:latin typeface="Bookman Old Style" pitchFamily="18" charset="0"/>
              </a:rPr>
              <a:t>                                                  				</a:t>
            </a:r>
            <a:r>
              <a:rPr lang="en-US" sz="2800" dirty="0">
                <a:solidFill>
                  <a:schemeClr val="tx2"/>
                </a:solidFill>
                <a:latin typeface="Bookman Old Style" pitchFamily="18" charset="0"/>
              </a:rPr>
              <a:t>Statistics</a:t>
            </a:r>
          </a:p>
          <a:p>
            <a:pPr lvl="0" algn="just">
              <a:lnSpc>
                <a:spcPct val="150000"/>
              </a:lnSpc>
              <a:buFont typeface="Wingdings" pitchFamily="2" charset="2"/>
              <a:buChar char="Ø"/>
            </a:pPr>
            <a:r>
              <a:rPr lang="en-US" sz="2000" dirty="0">
                <a:solidFill>
                  <a:schemeClr val="tx2">
                    <a:lumMod val="75000"/>
                  </a:schemeClr>
                </a:solidFill>
                <a:latin typeface="Bookman Old Style" pitchFamily="18" charset="0"/>
              </a:rPr>
              <a:t>Mean</a:t>
            </a:r>
          </a:p>
          <a:p>
            <a:pPr lvl="0" algn="just">
              <a:lnSpc>
                <a:spcPct val="150000"/>
              </a:lnSpc>
              <a:buFont typeface="Wingdings" pitchFamily="2" charset="2"/>
              <a:buChar char="Ø"/>
            </a:pPr>
            <a:r>
              <a:rPr lang="en-US" sz="2000" dirty="0">
                <a:solidFill>
                  <a:schemeClr val="tx2">
                    <a:lumMod val="75000"/>
                  </a:schemeClr>
                </a:solidFill>
                <a:latin typeface="Bookman Old Style" pitchFamily="18" charset="0"/>
              </a:rPr>
              <a:t>Median</a:t>
            </a:r>
          </a:p>
          <a:p>
            <a:pPr lvl="0" algn="just">
              <a:lnSpc>
                <a:spcPct val="150000"/>
              </a:lnSpc>
              <a:buFont typeface="Wingdings" pitchFamily="2" charset="2"/>
              <a:buChar char="Ø"/>
            </a:pPr>
            <a:r>
              <a:rPr lang="en-US" sz="2000" dirty="0">
                <a:solidFill>
                  <a:schemeClr val="tx2">
                    <a:lumMod val="75000"/>
                  </a:schemeClr>
                </a:solidFill>
                <a:latin typeface="Bookman Old Style" pitchFamily="18" charset="0"/>
              </a:rPr>
              <a:t>Mode</a:t>
            </a:r>
          </a:p>
          <a:p>
            <a:pPr lvl="0" algn="just">
              <a:lnSpc>
                <a:spcPct val="150000"/>
              </a:lnSpc>
              <a:buFont typeface="Wingdings" pitchFamily="2" charset="2"/>
              <a:buChar char="Ø"/>
            </a:pPr>
            <a:r>
              <a:rPr lang="en-US" sz="2000" dirty="0">
                <a:solidFill>
                  <a:schemeClr val="tx2">
                    <a:lumMod val="75000"/>
                  </a:schemeClr>
                </a:solidFill>
                <a:latin typeface="Bookman Old Style" pitchFamily="18" charset="0"/>
              </a:rPr>
              <a:t>Relation b/w mean , median &amp; mode</a:t>
            </a:r>
          </a:p>
          <a:p>
            <a:pPr lvl="0" algn="just">
              <a:lnSpc>
                <a:spcPct val="150000"/>
              </a:lnSpc>
              <a:buFont typeface="Wingdings" pitchFamily="2" charset="2"/>
              <a:buChar char="Ø"/>
            </a:pPr>
            <a:r>
              <a:rPr lang="en-US" sz="2000" dirty="0">
                <a:solidFill>
                  <a:schemeClr val="tx2">
                    <a:lumMod val="75000"/>
                  </a:schemeClr>
                </a:solidFill>
                <a:latin typeface="Bookman Old Style" pitchFamily="18" charset="0"/>
              </a:rPr>
              <a:t>Range</a:t>
            </a:r>
          </a:p>
          <a:p>
            <a:pPr lvl="0" algn="just">
              <a:lnSpc>
                <a:spcPct val="150000"/>
              </a:lnSpc>
              <a:buFont typeface="Wingdings" pitchFamily="2" charset="2"/>
              <a:buChar char="Ø"/>
            </a:pPr>
            <a:r>
              <a:rPr lang="en-US" sz="2000" dirty="0">
                <a:solidFill>
                  <a:schemeClr val="tx2">
                    <a:lumMod val="75000"/>
                  </a:schemeClr>
                </a:solidFill>
                <a:latin typeface="Bookman Old Style" pitchFamily="18" charset="0"/>
              </a:rPr>
              <a:t>Class width</a:t>
            </a:r>
          </a:p>
          <a:p>
            <a:pPr lvl="0" algn="just">
              <a:lnSpc>
                <a:spcPct val="150000"/>
              </a:lnSpc>
              <a:buFont typeface="Wingdings" pitchFamily="2" charset="2"/>
              <a:buChar char="Ø"/>
            </a:pPr>
            <a:r>
              <a:rPr lang="en-US" sz="2000" dirty="0">
                <a:solidFill>
                  <a:schemeClr val="tx2">
                    <a:lumMod val="75000"/>
                  </a:schemeClr>
                </a:solidFill>
                <a:latin typeface="Bookman Old Style" pitchFamily="18" charset="0"/>
              </a:rPr>
              <a:t>Mean deviation</a:t>
            </a:r>
          </a:p>
          <a:p>
            <a:pPr lvl="0" algn="just">
              <a:lnSpc>
                <a:spcPct val="150000"/>
              </a:lnSpc>
              <a:buFont typeface="Wingdings" pitchFamily="2" charset="2"/>
              <a:buChar char="Ø"/>
            </a:pPr>
            <a:r>
              <a:rPr lang="en-US" sz="2000" dirty="0">
                <a:solidFill>
                  <a:schemeClr val="tx2">
                    <a:lumMod val="75000"/>
                  </a:schemeClr>
                </a:solidFill>
                <a:latin typeface="Bookman Old Style" pitchFamily="18" charset="0"/>
              </a:rPr>
              <a:t>Coefficient of mean Deviation</a:t>
            </a:r>
          </a:p>
        </p:txBody>
      </p:sp>
      <p:sp>
        <p:nvSpPr>
          <p:cNvPr id="2" name="Rectangle 1"/>
          <p:cNvSpPr/>
          <p:nvPr/>
        </p:nvSpPr>
        <p:spPr>
          <a:xfrm>
            <a:off x="6538623" y="1284253"/>
            <a:ext cx="4951011" cy="3323987"/>
          </a:xfrm>
          <a:prstGeom prst="rect">
            <a:avLst/>
          </a:prstGeom>
        </p:spPr>
        <p:txBody>
          <a:bodyPr wrap="square">
            <a:spAutoFit/>
          </a:bodyPr>
          <a:lstStyle/>
          <a:p>
            <a:pPr marL="342900" lvl="0" indent="-342900" algn="just">
              <a:lnSpc>
                <a:spcPct val="150000"/>
              </a:lnSpc>
              <a:buFont typeface="Wingdings" pitchFamily="2" charset="2"/>
              <a:buChar char="Ø"/>
            </a:pPr>
            <a:r>
              <a:rPr lang="en-US" sz="2000" dirty="0">
                <a:solidFill>
                  <a:srgbClr val="FFFF00"/>
                </a:solidFill>
                <a:latin typeface="Bookman Old Style" pitchFamily="18" charset="0"/>
              </a:rPr>
              <a:t>Standard deviation</a:t>
            </a:r>
          </a:p>
          <a:p>
            <a:pPr marL="342900" lvl="0" indent="-342900" algn="just">
              <a:lnSpc>
                <a:spcPct val="150000"/>
              </a:lnSpc>
              <a:buFont typeface="Wingdings" pitchFamily="2" charset="2"/>
              <a:buChar char="Ø"/>
            </a:pPr>
            <a:r>
              <a:rPr lang="en-US" sz="2000" dirty="0">
                <a:solidFill>
                  <a:srgbClr val="FFFF00"/>
                </a:solidFill>
                <a:latin typeface="Bookman Old Style" pitchFamily="18" charset="0"/>
              </a:rPr>
              <a:t>Variance</a:t>
            </a:r>
          </a:p>
          <a:p>
            <a:pPr marL="342900" lvl="0" indent="-342900" algn="just">
              <a:lnSpc>
                <a:spcPct val="150000"/>
              </a:lnSpc>
              <a:buFont typeface="Wingdings" pitchFamily="2" charset="2"/>
              <a:buChar char="Ø"/>
            </a:pPr>
            <a:r>
              <a:rPr lang="en-US" sz="2000" dirty="0">
                <a:solidFill>
                  <a:srgbClr val="FFFF00"/>
                </a:solidFill>
                <a:latin typeface="Bookman Old Style" pitchFamily="18" charset="0"/>
              </a:rPr>
              <a:t>Coefficient variance</a:t>
            </a:r>
          </a:p>
          <a:p>
            <a:pPr marL="342900" lvl="0" indent="-342900" algn="just">
              <a:lnSpc>
                <a:spcPct val="150000"/>
              </a:lnSpc>
              <a:buFont typeface="Wingdings" pitchFamily="2" charset="2"/>
              <a:buChar char="Ø"/>
            </a:pPr>
            <a:r>
              <a:rPr lang="en-US" sz="2000" dirty="0">
                <a:solidFill>
                  <a:srgbClr val="FFFF00"/>
                </a:solidFill>
                <a:latin typeface="Bookman Old Style" pitchFamily="18" charset="0"/>
              </a:rPr>
              <a:t>Quartile Deviation</a:t>
            </a:r>
          </a:p>
          <a:p>
            <a:pPr marL="342900" lvl="0" indent="-342900" algn="just">
              <a:lnSpc>
                <a:spcPct val="150000"/>
              </a:lnSpc>
              <a:buFont typeface="Wingdings" pitchFamily="2" charset="2"/>
              <a:buChar char="Ø"/>
            </a:pPr>
            <a:r>
              <a:rPr lang="en-US" sz="2000" dirty="0">
                <a:solidFill>
                  <a:srgbClr val="FFFF00"/>
                </a:solidFill>
                <a:latin typeface="Bookman Old Style" pitchFamily="18" charset="0"/>
              </a:rPr>
              <a:t>Coefficient of Quartile Deviation</a:t>
            </a:r>
          </a:p>
          <a:p>
            <a:pPr marL="342900" lvl="0" indent="-342900" algn="just">
              <a:lnSpc>
                <a:spcPct val="150000"/>
              </a:lnSpc>
              <a:buFont typeface="Wingdings" pitchFamily="2" charset="2"/>
              <a:buChar char="Ø"/>
            </a:pPr>
            <a:r>
              <a:rPr lang="en-US" sz="2000" dirty="0">
                <a:solidFill>
                  <a:srgbClr val="FFFF00"/>
                </a:solidFill>
                <a:latin typeface="Bookman Old Style" pitchFamily="18" charset="0"/>
              </a:rPr>
              <a:t>Relation between QD,MD and SD</a:t>
            </a:r>
          </a:p>
          <a:p>
            <a:pPr marL="342900" lvl="0" indent="-342900" algn="just">
              <a:lnSpc>
                <a:spcPct val="150000"/>
              </a:lnSpc>
              <a:buFont typeface="Wingdings" pitchFamily="2" charset="2"/>
              <a:buChar char="Ø"/>
            </a:pPr>
            <a:r>
              <a:rPr lang="en-US" sz="2000" dirty="0">
                <a:solidFill>
                  <a:srgbClr val="FFFF00"/>
                </a:solidFill>
                <a:latin typeface="Bookman Old Style" pitchFamily="18" charset="0"/>
              </a:rPr>
              <a:t>Geometric Mean </a:t>
            </a:r>
          </a:p>
        </p:txBody>
      </p:sp>
      <p:pic>
        <p:nvPicPr>
          <p:cNvPr id="4" name="Picture 3"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355580" y="203200"/>
            <a:ext cx="1681480" cy="1452880"/>
          </a:xfrm>
          <a:prstGeom prst="rect">
            <a:avLst/>
          </a:prstGeom>
        </p:spPr>
      </p:pic>
    </p:spTree>
    <p:extLst>
      <p:ext uri="{BB962C8B-B14F-4D97-AF65-F5344CB8AC3E}">
        <p14:creationId xmlns:p14="http://schemas.microsoft.com/office/powerpoint/2010/main" val="254231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8D54D-E068-510B-F617-27E849A2713E}"/>
            </a:ext>
          </a:extLst>
        </p:cNvPr>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335260" y="304800"/>
            <a:ext cx="1681480" cy="1452880"/>
          </a:xfrm>
          <a:prstGeom prst="rect">
            <a:avLst/>
          </a:prstGeom>
        </p:spPr>
      </p:pic>
    </p:spTree>
    <p:extLst>
      <p:ext uri="{BB962C8B-B14F-4D97-AF65-F5344CB8AC3E}">
        <p14:creationId xmlns:p14="http://schemas.microsoft.com/office/powerpoint/2010/main" val="567283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E7D22-FD38-27E9-2308-61FE712A153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4DDCAC-616E-E9E1-FA72-B00B995DFC5A}"/>
              </a:ext>
            </a:extLst>
          </p:cNvPr>
          <p:cNvSpPr>
            <a:spLocks noGrp="1"/>
          </p:cNvSpPr>
          <p:nvPr>
            <p:ph idx="1"/>
          </p:nvPr>
        </p:nvSpPr>
        <p:spPr>
          <a:xfrm>
            <a:off x="636103" y="386044"/>
            <a:ext cx="10964850" cy="4281372"/>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 Find the mean of 2, 3, 7, 1, 3, 2, 3</a:t>
            </a:r>
          </a:p>
          <a:p>
            <a:pPr marL="0" indent="0" algn="just">
              <a:lnSpc>
                <a:spcPct val="150000"/>
              </a:lnSpc>
              <a:buNone/>
            </a:pPr>
            <a:r>
              <a:rPr lang="en-IN" sz="2300" b="1" dirty="0">
                <a:effectLst/>
                <a:latin typeface="Bookman Old Style" pitchFamily="18" charset="0"/>
                <a:cs typeface="Times New Roman" panose="02020603050405020304" pitchFamily="18" charset="0"/>
              </a:rPr>
              <a:t>   a. 3            b. 4           c. 5          d. 2</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172700" y="264160"/>
            <a:ext cx="1681480" cy="1452880"/>
          </a:xfrm>
          <a:prstGeom prst="rect">
            <a:avLst/>
          </a:prstGeom>
        </p:spPr>
      </p:pic>
    </p:spTree>
    <p:extLst>
      <p:ext uri="{BB962C8B-B14F-4D97-AF65-F5344CB8AC3E}">
        <p14:creationId xmlns:p14="http://schemas.microsoft.com/office/powerpoint/2010/main" val="3250359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25DC3E-2454-8DA3-9DD3-8254F51563EE}"/>
              </a:ext>
            </a:extLst>
          </p:cNvPr>
          <p:cNvSpPr>
            <a:spLocks noGrp="1"/>
          </p:cNvSpPr>
          <p:nvPr>
            <p:ph idx="1"/>
          </p:nvPr>
        </p:nvSpPr>
        <p:spPr>
          <a:xfrm>
            <a:off x="613575" y="436844"/>
            <a:ext cx="10964850" cy="4281372"/>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 A student got 84, 91, 72, 68, 87, 78 marks in six tests. Their A.M. is</a:t>
            </a:r>
          </a:p>
          <a:p>
            <a:pPr marL="0" indent="0" algn="just">
              <a:lnSpc>
                <a:spcPct val="150000"/>
              </a:lnSpc>
              <a:buNone/>
            </a:pPr>
            <a:r>
              <a:rPr lang="en-IN" sz="2300" b="1" dirty="0">
                <a:effectLst/>
                <a:latin typeface="Bookman Old Style" pitchFamily="18" charset="0"/>
                <a:cs typeface="Times New Roman" panose="02020603050405020304" pitchFamily="18" charset="0"/>
              </a:rPr>
              <a:t>    a. 70           b. 80        c. 85       d. 95</a:t>
            </a: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355580" y="162560"/>
            <a:ext cx="1681480" cy="1452880"/>
          </a:xfrm>
          <a:prstGeom prst="rect">
            <a:avLst/>
          </a:prstGeom>
        </p:spPr>
      </p:pic>
    </p:spTree>
    <p:extLst>
      <p:ext uri="{BB962C8B-B14F-4D97-AF65-F5344CB8AC3E}">
        <p14:creationId xmlns:p14="http://schemas.microsoft.com/office/powerpoint/2010/main" val="3413143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CE144C-5F01-EF62-C9C7-477277A47638}"/>
              </a:ext>
            </a:extLst>
          </p:cNvPr>
          <p:cNvSpPr>
            <a:spLocks noGrp="1"/>
          </p:cNvSpPr>
          <p:nvPr>
            <p:ph idx="1"/>
          </p:nvPr>
        </p:nvSpPr>
        <p:spPr>
          <a:xfrm>
            <a:off x="485028" y="517403"/>
            <a:ext cx="11243146" cy="4825873"/>
          </a:xfrm>
        </p:spPr>
        <p:txBody>
          <a:bodyPr>
            <a:noAutofit/>
          </a:bodyPr>
          <a:lstStyle/>
          <a:p>
            <a:pPr marL="0" indent="0" algn="just">
              <a:lnSpc>
                <a:spcPct val="150000"/>
              </a:lnSpc>
              <a:buNone/>
            </a:pPr>
            <a:r>
              <a:rPr lang="en-US" sz="2300" b="1" dirty="0">
                <a:effectLst/>
                <a:latin typeface="Bookman Old Style" pitchFamily="18" charset="0"/>
                <a:cs typeface="Times New Roman" panose="02020603050405020304" pitchFamily="18" charset="0"/>
              </a:rPr>
              <a:t>3.</a:t>
            </a:r>
            <a:r>
              <a:rPr lang="en-US" sz="2300" b="1" dirty="0">
                <a:effectLst/>
                <a:latin typeface="Bookman Old Style" pitchFamily="18" charset="0"/>
              </a:rPr>
              <a:t> Find the median of the following data 2,3,7,1,3,2,3</a:t>
            </a:r>
          </a:p>
          <a:p>
            <a:pPr marL="0" indent="0" algn="just">
              <a:lnSpc>
                <a:spcPct val="150000"/>
              </a:lnSpc>
              <a:buNone/>
            </a:pPr>
            <a:r>
              <a:rPr lang="en-US" sz="2300" b="1" dirty="0">
                <a:effectLst/>
                <a:latin typeface="Bookman Old Style" pitchFamily="18" charset="0"/>
                <a:cs typeface="Times New Roman" panose="02020603050405020304" pitchFamily="18" charset="0"/>
              </a:rPr>
              <a:t>    a. 2              b. 3            c. 7           d. 1</a:t>
            </a:r>
          </a:p>
          <a:p>
            <a:pPr marL="0" indent="0" algn="just">
              <a:lnSpc>
                <a:spcPct val="150000"/>
              </a:lnSpc>
              <a:buNone/>
            </a:pPr>
            <a:endParaRPr lang="en-US"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243820" y="162560"/>
            <a:ext cx="1681480" cy="1452880"/>
          </a:xfrm>
          <a:prstGeom prst="rect">
            <a:avLst/>
          </a:prstGeom>
        </p:spPr>
      </p:pic>
    </p:spTree>
    <p:extLst>
      <p:ext uri="{BB962C8B-B14F-4D97-AF65-F5344CB8AC3E}">
        <p14:creationId xmlns:p14="http://schemas.microsoft.com/office/powerpoint/2010/main" val="692752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5A201-06B0-9B49-750E-4EB39BF7CF9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79B472-8DBC-C506-CF11-9C2BD1831BE2}"/>
              </a:ext>
            </a:extLst>
          </p:cNvPr>
          <p:cNvSpPr>
            <a:spLocks noGrp="1"/>
          </p:cNvSpPr>
          <p:nvPr>
            <p:ph idx="1"/>
          </p:nvPr>
        </p:nvSpPr>
        <p:spPr>
          <a:xfrm>
            <a:off x="119268" y="161803"/>
            <a:ext cx="11243146" cy="4825873"/>
          </a:xfrm>
        </p:spPr>
        <p:txBody>
          <a:bodyPr>
            <a:noAutofit/>
          </a:bodyPr>
          <a:lstStyle/>
          <a:p>
            <a:pPr marL="0" indent="0" algn="just">
              <a:lnSpc>
                <a:spcPct val="150000"/>
              </a:lnSpc>
              <a:buNone/>
            </a:pPr>
            <a:r>
              <a:rPr lang="en-US" sz="2300" b="1" dirty="0">
                <a:effectLst/>
                <a:latin typeface="Bookman Old Style" pitchFamily="18" charset="0"/>
                <a:cs typeface="Times New Roman" panose="02020603050405020304" pitchFamily="18" charset="0"/>
              </a:rPr>
              <a:t>4.</a:t>
            </a:r>
            <a:r>
              <a:rPr lang="en-US" sz="2300" b="1" dirty="0">
                <a:effectLst/>
                <a:latin typeface="Bookman Old Style" pitchFamily="18" charset="0"/>
              </a:rPr>
              <a:t> Find the median of the following data 2, 7, 3, 15, 12, 17 and 5</a:t>
            </a:r>
          </a:p>
          <a:p>
            <a:pPr marL="0" indent="0" algn="just">
              <a:lnSpc>
                <a:spcPct val="150000"/>
              </a:lnSpc>
              <a:buNone/>
            </a:pPr>
            <a:r>
              <a:rPr lang="en-US" sz="2300" b="1" dirty="0">
                <a:effectLst/>
                <a:latin typeface="Bookman Old Style" pitchFamily="18" charset="0"/>
                <a:cs typeface="Times New Roman" panose="02020603050405020304" pitchFamily="18" charset="0"/>
              </a:rPr>
              <a:t>     a. 15           b. 12          c. 5              d. 7 </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284460" y="243840"/>
            <a:ext cx="1681480" cy="1452880"/>
          </a:xfrm>
          <a:prstGeom prst="rect">
            <a:avLst/>
          </a:prstGeom>
        </p:spPr>
      </p:pic>
    </p:spTree>
    <p:extLst>
      <p:ext uri="{BB962C8B-B14F-4D97-AF65-F5344CB8AC3E}">
        <p14:creationId xmlns:p14="http://schemas.microsoft.com/office/powerpoint/2010/main" val="1148930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9AC40-460B-AA81-E2F5-BE6C2A5A874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5A8538-B486-C9E2-09A0-8B0FD9E81BAF}"/>
              </a:ext>
            </a:extLst>
          </p:cNvPr>
          <p:cNvSpPr>
            <a:spLocks noGrp="1"/>
          </p:cNvSpPr>
          <p:nvPr>
            <p:ph idx="1"/>
          </p:nvPr>
        </p:nvSpPr>
        <p:spPr>
          <a:xfrm>
            <a:off x="485028" y="517403"/>
            <a:ext cx="9735932" cy="4825873"/>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5. </a:t>
            </a:r>
            <a:r>
              <a:rPr lang="en-US" sz="2300" b="1" dirty="0">
                <a:effectLst/>
                <a:latin typeface="Bookman Old Style" pitchFamily="18" charset="0"/>
              </a:rPr>
              <a:t>Find the median of the following data 25, 34, 31, 23, 22, 26, 35, 29, 20, 32</a:t>
            </a:r>
          </a:p>
          <a:p>
            <a:pPr marL="0" indent="0" algn="just">
              <a:lnSpc>
                <a:spcPct val="150000"/>
              </a:lnSpc>
              <a:buNone/>
            </a:pPr>
            <a:r>
              <a:rPr lang="en-IN" sz="2300" b="1" dirty="0">
                <a:effectLst/>
                <a:latin typeface="Bookman Old Style" pitchFamily="18" charset="0"/>
                <a:cs typeface="Times New Roman" panose="02020603050405020304" pitchFamily="18" charset="0"/>
              </a:rPr>
              <a:t>    a. 25.6         b. 26          c. 27.5          d. 29</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345420" y="162560"/>
            <a:ext cx="1681480" cy="1452880"/>
          </a:xfrm>
          <a:prstGeom prst="rect">
            <a:avLst/>
          </a:prstGeom>
        </p:spPr>
      </p:pic>
    </p:spTree>
    <p:extLst>
      <p:ext uri="{BB962C8B-B14F-4D97-AF65-F5344CB8AC3E}">
        <p14:creationId xmlns:p14="http://schemas.microsoft.com/office/powerpoint/2010/main" val="3922307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7F7275-821A-7B23-BE3E-B9410147340D}"/>
              </a:ext>
            </a:extLst>
          </p:cNvPr>
          <p:cNvSpPr>
            <a:spLocks noGrp="1"/>
          </p:cNvSpPr>
          <p:nvPr>
            <p:ph idx="1"/>
          </p:nvPr>
        </p:nvSpPr>
        <p:spPr>
          <a:xfrm>
            <a:off x="491061" y="477566"/>
            <a:ext cx="11213259" cy="5064494"/>
          </a:xfrm>
        </p:spPr>
        <p:txBody>
          <a:bodyPr>
            <a:normAutofit/>
          </a:bodyPr>
          <a:lstStyle/>
          <a:p>
            <a:pPr marL="0" indent="0" algn="just">
              <a:lnSpc>
                <a:spcPct val="150000"/>
              </a:lnSpc>
              <a:buNone/>
            </a:pPr>
            <a:r>
              <a:rPr lang="en-US" sz="2300" b="1" dirty="0">
                <a:effectLst/>
                <a:latin typeface="Bookman Old Style" pitchFamily="18" charset="0"/>
                <a:cs typeface="Times New Roman" panose="02020603050405020304" pitchFamily="18" charset="0"/>
              </a:rPr>
              <a:t>6. Find the mode of the following data 2, 3, 7, 1, 3, 2, 3</a:t>
            </a:r>
          </a:p>
          <a:p>
            <a:pPr marL="0" indent="0" algn="just">
              <a:lnSpc>
                <a:spcPct val="150000"/>
              </a:lnSpc>
              <a:buNone/>
            </a:pPr>
            <a:r>
              <a:rPr lang="en-US" sz="2300" b="1" dirty="0">
                <a:effectLst/>
                <a:latin typeface="Bookman Old Style" pitchFamily="18" charset="0"/>
                <a:cs typeface="Times New Roman" panose="02020603050405020304" pitchFamily="18" charset="0"/>
              </a:rPr>
              <a:t>   a. 2            b. 3           c. 7         d. 1</a:t>
            </a:r>
          </a:p>
          <a:p>
            <a:pPr marL="0" indent="0" algn="just">
              <a:lnSpc>
                <a:spcPct val="150000"/>
              </a:lnSpc>
              <a:buNone/>
            </a:pPr>
            <a:endParaRPr lang="en-US"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132060" y="193040"/>
            <a:ext cx="1681480" cy="1452880"/>
          </a:xfrm>
          <a:prstGeom prst="rect">
            <a:avLst/>
          </a:prstGeom>
        </p:spPr>
      </p:pic>
    </p:spTree>
    <p:extLst>
      <p:ext uri="{BB962C8B-B14F-4D97-AF65-F5344CB8AC3E}">
        <p14:creationId xmlns:p14="http://schemas.microsoft.com/office/powerpoint/2010/main" val="2745039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DCC06-2929-F706-AA83-6274779231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FD9AEF-39CA-0934-250F-613FEFA41BC8}"/>
              </a:ext>
            </a:extLst>
          </p:cNvPr>
          <p:cNvSpPr>
            <a:spLocks noGrp="1"/>
          </p:cNvSpPr>
          <p:nvPr>
            <p:ph idx="1"/>
          </p:nvPr>
        </p:nvSpPr>
        <p:spPr>
          <a:xfrm>
            <a:off x="419941" y="386126"/>
            <a:ext cx="9628299" cy="5064494"/>
          </a:xfrm>
        </p:spPr>
        <p:txBody>
          <a:bodyPr>
            <a:normAutofit/>
          </a:bodyPr>
          <a:lstStyle/>
          <a:p>
            <a:pPr marL="0" indent="0" algn="just">
              <a:lnSpc>
                <a:spcPct val="150000"/>
              </a:lnSpc>
              <a:buNone/>
            </a:pPr>
            <a:r>
              <a:rPr lang="en-US" sz="2300" b="1" dirty="0">
                <a:effectLst/>
                <a:latin typeface="Bookman Old Style" pitchFamily="18" charset="0"/>
                <a:cs typeface="Times New Roman" panose="02020603050405020304" pitchFamily="18" charset="0"/>
              </a:rPr>
              <a:t>7. Find the mode of the following data 0, 5, 2, 7, 2, 1, 1, 3, 2, 4, 5, 7, 5, 1, 2</a:t>
            </a:r>
          </a:p>
          <a:p>
            <a:pPr marL="0" indent="0" algn="just">
              <a:lnSpc>
                <a:spcPct val="150000"/>
              </a:lnSpc>
              <a:buNone/>
            </a:pPr>
            <a:r>
              <a:rPr lang="en-US" sz="2300" b="1" dirty="0">
                <a:effectLst/>
                <a:latin typeface="Bookman Old Style" pitchFamily="18" charset="0"/>
                <a:cs typeface="Times New Roman" panose="02020603050405020304" pitchFamily="18" charset="0"/>
              </a:rPr>
              <a:t>   a. 5         b. 1         c. 2           d. 7</a:t>
            </a:r>
          </a:p>
          <a:p>
            <a:pPr marL="0" indent="0" algn="just">
              <a:lnSpc>
                <a:spcPct val="150000"/>
              </a:lnSpc>
              <a:buNone/>
            </a:pPr>
            <a:endParaRPr lang="en-US"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284460" y="172720"/>
            <a:ext cx="1681480" cy="1452880"/>
          </a:xfrm>
          <a:prstGeom prst="rect">
            <a:avLst/>
          </a:prstGeom>
        </p:spPr>
      </p:pic>
    </p:spTree>
    <p:extLst>
      <p:ext uri="{BB962C8B-B14F-4D97-AF65-F5344CB8AC3E}">
        <p14:creationId xmlns:p14="http://schemas.microsoft.com/office/powerpoint/2010/main" val="108810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A24AF-1BFE-4AB6-8232-854468EEA0C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A9B17A-3B63-6145-6BD5-08306E678EEF}"/>
              </a:ext>
            </a:extLst>
          </p:cNvPr>
          <p:cNvSpPr>
            <a:spLocks noGrp="1"/>
          </p:cNvSpPr>
          <p:nvPr>
            <p:ph idx="1"/>
          </p:nvPr>
        </p:nvSpPr>
        <p:spPr>
          <a:xfrm>
            <a:off x="491061" y="477566"/>
            <a:ext cx="9516539" cy="5064494"/>
          </a:xfrm>
        </p:spPr>
        <p:txBody>
          <a:bodyPr>
            <a:normAutofit/>
          </a:bodyPr>
          <a:lstStyle/>
          <a:p>
            <a:pPr marL="0" indent="0" algn="just">
              <a:lnSpc>
                <a:spcPct val="150000"/>
              </a:lnSpc>
              <a:buNone/>
            </a:pPr>
            <a:r>
              <a:rPr lang="en-US" sz="2300" b="1" dirty="0">
                <a:effectLst/>
                <a:latin typeface="Bookman Old Style" pitchFamily="18" charset="0"/>
                <a:cs typeface="Times New Roman" panose="02020603050405020304" pitchFamily="18" charset="0"/>
              </a:rPr>
              <a:t>8. Find the mode of the following data. 12, 24, 36, 46, 25, 38, 72, 36, 25, 38, 12, 24, 46,25, 12, 24, 46, 25, 72, 12, 24, 36,25, 38 and 36</a:t>
            </a:r>
          </a:p>
          <a:p>
            <a:pPr marL="0" indent="0" algn="just">
              <a:lnSpc>
                <a:spcPct val="150000"/>
              </a:lnSpc>
              <a:buNone/>
            </a:pPr>
            <a:r>
              <a:rPr lang="en-US" sz="2300" b="1" dirty="0">
                <a:effectLst/>
                <a:latin typeface="Bookman Old Style" pitchFamily="18" charset="0"/>
                <a:cs typeface="Times New Roman" panose="02020603050405020304" pitchFamily="18" charset="0"/>
              </a:rPr>
              <a:t>   a. 25        b. 12          c. 24          d. 38</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325100" y="152400"/>
            <a:ext cx="1681480" cy="1452880"/>
          </a:xfrm>
          <a:prstGeom prst="rect">
            <a:avLst/>
          </a:prstGeom>
        </p:spPr>
      </p:pic>
    </p:spTree>
    <p:extLst>
      <p:ext uri="{BB962C8B-B14F-4D97-AF65-F5344CB8AC3E}">
        <p14:creationId xmlns:p14="http://schemas.microsoft.com/office/powerpoint/2010/main" val="3491307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0CAEFC-D594-A38A-CE5E-25A0316665E1}"/>
              </a:ext>
            </a:extLst>
          </p:cNvPr>
          <p:cNvSpPr>
            <a:spLocks noGrp="1"/>
          </p:cNvSpPr>
          <p:nvPr>
            <p:ph idx="1"/>
          </p:nvPr>
        </p:nvSpPr>
        <p:spPr>
          <a:xfrm>
            <a:off x="540687" y="566085"/>
            <a:ext cx="9609153" cy="4753338"/>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9. If the Mean of five observations x, x+2, x+4, x+6 and x+8 is 11. Find the mean of first three observations</a:t>
            </a:r>
          </a:p>
          <a:p>
            <a:pPr marL="0" indent="0" algn="just">
              <a:lnSpc>
                <a:spcPct val="150000"/>
              </a:lnSpc>
              <a:buNone/>
            </a:pPr>
            <a:r>
              <a:rPr lang="en-IN" sz="2300" b="1" dirty="0">
                <a:effectLst/>
                <a:latin typeface="Bookman Old Style" pitchFamily="18" charset="0"/>
                <a:cs typeface="Times New Roman" panose="02020603050405020304" pitchFamily="18" charset="0"/>
              </a:rPr>
              <a:t>   a. 7           b. 9           c. 11        d. 8</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335260" y="71120"/>
            <a:ext cx="1681480" cy="1452880"/>
          </a:xfrm>
          <a:prstGeom prst="rect">
            <a:avLst/>
          </a:prstGeom>
        </p:spPr>
      </p:pic>
    </p:spTree>
    <p:extLst>
      <p:ext uri="{BB962C8B-B14F-4D97-AF65-F5344CB8AC3E}">
        <p14:creationId xmlns:p14="http://schemas.microsoft.com/office/powerpoint/2010/main" val="3259336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D26F4-3B8C-DEE0-D82A-EBF382DDE9C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D9F219-34FB-5EBB-0175-8CDD71F661EA}"/>
              </a:ext>
            </a:extLst>
          </p:cNvPr>
          <p:cNvSpPr>
            <a:spLocks noGrp="1"/>
          </p:cNvSpPr>
          <p:nvPr>
            <p:ph idx="1"/>
          </p:nvPr>
        </p:nvSpPr>
        <p:spPr>
          <a:xfrm>
            <a:off x="540687" y="566085"/>
            <a:ext cx="9609153" cy="4753338"/>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10. If the median of the distribution 1, 3, 5, 7, 9, x, 15, 17, 19 and 21 is 10.What is the value of x</a:t>
            </a:r>
          </a:p>
          <a:p>
            <a:pPr marL="0" indent="0" algn="just">
              <a:lnSpc>
                <a:spcPct val="150000"/>
              </a:lnSpc>
              <a:buNone/>
            </a:pPr>
            <a:r>
              <a:rPr lang="en-IN" sz="2300" b="1" dirty="0">
                <a:effectLst/>
                <a:latin typeface="Bookman Old Style" pitchFamily="18" charset="0"/>
                <a:cs typeface="Times New Roman" panose="02020603050405020304" pitchFamily="18" charset="0"/>
              </a:rPr>
              <a:t>   a. 10           b. 15       c. 9          d. 11</a:t>
            </a: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355580" y="121920"/>
            <a:ext cx="1681480" cy="1452880"/>
          </a:xfrm>
          <a:prstGeom prst="rect">
            <a:avLst/>
          </a:prstGeom>
        </p:spPr>
      </p:pic>
    </p:spTree>
    <p:extLst>
      <p:ext uri="{BB962C8B-B14F-4D97-AF65-F5344CB8AC3E}">
        <p14:creationId xmlns:p14="http://schemas.microsoft.com/office/powerpoint/2010/main" val="1103554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237550-1DE1-9F96-6294-BBF931B4F42B}"/>
              </a:ext>
            </a:extLst>
          </p:cNvPr>
          <p:cNvSpPr>
            <a:spLocks noGrp="1"/>
          </p:cNvSpPr>
          <p:nvPr>
            <p:ph idx="1"/>
          </p:nvPr>
        </p:nvSpPr>
        <p:spPr>
          <a:xfrm>
            <a:off x="572494" y="471399"/>
            <a:ext cx="9475746" cy="4593581"/>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11. Ten observations 6,14,15,17,x+1,2x-13, 30,32, 34,and 43 . The median of data is 24. What is the value of x</a:t>
            </a:r>
          </a:p>
          <a:p>
            <a:pPr marL="0" indent="0" algn="just">
              <a:lnSpc>
                <a:spcPct val="150000"/>
              </a:lnSpc>
              <a:buNone/>
            </a:pPr>
            <a:r>
              <a:rPr lang="en-IN" sz="2300" b="1" dirty="0">
                <a:effectLst/>
                <a:latin typeface="Bookman Old Style" pitchFamily="18" charset="0"/>
                <a:cs typeface="Times New Roman" panose="02020603050405020304" pitchFamily="18" charset="0"/>
              </a:rPr>
              <a:t>   a. 20             b. 25           c. 30         d. 22</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253980" y="203200"/>
            <a:ext cx="1681480" cy="1452880"/>
          </a:xfrm>
          <a:prstGeom prst="rect">
            <a:avLst/>
          </a:prstGeom>
        </p:spPr>
      </p:pic>
    </p:spTree>
    <p:extLst>
      <p:ext uri="{BB962C8B-B14F-4D97-AF65-F5344CB8AC3E}">
        <p14:creationId xmlns:p14="http://schemas.microsoft.com/office/powerpoint/2010/main" val="3231654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2A98A-8142-A515-54CA-D292C4E6518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2589AE-9EB0-9372-2225-41EFEFEECF9A}"/>
              </a:ext>
            </a:extLst>
          </p:cNvPr>
          <p:cNvSpPr>
            <a:spLocks noGrp="1"/>
          </p:cNvSpPr>
          <p:nvPr>
            <p:ph idx="1"/>
          </p:nvPr>
        </p:nvSpPr>
        <p:spPr>
          <a:xfrm>
            <a:off x="572494" y="471399"/>
            <a:ext cx="9475746" cy="4593581"/>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12. The average value of median of 2,8,3,7,4,6,7 and mode of 2,9,3,4,9,6,9 is:</a:t>
            </a:r>
          </a:p>
          <a:p>
            <a:pPr marL="0" indent="0" algn="just">
              <a:lnSpc>
                <a:spcPct val="150000"/>
              </a:lnSpc>
              <a:buNone/>
            </a:pPr>
            <a:r>
              <a:rPr lang="en-IN" sz="2300" b="1" dirty="0">
                <a:effectLst/>
                <a:latin typeface="Bookman Old Style" pitchFamily="18" charset="0"/>
                <a:cs typeface="Times New Roman" panose="02020603050405020304" pitchFamily="18" charset="0"/>
              </a:rPr>
              <a:t>   a. 6            b. 7           c. 7.5          d. 8 </a:t>
            </a: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233660" y="304800"/>
            <a:ext cx="1681480" cy="1452880"/>
          </a:xfrm>
          <a:prstGeom prst="rect">
            <a:avLst/>
          </a:prstGeom>
        </p:spPr>
      </p:pic>
    </p:spTree>
    <p:extLst>
      <p:ext uri="{BB962C8B-B14F-4D97-AF65-F5344CB8AC3E}">
        <p14:creationId xmlns:p14="http://schemas.microsoft.com/office/powerpoint/2010/main" val="745511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5E6109-DE52-D3E6-2B6D-0F9DD5E9BD64}"/>
              </a:ext>
            </a:extLst>
          </p:cNvPr>
          <p:cNvSpPr>
            <a:spLocks noGrp="1"/>
          </p:cNvSpPr>
          <p:nvPr>
            <p:ph idx="1"/>
          </p:nvPr>
        </p:nvSpPr>
        <p:spPr>
          <a:xfrm>
            <a:off x="417002" y="223520"/>
            <a:ext cx="10964848" cy="5003235"/>
          </a:xfrm>
        </p:spPr>
        <p:txBody>
          <a:bodyPr>
            <a:noAutofit/>
          </a:bodyPr>
          <a:lstStyle/>
          <a:p>
            <a:pPr marL="0" indent="0" algn="just">
              <a:lnSpc>
                <a:spcPct val="150000"/>
              </a:lnSpc>
              <a:buNone/>
            </a:pPr>
            <a:r>
              <a:rPr lang="en-US" sz="2300" b="1" dirty="0">
                <a:effectLst/>
                <a:latin typeface="Bookman Old Style" pitchFamily="18" charset="0"/>
                <a:cs typeface="Times New Roman" panose="02020603050405020304" pitchFamily="18" charset="0"/>
              </a:rPr>
              <a:t>13. Find the mode when median is 12 and mean is 16 of a data</a:t>
            </a:r>
          </a:p>
          <a:p>
            <a:pPr marL="0" indent="0" algn="just">
              <a:lnSpc>
                <a:spcPct val="150000"/>
              </a:lnSpc>
              <a:buNone/>
            </a:pPr>
            <a:r>
              <a:rPr lang="en-US" sz="2300" b="1" dirty="0">
                <a:effectLst/>
                <a:latin typeface="Bookman Old Style" pitchFamily="18" charset="0"/>
                <a:cs typeface="Times New Roman" panose="02020603050405020304" pitchFamily="18" charset="0"/>
              </a:rPr>
              <a:t>     a. 6        b. 4            c. 8         d. 3</a:t>
            </a:r>
          </a:p>
          <a:p>
            <a:pPr marL="0" indent="0" algn="just">
              <a:lnSpc>
                <a:spcPct val="150000"/>
              </a:lnSpc>
              <a:buNone/>
            </a:pPr>
            <a:endParaRPr lang="en-US"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375900" y="223520"/>
            <a:ext cx="1681480" cy="1452880"/>
          </a:xfrm>
          <a:prstGeom prst="rect">
            <a:avLst/>
          </a:prstGeom>
        </p:spPr>
      </p:pic>
    </p:spTree>
    <p:extLst>
      <p:ext uri="{BB962C8B-B14F-4D97-AF65-F5344CB8AC3E}">
        <p14:creationId xmlns:p14="http://schemas.microsoft.com/office/powerpoint/2010/main" val="2471644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E6ABE-E201-3C37-531B-2EF1FA1B776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162ECD-CEF1-09AF-D904-0FAF1383C067}"/>
              </a:ext>
            </a:extLst>
          </p:cNvPr>
          <p:cNvSpPr>
            <a:spLocks noGrp="1"/>
          </p:cNvSpPr>
          <p:nvPr>
            <p:ph idx="1"/>
          </p:nvPr>
        </p:nvSpPr>
        <p:spPr>
          <a:xfrm>
            <a:off x="297180" y="375380"/>
            <a:ext cx="10964848" cy="5003235"/>
          </a:xfrm>
        </p:spPr>
        <p:txBody>
          <a:bodyPr>
            <a:noAutofit/>
          </a:bodyPr>
          <a:lstStyle/>
          <a:p>
            <a:pPr marL="0" indent="0" algn="just">
              <a:lnSpc>
                <a:spcPct val="150000"/>
              </a:lnSpc>
              <a:buNone/>
            </a:pPr>
            <a:r>
              <a:rPr lang="en-US" sz="2300" b="1" dirty="0">
                <a:effectLst/>
                <a:latin typeface="Bookman Old Style" pitchFamily="18" charset="0"/>
                <a:cs typeface="Times New Roman" panose="02020603050405020304" pitchFamily="18" charset="0"/>
              </a:rPr>
              <a:t>14. If median of the data is 37.5 and mode is 24.5. then A.M. is</a:t>
            </a:r>
          </a:p>
          <a:p>
            <a:pPr marL="0" indent="0" algn="just">
              <a:lnSpc>
                <a:spcPct val="150000"/>
              </a:lnSpc>
              <a:buNone/>
            </a:pPr>
            <a:r>
              <a:rPr lang="en-US" sz="2300" b="1" dirty="0">
                <a:effectLst/>
                <a:latin typeface="Bookman Old Style" pitchFamily="18" charset="0"/>
                <a:cs typeface="Times New Roman" panose="02020603050405020304" pitchFamily="18" charset="0"/>
              </a:rPr>
              <a:t>   a. 39       b. 37.5         c. 36        d. 44</a:t>
            </a: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213340" y="264160"/>
            <a:ext cx="1681480" cy="1452880"/>
          </a:xfrm>
          <a:prstGeom prst="rect">
            <a:avLst/>
          </a:prstGeom>
        </p:spPr>
      </p:pic>
    </p:spTree>
    <p:extLst>
      <p:ext uri="{BB962C8B-B14F-4D97-AF65-F5344CB8AC3E}">
        <p14:creationId xmlns:p14="http://schemas.microsoft.com/office/powerpoint/2010/main" val="1184198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435682-F3C7-456E-8725-FBF18D75BED0}"/>
              </a:ext>
            </a:extLst>
          </p:cNvPr>
          <p:cNvSpPr>
            <a:spLocks noGrp="1"/>
          </p:cNvSpPr>
          <p:nvPr>
            <p:ph idx="1"/>
          </p:nvPr>
        </p:nvSpPr>
        <p:spPr>
          <a:xfrm>
            <a:off x="645823" y="243840"/>
            <a:ext cx="9575137" cy="5253539"/>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15. A student got 7, 31, 47, 53, 30,6 marks in his 6 examinations. The range of his marks is:</a:t>
            </a:r>
          </a:p>
          <a:p>
            <a:pPr marL="0" indent="0" algn="just">
              <a:lnSpc>
                <a:spcPct val="150000"/>
              </a:lnSpc>
              <a:buNone/>
            </a:pPr>
            <a:r>
              <a:rPr lang="en-IN" sz="2300" b="1" dirty="0">
                <a:effectLst/>
                <a:latin typeface="Bookman Old Style" pitchFamily="18" charset="0"/>
                <a:cs typeface="Times New Roman" panose="02020603050405020304" pitchFamily="18" charset="0"/>
              </a:rPr>
              <a:t>  a. 47             b. 7               c. 31                 d. 44</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322560" y="243840"/>
            <a:ext cx="1681480" cy="1452880"/>
          </a:xfrm>
          <a:prstGeom prst="rect">
            <a:avLst/>
          </a:prstGeom>
        </p:spPr>
      </p:pic>
    </p:spTree>
    <p:extLst>
      <p:ext uri="{BB962C8B-B14F-4D97-AF65-F5344CB8AC3E}">
        <p14:creationId xmlns:p14="http://schemas.microsoft.com/office/powerpoint/2010/main" val="3406206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C208E4-8FE0-3F9B-F449-7A80C294134C}"/>
              </a:ext>
            </a:extLst>
          </p:cNvPr>
          <p:cNvSpPr>
            <a:spLocks noGrp="1"/>
          </p:cNvSpPr>
          <p:nvPr>
            <p:ph idx="1"/>
          </p:nvPr>
        </p:nvSpPr>
        <p:spPr>
          <a:xfrm>
            <a:off x="715617" y="529170"/>
            <a:ext cx="10408258" cy="5346843"/>
          </a:xfrm>
        </p:spPr>
        <p:txBody>
          <a:bodyPr>
            <a:normAutofit/>
          </a:bodyPr>
          <a:lstStyle/>
          <a:p>
            <a:pPr marL="0" indent="0" algn="just">
              <a:lnSpc>
                <a:spcPct val="150000"/>
              </a:lnSpc>
              <a:buNone/>
            </a:pPr>
            <a:r>
              <a:rPr lang="en-US" sz="2300" b="1" dirty="0">
                <a:effectLst/>
                <a:latin typeface="Bookman Old Style" pitchFamily="18" charset="0"/>
                <a:cs typeface="Times New Roman" panose="02020603050405020304" pitchFamily="18" charset="0"/>
              </a:rPr>
              <a:t>16. Find the Mean Deviation of 7, 5, 4, 3, 2, 9 .</a:t>
            </a:r>
          </a:p>
          <a:p>
            <a:pPr marL="0" indent="0" algn="just">
              <a:lnSpc>
                <a:spcPct val="150000"/>
              </a:lnSpc>
              <a:buNone/>
            </a:pPr>
            <a:r>
              <a:rPr lang="en-US" sz="2300" b="1" dirty="0">
                <a:effectLst/>
                <a:latin typeface="Bookman Old Style" pitchFamily="18" charset="0"/>
                <a:cs typeface="Times New Roman" panose="02020603050405020304" pitchFamily="18" charset="0"/>
              </a:rPr>
              <a:t>     a. 3              b. 2              c. 2.83           d. 9</a:t>
            </a:r>
          </a:p>
          <a:p>
            <a:pPr marL="0" indent="0" algn="just">
              <a:lnSpc>
                <a:spcPct val="150000"/>
              </a:lnSpc>
              <a:buNone/>
            </a:pPr>
            <a:endParaRPr lang="en-US" sz="2300" b="1" dirty="0">
              <a:effectLst/>
              <a:latin typeface="Bookman Old Style" pitchFamily="18" charset="0"/>
              <a:cs typeface="Times New Roman" panose="02020603050405020304" pitchFamily="18" charset="0"/>
            </a:endParaRPr>
          </a:p>
          <a:p>
            <a:pPr marL="0" indent="0" algn="just">
              <a:lnSpc>
                <a:spcPct val="150000"/>
              </a:lnSpc>
              <a:buNone/>
            </a:pPr>
            <a:endParaRPr lang="en-US"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142220" y="182880"/>
            <a:ext cx="1681480" cy="1452880"/>
          </a:xfrm>
          <a:prstGeom prst="rect">
            <a:avLst/>
          </a:prstGeom>
        </p:spPr>
      </p:pic>
    </p:spTree>
    <p:extLst>
      <p:ext uri="{BB962C8B-B14F-4D97-AF65-F5344CB8AC3E}">
        <p14:creationId xmlns:p14="http://schemas.microsoft.com/office/powerpoint/2010/main" val="1208186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1E948-D404-C1C5-60DD-39E9F58501B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B27B82-48A3-8901-7515-C3935E2A9778}"/>
              </a:ext>
            </a:extLst>
          </p:cNvPr>
          <p:cNvSpPr>
            <a:spLocks noGrp="1"/>
          </p:cNvSpPr>
          <p:nvPr>
            <p:ph idx="1"/>
          </p:nvPr>
        </p:nvSpPr>
        <p:spPr>
          <a:xfrm>
            <a:off x="715617" y="529170"/>
            <a:ext cx="10408258" cy="5346843"/>
          </a:xfrm>
        </p:spPr>
        <p:txBody>
          <a:bodyPr>
            <a:normAutofit/>
          </a:bodyPr>
          <a:lstStyle/>
          <a:p>
            <a:pPr marL="0" indent="0" algn="just">
              <a:lnSpc>
                <a:spcPct val="150000"/>
              </a:lnSpc>
              <a:buNone/>
            </a:pPr>
            <a:r>
              <a:rPr lang="en-US" sz="2300" b="1" dirty="0">
                <a:effectLst/>
                <a:latin typeface="Bookman Old Style" pitchFamily="18" charset="0"/>
                <a:cs typeface="Times New Roman" panose="02020603050405020304" pitchFamily="18" charset="0"/>
              </a:rPr>
              <a:t>17. The mean deviation of the data 3,5,6,7,8,10,11,14.</a:t>
            </a:r>
          </a:p>
          <a:p>
            <a:pPr marL="0" indent="0" algn="just">
              <a:lnSpc>
                <a:spcPct val="150000"/>
              </a:lnSpc>
              <a:buNone/>
            </a:pPr>
            <a:r>
              <a:rPr lang="en-US" sz="2300" b="1" dirty="0">
                <a:effectLst/>
                <a:latin typeface="Bookman Old Style" pitchFamily="18" charset="0"/>
                <a:cs typeface="Times New Roman" panose="02020603050405020304" pitchFamily="18" charset="0"/>
              </a:rPr>
              <a:t>      a. 4           b. 3.25            c. 2.75           d. 2.4</a:t>
            </a:r>
          </a:p>
          <a:p>
            <a:pPr marL="0" indent="0" algn="just">
              <a:lnSpc>
                <a:spcPct val="150000"/>
              </a:lnSpc>
              <a:buNone/>
            </a:pPr>
            <a:endParaRPr lang="en-US"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142220" y="406400"/>
            <a:ext cx="1681480" cy="1452880"/>
          </a:xfrm>
          <a:prstGeom prst="rect">
            <a:avLst/>
          </a:prstGeom>
        </p:spPr>
      </p:pic>
    </p:spTree>
    <p:extLst>
      <p:ext uri="{BB962C8B-B14F-4D97-AF65-F5344CB8AC3E}">
        <p14:creationId xmlns:p14="http://schemas.microsoft.com/office/powerpoint/2010/main" val="885938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E0DC40-B0EA-D63B-E4B6-70164DE9D2E3}"/>
              </a:ext>
            </a:extLst>
          </p:cNvPr>
          <p:cNvSpPr>
            <a:spLocks noGrp="1"/>
          </p:cNvSpPr>
          <p:nvPr>
            <p:ph idx="1"/>
          </p:nvPr>
        </p:nvSpPr>
        <p:spPr>
          <a:xfrm>
            <a:off x="184205" y="266487"/>
            <a:ext cx="9782755" cy="4783034"/>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18. Find the coefficient of mean deviation for the following series From Arithmetic Mean</a:t>
            </a:r>
          </a:p>
          <a:p>
            <a:pPr marL="0" indent="0" algn="just">
              <a:lnSpc>
                <a:spcPct val="150000"/>
              </a:lnSpc>
              <a:buNone/>
            </a:pPr>
            <a:r>
              <a:rPr lang="en-IN" sz="2300" b="1" dirty="0">
                <a:effectLst/>
                <a:latin typeface="Bookman Old Style" pitchFamily="18" charset="0"/>
                <a:cs typeface="Times New Roman" panose="02020603050405020304" pitchFamily="18" charset="0"/>
              </a:rPr>
              <a:t>          3, 7, 12 ,14, 15, 18,22 </a:t>
            </a:r>
          </a:p>
          <a:p>
            <a:pPr marL="0" indent="0" algn="just">
              <a:lnSpc>
                <a:spcPct val="150000"/>
              </a:lnSpc>
              <a:buNone/>
            </a:pPr>
            <a:r>
              <a:rPr lang="en-IN" sz="2300" b="1" dirty="0">
                <a:effectLst/>
                <a:latin typeface="Bookman Old Style" pitchFamily="18" charset="0"/>
                <a:cs typeface="Times New Roman" panose="02020603050405020304" pitchFamily="18" charset="0"/>
              </a:rPr>
              <a:t>   a. 0.274         b. 0.934          c. 0.374           d. 1.234</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172700" y="355600"/>
            <a:ext cx="1681480" cy="1452880"/>
          </a:xfrm>
          <a:prstGeom prst="rect">
            <a:avLst/>
          </a:prstGeom>
        </p:spPr>
      </p:pic>
    </p:spTree>
    <p:extLst>
      <p:ext uri="{BB962C8B-B14F-4D97-AF65-F5344CB8AC3E}">
        <p14:creationId xmlns:p14="http://schemas.microsoft.com/office/powerpoint/2010/main" val="11052306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EDC61-D907-181C-909A-F0EF15A8407C}"/>
              </a:ext>
            </a:extLst>
          </p:cNvPr>
          <p:cNvSpPr>
            <a:spLocks noGrp="1"/>
          </p:cNvSpPr>
          <p:nvPr>
            <p:ph idx="1"/>
          </p:nvPr>
        </p:nvSpPr>
        <p:spPr>
          <a:xfrm>
            <a:off x="568961" y="254000"/>
            <a:ext cx="10869432" cy="4878125"/>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19. Find the standard deviation for the following data</a:t>
            </a:r>
          </a:p>
          <a:p>
            <a:pPr marL="0" indent="0" algn="just">
              <a:lnSpc>
                <a:spcPct val="150000"/>
              </a:lnSpc>
              <a:buNone/>
            </a:pPr>
            <a:r>
              <a:rPr lang="en-IN" sz="2300" b="1" dirty="0">
                <a:effectLst/>
                <a:latin typeface="Bookman Old Style" pitchFamily="18" charset="0"/>
                <a:cs typeface="Times New Roman" panose="02020603050405020304" pitchFamily="18" charset="0"/>
              </a:rPr>
              <a:t>       7, 9, 11, 13, 15</a:t>
            </a:r>
          </a:p>
          <a:p>
            <a:pPr marL="0" indent="0" algn="just">
              <a:lnSpc>
                <a:spcPct val="150000"/>
              </a:lnSpc>
              <a:buNone/>
            </a:pPr>
            <a:r>
              <a:rPr lang="en-IN" sz="2300" b="1" dirty="0">
                <a:effectLst/>
                <a:latin typeface="Bookman Old Style" pitchFamily="18" charset="0"/>
                <a:cs typeface="Times New Roman" panose="02020603050405020304" pitchFamily="18" charset="0"/>
              </a:rPr>
              <a:t>  a. 2.42           b. 3.82         c. 2.82           d. 3.42</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132060" y="254000"/>
            <a:ext cx="1681480" cy="1452880"/>
          </a:xfrm>
          <a:prstGeom prst="rect">
            <a:avLst/>
          </a:prstGeom>
        </p:spPr>
      </p:pic>
    </p:spTree>
    <p:extLst>
      <p:ext uri="{BB962C8B-B14F-4D97-AF65-F5344CB8AC3E}">
        <p14:creationId xmlns:p14="http://schemas.microsoft.com/office/powerpoint/2010/main" val="31882297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9C6EF-7081-701C-33AA-5D6F6C4ABF5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BF1E88-8F4B-B996-038B-CCDE000D0B25}"/>
              </a:ext>
            </a:extLst>
          </p:cNvPr>
          <p:cNvSpPr>
            <a:spLocks noGrp="1"/>
          </p:cNvSpPr>
          <p:nvPr>
            <p:ph idx="1"/>
          </p:nvPr>
        </p:nvSpPr>
        <p:spPr>
          <a:xfrm>
            <a:off x="661284" y="420094"/>
            <a:ext cx="10869432" cy="4878125"/>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20. The standard deviation of -3, -2, -1,0,1,2,3 is:</a:t>
            </a:r>
          </a:p>
          <a:p>
            <a:pPr marL="0" indent="0" algn="just">
              <a:lnSpc>
                <a:spcPct val="150000"/>
              </a:lnSpc>
              <a:buNone/>
            </a:pPr>
            <a:r>
              <a:rPr lang="en-IN" sz="2300" b="1" dirty="0">
                <a:effectLst/>
                <a:latin typeface="Bookman Old Style" pitchFamily="18" charset="0"/>
                <a:cs typeface="Times New Roman" panose="02020603050405020304" pitchFamily="18" charset="0"/>
              </a:rPr>
              <a:t>   a. 2              b. 4             c. 6              d. 8</a:t>
            </a: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213340" y="364214"/>
            <a:ext cx="1681480" cy="1452880"/>
          </a:xfrm>
          <a:prstGeom prst="rect">
            <a:avLst/>
          </a:prstGeom>
        </p:spPr>
      </p:pic>
    </p:spTree>
    <p:extLst>
      <p:ext uri="{BB962C8B-B14F-4D97-AF65-F5344CB8AC3E}">
        <p14:creationId xmlns:p14="http://schemas.microsoft.com/office/powerpoint/2010/main" val="3374522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EB0B71-DE53-634B-274E-6F27A9B49692}"/>
              </a:ext>
            </a:extLst>
          </p:cNvPr>
          <p:cNvSpPr>
            <a:spLocks noGrp="1"/>
          </p:cNvSpPr>
          <p:nvPr>
            <p:ph idx="1"/>
          </p:nvPr>
        </p:nvSpPr>
        <p:spPr>
          <a:xfrm>
            <a:off x="461177" y="523570"/>
            <a:ext cx="9333064" cy="4636828"/>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21.</a:t>
            </a:r>
            <a:r>
              <a:rPr lang="en-US" sz="2300" b="1" dirty="0">
                <a:effectLst/>
                <a:latin typeface="Bookman Old Style" pitchFamily="18" charset="0"/>
              </a:rPr>
              <a:t> If a die is rolled, then find the variance and standard deviation of the possibilities.</a:t>
            </a:r>
          </a:p>
          <a:p>
            <a:pPr marL="0" indent="0" algn="just">
              <a:lnSpc>
                <a:spcPct val="150000"/>
              </a:lnSpc>
              <a:buNone/>
            </a:pPr>
            <a:r>
              <a:rPr lang="en-US" sz="2300" b="1" dirty="0">
                <a:effectLst/>
                <a:latin typeface="Bookman Old Style" pitchFamily="18" charset="0"/>
                <a:cs typeface="Times New Roman" panose="02020603050405020304" pitchFamily="18" charset="0"/>
              </a:rPr>
              <a:t>   a. 2.917 , 1.708</a:t>
            </a:r>
          </a:p>
          <a:p>
            <a:pPr marL="0" indent="0" algn="just">
              <a:lnSpc>
                <a:spcPct val="150000"/>
              </a:lnSpc>
              <a:buNone/>
            </a:pPr>
            <a:r>
              <a:rPr lang="en-US" sz="2300" b="1" dirty="0">
                <a:effectLst/>
                <a:latin typeface="Bookman Old Style" pitchFamily="18" charset="0"/>
                <a:cs typeface="Times New Roman" panose="02020603050405020304" pitchFamily="18" charset="0"/>
              </a:rPr>
              <a:t>   b. 3.425 , 1.912</a:t>
            </a:r>
          </a:p>
          <a:p>
            <a:pPr marL="0" indent="0" algn="just">
              <a:lnSpc>
                <a:spcPct val="150000"/>
              </a:lnSpc>
              <a:buNone/>
            </a:pPr>
            <a:r>
              <a:rPr lang="en-US" sz="2300" b="1" dirty="0">
                <a:effectLst/>
                <a:latin typeface="Bookman Old Style" pitchFamily="18" charset="0"/>
                <a:cs typeface="Times New Roman" panose="02020603050405020304" pitchFamily="18" charset="0"/>
              </a:rPr>
              <a:t>   c. 2.412 , 1.234</a:t>
            </a:r>
          </a:p>
          <a:p>
            <a:pPr marL="0" indent="0" algn="just">
              <a:lnSpc>
                <a:spcPct val="150000"/>
              </a:lnSpc>
              <a:buNone/>
            </a:pPr>
            <a:r>
              <a:rPr lang="en-US" sz="2300" b="1" dirty="0">
                <a:effectLst/>
                <a:latin typeface="Bookman Old Style" pitchFamily="18" charset="0"/>
                <a:cs typeface="Times New Roman" panose="02020603050405020304" pitchFamily="18" charset="0"/>
              </a:rPr>
              <a:t>   d. none</a:t>
            </a: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223500" y="325120"/>
            <a:ext cx="1681480" cy="1452880"/>
          </a:xfrm>
          <a:prstGeom prst="rect">
            <a:avLst/>
          </a:prstGeom>
        </p:spPr>
      </p:pic>
    </p:spTree>
    <p:extLst>
      <p:ext uri="{BB962C8B-B14F-4D97-AF65-F5344CB8AC3E}">
        <p14:creationId xmlns:p14="http://schemas.microsoft.com/office/powerpoint/2010/main" val="13437708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B8E209-D197-54D2-FA90-614220DCAA3C}"/>
              </a:ext>
            </a:extLst>
          </p:cNvPr>
          <p:cNvSpPr>
            <a:spLocks noGrp="1"/>
          </p:cNvSpPr>
          <p:nvPr>
            <p:ph idx="1"/>
          </p:nvPr>
        </p:nvSpPr>
        <p:spPr>
          <a:xfrm>
            <a:off x="556150" y="406400"/>
            <a:ext cx="9075530" cy="5536298"/>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22. </a:t>
            </a:r>
            <a:r>
              <a:rPr lang="en-US" sz="2300" b="1" dirty="0">
                <a:effectLst/>
                <a:latin typeface="Bookman Old Style" pitchFamily="18" charset="0"/>
              </a:rPr>
              <a:t>The mean of a data is 25.6 and its coefficient of variation is 18.75%. Find the standard deviation.</a:t>
            </a:r>
          </a:p>
          <a:p>
            <a:pPr marL="0" indent="0" algn="just">
              <a:lnSpc>
                <a:spcPct val="150000"/>
              </a:lnSpc>
              <a:buNone/>
            </a:pPr>
            <a:r>
              <a:rPr lang="en-US" sz="2300" b="1" dirty="0">
                <a:effectLst/>
                <a:latin typeface="Bookman Old Style" pitchFamily="18" charset="0"/>
                <a:cs typeface="Times New Roman" panose="02020603050405020304" pitchFamily="18" charset="0"/>
              </a:rPr>
              <a:t>  a. 4.8           b. 4.2          c. 3.8    d. 3.4</a:t>
            </a:r>
          </a:p>
          <a:p>
            <a:pPr marL="0" indent="0" algn="just">
              <a:lnSpc>
                <a:spcPct val="150000"/>
              </a:lnSpc>
              <a:buNone/>
            </a:pPr>
            <a:endParaRPr lang="en-US"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253980" y="406400"/>
            <a:ext cx="1681480" cy="1452880"/>
          </a:xfrm>
          <a:prstGeom prst="rect">
            <a:avLst/>
          </a:prstGeom>
        </p:spPr>
      </p:pic>
    </p:spTree>
    <p:extLst>
      <p:ext uri="{BB962C8B-B14F-4D97-AF65-F5344CB8AC3E}">
        <p14:creationId xmlns:p14="http://schemas.microsoft.com/office/powerpoint/2010/main" val="27585007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7FA4A-4656-B2BD-488F-6AF4951DBDC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F53B6A-377E-9631-FBDC-3E11B2A39C55}"/>
              </a:ext>
            </a:extLst>
          </p:cNvPr>
          <p:cNvSpPr>
            <a:spLocks noGrp="1"/>
          </p:cNvSpPr>
          <p:nvPr>
            <p:ph idx="1"/>
          </p:nvPr>
        </p:nvSpPr>
        <p:spPr>
          <a:xfrm>
            <a:off x="566310" y="374613"/>
            <a:ext cx="9258410" cy="5536298"/>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23. </a:t>
            </a:r>
            <a:r>
              <a:rPr lang="en-US" sz="2300" b="1" dirty="0">
                <a:effectLst/>
                <a:latin typeface="Bookman Old Style" pitchFamily="18" charset="0"/>
              </a:rPr>
              <a:t>The mean and standard deviation of a data which is comprised of a set of ten positive numbers are 8 and 2 respectively .if the sum of squares of nine among the ten numbers is 599,what is the tenth number?</a:t>
            </a:r>
          </a:p>
          <a:p>
            <a:pPr marL="0" indent="0" algn="just">
              <a:lnSpc>
                <a:spcPct val="150000"/>
              </a:lnSpc>
              <a:buNone/>
            </a:pPr>
            <a:r>
              <a:rPr lang="en-US" sz="2300" b="1" dirty="0">
                <a:effectLst/>
                <a:latin typeface="Bookman Old Style" pitchFamily="18" charset="0"/>
                <a:cs typeface="Times New Roman" panose="02020603050405020304" pitchFamily="18" charset="0"/>
              </a:rPr>
              <a:t>  a. 11            b. 10           c. 8             d. 9</a:t>
            </a: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US"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233660" y="243840"/>
            <a:ext cx="1681480" cy="1452880"/>
          </a:xfrm>
          <a:prstGeom prst="rect">
            <a:avLst/>
          </a:prstGeom>
        </p:spPr>
      </p:pic>
    </p:spTree>
    <p:extLst>
      <p:ext uri="{BB962C8B-B14F-4D97-AF65-F5344CB8AC3E}">
        <p14:creationId xmlns:p14="http://schemas.microsoft.com/office/powerpoint/2010/main" val="20354838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6F231C-6208-F025-E6AF-A625BE35EB83}"/>
              </a:ext>
            </a:extLst>
          </p:cNvPr>
          <p:cNvSpPr>
            <a:spLocks noGrp="1"/>
          </p:cNvSpPr>
          <p:nvPr>
            <p:ph idx="1"/>
          </p:nvPr>
        </p:nvSpPr>
        <p:spPr>
          <a:xfrm>
            <a:off x="689844" y="358324"/>
            <a:ext cx="9567339" cy="5208914"/>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24. Quartile deviation of 15 , 60 , 40 , 72 , 50 , 28 , 30 is</a:t>
            </a:r>
          </a:p>
          <a:p>
            <a:pPr marL="0" indent="0" algn="just">
              <a:lnSpc>
                <a:spcPct val="150000"/>
              </a:lnSpc>
              <a:buNone/>
            </a:pPr>
            <a:r>
              <a:rPr lang="en-IN" sz="2300" b="1" dirty="0">
                <a:effectLst/>
                <a:latin typeface="Bookman Old Style" pitchFamily="18" charset="0"/>
                <a:cs typeface="Times New Roman" panose="02020603050405020304" pitchFamily="18" charset="0"/>
              </a:rPr>
              <a:t>    a. 28             b. 30            c. 10          d. 16</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172700" y="264160"/>
            <a:ext cx="1681480" cy="1452880"/>
          </a:xfrm>
          <a:prstGeom prst="rect">
            <a:avLst/>
          </a:prstGeom>
        </p:spPr>
      </p:pic>
    </p:spTree>
    <p:extLst>
      <p:ext uri="{BB962C8B-B14F-4D97-AF65-F5344CB8AC3E}">
        <p14:creationId xmlns:p14="http://schemas.microsoft.com/office/powerpoint/2010/main" val="36531901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33DE8-6D25-898A-323A-9F93BFD017D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A34BC3-8C95-EE2F-835B-B870535EE5E1}"/>
              </a:ext>
            </a:extLst>
          </p:cNvPr>
          <p:cNvSpPr>
            <a:spLocks noGrp="1"/>
          </p:cNvSpPr>
          <p:nvPr>
            <p:ph idx="1"/>
          </p:nvPr>
        </p:nvSpPr>
        <p:spPr>
          <a:xfrm>
            <a:off x="466324" y="297364"/>
            <a:ext cx="9567339" cy="5208914"/>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25. First quartile of 6,5,9,7,4,2,1,5,8,10,12,13 is</a:t>
            </a:r>
          </a:p>
          <a:p>
            <a:pPr marL="0" indent="0" algn="just">
              <a:lnSpc>
                <a:spcPct val="150000"/>
              </a:lnSpc>
              <a:buNone/>
            </a:pPr>
            <a:r>
              <a:rPr lang="en-IN" sz="2300" b="1" dirty="0">
                <a:effectLst/>
                <a:latin typeface="Bookman Old Style" pitchFamily="18" charset="0"/>
                <a:cs typeface="Times New Roman" panose="02020603050405020304" pitchFamily="18" charset="0"/>
              </a:rPr>
              <a:t>     a. 5           b. 4.5          c. 4           d. 3.25</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r>
              <a:rPr lang="en-IN" sz="2300" b="1" dirty="0">
                <a:effectLst/>
                <a:latin typeface="Bookman Old Style" pitchFamily="18" charset="0"/>
                <a:cs typeface="Times New Roman" panose="02020603050405020304" pitchFamily="18" charset="0"/>
              </a:rPr>
              <a:t>26. Third quartile of 6,3,5,8,10,20,18,15,12 is:</a:t>
            </a:r>
          </a:p>
          <a:p>
            <a:pPr marL="0" indent="0" algn="just">
              <a:lnSpc>
                <a:spcPct val="150000"/>
              </a:lnSpc>
              <a:buNone/>
            </a:pPr>
            <a:r>
              <a:rPr lang="en-IN" sz="2300" b="1" dirty="0">
                <a:effectLst/>
                <a:latin typeface="Bookman Old Style" pitchFamily="18" charset="0"/>
                <a:cs typeface="Times New Roman" panose="02020603050405020304" pitchFamily="18" charset="0"/>
              </a:rPr>
              <a:t>      a. 16         b. 12        c. 16.5         d.18</a:t>
            </a: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121900" y="223520"/>
            <a:ext cx="1681480" cy="1452880"/>
          </a:xfrm>
          <a:prstGeom prst="rect">
            <a:avLst/>
          </a:prstGeom>
        </p:spPr>
      </p:pic>
    </p:spTree>
    <p:extLst>
      <p:ext uri="{BB962C8B-B14F-4D97-AF65-F5344CB8AC3E}">
        <p14:creationId xmlns:p14="http://schemas.microsoft.com/office/powerpoint/2010/main" val="29389685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FB23B5-8DA9-7542-5D8E-8BA2B36C5599}"/>
              </a:ext>
            </a:extLst>
          </p:cNvPr>
          <p:cNvSpPr>
            <a:spLocks noGrp="1"/>
          </p:cNvSpPr>
          <p:nvPr>
            <p:ph idx="1"/>
          </p:nvPr>
        </p:nvSpPr>
        <p:spPr>
          <a:xfrm>
            <a:off x="307259" y="440760"/>
            <a:ext cx="9507301" cy="4374638"/>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27. The quartile deviation of scores is 2 and the first quartile is 9, then the third quartile is:</a:t>
            </a:r>
          </a:p>
          <a:p>
            <a:pPr marL="0" indent="0" algn="just">
              <a:lnSpc>
                <a:spcPct val="150000"/>
              </a:lnSpc>
              <a:buNone/>
            </a:pPr>
            <a:r>
              <a:rPr lang="en-IN" sz="2300" b="1" dirty="0">
                <a:effectLst/>
                <a:latin typeface="Bookman Old Style" pitchFamily="18" charset="0"/>
                <a:cs typeface="Times New Roman" panose="02020603050405020304" pitchFamily="18" charset="0"/>
              </a:rPr>
              <a:t>  a. 13              b. 9                  c. 11             d. 27</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386C79C-5562-CBCF-7E50-5E77E83F5C66}"/>
              </a:ext>
            </a:extLst>
          </p:cNvPr>
          <p:cNvSpPr txBox="1"/>
          <p:nvPr/>
        </p:nvSpPr>
        <p:spPr>
          <a:xfrm>
            <a:off x="5640355" y="2962469"/>
            <a:ext cx="65" cy="276999"/>
          </a:xfrm>
          <a:prstGeom prst="rect">
            <a:avLst/>
          </a:prstGeom>
          <a:noFill/>
        </p:spPr>
        <p:txBody>
          <a:bodyPr wrap="none" lIns="0" tIns="0" rIns="0" bIns="0" rtlCol="0">
            <a:spAutoFit/>
          </a:bodyPr>
          <a:lstStyle/>
          <a:p>
            <a:endParaRPr lang="en-IN" dirty="0"/>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406380" y="101600"/>
            <a:ext cx="1681480" cy="1452880"/>
          </a:xfrm>
          <a:prstGeom prst="rect">
            <a:avLst/>
          </a:prstGeom>
        </p:spPr>
      </p:pic>
    </p:spTree>
    <p:extLst>
      <p:ext uri="{BB962C8B-B14F-4D97-AF65-F5344CB8AC3E}">
        <p14:creationId xmlns:p14="http://schemas.microsoft.com/office/powerpoint/2010/main" val="36958596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C306D-5A1F-1DFE-F10A-EAECD360926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18DE04-20A7-63A3-84C4-9CC7E2743EF3}"/>
              </a:ext>
            </a:extLst>
          </p:cNvPr>
          <p:cNvSpPr>
            <a:spLocks noGrp="1"/>
          </p:cNvSpPr>
          <p:nvPr>
            <p:ph idx="1"/>
          </p:nvPr>
        </p:nvSpPr>
        <p:spPr>
          <a:xfrm>
            <a:off x="591739" y="379800"/>
            <a:ext cx="9304101" cy="4374638"/>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28.</a:t>
            </a:r>
            <a:r>
              <a:rPr lang="en-US" sz="2300" b="1" dirty="0">
                <a:effectLst/>
                <a:latin typeface="Bookman Old Style" pitchFamily="18" charset="0"/>
                <a:cs typeface="Times New Roman" panose="02020603050405020304" pitchFamily="18" charset="0"/>
              </a:rPr>
              <a:t> The co-efficient of quartile deviation from the following observations is 10,18,20,28,15,17,22,25,29,32,34</a:t>
            </a:r>
          </a:p>
          <a:p>
            <a:pPr marL="0" indent="0" algn="just">
              <a:lnSpc>
                <a:spcPct val="150000"/>
              </a:lnSpc>
              <a:buNone/>
            </a:pPr>
            <a:r>
              <a:rPr lang="en-US" sz="2300" b="1" dirty="0">
                <a:effectLst/>
                <a:latin typeface="Bookman Old Style" pitchFamily="18" charset="0"/>
                <a:cs typeface="Times New Roman" panose="02020603050405020304" pitchFamily="18" charset="0"/>
              </a:rPr>
              <a:t>   a. 0.26           b. 0.16         c. 0.06           d.0.36</a:t>
            </a:r>
            <a:endParaRPr lang="en-IN" sz="2300" b="1" dirty="0">
              <a:effectLst/>
              <a:latin typeface="Bookman Old Style"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0F68E69-A1D0-7480-AE7A-650609338E31}"/>
              </a:ext>
            </a:extLst>
          </p:cNvPr>
          <p:cNvSpPr txBox="1"/>
          <p:nvPr/>
        </p:nvSpPr>
        <p:spPr>
          <a:xfrm>
            <a:off x="5640355" y="2962469"/>
            <a:ext cx="65" cy="276999"/>
          </a:xfrm>
          <a:prstGeom prst="rect">
            <a:avLst/>
          </a:prstGeom>
          <a:noFill/>
        </p:spPr>
        <p:txBody>
          <a:bodyPr wrap="none" lIns="0" tIns="0" rIns="0" bIns="0" rtlCol="0">
            <a:spAutoFit/>
          </a:bodyPr>
          <a:lstStyle/>
          <a:p>
            <a:endParaRPr lang="en-IN" dirty="0"/>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182860" y="243840"/>
            <a:ext cx="1681480" cy="1452880"/>
          </a:xfrm>
          <a:prstGeom prst="rect">
            <a:avLst/>
          </a:prstGeom>
        </p:spPr>
      </p:pic>
    </p:spTree>
    <p:extLst>
      <p:ext uri="{BB962C8B-B14F-4D97-AF65-F5344CB8AC3E}">
        <p14:creationId xmlns:p14="http://schemas.microsoft.com/office/powerpoint/2010/main" val="14720889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8703F4-1813-892A-D70C-11718D503101}"/>
              </a:ext>
            </a:extLst>
          </p:cNvPr>
          <p:cNvSpPr>
            <a:spLocks noGrp="1"/>
          </p:cNvSpPr>
          <p:nvPr>
            <p:ph idx="1"/>
          </p:nvPr>
        </p:nvSpPr>
        <p:spPr>
          <a:xfrm>
            <a:off x="439421" y="367051"/>
            <a:ext cx="9517380" cy="5108306"/>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29. If quartile deviation is 36 then find the standard deviation</a:t>
            </a:r>
          </a:p>
          <a:p>
            <a:pPr marL="0" indent="0" algn="just">
              <a:lnSpc>
                <a:spcPct val="150000"/>
              </a:lnSpc>
              <a:buNone/>
            </a:pPr>
            <a:r>
              <a:rPr lang="en-IN" sz="2300" b="1" dirty="0">
                <a:effectLst/>
                <a:latin typeface="Bookman Old Style" pitchFamily="18" charset="0"/>
                <a:cs typeface="Times New Roman" panose="02020603050405020304" pitchFamily="18" charset="0"/>
              </a:rPr>
              <a:t>       a. 12         b. 26           c. 24       d. 54</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r>
              <a:rPr lang="en-IN" sz="2300" b="1" dirty="0">
                <a:effectLst/>
                <a:latin typeface="Bookman Old Style" pitchFamily="18" charset="0"/>
                <a:cs typeface="Times New Roman" panose="02020603050405020304" pitchFamily="18" charset="0"/>
              </a:rPr>
              <a:t> </a:t>
            </a: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071100" y="223520"/>
            <a:ext cx="1681480" cy="1452880"/>
          </a:xfrm>
          <a:prstGeom prst="rect">
            <a:avLst/>
          </a:prstGeom>
        </p:spPr>
      </p:pic>
    </p:spTree>
    <p:extLst>
      <p:ext uri="{BB962C8B-B14F-4D97-AF65-F5344CB8AC3E}">
        <p14:creationId xmlns:p14="http://schemas.microsoft.com/office/powerpoint/2010/main" val="20269683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E9BB0-12BB-0ACC-75A5-C928628A9D2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761DBA-80EA-D616-4B22-C70A492FA451}"/>
              </a:ext>
            </a:extLst>
          </p:cNvPr>
          <p:cNvSpPr>
            <a:spLocks noGrp="1"/>
          </p:cNvSpPr>
          <p:nvPr>
            <p:ph idx="1"/>
          </p:nvPr>
        </p:nvSpPr>
        <p:spPr>
          <a:xfrm>
            <a:off x="497841" y="417851"/>
            <a:ext cx="11257280" cy="5108306"/>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30. If Standard deviation is 20 then find Mean deviation</a:t>
            </a:r>
          </a:p>
          <a:p>
            <a:pPr marL="0" indent="0" algn="just">
              <a:lnSpc>
                <a:spcPct val="150000"/>
              </a:lnSpc>
              <a:buNone/>
            </a:pPr>
            <a:r>
              <a:rPr lang="en-IN" sz="2300" b="1" dirty="0">
                <a:effectLst/>
                <a:latin typeface="Bookman Old Style" pitchFamily="18" charset="0"/>
                <a:cs typeface="Times New Roman" panose="02020603050405020304" pitchFamily="18" charset="0"/>
              </a:rPr>
              <a:t>       a. 12      b. 26          c 24        d.16</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172700" y="314960"/>
            <a:ext cx="1681480" cy="1452880"/>
          </a:xfrm>
          <a:prstGeom prst="rect">
            <a:avLst/>
          </a:prstGeom>
        </p:spPr>
      </p:pic>
    </p:spTree>
    <p:extLst>
      <p:ext uri="{BB962C8B-B14F-4D97-AF65-F5344CB8AC3E}">
        <p14:creationId xmlns:p14="http://schemas.microsoft.com/office/powerpoint/2010/main" val="6367250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9ABF2-EF69-355F-F834-64B6EE9BEAA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754D63-3361-2334-FC3C-FA0F820B714B}"/>
              </a:ext>
            </a:extLst>
          </p:cNvPr>
          <p:cNvSpPr>
            <a:spLocks noGrp="1"/>
          </p:cNvSpPr>
          <p:nvPr>
            <p:ph idx="1"/>
          </p:nvPr>
        </p:nvSpPr>
        <p:spPr>
          <a:xfrm>
            <a:off x="497841" y="417851"/>
            <a:ext cx="9499599" cy="5108306"/>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31.</a:t>
            </a:r>
            <a:r>
              <a:rPr lang="en-US" sz="2300" b="1" dirty="0">
                <a:effectLst/>
                <a:latin typeface="Bookman Old Style" pitchFamily="18" charset="0"/>
              </a:rPr>
              <a:t> What is the relation between mean deviation, quartile deviation and standard deviation for a normal distribution?</a:t>
            </a:r>
          </a:p>
          <a:p>
            <a:pPr marL="0" indent="0" algn="just">
              <a:lnSpc>
                <a:spcPct val="150000"/>
              </a:lnSpc>
              <a:buNone/>
            </a:pPr>
            <a:r>
              <a:rPr lang="en-US" sz="2300" b="1" dirty="0">
                <a:effectLst/>
                <a:latin typeface="Bookman Old Style" pitchFamily="18" charset="0"/>
                <a:cs typeface="Times New Roman" panose="02020603050405020304" pitchFamily="18" charset="0"/>
              </a:rPr>
              <a:t>    a.10:12:15    b. 12:10:15          c.15:12:10        d. 15:10:12</a:t>
            </a:r>
            <a:endParaRPr lang="en-IN" sz="2300" b="1" dirty="0">
              <a:effectLst/>
              <a:latin typeface="Bookman Old Style" pitchFamily="18" charset="0"/>
              <a:cs typeface="Times New Roman" panose="02020603050405020304" pitchFamily="18" charset="0"/>
            </a:endParaRPr>
          </a:p>
          <a:p>
            <a:pPr marL="0" indent="0" algn="just">
              <a:lnSpc>
                <a:spcPct val="150000"/>
              </a:lnSpc>
              <a:buNone/>
            </a:pPr>
            <a:r>
              <a:rPr lang="en-IN" sz="2300" b="1" dirty="0">
                <a:effectLst/>
                <a:latin typeface="Bookman Old Style" pitchFamily="18" charset="0"/>
                <a:cs typeface="Times New Roman" panose="02020603050405020304" pitchFamily="18" charset="0"/>
              </a:rPr>
              <a:t> </a:t>
            </a: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182860" y="417851"/>
            <a:ext cx="1681480" cy="1452880"/>
          </a:xfrm>
          <a:prstGeom prst="rect">
            <a:avLst/>
          </a:prstGeom>
        </p:spPr>
      </p:pic>
    </p:spTree>
    <p:extLst>
      <p:ext uri="{BB962C8B-B14F-4D97-AF65-F5344CB8AC3E}">
        <p14:creationId xmlns:p14="http://schemas.microsoft.com/office/powerpoint/2010/main" val="11339061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531A27-11BB-3D0C-6631-5379D78E199B}"/>
              </a:ext>
            </a:extLst>
          </p:cNvPr>
          <p:cNvSpPr>
            <a:spLocks noGrp="1"/>
          </p:cNvSpPr>
          <p:nvPr>
            <p:ph idx="1"/>
          </p:nvPr>
        </p:nvSpPr>
        <p:spPr>
          <a:xfrm>
            <a:off x="572495" y="356167"/>
            <a:ext cx="9394465" cy="4976949"/>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32. </a:t>
            </a:r>
            <a:r>
              <a:rPr lang="en-US" sz="2300" b="1" dirty="0">
                <a:effectLst/>
                <a:latin typeface="Bookman Old Style" pitchFamily="18" charset="0"/>
                <a:ea typeface="Calibri" panose="020F0502020204030204" pitchFamily="34" charset="0"/>
                <a:cs typeface="Times New Roman" panose="02020603050405020304" pitchFamily="18" charset="0"/>
              </a:rPr>
              <a:t>If the quartile deviation of a series is 125, then the mean deviation of the series is:</a:t>
            </a:r>
          </a:p>
          <a:p>
            <a:pPr marL="0" indent="0" algn="just">
              <a:lnSpc>
                <a:spcPct val="150000"/>
              </a:lnSpc>
              <a:buNone/>
            </a:pPr>
            <a:r>
              <a:rPr lang="en-US" sz="2300" b="1" dirty="0">
                <a:effectLst/>
                <a:latin typeface="Bookman Old Style" pitchFamily="18" charset="0"/>
                <a:cs typeface="Times New Roman" panose="02020603050405020304" pitchFamily="18" charset="0"/>
              </a:rPr>
              <a:t>    a. 149           b. 152          c. 150         d. 151</a:t>
            </a:r>
          </a:p>
          <a:p>
            <a:pPr marL="0" indent="0" algn="just">
              <a:lnSpc>
                <a:spcPct val="150000"/>
              </a:lnSpc>
              <a:buNone/>
            </a:pPr>
            <a:endParaRPr lang="en-US" sz="2300" b="1" dirty="0">
              <a:effectLst/>
              <a:latin typeface="Bookman Old Style" pitchFamily="18" charset="0"/>
              <a:cs typeface="Times New Roman" panose="02020603050405020304" pitchFamily="18" charset="0"/>
            </a:endParaRPr>
          </a:p>
          <a:p>
            <a:pPr marL="0" indent="0" algn="just">
              <a:lnSpc>
                <a:spcPct val="150000"/>
              </a:lnSpc>
              <a:buNone/>
            </a:pPr>
            <a:endParaRPr lang="en-US"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253980" y="274320"/>
            <a:ext cx="1681480" cy="1452880"/>
          </a:xfrm>
          <a:prstGeom prst="rect">
            <a:avLst/>
          </a:prstGeom>
        </p:spPr>
      </p:pic>
    </p:spTree>
    <p:extLst>
      <p:ext uri="{BB962C8B-B14F-4D97-AF65-F5344CB8AC3E}">
        <p14:creationId xmlns:p14="http://schemas.microsoft.com/office/powerpoint/2010/main" val="2957383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C0D6D-234B-8CC8-9A33-D4B73C4D3AC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975DBE-8704-5313-C531-0E196E592AC4}"/>
              </a:ext>
            </a:extLst>
          </p:cNvPr>
          <p:cNvSpPr>
            <a:spLocks noGrp="1"/>
          </p:cNvSpPr>
          <p:nvPr>
            <p:ph idx="1"/>
          </p:nvPr>
        </p:nvSpPr>
        <p:spPr>
          <a:xfrm>
            <a:off x="623295" y="304800"/>
            <a:ext cx="9008385" cy="4976949"/>
          </a:xfrm>
        </p:spPr>
        <p:txBody>
          <a:bodyPr>
            <a:normAutofit/>
          </a:bodyPr>
          <a:lstStyle/>
          <a:p>
            <a:pPr marL="0" indent="0" algn="just">
              <a:lnSpc>
                <a:spcPct val="150000"/>
              </a:lnSpc>
              <a:buNone/>
            </a:pPr>
            <a:r>
              <a:rPr lang="en-US" sz="2300" b="1" dirty="0">
                <a:effectLst/>
                <a:latin typeface="Bookman Old Style" pitchFamily="18" charset="0"/>
                <a:cs typeface="Times New Roman" panose="02020603050405020304" pitchFamily="18" charset="0"/>
              </a:rPr>
              <a:t>33. The mean deviation of normal variable is 16, what is the quartile deviation ?</a:t>
            </a:r>
          </a:p>
          <a:p>
            <a:pPr marL="0" indent="0" algn="just">
              <a:lnSpc>
                <a:spcPct val="150000"/>
              </a:lnSpc>
              <a:buNone/>
            </a:pPr>
            <a:r>
              <a:rPr lang="en-US" sz="2300" b="1" dirty="0">
                <a:effectLst/>
                <a:latin typeface="Bookman Old Style" pitchFamily="18" charset="0"/>
                <a:cs typeface="Times New Roman" panose="02020603050405020304" pitchFamily="18" charset="0"/>
              </a:rPr>
              <a:t>    a. 13.3           b. 12.6            d. 13.9        d. 14.1</a:t>
            </a: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050780" y="304800"/>
            <a:ext cx="1681480" cy="1452880"/>
          </a:xfrm>
          <a:prstGeom prst="rect">
            <a:avLst/>
          </a:prstGeom>
        </p:spPr>
      </p:pic>
    </p:spTree>
    <p:extLst>
      <p:ext uri="{BB962C8B-B14F-4D97-AF65-F5344CB8AC3E}">
        <p14:creationId xmlns:p14="http://schemas.microsoft.com/office/powerpoint/2010/main" val="38423478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531A27-11BB-3D0C-6631-5379D78E199B}"/>
              </a:ext>
            </a:extLst>
          </p:cNvPr>
          <p:cNvSpPr>
            <a:spLocks noGrp="1"/>
          </p:cNvSpPr>
          <p:nvPr>
            <p:ph idx="1"/>
          </p:nvPr>
        </p:nvSpPr>
        <p:spPr>
          <a:xfrm>
            <a:off x="248919" y="366327"/>
            <a:ext cx="9794240" cy="4976949"/>
          </a:xfrm>
        </p:spPr>
        <p:txBody>
          <a:bodyPr>
            <a:normAutofit/>
          </a:bodyPr>
          <a:lstStyle/>
          <a:p>
            <a:pPr marL="0" indent="0" algn="just">
              <a:lnSpc>
                <a:spcPct val="150000"/>
              </a:lnSpc>
              <a:buNone/>
            </a:pPr>
            <a:r>
              <a:rPr lang="en-US" sz="2300" b="1" dirty="0">
                <a:effectLst/>
                <a:latin typeface="Bookman Old Style" pitchFamily="18" charset="0"/>
                <a:cs typeface="Times New Roman" panose="02020603050405020304" pitchFamily="18" charset="0"/>
              </a:rPr>
              <a:t>34. If geometric mean of three observations 40, 50, x is 10 then find the value of x ?</a:t>
            </a:r>
          </a:p>
          <a:p>
            <a:pPr marL="0" indent="0" algn="just">
              <a:lnSpc>
                <a:spcPct val="150000"/>
              </a:lnSpc>
              <a:buNone/>
            </a:pPr>
            <a:r>
              <a:rPr lang="en-US" sz="2300" b="1" dirty="0">
                <a:effectLst/>
                <a:latin typeface="Bookman Old Style" pitchFamily="18" charset="0"/>
                <a:cs typeface="Times New Roman" panose="02020603050405020304" pitchFamily="18" charset="0"/>
              </a:rPr>
              <a:t>   a. ¼          b. ½            c. 1/3               d. 1/8 </a:t>
            </a:r>
          </a:p>
          <a:p>
            <a:pPr marL="0" indent="0" algn="just">
              <a:lnSpc>
                <a:spcPct val="150000"/>
              </a:lnSpc>
              <a:buNone/>
            </a:pPr>
            <a:endParaRPr lang="en-US"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261601" y="193040"/>
            <a:ext cx="1681480" cy="1452880"/>
          </a:xfrm>
          <a:prstGeom prst="rect">
            <a:avLst/>
          </a:prstGeom>
        </p:spPr>
      </p:pic>
    </p:spTree>
    <p:extLst>
      <p:ext uri="{BB962C8B-B14F-4D97-AF65-F5344CB8AC3E}">
        <p14:creationId xmlns:p14="http://schemas.microsoft.com/office/powerpoint/2010/main" val="34137335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8C28F-C026-28C2-13BF-7E10DB5FF3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161E11-A991-B030-CAB0-D7F474F74895}"/>
              </a:ext>
            </a:extLst>
          </p:cNvPr>
          <p:cNvSpPr>
            <a:spLocks noGrp="1"/>
          </p:cNvSpPr>
          <p:nvPr>
            <p:ph idx="1"/>
          </p:nvPr>
        </p:nvSpPr>
        <p:spPr>
          <a:xfrm>
            <a:off x="317500" y="274320"/>
            <a:ext cx="9170946" cy="4976949"/>
          </a:xfrm>
        </p:spPr>
        <p:txBody>
          <a:bodyPr>
            <a:normAutofit/>
          </a:bodyPr>
          <a:lstStyle/>
          <a:p>
            <a:pPr marL="0" indent="0" algn="just">
              <a:lnSpc>
                <a:spcPct val="150000"/>
              </a:lnSpc>
              <a:buNone/>
            </a:pPr>
            <a:r>
              <a:rPr lang="en-US" sz="2300" b="1" dirty="0">
                <a:effectLst/>
                <a:latin typeface="Bookman Old Style" pitchFamily="18" charset="0"/>
                <a:cs typeface="Times New Roman" panose="02020603050405020304" pitchFamily="18" charset="0"/>
              </a:rPr>
              <a:t>35. </a:t>
            </a:r>
            <a:r>
              <a:rPr lang="en-US" sz="2300" b="1" dirty="0">
                <a:effectLst/>
                <a:latin typeface="Bookman Old Style" pitchFamily="18" charset="0"/>
              </a:rPr>
              <a:t>What is the Geometric Mean of 10, 51.2 and 8?</a:t>
            </a:r>
          </a:p>
          <a:p>
            <a:pPr marL="0" indent="0" algn="just">
              <a:lnSpc>
                <a:spcPct val="150000"/>
              </a:lnSpc>
              <a:buNone/>
            </a:pPr>
            <a:r>
              <a:rPr lang="en-US" sz="2300" b="1" dirty="0">
                <a:effectLst/>
                <a:latin typeface="Bookman Old Style" pitchFamily="18" charset="0"/>
              </a:rPr>
              <a:t>     a. 8                 b. 12                 c. 6                      d. 16</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193020" y="274320"/>
            <a:ext cx="1681480" cy="1452880"/>
          </a:xfrm>
          <a:prstGeom prst="rect">
            <a:avLst/>
          </a:prstGeom>
        </p:spPr>
      </p:pic>
    </p:spTree>
    <p:extLst>
      <p:ext uri="{BB962C8B-B14F-4D97-AF65-F5344CB8AC3E}">
        <p14:creationId xmlns:p14="http://schemas.microsoft.com/office/powerpoint/2010/main" val="29472660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531A27-11BB-3D0C-6631-5379D78E199B}"/>
              </a:ext>
            </a:extLst>
          </p:cNvPr>
          <p:cNvSpPr>
            <a:spLocks noGrp="1"/>
          </p:cNvSpPr>
          <p:nvPr>
            <p:ph idx="1"/>
          </p:nvPr>
        </p:nvSpPr>
        <p:spPr>
          <a:xfrm>
            <a:off x="501375" y="325120"/>
            <a:ext cx="9394466" cy="4976949"/>
          </a:xfrm>
        </p:spPr>
        <p:txBody>
          <a:bodyPr>
            <a:normAutofit/>
          </a:bodyPr>
          <a:lstStyle/>
          <a:p>
            <a:pPr marL="0" indent="0" algn="just">
              <a:lnSpc>
                <a:spcPct val="150000"/>
              </a:lnSpc>
              <a:buNone/>
            </a:pPr>
            <a:r>
              <a:rPr lang="en-US" sz="2300" b="1" dirty="0">
                <a:effectLst/>
                <a:latin typeface="Bookman Old Style" pitchFamily="18" charset="0"/>
                <a:cs typeface="Times New Roman" panose="02020603050405020304" pitchFamily="18" charset="0"/>
              </a:rPr>
              <a:t>36.</a:t>
            </a:r>
            <a:r>
              <a:rPr lang="en-US" sz="2300" b="1" dirty="0">
                <a:effectLst/>
                <a:latin typeface="Bookman Old Style" pitchFamily="18" charset="0"/>
              </a:rPr>
              <a:t> If AM and HM of the data sets are 9 and 49 respectively, then obtain the GM</a:t>
            </a:r>
          </a:p>
          <a:p>
            <a:pPr marL="0" indent="0" algn="just">
              <a:lnSpc>
                <a:spcPct val="150000"/>
              </a:lnSpc>
              <a:buNone/>
            </a:pPr>
            <a:r>
              <a:rPr lang="en-US" sz="2300" b="1" dirty="0">
                <a:effectLst/>
                <a:latin typeface="Bookman Old Style" pitchFamily="18" charset="0"/>
                <a:cs typeface="Times New Roman" panose="02020603050405020304" pitchFamily="18" charset="0"/>
              </a:rPr>
              <a:t>   a. 21              b. 14             c. 7            d. none</a:t>
            </a: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264140" y="325120"/>
            <a:ext cx="1681480" cy="1452880"/>
          </a:xfrm>
          <a:prstGeom prst="rect">
            <a:avLst/>
          </a:prstGeom>
        </p:spPr>
      </p:pic>
    </p:spTree>
    <p:extLst>
      <p:ext uri="{BB962C8B-B14F-4D97-AF65-F5344CB8AC3E}">
        <p14:creationId xmlns:p14="http://schemas.microsoft.com/office/powerpoint/2010/main" val="41480598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0BE02-777E-280C-FFB3-940975C545F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5F59DF-FAC6-265A-81D9-CEA49FD36B75}"/>
              </a:ext>
            </a:extLst>
          </p:cNvPr>
          <p:cNvSpPr>
            <a:spLocks noGrp="1"/>
          </p:cNvSpPr>
          <p:nvPr>
            <p:ph idx="1"/>
          </p:nvPr>
        </p:nvSpPr>
        <p:spPr>
          <a:xfrm>
            <a:off x="203202" y="285047"/>
            <a:ext cx="10099040" cy="4976949"/>
          </a:xfrm>
        </p:spPr>
        <p:txBody>
          <a:bodyPr>
            <a:normAutofit/>
          </a:bodyPr>
          <a:lstStyle/>
          <a:p>
            <a:pPr marL="0" indent="0" algn="just">
              <a:lnSpc>
                <a:spcPct val="150000"/>
              </a:lnSpc>
              <a:buNone/>
            </a:pPr>
            <a:r>
              <a:rPr lang="en-US" sz="2300" b="1" dirty="0">
                <a:effectLst/>
                <a:latin typeface="Bookman Old Style" pitchFamily="18" charset="0"/>
                <a:cs typeface="Times New Roman" panose="02020603050405020304" pitchFamily="18" charset="0"/>
              </a:rPr>
              <a:t>37.</a:t>
            </a:r>
            <a:r>
              <a:rPr lang="en-US" sz="2300" b="1" dirty="0">
                <a:effectLst/>
                <a:latin typeface="Bookman Old Style" pitchFamily="18" charset="0"/>
              </a:rPr>
              <a:t> If a, b, and c represent the mean, mode, and median of the data given below, what is the value of</a:t>
            </a:r>
          </a:p>
          <a:p>
            <a:pPr marL="0" indent="0" algn="just">
              <a:lnSpc>
                <a:spcPct val="150000"/>
              </a:lnSpc>
              <a:buNone/>
            </a:pPr>
            <a:r>
              <a:rPr lang="en-US" sz="2300" b="1" dirty="0">
                <a:effectLst/>
                <a:latin typeface="Bookman Old Style" pitchFamily="18" charset="0"/>
              </a:rPr>
              <a:t>3a − 2b + c</a:t>
            </a:r>
          </a:p>
          <a:p>
            <a:pPr marL="0" indent="0" algn="just">
              <a:lnSpc>
                <a:spcPct val="150000"/>
              </a:lnSpc>
              <a:buNone/>
            </a:pPr>
            <a:r>
              <a:rPr lang="en-US" sz="2300" b="1" dirty="0">
                <a:effectLst/>
                <a:latin typeface="Bookman Old Style" pitchFamily="18" charset="0"/>
              </a:rPr>
              <a:t>Given data:</a:t>
            </a:r>
          </a:p>
          <a:p>
            <a:pPr marL="0" indent="0" algn="just">
              <a:lnSpc>
                <a:spcPct val="150000"/>
              </a:lnSpc>
              <a:buNone/>
            </a:pPr>
            <a:r>
              <a:rPr lang="en-US" sz="2300" b="1" dirty="0">
                <a:effectLst/>
                <a:latin typeface="Bookman Old Style" pitchFamily="18" charset="0"/>
              </a:rPr>
              <a:t>4, 6, 2, 4, 5, 7, 8, 4</a:t>
            </a:r>
          </a:p>
          <a:p>
            <a:pPr marL="0" indent="0" algn="just">
              <a:lnSpc>
                <a:spcPct val="150000"/>
              </a:lnSpc>
              <a:buNone/>
            </a:pPr>
            <a:r>
              <a:rPr lang="en-US" sz="2300" b="1" dirty="0">
                <a:effectLst/>
                <a:latin typeface="Bookman Old Style" pitchFamily="18" charset="0"/>
              </a:rPr>
              <a:t>A. 11.5   B. 10   C. 13    D. 27.5</a:t>
            </a: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363201" y="132080"/>
            <a:ext cx="1681480" cy="1452880"/>
          </a:xfrm>
          <a:prstGeom prst="rect">
            <a:avLst/>
          </a:prstGeom>
        </p:spPr>
      </p:pic>
    </p:spTree>
    <p:extLst>
      <p:ext uri="{BB962C8B-B14F-4D97-AF65-F5344CB8AC3E}">
        <p14:creationId xmlns:p14="http://schemas.microsoft.com/office/powerpoint/2010/main" val="17202244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AE281-207D-6567-F475-26CB40F038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257CE2-1073-1A08-BF7F-A80583412988}"/>
              </a:ext>
            </a:extLst>
          </p:cNvPr>
          <p:cNvSpPr>
            <a:spLocks noGrp="1"/>
          </p:cNvSpPr>
          <p:nvPr>
            <p:ph idx="1"/>
          </p:nvPr>
        </p:nvSpPr>
        <p:spPr>
          <a:xfrm>
            <a:off x="284481" y="346007"/>
            <a:ext cx="7274559" cy="5526473"/>
          </a:xfrm>
        </p:spPr>
        <p:txBody>
          <a:bodyPr>
            <a:normAutofit/>
          </a:bodyPr>
          <a:lstStyle/>
          <a:p>
            <a:pPr marL="0" indent="0" algn="just">
              <a:lnSpc>
                <a:spcPct val="150000"/>
              </a:lnSpc>
              <a:buNone/>
            </a:pPr>
            <a:r>
              <a:rPr lang="en-US" sz="2300" b="1" dirty="0">
                <a:effectLst/>
                <a:latin typeface="+mj-lt"/>
                <a:cs typeface="Times New Roman" panose="02020603050405020304" pitchFamily="18" charset="0"/>
              </a:rPr>
              <a:t>38.</a:t>
            </a:r>
            <a:r>
              <a:rPr lang="en-US" sz="2300" b="1" dirty="0">
                <a:effectLst/>
                <a:latin typeface="+mj-lt"/>
              </a:rPr>
              <a:t> The following table gives the rainfall on six days at random during a summer month:</a:t>
            </a:r>
          </a:p>
          <a:p>
            <a:pPr marL="0" indent="0" algn="just">
              <a:lnSpc>
                <a:spcPct val="150000"/>
              </a:lnSpc>
              <a:buNone/>
            </a:pPr>
            <a:endParaRPr lang="en-US" sz="2300" b="1" dirty="0">
              <a:effectLst/>
              <a:latin typeface="+mj-lt"/>
            </a:endParaRPr>
          </a:p>
          <a:p>
            <a:pPr marL="0" indent="0" algn="just">
              <a:lnSpc>
                <a:spcPct val="150000"/>
              </a:lnSpc>
              <a:buNone/>
            </a:pPr>
            <a:endParaRPr lang="en-US" sz="2300" b="1" dirty="0">
              <a:effectLst/>
              <a:latin typeface="+mj-lt"/>
            </a:endParaRPr>
          </a:p>
          <a:p>
            <a:pPr marL="0" indent="0" algn="just">
              <a:lnSpc>
                <a:spcPct val="150000"/>
              </a:lnSpc>
              <a:buNone/>
            </a:pPr>
            <a:endParaRPr lang="en-US" sz="2300" b="1" dirty="0">
              <a:effectLst/>
              <a:latin typeface="+mj-lt"/>
            </a:endParaRPr>
          </a:p>
          <a:p>
            <a:pPr marL="0" indent="0" algn="just">
              <a:lnSpc>
                <a:spcPct val="150000"/>
              </a:lnSpc>
              <a:buNone/>
            </a:pPr>
            <a:r>
              <a:rPr lang="en-US" sz="2300" b="1" dirty="0">
                <a:effectLst/>
                <a:latin typeface="+mj-lt"/>
              </a:rPr>
              <a:t>What is the standard deviation (in mm nearest to two decimal places)?</a:t>
            </a:r>
          </a:p>
          <a:p>
            <a:pPr marL="0" indent="0" algn="just">
              <a:lnSpc>
                <a:spcPct val="150000"/>
              </a:lnSpc>
              <a:buNone/>
            </a:pPr>
            <a:r>
              <a:rPr lang="en-US" sz="2300" b="1" dirty="0">
                <a:effectLst/>
                <a:latin typeface="+mj-lt"/>
              </a:rPr>
              <a:t>A. 2.25  B. 1.92  C. 2.16   D. 2.07</a:t>
            </a:r>
            <a:endParaRPr lang="en-IN" sz="2300" b="1" dirty="0">
              <a:effectLst/>
              <a:latin typeface="+mj-lt"/>
              <a:cs typeface="Times New Roman" panose="02020603050405020304" pitchFamily="18" charset="0"/>
            </a:endParaRPr>
          </a:p>
        </p:txBody>
      </p:sp>
      <p:pic>
        <p:nvPicPr>
          <p:cNvPr id="6" name="Picture 5" descr="A number with black numbers&#10;&#10;AI-generated content may be incorrect.">
            <a:extLst>
              <a:ext uri="{FF2B5EF4-FFF2-40B4-BE49-F238E27FC236}">
                <a16:creationId xmlns:a16="http://schemas.microsoft.com/office/drawing/2014/main" id="{B050A832-5FED-FE8E-B6B8-2B78DCF18E41}"/>
              </a:ext>
            </a:extLst>
          </p:cNvPr>
          <p:cNvPicPr>
            <a:picLocks noChangeAspect="1"/>
          </p:cNvPicPr>
          <p:nvPr/>
        </p:nvPicPr>
        <p:blipFill>
          <a:blip r:embed="rId2"/>
          <a:stretch>
            <a:fillRect/>
          </a:stretch>
        </p:blipFill>
        <p:spPr>
          <a:xfrm>
            <a:off x="518160" y="1656080"/>
            <a:ext cx="6034107" cy="1391036"/>
          </a:xfrm>
          <a:prstGeom prst="rect">
            <a:avLst/>
          </a:prstGeom>
        </p:spPr>
      </p:pic>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3"/>
          <a:stretch>
            <a:fillRect/>
          </a:stretch>
        </p:blipFill>
        <p:spPr>
          <a:xfrm>
            <a:off x="10386060" y="203200"/>
            <a:ext cx="1681480" cy="1452880"/>
          </a:xfrm>
          <a:prstGeom prst="rect">
            <a:avLst/>
          </a:prstGeom>
        </p:spPr>
      </p:pic>
    </p:spTree>
    <p:extLst>
      <p:ext uri="{BB962C8B-B14F-4D97-AF65-F5344CB8AC3E}">
        <p14:creationId xmlns:p14="http://schemas.microsoft.com/office/powerpoint/2010/main" val="6065482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CB2731-D2D5-7C95-FAB3-D88A823FF975}"/>
              </a:ext>
            </a:extLst>
          </p:cNvPr>
          <p:cNvSpPr>
            <a:spLocks noGrp="1"/>
          </p:cNvSpPr>
          <p:nvPr>
            <p:ph idx="1"/>
          </p:nvPr>
        </p:nvSpPr>
        <p:spPr>
          <a:xfrm>
            <a:off x="913795" y="1615440"/>
            <a:ext cx="10353762" cy="2387600"/>
          </a:xfrm>
        </p:spPr>
        <p:txBody>
          <a:bodyPr>
            <a:normAutofit/>
          </a:bodyPr>
          <a:lstStyle/>
          <a:p>
            <a:pPr marL="0" indent="0">
              <a:buNone/>
            </a:pPr>
            <a:endParaRPr lang="en-IN" sz="4000" b="1" i="1" dirty="0">
              <a:solidFill>
                <a:schemeClr val="accent3">
                  <a:lumMod val="60000"/>
                  <a:lumOff val="40000"/>
                </a:schemeClr>
              </a:solidFill>
              <a:effectLst>
                <a:outerShdw blurRad="38100" dist="38100" dir="2700000" algn="tl">
                  <a:srgbClr val="000000">
                    <a:alpha val="43137"/>
                  </a:srgbClr>
                </a:outerShdw>
              </a:effectLst>
              <a:latin typeface="Bookman Old Style" pitchFamily="18" charset="0"/>
            </a:endParaRPr>
          </a:p>
          <a:p>
            <a:pPr marL="0" indent="0">
              <a:buNone/>
            </a:pPr>
            <a:r>
              <a:rPr lang="en-IN" sz="4000" b="1" i="1" dirty="0">
                <a:solidFill>
                  <a:schemeClr val="accent3">
                    <a:lumMod val="60000"/>
                    <a:lumOff val="40000"/>
                  </a:schemeClr>
                </a:solidFill>
                <a:effectLst>
                  <a:outerShdw blurRad="38100" dist="38100" dir="2700000" algn="tl">
                    <a:srgbClr val="000000">
                      <a:alpha val="43137"/>
                    </a:srgbClr>
                  </a:outerShdw>
                </a:effectLst>
                <a:latin typeface="Bookman Old Style" pitchFamily="18" charset="0"/>
              </a:rPr>
              <a:t>                    </a:t>
            </a:r>
            <a:r>
              <a:rPr lang="en-IN" sz="4000" b="1" dirty="0">
                <a:solidFill>
                  <a:schemeClr val="accent3">
                    <a:lumMod val="60000"/>
                    <a:lumOff val="40000"/>
                  </a:schemeClr>
                </a:solidFill>
                <a:effectLst/>
                <a:latin typeface="Bookman Old Style" pitchFamily="18" charset="0"/>
              </a:rPr>
              <a:t>THE</a:t>
            </a:r>
            <a:r>
              <a:rPr lang="en-IN" sz="4000" b="1" i="1" dirty="0">
                <a:solidFill>
                  <a:schemeClr val="accent3">
                    <a:lumMod val="60000"/>
                    <a:lumOff val="40000"/>
                  </a:schemeClr>
                </a:solidFill>
                <a:effectLst>
                  <a:outerShdw blurRad="38100" dist="38100" dir="2700000" algn="tl">
                    <a:srgbClr val="000000">
                      <a:alpha val="43137"/>
                    </a:srgbClr>
                  </a:outerShdw>
                </a:effectLst>
                <a:latin typeface="Bookman Old Style" pitchFamily="18" charset="0"/>
              </a:rPr>
              <a:t> END</a:t>
            </a:r>
          </a:p>
          <a:p>
            <a:pPr marL="0" indent="0">
              <a:buNone/>
            </a:pPr>
            <a:endParaRPr lang="en-IN" sz="4000" b="1" i="1" dirty="0">
              <a:solidFill>
                <a:schemeClr val="accent3">
                  <a:lumMod val="60000"/>
                  <a:lumOff val="40000"/>
                </a:schemeClr>
              </a:solidFill>
              <a:effectLst>
                <a:outerShdw blurRad="38100" dist="38100" dir="2700000" algn="tl">
                  <a:srgbClr val="000000">
                    <a:alpha val="43137"/>
                  </a:srgbClr>
                </a:outerShdw>
              </a:effectLst>
              <a:latin typeface="Bookman Old Style" pitchFamily="18" charset="0"/>
            </a:endParaRPr>
          </a:p>
          <a:p>
            <a:pPr marL="0" indent="0">
              <a:buNone/>
            </a:pPr>
            <a:endParaRPr lang="en-IN" sz="4000" b="1" i="1" dirty="0">
              <a:solidFill>
                <a:schemeClr val="accent3">
                  <a:lumMod val="60000"/>
                  <a:lumOff val="40000"/>
                </a:schemeClr>
              </a:solidFill>
              <a:effectLst>
                <a:outerShdw blurRad="38100" dist="38100" dir="2700000" algn="tl">
                  <a:srgbClr val="000000">
                    <a:alpha val="43137"/>
                  </a:srgbClr>
                </a:outerShdw>
              </a:effectLst>
              <a:latin typeface="Bookman Old Style" pitchFamily="18" charset="0"/>
            </a:endParaRPr>
          </a:p>
          <a:p>
            <a:pPr marL="0" indent="0">
              <a:buNone/>
            </a:pPr>
            <a:endParaRPr lang="en-IN" sz="4000" b="1" i="1" dirty="0">
              <a:solidFill>
                <a:schemeClr val="accent3">
                  <a:lumMod val="60000"/>
                  <a:lumOff val="40000"/>
                </a:schemeClr>
              </a:solidFill>
              <a:effectLst>
                <a:outerShdw blurRad="38100" dist="38100" dir="2700000" algn="tl">
                  <a:srgbClr val="000000">
                    <a:alpha val="43137"/>
                  </a:srgbClr>
                </a:outerShdw>
              </a:effectLst>
              <a:latin typeface="Bookman Old Style" pitchFamily="18" charset="0"/>
            </a:endParaRPr>
          </a:p>
          <a:p>
            <a:pPr marL="0" indent="0">
              <a:buNone/>
            </a:pPr>
            <a:endParaRPr lang="en-IN" sz="4000" b="1" i="1" dirty="0">
              <a:solidFill>
                <a:schemeClr val="accent3">
                  <a:lumMod val="60000"/>
                  <a:lumOff val="40000"/>
                </a:schemeClr>
              </a:solidFill>
              <a:effectLst>
                <a:outerShdw blurRad="38100" dist="38100" dir="2700000" algn="tl">
                  <a:srgbClr val="000000">
                    <a:alpha val="43137"/>
                  </a:srgbClr>
                </a:outerShdw>
              </a:effectLst>
              <a:latin typeface="Bookman Old Style" pitchFamily="18" charset="0"/>
            </a:endParaRPr>
          </a:p>
        </p:txBody>
      </p:sp>
      <p:pic>
        <p:nvPicPr>
          <p:cNvPr id="2" name="Picture 1" descr="A yellow and blue sign with words">
            <a:extLst>
              <a:ext uri="{FF2B5EF4-FFF2-40B4-BE49-F238E27FC236}">
                <a16:creationId xmlns:a16="http://schemas.microsoft.com/office/drawing/2014/main" id="{C1DA8D4D-3F96-275B-2B01-51B8A7301B21}"/>
              </a:ext>
            </a:extLst>
          </p:cNvPr>
          <p:cNvPicPr>
            <a:picLocks noChangeAspect="1"/>
          </p:cNvPicPr>
          <p:nvPr/>
        </p:nvPicPr>
        <p:blipFill>
          <a:blip r:embed="rId2"/>
          <a:stretch>
            <a:fillRect/>
          </a:stretch>
        </p:blipFill>
        <p:spPr>
          <a:xfrm>
            <a:off x="10243820" y="162560"/>
            <a:ext cx="1681480" cy="1452880"/>
          </a:xfrm>
          <a:prstGeom prst="rect">
            <a:avLst/>
          </a:prstGeom>
        </p:spPr>
      </p:pic>
    </p:spTree>
    <p:extLst>
      <p:ext uri="{BB962C8B-B14F-4D97-AF65-F5344CB8AC3E}">
        <p14:creationId xmlns:p14="http://schemas.microsoft.com/office/powerpoint/2010/main" val="21213236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2655</TotalTime>
  <Words>1422</Words>
  <Application>Microsoft Office PowerPoint</Application>
  <PresentationFormat>Widescreen</PresentationFormat>
  <Paragraphs>118</Paragraphs>
  <Slides>41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Bookman Old Style</vt:lpstr>
      <vt:lpstr>Rockwell</vt:lpstr>
      <vt:lpstr>Wingdings</vt:lpstr>
      <vt:lpstr>Damask</vt:lpstr>
      <vt:lpstr>Statistics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AVERAGES </dc:title>
  <dc:creator>KIRAN KUMAR GANTA</dc:creator>
  <cp:lastModifiedBy>harikrishnareddy pagadam</cp:lastModifiedBy>
  <cp:revision>221</cp:revision>
  <dcterms:created xsi:type="dcterms:W3CDTF">2022-11-22T09:07:37Z</dcterms:created>
  <dcterms:modified xsi:type="dcterms:W3CDTF">2026-05-22T00:27:05Z</dcterms:modified>
</cp:coreProperties>
</file>