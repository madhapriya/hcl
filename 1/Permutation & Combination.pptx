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sldIdLst>
    <p:sldId id="256" r:id="rId2"/>
    <p:sldId id="299" r:id="rId3"/>
    <p:sldId id="30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301" r:id="rId19"/>
    <p:sldId id="304" r:id="rId20"/>
    <p:sldId id="307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9" r:id="rId33"/>
    <p:sldId id="302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303" r:id="rId42"/>
    <p:sldId id="298" r:id="rId43"/>
    <p:sldId id="305" r:id="rId44"/>
    <p:sldId id="306" r:id="rId45"/>
    <p:sldId id="288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UMAR GANTA" userId="04d4457b2c6f4d58" providerId="LiveId" clId="{415B0607-3D18-4380-816B-9D66A004EED0}"/>
    <pc:docChg chg="custSel addSld modSld">
      <pc:chgData name="KIRAN KUMAR GANTA" userId="04d4457b2c6f4d58" providerId="LiveId" clId="{415B0607-3D18-4380-816B-9D66A004EED0}" dt="2022-12-03T13:27:18.705" v="6110" actId="20577"/>
      <pc:docMkLst>
        <pc:docMk/>
      </pc:docMkLst>
      <pc:sldChg chg="modSp mod">
        <pc:chgData name="KIRAN KUMAR GANTA" userId="04d4457b2c6f4d58" providerId="LiveId" clId="{415B0607-3D18-4380-816B-9D66A004EED0}" dt="2022-11-22T09:44:02.084" v="109" actId="113"/>
        <pc:sldMkLst>
          <pc:docMk/>
          <pc:sldMk cId="2745039445" sldId="259"/>
        </pc:sldMkLst>
        <pc:spChg chg="mod">
          <ac:chgData name="KIRAN KUMAR GANTA" userId="04d4457b2c6f4d58" providerId="LiveId" clId="{415B0607-3D18-4380-816B-9D66A004EED0}" dt="2022-11-22T09:44:02.084" v="109" actId="113"/>
          <ac:spMkLst>
            <pc:docMk/>
            <pc:sldMk cId="2745039445" sldId="259"/>
            <ac:spMk id="3" creationId="{3F7F7275-821A-7B23-BE3E-B9410147340D}"/>
          </ac:spMkLst>
        </pc:spChg>
      </pc:sldChg>
      <pc:sldChg chg="delSp modSp new mod">
        <pc:chgData name="KIRAN KUMAR GANTA" userId="04d4457b2c6f4d58" providerId="LiveId" clId="{415B0607-3D18-4380-816B-9D66A004EED0}" dt="2022-11-22T09:45:58.981" v="253" actId="113"/>
        <pc:sldMkLst>
          <pc:docMk/>
          <pc:sldMk cId="3259336835" sldId="260"/>
        </pc:sldMkLst>
        <pc:spChg chg="del mod">
          <ac:chgData name="KIRAN KUMAR GANTA" userId="04d4457b2c6f4d58" providerId="LiveId" clId="{415B0607-3D18-4380-816B-9D66A004EED0}" dt="2022-11-22T09:44:16.597" v="112" actId="478"/>
          <ac:spMkLst>
            <pc:docMk/>
            <pc:sldMk cId="3259336835" sldId="260"/>
            <ac:spMk id="2" creationId="{C99E18C2-BC0C-7ED6-C1EA-F75EE7BAD2FC}"/>
          </ac:spMkLst>
        </pc:spChg>
        <pc:spChg chg="mod">
          <ac:chgData name="KIRAN KUMAR GANTA" userId="04d4457b2c6f4d58" providerId="LiveId" clId="{415B0607-3D18-4380-816B-9D66A004EED0}" dt="2022-11-22T09:45:58.981" v="253" actId="113"/>
          <ac:spMkLst>
            <pc:docMk/>
            <pc:sldMk cId="3259336835" sldId="260"/>
            <ac:spMk id="3" creationId="{BD0CAEFC-D594-A38A-CE5E-25A0316665E1}"/>
          </ac:spMkLst>
        </pc:spChg>
      </pc:sldChg>
      <pc:sldChg chg="delSp modSp new mod">
        <pc:chgData name="KIRAN KUMAR GANTA" userId="04d4457b2c6f4d58" providerId="LiveId" clId="{415B0607-3D18-4380-816B-9D66A004EED0}" dt="2022-11-22T09:47:48.159" v="368" actId="113"/>
        <pc:sldMkLst>
          <pc:docMk/>
          <pc:sldMk cId="3231654361" sldId="261"/>
        </pc:sldMkLst>
        <pc:spChg chg="del mod">
          <ac:chgData name="KIRAN KUMAR GANTA" userId="04d4457b2c6f4d58" providerId="LiveId" clId="{415B0607-3D18-4380-816B-9D66A004EED0}" dt="2022-11-22T09:46:11.354" v="256" actId="478"/>
          <ac:spMkLst>
            <pc:docMk/>
            <pc:sldMk cId="3231654361" sldId="261"/>
            <ac:spMk id="2" creationId="{B92F98AE-B313-6351-8B77-07F241C7A521}"/>
          </ac:spMkLst>
        </pc:spChg>
        <pc:spChg chg="mod">
          <ac:chgData name="KIRAN KUMAR GANTA" userId="04d4457b2c6f4d58" providerId="LiveId" clId="{415B0607-3D18-4380-816B-9D66A004EED0}" dt="2022-11-22T09:47:48.159" v="368" actId="113"/>
          <ac:spMkLst>
            <pc:docMk/>
            <pc:sldMk cId="3231654361" sldId="261"/>
            <ac:spMk id="3" creationId="{0A237550-1DE1-9F96-6294-BBF931B4F42B}"/>
          </ac:spMkLst>
        </pc:spChg>
      </pc:sldChg>
      <pc:sldChg chg="delSp modSp new mod">
        <pc:chgData name="KIRAN KUMAR GANTA" userId="04d4457b2c6f4d58" providerId="LiveId" clId="{415B0607-3D18-4380-816B-9D66A004EED0}" dt="2022-11-22T09:49:35.756" v="490" actId="113"/>
        <pc:sldMkLst>
          <pc:docMk/>
          <pc:sldMk cId="2471644895" sldId="262"/>
        </pc:sldMkLst>
        <pc:spChg chg="del mod">
          <ac:chgData name="KIRAN KUMAR GANTA" userId="04d4457b2c6f4d58" providerId="LiveId" clId="{415B0607-3D18-4380-816B-9D66A004EED0}" dt="2022-11-22T09:48:00.071" v="371" actId="478"/>
          <ac:spMkLst>
            <pc:docMk/>
            <pc:sldMk cId="2471644895" sldId="262"/>
            <ac:spMk id="2" creationId="{000AA207-4125-EFA2-9E98-39906A0019E9}"/>
          </ac:spMkLst>
        </pc:spChg>
        <pc:spChg chg="mod">
          <ac:chgData name="KIRAN KUMAR GANTA" userId="04d4457b2c6f4d58" providerId="LiveId" clId="{415B0607-3D18-4380-816B-9D66A004EED0}" dt="2022-11-22T09:49:35.756" v="490" actId="113"/>
          <ac:spMkLst>
            <pc:docMk/>
            <pc:sldMk cId="2471644895" sldId="262"/>
            <ac:spMk id="3" creationId="{ED5E6109-DE52-D3E6-2B6D-0F9DD5E9BD64}"/>
          </ac:spMkLst>
        </pc:spChg>
      </pc:sldChg>
      <pc:sldChg chg="delSp modSp new mod">
        <pc:chgData name="KIRAN KUMAR GANTA" userId="04d4457b2c6f4d58" providerId="LiveId" clId="{415B0607-3D18-4380-816B-9D66A004EED0}" dt="2022-11-22T09:51:13.335" v="609" actId="113"/>
        <pc:sldMkLst>
          <pc:docMk/>
          <pc:sldMk cId="3406206606" sldId="263"/>
        </pc:sldMkLst>
        <pc:spChg chg="del mod">
          <ac:chgData name="KIRAN KUMAR GANTA" userId="04d4457b2c6f4d58" providerId="LiveId" clId="{415B0607-3D18-4380-816B-9D66A004EED0}" dt="2022-11-22T09:49:42.789" v="493" actId="478"/>
          <ac:spMkLst>
            <pc:docMk/>
            <pc:sldMk cId="3406206606" sldId="263"/>
            <ac:spMk id="2" creationId="{47AD252D-8EA7-E794-9CA2-A244515ADA72}"/>
          </ac:spMkLst>
        </pc:spChg>
        <pc:spChg chg="mod">
          <ac:chgData name="KIRAN KUMAR GANTA" userId="04d4457b2c6f4d58" providerId="LiveId" clId="{415B0607-3D18-4380-816B-9D66A004EED0}" dt="2022-11-22T09:51:13.335" v="609" actId="113"/>
          <ac:spMkLst>
            <pc:docMk/>
            <pc:sldMk cId="3406206606" sldId="263"/>
            <ac:spMk id="3" creationId="{83435682-F3C7-456E-8725-FBF18D75BED0}"/>
          </ac:spMkLst>
        </pc:spChg>
      </pc:sldChg>
      <pc:sldChg chg="delSp modSp new mod">
        <pc:chgData name="KIRAN KUMAR GANTA" userId="04d4457b2c6f4d58" providerId="LiveId" clId="{415B0607-3D18-4380-816B-9D66A004EED0}" dt="2022-11-22T09:52:56.447" v="734" actId="113"/>
        <pc:sldMkLst>
          <pc:docMk/>
          <pc:sldMk cId="2366335118" sldId="264"/>
        </pc:sldMkLst>
        <pc:spChg chg="del mod">
          <ac:chgData name="KIRAN KUMAR GANTA" userId="04d4457b2c6f4d58" providerId="LiveId" clId="{415B0607-3D18-4380-816B-9D66A004EED0}" dt="2022-11-22T09:51:26.456" v="612" actId="478"/>
          <ac:spMkLst>
            <pc:docMk/>
            <pc:sldMk cId="2366335118" sldId="264"/>
            <ac:spMk id="2" creationId="{700A2CCF-64AC-D193-C5D6-C51F72224C5B}"/>
          </ac:spMkLst>
        </pc:spChg>
        <pc:spChg chg="mod">
          <ac:chgData name="KIRAN KUMAR GANTA" userId="04d4457b2c6f4d58" providerId="LiveId" clId="{415B0607-3D18-4380-816B-9D66A004EED0}" dt="2022-11-22T09:52:56.447" v="734" actId="113"/>
          <ac:spMkLst>
            <pc:docMk/>
            <pc:sldMk cId="2366335118" sldId="264"/>
            <ac:spMk id="3" creationId="{12232249-F00A-336E-BF6A-27A16CE2F241}"/>
          </ac:spMkLst>
        </pc:spChg>
      </pc:sldChg>
      <pc:sldChg chg="delSp modSp new mod">
        <pc:chgData name="KIRAN KUMAR GANTA" userId="04d4457b2c6f4d58" providerId="LiveId" clId="{415B0607-3D18-4380-816B-9D66A004EED0}" dt="2022-11-22T09:54:43.339" v="856" actId="113"/>
        <pc:sldMkLst>
          <pc:docMk/>
          <pc:sldMk cId="3726046492" sldId="265"/>
        </pc:sldMkLst>
        <pc:spChg chg="del mod">
          <ac:chgData name="KIRAN KUMAR GANTA" userId="04d4457b2c6f4d58" providerId="LiveId" clId="{415B0607-3D18-4380-816B-9D66A004EED0}" dt="2022-11-22T09:53:05.392" v="737" actId="478"/>
          <ac:spMkLst>
            <pc:docMk/>
            <pc:sldMk cId="3726046492" sldId="265"/>
            <ac:spMk id="2" creationId="{A1B099E4-C240-C94B-53B7-D1EE52C04EBE}"/>
          </ac:spMkLst>
        </pc:spChg>
        <pc:spChg chg="mod">
          <ac:chgData name="KIRAN KUMAR GANTA" userId="04d4457b2c6f4d58" providerId="LiveId" clId="{415B0607-3D18-4380-816B-9D66A004EED0}" dt="2022-11-22T09:54:43.339" v="856" actId="113"/>
          <ac:spMkLst>
            <pc:docMk/>
            <pc:sldMk cId="3726046492" sldId="265"/>
            <ac:spMk id="3" creationId="{9F32EDFA-9473-79EE-0F35-48D6FE17308F}"/>
          </ac:spMkLst>
        </pc:spChg>
      </pc:sldChg>
      <pc:sldChg chg="delSp modSp new mod">
        <pc:chgData name="KIRAN KUMAR GANTA" userId="04d4457b2c6f4d58" providerId="LiveId" clId="{415B0607-3D18-4380-816B-9D66A004EED0}" dt="2022-11-22T09:56:56.173" v="987" actId="113"/>
        <pc:sldMkLst>
          <pc:docMk/>
          <pc:sldMk cId="1208186571" sldId="266"/>
        </pc:sldMkLst>
        <pc:spChg chg="del mod">
          <ac:chgData name="KIRAN KUMAR GANTA" userId="04d4457b2c6f4d58" providerId="LiveId" clId="{415B0607-3D18-4380-816B-9D66A004EED0}" dt="2022-11-22T09:55:10.225" v="859" actId="478"/>
          <ac:spMkLst>
            <pc:docMk/>
            <pc:sldMk cId="1208186571" sldId="266"/>
            <ac:spMk id="2" creationId="{51117EEC-5E2D-DC41-081A-DE5B29DCAD03}"/>
          </ac:spMkLst>
        </pc:spChg>
        <pc:spChg chg="mod">
          <ac:chgData name="KIRAN KUMAR GANTA" userId="04d4457b2c6f4d58" providerId="LiveId" clId="{415B0607-3D18-4380-816B-9D66A004EED0}" dt="2022-11-22T09:56:56.173" v="987" actId="113"/>
          <ac:spMkLst>
            <pc:docMk/>
            <pc:sldMk cId="1208186571" sldId="266"/>
            <ac:spMk id="3" creationId="{F1C208E4-8FE0-3F9B-F449-7A80C294134C}"/>
          </ac:spMkLst>
        </pc:spChg>
      </pc:sldChg>
      <pc:sldChg chg="delSp modSp new mod">
        <pc:chgData name="KIRAN KUMAR GANTA" userId="04d4457b2c6f4d58" providerId="LiveId" clId="{415B0607-3D18-4380-816B-9D66A004EED0}" dt="2022-11-22T09:59:46.615" v="1143" actId="113"/>
        <pc:sldMkLst>
          <pc:docMk/>
          <pc:sldMk cId="1105230622" sldId="267"/>
        </pc:sldMkLst>
        <pc:spChg chg="del mod">
          <ac:chgData name="KIRAN KUMAR GANTA" userId="04d4457b2c6f4d58" providerId="LiveId" clId="{415B0607-3D18-4380-816B-9D66A004EED0}" dt="2022-11-22T09:57:06.958" v="990" actId="478"/>
          <ac:spMkLst>
            <pc:docMk/>
            <pc:sldMk cId="1105230622" sldId="267"/>
            <ac:spMk id="2" creationId="{A9803699-48FA-E108-82F9-8F99BEB1DDE4}"/>
          </ac:spMkLst>
        </pc:spChg>
        <pc:spChg chg="mod">
          <ac:chgData name="KIRAN KUMAR GANTA" userId="04d4457b2c6f4d58" providerId="LiveId" clId="{415B0607-3D18-4380-816B-9D66A004EED0}" dt="2022-11-22T09:59:46.615" v="1143" actId="113"/>
          <ac:spMkLst>
            <pc:docMk/>
            <pc:sldMk cId="1105230622" sldId="267"/>
            <ac:spMk id="3" creationId="{4FE0DC40-B0EA-D63B-E4B6-70164DE9D2E3}"/>
          </ac:spMkLst>
        </pc:spChg>
      </pc:sldChg>
      <pc:sldChg chg="delSp modSp new mod">
        <pc:chgData name="KIRAN KUMAR GANTA" userId="04d4457b2c6f4d58" providerId="LiveId" clId="{415B0607-3D18-4380-816B-9D66A004EED0}" dt="2022-11-22T10:02:17.532" v="1283" actId="113"/>
        <pc:sldMkLst>
          <pc:docMk/>
          <pc:sldMk cId="921741312" sldId="268"/>
        </pc:sldMkLst>
        <pc:spChg chg="del mod">
          <ac:chgData name="KIRAN KUMAR GANTA" userId="04d4457b2c6f4d58" providerId="LiveId" clId="{415B0607-3D18-4380-816B-9D66A004EED0}" dt="2022-11-22T09:59:55.647" v="1146" actId="478"/>
          <ac:spMkLst>
            <pc:docMk/>
            <pc:sldMk cId="921741312" sldId="268"/>
            <ac:spMk id="2" creationId="{04D77D2A-BBD0-DE84-C6A0-43773C1F5757}"/>
          </ac:spMkLst>
        </pc:spChg>
        <pc:spChg chg="mod">
          <ac:chgData name="KIRAN KUMAR GANTA" userId="04d4457b2c6f4d58" providerId="LiveId" clId="{415B0607-3D18-4380-816B-9D66A004EED0}" dt="2022-11-22T10:02:17.532" v="1283" actId="113"/>
          <ac:spMkLst>
            <pc:docMk/>
            <pc:sldMk cId="921741312" sldId="268"/>
            <ac:spMk id="3" creationId="{837DD3FD-F0EB-8CF6-8476-A685D9C43EF1}"/>
          </ac:spMkLst>
        </pc:spChg>
      </pc:sldChg>
      <pc:sldChg chg="delSp modSp new mod">
        <pc:chgData name="KIRAN KUMAR GANTA" userId="04d4457b2c6f4d58" providerId="LiveId" clId="{415B0607-3D18-4380-816B-9D66A004EED0}" dt="2022-11-22T10:04:53.768" v="1456" actId="113"/>
        <pc:sldMkLst>
          <pc:docMk/>
          <pc:sldMk cId="3188229740" sldId="269"/>
        </pc:sldMkLst>
        <pc:spChg chg="del mod">
          <ac:chgData name="KIRAN KUMAR GANTA" userId="04d4457b2c6f4d58" providerId="LiveId" clId="{415B0607-3D18-4380-816B-9D66A004EED0}" dt="2022-11-22T10:02:25.180" v="1286" actId="478"/>
          <ac:spMkLst>
            <pc:docMk/>
            <pc:sldMk cId="3188229740" sldId="269"/>
            <ac:spMk id="2" creationId="{65A2866E-01DA-5730-F139-DAEA0DF26248}"/>
          </ac:spMkLst>
        </pc:spChg>
        <pc:spChg chg="mod">
          <ac:chgData name="KIRAN KUMAR GANTA" userId="04d4457b2c6f4d58" providerId="LiveId" clId="{415B0607-3D18-4380-816B-9D66A004EED0}" dt="2022-11-22T10:04:53.768" v="1456" actId="113"/>
          <ac:spMkLst>
            <pc:docMk/>
            <pc:sldMk cId="3188229740" sldId="269"/>
            <ac:spMk id="3" creationId="{4D6EDC61-D907-181C-909A-F0EF15A8407C}"/>
          </ac:spMkLst>
        </pc:spChg>
      </pc:sldChg>
      <pc:sldChg chg="delSp modSp new mod">
        <pc:chgData name="KIRAN KUMAR GANTA" userId="04d4457b2c6f4d58" providerId="LiveId" clId="{415B0607-3D18-4380-816B-9D66A004EED0}" dt="2022-11-22T10:07:37.006" v="1631" actId="123"/>
        <pc:sldMkLst>
          <pc:docMk/>
          <pc:sldMk cId="1343770880" sldId="270"/>
        </pc:sldMkLst>
        <pc:spChg chg="del mod">
          <ac:chgData name="KIRAN KUMAR GANTA" userId="04d4457b2c6f4d58" providerId="LiveId" clId="{415B0607-3D18-4380-816B-9D66A004EED0}" dt="2022-11-22T10:05:03.868" v="1459" actId="478"/>
          <ac:spMkLst>
            <pc:docMk/>
            <pc:sldMk cId="1343770880" sldId="270"/>
            <ac:spMk id="2" creationId="{70195E2B-9811-C77D-1275-65B827A46264}"/>
          </ac:spMkLst>
        </pc:spChg>
        <pc:spChg chg="mod">
          <ac:chgData name="KIRAN KUMAR GANTA" userId="04d4457b2c6f4d58" providerId="LiveId" clId="{415B0607-3D18-4380-816B-9D66A004EED0}" dt="2022-11-22T10:07:37.006" v="1631" actId="123"/>
          <ac:spMkLst>
            <pc:docMk/>
            <pc:sldMk cId="1343770880" sldId="270"/>
            <ac:spMk id="3" creationId="{1FEB0B71-DE53-634B-274E-6F27A9B49692}"/>
          </ac:spMkLst>
        </pc:spChg>
      </pc:sldChg>
      <pc:sldChg chg="delSp modSp new mod">
        <pc:chgData name="KIRAN KUMAR GANTA" userId="04d4457b2c6f4d58" providerId="LiveId" clId="{415B0607-3D18-4380-816B-9D66A004EED0}" dt="2022-11-22T10:10:35.974" v="1858" actId="123"/>
        <pc:sldMkLst>
          <pc:docMk/>
          <pc:sldMk cId="2758500736" sldId="271"/>
        </pc:sldMkLst>
        <pc:spChg chg="del mod">
          <ac:chgData name="KIRAN KUMAR GANTA" userId="04d4457b2c6f4d58" providerId="LiveId" clId="{415B0607-3D18-4380-816B-9D66A004EED0}" dt="2022-11-22T10:07:47.174" v="1634" actId="478"/>
          <ac:spMkLst>
            <pc:docMk/>
            <pc:sldMk cId="2758500736" sldId="271"/>
            <ac:spMk id="2" creationId="{EFDCD9D6-3741-07CB-6466-D105E37F06DA}"/>
          </ac:spMkLst>
        </pc:spChg>
        <pc:spChg chg="mod">
          <ac:chgData name="KIRAN KUMAR GANTA" userId="04d4457b2c6f4d58" providerId="LiveId" clId="{415B0607-3D18-4380-816B-9D66A004EED0}" dt="2022-11-22T10:10:35.974" v="1858" actId="123"/>
          <ac:spMkLst>
            <pc:docMk/>
            <pc:sldMk cId="2758500736" sldId="271"/>
            <ac:spMk id="3" creationId="{84B8E209-D197-54D2-FA90-614220DCAA3C}"/>
          </ac:spMkLst>
        </pc:spChg>
      </pc:sldChg>
      <pc:sldChg chg="delSp modSp new mod">
        <pc:chgData name="KIRAN KUMAR GANTA" userId="04d4457b2c6f4d58" providerId="LiveId" clId="{415B0607-3D18-4380-816B-9D66A004EED0}" dt="2022-11-22T10:13:59.747" v="2077" actId="123"/>
        <pc:sldMkLst>
          <pc:docMk/>
          <pc:sldMk cId="3653190127" sldId="272"/>
        </pc:sldMkLst>
        <pc:spChg chg="del mod">
          <ac:chgData name="KIRAN KUMAR GANTA" userId="04d4457b2c6f4d58" providerId="LiveId" clId="{415B0607-3D18-4380-816B-9D66A004EED0}" dt="2022-11-22T10:10:43.954" v="1861" actId="478"/>
          <ac:spMkLst>
            <pc:docMk/>
            <pc:sldMk cId="3653190127" sldId="272"/>
            <ac:spMk id="2" creationId="{78291E25-DB65-D67D-55E1-1C04E811F0A3}"/>
          </ac:spMkLst>
        </pc:spChg>
        <pc:spChg chg="mod">
          <ac:chgData name="KIRAN KUMAR GANTA" userId="04d4457b2c6f4d58" providerId="LiveId" clId="{415B0607-3D18-4380-816B-9D66A004EED0}" dt="2022-11-22T10:13:59.747" v="2077" actId="123"/>
          <ac:spMkLst>
            <pc:docMk/>
            <pc:sldMk cId="3653190127" sldId="272"/>
            <ac:spMk id="3" creationId="{506F231C-6208-F025-E6AF-A625BE35EB83}"/>
          </ac:spMkLst>
        </pc:spChg>
      </pc:sldChg>
      <pc:sldChg chg="addSp delSp modSp new mod">
        <pc:chgData name="KIRAN KUMAR GANTA" userId="04d4457b2c6f4d58" providerId="LiveId" clId="{415B0607-3D18-4380-816B-9D66A004EED0}" dt="2022-11-23T00:22:07.413" v="2634" actId="123"/>
        <pc:sldMkLst>
          <pc:docMk/>
          <pc:sldMk cId="3695859695" sldId="273"/>
        </pc:sldMkLst>
        <pc:spChg chg="del mod">
          <ac:chgData name="KIRAN KUMAR GANTA" userId="04d4457b2c6f4d58" providerId="LiveId" clId="{415B0607-3D18-4380-816B-9D66A004EED0}" dt="2022-11-22T10:14:55.718" v="2080" actId="478"/>
          <ac:spMkLst>
            <pc:docMk/>
            <pc:sldMk cId="3695859695" sldId="273"/>
            <ac:spMk id="2" creationId="{94BB2080-21D0-F1DE-A9D1-FCD4990E2124}"/>
          </ac:spMkLst>
        </pc:spChg>
        <pc:spChg chg="mod">
          <ac:chgData name="KIRAN KUMAR GANTA" userId="04d4457b2c6f4d58" providerId="LiveId" clId="{415B0607-3D18-4380-816B-9D66A004EED0}" dt="2022-11-23T00:22:07.413" v="2634" actId="123"/>
          <ac:spMkLst>
            <pc:docMk/>
            <pc:sldMk cId="3695859695" sldId="273"/>
            <ac:spMk id="3" creationId="{08FB23B5-8DA9-7542-5D8E-8BA2B36C5599}"/>
          </ac:spMkLst>
        </pc:spChg>
        <pc:spChg chg="add mod">
          <ac:chgData name="KIRAN KUMAR GANTA" userId="04d4457b2c6f4d58" providerId="LiveId" clId="{415B0607-3D18-4380-816B-9D66A004EED0}" dt="2022-11-22T10:47:23.601" v="2338" actId="20577"/>
          <ac:spMkLst>
            <pc:docMk/>
            <pc:sldMk cId="3695859695" sldId="273"/>
            <ac:spMk id="4" creationId="{0386C79C-5562-CBCF-7E50-5E77E83F5C66}"/>
          </ac:spMkLst>
        </pc:spChg>
      </pc:sldChg>
      <pc:sldChg chg="delSp modSp new mod">
        <pc:chgData name="KIRAN KUMAR GANTA" userId="04d4457b2c6f4d58" providerId="LiveId" clId="{415B0607-3D18-4380-816B-9D66A004EED0}" dt="2022-11-23T00:25:42.108" v="2859" actId="123"/>
        <pc:sldMkLst>
          <pc:docMk/>
          <pc:sldMk cId="2026968352" sldId="274"/>
        </pc:sldMkLst>
        <pc:spChg chg="del mod">
          <ac:chgData name="KIRAN KUMAR GANTA" userId="04d4457b2c6f4d58" providerId="LiveId" clId="{415B0607-3D18-4380-816B-9D66A004EED0}" dt="2022-11-23T00:22:23.940" v="2637" actId="478"/>
          <ac:spMkLst>
            <pc:docMk/>
            <pc:sldMk cId="2026968352" sldId="274"/>
            <ac:spMk id="2" creationId="{150100BA-6C40-A5E0-D970-7D222207E89F}"/>
          </ac:spMkLst>
        </pc:spChg>
        <pc:spChg chg="mod">
          <ac:chgData name="KIRAN KUMAR GANTA" userId="04d4457b2c6f4d58" providerId="LiveId" clId="{415B0607-3D18-4380-816B-9D66A004EED0}" dt="2022-11-23T00:25:42.108" v="2859" actId="123"/>
          <ac:spMkLst>
            <pc:docMk/>
            <pc:sldMk cId="2026968352" sldId="274"/>
            <ac:spMk id="3" creationId="{668703F4-1813-892A-D70C-11718D503101}"/>
          </ac:spMkLst>
        </pc:spChg>
      </pc:sldChg>
      <pc:sldChg chg="delSp modSp new mod">
        <pc:chgData name="KIRAN KUMAR GANTA" userId="04d4457b2c6f4d58" providerId="LiveId" clId="{415B0607-3D18-4380-816B-9D66A004EED0}" dt="2022-11-23T00:28:56.357" v="3087" actId="123"/>
        <pc:sldMkLst>
          <pc:docMk/>
          <pc:sldMk cId="2957383491" sldId="275"/>
        </pc:sldMkLst>
        <pc:spChg chg="del mod">
          <ac:chgData name="KIRAN KUMAR GANTA" userId="04d4457b2c6f4d58" providerId="LiveId" clId="{415B0607-3D18-4380-816B-9D66A004EED0}" dt="2022-11-23T00:25:52.933" v="2862" actId="478"/>
          <ac:spMkLst>
            <pc:docMk/>
            <pc:sldMk cId="2957383491" sldId="275"/>
            <ac:spMk id="2" creationId="{6B4DC175-5F8F-02D1-67EF-989E7DD6CB0E}"/>
          </ac:spMkLst>
        </pc:spChg>
        <pc:spChg chg="mod">
          <ac:chgData name="KIRAN KUMAR GANTA" userId="04d4457b2c6f4d58" providerId="LiveId" clId="{415B0607-3D18-4380-816B-9D66A004EED0}" dt="2022-11-23T00:28:56.357" v="3087" actId="123"/>
          <ac:spMkLst>
            <pc:docMk/>
            <pc:sldMk cId="2957383491" sldId="275"/>
            <ac:spMk id="3" creationId="{9C531A27-11BB-3D0C-6631-5379D78E199B}"/>
          </ac:spMkLst>
        </pc:spChg>
      </pc:sldChg>
      <pc:sldChg chg="delSp modSp new mod">
        <pc:chgData name="KIRAN KUMAR GANTA" userId="04d4457b2c6f4d58" providerId="LiveId" clId="{415B0607-3D18-4380-816B-9D66A004EED0}" dt="2022-11-23T00:34:22.033" v="3367" actId="14100"/>
        <pc:sldMkLst>
          <pc:docMk/>
          <pc:sldMk cId="2146524995" sldId="276"/>
        </pc:sldMkLst>
        <pc:spChg chg="del">
          <ac:chgData name="KIRAN KUMAR GANTA" userId="04d4457b2c6f4d58" providerId="LiveId" clId="{415B0607-3D18-4380-816B-9D66A004EED0}" dt="2022-11-23T00:29:08.611" v="3089" actId="478"/>
          <ac:spMkLst>
            <pc:docMk/>
            <pc:sldMk cId="2146524995" sldId="276"/>
            <ac:spMk id="2" creationId="{16BE8993-1ECF-8345-24B7-572F81021BD5}"/>
          </ac:spMkLst>
        </pc:spChg>
        <pc:spChg chg="mod">
          <ac:chgData name="KIRAN KUMAR GANTA" userId="04d4457b2c6f4d58" providerId="LiveId" clId="{415B0607-3D18-4380-816B-9D66A004EED0}" dt="2022-11-23T00:34:22.033" v="3367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delSp modSp new mod">
        <pc:chgData name="KIRAN KUMAR GANTA" userId="04d4457b2c6f4d58" providerId="LiveId" clId="{415B0607-3D18-4380-816B-9D66A004EED0}" dt="2022-11-23T00:41:50.348" v="3594" actId="123"/>
        <pc:sldMkLst>
          <pc:docMk/>
          <pc:sldMk cId="1414182164" sldId="277"/>
        </pc:sldMkLst>
        <pc:spChg chg="del mod">
          <ac:chgData name="KIRAN KUMAR GANTA" userId="04d4457b2c6f4d58" providerId="LiveId" clId="{415B0607-3D18-4380-816B-9D66A004EED0}" dt="2022-11-23T00:34:40.034" v="3370" actId="478"/>
          <ac:spMkLst>
            <pc:docMk/>
            <pc:sldMk cId="1414182164" sldId="277"/>
            <ac:spMk id="2" creationId="{6251E59C-7F51-2616-1C3F-48746BCD2CA9}"/>
          </ac:spMkLst>
        </pc:spChg>
        <pc:spChg chg="mod">
          <ac:chgData name="KIRAN KUMAR GANTA" userId="04d4457b2c6f4d58" providerId="LiveId" clId="{415B0607-3D18-4380-816B-9D66A004EED0}" dt="2022-11-23T00:41:50.348" v="3594" actId="123"/>
          <ac:spMkLst>
            <pc:docMk/>
            <pc:sldMk cId="1414182164" sldId="277"/>
            <ac:spMk id="3" creationId="{BBA4833D-A393-F722-CAA9-C34A2200418A}"/>
          </ac:spMkLst>
        </pc:spChg>
      </pc:sldChg>
      <pc:sldChg chg="delSp modSp new mod">
        <pc:chgData name="KIRAN KUMAR GANTA" userId="04d4457b2c6f4d58" providerId="LiveId" clId="{415B0607-3D18-4380-816B-9D66A004EED0}" dt="2022-11-23T00:45:58.846" v="3789" actId="123"/>
        <pc:sldMkLst>
          <pc:docMk/>
          <pc:sldMk cId="3434561862" sldId="278"/>
        </pc:sldMkLst>
        <pc:spChg chg="del mod">
          <ac:chgData name="KIRAN KUMAR GANTA" userId="04d4457b2c6f4d58" providerId="LiveId" clId="{415B0607-3D18-4380-816B-9D66A004EED0}" dt="2022-11-23T00:42:01.803" v="3597" actId="478"/>
          <ac:spMkLst>
            <pc:docMk/>
            <pc:sldMk cId="3434561862" sldId="278"/>
            <ac:spMk id="2" creationId="{51FD3476-EC2A-18A1-8DFC-50FFB694F4A4}"/>
          </ac:spMkLst>
        </pc:spChg>
        <pc:spChg chg="mod">
          <ac:chgData name="KIRAN KUMAR GANTA" userId="04d4457b2c6f4d58" providerId="LiveId" clId="{415B0607-3D18-4380-816B-9D66A004EED0}" dt="2022-11-23T00:45:58.846" v="3789" actId="123"/>
          <ac:spMkLst>
            <pc:docMk/>
            <pc:sldMk cId="3434561862" sldId="278"/>
            <ac:spMk id="3" creationId="{F1CC810F-4B1C-0B6C-E977-549B0ADCCC3B}"/>
          </ac:spMkLst>
        </pc:spChg>
      </pc:sldChg>
      <pc:sldChg chg="delSp modSp new mod">
        <pc:chgData name="KIRAN KUMAR GANTA" userId="04d4457b2c6f4d58" providerId="LiveId" clId="{415B0607-3D18-4380-816B-9D66A004EED0}" dt="2022-11-23T00:48:57.612" v="3974" actId="123"/>
        <pc:sldMkLst>
          <pc:docMk/>
          <pc:sldMk cId="3425082150" sldId="279"/>
        </pc:sldMkLst>
        <pc:spChg chg="del mod">
          <ac:chgData name="KIRAN KUMAR GANTA" userId="04d4457b2c6f4d58" providerId="LiveId" clId="{415B0607-3D18-4380-816B-9D66A004EED0}" dt="2022-11-23T00:46:06.762" v="3792" actId="478"/>
          <ac:spMkLst>
            <pc:docMk/>
            <pc:sldMk cId="3425082150" sldId="279"/>
            <ac:spMk id="2" creationId="{04D80463-BE7B-ED63-7CF7-8B00AAF58365}"/>
          </ac:spMkLst>
        </pc:spChg>
        <pc:spChg chg="mod">
          <ac:chgData name="KIRAN KUMAR GANTA" userId="04d4457b2c6f4d58" providerId="LiveId" clId="{415B0607-3D18-4380-816B-9D66A004EED0}" dt="2022-11-23T00:48:57.612" v="3974" actId="123"/>
          <ac:spMkLst>
            <pc:docMk/>
            <pc:sldMk cId="3425082150" sldId="279"/>
            <ac:spMk id="3" creationId="{98EAFA4C-BD9E-0554-C08A-C8929C9E1305}"/>
          </ac:spMkLst>
        </pc:spChg>
      </pc:sldChg>
      <pc:sldChg chg="delSp modSp new mod">
        <pc:chgData name="KIRAN KUMAR GANTA" userId="04d4457b2c6f4d58" providerId="LiveId" clId="{415B0607-3D18-4380-816B-9D66A004EED0}" dt="2022-11-23T00:51:35.466" v="4163" actId="123"/>
        <pc:sldMkLst>
          <pc:docMk/>
          <pc:sldMk cId="2076612004" sldId="280"/>
        </pc:sldMkLst>
        <pc:spChg chg="del mod">
          <ac:chgData name="KIRAN KUMAR GANTA" userId="04d4457b2c6f4d58" providerId="LiveId" clId="{415B0607-3D18-4380-816B-9D66A004EED0}" dt="2022-11-23T00:49:08.086" v="3977" actId="478"/>
          <ac:spMkLst>
            <pc:docMk/>
            <pc:sldMk cId="2076612004" sldId="280"/>
            <ac:spMk id="2" creationId="{32E994F3-2019-6BB5-6074-5471C45CE759}"/>
          </ac:spMkLst>
        </pc:spChg>
        <pc:spChg chg="mod">
          <ac:chgData name="KIRAN KUMAR GANTA" userId="04d4457b2c6f4d58" providerId="LiveId" clId="{415B0607-3D18-4380-816B-9D66A004EED0}" dt="2022-11-23T00:51:35.466" v="4163" actId="123"/>
          <ac:spMkLst>
            <pc:docMk/>
            <pc:sldMk cId="2076612004" sldId="280"/>
            <ac:spMk id="3" creationId="{C9242765-0CE3-2B9A-CE0B-990E2FFC66CC}"/>
          </ac:spMkLst>
        </pc:spChg>
      </pc:sldChg>
      <pc:sldChg chg="delSp modSp new mod">
        <pc:chgData name="KIRAN KUMAR GANTA" userId="04d4457b2c6f4d58" providerId="LiveId" clId="{415B0607-3D18-4380-816B-9D66A004EED0}" dt="2022-11-23T00:55:14.908" v="4405" actId="123"/>
        <pc:sldMkLst>
          <pc:docMk/>
          <pc:sldMk cId="2711076953" sldId="281"/>
        </pc:sldMkLst>
        <pc:spChg chg="del mod">
          <ac:chgData name="KIRAN KUMAR GANTA" userId="04d4457b2c6f4d58" providerId="LiveId" clId="{415B0607-3D18-4380-816B-9D66A004EED0}" dt="2022-11-23T00:51:44.714" v="4166" actId="478"/>
          <ac:spMkLst>
            <pc:docMk/>
            <pc:sldMk cId="2711076953" sldId="281"/>
            <ac:spMk id="2" creationId="{FF2080A3-272E-BDE3-98DB-B27B0EF8FD2A}"/>
          </ac:spMkLst>
        </pc:spChg>
        <pc:spChg chg="mod">
          <ac:chgData name="KIRAN KUMAR GANTA" userId="04d4457b2c6f4d58" providerId="LiveId" clId="{415B0607-3D18-4380-816B-9D66A004EED0}" dt="2022-11-23T00:55:14.908" v="4405" actId="123"/>
          <ac:spMkLst>
            <pc:docMk/>
            <pc:sldMk cId="2711076953" sldId="281"/>
            <ac:spMk id="3" creationId="{D50209E1-216A-4AEC-B69A-024ED48ABF25}"/>
          </ac:spMkLst>
        </pc:spChg>
      </pc:sldChg>
      <pc:sldChg chg="delSp modSp new mod">
        <pc:chgData name="KIRAN KUMAR GANTA" userId="04d4457b2c6f4d58" providerId="LiveId" clId="{415B0607-3D18-4380-816B-9D66A004EED0}" dt="2022-11-23T00:58:55.957" v="4644" actId="123"/>
        <pc:sldMkLst>
          <pc:docMk/>
          <pc:sldMk cId="2851204071" sldId="282"/>
        </pc:sldMkLst>
        <pc:spChg chg="del mod">
          <ac:chgData name="KIRAN KUMAR GANTA" userId="04d4457b2c6f4d58" providerId="LiveId" clId="{415B0607-3D18-4380-816B-9D66A004EED0}" dt="2022-11-23T00:55:24.765" v="4408" actId="478"/>
          <ac:spMkLst>
            <pc:docMk/>
            <pc:sldMk cId="2851204071" sldId="282"/>
            <ac:spMk id="2" creationId="{AE04B9A2-5ECE-C2B2-E826-56D8B800CA23}"/>
          </ac:spMkLst>
        </pc:spChg>
        <pc:spChg chg="mod">
          <ac:chgData name="KIRAN KUMAR GANTA" userId="04d4457b2c6f4d58" providerId="LiveId" clId="{415B0607-3D18-4380-816B-9D66A004EED0}" dt="2022-11-23T00:58:55.957" v="4644" actId="123"/>
          <ac:spMkLst>
            <pc:docMk/>
            <pc:sldMk cId="2851204071" sldId="282"/>
            <ac:spMk id="3" creationId="{F12BD6D4-CBAA-AEA2-A98E-E5FE37EC7961}"/>
          </ac:spMkLst>
        </pc:spChg>
      </pc:sldChg>
      <pc:sldChg chg="delSp modSp new mod">
        <pc:chgData name="KIRAN KUMAR GANTA" userId="04d4457b2c6f4d58" providerId="LiveId" clId="{415B0607-3D18-4380-816B-9D66A004EED0}" dt="2022-11-23T01:04:41.489" v="4902" actId="123"/>
        <pc:sldMkLst>
          <pc:docMk/>
          <pc:sldMk cId="554223680" sldId="283"/>
        </pc:sldMkLst>
        <pc:spChg chg="del mod">
          <ac:chgData name="KIRAN KUMAR GANTA" userId="04d4457b2c6f4d58" providerId="LiveId" clId="{415B0607-3D18-4380-816B-9D66A004EED0}" dt="2022-11-23T00:59:08.369" v="4647" actId="478"/>
          <ac:spMkLst>
            <pc:docMk/>
            <pc:sldMk cId="554223680" sldId="283"/>
            <ac:spMk id="2" creationId="{196DAEF5-56C2-DB92-93AA-6780322E9EF4}"/>
          </ac:spMkLst>
        </pc:spChg>
        <pc:spChg chg="mod">
          <ac:chgData name="KIRAN KUMAR GANTA" userId="04d4457b2c6f4d58" providerId="LiveId" clId="{415B0607-3D18-4380-816B-9D66A004EED0}" dt="2022-11-23T01:04:41.489" v="4902" actId="123"/>
          <ac:spMkLst>
            <pc:docMk/>
            <pc:sldMk cId="554223680" sldId="283"/>
            <ac:spMk id="3" creationId="{07EFD1C8-9DB6-76A3-652E-782D67431108}"/>
          </ac:spMkLst>
        </pc:spChg>
      </pc:sldChg>
      <pc:sldChg chg="delSp modSp new mod">
        <pc:chgData name="KIRAN KUMAR GANTA" userId="04d4457b2c6f4d58" providerId="LiveId" clId="{415B0607-3D18-4380-816B-9D66A004EED0}" dt="2022-11-23T01:08:07.642" v="5138" actId="123"/>
        <pc:sldMkLst>
          <pc:docMk/>
          <pc:sldMk cId="3048807994" sldId="284"/>
        </pc:sldMkLst>
        <pc:spChg chg="del mod">
          <ac:chgData name="KIRAN KUMAR GANTA" userId="04d4457b2c6f4d58" providerId="LiveId" clId="{415B0607-3D18-4380-816B-9D66A004EED0}" dt="2022-11-23T01:04:50.569" v="4905" actId="478"/>
          <ac:spMkLst>
            <pc:docMk/>
            <pc:sldMk cId="3048807994" sldId="284"/>
            <ac:spMk id="2" creationId="{3EB8A20C-1B53-A039-533F-016C23B9E282}"/>
          </ac:spMkLst>
        </pc:spChg>
        <pc:spChg chg="mod">
          <ac:chgData name="KIRAN KUMAR GANTA" userId="04d4457b2c6f4d58" providerId="LiveId" clId="{415B0607-3D18-4380-816B-9D66A004EED0}" dt="2022-11-23T01:08:07.642" v="5138" actId="123"/>
          <ac:spMkLst>
            <pc:docMk/>
            <pc:sldMk cId="3048807994" sldId="284"/>
            <ac:spMk id="3" creationId="{F1A50A26-F082-840C-73DB-10EA2A889E6D}"/>
          </ac:spMkLst>
        </pc:spChg>
      </pc:sldChg>
      <pc:sldChg chg="delSp modSp new mod">
        <pc:chgData name="KIRAN KUMAR GANTA" userId="04d4457b2c6f4d58" providerId="LiveId" clId="{415B0607-3D18-4380-816B-9D66A004EED0}" dt="2022-11-23T01:13:14.652" v="5413" actId="123"/>
        <pc:sldMkLst>
          <pc:docMk/>
          <pc:sldMk cId="3989849634" sldId="285"/>
        </pc:sldMkLst>
        <pc:spChg chg="del mod">
          <ac:chgData name="KIRAN KUMAR GANTA" userId="04d4457b2c6f4d58" providerId="LiveId" clId="{415B0607-3D18-4380-816B-9D66A004EED0}" dt="2022-11-23T01:08:17.001" v="5141" actId="478"/>
          <ac:spMkLst>
            <pc:docMk/>
            <pc:sldMk cId="3989849634" sldId="285"/>
            <ac:spMk id="2" creationId="{14128927-5B53-CE8A-5136-7B4C64070892}"/>
          </ac:spMkLst>
        </pc:spChg>
        <pc:spChg chg="mod">
          <ac:chgData name="KIRAN KUMAR GANTA" userId="04d4457b2c6f4d58" providerId="LiveId" clId="{415B0607-3D18-4380-816B-9D66A004EED0}" dt="2022-11-23T01:13:14.652" v="5413" actId="123"/>
          <ac:spMkLst>
            <pc:docMk/>
            <pc:sldMk cId="3989849634" sldId="285"/>
            <ac:spMk id="3" creationId="{E585D727-34B0-2473-5288-8831680C0560}"/>
          </ac:spMkLst>
        </pc:spChg>
      </pc:sldChg>
      <pc:sldChg chg="delSp modSp new mod">
        <pc:chgData name="KIRAN KUMAR GANTA" userId="04d4457b2c6f4d58" providerId="LiveId" clId="{415B0607-3D18-4380-816B-9D66A004EED0}" dt="2022-11-23T01:20:11.285" v="5761" actId="123"/>
        <pc:sldMkLst>
          <pc:docMk/>
          <pc:sldMk cId="2385653247" sldId="286"/>
        </pc:sldMkLst>
        <pc:spChg chg="del mod">
          <ac:chgData name="KIRAN KUMAR GANTA" userId="04d4457b2c6f4d58" providerId="LiveId" clId="{415B0607-3D18-4380-816B-9D66A004EED0}" dt="2022-11-23T01:13:23.214" v="5416" actId="478"/>
          <ac:spMkLst>
            <pc:docMk/>
            <pc:sldMk cId="2385653247" sldId="286"/>
            <ac:spMk id="2" creationId="{F5D3699B-8D4A-41D8-1DB2-8CA44D85E84E}"/>
          </ac:spMkLst>
        </pc:spChg>
        <pc:spChg chg="mod">
          <ac:chgData name="KIRAN KUMAR GANTA" userId="04d4457b2c6f4d58" providerId="LiveId" clId="{415B0607-3D18-4380-816B-9D66A004EED0}" dt="2022-11-23T01:20:11.285" v="5761" actId="123"/>
          <ac:spMkLst>
            <pc:docMk/>
            <pc:sldMk cId="2385653247" sldId="286"/>
            <ac:spMk id="3" creationId="{365A3785-C94D-22E4-D230-91E8CF97454C}"/>
          </ac:spMkLst>
        </pc:spChg>
      </pc:sldChg>
      <pc:sldChg chg="delSp modSp new mod">
        <pc:chgData name="KIRAN KUMAR GANTA" userId="04d4457b2c6f4d58" providerId="LiveId" clId="{415B0607-3D18-4380-816B-9D66A004EED0}" dt="2022-11-23T01:26:34.543" v="6035" actId="20577"/>
        <pc:sldMkLst>
          <pc:docMk/>
          <pc:sldMk cId="1075459983" sldId="287"/>
        </pc:sldMkLst>
        <pc:spChg chg="del mod">
          <ac:chgData name="KIRAN KUMAR GANTA" userId="04d4457b2c6f4d58" providerId="LiveId" clId="{415B0607-3D18-4380-816B-9D66A004EED0}" dt="2022-11-23T01:20:52.199" v="5764" actId="478"/>
          <ac:spMkLst>
            <pc:docMk/>
            <pc:sldMk cId="1075459983" sldId="287"/>
            <ac:spMk id="2" creationId="{618C51CF-C869-B4C1-72A7-13CFA0C2E98F}"/>
          </ac:spMkLst>
        </pc:spChg>
        <pc:spChg chg="mod">
          <ac:chgData name="KIRAN KUMAR GANTA" userId="04d4457b2c6f4d58" providerId="LiveId" clId="{415B0607-3D18-4380-816B-9D66A004EED0}" dt="2022-11-23T01:26:34.543" v="6035" actId="20577"/>
          <ac:spMkLst>
            <pc:docMk/>
            <pc:sldMk cId="1075459983" sldId="287"/>
            <ac:spMk id="3" creationId="{67861C45-1915-7E28-1458-CDD63317952B}"/>
          </ac:spMkLst>
        </pc:spChg>
      </pc:sldChg>
      <pc:sldChg chg="delSp modSp new mod">
        <pc:chgData name="KIRAN KUMAR GANTA" userId="04d4457b2c6f4d58" providerId="LiveId" clId="{415B0607-3D18-4380-816B-9D66A004EED0}" dt="2022-12-03T13:27:18.705" v="6110" actId="20577"/>
        <pc:sldMkLst>
          <pc:docMk/>
          <pc:sldMk cId="2121323624" sldId="288"/>
        </pc:sldMkLst>
        <pc:spChg chg="del mod">
          <ac:chgData name="KIRAN KUMAR GANTA" userId="04d4457b2c6f4d58" providerId="LiveId" clId="{415B0607-3D18-4380-816B-9D66A004EED0}" dt="2022-11-23T01:26:04.018" v="6032" actId="478"/>
          <ac:spMkLst>
            <pc:docMk/>
            <pc:sldMk cId="2121323624" sldId="288"/>
            <ac:spMk id="2" creationId="{D085BAA4-022D-23C4-1CB1-74F0D72F0B4B}"/>
          </ac:spMkLst>
        </pc:spChg>
        <pc:spChg chg="mod">
          <ac:chgData name="KIRAN KUMAR GANTA" userId="04d4457b2c6f4d58" providerId="LiveId" clId="{415B0607-3D18-4380-816B-9D66A004EED0}" dt="2022-12-03T13:27:18.705" v="6110" actId="20577"/>
          <ac:spMkLst>
            <pc:docMk/>
            <pc:sldMk cId="2121323624" sldId="288"/>
            <ac:spMk id="3" creationId="{D2CB2731-D2D5-7C95-FAB3-D88A823FF975}"/>
          </ac:spMkLst>
        </pc:spChg>
      </pc:sldChg>
    </pc:docChg>
  </pc:docChgLst>
  <pc:docChgLst>
    <pc:chgData name="KIRAN KUMAR GANTA" userId="04d4457b2c6f4d58" providerId="LiveId" clId="{7732D2CA-B0F2-4067-A0C8-DF1E5A25DBD1}"/>
    <pc:docChg chg="modSld">
      <pc:chgData name="KIRAN KUMAR GANTA" userId="04d4457b2c6f4d58" providerId="LiveId" clId="{7732D2CA-B0F2-4067-A0C8-DF1E5A25DBD1}" dt="2023-02-24T17:12:34.270" v="113" actId="14100"/>
      <pc:docMkLst>
        <pc:docMk/>
      </pc:docMkLst>
      <pc:sldChg chg="modSp mod">
        <pc:chgData name="KIRAN KUMAR GANTA" userId="04d4457b2c6f4d58" providerId="LiveId" clId="{7732D2CA-B0F2-4067-A0C8-DF1E5A25DBD1}" dt="2023-02-24T17:03:12.634" v="5" actId="20577"/>
        <pc:sldMkLst>
          <pc:docMk/>
          <pc:sldMk cId="254231029" sldId="257"/>
        </pc:sldMkLst>
        <pc:spChg chg="mod">
          <ac:chgData name="KIRAN KUMAR GANTA" userId="04d4457b2c6f4d58" providerId="LiveId" clId="{7732D2CA-B0F2-4067-A0C8-DF1E5A25DBD1}" dt="2023-02-24T17:03:12.634" v="5" actId="20577"/>
          <ac:spMkLst>
            <pc:docMk/>
            <pc:sldMk cId="254231029" sldId="257"/>
            <ac:spMk id="3" creationId="{8D25DC3E-2454-8DA3-9DD3-8254F51563EE}"/>
          </ac:spMkLst>
        </pc:spChg>
      </pc:sldChg>
      <pc:sldChg chg="modSp mod">
        <pc:chgData name="KIRAN KUMAR GANTA" userId="04d4457b2c6f4d58" providerId="LiveId" clId="{7732D2CA-B0F2-4067-A0C8-DF1E5A25DBD1}" dt="2023-02-24T17:03:31.551" v="8" actId="14100"/>
        <pc:sldMkLst>
          <pc:docMk/>
          <pc:sldMk cId="692752379" sldId="258"/>
        </pc:sldMkLst>
        <pc:spChg chg="mod">
          <ac:chgData name="KIRAN KUMAR GANTA" userId="04d4457b2c6f4d58" providerId="LiveId" clId="{7732D2CA-B0F2-4067-A0C8-DF1E5A25DBD1}" dt="2023-02-24T17:03:31.551" v="8" actId="14100"/>
          <ac:spMkLst>
            <pc:docMk/>
            <pc:sldMk cId="692752379" sldId="258"/>
            <ac:spMk id="3" creationId="{69CE144C-5F01-EF62-C9C7-477277A47638}"/>
          </ac:spMkLst>
        </pc:spChg>
      </pc:sldChg>
      <pc:sldChg chg="modSp mod">
        <pc:chgData name="KIRAN KUMAR GANTA" userId="04d4457b2c6f4d58" providerId="LiveId" clId="{7732D2CA-B0F2-4067-A0C8-DF1E5A25DBD1}" dt="2023-02-24T17:03:46.565" v="11" actId="14100"/>
        <pc:sldMkLst>
          <pc:docMk/>
          <pc:sldMk cId="2745039445" sldId="259"/>
        </pc:sldMkLst>
        <pc:spChg chg="mod">
          <ac:chgData name="KIRAN KUMAR GANTA" userId="04d4457b2c6f4d58" providerId="LiveId" clId="{7732D2CA-B0F2-4067-A0C8-DF1E5A25DBD1}" dt="2023-02-24T17:03:46.565" v="11" actId="14100"/>
          <ac:spMkLst>
            <pc:docMk/>
            <pc:sldMk cId="2745039445" sldId="259"/>
            <ac:spMk id="3" creationId="{3F7F7275-821A-7B23-BE3E-B9410147340D}"/>
          </ac:spMkLst>
        </pc:spChg>
      </pc:sldChg>
      <pc:sldChg chg="modSp mod">
        <pc:chgData name="KIRAN KUMAR GANTA" userId="04d4457b2c6f4d58" providerId="LiveId" clId="{7732D2CA-B0F2-4067-A0C8-DF1E5A25DBD1}" dt="2023-02-24T17:04:02.466" v="14" actId="14100"/>
        <pc:sldMkLst>
          <pc:docMk/>
          <pc:sldMk cId="3259336835" sldId="260"/>
        </pc:sldMkLst>
        <pc:spChg chg="mod">
          <ac:chgData name="KIRAN KUMAR GANTA" userId="04d4457b2c6f4d58" providerId="LiveId" clId="{7732D2CA-B0F2-4067-A0C8-DF1E5A25DBD1}" dt="2023-02-24T17:04:02.466" v="14" actId="14100"/>
          <ac:spMkLst>
            <pc:docMk/>
            <pc:sldMk cId="3259336835" sldId="260"/>
            <ac:spMk id="3" creationId="{BD0CAEFC-D594-A38A-CE5E-25A0316665E1}"/>
          </ac:spMkLst>
        </pc:spChg>
      </pc:sldChg>
      <pc:sldChg chg="modSp mod">
        <pc:chgData name="KIRAN KUMAR GANTA" userId="04d4457b2c6f4d58" providerId="LiveId" clId="{7732D2CA-B0F2-4067-A0C8-DF1E5A25DBD1}" dt="2023-02-24T17:04:16.622" v="17" actId="14100"/>
        <pc:sldMkLst>
          <pc:docMk/>
          <pc:sldMk cId="3231654361" sldId="261"/>
        </pc:sldMkLst>
        <pc:spChg chg="mod">
          <ac:chgData name="KIRAN KUMAR GANTA" userId="04d4457b2c6f4d58" providerId="LiveId" clId="{7732D2CA-B0F2-4067-A0C8-DF1E5A25DBD1}" dt="2023-02-24T17:04:16.622" v="17" actId="14100"/>
          <ac:spMkLst>
            <pc:docMk/>
            <pc:sldMk cId="3231654361" sldId="261"/>
            <ac:spMk id="3" creationId="{0A237550-1DE1-9F96-6294-BBF931B4F42B}"/>
          </ac:spMkLst>
        </pc:spChg>
      </pc:sldChg>
      <pc:sldChg chg="modSp mod">
        <pc:chgData name="KIRAN KUMAR GANTA" userId="04d4457b2c6f4d58" providerId="LiveId" clId="{7732D2CA-B0F2-4067-A0C8-DF1E5A25DBD1}" dt="2023-02-24T17:04:30.103" v="20" actId="14100"/>
        <pc:sldMkLst>
          <pc:docMk/>
          <pc:sldMk cId="2471644895" sldId="262"/>
        </pc:sldMkLst>
        <pc:spChg chg="mod">
          <ac:chgData name="KIRAN KUMAR GANTA" userId="04d4457b2c6f4d58" providerId="LiveId" clId="{7732D2CA-B0F2-4067-A0C8-DF1E5A25DBD1}" dt="2023-02-24T17:04:30.103" v="20" actId="14100"/>
          <ac:spMkLst>
            <pc:docMk/>
            <pc:sldMk cId="2471644895" sldId="262"/>
            <ac:spMk id="3" creationId="{ED5E6109-DE52-D3E6-2B6D-0F9DD5E9BD64}"/>
          </ac:spMkLst>
        </pc:spChg>
      </pc:sldChg>
      <pc:sldChg chg="modSp mod">
        <pc:chgData name="KIRAN KUMAR GANTA" userId="04d4457b2c6f4d58" providerId="LiveId" clId="{7732D2CA-B0F2-4067-A0C8-DF1E5A25DBD1}" dt="2023-02-24T17:04:43.647" v="23" actId="14100"/>
        <pc:sldMkLst>
          <pc:docMk/>
          <pc:sldMk cId="3406206606" sldId="263"/>
        </pc:sldMkLst>
        <pc:spChg chg="mod">
          <ac:chgData name="KIRAN KUMAR GANTA" userId="04d4457b2c6f4d58" providerId="LiveId" clId="{7732D2CA-B0F2-4067-A0C8-DF1E5A25DBD1}" dt="2023-02-24T17:04:43.647" v="23" actId="14100"/>
          <ac:spMkLst>
            <pc:docMk/>
            <pc:sldMk cId="3406206606" sldId="263"/>
            <ac:spMk id="3" creationId="{83435682-F3C7-456E-8725-FBF18D75BED0}"/>
          </ac:spMkLst>
        </pc:spChg>
      </pc:sldChg>
      <pc:sldChg chg="modSp mod">
        <pc:chgData name="KIRAN KUMAR GANTA" userId="04d4457b2c6f4d58" providerId="LiveId" clId="{7732D2CA-B0F2-4067-A0C8-DF1E5A25DBD1}" dt="2023-02-24T17:04:59.908" v="26" actId="14100"/>
        <pc:sldMkLst>
          <pc:docMk/>
          <pc:sldMk cId="2366335118" sldId="264"/>
        </pc:sldMkLst>
        <pc:spChg chg="mod">
          <ac:chgData name="KIRAN KUMAR GANTA" userId="04d4457b2c6f4d58" providerId="LiveId" clId="{7732D2CA-B0F2-4067-A0C8-DF1E5A25DBD1}" dt="2023-02-24T17:04:59.908" v="26" actId="14100"/>
          <ac:spMkLst>
            <pc:docMk/>
            <pc:sldMk cId="2366335118" sldId="264"/>
            <ac:spMk id="3" creationId="{12232249-F00A-336E-BF6A-27A16CE2F241}"/>
          </ac:spMkLst>
        </pc:spChg>
      </pc:sldChg>
      <pc:sldChg chg="modSp mod">
        <pc:chgData name="KIRAN KUMAR GANTA" userId="04d4457b2c6f4d58" providerId="LiveId" clId="{7732D2CA-B0F2-4067-A0C8-DF1E5A25DBD1}" dt="2023-02-24T17:05:19.355" v="30" actId="14100"/>
        <pc:sldMkLst>
          <pc:docMk/>
          <pc:sldMk cId="3726046492" sldId="265"/>
        </pc:sldMkLst>
        <pc:spChg chg="mod">
          <ac:chgData name="KIRAN KUMAR GANTA" userId="04d4457b2c6f4d58" providerId="LiveId" clId="{7732D2CA-B0F2-4067-A0C8-DF1E5A25DBD1}" dt="2023-02-24T17:05:19.355" v="30" actId="14100"/>
          <ac:spMkLst>
            <pc:docMk/>
            <pc:sldMk cId="3726046492" sldId="265"/>
            <ac:spMk id="3" creationId="{9F32EDFA-9473-79EE-0F35-48D6FE17308F}"/>
          </ac:spMkLst>
        </pc:spChg>
      </pc:sldChg>
      <pc:sldChg chg="modSp mod">
        <pc:chgData name="KIRAN KUMAR GANTA" userId="04d4457b2c6f4d58" providerId="LiveId" clId="{7732D2CA-B0F2-4067-A0C8-DF1E5A25DBD1}" dt="2023-02-24T17:05:39.297" v="34" actId="14100"/>
        <pc:sldMkLst>
          <pc:docMk/>
          <pc:sldMk cId="1208186571" sldId="266"/>
        </pc:sldMkLst>
        <pc:spChg chg="mod">
          <ac:chgData name="KIRAN KUMAR GANTA" userId="04d4457b2c6f4d58" providerId="LiveId" clId="{7732D2CA-B0F2-4067-A0C8-DF1E5A25DBD1}" dt="2023-02-24T17:05:39.297" v="34" actId="14100"/>
          <ac:spMkLst>
            <pc:docMk/>
            <pc:sldMk cId="1208186571" sldId="266"/>
            <ac:spMk id="3" creationId="{F1C208E4-8FE0-3F9B-F449-7A80C294134C}"/>
          </ac:spMkLst>
        </pc:spChg>
      </pc:sldChg>
      <pc:sldChg chg="modSp mod">
        <pc:chgData name="KIRAN KUMAR GANTA" userId="04d4457b2c6f4d58" providerId="LiveId" clId="{7732D2CA-B0F2-4067-A0C8-DF1E5A25DBD1}" dt="2023-02-24T17:05:59.654" v="37" actId="14100"/>
        <pc:sldMkLst>
          <pc:docMk/>
          <pc:sldMk cId="1105230622" sldId="267"/>
        </pc:sldMkLst>
        <pc:spChg chg="mod">
          <ac:chgData name="KIRAN KUMAR GANTA" userId="04d4457b2c6f4d58" providerId="LiveId" clId="{7732D2CA-B0F2-4067-A0C8-DF1E5A25DBD1}" dt="2023-02-24T17:05:59.654" v="37" actId="14100"/>
          <ac:spMkLst>
            <pc:docMk/>
            <pc:sldMk cId="1105230622" sldId="267"/>
            <ac:spMk id="3" creationId="{4FE0DC40-B0EA-D63B-E4B6-70164DE9D2E3}"/>
          </ac:spMkLst>
        </pc:spChg>
      </pc:sldChg>
      <pc:sldChg chg="modSp mod">
        <pc:chgData name="KIRAN KUMAR GANTA" userId="04d4457b2c6f4d58" providerId="LiveId" clId="{7732D2CA-B0F2-4067-A0C8-DF1E5A25DBD1}" dt="2023-02-24T17:06:15.554" v="40" actId="14100"/>
        <pc:sldMkLst>
          <pc:docMk/>
          <pc:sldMk cId="921741312" sldId="268"/>
        </pc:sldMkLst>
        <pc:spChg chg="mod">
          <ac:chgData name="KIRAN KUMAR GANTA" userId="04d4457b2c6f4d58" providerId="LiveId" clId="{7732D2CA-B0F2-4067-A0C8-DF1E5A25DBD1}" dt="2023-02-24T17:06:15.554" v="40" actId="14100"/>
          <ac:spMkLst>
            <pc:docMk/>
            <pc:sldMk cId="921741312" sldId="268"/>
            <ac:spMk id="3" creationId="{837DD3FD-F0EB-8CF6-8476-A685D9C43EF1}"/>
          </ac:spMkLst>
        </pc:spChg>
      </pc:sldChg>
      <pc:sldChg chg="modSp mod">
        <pc:chgData name="KIRAN KUMAR GANTA" userId="04d4457b2c6f4d58" providerId="LiveId" clId="{7732D2CA-B0F2-4067-A0C8-DF1E5A25DBD1}" dt="2023-02-24T17:06:38.871" v="43" actId="14100"/>
        <pc:sldMkLst>
          <pc:docMk/>
          <pc:sldMk cId="3188229740" sldId="269"/>
        </pc:sldMkLst>
        <pc:spChg chg="mod">
          <ac:chgData name="KIRAN KUMAR GANTA" userId="04d4457b2c6f4d58" providerId="LiveId" clId="{7732D2CA-B0F2-4067-A0C8-DF1E5A25DBD1}" dt="2023-02-24T17:06:38.871" v="43" actId="14100"/>
          <ac:spMkLst>
            <pc:docMk/>
            <pc:sldMk cId="3188229740" sldId="269"/>
            <ac:spMk id="3" creationId="{4D6EDC61-D907-181C-909A-F0EF15A8407C}"/>
          </ac:spMkLst>
        </pc:spChg>
      </pc:sldChg>
      <pc:sldChg chg="modSp mod">
        <pc:chgData name="KIRAN KUMAR GANTA" userId="04d4457b2c6f4d58" providerId="LiveId" clId="{7732D2CA-B0F2-4067-A0C8-DF1E5A25DBD1}" dt="2023-02-24T17:06:54.493" v="46" actId="14100"/>
        <pc:sldMkLst>
          <pc:docMk/>
          <pc:sldMk cId="1343770880" sldId="270"/>
        </pc:sldMkLst>
        <pc:spChg chg="mod">
          <ac:chgData name="KIRAN KUMAR GANTA" userId="04d4457b2c6f4d58" providerId="LiveId" clId="{7732D2CA-B0F2-4067-A0C8-DF1E5A25DBD1}" dt="2023-02-24T17:06:54.493" v="46" actId="14100"/>
          <ac:spMkLst>
            <pc:docMk/>
            <pc:sldMk cId="1343770880" sldId="270"/>
            <ac:spMk id="3" creationId="{1FEB0B71-DE53-634B-274E-6F27A9B49692}"/>
          </ac:spMkLst>
        </pc:spChg>
      </pc:sldChg>
      <pc:sldChg chg="modSp mod">
        <pc:chgData name="KIRAN KUMAR GANTA" userId="04d4457b2c6f4d58" providerId="LiveId" clId="{7732D2CA-B0F2-4067-A0C8-DF1E5A25DBD1}" dt="2023-02-24T17:07:10.669" v="49" actId="14100"/>
        <pc:sldMkLst>
          <pc:docMk/>
          <pc:sldMk cId="2758500736" sldId="271"/>
        </pc:sldMkLst>
        <pc:spChg chg="mod">
          <ac:chgData name="KIRAN KUMAR GANTA" userId="04d4457b2c6f4d58" providerId="LiveId" clId="{7732D2CA-B0F2-4067-A0C8-DF1E5A25DBD1}" dt="2023-02-24T17:07:10.669" v="49" actId="14100"/>
          <ac:spMkLst>
            <pc:docMk/>
            <pc:sldMk cId="2758500736" sldId="271"/>
            <ac:spMk id="3" creationId="{84B8E209-D197-54D2-FA90-614220DCAA3C}"/>
          </ac:spMkLst>
        </pc:spChg>
      </pc:sldChg>
      <pc:sldChg chg="modSp mod">
        <pc:chgData name="KIRAN KUMAR GANTA" userId="04d4457b2c6f4d58" providerId="LiveId" clId="{7732D2CA-B0F2-4067-A0C8-DF1E5A25DBD1}" dt="2023-02-24T17:07:27.253" v="52" actId="14100"/>
        <pc:sldMkLst>
          <pc:docMk/>
          <pc:sldMk cId="3653190127" sldId="272"/>
        </pc:sldMkLst>
        <pc:spChg chg="mod">
          <ac:chgData name="KIRAN KUMAR GANTA" userId="04d4457b2c6f4d58" providerId="LiveId" clId="{7732D2CA-B0F2-4067-A0C8-DF1E5A25DBD1}" dt="2023-02-24T17:07:27.253" v="52" actId="14100"/>
          <ac:spMkLst>
            <pc:docMk/>
            <pc:sldMk cId="3653190127" sldId="272"/>
            <ac:spMk id="3" creationId="{506F231C-6208-F025-E6AF-A625BE35EB83}"/>
          </ac:spMkLst>
        </pc:spChg>
      </pc:sldChg>
      <pc:sldChg chg="modSp mod">
        <pc:chgData name="KIRAN KUMAR GANTA" userId="04d4457b2c6f4d58" providerId="LiveId" clId="{7732D2CA-B0F2-4067-A0C8-DF1E5A25DBD1}" dt="2023-02-24T17:07:49.071" v="56" actId="14100"/>
        <pc:sldMkLst>
          <pc:docMk/>
          <pc:sldMk cId="3695859695" sldId="273"/>
        </pc:sldMkLst>
        <pc:spChg chg="mod">
          <ac:chgData name="KIRAN KUMAR GANTA" userId="04d4457b2c6f4d58" providerId="LiveId" clId="{7732D2CA-B0F2-4067-A0C8-DF1E5A25DBD1}" dt="2023-02-24T17:07:49.071" v="56" actId="14100"/>
          <ac:spMkLst>
            <pc:docMk/>
            <pc:sldMk cId="3695859695" sldId="273"/>
            <ac:spMk id="3" creationId="{08FB23B5-8DA9-7542-5D8E-8BA2B36C5599}"/>
          </ac:spMkLst>
        </pc:spChg>
      </pc:sldChg>
      <pc:sldChg chg="modSp mod">
        <pc:chgData name="KIRAN KUMAR GANTA" userId="04d4457b2c6f4d58" providerId="LiveId" clId="{7732D2CA-B0F2-4067-A0C8-DF1E5A25DBD1}" dt="2023-02-24T17:08:11.762" v="60" actId="14100"/>
        <pc:sldMkLst>
          <pc:docMk/>
          <pc:sldMk cId="2026968352" sldId="274"/>
        </pc:sldMkLst>
        <pc:spChg chg="mod">
          <ac:chgData name="KIRAN KUMAR GANTA" userId="04d4457b2c6f4d58" providerId="LiveId" clId="{7732D2CA-B0F2-4067-A0C8-DF1E5A25DBD1}" dt="2023-02-24T17:08:11.762" v="60" actId="14100"/>
          <ac:spMkLst>
            <pc:docMk/>
            <pc:sldMk cId="2026968352" sldId="274"/>
            <ac:spMk id="3" creationId="{668703F4-1813-892A-D70C-11718D503101}"/>
          </ac:spMkLst>
        </pc:spChg>
      </pc:sldChg>
      <pc:sldChg chg="modSp mod">
        <pc:chgData name="KIRAN KUMAR GANTA" userId="04d4457b2c6f4d58" providerId="LiveId" clId="{7732D2CA-B0F2-4067-A0C8-DF1E5A25DBD1}" dt="2023-02-24T17:08:29.604" v="64" actId="14100"/>
        <pc:sldMkLst>
          <pc:docMk/>
          <pc:sldMk cId="2957383491" sldId="275"/>
        </pc:sldMkLst>
        <pc:spChg chg="mod">
          <ac:chgData name="KIRAN KUMAR GANTA" userId="04d4457b2c6f4d58" providerId="LiveId" clId="{7732D2CA-B0F2-4067-A0C8-DF1E5A25DBD1}" dt="2023-02-24T17:08:29.604" v="64" actId="14100"/>
          <ac:spMkLst>
            <pc:docMk/>
            <pc:sldMk cId="2957383491" sldId="275"/>
            <ac:spMk id="3" creationId="{9C531A27-11BB-3D0C-6631-5379D78E199B}"/>
          </ac:spMkLst>
        </pc:spChg>
      </pc:sldChg>
      <pc:sldChg chg="modSp mod">
        <pc:chgData name="KIRAN KUMAR GANTA" userId="04d4457b2c6f4d58" providerId="LiveId" clId="{7732D2CA-B0F2-4067-A0C8-DF1E5A25DBD1}" dt="2023-02-24T17:08:47.273" v="68" actId="14100"/>
        <pc:sldMkLst>
          <pc:docMk/>
          <pc:sldMk cId="2146524995" sldId="276"/>
        </pc:sldMkLst>
        <pc:spChg chg="mod">
          <ac:chgData name="KIRAN KUMAR GANTA" userId="04d4457b2c6f4d58" providerId="LiveId" clId="{7732D2CA-B0F2-4067-A0C8-DF1E5A25DBD1}" dt="2023-02-24T17:08:47.273" v="68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modSp mod">
        <pc:chgData name="KIRAN KUMAR GANTA" userId="04d4457b2c6f4d58" providerId="LiveId" clId="{7732D2CA-B0F2-4067-A0C8-DF1E5A25DBD1}" dt="2023-02-24T17:09:06.537" v="72" actId="14100"/>
        <pc:sldMkLst>
          <pc:docMk/>
          <pc:sldMk cId="1414182164" sldId="277"/>
        </pc:sldMkLst>
        <pc:spChg chg="mod">
          <ac:chgData name="KIRAN KUMAR GANTA" userId="04d4457b2c6f4d58" providerId="LiveId" clId="{7732D2CA-B0F2-4067-A0C8-DF1E5A25DBD1}" dt="2023-02-24T17:09:06.537" v="72" actId="14100"/>
          <ac:spMkLst>
            <pc:docMk/>
            <pc:sldMk cId="1414182164" sldId="277"/>
            <ac:spMk id="3" creationId="{BBA4833D-A393-F722-CAA9-C34A2200418A}"/>
          </ac:spMkLst>
        </pc:spChg>
      </pc:sldChg>
      <pc:sldChg chg="modSp mod">
        <pc:chgData name="KIRAN KUMAR GANTA" userId="04d4457b2c6f4d58" providerId="LiveId" clId="{7732D2CA-B0F2-4067-A0C8-DF1E5A25DBD1}" dt="2023-02-24T17:09:32.334" v="76" actId="14100"/>
        <pc:sldMkLst>
          <pc:docMk/>
          <pc:sldMk cId="3434561862" sldId="278"/>
        </pc:sldMkLst>
        <pc:spChg chg="mod">
          <ac:chgData name="KIRAN KUMAR GANTA" userId="04d4457b2c6f4d58" providerId="LiveId" clId="{7732D2CA-B0F2-4067-A0C8-DF1E5A25DBD1}" dt="2023-02-24T17:09:32.334" v="76" actId="14100"/>
          <ac:spMkLst>
            <pc:docMk/>
            <pc:sldMk cId="3434561862" sldId="278"/>
            <ac:spMk id="3" creationId="{F1CC810F-4B1C-0B6C-E977-549B0ADCCC3B}"/>
          </ac:spMkLst>
        </pc:spChg>
      </pc:sldChg>
      <pc:sldChg chg="modSp mod">
        <pc:chgData name="KIRAN KUMAR GANTA" userId="04d4457b2c6f4d58" providerId="LiveId" clId="{7732D2CA-B0F2-4067-A0C8-DF1E5A25DBD1}" dt="2023-02-24T17:09:48.758" v="80" actId="14100"/>
        <pc:sldMkLst>
          <pc:docMk/>
          <pc:sldMk cId="3425082150" sldId="279"/>
        </pc:sldMkLst>
        <pc:spChg chg="mod">
          <ac:chgData name="KIRAN KUMAR GANTA" userId="04d4457b2c6f4d58" providerId="LiveId" clId="{7732D2CA-B0F2-4067-A0C8-DF1E5A25DBD1}" dt="2023-02-24T17:09:48.758" v="80" actId="14100"/>
          <ac:spMkLst>
            <pc:docMk/>
            <pc:sldMk cId="3425082150" sldId="279"/>
            <ac:spMk id="3" creationId="{98EAFA4C-BD9E-0554-C08A-C8929C9E1305}"/>
          </ac:spMkLst>
        </pc:spChg>
      </pc:sldChg>
      <pc:sldChg chg="modSp mod">
        <pc:chgData name="KIRAN KUMAR GANTA" userId="04d4457b2c6f4d58" providerId="LiveId" clId="{7732D2CA-B0F2-4067-A0C8-DF1E5A25DBD1}" dt="2023-02-24T17:10:06.144" v="84" actId="14100"/>
        <pc:sldMkLst>
          <pc:docMk/>
          <pc:sldMk cId="2076612004" sldId="280"/>
        </pc:sldMkLst>
        <pc:spChg chg="mod">
          <ac:chgData name="KIRAN KUMAR GANTA" userId="04d4457b2c6f4d58" providerId="LiveId" clId="{7732D2CA-B0F2-4067-A0C8-DF1E5A25DBD1}" dt="2023-02-24T17:10:06.144" v="84" actId="14100"/>
          <ac:spMkLst>
            <pc:docMk/>
            <pc:sldMk cId="2076612004" sldId="280"/>
            <ac:spMk id="3" creationId="{C9242765-0CE3-2B9A-CE0B-990E2FFC66CC}"/>
          </ac:spMkLst>
        </pc:spChg>
      </pc:sldChg>
      <pc:sldChg chg="modSp mod">
        <pc:chgData name="KIRAN KUMAR GANTA" userId="04d4457b2c6f4d58" providerId="LiveId" clId="{7732D2CA-B0F2-4067-A0C8-DF1E5A25DBD1}" dt="2023-02-24T17:10:30.935" v="89" actId="14100"/>
        <pc:sldMkLst>
          <pc:docMk/>
          <pc:sldMk cId="2711076953" sldId="281"/>
        </pc:sldMkLst>
        <pc:spChg chg="mod">
          <ac:chgData name="KIRAN KUMAR GANTA" userId="04d4457b2c6f4d58" providerId="LiveId" clId="{7732D2CA-B0F2-4067-A0C8-DF1E5A25DBD1}" dt="2023-02-24T17:10:30.935" v="89" actId="14100"/>
          <ac:spMkLst>
            <pc:docMk/>
            <pc:sldMk cId="2711076953" sldId="281"/>
            <ac:spMk id="3" creationId="{D50209E1-216A-4AEC-B69A-024ED48ABF25}"/>
          </ac:spMkLst>
        </pc:spChg>
      </pc:sldChg>
      <pc:sldChg chg="modSp mod">
        <pc:chgData name="KIRAN KUMAR GANTA" userId="04d4457b2c6f4d58" providerId="LiveId" clId="{7732D2CA-B0F2-4067-A0C8-DF1E5A25DBD1}" dt="2023-02-24T17:10:48.382" v="93" actId="14100"/>
        <pc:sldMkLst>
          <pc:docMk/>
          <pc:sldMk cId="2851204071" sldId="282"/>
        </pc:sldMkLst>
        <pc:spChg chg="mod">
          <ac:chgData name="KIRAN KUMAR GANTA" userId="04d4457b2c6f4d58" providerId="LiveId" clId="{7732D2CA-B0F2-4067-A0C8-DF1E5A25DBD1}" dt="2023-02-24T17:10:48.382" v="93" actId="14100"/>
          <ac:spMkLst>
            <pc:docMk/>
            <pc:sldMk cId="2851204071" sldId="282"/>
            <ac:spMk id="3" creationId="{F12BD6D4-CBAA-AEA2-A98E-E5FE37EC7961}"/>
          </ac:spMkLst>
        </pc:spChg>
      </pc:sldChg>
      <pc:sldChg chg="modSp mod">
        <pc:chgData name="KIRAN KUMAR GANTA" userId="04d4457b2c6f4d58" providerId="LiveId" clId="{7732D2CA-B0F2-4067-A0C8-DF1E5A25DBD1}" dt="2023-02-24T17:11:15.358" v="97" actId="14100"/>
        <pc:sldMkLst>
          <pc:docMk/>
          <pc:sldMk cId="554223680" sldId="283"/>
        </pc:sldMkLst>
        <pc:spChg chg="mod">
          <ac:chgData name="KIRAN KUMAR GANTA" userId="04d4457b2c6f4d58" providerId="LiveId" clId="{7732D2CA-B0F2-4067-A0C8-DF1E5A25DBD1}" dt="2023-02-24T17:11:15.358" v="97" actId="14100"/>
          <ac:spMkLst>
            <pc:docMk/>
            <pc:sldMk cId="554223680" sldId="283"/>
            <ac:spMk id="3" creationId="{07EFD1C8-9DB6-76A3-652E-782D67431108}"/>
          </ac:spMkLst>
        </pc:spChg>
      </pc:sldChg>
      <pc:sldChg chg="modSp mod">
        <pc:chgData name="KIRAN KUMAR GANTA" userId="04d4457b2c6f4d58" providerId="LiveId" clId="{7732D2CA-B0F2-4067-A0C8-DF1E5A25DBD1}" dt="2023-02-24T17:11:35.047" v="101" actId="14100"/>
        <pc:sldMkLst>
          <pc:docMk/>
          <pc:sldMk cId="3048807994" sldId="284"/>
        </pc:sldMkLst>
        <pc:spChg chg="mod">
          <ac:chgData name="KIRAN KUMAR GANTA" userId="04d4457b2c6f4d58" providerId="LiveId" clId="{7732D2CA-B0F2-4067-A0C8-DF1E5A25DBD1}" dt="2023-02-24T17:11:35.047" v="101" actId="14100"/>
          <ac:spMkLst>
            <pc:docMk/>
            <pc:sldMk cId="3048807994" sldId="284"/>
            <ac:spMk id="3" creationId="{F1A50A26-F082-840C-73DB-10EA2A889E6D}"/>
          </ac:spMkLst>
        </pc:spChg>
      </pc:sldChg>
      <pc:sldChg chg="modSp mod">
        <pc:chgData name="KIRAN KUMAR GANTA" userId="04d4457b2c6f4d58" providerId="LiveId" clId="{7732D2CA-B0F2-4067-A0C8-DF1E5A25DBD1}" dt="2023-02-24T17:11:55.034" v="105" actId="14100"/>
        <pc:sldMkLst>
          <pc:docMk/>
          <pc:sldMk cId="3989849634" sldId="285"/>
        </pc:sldMkLst>
        <pc:spChg chg="mod">
          <ac:chgData name="KIRAN KUMAR GANTA" userId="04d4457b2c6f4d58" providerId="LiveId" clId="{7732D2CA-B0F2-4067-A0C8-DF1E5A25DBD1}" dt="2023-02-24T17:11:55.034" v="105" actId="14100"/>
          <ac:spMkLst>
            <pc:docMk/>
            <pc:sldMk cId="3989849634" sldId="285"/>
            <ac:spMk id="3" creationId="{E585D727-34B0-2473-5288-8831680C0560}"/>
          </ac:spMkLst>
        </pc:spChg>
      </pc:sldChg>
      <pc:sldChg chg="modSp mod">
        <pc:chgData name="KIRAN KUMAR GANTA" userId="04d4457b2c6f4d58" providerId="LiveId" clId="{7732D2CA-B0F2-4067-A0C8-DF1E5A25DBD1}" dt="2023-02-24T17:12:13.890" v="109" actId="14100"/>
        <pc:sldMkLst>
          <pc:docMk/>
          <pc:sldMk cId="2385653247" sldId="286"/>
        </pc:sldMkLst>
        <pc:spChg chg="mod">
          <ac:chgData name="KIRAN KUMAR GANTA" userId="04d4457b2c6f4d58" providerId="LiveId" clId="{7732D2CA-B0F2-4067-A0C8-DF1E5A25DBD1}" dt="2023-02-24T17:12:13.890" v="109" actId="14100"/>
          <ac:spMkLst>
            <pc:docMk/>
            <pc:sldMk cId="2385653247" sldId="286"/>
            <ac:spMk id="3" creationId="{365A3785-C94D-22E4-D230-91E8CF97454C}"/>
          </ac:spMkLst>
        </pc:spChg>
      </pc:sldChg>
      <pc:sldChg chg="modSp mod">
        <pc:chgData name="KIRAN KUMAR GANTA" userId="04d4457b2c6f4d58" providerId="LiveId" clId="{7732D2CA-B0F2-4067-A0C8-DF1E5A25DBD1}" dt="2023-02-24T17:12:34.270" v="113" actId="14100"/>
        <pc:sldMkLst>
          <pc:docMk/>
          <pc:sldMk cId="1075459983" sldId="287"/>
        </pc:sldMkLst>
        <pc:spChg chg="mod">
          <ac:chgData name="KIRAN KUMAR GANTA" userId="04d4457b2c6f4d58" providerId="LiveId" clId="{7732D2CA-B0F2-4067-A0C8-DF1E5A25DBD1}" dt="2023-02-24T17:12:34.270" v="113" actId="14100"/>
          <ac:spMkLst>
            <pc:docMk/>
            <pc:sldMk cId="1075459983" sldId="287"/>
            <ac:spMk id="3" creationId="{67861C45-1915-7E28-1458-CDD6331795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99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9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543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27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63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1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08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7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80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5351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4571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89784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7750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190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2613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86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216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1925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C092-3A46-12DB-F659-F4B3D1ADA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1096176"/>
            <a:ext cx="7670800" cy="3329581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IN" sz="3200" b="1" i="1" dirty="0">
                <a:latin typeface="Bookman Old Style" pitchFamily="18" charset="0"/>
              </a:rPr>
              <a:t>                         Permutation </a:t>
            </a:r>
            <a:br>
              <a:rPr lang="en-IN" sz="3200" b="1" i="1" dirty="0">
                <a:latin typeface="Bookman Old Style" pitchFamily="18" charset="0"/>
              </a:rPr>
            </a:br>
            <a:r>
              <a:rPr lang="en-IN" sz="3200" b="1" i="1" dirty="0">
                <a:latin typeface="Bookman Old Style" pitchFamily="18" charset="0"/>
              </a:rPr>
              <a:t>                                 &amp; </a:t>
            </a:r>
            <a:br>
              <a:rPr lang="en-IN" sz="3200" b="1" i="1" dirty="0">
                <a:latin typeface="Bookman Old Style" pitchFamily="18" charset="0"/>
              </a:rPr>
            </a:br>
            <a:r>
              <a:rPr lang="en-IN" sz="3200" b="1" i="1" dirty="0">
                <a:latin typeface="Bookman Old Style" pitchFamily="18" charset="0"/>
              </a:rPr>
              <a:t>                         Combination</a:t>
            </a:r>
            <a:br>
              <a:rPr lang="en-IN" sz="3200" b="1" i="1" dirty="0">
                <a:latin typeface="Bookman Old Style" pitchFamily="18" charset="0"/>
              </a:rPr>
            </a:br>
            <a:endParaRPr lang="en-IN" sz="3200" b="1" i="1" dirty="0">
              <a:latin typeface="Bookman Old Style" pitchFamily="18" charset="0"/>
            </a:endParaRPr>
          </a:p>
        </p:txBody>
      </p:sp>
      <p:pic>
        <p:nvPicPr>
          <p:cNvPr id="6" name="Picture 5" descr="A yellow and blue sign with words">
            <a:extLst>
              <a:ext uri="{FF2B5EF4-FFF2-40B4-BE49-F238E27FC236}">
                <a16:creationId xmlns:a16="http://schemas.microsoft.com/office/drawing/2014/main" id="{76785812-289B-258C-4290-05BACF70C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0476E25-5DC7-8A32-2B9F-855782843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17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BA1390C-20D1-56C7-4055-19F612100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5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DC3E-2454-8DA3-9DD3-8254F515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224" y="433752"/>
            <a:ext cx="9686456" cy="48220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1.How many four digit numbers can be formed with the digits 2, 3, 4,7.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(i)With repetition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20     b. 236      c. 256    d. 64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(ii) Without repetition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24       b. 36      c. 48     d.64</a:t>
            </a:r>
          </a:p>
          <a:p>
            <a:pPr marL="571500" indent="-571500" algn="just">
              <a:lnSpc>
                <a:spcPct val="150000"/>
              </a:lnSpc>
              <a:buAutoNum type="romanLcParenBoth"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1C8E1B1-E0AC-A9DA-8370-C6EF24876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144C-5F01-EF62-C9C7-477277A4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63" y="382230"/>
            <a:ext cx="9758018" cy="50167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2. How many 5 digit numbers can be formed with the digits 2,4,5,6,7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(i)With repetition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a.625        b. 125     c. 3125      d. 3375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(ii) Without repetition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625       b. 120      c. 24     d. 125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6981A75-01BC-E6AB-09A9-E768F457A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5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275-821A-7B23-BE3E-B9410147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84" y="262880"/>
            <a:ext cx="9785116" cy="567674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3. How many four digit numbers can be formed with the digits 2,4,8,9,1 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(i)With repetition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a.125     b. 625     c. 3125     d. 64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(ii) Without repetition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125      b. 24    c. 120     d. 160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BF197310-3B31-DA36-C705-BF63F3617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3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CAEFC-D594-A38A-CE5E-25A031666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199" y="446814"/>
            <a:ext cx="9966312" cy="474538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4. How many four digit numbers can be formed with the digits 2,4,5,7,0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(i) With repetition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a.125     b. 3125   c. 625   d.500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(ii) Without repetition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24   b. 120     c. 96       d. 30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A05AACD-4F8D-3F3A-ADB7-9223C4422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36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7550-1DE1-9F96-6294-BBF931B4F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9" y="256712"/>
            <a:ext cx="9718261" cy="551593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5. How many three digit numbers can be formed greater than 700 with the digits 0,2,5,7,8,9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(i)With repetition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a.108          b. 107       c. 216    d.215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(ii) Without repetition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a.40    b. 24    c.125     d.60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91A2381-0659-9151-A2FE-61192F6B3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5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6109-DE52-D3E6-2B6D-0F9DD5E9B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420" y="499066"/>
            <a:ext cx="9017220" cy="261784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6. How many integers between 1000 and 10000 have no digits other than 4, 5 or 6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91       b. 51     c. 81    d.71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4DF49A8-0AD9-A9CA-D952-E9AB3B10D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44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35682-F3C7-456E-8725-FBF18D75B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393" y="391885"/>
            <a:ext cx="9968727" cy="55159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7.How many four digit numbers, each divisible by 4 can be formed using the digits 5,6,7,8,9.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(i) Repetition of digits being allowed in any number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   a.100      b. 125      c.150     d.75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(ii) Repetition of digits being  not allowed in any number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   a.100    b.30     c.24      d.48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92D2740-0A7B-623D-C67E-912FD5A7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06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32249-F00A-336E-BF6A-27A16CE2F2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199" y="341743"/>
                <a:ext cx="9794682" cy="277516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8.How many 9 digit numbers can be formed with the digits 1,2,3,4 and 5 which are divisible by 4. If repetition of digits allowed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a.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 smtClean="0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2300" b="1" i="1" smtClean="0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       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2300" b="1" i="1" smtClean="0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       c.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2300" b="1" i="1" smtClean="0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     d.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2300" b="1" i="1" smtClean="0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  <m:t>𝟏𝟎</m:t>
                        </m:r>
                      </m:sup>
                    </m:sSup>
                  </m:oMath>
                </a14:m>
                <a:endParaRPr lang="en-IN" sz="2300" b="1" dirty="0">
                  <a:effectLst/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32249-F00A-336E-BF6A-27A16CE2F2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199" y="341743"/>
                <a:ext cx="9794682" cy="2775168"/>
              </a:xfrm>
              <a:blipFill>
                <a:blip r:embed="rId2"/>
                <a:stretch>
                  <a:fillRect l="-871" r="-9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93427EF-3CE3-C9E1-1F89-A03256319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35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2EDFA-9473-79EE-0F35-48D6FE1730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761" y="231807"/>
                <a:ext cx="9530080" cy="273403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9.How many  5 digit numbers can be formed from 1,2,3,4,5 (without  repetition), when the digits at the unit place must be greater than in the ten’s place ?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a.54             b. 60                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300" b="1" i="1" smtClean="0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  <m:t>𝟓𝟏</m:t>
                        </m:r>
                      </m:num>
                      <m:den>
                        <m:r>
                          <a:rPr lang="en-US" sz="2300" b="1" i="1" smtClean="0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                    d. 2</a:t>
                </a:r>
                <a14:m>
                  <m:oMath xmlns:m="http://schemas.openxmlformats.org/officeDocument/2006/math">
                    <m:r>
                      <a:rPr lang="en-IN" sz="2300" b="1" i="1" dirty="0" smtClean="0">
                        <a:effectLst/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IN" sz="2300" b="1" i="1" dirty="0" smtClean="0">
                        <a:effectLst/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endParaRPr lang="en-IN" sz="2300" b="1" dirty="0">
                  <a:effectLst/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2EDFA-9473-79EE-0F35-48D6FE173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761" y="231807"/>
                <a:ext cx="9530080" cy="2734030"/>
              </a:xfrm>
              <a:blipFill>
                <a:blip r:embed="rId2"/>
                <a:stretch>
                  <a:fillRect l="-896" r="-8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BC8EBDA-0263-A065-FF45-6B6769049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46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208E4-8FE0-3F9B-F449-7A80C294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386046"/>
            <a:ext cx="9444383" cy="35100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10. Find the number of 3 digit numbers such that at least one of the digit is 6 with repetition ?</a:t>
            </a:r>
          </a:p>
          <a:p>
            <a:pPr marL="0" indent="0" algn="just"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a.252              b.364               c.254             d.289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7C9FD01-80C7-EAFA-7FAE-47A51179A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86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0DC40-B0EA-D63B-E4B6-70164DE9D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06" y="456875"/>
            <a:ext cx="10654748" cy="395609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11.In how many ways the letters of the word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i. AUTHOR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ii. ROMANTIC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iii. GOOGLE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iv. SUCCESS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v. ENGINEERING  be arranged taking all the letters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7F55CBC-D640-9387-848C-05506DBE1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30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DD3FD-F0EB-8CF6-8476-A685D9C43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711" y="314807"/>
            <a:ext cx="7683169" cy="504967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12. In how many ways the letters of the word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i. PRIME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ii. GOOGLE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iii. ARRANGE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iv. INVISIBLE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be arranged such that all vowels are together ?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9CB8976-337C-2440-07CD-64457C29D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41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DC61-D907-181C-909A-F0EF15A84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28" y="377687"/>
            <a:ext cx="9628434" cy="46475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13. How many arrangements made form the word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i. BHARAT such that B and H never come together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ii. SCALE such that vowels do not come together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2FAA65A-DD04-32C6-DD9C-812BD7AE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229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B0B71-DE53-634B-274E-6F27A9B49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71" y="149857"/>
            <a:ext cx="9568069" cy="614757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14.Find the number of permutations of the letters of the word DETAIL such that the vowels always occure in odd places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a.36        b.24         c.48       d.60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C52EA82-BB04-6264-533E-5F178AE46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70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799" y="361167"/>
            <a:ext cx="8401879" cy="3745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300" b="1" dirty="0">
                <a:latin typeface="Bookman Old Style" pitchFamily="18" charset="0"/>
                <a:cs typeface="Times New Roman" panose="02020603050405020304" pitchFamily="18" charset="0"/>
              </a:rPr>
              <a:t>(ii) REMAINS such that the vowels always </a:t>
            </a:r>
            <a:r>
              <a:rPr lang="en-IN" sz="2300" b="1" dirty="0" err="1">
                <a:latin typeface="Bookman Old Style" pitchFamily="18" charset="0"/>
                <a:cs typeface="Times New Roman" panose="02020603050405020304" pitchFamily="18" charset="0"/>
              </a:rPr>
              <a:t>occure</a:t>
            </a:r>
            <a:r>
              <a:rPr lang="en-IN" sz="2300" b="1" dirty="0">
                <a:latin typeface="Bookman Old Style" pitchFamily="18" charset="0"/>
                <a:cs typeface="Times New Roman" panose="02020603050405020304" pitchFamily="18" charset="0"/>
              </a:rPr>
              <a:t> in odd places?</a:t>
            </a:r>
          </a:p>
          <a:p>
            <a:pPr algn="just">
              <a:lnSpc>
                <a:spcPct val="150000"/>
              </a:lnSpc>
            </a:pPr>
            <a:r>
              <a:rPr lang="en-IN" sz="2300" b="1" dirty="0">
                <a:latin typeface="Bookman Old Style" pitchFamily="18" charset="0"/>
                <a:cs typeface="Times New Roman" panose="02020603050405020304" pitchFamily="18" charset="0"/>
              </a:rPr>
              <a:t>        a. 24        b. 36       c.576      d.120</a:t>
            </a:r>
          </a:p>
          <a:p>
            <a:pPr algn="just">
              <a:lnSpc>
                <a:spcPct val="150000"/>
              </a:lnSpc>
            </a:pPr>
            <a:endParaRPr lang="en-IN" sz="23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3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3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3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yellow and blue sign with words">
            <a:extLst>
              <a:ext uri="{FF2B5EF4-FFF2-40B4-BE49-F238E27FC236}">
                <a16:creationId xmlns:a16="http://schemas.microsoft.com/office/drawing/2014/main" id="{F2A998D4-11DC-355A-C9BE-7D4B1F3A2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15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758C6-D8DC-D8C1-298C-9F49FF1B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CDFB2F-31AD-61EC-0A29-FB979B5B5015}"/>
              </a:ext>
            </a:extLst>
          </p:cNvPr>
          <p:cNvSpPr/>
          <p:nvPr/>
        </p:nvSpPr>
        <p:spPr>
          <a:xfrm>
            <a:off x="304799" y="361167"/>
            <a:ext cx="9733281" cy="1622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300" b="1" dirty="0">
                <a:latin typeface="Bookman Old Style" pitchFamily="18" charset="0"/>
                <a:cs typeface="Times New Roman" panose="02020603050405020304" pitchFamily="18" charset="0"/>
              </a:rPr>
              <a:t>(iii) POUNDING such that the vowels always </a:t>
            </a:r>
            <a:r>
              <a:rPr lang="en-IN" sz="2300" b="1" dirty="0" err="1">
                <a:latin typeface="Bookman Old Style" pitchFamily="18" charset="0"/>
                <a:cs typeface="Times New Roman" panose="02020603050405020304" pitchFamily="18" charset="0"/>
              </a:rPr>
              <a:t>occure</a:t>
            </a:r>
            <a:r>
              <a:rPr lang="en-IN" sz="2300" b="1" dirty="0">
                <a:latin typeface="Bookman Old Style" pitchFamily="18" charset="0"/>
                <a:cs typeface="Times New Roman" panose="02020603050405020304" pitchFamily="18" charset="0"/>
              </a:rPr>
              <a:t> in odd places ?</a:t>
            </a:r>
          </a:p>
          <a:p>
            <a:pPr algn="just">
              <a:lnSpc>
                <a:spcPct val="150000"/>
              </a:lnSpc>
            </a:pPr>
            <a:r>
              <a:rPr lang="en-IN" sz="2300" b="1" dirty="0">
                <a:latin typeface="Bookman Old Style" pitchFamily="18" charset="0"/>
                <a:cs typeface="Times New Roman" panose="02020603050405020304" pitchFamily="18" charset="0"/>
              </a:rPr>
              <a:t>       a.1234         b.1440           c.1982          </a:t>
            </a:r>
            <a:r>
              <a:rPr lang="en-IN" sz="2300" b="1" dirty="0" err="1">
                <a:latin typeface="Bookman Old Style" pitchFamily="18" charset="0"/>
                <a:cs typeface="Times New Roman" panose="02020603050405020304" pitchFamily="18" charset="0"/>
              </a:rPr>
              <a:t>d.none</a:t>
            </a:r>
            <a:endParaRPr lang="en-IN" sz="23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yellow and blue sign with words">
            <a:extLst>
              <a:ext uri="{FF2B5EF4-FFF2-40B4-BE49-F238E27FC236}">
                <a16:creationId xmlns:a16="http://schemas.microsoft.com/office/drawing/2014/main" id="{CC07A5B6-B1AC-8318-EBF8-D7BE5F497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21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17BE6-A73F-1515-5C97-B807B655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BF0903-2DB8-3A9C-2165-1B1A76233697}"/>
              </a:ext>
            </a:extLst>
          </p:cNvPr>
          <p:cNvSpPr/>
          <p:nvPr/>
        </p:nvSpPr>
        <p:spPr>
          <a:xfrm>
            <a:off x="304799" y="361167"/>
            <a:ext cx="9733281" cy="2153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300" b="1" dirty="0">
                <a:latin typeface="Bookman Old Style" pitchFamily="18" charset="0"/>
                <a:cs typeface="Times New Roman" panose="02020603050405020304" pitchFamily="18" charset="0"/>
              </a:rPr>
              <a:t>(iv) In how many ways can you rearrange the letters of the word NEWLYWEDS so that the word will always start with letter ‘N’?</a:t>
            </a:r>
          </a:p>
          <a:p>
            <a:pPr algn="just">
              <a:lnSpc>
                <a:spcPct val="150000"/>
              </a:lnSpc>
            </a:pPr>
            <a:r>
              <a:rPr lang="en-IN" sz="2300" b="1" dirty="0">
                <a:latin typeface="Bookman Old Style" pitchFamily="18" charset="0"/>
                <a:cs typeface="Times New Roman" panose="02020603050405020304" pitchFamily="18" charset="0"/>
              </a:rPr>
              <a:t>       a.40320         b.10080           c.20160          d. 5040</a:t>
            </a:r>
          </a:p>
        </p:txBody>
      </p:sp>
      <p:pic>
        <p:nvPicPr>
          <p:cNvPr id="3" name="Picture 2" descr="A yellow and blue sign with words">
            <a:extLst>
              <a:ext uri="{FF2B5EF4-FFF2-40B4-BE49-F238E27FC236}">
                <a16:creationId xmlns:a16="http://schemas.microsoft.com/office/drawing/2014/main" id="{461BD5B8-D7BE-FAFF-5E67-5762FB92B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6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8E209-D197-54D2-FA90-614220DCA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7" y="244299"/>
            <a:ext cx="9810584" cy="26405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15. In how many ways a group of 2 men and 4 women be made out of a total 4 men and 7 women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a.110         b.130     c.210    d.140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4EC0739-C842-DACE-D2C2-329E5C4F8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00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F231C-6208-F025-E6AF-A625BE35E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75" y="364951"/>
            <a:ext cx="9731225" cy="27431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16. There are five male and three female in a family. They are photographed in groups of 2 males and one female. The number of different photographs will be: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360       b. 30         c.180         d.60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7C4D85F-4B22-4CEC-4454-FBC16EF87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190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173" y="340485"/>
            <a:ext cx="9627507" cy="29857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17. A bag contain 2 white marbles, 3 black marbles and 4 red marbles. Find in how many ways , 3 marbles can be drawn , so that at least one black marble is included in each draw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a.64         b. 52      c.58       d.36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3029BE1-C8FD-81B7-8DF6-63BA972B0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59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703F4-1813-892A-D70C-11718D503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298581"/>
            <a:ext cx="9801308" cy="268721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18. A teacher has to choose the maximum different groups of three students from a total of six students . in how many groups any particular student will be included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a.6      b.8       c.10      d.12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24CE832-568C-F844-71F5-1F25C6E69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68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31A27-11BB-3D0C-6631-5379D78E1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166" y="239108"/>
            <a:ext cx="9863674" cy="26592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19. 8 persons were invited in a party. Everybody shakes hand with everybody else. What is the total number of hand shakes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8      b. 24     c. 64     d. 28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78419B4-143B-03C7-B2FE-D5117A26E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383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CF843A-ACC6-4F63-ED60-590DDF5B43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7101" y="227993"/>
                <a:ext cx="9689060" cy="527872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20. There are 40 students in a class. A student is allowed to shake hand only once with a student who is taller than him or equal in height to him. He can't shake hand with some body who is shorter than him. Average height of the class is 5 feet. What is the difference between the maximum and minimum number of hand shakes that can happen in such a class ?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a.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2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b="1" baseline="30000" dirty="0">
                            <a:effectLst/>
                            <a:latin typeface="Bookman Old Style" pitchFamily="18" charset="0"/>
                          </a:rPr>
                          <m:t>40</m:t>
                        </m:r>
                        <m:r>
                          <m:rPr>
                            <m:nor/>
                          </m:rPr>
                          <a:rPr lang="en-US" sz="2200" b="1" dirty="0">
                            <a:effectLst/>
                            <a:latin typeface="Bookman Old Style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sz="2200" b="1" baseline="-25000" dirty="0">
                            <a:effectLst/>
                            <a:latin typeface="Bookman Old Style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IN" sz="2200" b="1" dirty="0">
                            <a:effectLst/>
                            <a:latin typeface="Bookman Old Style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200" b="1" i="1" smtClean="0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22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-20)         b.361      c.</a:t>
                </a:r>
                <a:r>
                  <a:rPr lang="en-US" sz="2200" b="1" baseline="30000" dirty="0">
                    <a:effectLst/>
                    <a:latin typeface="Bookman Old Style" pitchFamily="18" charset="0"/>
                  </a:rPr>
                  <a:t> 40</a:t>
                </a:r>
                <a:r>
                  <a:rPr lang="en-US" sz="2200" b="1" dirty="0">
                    <a:effectLst/>
                    <a:latin typeface="Bookman Old Style" pitchFamily="18" charset="0"/>
                  </a:rPr>
                  <a:t>C</a:t>
                </a:r>
                <a:r>
                  <a:rPr lang="en-US" sz="2200" b="1" baseline="-25000" dirty="0">
                    <a:effectLst/>
                    <a:latin typeface="Bookman Old Style" pitchFamily="18" charset="0"/>
                  </a:rPr>
                  <a:t>2</a:t>
                </a:r>
                <a:r>
                  <a:rPr lang="en-IN" sz="22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-40         d.</a:t>
                </a:r>
                <a:r>
                  <a:rPr lang="en-US" sz="2200" baseline="30000" dirty="0">
                    <a:effectLst/>
                    <a:latin typeface="Bookman Old Style" pitchFamily="18" charset="0"/>
                  </a:rPr>
                  <a:t> </a:t>
                </a:r>
                <a:r>
                  <a:rPr lang="en-US" sz="2200" b="1" baseline="30000" dirty="0">
                    <a:effectLst/>
                    <a:latin typeface="Bookman Old Style" pitchFamily="18" charset="0"/>
                  </a:rPr>
                  <a:t>40</a:t>
                </a:r>
                <a:r>
                  <a:rPr lang="en-US" sz="2200" b="1" dirty="0">
                    <a:effectLst/>
                    <a:latin typeface="Bookman Old Style" pitchFamily="18" charset="0"/>
                  </a:rPr>
                  <a:t>C</a:t>
                </a:r>
                <a:r>
                  <a:rPr lang="en-US" sz="2200" b="1" baseline="-25000" dirty="0">
                    <a:effectLst/>
                    <a:latin typeface="Bookman Old Style" pitchFamily="18" charset="0"/>
                  </a:rPr>
                  <a:t>2</a:t>
                </a:r>
                <a:endParaRPr lang="en-IN" sz="2200" b="1" dirty="0">
                  <a:effectLst/>
                  <a:latin typeface="Bookman Old Style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b="1" dirty="0">
                  <a:effectLst/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CF843A-ACC6-4F63-ED60-590DDF5B43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7101" y="227993"/>
                <a:ext cx="9689060" cy="5278727"/>
              </a:xfrm>
              <a:blipFill>
                <a:blip r:embed="rId2"/>
                <a:stretch>
                  <a:fillRect l="-818" r="-7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11B384A-9094-3520-54FE-97C272A24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24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4833D-A393-F722-CAA9-C34A22004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686" y="456552"/>
            <a:ext cx="9874194" cy="269654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21. From among the 36 teachers in a school , one principal and one vice-principal are to be appointed . In how many ways can this be done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a.1360         b.1260        c.1060         d.1160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0FFA649-657E-2B42-2B7B-7CFE6EB43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82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CC810F-4B1C-0B6C-E977-549B0ADCCC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4443" y="479757"/>
                <a:ext cx="9844597" cy="2743199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22. A college has 10 basketball players. A five members team and a captain will be selected out of these 10 players. How many different selections can be made ?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a. 1260       b. 210         c.</a:t>
                </a:r>
                <a:r>
                  <a:rPr lang="en-US" sz="2300" b="1" baseline="30000" dirty="0">
                    <a:effectLst/>
                    <a:latin typeface="Bookman Old Style" pitchFamily="18" charset="0"/>
                  </a:rPr>
                  <a:t> 10</a:t>
                </a:r>
                <a:r>
                  <a:rPr lang="en-US" sz="2300" b="1" dirty="0">
                    <a:effectLst/>
                    <a:latin typeface="Bookman Old Style" pitchFamily="18" charset="0"/>
                  </a:rPr>
                  <a:t>C</a:t>
                </a:r>
                <a:r>
                  <a:rPr lang="en-US" sz="2300" b="1" baseline="-25000" dirty="0">
                    <a:effectLst/>
                    <a:latin typeface="Bookman Old Style" pitchFamily="18" charset="0"/>
                  </a:rPr>
                  <a:t>6</a:t>
                </a:r>
                <a:r>
                  <a:rPr lang="en-US" sz="2300" b="1" dirty="0">
                    <a:effectLst/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1" i="1" smtClean="0">
                        <a:effectLst/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6</a:t>
                </a:r>
                <a14:m>
                  <m:oMath xmlns:m="http://schemas.openxmlformats.org/officeDocument/2006/math">
                    <m:r>
                      <a:rPr lang="en-IN" sz="2300" b="1" i="1" dirty="0" smtClean="0">
                        <a:effectLst/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   d.</a:t>
                </a:r>
                <a:r>
                  <a:rPr lang="en-US" sz="2300" b="1" baseline="30000" dirty="0">
                    <a:effectLst/>
                    <a:latin typeface="Bookman Old Style" pitchFamily="18" charset="0"/>
                  </a:rPr>
                  <a:t> 10</a:t>
                </a:r>
                <a:r>
                  <a:rPr lang="en-US" sz="2300" b="1" dirty="0">
                    <a:effectLst/>
                    <a:latin typeface="Bookman Old Style" pitchFamily="18" charset="0"/>
                  </a:rPr>
                  <a:t>C</a:t>
                </a:r>
                <a:r>
                  <a:rPr lang="en-US" sz="2300" b="1" baseline="-25000" dirty="0">
                    <a:effectLst/>
                    <a:latin typeface="Bookman Old Style" pitchFamily="18" charset="0"/>
                  </a:rPr>
                  <a:t>5</a:t>
                </a:r>
                <a:r>
                  <a:rPr lang="en-US" sz="2300" b="1" dirty="0">
                    <a:effectLst/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1" i="1">
                        <a:effectLst/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6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CC810F-4B1C-0B6C-E977-549B0ADCCC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443" y="479757"/>
                <a:ext cx="9844597" cy="2743199"/>
              </a:xfrm>
              <a:blipFill>
                <a:blip r:embed="rId2"/>
                <a:stretch>
                  <a:fillRect l="-929" r="-8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C85DBEF-E0A6-7ED1-D1AF-777B2E37F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561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AFA4C-BD9E-0554-C08A-C8929C9E1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915" y="405031"/>
            <a:ext cx="9329205" cy="266855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23. How many parallelograms will be formed if 7 parallel horizontal lines intersect 6 parallel vertical lines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42      b. 294      c. 315    d.none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831AD9C-6067-428D-86F2-6C9C0CC6F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82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42765-0CE3-2B9A-CE0B-990E2FFC6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13" y="560243"/>
            <a:ext cx="9344487" cy="229533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24. A polygon has 44 diagonals. What is the number of its sides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a.11             b.9                c.7                d.5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D38083C-EEC9-17BD-B5D8-CF0BE26CC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12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09E1-216A-4AEC-B69A-024ED48A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78" y="520486"/>
            <a:ext cx="10775802" cy="280851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25. In how many ways 5 rings can be worn on 3 fingers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a.60           b.120           c.240           d.300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C9A6DA6-724D-05D7-238B-17BDEA2BE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76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09E1-216A-4AEC-B69A-024ED48A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121" y="114969"/>
            <a:ext cx="9535400" cy="616656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26. Three brothers have 5 shirts,8 pants and 6 ties. In how many ways can they wear them ?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  5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5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 8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8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6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6</a:t>
            </a:r>
            <a:r>
              <a:rPr lang="en-US" sz="2300" b="1" dirty="0">
                <a:effectLst/>
                <a:latin typeface="Bookman Old Style" pitchFamily="18" charset="0"/>
              </a:rPr>
              <a:t>       b.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 5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3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 8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3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6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3</a:t>
            </a:r>
            <a:r>
              <a:rPr lang="en-US" sz="2300" b="1" dirty="0">
                <a:effectLst/>
                <a:latin typeface="Bookman Old Style" pitchFamily="18" charset="0"/>
              </a:rPr>
              <a:t>      c.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 5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4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 8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4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6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4</a:t>
            </a:r>
            <a:r>
              <a:rPr lang="en-US" sz="2300" b="1" dirty="0">
                <a:effectLst/>
                <a:latin typeface="Bookman Old Style" pitchFamily="18" charset="0"/>
              </a:rPr>
              <a:t>    d.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 7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5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 6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5</a:t>
            </a:r>
            <a:r>
              <a:rPr lang="en-US" sz="2300" b="1" baseline="30000" dirty="0">
                <a:effectLst/>
                <a:latin typeface="Bookman Old Style" pitchFamily="18" charset="0"/>
              </a:rPr>
              <a:t>8</a:t>
            </a:r>
            <a:r>
              <a:rPr lang="en-US" sz="2300" b="1" dirty="0">
                <a:effectLst/>
                <a:latin typeface="Bookman Old Style" pitchFamily="18" charset="0"/>
              </a:rPr>
              <a:t>P</a:t>
            </a:r>
            <a:r>
              <a:rPr lang="en-US" sz="2300" b="1" baseline="-25000" dirty="0">
                <a:effectLst/>
                <a:latin typeface="Bookman Old Style" pitchFamily="18" charset="0"/>
              </a:rPr>
              <a:t>5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300" b="1" baseline="-25000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41E139E-929A-A5FB-0B8A-63095FE11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60458" y="206202"/>
                <a:ext cx="9626822" cy="26839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27. How many batting orders are possible for Indian cricket team if there is a group of 15 to choose from, such that Sachin Tendulkar is always chosen ?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a.</a:t>
                </a:r>
                <a:r>
                  <a:rPr lang="en-US" sz="2300" b="1" baseline="30000" dirty="0">
                    <a:latin typeface="Bookman Old Style" pitchFamily="18" charset="0"/>
                  </a:rPr>
                  <a:t> 14</a:t>
                </a:r>
                <a:r>
                  <a:rPr lang="en-US" sz="2300" b="1" dirty="0">
                    <a:latin typeface="Bookman Old Style" pitchFamily="18" charset="0"/>
                  </a:rPr>
                  <a:t>C</a:t>
                </a:r>
                <a:r>
                  <a:rPr lang="en-US" sz="2300" b="1" baseline="-25000" dirty="0">
                    <a:latin typeface="Bookman Old Style" pitchFamily="18" charset="0"/>
                  </a:rPr>
                  <a:t>10</a:t>
                </a:r>
                <a:r>
                  <a:rPr lang="en-US" sz="2300" b="1" dirty="0"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11</a:t>
                </a:r>
                <a14:m>
                  <m:oMath xmlns:m="http://schemas.openxmlformats.org/officeDocument/2006/math">
                    <m:r>
                      <a:rPr lang="en-IN" sz="2300" b="1" i="1" dirty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    b.</a:t>
                </a:r>
                <a:r>
                  <a:rPr lang="en-US" sz="2300" b="1" baseline="30000" dirty="0">
                    <a:latin typeface="Bookman Old Style" pitchFamily="18" charset="0"/>
                  </a:rPr>
                  <a:t> 15</a:t>
                </a:r>
                <a:r>
                  <a:rPr lang="en-US" sz="2300" b="1" dirty="0">
                    <a:latin typeface="Bookman Old Style" pitchFamily="18" charset="0"/>
                  </a:rPr>
                  <a:t>C</a:t>
                </a:r>
                <a:r>
                  <a:rPr lang="en-US" sz="2300" b="1" baseline="-25000" dirty="0">
                    <a:latin typeface="Bookman Old Style" pitchFamily="18" charset="0"/>
                  </a:rPr>
                  <a:t>11</a:t>
                </a:r>
                <a:r>
                  <a:rPr lang="en-US" sz="2300" b="1" dirty="0"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11</a:t>
                </a:r>
                <a14:m>
                  <m:oMath xmlns:m="http://schemas.openxmlformats.org/officeDocument/2006/math">
                    <m:r>
                      <a:rPr lang="en-IN" sz="2300" b="1" i="1" dirty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    c.</a:t>
                </a:r>
                <a:r>
                  <a:rPr lang="en-US" sz="2300" b="1" baseline="30000" dirty="0">
                    <a:latin typeface="Bookman Old Style" pitchFamily="18" charset="0"/>
                  </a:rPr>
                  <a:t> 14</a:t>
                </a:r>
                <a:r>
                  <a:rPr lang="en-US" sz="2300" b="1" dirty="0">
                    <a:latin typeface="Bookman Old Style" pitchFamily="18" charset="0"/>
                  </a:rPr>
                  <a:t>C</a:t>
                </a:r>
                <a:r>
                  <a:rPr lang="en-US" sz="2300" b="1" baseline="-25000" dirty="0">
                    <a:latin typeface="Bookman Old Style" pitchFamily="18" charset="0"/>
                  </a:rPr>
                  <a:t>11</a:t>
                </a:r>
                <a:r>
                  <a:rPr lang="en-US" sz="2300" b="1" dirty="0"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11</a:t>
                </a:r>
                <a14:m>
                  <m:oMath xmlns:m="http://schemas.openxmlformats.org/officeDocument/2006/math">
                    <m:r>
                      <a:rPr lang="en-IN" sz="2300" b="1" i="1" dirty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    d.</a:t>
                </a:r>
                <a:r>
                  <a:rPr lang="en-US" sz="2300" b="1" baseline="30000" dirty="0">
                    <a:latin typeface="Bookman Old Style" pitchFamily="18" charset="0"/>
                  </a:rPr>
                  <a:t> 15</a:t>
                </a:r>
                <a:r>
                  <a:rPr lang="en-US" sz="2300" b="1" dirty="0">
                    <a:latin typeface="Bookman Old Style" pitchFamily="18" charset="0"/>
                  </a:rPr>
                  <a:t>C</a:t>
                </a:r>
                <a:r>
                  <a:rPr lang="en-US" sz="2300" b="1" baseline="-25000" dirty="0">
                    <a:latin typeface="Bookman Old Style" pitchFamily="18" charset="0"/>
                  </a:rPr>
                  <a:t>10</a:t>
                </a:r>
                <a:r>
                  <a:rPr lang="en-US" sz="2300" b="1" dirty="0"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11</a:t>
                </a:r>
                <a14:m>
                  <m:oMath xmlns:m="http://schemas.openxmlformats.org/officeDocument/2006/math">
                    <m:r>
                      <a:rPr lang="en-IN" sz="2300" b="1" i="1" dirty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endParaRPr lang="en-IN" sz="2300" b="1" dirty="0">
                  <a:latin typeface="Bookman Old Style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IN" sz="2300" b="1" dirty="0"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8" y="206202"/>
                <a:ext cx="9626822" cy="2683940"/>
              </a:xfrm>
              <a:prstGeom prst="rect">
                <a:avLst/>
              </a:prstGeom>
              <a:blipFill>
                <a:blip r:embed="rId2"/>
                <a:stretch>
                  <a:fillRect l="-887" r="-9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yellow and blue sign with words">
            <a:extLst>
              <a:ext uri="{FF2B5EF4-FFF2-40B4-BE49-F238E27FC236}">
                <a16:creationId xmlns:a16="http://schemas.microsoft.com/office/drawing/2014/main" id="{DCB21FD1-A073-BE4D-91F6-25C6B1390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684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0209E1-216A-4AEC-B69A-024ED48ABF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2688" y="235005"/>
                <a:ext cx="8304272" cy="4595854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28. In how many ways can 6 boys form a ring ?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      a.6</a:t>
                </a:r>
                <a14:m>
                  <m:oMath xmlns:m="http://schemas.openxmlformats.org/officeDocument/2006/math">
                    <m:r>
                      <a:rPr lang="en-IN" sz="2300" b="1" i="1" smtClean="0">
                        <a:effectLst/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        b. 5</a:t>
                </a:r>
                <a14:m>
                  <m:oMath xmlns:m="http://schemas.openxmlformats.org/officeDocument/2006/math">
                    <m:r>
                      <a:rPr lang="en-IN" sz="2300" b="1" i="1">
                        <a:effectLst/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          c. 4</a:t>
                </a:r>
                <a14:m>
                  <m:oMath xmlns:m="http://schemas.openxmlformats.org/officeDocument/2006/math">
                    <m:r>
                      <a:rPr lang="en-IN" sz="2300" b="1" i="1">
                        <a:effectLst/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         d. 7</a:t>
                </a:r>
                <a14:m>
                  <m:oMath xmlns:m="http://schemas.openxmlformats.org/officeDocument/2006/math">
                    <m:r>
                      <a:rPr lang="en-IN" sz="2300" b="1" i="1">
                        <a:effectLst/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endParaRPr lang="en-IN" sz="2300" b="1" dirty="0">
                  <a:effectLst/>
                  <a:latin typeface="Bookman Old Style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Bookman Old Style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Bookman Old Style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Bookman Old Style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29. In how many ways 7 beads be strung into necklace ?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   a.1124     b.363         c.360       d.420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0209E1-216A-4AEC-B69A-024ED48AB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2688" y="235005"/>
                <a:ext cx="8304272" cy="4595854"/>
              </a:xfrm>
              <a:blipFill>
                <a:blip r:embed="rId2"/>
                <a:stretch>
                  <a:fillRect l="-1027" r="-1027" b="-116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4B920BD-281D-157A-650A-68354835E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32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09E1-216A-4AEC-B69A-024ED48A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412" y="461175"/>
            <a:ext cx="9857428" cy="32282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30.There are seven pairs of black shoes and 5 pairs of white shoes .They are all put into a box and are drawn one at a time. To ensure that at least one pair of black shoes are taken out, what is the number of shoes required to be drawn out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12        b. 13       c.7       d.18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04EF03E-E242-2692-FAF5-73DF86DCE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314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09E1-216A-4AEC-B69A-024ED48A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169" y="326003"/>
            <a:ext cx="9329991" cy="32282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31. There are 6 multiple choice questions in an exam . How many sequences of answers are possible , if the first three questions have 4 choices each and the next three have 5 each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a.6000     b.5000      c.4000      d.8000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0DFD1BB-57CF-8C7D-C421-ADF1AFA24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04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09E1-216A-4AEC-B69A-024ED48A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589" y="341905"/>
            <a:ext cx="9888771" cy="32282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32. There are 8 true or false questions in an examination. The number of ways in which this question can be answered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a.256        b.1024       c.16       d.64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7855AF1-3A80-E0E8-3729-1F6C21655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02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09E1-216A-4AEC-B69A-024ED48A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05" y="230588"/>
            <a:ext cx="9996575" cy="32282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33. Find the sum of all the 4 digit numbers that can be formed with the digits 3, 4, 5 and 6.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a.119988     b.11988    c.191988  d. none 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502EEBF-A180-CECD-D95D-9A3C05876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29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09E1-216A-4AEC-B69A-024ED48A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510" y="405517"/>
            <a:ext cx="9710770" cy="32282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34. In how many ways can 5 prizes be distributed among four boys, when every boy can take one or more prizes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a.1024     b.625      c.120     d.600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2D3C78D-C540-BD39-B5FC-6610C568A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53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09E1-216A-4AEC-B69A-024ED48A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77" y="278296"/>
            <a:ext cx="9759803" cy="32282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35.A number lock on a suitcase has 3 wheels each labelled with 10 digits from 0 to 9. If opening of lock is a particular sequence of three digits with no repeats, how many such sequences will be possible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a.720      b.760     c.680      d.780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5A8E021-1FA6-A751-045E-EC96D3AB9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24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0423" y="278497"/>
            <a:ext cx="9759097" cy="2485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Bookman Old Style" pitchFamily="18" charset="0"/>
              </a:rPr>
              <a:t>Find The rank of the word ::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Bookman Old Style" pitchFamily="18" charset="0"/>
              </a:rPr>
              <a:t>36. </a:t>
            </a:r>
            <a:r>
              <a:rPr lang="en-US" sz="2300" b="1" dirty="0">
                <a:latin typeface="Bookman Old Style" pitchFamily="18" charset="0"/>
              </a:rPr>
              <a:t>The rank of the word SACHIN, If all possible permutations of the word SACHIN are arranged in dictionary order is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latin typeface="Bookman Old Style" pitchFamily="18" charset="0"/>
                <a:cs typeface="Times New Roman" panose="02020603050405020304" pitchFamily="18" charset="0"/>
              </a:rPr>
              <a:t>a.436        b.590         c.601        d.751</a:t>
            </a:r>
          </a:p>
          <a:p>
            <a:endParaRPr lang="en-US" sz="2000" dirty="0">
              <a:latin typeface="Bookman Old Style" pitchFamily="18" charset="0"/>
            </a:endParaRPr>
          </a:p>
        </p:txBody>
      </p:sp>
      <p:pic>
        <p:nvPicPr>
          <p:cNvPr id="3" name="Picture 2" descr="A yellow and blue sign with words">
            <a:extLst>
              <a:ext uri="{FF2B5EF4-FFF2-40B4-BE49-F238E27FC236}">
                <a16:creationId xmlns:a16="http://schemas.microsoft.com/office/drawing/2014/main" id="{355C2C0A-3975-E5F6-C232-1BF4BFEEA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9482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09E1-216A-4AEC-B69A-024ED48A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05" y="254440"/>
            <a:ext cx="9874655" cy="545459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37.</a:t>
            </a:r>
            <a:r>
              <a:rPr lang="en-US" sz="2000" dirty="0">
                <a:latin typeface="Bookman Old Style" pitchFamily="18" charset="0"/>
              </a:rPr>
              <a:t> 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(ii) PRIME           a.92       b.93       c.94       d.91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8D8C03C-2D47-C7B8-8D17-AECBEA652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13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F6A1-ABDA-A35B-AF51-03EFE5BF2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390D-76A4-334A-56E6-B77909386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05" y="254440"/>
            <a:ext cx="10648582" cy="545459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38.</a:t>
            </a:r>
            <a:r>
              <a:rPr lang="en-US" sz="2300" dirty="0">
                <a:effectLst/>
                <a:latin typeface="Bookman Old Style" pitchFamily="18" charset="0"/>
              </a:rPr>
              <a:t> </a:t>
            </a: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(iii) GOOGLE      a. 87      b.76       c.88       d.93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BFBFC40-9D55-C6D4-7FA3-E7110031A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157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2E65-4FEB-7E0E-3876-CDFFB14D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A7632-7F07-1DE4-D2E8-50F79E51D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05" y="254440"/>
            <a:ext cx="10648582" cy="545459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38.</a:t>
            </a:r>
            <a:r>
              <a:rPr lang="en-US" sz="2300" dirty="0">
                <a:effectLst/>
                <a:latin typeface="Bookman Old Style" pitchFamily="18" charset="0"/>
              </a:rPr>
              <a:t> </a:t>
            </a:r>
            <a:r>
              <a:rPr lang="en-IN" sz="23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(iv) SUCCESS       a.331     b.436     c.431     d.321</a:t>
            </a:r>
            <a:endParaRPr lang="en-US" sz="23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6447AB7-BB9D-394E-8823-EAE0A6610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051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B2731-D2D5-7C95-FAB3-D88A823FF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503" y="1099268"/>
            <a:ext cx="9956800" cy="487375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N" sz="3200" dirty="0">
              <a:latin typeface="Bookman Old Style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3200" b="1" i="1" dirty="0">
              <a:latin typeface="Bookman Old Style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3200" b="1" i="1" dirty="0">
                <a:latin typeface="Bookman Old Style" pitchFamily="18" charset="0"/>
              </a:rPr>
              <a:t>                         THE END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3200" b="1" i="1" dirty="0">
              <a:latin typeface="Bookman Old Style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3200" b="1" i="1" dirty="0">
              <a:latin typeface="Bookman Old Style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3200" b="1" i="1" dirty="0">
              <a:latin typeface="Bookman Old Style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3200" dirty="0">
              <a:latin typeface="Bookman Old Style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96EC29C-3F9C-CF55-D19F-4CF89D161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23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1673</TotalTime>
  <Words>1732</Words>
  <Application>Microsoft Office PowerPoint</Application>
  <PresentationFormat>Widescreen</PresentationFormat>
  <Paragraphs>135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Bookman Old Style</vt:lpstr>
      <vt:lpstr>Cambria Math</vt:lpstr>
      <vt:lpstr>Rockwell</vt:lpstr>
      <vt:lpstr>Damask</vt:lpstr>
      <vt:lpstr>                         Permutation                                   &amp;                           Combination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AVERAGES </dc:title>
  <dc:creator>KIRAN KUMAR GANTA</dc:creator>
  <cp:lastModifiedBy>harikrishnareddy pagadam</cp:lastModifiedBy>
  <cp:revision>145</cp:revision>
  <dcterms:created xsi:type="dcterms:W3CDTF">2022-11-22T09:07:37Z</dcterms:created>
  <dcterms:modified xsi:type="dcterms:W3CDTF">2026-05-27T16:45:39Z</dcterms:modified>
</cp:coreProperties>
</file>