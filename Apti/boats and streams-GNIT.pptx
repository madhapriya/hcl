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ink/ink4.xml" ContentType="application/inkml+xml"/>
  <Override PartName="/ppt/notesSlides/notesSlide4.xml" ContentType="application/vnd.openxmlformats-officedocument.presentationml.notesSlide+xml"/>
  <Override PartName="/ppt/ink/ink5.xml" ContentType="application/inkml+xml"/>
  <Override PartName="/ppt/notesSlides/notesSlide5.xml" ContentType="application/vnd.openxmlformats-officedocument.presentationml.notesSlide+xml"/>
  <Override PartName="/ppt/ink/ink6.xml" ContentType="application/inkml+xml"/>
  <Override PartName="/ppt/notesSlides/notesSlide6.xml" ContentType="application/vnd.openxmlformats-officedocument.presentationml.notesSlide+xml"/>
  <Override PartName="/ppt/ink/ink7.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15" r:id="rId2"/>
    <p:sldId id="332" r:id="rId3"/>
    <p:sldId id="316" r:id="rId4"/>
    <p:sldId id="317" r:id="rId5"/>
    <p:sldId id="318" r:id="rId6"/>
    <p:sldId id="319" r:id="rId7"/>
    <p:sldId id="320" r:id="rId8"/>
    <p:sldId id="321" r:id="rId9"/>
    <p:sldId id="323" r:id="rId10"/>
    <p:sldId id="326" r:id="rId11"/>
    <p:sldId id="327" r:id="rId12"/>
    <p:sldId id="328" r:id="rId13"/>
    <p:sldId id="333" r:id="rId14"/>
    <p:sldId id="334" r:id="rId15"/>
    <p:sldId id="335" r:id="rId16"/>
    <p:sldId id="337" r:id="rId17"/>
    <p:sldId id="336" r:id="rId18"/>
    <p:sldId id="33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53" autoAdjust="0"/>
  </p:normalViewPr>
  <p:slideViewPr>
    <p:cSldViewPr>
      <p:cViewPr varScale="1">
        <p:scale>
          <a:sx n="68" d="100"/>
          <a:sy n="68" d="100"/>
        </p:scale>
        <p:origin x="1882"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2T07:43:12.414"/>
    </inkml:context>
    <inkml:brush xml:id="br0">
      <inkml:brushProperty name="width" value="0.05292" units="cm"/>
      <inkml:brushProperty name="height" value="0.05292" units="cm"/>
      <inkml:brushProperty name="color" value="#C00000"/>
    </inkml:brush>
  </inkml:definitions>
  <inkml:trace contextRef="#ctx0" brushRef="#br0">6087 6560 0,'-26'-27'0,"0"-25"16,-1 26-16,27 0 15,0 78 32,0 27-31,27 26-16,-1 0 15,0 0-15,-26-27 0,0 1 16,0 0-16,0-27 16,26 1-16,1-53 15</inkml:trace>
  <inkml:trace contextRef="#ctx0" brushRef="#br0" timeOffset="322.88">6192 6429 0,'-26'-27'0,"-27"1"0,27 0 15,79 26 32,25 52-31,27-25-1,0 25-15,0 27 0,-26-27 16,0 27-16,-1-27 16,-51 27-16,-1-26 15,-26-27-15,-26 26 0,-53-25 16,0-1-16,-52 26 15,26-25-15,0-1 16,26 0 0,27-26-16,52 26 0</inkml:trace>
  <inkml:trace contextRef="#ctx0" brushRef="#br0" timeOffset="756.55">7583 7242 0,'0'-26'15,"0"-1"-15,0-25 0,0 26 16,0 0-16,-53 26 15,27-27-15,-53 27 16,1 0-16,-27 0 16,26 27-16,27 25 15,-1-26-15,53 27 0,0-27 16,26 26 0,53-25-16,26 25 15,26-26-15,-26 1 16,26-1-16,-52 26 0,0-25 15,-27 25-15,-26-26 16,-26 1-16,0-1 16,-52 0-16,-53 0 15,0 0 1,-26-26-16,0 0 0,-1 0 16,28 0-16,51-52 15,27 26-15</inkml:trace>
  <inkml:trace contextRef="#ctx0" brushRef="#br0" timeOffset="1037.94">8449 7006 0,'-26'0'15,"26"26"17,26-26-32,52 26 15,1-26-15,0 27 16,0-27-16,-27 0 0,1 0 15,-27 0-15</inkml:trace>
  <inkml:trace contextRef="#ctx0" brushRef="#br0" timeOffset="1200.95">8527 7242 0,'0'26'31,"53"0"-15,26-26 0,26 0-16,26 0 15,0-26-15,0-26 16</inkml:trace>
  <inkml:trace contextRef="#ctx0" brushRef="#br0" timeOffset="4506.26">10102 6271 0,'0'-26'0,"-26"0"15,26 78 32,0 27-47,0 0 16,0 25-1,0-25-15,0 0 0,-27-27 16,27 1-16,0-1 16,0-25-16</inkml:trace>
  <inkml:trace contextRef="#ctx0" brushRef="#br0" timeOffset="4821.97">10233 6324 0,'-26'-53'0,"0"53"16,-1-26-16,54 78 62,51-25-46,1 25-16,26 1 15,0-1-15,-26 0 0,-1-25 16,1 25 0,-53-26-16,1 1 15,-27-1-15,0 0 16,-53 0-16,-26 1 15,-26-1-15,0 0 0,0 27 16,1-27-16,25 0 16,26 0-16</inkml:trace>
  <inkml:trace contextRef="#ctx0" brushRef="#br0" timeOffset="5104.35">9971 7137 0,'-27'0'0,"54"0"63,51 0-63,27 26 15,27-26-15,-28 0 16,28 0-16,25 0 16,-26 26-16,1-26 15,-28 0-15,-25 27 0,-53-27 16,-26 26-16,-52 26 16</inkml:trace>
  <inkml:trace contextRef="#ctx0" brushRef="#br0" timeOffset="5352.82">10495 7583 0,'0'26'47,"0"27"-47,0-1 15,0 27-15,0 0 16,0-27-16,0 27 16,0-27-16,0 1 15,0-1-15,0-25 16,-26-27-16</inkml:trace>
  <inkml:trace contextRef="#ctx0" brushRef="#br0" timeOffset="5536.81">9997 7583 0,'-26'-26'0,"104"26"47,27 0-47,27 0 16,51 0-16,1-26 15,26-1-15</inkml:trace>
  <inkml:trace contextRef="#ctx0" brushRef="#br0" timeOffset="5768.22">11781 7163 0,'-26'0'0,"52"0"31,27 0-15,25 0-16,1 0 15,-26 26-15,25-26 16,-51 0-1</inkml:trace>
  <inkml:trace contextRef="#ctx0" brushRef="#br0" timeOffset="5939.06">11807 7373 0,'-26'0'0,"105"0"31,26 0-15,52-26-16,27-27 16,-27 1-16</inkml:trace>
  <inkml:trace contextRef="#ctx0" brushRef="#br0" timeOffset="6439">12831 6481 0,'0'-26'15,"0"0"1,26 26-16,27-27 15,-1 27-15,0 0 16,-25 0-16,-1 27 16,-26-1-1,0 26-15,0-26 16,-26 27-16,-27-1 16,1 1-16,-1-27 15,27 0-15,0-26 16,26 27-1,26-1-15,27-26 16,-1 26-16,27-26 16,-1 26-16,-25 1 15,-1-27-15,1 26 16,-53 0-16,0 0 16,-79 1-1,0-1 1,-26-26-16,27 26 15,-1-26-15,27 0 16,-1 0-16,53-26 16</inkml:trace>
  <inkml:trace contextRef="#ctx0" brushRef="#br0" timeOffset="7724.87">13933 6665 0,'0'-27'32,"0"1"-1,0 52 0,-105 27-15,-26 52-16,-27 52 15,1 27-15,-1 0 16,1-1-16,0 27 16,-1-26-16,27 0 15,26-53-15,26-26 16,27-53-16,25 1 16</inkml:trace>
  <inkml:trace contextRef="#ctx0" brushRef="#br0" timeOffset="8934.58">13356 7793 0,'0'-26'0,"-27"26"16,27-27-1,0 1-15,27 0 16,25 26-1,1-26-15,25 26 16,-25 0-16,-1 0 16,-26 0-16,1 0 15,-1 0-15,-26 26 16,0 26-16,-79 1 0,27-1 16,-27 1-16,0-27 15,27 0-15,26 1 16,-1-27-1,27 26-15,0 0 16,27-26 0,25 26-16,1-26 15,-1 27-15,0-1 16,-25-26-16,-1 26 16,-26 0 15,-79-26-16,1 0-15,-27 0 16,52 0-16,27 0 16,0 0-16</inkml:trace>
  <inkml:trace contextRef="#ctx0" brushRef="#br0" timeOffset="9376.2">13907 7793 0,'0'-26'16,"-27"26"0,1 0 30,0 0-30,0 26-16,-1 26 0,27-25 16,0 25-16,-26 1 15,26-27-15,0 26 16,0-25-16,26-1 0,27 0 16,-1 0-16,27-26 15,-26 0-15,25 0 16,-25 0-1,-1-26-15,-26 0 16,1-27-16,-1 1 16,-26-1-16,0-25 0,-26 25 15,-27 27-15,1-27 16,-1 27-16,1 26 16,26 0-16,-27 0 15,1 0-15</inkml:trace>
  <inkml:trace contextRef="#ctx0" brushRef="#br0" timeOffset="12848.86">13224 5117 0,'-26'0'16,"0"0"-16,52 0 62,53 0-46,26 0-16,0 0 16,26 0-16,-26 0 15,-26 0-15,-1 0 16,-51 0-16</inkml:trace>
  <inkml:trace contextRef="#ctx0" brushRef="#br0" timeOffset="13039.56">13303 5248 0,'53'0'47,"25"0"-31,27 0-16,0 0 0,26 0 15,-52 0 1</inkml:trace>
  <inkml:trace contextRef="#ctx0" brushRef="#br0" timeOffset="15682.78">14694 7924 0,'0'-26'0,"0"0"16,0-1-16,26 1 15,0 0 1,1 0-16,-27-1 16,26 27-16,-79 53 62,1 26-46,-53-1-16,0 27 0,26 0 15,-26 0-15,0 0 16,0 0-16,27 0 16,-1-26-16,26-27 15,1 1-15,26-27 16,78-78 15</inkml:trace>
  <inkml:trace contextRef="#ctx0" brushRef="#br0" timeOffset="16153.64">14668 8265 0,'0'-26'16,"-27"26"-16,1 0 16,0 0-16,0 0 15,-27 0 1,1 26-16,-1 27 15,1-1-15,-1 1 0,27 25 16,26-25-16,0-1 16,0 27-16,26-26 15,27-27-15,25 26 16,1-52-16,26 27 0,-26-27 16,-27 0-1,-25-27-15,25-25 16,-52 26-16,0-27 15,0 27-15,0 0 16,-52-1-16,-1 27 0,1 0 16,-27 0-16,26 0 15,-25 27-15,51-1 16,-25 0-16,52 0 16,0 27-16,0-27 15,0 0-15,26-26 16,27 27-16,25-27 15,-25 0-15</inkml:trace>
  <inkml:trace contextRef="#ctx0" brushRef="#br0" timeOffset="16522.32">15009 8318 0,'0'-26'15,"-27"26"17,1 26-17,0 26-15,26 1 0,0-1 16,0 1-16,0-1 16,26 1-16,-26-27 15,26 0 1,1 0-16,25-26 15,1 0-15,-27 0 16,26 0-16,1-52 0,-27 26 16,-26-27-16,26 1 15,-26 25 1,0-51-16,-26 51 16,-26 1-16,25 0 0,1 0 15,0 26-15,0 0 16,-1 0-16</inkml:trace>
  <inkml:trace contextRef="#ctx0" brushRef="#br0" timeOffset="17955.16">15901 7111 0,'52'0'63,"1"26"-63,-27-26 15,27 0-15,-27 0 0,0 0 16,0 0-16,0 26 16,1-26-1</inkml:trace>
  <inkml:trace contextRef="#ctx0" brushRef="#br0" timeOffset="18121.57">15770 7373 0,'26'0'31,"79"0"-15,26 0 0,26 0-16,1-26 15</inkml:trace>
  <inkml:trace contextRef="#ctx0" brushRef="#br0" timeOffset="18788.41">17160 6638 0,'-26'0'0,"26"-26"15,0 0 1,53 0-16,-1 26 16,1-27-16,25 27 15,-25 0-15,-27 0 0,0 0 16,0 0-16,-26 27 15,0-1 1,0 0-16,-52 27 16,26-27-16,-27 0 15,27 0-15,0-26 16,26 27-16,-26-1 16,26 0-1,0 0-15,0 1 16,0-1-16,52 0 0,-26 0 15,53-26-15,-27 27 16,-25-1-16,25 0 16,-26 0-16,-26 1 15,0-1-15,0 0 16,-52 0 0,-1-26-16,-25 0 15,-1 0-15,27 0 16,-1 0-16,27 0 15,26-26 1</inkml:trace>
  <inkml:trace contextRef="#ctx0" brushRef="#br0" timeOffset="19138.02">17869 6638 0,'-26'0'0,"26"-26"0,0 79 62,52-27-62,27 26 16,-27 27-16,27-26 15,-27-1-15,27 1 16,-26-1-16,-27-26 16,0 1-16,0-27 15,1 0 1,-1 0-16</inkml:trace>
  <inkml:trace contextRef="#ctx0" brushRef="#br0" timeOffset="19371.96">18289 6586 0,'-27'0'0,"1"-26"16,0 26 30,0 52-46,-1 1 0,-25 25 16,-1 1-16,-25 0 16,25 0-16,1-1 15,-1 1-15,1-27 0,52 1 16,0-27-16</inkml:trace>
  <inkml:trace contextRef="#ctx0" brushRef="#br0" timeOffset="19804.02">18945 6586 0,'0'-26'0,"-53"52"63,27 0-63,-27 27 15,27-1-15,26-26 0,0 27 16,0-1 0,0-25-16,0 25 0,26-26 15,27 1 1,-1-27-16,1 26 0,-1-26 15,-25 0-15,25 0 16,-52-26-16,0-1 16,0 1-1,0 0-15,-52 26 16,-1-26-16,1 26 0,25 0 16,-25 0-16,26 0 15,-1 0 1,1 26-16,26 0 15,0 0-15,0 1 0,53-27 16</inkml:trace>
  <inkml:trace contextRef="#ctx0" brushRef="#br0" timeOffset="20172.04">19417 6612 0,'0'-26'15,"0"52"32,0 27-47,0-1 16,0 27-16,0-27 16,0 27-1,0-26-15,26-27 16,27 26-16,-1-52 0,-26 27 15,27-27-15,-27 0 16,27-27-16,-27-25 16,0 26-16,-26-27 15,0-26-15,0 27 0,0 26 16,-52-27 0,25 27-16,-25 0 15,26 26-15,-1-27 16,1 27-16,0 0 15,-27 27-15,-25-1 0</inkml:trace>
  <inkml:trace contextRef="#ctx0" brushRef="#br0" timeOffset="20488.08">17213 7583 0,'-26'0'0,"52"0"15,79 0 1,52 0 0,53 0-16,26 0 15,0 0-15,53 0 16,26 0-16,0 0 0,0 0 15,-27 0-15,-78 0 16,-52 0-16,-80 0 16,-51 0-16,-1 0 15,-105 0 1,-26 0-16,-52 0 16</inkml:trace>
  <inkml:trace contextRef="#ctx0" brushRef="#br0" timeOffset="20904.88">17869 7924 0,'-26'0'0,"26"-26"31,52 26-31,27-26 16,-1 26-16,27 0 16,-26 0-16,-26 0 0,-27 0 15,0 26-15,-26 0 16,0 0 0,-26 1-16,-27 25 15,-52 1-15,53-27 0,-1 0 16,27 0-16,26 1 15,0-1 1,26 0 0,27 0-16,-27 1 0,0-1 15,-26 0-15,0 0 16,-78-26 0,-1 0-16,0 0 15,1 0-15,25 0 16,27-52-16,26 26 0,0-1 15</inkml:trace>
  <inkml:trace contextRef="#ctx0" brushRef="#br0" timeOffset="21288.01">18604 7977 0,'0'-27'15,"0"1"1,-27 26 0,27 26-1,-26 27-15,0-1 16,26 1 0,0-1-16,26 1 15,0-1-15,27-25 16,-27-1-16,53-26 0,-27 0 15,1 0-15,25-26 16,-25-1-16,-27 1 16,0-26-16,-26-1 15,0 1-15,0-1 0,-52 1 16,-1 52-16,-25-27 16,51 27-1,-25 0-15,-1 0 16,27 27-16,0-1 15,26 0-15,0 0 0</inkml:trace>
  <inkml:trace contextRef="#ctx0" brushRef="#br0" timeOffset="21522.03">18918 7898 0,'0'-26'16,"-52"52"15,-1 26-15,1 27-16,-27 0 0,27 0 15,-1-1-15,-25-25 16,51-1-16,-25 1 16,26-1-16,-1-26 15,1-26 1</inkml:trace>
  <inkml:trace contextRef="#ctx0" brushRef="#br0" timeOffset="21804.39">18394 7740 0,'-79'53'32,"0"26"-32,-52-1 0,0 27 15,0-26-15,-1 0 16,1 0-16,52-1 15,1-25-15,51-27 16,1 0-16</inkml:trace>
  <inkml:trace contextRef="#ctx0" brushRef="#br0" timeOffset="22121.63">19627 6481 0,'0'-26'0,"-53"78"32,1 27-17,-27 0-15,27 26 16,-1 26-16,1-26 16,-1 0-16,27 0 15</inkml:trace>
  <inkml:trace contextRef="#ctx0" brushRef="#br0" timeOffset="22672.18">20571 7531 0,'27'0'31,"-1"0"-15,53 0-16,-27 0 15,27 0-15,-27 0 0,1 0 16</inkml:trace>
  <inkml:trace contextRef="#ctx0" brushRef="#br0" timeOffset="22804.88">20440 7662 0,'-26'26'15,"105"-26"16,26-26-31,26 0 0,-26-1 16</inkml:trace>
  <inkml:trace contextRef="#ctx0" brushRef="#br0" timeOffset="23221.25">19417 6455 0,'-26'26'46,"-27"53"-46,-52-1 16,-26 27-16,0 0 16,26 0-16,0 0 15,26 0-15,1-52 16,-1-27-16</inkml:trace>
  <inkml:trace contextRef="#ctx0" brushRef="#br0" timeOffset="23667.85">19128 5746 0,'0'-26'16,"27"0"-16,-1 0 15,0-1-15,27 27 16,-27 0-16,26 0 0,-26 0 16,1 0-16,-27 53 15,0-1 1,0 1-16,-79-1 0,27 27 15,-1-53 1,-26 27-16,27-27 16,-27 0-16,53 0 0,0-26 15,26 27 1,26-27 15,53 0-15,52 0-16,52 0 15,54 0 1,-1 0-16</inkml:trace>
  <inkml:trace contextRef="#ctx0" brushRef="#br0" timeOffset="24157.63">21359 7268 0,'-53'0'0,"27"0"15,0 0-15,-1 0 16,27-26-1,0 0 1,0-1-16,0-25 16,53 26-16,-1 0 15,1 26-15,-1 0 0,27 0 16,-53 0-16,27 0 16,-27 52-16,-26-26 15,0 53-15,0-27 16,-52 1-16,-1-1 15,-52 1-15,0-1 0,26-25 16,27-1-16,0-26 16,25 26-1,106-26 17,26 0-17,0 0-15,0 0 16,26 0-16,-26-26 15,26 0-15</inkml:trace>
  <inkml:trace contextRef="#ctx0" brushRef="#br0" timeOffset="24422.57">21883 6980 0,'0'-27'0,"0"54"63,27 25-63,-1 27 0,-26-27 16,26 27-16,-26-27 15,0 1-15,0-1 16,-26 1-16,26-27 15,0 0-15,26-26 16</inkml:trace>
  <inkml:trace contextRef="#ctx0" brushRef="#br0" timeOffset="24704.24">22382 7058 0,'-26'0'0,"0"0"16,-27 0-16,1 0 16,-27 53-16,0-27 15,0 0-15,27 27 0,-1-27 16,27 0-16,26 0 31,0 1-31,26-1 16,27 0-1,26 0-15,26-26 0,-27 27 16,27-27-16,-26 0 16,26 0-16,-53 0 15,1 0-15</inkml:trace>
  <inkml:trace contextRef="#ctx0" brushRef="#br0" timeOffset="25337.71">22618 7137 0,'0'26'62,"0"0"-62,0 27 16,0-1-16,0 1 0,0-27 15,26 0-15,-26 1 16,0-1-16,-26-26 31,-26-53-31,25 27 16,1-26-16,0-27 0,26 53 16,0-27-1,0 27-15,26 26 16,0 0-16,-26-26 15,53 26-15,-27 0 0,0 0 16,27 26-16,-1 26 16,-25-25-16,-1 25 15,0-26-15,0 1 16,-26-1-16,0-52 62,-26-1-62,26-25 16,0-1-16,0 1 16,0 26-16,26 0 0,-26-1 15,27 27 17,-1 0-17,0 53-15,27-1 16,-1 1-16,-26-1 0,0 1 15,1-27-15,-1 0 16,-26 0 0</inkml:trace>
  <inkml:trace contextRef="#ctx0" brushRef="#br0" timeOffset="25588.19">23274 7163 0,'0'-26'15,"0"0"-15,0 0 16,0-1 0,0 54 15,0 25-31,0 27 16,0-1-16,0 1 15,0 26-15,0-26 16,-26 0-16,26-1 15,-26 1-15,26-27 16,-27-25-16,27-1 16</inkml:trace>
  <inkml:trace contextRef="#ctx0" brushRef="#br0" timeOffset="25803.9">23222 7111 0,'52'-53'16,"1"27"-16,25 26 15,-25 0-15,-1 0 16,1 0-16,-27 0 0,-26 53 16,0-1-1,0 0-15,0 1 16,-26-27-16,-27 27 15,-25-27-15,-1 0 0,26 0 16</inkml:trace>
  <inkml:trace contextRef="#ctx0" brushRef="#br0" timeOffset="26316">23930 6665 0,'26'-27'0,"-26"1"0,0 0 31</inkml:trace>
  <inkml:trace contextRef="#ctx0" brushRef="#br0" timeOffset="27238.03">21595 6691 0,'0'-26'0,"0"-1"16,-26 54 31,-27-1-31,-26 53-16,1-1 15,25 1-15,1 26 16,-1-26-16,27 26 15,26-27-15,0 1 16,0-26-16,0-1 0,52-26 16,1 1-16,-1-27 15,-25 0 1,25 0-16,-26 0 16,1-27-16,-27-25 15,0 26-15,0-27 0,0 27 16,-27 0-16,-25-1 15,26 1-15,-1 26 16,1 0 0,0 0-1,26 26 1</inkml:trace>
  <inkml:trace contextRef="#ctx0" brushRef="#br0" timeOffset="27654.35">21595 6717 0,'0'-26'0,"-26"26"16,-1 0-1,1 0 1,0 0-16,-27 26 15,1 27-15,-27-1 16,27 1-16,25-1 16,-25 27-16,52 0 0,-26-1 15,26 1-15,0-27 16,0 1-16,0-1 16,26-25-1,26-1-15,1 0 16,-1-26-16,27 0 0,-26 0 15,-1 0-15,1-26 16,-1 0-16,-26-1 16,-26 1-16,0 0 15,0 0-15,-26-1 16,-26 1-16,-27 0 0,0 26 16,27 0-1,-1 0-15,27 0 16,0 0-16,-1 26 15</inkml:trace>
  <inkml:trace contextRef="#ctx0" brushRef="#br0" timeOffset="28505.2">23983 6560 0,'26'-53'16,"-26"1"-16,0 26 15,0-1-15,0 1 16,0 105 31,0-1-47,-26 54 15,-1-1-15,1-26 0,26 26 16,-26-26-16,26-26 16,-26-27-16,26 1 15,0-27-15,0-52 32,0-53-17,0 0-15,26 1 16,0 25-1,0 27-15,27 0 16,-27-1-16,27 27 0,25 0 16,1 27-16,0 25 15,-1 1-15,-51 25 16,25 1-16,-52 0 16,0-1-16,0 1 15,-52-26-15,-53-1 16</inkml:trace>
  <inkml:trace contextRef="#ctx0" brushRef="#br0" timeOffset="29403.77">21464 6770 0,'-27'0'93,"-25"26"-93,-27 26 16,27-25-16,-1 25 0,27 1 16,0 25-16,26-25 15,-26 25-15,26 1 16,0 0-16,0-27 16,0 27-16,0-26 0,0-27 15,0 26 1,52-52-16,0 27 15,27-27-15,-26 0 16,-1-27-16,27-25 16,-53-1-16,0 1 15,-26-1-15,0 1 0,0-1 16,-52 27-16,-1 0 16,-25 26-16,-1 0 15,0 26 1,1 0-16,-27 27 15</inkml:trace>
  <inkml:trace contextRef="#ctx0" brushRef="#br0" timeOffset="32516.39">19522 3096 0,'-26'0'15,"-1"0"-15,1 0 16,0 0-1,78 0 32,1 0-47,52 0 16,0 0-16,0 0 16,0-26-16,-27 26 15,-25 0-15,-27-26 0,0 26 16</inkml:trace>
  <inkml:trace contextRef="#ctx0" brushRef="#br0" timeOffset="32705.32">19601 3122 0,'-27'0'16,"80"0"15,26 0-31,26 0 15,26 0-15,0 0 16,0 0-16,0 0 16</inkml:trace>
  <inkml:trace contextRef="#ctx0" brushRef="#br0" timeOffset="35698.25">6140 10102 0,'0'-26'16,"-27"0"-16,1 26 31,26 26 16,-26 26-32,26 1-15,0 26 0,0-27 16,0 27-16,0-27 16,52 27-16,1-53 15,-1 0-15,1 1 16,26-27-16,-27 0 15,1 0-15,-1-27 0,1-25 16,-27-1-16,0-25 16,0-1-1,-26 0-15,0 1 16,0 25-16,0-26 0,0 53 16,0-26-16,-26 52 15,26-27-15,0 54 63,0-1-48</inkml:trace>
  <inkml:trace contextRef="#ctx0" brushRef="#br0" timeOffset="36187.03">7347 10627 0,'0'-26'16,"0"-1"-16,0 1 15,-27 26 1,-25 0-16,-1 0 0,1 26 16,-27 1-16,27-1 15,26 0 1,26 27-16,0-27 16,0 0-16,0 0 0,52 1 15,27-1-15,-1 0 16,-25 0-16,26-26 15,-27 26-15,1 1 16,-27-1-16,0 0 16,-26 0-16,0 1 15,0-1-15,-52 0 16,-1 0-16,-26-26 16,27 0-1,-27 0-15,1 0 16,25 0-16,1 0 15,25-26-15,1 26 16,26-52-16,0 25 0</inkml:trace>
  <inkml:trace contextRef="#ctx0" brushRef="#br0" timeOffset="36486.98">8265 10522 0,'-26'0'0,"105"26"47,-1-26-47,27 0 15,0 0-15,-26 0 16,-27 0-16,1 0 0,-27 0 16</inkml:trace>
  <inkml:trace contextRef="#ctx0" brushRef="#br0" timeOffset="36656.07">8318 10758 0,'0'26'15,"26"-26"-15,53 0 16,52 0-16,26 0 15,27-52-15</inkml:trace>
  <inkml:trace contextRef="#ctx0" brushRef="#br0" timeOffset="41951.6">10312 9945 0,'-26'-53'0,"26"27"15,-27 26-15,27-26 16,0 78 47,0 1-63,0-1 15,0 1-15,0-1 16,0 1-16,0-1 15,0-26 1,-26 1-16,26-1 16,0 0-16,26-26 15</inkml:trace>
  <inkml:trace contextRef="#ctx0" brushRef="#br0" timeOffset="42233.81">10128 9918 0,'0'-26'16,"-26"0"-16,26 0 16,0-1-16,26 27 15,0-26 1,27 26-16,26 0 16,-27 0-16,27 26 0,26 1 15,-27 25-15,1-26 16,0 27-16,-53-27 15,0 27-15,-26-1 0,-26 1 16,-26-1 0,-27-26-16,0 1 15,27-1-15,-27 0 16,26-26-16,1 26 16,26-26-16,0 0 15</inkml:trace>
  <inkml:trace contextRef="#ctx0" brushRef="#br0" timeOffset="42535.94">9813 10732 0,'-26'0'0,"78"0"47,27 0-31,26 26-16,26-26 15,27 0-15,-1 0 0,-26 0 16,27 0-16,-1 0 16,-52 0-16,0-26 15,-79 26 1,1 0-16,-80 0 15,-26 26 1</inkml:trace>
  <inkml:trace contextRef="#ctx0" brushRef="#br0" timeOffset="42851.51">10627 11283 0,'0'-26'0,"0"-1"15,0 54 32,0 25-47,0 1 16,0-1-1,0 1-15,26-1 16,-26 0-16,0-25 16,0 25-16,0-26 0,0 1 15,-26-27 1</inkml:trace>
  <inkml:trace contextRef="#ctx0" brushRef="#br0" timeOffset="43068.74">10286 11230 0,'-27'0'0,"54"0"47,51 0-32,1-26-15,52 26 16,-26-26-16,26 26 0,1-26 16</inkml:trace>
  <inkml:trace contextRef="#ctx0" brushRef="#br0" timeOffset="43335.85">11965 10837 0,'26'0'46,"0"26"-30,1-26-16,25 0 0,-26 0 16,27 0-16,-1 0 15,1 0-15</inkml:trace>
  <inkml:trace contextRef="#ctx0" brushRef="#br0" timeOffset="43515.82">11991 11073 0,'-26'0'0,"78"0"32,27 0-32,26 0 15,52 0-15,1-53 16,-1 27-16,-52-26 0</inkml:trace>
  <inkml:trace contextRef="#ctx0" brushRef="#br0" timeOffset="44099.2">13513 10050 0,'-52'-27'0,"52"1"16,52 0-1,0 26-15,53-26 16,-26 26-16,-26 0 15,-1 0-15,1 0 16,-27 0-16,0 26 16,-26 0-1,0 27-15,-26-27 16,-27 0-16,1 27 16,26-27-16,-1 0 15,-25-26-15,26 26 16,26 1-16,-27-27 0,27 26 15,0 0 1,0 0 0,53 0-16,26 1 15,-27-27-15,27 26 0,-53 0 16,27 0-16,-27-26 16,-26 27-16,-53-1 46,-25-26-30,-1 0-16,0 0 16,27 0-16,-27 0 15,26-26-15,27 26 16,0-27-16</inkml:trace>
  <inkml:trace contextRef="#ctx0" brushRef="#br0" timeOffset="44513.19">12883 10942 0,'-52'0'0,"-27"0"16,53 0-16,0 0 0,131 0 31,52 0-16,27 0-15,26 0 16,26-27-16,0 27 0,26-26 16,1 26-1,-1 0-15,27-26 0,-53 26 16,-26 0 0,-79-26-16,-52 26 15,-79-26 1,-105 26-16</inkml:trace>
  <inkml:trace contextRef="#ctx0" brushRef="#br0" timeOffset="45120.04">13802 11335 0,'0'-26'15,"-27"26"-15,1 0 47,26 26-47,-26 1 16,26 25-16,0-26 15,0 27-15,0-1 16,26-26-16,53 27 16,-27-27-16,27 0 15,0 1-15,0-1 16,-53 0-16,0 0 15,-26 1 1,0-1 15,-26-26-31,-27 26 0,-25 0 16,25 1-16,-26-27 16,27 0-1,26 0-15</inkml:trace>
  <inkml:trace contextRef="#ctx0" brushRef="#br0" timeOffset="45331.02">13828 11440 0,'-26'0'31,"104"0"-16,27 0 1,0 0-16,0-26 16,-26 26-16,-27 0 15,1 0-15</inkml:trace>
  <inkml:trace contextRef="#ctx0" brushRef="#br0" timeOffset="45798.37">14536 11467 0,'0'26'63,"-26"0"-48,0 0-15,26 27 16,0-27-16,0 0 16,0 27-16,0-27 15,0 0-15,0 0 16,26 1-16,0-27 16,27 26-16,-27-26 15,27 0-15,-1-26 16,-26-1-16,1 1 15,-1-26-15,-26-1 0,0 1 16,0-1-16,0 1 16,-26-1-16,-1 27 15,-25 0 1,-1 26-16,1 0 0,26 0 16,-1 0-16,-25 0 15,26 26-15,26 0 16,0 1-16,0-1 15,52 0-15,1 0 16,-1-26-16</inkml:trace>
  <inkml:trace contextRef="#ctx0" brushRef="#br0" timeOffset="46153.64">15350 11230 0,'0'-26'0,"0"0"15,0 52 32,-26 27-47,-27-1 16,1 53-16,-27-26 15,26 26-15,-25 26 0,-1-26 16,0 26-16,27-26 16,-1 0-16,1-26 15,26-1-15,-1 1 16,1-26-16,26-27 16,-26 0-16,26 0 15,0 1-15,26-27 16</inkml:trace>
  <inkml:trace contextRef="#ctx0" brushRef="#br0" timeOffset="46664.42">15455 11939 0,'-26'-26'16,"-1"-1"-16,1 27 15,0 0 1,0 0 0,-27 0-16,27 0 15,-27 27-15,-25 25 16,51 1-16,-25-27 0,26 26 15,-1 1-15,27-1 16,0 1-16,0-27 16,27 26-16,51-25 15,-25-1-15,26-26 16,-27 0-16,1 0 16,-1 0-16,1 0 15,-27-26-15,0-1 16,-26 1-16,0 0 15,0 0-15,0-1 0,-52 1 16,25 26-16,-25-26 16,26 26-16,-27 0 15,1 0-15,25 0 16,1 26-16,-26 0 16,52 1-1,0-1-15,0 0 16,0 0-16,52 1 15,-26-27 1</inkml:trace>
  <inkml:trace contextRef="#ctx0" brushRef="#br0" timeOffset="47114.54">15770 11913 0,'0'-27'0,"0"1"16,-27 26 31,27 26-47,0 1 16,-26 25-16,26 1 15,0-27-15,0 26 16,0 1-16,0-1 15,0-26-15,26 1 0,1-1 16,25-26-16,1 26 16,-27-26-1,26 0-15,1 0 16,-1-26-16,-25 26 16,-1-26-16,0-1 0,-26-25 15,0 26-15,0-27 16,0 1-16,0 26 15,-26-27-15,-27 1 16,1 25-16,-1 27 0,1-26 16,-27 26-1,27 0-15,25 0 16,1 0-16</inkml:trace>
  <inkml:trace contextRef="#ctx0" brushRef="#br0" timeOffset="47463.38">16636 10889 0,'-27'-26'15,"80"26"63,25 0-78,1 0 16,0-26-16,-27 26 0,1 0 16,-27 0-1</inkml:trace>
  <inkml:trace contextRef="#ctx0" brushRef="#br0" timeOffset="47635.48">16557 11073 0,'26'0'31,"53"0"-15,-1 0-16,27 0 15,27-26-15,-1-1 16</inkml:trace>
  <inkml:trace contextRef="#ctx0" brushRef="#br0" timeOffset="48268.79">17580 10023 0,'0'-26'16,"0"0"-16,0 0 15,53-1-15,-1 27 0,27 0 16,-27 0-16,27 0 16,-53 0-16,1 0 15,-1 27-15,-26-1 0,0 26 16,0-25-16,-53 25 15,1 1-15,-1-27 16,1 0 0,-1 0-16,27 1 15,0-1-15,26 0 16,0 0 0,26 0-1,53-26-15,-27 27 16,27-27-1,-26 26-15,-27 0 0,0-26 16,0 0-16,-26 26 16,0 1-1,-52-1 1,-1-26-16,-52 26 0,27-26 16,-1 0-16,26 0 15,27 0-15,0 0 16</inkml:trace>
  <inkml:trace contextRef="#ctx0" brushRef="#br0" timeOffset="48537">18472 10023 0,'27'0'47,"-1"27"-47,26-1 15,1 26-15,-1 1 16,-26-27 0,27 27-16,-27-1 15,27-26-15,-27 0 16,26 1-16,-25-27 0,-1 0 15,26 0-15</inkml:trace>
  <inkml:trace contextRef="#ctx0" brushRef="#br0" timeOffset="48771.05">18866 9918 0,'0'-26'16,"-26"26"-1,26 26 1,-53 1-16,27 51 16,0-25-16,-1 26 15,-25-1-15,26-25 16,-27-1-16,27 1 0,26-27 16,-26 0-16,26 0 15</inkml:trace>
  <inkml:trace contextRef="#ctx0" brushRef="#br0" timeOffset="49287.19">19522 9918 0,'0'-26'0,"-26"26"16,26-26-1,-27 26-15,1 0 0,0 0 16,-27 0 0,1 52-16,26-25 15,0-1-15,-1 26 16,1 1-16,26-1 0,0-25 15,0 25-15,0-26 16,0 1-16,0-1 16,53 0-1,-27-26-15,26 26 0,1-26 16,-1 0-16,1 0 16,-27 0-16,0 0 15,0 0-15,-26-26 16,0 0-16,0 0 15,-26-1 1,0 1-16,0 26 0,-27 0 16,1 0-16,25 0 15,-25 0-15,26 0 16,0 0 0,-1 26-16,1 1 15,26-1-15,0 0 16,26-26-16,1 26 15</inkml:trace>
  <inkml:trace contextRef="#ctx0" brushRef="#br0" timeOffset="49720.32">19942 9945 0,'0'-27'0,"-26"27"32,-1 0-17,1 27 1,0 25 0,0-26-16,-1 27 0,27-27 15,0 27-15,0-1 16,0-26-16,0 27 15,0-27-15,0 0 16,53 0-16,-1-26 16,1 27-16,-1-27 15,27 0-15,-27 0 16,1 0-16,-1-27 0,-25 1 16,-1-26-1,-26-1-15,0 1 0,0-1 16,0-25-16,-26 51 15,-1-25-15,-25 26 16,-1-1-16,1 27 16,-1 0-16,1 0 15,26 0-15,-53 27 0</inkml:trace>
  <inkml:trace contextRef="#ctx0" brushRef="#br0" timeOffset="50147.98">17606 11073 0,'-26'0'16,"0"0"-16,52 0 31,79 0-31,53 0 16,78 0-16,0 0 15,26 0-15,1-26 16,25 26-16,1-27 16,-27 27-16,1-26 0,-53 26 15,-53 0-15,-52 0 16,-26 0 0,-53 0-16,-105 0 31,-52 0-31</inkml:trace>
  <inkml:trace contextRef="#ctx0" brushRef="#br0" timeOffset="50587.26">18682 11362 0,'-26'0'0,"0"52"47,0 1-47,-1-1 0,1 0 16,0 1 0,26-1-16,-26-25 15,26-1-15,0 0 0,0 0 16,0-52 15,0 0-15,0 0-16,26-1 0,26 1 15,-25 26-15,51 0 16,-25 0 0,-27 0-16,26 0 15,1 0-15,-1 53 16,-25-27-16,-1 26 0,-26-25 15,0 25-15,0-26 16,-53 1-16,-25-1 16,-1 0-16,26 0 15,-25-26-15,-1 0 16</inkml:trace>
  <inkml:trace contextRef="#ctx0" brushRef="#br0" timeOffset="50770.74">18656 11335 0,'26'0'0,"0"0"16,53 0-16,0 0 16,52 0-16,-26 0 15,0 0 1,-26 0-16</inkml:trace>
  <inkml:trace contextRef="#ctx0" brushRef="#br0" timeOffset="51119.91">19653 11414 0,'-26'0'16,"0"0"-1,-27 26-15,27 27 0,0-27 16,-1 26-16,27 1 16,0-27-16,0 27 15,0-1-15,0-26 16,53 1-16,-1-1 0,1 0 16,-1-26-16,1 0 15,-1 0 1,1 0-16,-27-52 15,0 25-15,-26-25 16,0 26-16,0-27 16,0 1-16,0-1 0,-52 27 15,-1 0-15,27 0 16,-26-1-16,25 1 16</inkml:trace>
  <inkml:trace contextRef="#ctx0" brushRef="#br0" timeOffset="51436.3">21306 10915 0,'26'27'47,"27"-27"-47,-1 0 15,27 0 1,-26 0-16,-1 0 15,1 0-15</inkml:trace>
  <inkml:trace contextRef="#ctx0" brushRef="#br0" timeOffset="51586.24">21175 11125 0,'0'27'15,"-26"-27"1,78 0-1,27 0 1,26 0-16,0 0 16,26-27-16,0 27 15,-26-26-15,0 0 16</inkml:trace>
  <inkml:trace contextRef="#ctx0" brushRef="#br0" timeOffset="52052.37">20204 9341 0,'0'-26'16,"0"52"15,0 0-15,-26 27-16,0 26 16,-1-27-16,-25 27 0,26-1 15,-27 1-15,1 26 16,-27 0-1,27 0-15,-1 26 16,1-26-16,25 0 0</inkml:trace>
  <inkml:trace contextRef="#ctx0" brushRef="#br0" timeOffset="52649.83">20230 11073 0,'0'-26'31,"-26"52"110,-26 0-141,-1 27 15,27 25-15,-27 1 16,1 0-16,0 26 0,-1 0 16,-26 0-1,27 0-15,-27 0 0,0 0 16,1-27-16,-27 1 15</inkml:trace>
  <inkml:trace contextRef="#ctx0" brushRef="#br0" timeOffset="58919.46">22198 10627 0,'-52'0'16,"-1"0"-16,27-26 15,26-1 1,0 1-16,53 26 16,-1-26-16,-26 0 15,27 26-15,-27 0 16,0 0 0,1 0-16,-1 0 15,0 26-15,-26 0 0,0 0 16,0 1-16,0-1 15,0 0-15,-26 0 16,0 1-16,-1-1 0,-25 26 16,26-52-1,-1 27-15,1-1 16,26 0 0,0 0-1,53-26-15,-27 0 16,53 26-16,-53-26 0,26 27 15,-25-1-15,-1 0 16,0 0-16,-26 1 16,0-1-16,0 0 15,-52-26 1,-27 26-16,26-26 16,1 0-16,-1 0 15,27 0-15,-26-26 16,25-26-16,27 25 15,0-25-15,0-1 16,53 27-16</inkml:trace>
  <inkml:trace contextRef="#ctx0" brushRef="#br0" timeOffset="59437.39">22776 10889 0,'26'0'47,"-26"26"31,-26-26-31,26-26-32,26 26 32,-26 26 0,0-52 31,26 26-78</inkml:trace>
  <inkml:trace contextRef="#ctx0" brushRef="#br0" timeOffset="62271.9">23432 10312 0,'0'-26'0,"-27"26"15,1 0 1,-26 26-16,-1 0 16,-26 27-16,27-1 15,-1-26-15,27 53 16,0-26-16,0-1 15,26 1-15,0 25 0,52-25 16,27-1 0,-27 1-16,27-27 15,-26 0-15,-1 0 16,1-26-16,-1 0 0,-26 0 16,27-26-16,-27-26 15,-26 25 1,26-25-16,-26 26 15,-26 0-15,0-1 16,-27 27-16,-25 0 16,25 0-16,-26 0 15,53 0-15,-26 0 16,52 27-16,0-1 16,0 0-16,0 0 15,0 0-15,0 1 0,52-1 16,-26-26-1</inkml:trace>
  <inkml:trace contextRef="#ctx0" brushRef="#br0" timeOffset="63202.79">22723 11886 0,'-26'-26'16,"26"0"-16,0 52 63,0 27-48,0-1-15,0 27 0,0-27 16,0 1-16,0-27 15,0 0-15,0 0 16,0 1-16,0-1 16,26-26-16,0 0 15</inkml:trace>
  <inkml:trace contextRef="#ctx0" brushRef="#br0" timeOffset="63500.49">23117 11860 0,'-53'0'47,"27"26"-47,-26 27 16,-27-1-16,26-25 16,27-1-16,-26 26 15,25-25-15,1-27 16,26 26-1,26 0 1,1-26 0,25 26-16,1 0 15,-1 1-15,27-1 0,-27-26 16,27 26-16,-27-26 16,27 0-16,-53 0 15</inkml:trace>
  <inkml:trace contextRef="#ctx0" brushRef="#br0" timeOffset="64085.22">23353 11991 0,'-26'0'0,"26"-26"16,0 52 15,0 1-31,0-1 15,0 26 1,0-25-16,0 25 16,0-26-16,0-52 47,0-26-47,0 25 15,0-25-15,0-1 16,0 27-16,26 0 15,0 0-15,0-1 16,27 27-16,-27 0 16,0 0-16,1 0 15,-1 27-15,0 25 16,0-26-16,-26 27 0,0-1 16,27-25-16,-27-1 15,0-79 32,0 1-31,0-1-16,0 1 15,26 26-15,0-27 16,0 53-16,0-26 16,1 52 15,-1 0-16,-26 1-15,26 25 16,-26-26-16,0 1 0,0 25 16,0-26-16</inkml:trace>
  <inkml:trace contextRef="#ctx0" brushRef="#br0" timeOffset="64364.01">24009 11834 0,'0'-26'0,"0"-1"16,0 54 15,0 25-15,0 1-16,0 25 15,0 1-15,0 0 0,0-1 16,0 1-1,0 0-15,0-27 16,0 27-16,0-53 16,0 27-16,0-27 0,0 0 15,0-52 17</inkml:trace>
  <inkml:trace contextRef="#ctx0" brushRef="#br0" timeOffset="64566.33">23930 11913 0,'0'-27'15,"26"1"-15,27 0 16,26 26-16,-27 0 16,-26 0-16,27 26 0,-27 27 15,-26-27 1,0 26-16,0-25 15,0 25-15,-52-26 16,-27 1-16,0 25 16,27-52-16,-27 26 0</inkml:trace>
  <inkml:trace contextRef="#ctx0" brushRef="#br0" timeOffset="65078.52">24586 11309 0,'-26'26'78,"26"27"-78,-26 26 16,-1-1-16,27-25 15,-26 25-15,26 1 16,0 0-16,0-27 16,0 1-16,0-27 0,0 0 15,0-52 48,26-26-63,1-1 0,-1 1 15,0-1-15,0 27 16,1 26 0,25-26-16,-26 26 15,1 0-15,-1 26 16,0 26-16,0 1 0,-26-1 15,27 1-15,-27-1 16,0-25-16,0 25 16,-27-26-16,-25 1 15,-27-1-15</inkml:trace>
  <inkml:trace contextRef="#ctx0" brushRef="#br0" timeOffset="80833.87">9393 13303 0,'0'-26'0,"0"0"16,-26 26-1,0 0 1,-27 0-1,-25 52-15,-27 1 16,52-1 0,1 1-16,26-1 0,-1 1 15,27-1-15,0 1 16,0-1-16,53 1 16,26-1-16,-1 1 15,27-27-15,-26 0 0,0-26 16,-1 0-16,1 0 15,0 0 1,-53-26-16,0-27 16,1 1-16,-27 26 0,0-27 15,0 27-15,-53 0 16,27 26-16,-27 0 16,1 0-16,-1 0 15,1 0-15,-1 26 16,1 0-16,-1 27 0,27-1 15,0 1 1,0-27-16,26 26 16,0 1-16,26-27 15,26 0-15</inkml:trace>
  <inkml:trace contextRef="#ctx0" brushRef="#br0" timeOffset="81232.06">10181 13776 0,'-27'-27'16,"54"27"15,-1 0-31,53 0 16,-1-26-1,27 26-15,0 0 16,0-26-16,0 26 0,-26 0 16,-53 0-16,0 0 15</inkml:trace>
  <inkml:trace contextRef="#ctx0" brushRef="#br0" timeOffset="81701.08">11440 13435 0,'0'-27'16,"0"1"-16,0 0 15,0 0-15,53-1 0,-1 1 16,27 26-16,-1 0 16,-51 0-1,25 0-15,-52 26 16,0 1-16,0-1 0,0 26 16,-52 1-16,-1-1 15,1-26-15,-1 1 16,27-1-16,0 0 15,26 0-15,0 1 16,0-1-16,26-26 16,27 26-16,-1 27 15,0-27 1,-25 26-16,-1-25 16,0-1-16,-26 0 0,0 0 31,-52-26-31,-27 0 15,0 0 1,27 0-16,26 0 0,-1-26 16,27-26-16</inkml:trace>
  <inkml:trace contextRef="#ctx0" brushRef="#br0" timeOffset="82004.28">12175 13828 0,'26'-26'47,"0"26"-47,1 0 0,-1 0 31,-79 26 1,27-26-17,0 0-15,0 0 16,26-26 0,0 0-1,52 26-15,27-27 16</inkml:trace>
  <inkml:trace contextRef="#ctx0" brushRef="#br0" timeOffset="82417.09">13119 13251 0,'0'-26'0,"-26"26"16,0 0-16,0 0 16,-1 0-16,-25 26 0,26 0 15,-27 53-15,1-27 16,-1 27-16,27 0 16,0-1-16,0-25 15,26-1-15,0 1 16,52-27-16,1 27 0,-1-27 15,1-26 1,-1 26-16,0-26 16,-25 0-16,-1 0 15,-26-26 1,0 0 0,0-1-16,-26 1 15,-27 26-15,1 0 16,26 0-16,-27 0 15,1 26 1,25 27-16</inkml:trace>
  <inkml:trace contextRef="#ctx0" brushRef="#br0" timeOffset="82895.53">9341 14825 0,'52'0'31,"53"0"-31,53 0 16,52 0-16,0 0 15,52-26-15,27 26 0,78-26 16,27 26-16,52 0 15,-26 0-15,-1 0 16,-78 0-16,-26 0 16,-105 0-16,-79 0 15,-52 0-15,-26 0 16,-53-27 15,-27 27-31,1-26 16,-53 26-16,1 0 15</inkml:trace>
  <inkml:trace contextRef="#ctx0" brushRef="#br0" timeOffset="83367.72">12096 15219 0,'0'-26'31,"0"-1"-31,26 1 16,27 0-16,-1 26 16,1 0-16,-1 0 15,1 0-15,-27 0 16,0 26-16,-26 27 15,0-1 1,0 1-16,-26 25 0,-53-52 16,1 27-16,25-27 15,-26 0-15,1 1 16,25-27-16,27 26 16,0-26-16,-1 0 15,1 0-15,52 0 63,53 0-63,0 0 15,26-26-15,0 26 0,0 0 16,26-27-16,-26 27 16,0-26-16,26 26 15</inkml:trace>
  <inkml:trace contextRef="#ctx0" brushRef="#br0" timeOffset="83701.12">15061 14615 0,'26'0'31,"1"0"-15,51 0-16,1 0 15,26 0-15,-26 0 16,26-26-16,-27 26 0,-25 0 15,-27 0-15,0 0 16</inkml:trace>
  <inkml:trace contextRef="#ctx0" brushRef="#br0" timeOffset="83882.7">15219 14799 0,'26'0'31,"26"0"-15,27 0-1,-26 0-15,51 0 16,-51 0-16,26 0 16,-27-26-16,-26 26 0</inkml:trace>
  <inkml:trace contextRef="#ctx0" brushRef="#br0" timeOffset="93483.27">17003 13959 0,'-26'0'15,"-1"-26"1,1 0 0,0 26-16,26-26 15,-26-1-15,26 1 16,26 0-16,26 0 16,1-1-16,26 1 15,-1 0-15,-25 26 16,-1 0-16,-25 0 15,-1 52-15,-26-25 16,0 25-16,0 27 16,-26-27-16,-27 1 15,-26-1-15,27 1 16,-1-27-16,1 26 16,26-25-16,-1-27 15,1 26-15,26 0 31,79-26 1,0 0-17,26 0-15,-27 0 0,27-26 16,-52 26-16,-1-26 16</inkml:trace>
  <inkml:trace contextRef="#ctx0" brushRef="#br0" timeOffset="95014.32">18026 14012 0,'-26'0'32,"0"0"93,0 0-110,-27 26-15,27-26 16,52 0 531,0 0-547,1 0 15,-1-26 110,0 26 204,0 0-189</inkml:trace>
  <inkml:trace contextRef="#ctx0" brushRef="#br0" timeOffset="95452.58">18577 13487 0,'0'-26'15,"-26"26"1,0 26 0,-27 26-1,1 1-15,-1 26 16,1-27-16,26 27 16,-27-27-16,27 1 15,26-1-15,0 1 16,0-27-16,26 0 15,27 0-15,25-26 16,27 0-16,27 0 16,-28 0-16,28 0 15,-54-26-15</inkml:trace>
  <inkml:trace contextRef="#ctx0" brushRef="#br0" timeOffset="95694.32">18656 13776 0,'-26'0'15,"26"26"17,0 26-17,0 1 1,0 26-16,0-1 15,0-25-15,0 25 16,0 1-16,0-26 0,0 25 16,0-25-16,0-27 15</inkml:trace>
  <inkml:trace contextRef="#ctx0" brushRef="#br0" timeOffset="96064">16714 14773 0,'-52'0'0,"26"0"15,26 26 17,26-26-32,79 26 15,26-26-15,53 26 16,52-26-16,52 0 16,54 0-16,-1-26 15,26 0-15,-52 0 16,-53 26-16,-78-27 15,-53 27-15,-78 0 0,-158 0 32,-53 0-32</inkml:trace>
  <inkml:trace contextRef="#ctx0" brushRef="#br0" timeOffset="96483.08">18184 15219 0,'-27'0'0,"27"-26"31,0-1-15,27-25-1,51 26-15,-25-1 0,26 27 16,-27 0-16,1 0 16,-27 0-16,0 27 15,0 51-15,-26-25 16,-52 26-16,-1-27 16,-52 27-16,0-53 0,0 26 15,27-25-15,25-1 16,1-26-16,26 0 15,-1 0 1,54 0 15,51 0-31,80 0 16,52-26-16,26-1 0,0 1 16,0-26-16</inkml:trace>
  <inkml:trace contextRef="#ctx0" brushRef="#br0" timeOffset="96749.58">20362 14668 0,'26'0'32,"0"0"-17,53 0-15,-1 0 16,27 0-16,-26 0 16,-26 0-16,-1 0 15</inkml:trace>
  <inkml:trace contextRef="#ctx0" brushRef="#br0" timeOffset="96917.22">20309 14930 0,'53'0'31,"25"0"-15,53-26-16,27 0 15,-1-1-15</inkml:trace>
  <inkml:trace contextRef="#ctx0" brushRef="#br0" timeOffset="97296.48">21542 14405 0,'0'53'78,"0"26"-78,0-1 16,0 1-16,0-27 15,0 1-15,27-1 0,-27 1 16,0-27-16,26 0 15,0-26-15,27 0 16,-1 0-16</inkml:trace>
  <inkml:trace contextRef="#ctx0" brushRef="#br0" timeOffset="97562.85">22041 14825 0,'0'-26'0,"0"0"16,26-1 0,0 27-1,-26 27 32,0-1-47,-26-26 16,0 0-1,26-26 17,52-1-32</inkml:trace>
  <inkml:trace contextRef="#ctx0" brushRef="#br0" timeOffset="97993.89">22487 14563 0,'0'-26'16,"0"-1"-16,0 1 15,0-26-15,26 25 16,27 27-1,-1-26-15,1 26 0,-27 0 16,26 0-16,-25 26 16,-27 27-16,26-27 15,-26 53-15,0-27 16,0 27-16,-53-27 16,1 27-16,-1-53 0,1 1 15,26-1-15,-1-26 16,106 0 46,26-26-62,26 26 16,27-27-16,-27 27 16,0 0-16,0 0 15</inkml:trace>
  <inkml:trace contextRef="#ctx0" brushRef="#br0" timeOffset="98282.99">21385 15376 0,'-79'26'16,"0"1"-16,53-27 15,131 0 1,79 0 0,26-27-16,52 1 15,-26 0-15,1 0 16,-28 0-16,1-1 16,0 27-16,-52 0 15,-1-26-15,-78 26 0,-27 0 16,-130 26-1</inkml:trace>
  <inkml:trace contextRef="#ctx0" brushRef="#br0" timeOffset="98575.01">21175 15639 0,'52'0'31,"132"0"-16,105-27-15,78-25 16,1 26-16,-27-27 16,-53 27-16,-52 0 15,-52-1-15,-79 27 16,-52 0-16,-27 0 0,-52-26 94</inkml:trace>
  <inkml:trace contextRef="#ctx0" brushRef="#br0" timeOffset="99645.54">7635 3149 0,'0'-27'0,"-26"27"16,-53 53-16,-26 52 15,-26 78-15,-26 54 16,-1 51 0,-25 27-16,-1 0 15,0 0-15,1-27 16,25-25-16,27-53 0,52-27 16,1-51-16,78-27 15,0-53 1,26-52-16,53 0 0</inkml:trace>
  <inkml:trace contextRef="#ctx0" brushRef="#br0" timeOffset="99844.77">7740 3385 0,'27'-79'16,"-27"53"-16,0 52 15,-105 105 1,-53 79-16,-52 79 0,-26 78 16,-26 0-16,-1 53 15,-25 0-15,-1 0 16,-26-26-16</inkml:trace>
</inkml:ink>
</file>

<file path=ppt/ink/ink2.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2T07:47:43.780"/>
    </inkml:context>
    <inkml:brush xml:id="br0">
      <inkml:brushProperty name="width" value="0.05292" units="cm"/>
      <inkml:brushProperty name="height" value="0.05292" units="cm"/>
      <inkml:brushProperty name="color" value="#C00000"/>
    </inkml:brush>
  </inkml:definitions>
  <inkml:trace contextRef="#ctx0" brushRef="#br0">9735 2939 0,'-27'0'0,"27"-27"0,53 27 47,25 0-47,27 0 15,27 0-15,-1 0 0,0 0 16,0 0-16,0-26 16,1 26-16,-54 0 15,27 0 1,-52-26-16,25 26 16,-51 0-16,-1-26 15</inkml:trace>
  <inkml:trace contextRef="#ctx0" brushRef="#br0" timeOffset="251.65">9944 2939 0,'27'0'46,"51"0"-46,27 0 16,27 0 0,25 0-16,0 0 15,-25-27-15,-1 27 0,-52 0 16,-27-26-16,-26 26 16,-26-26-1</inkml:trace>
  <inkml:trace contextRef="#ctx0" brushRef="#br0" timeOffset="983.38">12962 2965 0,'-79'0'15,"27"0"1,-1 0-16,27 0 16,0 0-16,52 0 31,79 0-15,26 0-16,53 0 15,0 0-15,25 0 16,-25 0-16,0 0 0,-27 0 15,-26 0-15,-52-26 16,0 26 0,-53 0-16,0 0 15,-78 0 1,-27 0 0</inkml:trace>
  <inkml:trace contextRef="#ctx0" brushRef="#br0" timeOffset="1339.7">13119 2965 0,'-26'0'0,"0"0"16,0 0-16,78 0 78,53 0-78,0 0 0,26 0 15,27 0 1,25 0-16,-25 0 16,-27 0-16,-26 0 15,-26 0-15,-53 0 16,-52 0 46</inkml:trace>
  <inkml:trace contextRef="#ctx0" brushRef="#br0" timeOffset="5968.09">8160 7189 0,'0'-26'0,"-26"0"16,0 0-16,26 0 15,-27 52 48,27 26-63,0 27 15,0 26-15,0-26 16,0-27-16,0 27 16,0 0-16,53-27 0,-27-26 15,27 0-15,-1 1 16,1-27-16,-1 0 15,1 0-15,-1-27 16,0 1 0,-25-26-16,-1-1 15,0 1-15,-26-27 0,0 0 16,0 1-16,0 25 16,0 1-16,0-1 15,0 27 1,0 52 46,0 0-62,0 27 0,0-1 16</inkml:trace>
  <inkml:trace contextRef="#ctx0" brushRef="#br0" timeOffset="6417.94">8974 7977 0,'26'-27'0,"0"1"16,0 0-16,1-27 0,-27 27 15,0 0-15,0 0 16,-27 26 31,1 0-47,-53 26 15,53 0-15,0 27 0,0-27 16,26 0-16,0 0 16,0 1-16,26-1 0,26 0 15,1 0-15,-1 1 16,1-1-1,-1 0-15,1 0 16,-27 1-16,-26-1 16,0 0-16,0 0 15,-26-26-15,-27 27 0,-25-27 16,-1 0-16,0 0 16,27 0-16,-27 0 15,53-27-15,-1 1 16,27-26-16,0 25 15</inkml:trace>
  <inkml:trace contextRef="#ctx0" brushRef="#br0" timeOffset="6767.41">10076 7740 0,'52'0'62,"53"-26"-46,-26 26-16,-1 0 16,-25 0-16,-1 0 0,-25 0 15,-1-26-15</inkml:trace>
  <inkml:trace contextRef="#ctx0" brushRef="#br0" timeOffset="6951.43">10049 7872 0,'-26'0'15,"52"0"16,27 0-15,52 0-16,26 0 16,0-27-16,0 27 0</inkml:trace>
  <inkml:trace contextRef="#ctx0" brushRef="#br0" timeOffset="8166.23">11729 7268 0,'-27'0'0,"1"-26"16,0 26-16,0 0 16,0-26-16,-1 26 0,27-27 15,0 1-15,0 0 16,27 0 0,25 0-16,0-1 0,27 27 15,-26 0 1,-1 0-16,1 0 0,-27 0 15,26 53-15,-52-27 16,0 26-16,0 1 16,0-1-16,-26 1 15,-26-27-15,-1 27 16,-26-27-16,1 0 16,25 0-16,-25 1 15,25-1-15,1-26 0,25 0 16,54 0 46,-1 0-62,53 0 16,-1 0-16,27 0 16,0 0-16,-26 0 15,26 0-15,-26 0 16,-1 0-16,-25 0 15,-1-26-15,-26 26 0</inkml:trace>
  <inkml:trace contextRef="#ctx0" brushRef="#br0" timeOffset="8619.9">12516 7163 0,'0'-26'31,"-26"52"32,-1 27-63,1-27 15,26 0-15,0 27 16,0-1-16,0-26 15,0 27-15,0-27 16,0 27-16,53-27 16,-27 0-16,26-26 15,1 26-15,-1-26 0,-25 0 16,25 0-16,-26 0 16,27 0-16,-27-26 15,0 0-15,1 0 0,-27-27 16,26 1-16,-26-1 15,0 1 1,0-1-16,0 1 16,0 25-16,-53-25 15,1 26-15,-1 26 0,27-26 16,-26 26-16,-1 0 16</inkml:trace>
  <inkml:trace contextRef="#ctx0" brushRef="#br0" timeOffset="9269.34">11256 8003 0,'-52'-26'0,"-27"26"16,27-27-16,-1 27 15,27-26 1,78 26 0,80 0-16,104 0 15,105 0 1,79 0-16,0 0 15,-1 0-15,1 0 16,-52 0-16,-53 0 0,-106 0 16,-104 0-16,-52 0 15,-106 0 17,-52 0-32,27 0 0,-27 0 15,0 0-15</inkml:trace>
  <inkml:trace contextRef="#ctx0" brushRef="#br0" timeOffset="10471.11">12149 8292 0,'0'-27'0,"0"1"15,0 79 48,-27 25-63,1-25 16,26 25-1,0 1-15,0-26 16,0 25-16,0-25 15,0-1-15,0-25 16,0-1-16,26 0 16,1 0-16,-1-26 15,26 0-15,1 0 0</inkml:trace>
  <inkml:trace contextRef="#ctx0" brushRef="#br0" timeOffset="11268.15">12490 8423 0,'-27'52'78,"1"1"-78,0-1 16,26 1-16,0-27 15,0 26-15,0 1 0,0-27 16,0 0-16,26 1 16,0-27-16,27 26 15,-1-26 1,-25 0-16,25 0 0,1-53 16,-27 27-16,0 0 0,0-27 15,-26 1-15,0-1 16,0 1-1,-26 26-15,-26-27 16,-27 27-16,26 26 16,27-26-16,0 26 15,0 0-15,78 0 32,27 0-17,0 26-15,26-26 16,-53 26-16,27-26 15,-27 26-15,1-26 16,-27 0-16,0 0 16,-26 27 62,-26 25-63,26 1 1,-26-27-16,26 26 16,-27 1-16,27-27 0,0 0 15,0 1-15,27-1 16,-1-26-16,26 26 16,-25-26-16,25 0 15,27-26-15,-53 0 0,27-1 16,-27-25-1,-26-1-15,0 1 16,0-1-16,0 27 16,0-26-16,-53 25 0,1 1 15,-1 0-15,1 26 16,26 0-16,-1 0 16,1 0-16,0 0 15,26 26 1</inkml:trace>
  <inkml:trace contextRef="#ctx0" brushRef="#br0" timeOffset="11702.75">14117 8213 0,'0'-26'0,"-27"26"62,1 26-62,-53 26 16,-26 53-16,27 0 15,-27 0-15,0 26 0,26 27 16,-26-27-16,26 0 16,27 0-16,-1 1 15,27-54-15,0 1 16,0-26-16,-1-1 0,27-26 31</inkml:trace>
  <inkml:trace contextRef="#ctx0" brushRef="#br0" timeOffset="12167.2">14221 8921 0,'-26'-26'0,"0"26"16,0 0 0,0 0-16,-1 0 15,-25 0-15,-1 26 0,1 27 16,-27-1-16,27 1 15,-1-1-15,27 1 16,26 25-16,0-25 16,0-1-1,26 1-15,27-27 16,-1 0-16,27-26 16,0 0-16,-27 0 15,1 0-15,-1-26 0,-26 0 16,-26-27-16,0 27 15,0 0-15,0 0 16,0-1-16,-52 27 16,-1 0-16,1 0 15,-1 0-15,1 0 16,26 0-16,-1 27 16,-25-1-16,52 0 15,-26 0-15,26 1 0,0-1 16,52-26-1</inkml:trace>
  <inkml:trace contextRef="#ctx0" brushRef="#br0" timeOffset="12636.11">14510 9052 0,'0'-26'16,"0"52"46,0 27-62,0-1 16,0-25-16,0 25 0,0-26 15,0 27-15,0-27 16,26 27-16,1-53 16,-1 26-16,26-26 15,1 0-15,-1 0 16,1 0-16,-1-26 0,1-27 16,-1 27-1,-52-27-15,26 1 0,-26-1 16,0 1-1,0-1-15,-26 27 16,-26-26-16,-1 26 0,1-1 16,-1 27-16,27 0 15,0-26-15,-27 26 16,27 0-16,0 0 16,0 26-16,-1-26 15</inkml:trace>
  <inkml:trace contextRef="#ctx0" brushRef="#br0" timeOffset="12988.92">15612 7662 0,'-26'0'0,"26"-26"31,52 26 0,27 0-31,26 0 16,0 0-16,-26-27 15,0 27-15,-1 0 16,-25-26-16</inkml:trace>
  <inkml:trace contextRef="#ctx0" brushRef="#br0" timeOffset="13153.05">15612 7793 0,'26'0'32,"53"0"-17,52 0-15,27 0 16,-1-53-16</inkml:trace>
  <inkml:trace contextRef="#ctx0" brushRef="#br0" timeOffset="13620.71">17187 7006 0,'-27'-26'16,"27"-1"-16,0 1 15,0 0-15,53 26 16,-1-26-16,1 26 0,-1 0 16,-26 0-16,27 26 15,-53 0-15,26 0 16,-26 27-16,0-1 16,-52 1-1,-1-27-15,1 26 16,-1-25-16,1 25 0,26-52 15,-1 26-15,27 1 32,27-27-32,25 0 15,53 0-15,-26 0 16,52 0-16,-26-27 0,0 1 16</inkml:trace>
  <inkml:trace contextRef="#ctx0" brushRef="#br0" timeOffset="13937.2">18052 6927 0,'-52'0'0,"26"0"16,0 0-16,-27 0 0,27 26 15,0 27-15,26-1 16,0 1-1,0-1-15,0 1 16,0-1-16,52 1 0,1-27 16,-27-26-16,26 26 15,1-26-15,-27 0 16,26-26-16,1-27 16,-27 1-16,0-1 15,1-25 1,-27 25-16,0 1 0,0 26 15,-53-1-15,27 1 16,-27 26-16,1 0 16</inkml:trace>
  <inkml:trace contextRef="#ctx0" brushRef="#br0" timeOffset="14201.97">18472 7006 0,'27'0'32,"-1"52"-32,26 1 15,-25 25-15,25-25 0,0-1 16,1 1-16,-27-27 15,0 0 1,1 1-16,-1-27 16,26 0-16,-25 0 15</inkml:trace>
  <inkml:trace contextRef="#ctx0" brushRef="#br0" timeOffset="14417.93">18971 6980 0,'-26'26'32,"-1"0"-17,-25 27-15,26-1 16,-27 27-16,1-27 16,25 1-16,-25-1 0,26-26 15,0 27-15,26-27 16,-27 0-16</inkml:trace>
  <inkml:trace contextRef="#ctx0" brushRef="#br0" timeOffset="14849.86">19548 6953 0,'0'-26'16,"0"0"-16,-26 26 47,-27 0-47,27 26 16,-26 27-16,25-1 0,1 1 15,26-1-15,0 0 16,0 1-16,0-1 15,0-25-15,0-1 16,0 0-16,26-26 0,27 26 16,-1-26-1,1 0-15,-27 0 16,27-26-16,-27 0 16,-26 0-16,0-1 15,-26 27 1,-27-26-16,1 26 15,-1 0-15,27 0 16,0 0 0,-1 26-1,1-26-15,26 27 0</inkml:trace>
  <inkml:trace contextRef="#ctx0" brushRef="#br0" timeOffset="15250.49">19968 7058 0,'0'-26'0,"0"0"16,-26 78 30,0-25-46,-1 51 16,1-25-16,26-1 16,-26-26-16,26 27 15,0-27-15,0 0 16,52 1-16,1-1 16,-1-26-16,27 0 0,-27 0 15,27 0-15,-26-26 16,-1-27-16,1 27 15,-53-27 1,26 27-16,-26-26 16,0-1-16,-26 1 0,-27-1 15,27 27-15,-27 0 16,27 26-16,-53 0 16,27 0-16,-27 0 15</inkml:trace>
  <inkml:trace contextRef="#ctx0" brushRef="#br0" timeOffset="15601.87">17160 7872 0,'27'0'47,"104"0"-47,52 26 16,106-26-16,52 0 0,0 0 15,27 0-15,-27 26 16,-26-26-16,-27 0 15,-52 0 1,-78 0-16,-79 0 0,-53 0 16,-26-26-1,-105 26-15,-26 0 16,-79 0-16</inkml:trace>
  <inkml:trace contextRef="#ctx0" brushRef="#br0" timeOffset="15870.53">17711 8292 0,'0'26'31,"27"26"-16,-27 27-15,0 0 16,26-1-16,-26-25 16,0-1-16,0 27 15,0-53-15,0 1 16,0-1-16,26-26 0</inkml:trace>
  <inkml:trace contextRef="#ctx0" brushRef="#br0" timeOffset="16568.66">18184 8344 0,'0'26'47,"0"27"-47,-27 25 16,27-25-1,-26 26-15,26-27 16,0 1-16,0-1 16,0-26-16,26 1 15,27-27-15,-1 26 0,1-26 16,-1 0-16,1-53 16,-27 27-1,0-53-15,-26 27 16,0-1-16,0 1 0,-52-1 15,-27 1-15,0 26 16,-26-1-16,53 27 16,-1 0-16,27 0 15,52 0 1,79 0 0,0 0-16,27 27 0,-27-27 15,0 0-15,-27 0 16,1 0-16,0 0 15,-27 0 1,1 0-16,-53-27 16,26 27-16,-52 53 47,-1-27-47,-25 27 15,26-1-15,-1 1 0,27-1 16,0 1-1,0-27-15,0 0 0,27 0 16,-1 1 0,53-27-16,-27 0 15,27 0-15,-27-27 0,1 1 16,-1-26-16,-25-1 16,-27 1-1,0-1-15,0-26 0,-53 27 16,1-1-1,-1 27-15,1-26 0,-1 26 16,1 26-16,-27-27 16</inkml:trace>
  <inkml:trace contextRef="#ctx0" brushRef="#br0" timeOffset="16969.32">18367 6350 0,'27'-53'16,"-1"1"0,-26-1-16,26 27 15,-26 0-15,0 0 16,0 78 0,-26 1-1,-53 78-15,0-26 16,1 52-16,-1 27 15,-26-27-15,26 27 16,1-27-16,25 1 16,1-27-16,25 0 15,27-52-15</inkml:trace>
  <inkml:trace contextRef="#ctx0" brushRef="#br0" timeOffset="17287.18">20440 6324 0,'27'-53'16,"-27"27"-16,26 26 16,-26 52-1,-53 1 1,1 52-16,-1 0 16,1 26-16,-1-26 15,1 26 1,-27 0-16,0 0 0,-25 1 15</inkml:trace>
  <inkml:trace contextRef="#ctx0" brushRef="#br0" timeOffset="17704.77">18708 8265 0,'0'-26'16,"0"79"31,-26 25-32,-26 1-15,26 26 16,-53-26-16,26 26 0,-25 0 15,-1 0-15,26-1 16,-25 1-16,51-26 16,1-26-16,26-1 15</inkml:trace>
  <inkml:trace contextRef="#ctx0" brushRef="#br0" timeOffset="17971.48">19548 8108 0,'0'52'32,"-52"27"-17,-27 26 1,0 0-16,1 26 15,-27-26-15,26 26 16,0-26-16,27 0 0,-27-26 16,53 26-16,-1-53 15,27 1-15</inkml:trace>
  <inkml:trace contextRef="#ctx0" brushRef="#br0" timeOffset="18303.75">20991 7714 0,'53'0'63,"26"-26"-63,25 26 16,-25 0-16,0-26 15,-27 26-15,1 0 16</inkml:trace>
  <inkml:trace contextRef="#ctx0" brushRef="#br0" timeOffset="18436.65">20939 7845 0,'-26'0'16,"52"0"15,53 0-16,26 0-15,26 0 16,-26-26-16</inkml:trace>
  <inkml:trace contextRef="#ctx0" brushRef="#br0" timeOffset="18787.84">21883 7294 0,'0'-26'0,"0"0"0,27 26 46,-27 52-14,26 1-32,-26-1 0,26 1 15,-26-1-15,26 1 16,-26-27-16,0 27 16,0-27-16,0 0 15,27 0 1</inkml:trace>
  <inkml:trace contextRef="#ctx0" brushRef="#br0" timeOffset="19317">22225 7452 0,'0'-26'16,"0"-1"-16,0-25 15,26 26-15,0-1 0,27 27 16,-27-26 0,26 26-16,1 0 15,-1 0-15,-26 0 0,27 0 16,-27 26-16,-26 27 16,0-27-16,0 27 15,0-1-15,-52 1 16,-1-1-16,1-26 0,-1 1 15,1-1-15,26 0 16,-27 0 0,27-26-16,26 26 15,-26-26-15,78 0 47,1 0-31,25 0-16,27 0 15,-26 0-15,0-26 16,-27 26-16,27-26 0,-53 26 16,0 0-1,1 0-15,-54-26 110</inkml:trace>
  <inkml:trace contextRef="#ctx0" brushRef="#br0" timeOffset="19655.89">23012 7189 0,'0'27'62,"0"-1"-62,0 26 16,0 1-16,0-1 15,0 1-15,0-27 16,0 27-16,-26-27 16,26 26-16,0-25 15,-27-1-15,27 0 16,27-26 31</inkml:trace>
  <inkml:trace contextRef="#ctx0" brushRef="#br0" timeOffset="19953.68">23379 7294 0,'-52'0'31,"-27"27"-31,0-1 16,0 0-16,1 0 16,52 27-16,-27-27 0,53 0 15,0 1 1,26-1 0,27-26-1,-1 26-15,1-26 0,-1 26 16,27-26-16,-27 0 15,1 27-15,-1-27 16,1 0-16,-27 0 16,0 0-16</inkml:trace>
  <inkml:trace contextRef="#ctx0" brushRef="#br0" timeOffset="20550.48">23510 7426 0,'0'-27'0,"0"1"15,27 26 32,-27 26-31,0 27-16,0-1 16,26-25-16,-26-1 15,0 0-15,0-52 63,0-27-63,0 27 15,0-26-15,0 25 16,26 1-16,-26 0 0,26 26 16,1 0-1,-1 0 1,0 26-16,0 27 15,0-27-15,-26 0 0,27 0 16,-27 1 0,0-1-16,0-52 47,0-1-32,0 1-15,0-26 0,26-1 16,0 1-16,0 25 15,1 1-15,25 0 16,-26 26 0,-26 52 15,0 1-31,0-1 0,0 27 16,0-53-16,0 27 15,0-27-15,0 0 16,0 1-16,0-1 0</inkml:trace>
  <inkml:trace contextRef="#ctx0" brushRef="#br0" timeOffset="20832.11">24193 7294 0,'0'-26'0,"0"0"15,26 26-15,0 52 63,-26 1-48,0-1-15,0 27 16,0 0-16,0-27 16,0 27-16,0-27 15,0 27-15,0-26 16,0-1-16,-26-26 0,26 1 15,0-1-15,-26-26 32,26-53-17</inkml:trace>
  <inkml:trace contextRef="#ctx0" brushRef="#br0" timeOffset="21039.06">24193 7373 0,'0'-52'15,"26"25"-15,26-25 0,1 26 16,25 26-16,-25-27 16,-1 27-1,-25 0-15,-1 27 16,-26 25-16,0 1 16,0-1-16,-53 1 0,1-1 15,-1-26-15,1 1 16,26-1-16,0-26 15</inkml:trace>
  <inkml:trace contextRef="#ctx0" brushRef="#br0" timeOffset="21548.82">24875 6848 0,'0'-26'0,"26"0"16,-26 0 0,0 78 31,0 1-32,0 25-15,0 1 16,-26 0-16,0-1 15,-1-25-15,27-1 0,-26 1 16,0-27-16,26 0 16,0 1-1,0-80 32,0 27-31,26-27-16,0 1 15,27 26-15,-27-1 16,0 1-16,1 26 0,-1 0 16,26 0-1,-26 0-15,27 26 16,-27 27-16,0-1 16,1 1-16,-27-1 15,26-25-15,-26 25 16,0-26-16,-79 1 0</inkml:trace>
  <inkml:trace contextRef="#ctx0" brushRef="#br0" timeOffset="23284.95">5641 3988 0,'-26'0'0,"0"0"15,26 26 1,52-26 0,53 0-1,26 0-15,27 0 16,-27 0-16,-26 0 16,-26-26-16,-27 26 15,-26 0-15,1-26 0,-27 0 16,-27 26-1</inkml:trace>
  <inkml:trace contextRef="#ctx0" brushRef="#br0" timeOffset="23450.35">5694 4014 0,'-27'27'0,"1"-27"15,0 0-15,105 0 16,26 0-1,52 0-15,0 0 16,27 0 0,-53-27-16</inkml:trace>
  <inkml:trace contextRef="#ctx0" brushRef="#br0" timeOffset="29100.16">8396 10627 0,'-26'-26'16,"26"-1"-16,0 1 15,-26 26 17,26 26-17,-26 1-15,26 51 0,-27-25 16,27 26-1,0-1-15,-26 1 16,26-27-16,0 1 16,0-1-16,0 1 15,0-27 1,26-26-16</inkml:trace>
  <inkml:trace contextRef="#ctx0" brushRef="#br0" timeOffset="29484.69">8318 10601 0,'0'-27'0,"0"1"16,52 26 31,1 26-32,25 1 1,1 25-16,0-26 0,-1 27 16,1-1-16,-26 1 15,-1-1-15,-26 1 16,-26-1-16,0-26 16,0 27-16,-26-27 15,-53 27-15,-26-27 0,0 0 16,0 0-16,1 1 15,25-27-15,0 26 16,27-26 0,25 0-16,27 26 31,27-26-31</inkml:trace>
  <inkml:trace contextRef="#ctx0" brushRef="#br0" timeOffset="29907.88">9472 11467 0,'0'-27'16,"-26"1"-16,-27 26 15,1 0-15,-1 0 16,1 0-16,-27 26 16,27 1-16,-1-1 15,27 0-15,26 0 16,0 0-16,0 27 16,0-27-16,79 0 15,-27 1-15,27 25 0,0-26 16,-27 1-16,1-1 15,-1 0-15,-52 0 16,0 1 0,0-1-16,0 0 15,-79-26-15,1 26 16,-1-26-16,0 0 0,1 0 16,25 0-16,1-26 15,25 0-15,27 0 16,0-27-16,27 1 15</inkml:trace>
  <inkml:trace contextRef="#ctx0" brushRef="#br0" timeOffset="30221.14">10574 11414 0,'-26'0'16,"26"-26"-16,26 26 47,27 0-32,52 0-15,-27 0 0,27 0 16,-26 0 0,0 0-16,-53 0 15,0 0-15</inkml:trace>
  <inkml:trace contextRef="#ctx0" brushRef="#br0" timeOffset="30382.56">10495 11598 0,'-26'0'16,"26"26"15,79-26-31,52 0 16,53 0-16,26 0 15,-27-26-15</inkml:trace>
  <inkml:trace contextRef="#ctx0" brushRef="#br0" timeOffset="30847.96">12463 10942 0,'-26'-53'15,"26"27"1,26 0-16,27 26 0,-1 0 16,27 0-16,0 0 15,-27 0-15,-25 26 16,-1 0-16,0 0 15,-26 27-15,0-1 16,-26 1-16,-53 26 0,0-27 16,1-26-16,-1 1 15,26 25-15,-25-52 16,51 26 0,1-26-16,26 27 15,79-1 16,26-26-31,0 26 16,0-26-16,26 0 16,-26 0-16,26 0 15,-52-26-15</inkml:trace>
  <inkml:trace contextRef="#ctx0" brushRef="#br0" timeOffset="31233.03">13487 10837 0,'-26'0'15,"-1"0"-15,1 0 16,0 0 0,0 26-16,-1 26 0,1 1 15,0 26-15,26-27 16,0 27-16,0-27 15,0 1-15,0-1 16,52-25-16,-25-1 16,-1 0-16,26-26 0,1 0 15,-1 0-15,1 0 16,25-52 0,-25 25-16,-1-25 15,-25-1-15,-1-25 0,-26-1 16,0 26-16,0 1 15,-53-1-15,-25 1 16,25 26-16,-26 0 16,27 26-16,0 0 15,-1 0-15,27 0 16,0 26-16</inkml:trace>
  <inkml:trace contextRef="#ctx0" brushRef="#br0" timeOffset="31617.95">11939 11729 0,'-53'-26'15,"27"26"-15,26-27 16,52 27 15,80 27-15,25-27-16,79 0 16,0 0-16,27 0 0,-27 0 15,26 0-15,1 0 16,-1 0-16,0-27 15,-25 27 1,-80 0-16,-26-26 0,-78 26 16,-27 0-16,-78 0 47</inkml:trace>
  <inkml:trace contextRef="#ctx0" brushRef="#br0" timeOffset="32566.07">13041 12332 0,'0'-26'0,"0"0"15,26 0-15,-26-1 16,-26 27 15,-27-26-31,1 26 0,-27 0 16,27 0-16,-27 0 15,53 26-15,-1 1 16,1-27-16,26 52 16,0-26-16,79 27 15,26-1-15,0-25 16,-27 25-16,1 1 0,0-27 15,-53 0-15,0 0 16,-26 1-16,-52-1 16,-27-26-1,0 0 1,1 0-16,-1 0 16,53 0-16,-27-26 0,53-1 15,0 1-15,0-26 16,27 25-16,51-25 15,1-1-15,26 27 0,-26 0 16,26 0-16</inkml:trace>
  <inkml:trace contextRef="#ctx0" brushRef="#br0" timeOffset="32899.57">13513 12201 0,'-26'26'47,"0"1"-47,-1 51 16,1-25-16,26-1 15,0 1-15,0-1 16,0-25-16,0 25 16,26-26-16,1-26 15,25 0-15,27 0 0,-1 0 16,-25-52-16,-1-1 15,-25 1-15,-1-1 16,-26-25-16,0 25 16,0 1-1,-53-1-15,27 27 16,-26 26-16,-1 0 0,27 0 16,0 0-16,-1 0 15,27 26-15,0 27 16,0-27-16</inkml:trace>
  <inkml:trace contextRef="#ctx0" brushRef="#br0" timeOffset="33187.82">14484 12096 0,'-26'0'31,"-1"27"-15,-51 51-16,-1 1 15,0 26-15,-26 26 0,-26 0 16,26 27-16,-26-27 16,26 0-1,26-26-15,1 0 16,51-26-16,1-27 15,26 1-15,0-27 16,0 0-16,26-26 0</inkml:trace>
  <inkml:trace contextRef="#ctx0" brushRef="#br0" timeOffset="33553.21">14510 12647 0,'-52'0'16,"25"0"-16,-51 27 15,25 25 1,1 1-16,-1 25 0,27-25 16,0 25-16,26-25 15,0-1 1,0 1-16,0-27 15,26 0-15,0 1 0,27-27 16,-27 0-16,0 0 16,27-27-16,-27 1 15,0 0-15,-26 0 16,0-1-16,0 1 16,-26 26-16,0 0 15,-1-26-15,1 26 16,0 0-1,0 26-15,26 0 16</inkml:trace>
  <inkml:trace contextRef="#ctx0" brushRef="#br0" timeOffset="33934.82">14799 12831 0,'-26'0'31,"-1"26"-31,1 27 16,0-27 0,0 53-16,26-53 0,0 26 15,0 1-15,0-27 16,0 0-1,26 1-15,26-27 16,-25 0-16,25 0 0,0-27 16,1 1-16,-27 0 15,0-27-15,-26 1 16,0 26-16,0-1 16,-26 1-16,-26 0 0,-1 0 15,27-1-15,-26 27 16,25 0-1,1-26-15</inkml:trace>
  <inkml:trace contextRef="#ctx0" brushRef="#br0" timeOffset="34268.05">15770 11571 0,'26'0'31,"26"27"-15,1-27-16,-1 0 16,27 0-16,0 0 15,-1 0-15,-25 0 16,-27 0-16,0 0 16,1 0-16</inkml:trace>
  <inkml:trace contextRef="#ctx0" brushRef="#br0" timeOffset="35198.39">15848 11755 0,'-26'26'0,"0"-26"16,0 27-16,52-27 31,26 0-15,53 0-16,-26 0 0,0 0 15,-1 0 1,-25 0-16,-27 0 16,0 0-16,1 0 15,-1 0-15,-26-27 16,26 27-16</inkml:trace>
  <inkml:trace contextRef="#ctx0" brushRef="#br0" timeOffset="37120.87">17475 10811 0,'-26'-27'15,"26"1"1,0 0-16,0 0 16,0-1-16,26 1 0,0 0 15,1 26-15,25 0 16,27 0-1,-53 0-15,27 0 16,-27 26-16,0 27 0,-26-1 16,0 1-16,-26 25 15,-53-25 1,0 25-16,-26-25 0,27 26 16,-1-53-16,27 26 15,25-25-15,1-27 16,26 26-1,26-26 1,53 0-16,52 0 16,0 0-16,1 0 0,25-26 15,-26-1-15,-26 1 16</inkml:trace>
  <inkml:trace contextRef="#ctx0" brushRef="#br0" timeOffset="37436.35">18472 10732 0,'-52'-26'15,"26"26"-15,-1 0 16,1 0-16,-26 52 0,25 1 16,1-1-16,26 0 15,-26 27 1,26-26-16,0-1 0,26 1 15,0-27-15,1 0 16,25 0-16,-26-26 16,1 0-1,25 0-15,-26-52 16,27 26-16,-53-27 0,0 1 16,0-1-16,0 1 15,-53-1-15,27 27 16,-26 0-16,25 26 15,1 0 1</inkml:trace>
  <inkml:trace contextRef="#ctx0" brushRef="#br0" timeOffset="37653.98">18813 10837 0,'0'-26'0,"53"26"32,-1 52-32,27 0 15,26 1-15,-26-1 16,0 1-16,-27-1 16,0-25-16,-25-1 0,-27 0 15,0 0 1</inkml:trace>
  <inkml:trace contextRef="#ctx0" brushRef="#br0" timeOffset="37869.89">19417 10706 0,'0'-27'0,"-26"27"0,-27 0 15,1 27-15,-1 25 16,-25 1-16,25 25 15,27 1-15,-27-27 0,1 27 16,26-26 0,-1-1-16,27 1 15,-26-27-15,26 26 16,0-25-16,26-27 16</inkml:trace>
  <inkml:trace contextRef="#ctx0" brushRef="#br0" timeOffset="38235.62">19863 10706 0,'-26'0'47,"-27"26"-31,27 26-16,-26 27 15,25-27-15,1 27 16,26-26-16,0-1 16,0 1-16,0-27 0,0 0 15,53 0-15,-27-26 16,0 0-16,0 0 16,27 0-16,-27 0 0,0 0 31,-26-26-31,0 0 15,-52 26 1,26-26-16,-1 26 16,-25 0-16,26 0 15,-1 0-15,1 26 16,26 0 0</inkml:trace>
  <inkml:trace contextRef="#ctx0" brushRef="#br0" timeOffset="38585.42">20309 10837 0,'0'-26'32,"0"78"-17,-26 0-15,26 27 16,-26 0-16,26-27 15,0 27-15,0-26 16,0-27 0,52 26-16,-26-25 15,27-27-15,-1 26 0,27-26 16,-27 0-16,27-53 16,-26 27-16,-27-26 15,0-27-15,-26 0 0,0 0 16,-26 27-1,0-1-15,-27 1 16,1 26-16,-1 26 16,1 0-16,-1 0 15,-25 0-15</inkml:trace>
  <inkml:trace contextRef="#ctx0" brushRef="#br0" timeOffset="38917.36">17633 12018 0,'-27'0'15,"159"26"1,51-26-1,80 26-15,25-26 16,-25 0 0,-27 0-16,26 0 15,-52 0-15,0-26 0,-26 0 16,-79 26-16,-27-27 16,-51 27-16,-1 0 15,-105 0 1,-52 0-16</inkml:trace>
  <inkml:trace contextRef="#ctx0" brushRef="#br0" timeOffset="39371.28">18630 12542 0,'26'-26'0,"0"0"16,0 0-16,-26-1 16,0 1-16,-26 0 15,0 0-15,-53 26 16,27 0-16,-1 0 16,1 0-16,26 0 15,-1 52-15,27-26 0,0 27 16,0-1-16,53 1 15,-1 26-15,1-27 16,-1 1 0,-25-1-16,-27-26 0,0 0 15,-27-26 17,-25 0-32,-27 0 15,27 0-15,-1-52 16,27 26-16,26-27 15,0 27-15,52-26 16,27-1-16,26 1 16,26 25-16,0 1 0,1 0 15,-27 26 1</inkml:trace>
  <inkml:trace contextRef="#ctx0" brushRef="#br0" timeOffset="39702.24">19364 12437 0,'-26'0'31,"0"0"-31,-26 53 16,-1-1-16,27 1 15,0-1 1,26 1-16,0-27 15,26 27-15,26-27 16,27 0-16,0-26 0,-1 0 16,1 0-16,26-26 15,-26-27 1,-27 27-16,1-26 0,-53-27 16,0 26-16,0 1 15,-53 26-15,-25-1 16,-1 1-16,26 0 0,1 26 15,-1 0 1,27 0-16,0 26 16,26 0-16,0 1 15</inkml:trace>
  <inkml:trace contextRef="#ctx0" brushRef="#br0" timeOffset="39968.19">19784 12254 0,'0'-27'0,"-26"80"47,-53 26-31,-26 26-16,27 26 15,-27 0-15,26 26 0,-26-25 16,0-1-16,26 0 15,1-26-15,25-26 16,27-27 0,26 1-16,0-27 15,26-52-15</inkml:trace>
  <inkml:trace contextRef="#ctx0" brushRef="#br0" timeOffset="40302.19">21201 10128 0,'0'-26'0,"-26"79"63,0-1-63,-27 27 15,-25-27-15,25 27 16,1 0-16,-1-27 0,1 27 16,-1 0-16,1-1 15,25 1-15,-25 0 16,-1-1-1,1 1-15,-27 0 16,1 0-16</inkml:trace>
  <inkml:trace contextRef="#ctx0" brushRef="#br0" timeOffset="45719">18708 12359 0,'53'-53'16,"-53"27"-16,26 26 15,-26-26-15,-79 52 47,-25 26-31,-28 27-16,27 26 15,-26-26-15,26 26 16,-26-26-16,26-1 16,0 1-16,26 0 15,27-27-15,-1 1 0</inkml:trace>
  <inkml:trace contextRef="#ctx0" brushRef="#br0" timeOffset="46170.11">18000 13854 0,'-26'0'0,"-27"-26"16,53 0-16,-26 0 0,26-27 16,0 27-16,26 0 15,27-1-15,-27 1 16,26 0-16,-25 26 16,25 0-16,-26 52 15,-26-25 1,0 51-16,0-25 15,-52-1-15,-1 1 16,-25-1-16,25 1 16,-25-27-16,51 0 0,1 0 15,79-26 17,52 0-32,26-26 15,26-26 1,1-27-16,-1 0 15,0-26-15</inkml:trace>
  <inkml:trace contextRef="#ctx0" brushRef="#br0" timeOffset="46680.31">18420 10574 0,'26'0'0,"0"-26"0,1-26 15,-1 52-15,0-27 16,-105 80 15,-78 26-31,-27 26 16,-26 26 0,0 26-16,0-26 15,27 1-15,52-27 16,-1-27-16,54 1 15,-1 0-15,53-53 16,-1 26-16</inkml:trace>
  <inkml:trace contextRef="#ctx0" brushRef="#br0" timeOffset="47101.52">17501 9708 0,'0'-26'0,"-26"26"15,0 0-15,0 26 16,-27 1-1,27-1-15,0 0 0,0 0 16,26 1-16,0-1 16,0 0-16,52 0 15,27 1-15,-1-27 16,27 26-16,-52 0 16,-1 0-16,-25 1 15,-1-1-15,-26 0 0,0 0 16,-26 1-16,-27-27 15,1 26 1,-27-26-16,26 26 16,1-26-16,26 0 0,-1 0 15</inkml:trace>
  <inkml:trace contextRef="#ctx0" brushRef="#br0" timeOffset="47337.22">17633 9682 0,'26'-26'15,"0"0"1,27 26 0,-27-26-16,0 26 0,0-27 15,1 27-15,25 0 16,-26 0-16,1-26 15,-1 26 1,0 0 0,0 0-1,0 26-15</inkml:trace>
  <inkml:trace contextRef="#ctx0" brushRef="#br0" timeOffset="47902.27">18525 13697 0,'-26'0'32,"-27"26"-32,-52 53 15,0 0-15,-26 26 16,0-1-16,0-25 0,-1 26 16,1 0-16,0-26 15,0 0-15,26-53 16</inkml:trace>
  <inkml:trace contextRef="#ctx0" brushRef="#br0" timeOffset="48433.99">19916 10338 0,'-27'26'32,"-25"27"-32,-27 52 0,-26 0 15,26 0-15,27 26 16,-27-26-16,27 26 15,-27-26-15,27 0 16,-27-26 0,26-27-16</inkml:trace>
  <inkml:trace contextRef="#ctx0" brushRef="#br0" timeOffset="49032.14">19601 9367 0,'0'-26'0,"0"-26"16,0 25-16,52 1 16,1 26-16,25-26 0,-25 26 15,26 0 1,-1 0-16,-52 0 0,1 26 15,-27 0 1,0 1-16,0 25 0,-79 1 16,0-1-16,27-26 15,-1 1-15,1-1 16,26-26-16,26 26 16,0 0-1,52 1-15,1-1 16,-1 0-16,1 0 15,-27 0-15,-26 1 16,0-1 0,-53-26 15,1 0-31,-1 0 16,1 0-16,26 0 15,26-26 1,0-1-16</inkml:trace>
  <inkml:trace contextRef="#ctx0" brushRef="#br0" timeOffset="49399.81">21254 11414 0,'26'0'63,"26"0"-63,27 0 16,26 0-16,-26 0 15,0 0-15,-53 0 16,0 0-16</inkml:trace>
  <inkml:trace contextRef="#ctx0" brushRef="#br0" timeOffset="49552.04">21227 11755 0,'-26'26'0,"105"-26"31,26 0-16,52 0-15,27-26 16</inkml:trace>
  <inkml:trace contextRef="#ctx0" brushRef="#br0" timeOffset="49931.96">22487 11020 0,'0'-26'0,"0"0"0,0 78 63,0 27-63,0 0 16,0 0-16,0 26 15,0-53-15,0 27 0,0-1 16,0-25-16,0-1 15,0-25-15,26-27 16</inkml:trace>
  <inkml:trace contextRef="#ctx0" brushRef="#br0" timeOffset="50253.8">22881 11204 0,'0'-26'16,"-27"0"-16,1 26 47,26 26-47,0 0 15,0 0-15,0 1 16,0 25-16,26-26 16,27 1-16,-27-27 0,27 26 15,-1 0-15,0 0 16,-25 1-1,-1 25-15,-26-26 16,0 0-16,0 1 16,0-1-16,-53 0 15,1 0-15,0-26 0,-27 27 16,26-27-16,1 0 16,-1 0-16,27-53 15</inkml:trace>
  <inkml:trace contextRef="#ctx0" brushRef="#br0" timeOffset="50452.18">22723 11178 0,'0'-26'0,"0"-1"16,26 27-1,27 0 1,26 0-1,-1 0-15,1 0 16,-27 0-16,27 0 16,-26 0-16,-27 0 0</inkml:trace>
  <inkml:trace contextRef="#ctx0" brushRef="#br0" timeOffset="50736.13">23405 11073 0,'0'26'63,"0"27"-47,0-1-16,0 1 15,0-1-15,0 1 16,0-1-16,0 1 15,-26-1-15,26-26 16,0 0-16,0 1 16,0-1-1,26-26 1,1 0-16,25 0 16</inkml:trace>
  <inkml:trace contextRef="#ctx0" brushRef="#br0" timeOffset="51002.68">23668 11257 0,'0'-27'0,"-26"27"31,-27 0-31,1 27 16,-27-1-16,0 26 15,27-25-15,25 25 16,27-26-16,0 1 0,0-1 15,0 0 1,0 0-16,53 0 16,-1-26-16,27 27 15,-26-27-15,-1 0 0,1 0 16,25 0-16,-25 0 16,-27 0-16</inkml:trace>
  <inkml:trace contextRef="#ctx0" brushRef="#br0" timeOffset="51616.72">23851 11283 0,'0'-26'0,"0"-1"16,0 80 31,-26-1-32,26 1 1,-26-1-16,26 1 16,0-27-16,0 26 0,0-25 15,0-1 1,0-52 15,0-27-31,0 1 16,0-1-16,0 1 0,0-1 15,0 27 1,26 0-16,-26 0 16,26 26-1,1 0 1,-1 0-16,0 26 0,0 0 16,1 0-16,-27 27 15,0-27-15,26 0 16,-26 27-16,0-27 15,26-26 32,-26-52-47,0-1 16,26 27-16,-26-27 16,27 27-16,-27-26 0,26 25 31,0 54 0,0-1-31,1 26 16,-1-25-16,0-1 0,-26 0 15,26 0-15,1-26 16,-27 27-16,26-27 16</inkml:trace>
  <inkml:trace contextRef="#ctx0" brushRef="#br0" timeOffset="51901.68">24455 11204 0,'0'-26'16,"0"0"-1,0 78 32,0 1-31,0-1-16,0 1 15,0 25-15,0-25 16,-26 25-16,26 1 16,-27 0-16,27-27 15,0 27-15,0-53 16,0 27-16,0-27 16,0 0-16,27-26 31</inkml:trace>
  <inkml:trace contextRef="#ctx0" brushRef="#br0" timeOffset="52116.83">24455 11309 0,'0'-26'0,"0"0"15,79-1 1,-27 27-16,1 0 15,-1 0-15,-26 27 0,-26 25 16,27 1 0,-27-27-16,0 26 15,-27 1-15,-25-27 16,26 0-16,-27 0 0,27-26 16</inkml:trace>
  <inkml:trace contextRef="#ctx0" brushRef="#br0" timeOffset="52614.73">25137 10706 0,'0'-27'0,"0"54"62,-26 25-62,0 27 0,-1-27 0,1 27 16,0 0 0,26-1-16,-26 1 15,26 0-15,-26-27 16,26-25-16,0 25 15,-27-52-15,27 26 16,0-78 15,0-1-15,0 1-16,27-1 16,-1 27-16,0 0 15,0 0-15,0-1 0,1 27 16,-1 0-16,0 0 15,0 27-15,1 25 16,-1 1-16,-26 25 16,0-25-16,0 26 0,0-27 15,0 0 1,0 1-16,0-1 16</inkml:trace>
  <inkml:trace contextRef="#ctx0" brushRef="#br0" timeOffset="62402.44">12805 14563 0,'0'-26'0,"0"-1"16,-27 1-16,27 0 16,-26 26-16,26 26 47,-26 53-32,26 0 1,-26-1-16,26 27 15,0-26-15,0 0 16,0-27-16,0-26 16,0 1-16,0-1 0,26-26 62,0 0-46,0-53-1</inkml:trace>
  <inkml:trace contextRef="#ctx0" brushRef="#br0" timeOffset="62852.97">12805 14563 0,'-27'0'0,"1"0"0,26-26 16,-26 26-1,78 0 32,1 0-47,-1 26 16,27-26-16,0 26 16,-27 0-16,27 1 15,-27 25-15,1-26 16,-27 0-16,0 1 15,-26-1-15,27 0 16,-27 0-16,0 1 16,-27 25-16,1-26 15,-53 1-15,1 25 16,25-26-16,-26 1 0,27-27 16,-27 26-16,27 0 15,-27-26-15,27 26 16,-27-26-1,26 27-15,27-27 16,0 26-16,52-26 31,53 0-15,0 0-16</inkml:trace>
  <inkml:trace contextRef="#ctx0" brushRef="#br0" timeOffset="63500.45">14064 15140 0,'0'-26'15,"0"0"1,-26 26-16,0 0 16,-27 0-16,27 0 15,-53 0-15,27 0 16,-1 26-16,1 0 15,25 0-15,1 1 0,26-1 16,0 0 0,26 0-16,27 27 15,-1-27-15,27 0 16,-26 0-16,25 1 16,-25-1-16,-1-26 15,-25 26-15,-27 0 31,-53-26-15,-26 27-16,1-27 16,-27 0-16,26 0 15,26 0-15,1 0 16,26-27 0,26-25-16,78 26 0</inkml:trace>
  <inkml:trace contextRef="#ctx0" brushRef="#br0" timeOffset="63778.75">14510 15035 0,'-26'-26'15,"105"26"17,26 0-17,26 0-15,0 0 16,-26 0-16,0 0 0,0 0 16,-53 0-16,-25-26 15,-54 26 16</inkml:trace>
  <inkml:trace contextRef="#ctx0" brushRef="#br0" timeOffset="64002.97">14825 14773 0,'-26'0'0,"26"26"46,0 26-30,26 1-16,0 26 16,0-27-16,-26 1 15,0 25-15,0-25 16,0-1-16,27-25 16,25 25-16,1-52 0</inkml:trace>
  <inkml:trace contextRef="#ctx0" brushRef="#br0" timeOffset="64402.61">15533 14825 0,'0'-26'0,"0"0"16,0 52 30,0 26-46,-26 1 16,26-1-16,0 1 16,0-1-16,0 1 15,26-1 1,1 1-16,-1-27 16,26-26-16,-25 26 0,25-26 15,1 0 1,-1-26-16,27-26 0,-27-1 15,1 1-15,-27-1 16,-26-26-16,26 27 16,-26-1-16,0 27 15,0 0-15,0 0 0,0-1 16,-26 27 15</inkml:trace>
  <inkml:trace contextRef="#ctx0" brushRef="#br0" timeOffset="64747.1">16531 15061 0,'0'-26'0,"0"0"0,0 0 16,-27 26 15,-25 0-15,-27 26-16,0 0 15,27 27-15,-1-1 16,53-26-16,0 27 16,0-27-16,0 0 15,53 27-15,26-27 0,-27-26 16,1 26-16,-1 0 15,-26 1-15,1-1 16,-27 0 0,-53 27-1,-52-27-15,26 0 0,-26 0 16,1 1 0,-1-27-16</inkml:trace>
  <inkml:trace contextRef="#ctx0" brushRef="#br0" timeOffset="65133.67">11991 16242 0,'-79'0'0,"53"0"15,26 26-15,53-26 32,78 0-32,105 0 0,53 0 15,78 0 1,27-26-16,25 0 0,27 26 15,1-26-15,-1-1 16,-53 27-16,-52-26 16,-104 26-16,-106-26 15,-53 26-15,-51 0 16,-1 0-16</inkml:trace>
  <inkml:trace contextRef="#ctx0" brushRef="#br0" timeOffset="65502.54">14773 16610 0,'-27'-53'0,"27"27"15,27 0-15,25-1 0,27 1 16,-1 26-16,27 0 16,-26 0-16,-26 53 15,-53-1-15,0 1 16,0 25 0,-53 1-16,-26-27 15,-26 27-15,0-26 0,27-27 16,-1 0-16,27-26 15,25 0-15,80 0 47,52 0-47,78 0 0,1-52 16,26 25 0,-26-25-16,-1-27 0</inkml:trace>
  <inkml:trace contextRef="#ctx0" brushRef="#br0" timeOffset="65766.61">17187 16137 0,'78'0'47,"27"0"-47,53 0 0,-27 0 15,-26 0 1,0 0-16,-26 0 16,-27 0-16,-26 0 0</inkml:trace>
  <inkml:trace contextRef="#ctx0" brushRef="#br0" timeOffset="65912.23">17370 16347 0,'-26'0'0,"52"0"47,79 0-47,79 0 16,26-26-16,26 0 15</inkml:trace>
  <inkml:trace contextRef="#ctx0" brushRef="#br0" timeOffset="66216.17">19023 15061 0,'0'-52'16,"-26"52"-16,26-26 15,0 78 17,0 27-32,0-27 15,0 53 1,0-52-16,0 25 0,0 1 15,0-26-15,0-1 16,0 1-16,26-1 16,1-26-16,25 1 15</inkml:trace>
  <inkml:trace contextRef="#ctx0" brushRef="#br0" timeOffset="66517.64">19417 15219 0,'0'-53'0,"0"1"16,26 26-16,27-1 16,-1 27-16,1 0 15,25 0 1,-25 0-16,-27 53 0,0-1 16,-26 1-16,0 26 15,0-27-15,-52 27 16,-1-27-16,1-26 0,-1 1 15,27-1 1,0 0-16,0-26 16,131 0 15,26-26-15,26 0-16,27-1 15,-27 27-15</inkml:trace>
  <inkml:trace contextRef="#ctx0" brushRef="#br0" timeOffset="66750.42">20388 15429 0,'26'-27'31,"53"27"-15,26 0-16,26 0 16,-26 0-16,-26 0 0,26 0 15,-27 0-15,1 0 16,-79-26 0</inkml:trace>
  <inkml:trace contextRef="#ctx0" brushRef="#br0" timeOffset="66968.98">20781 15166 0,'-26'0'0,"26"27"47,0 25-47,-26 27 15,26-27-15,0 27 16,0-27-16,0 27 0,0 0 15,0-27 1,26 27-16,0-26 16,27-27-16,-1-26 15</inkml:trace>
  <inkml:trace contextRef="#ctx0" brushRef="#br0" timeOffset="67218.67">21464 15114 0,'0'26'32,"-27"27"-17,27-1-15,0 27 16,-26-27-16,26 1 0,0-1 15,0 1 1,0-27-16,0 0 16,0 0-16,53-26 15</inkml:trace>
  <inkml:trace contextRef="#ctx0" brushRef="#br0" timeOffset="67501.52">22041 15166 0,'0'-26'0,"-26"26"16,-1 0-16,1 0 15,0 26-15,0 1 16,26 25-16,0 1 16,0-27-16,52 26 0,27-26 15,0 27-15,-27-27 16,1-26-16,-1 26 15,-26-26 1,1 27-16,-80-1 31,-26 0-15,27 0-16,-53 27 16,52-53-16</inkml:trace>
  <inkml:trace contextRef="#ctx0" brushRef="#br0" timeOffset="67728.41">21936 15140 0,'0'-26'0,"79"0"46,26 26-46,26-27 0,-26 27 16,0 0-16,0-26 16,-53 26-16,1 0 15</inkml:trace>
  <inkml:trace contextRef="#ctx0" brushRef="#br0" timeOffset="68045.63">19443 16295 0,'-26'0'15,"131"-27"1,52 1-1,106 0 1,25 0-16,27-1 16,-26 1-16,26 26 15,0-26-15,-27 26 0,-25 0 16,-27-26 0,-52 26-16,-80-27 0,-51 27 15,-27 0-15,-78 0 47</inkml:trace>
  <inkml:trace contextRef="#ctx0" brushRef="#br0" timeOffset="68450.62">20860 16610 0,'-26'0'0,"26"-27"0,0 1 15,0 0-15,52 0 16,27 26-16,-26-27 16,25 27-16,-25 0 15,-27 0-15,26 27 0,-52-1 16,0 26-1,0 1-15,0-1 16,-52 1-16,-27-1 16,-26-26-16,27 1 15,25-1-15,1-26 16,25 0-16,54 0 47,78 0-47,26-26 0,52-27 15,-25 27-15,26-27 16,-1 27 0,-25 0-16</inkml:trace>
  <inkml:trace contextRef="#ctx0" brushRef="#br0" timeOffset="69080.81">21306 17817 0,'-26'0'0,"78"-27"47,53 27-31,27-26-16,-1 0 15,-52 26-15,-1 0 16,-25 0-16,-27 0 16,-26 26-16</inkml:trace>
  <inkml:trace contextRef="#ctx0" brushRef="#br0" timeOffset="69219.59">21464 18000 0,'-27'0'0,"1"0"31,79 0-15,25-26 0,80 0-16,-1-27 15,1 1-15</inkml:trace>
  <inkml:trace contextRef="#ctx0" brushRef="#br0" timeOffset="69585.22">22408 17213 0,'0'-52'0,"0"25"0,0-25 16,27-1-16,25 27 16,0 0-16,-25 26 15,25-26-15,-26 26 16,1 0-16,-1 0 0,0 52 15,-26-26-15,0 53 16,0-26 0,0 25-16,-52-25 15,-1-1-15,1-26 16,-1 27-16,27-27 16,0-26-16,0 26 15,104-26 32,27 0-47,53-26 0,-27 0 16,0-27-16,0 1 15</inkml:trace>
  <inkml:trace contextRef="#ctx0" brushRef="#br0" timeOffset="69882.05">23248 16846 0,'0'-27'0,"0"1"0,26 26 15,27-26-15,25 0 16,-25 26-16,-1 0 16,-25 0-16,-1 0 15,0 0-15,-26 26 16,26 0-16,1 27 15,-27 25-15,0 1 16,0-26-16,0 25 16,0-51-16,0 25 0,0-26 15,0 0-15,0 1 16,0-1-16,0 0 16</inkml:trace>
  <inkml:trace contextRef="#ctx0" brushRef="#br0" timeOffset="70236.17">24114 17056 0,'-26'26'47,"-53"53"-47,-26-1 15,-53 53-15,1-26 16,26 27-16,-27-27 16,53 0-16,-26 26 15,26-26-15,27-27 0,-1-25 16</inkml:trace>
  <inkml:trace contextRef="#ctx0" brushRef="#br0" timeOffset="70584.97">23668 17948 0,'0'-53'15,"0"27"-15,0 0 16,52 0-16,1 26 15,-27 0 1,26 0-16,-25 0 16,-27 52-16,0 53 15,-27-26-15,-51 26 16,-27 0-16,0-27 16,26-25-16,0-1 15,53-52-15,0 27 16,52-27-1,105-27 1,105-25-16,53-27 16,26-26-16,-26 0 15</inkml:trace>
  <inkml:trace contextRef="#ctx0" brushRef="#br0" timeOffset="72235.95">12700 3516 0,'0'-26'0,"0"-1"0,-27 54 47,-78 104-47,-52 26 15,-53 79-15,0 1 16,0 25-16,0-26 0,0 27 16,53-54-16,52-25 15,79-53-15,26-52 16</inkml:trace>
  <inkml:trace contextRef="#ctx0" brushRef="#br0" timeOffset="72485.86">12358 3883 0,'79'-105'0,"0"27"16,-27-1-16,1 53 15,-27-1-15,0 27 16,-78 105-1,-79 53-15,-79 52 16,-26 52-16,-27 0 16,27 27-16,26-26 15,0-1-15,53-26 16,26-26-16</inkml:trace>
  <inkml:trace contextRef="#ctx0" brushRef="#br0" timeOffset="72928">11020 5589 0,'-236'52'0,"52"-25"15,106-1-15,51-26 16,80 0-16,131 0 16,130 0-16,133-53 0,77 1 15,54 26 1,-1-27-16,0 1 0,-52 25 16,-53 27-16,-104-26 15,-80 26 1,-130 0-16,-80 0 15,-104 0-15,-157 0 0,-106 53 16,-105-27-16</inkml:trace>
  <inkml:trace contextRef="#ctx0" brushRef="#br0" timeOffset="73067.88">12621 5825 0,'-577'131'16,"-53"-26"-16,105 0 16,105-52-16,184-1 0,236-26 15,210-26 1,262-52-16,263-27 0,210-26 15,157 0 1,52-26-16,-25 0 16</inkml:trace>
  <inkml:trace contextRef="#ctx0" brushRef="#br0" timeOffset="81510.89">3043 4198 0,'0'-26'62,"-26"26"-62,0 0 0,0-26 16,-27 26-16,27 0 16,-27 0-1,1 0-15,26 0 16,-27 0-16,27 26 16,-26 0-16,-1 27 15,27-27-15,0 0 0,26 0 16,0 1-16,0-1 15,0 0-15,0 0 16,0 1-16,26-27 0,0 26 16,27 0-1,-27-26-15,0 0 16,0 0-16,1 0 16,-1 0-16,26 0 15,-26 0-15,27 0 16,-27 0-16,0-26 0,1 26 15,-54 0 79,-25 0-94,-1 0 16,1 0-16,0 0 15,25 26-15,-25-26 16,26 0-16,-27 26 0,27-26 16,0 26-1,-1-26-15,27 27 16,0-1-16,-26 0 16,26 0-16,0 1 0,0-1 15,0 0-15,53 0 16,-27 1-16,26-27 15,27 0 1,-26 0-16,25 0 0,1 0 16,0 0-16,-1-27 15,-25-25-15,-1 26 16,1-1-16,-27-25 16,0 26-16,1-1 15</inkml:trace>
  <inkml:trace contextRef="#ctx0" brushRef="#br0" timeOffset="82584.41">2781 4565 0,'-26'0'15,"52"0"48,26 0-63,1 0 15,-1 0-15,1-26 16,-1 26-16,1-26 16,-27 0-1,27 26-15,-27-26 0,-26-1 16,26 1-16,-26 0 16,0 0-16,0-1 15,0 1-15,0 0 16,-26 26-16,26-26 15,-26-1-15,-1 27 16,1-26-16,-26 26 16,25 0-16,1 0 15,-26 0-15,-1 0 16,-26 26-16,27 1 0,0-1 16,25-26-16,1 26 15,0-26-15,26 26 16,-26-26-16,26 27 15,0-1 1,0 0-16,0 0 0,0 1 16,26-1-1,26-26-15,-25 26 0,-1-26 16,26 0-16,-26 0 16,1 0-16,-1 0 15,0 0-15,27 0 0,-27-26 16,-52 26 46,-53 0-46,26 26-16,-25-26 0,25 26 16,27 0-16,-26-26 15,-1 27-15,27-1 16,0 0-16,26 0 15,0 1-15,-27-1 16,27 0-16,0 0 16,0 1-16,27-27 15,25 0-15,27 26 16,-27-26-16,27 0 0,-27 0 16,1-26-16,-27-1 15,0-25-15,1 26 16,-1-27-16,-26 1 15,0-1 1,0 27-16,0 0 16,0 0-16,-26 26 0</inkml:trace>
</inkml:ink>
</file>

<file path=ppt/ink/ink3.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2T07:52:28.967"/>
    </inkml:context>
    <inkml:brush xml:id="br0">
      <inkml:brushProperty name="width" value="0.05292" units="cm"/>
      <inkml:brushProperty name="height" value="0.05292" units="cm"/>
      <inkml:brushProperty name="color" value="#C00000"/>
    </inkml:brush>
  </inkml:definitions>
  <inkml:trace contextRef="#ctx0" brushRef="#br0">13828 7321 0,'-26'0'0,"26"26"63,52-26-63,1 26 15,52-26-15,-27 0 16,-25 26-16,25-26 15,-25 0-15,-1 0 16,1 0-16,-27 0 16</inkml:trace>
  <inkml:trace contextRef="#ctx0" brushRef="#br0" timeOffset="199.6">13618 7662 0,'79'0'31,"26"0"-31,26 0 16,26 0-16,1-26 16,-27 26-16,-26-27 15,0 27 1</inkml:trace>
  <inkml:trace contextRef="#ctx0" brushRef="#br0" timeOffset="1200.08">16531 6796 0,'0'26'63,"-27"27"-48,-25 25-15,-1 1 16,1 0-16,26-27 15,-1 27-15,1-27 16,26-25-16,0-1 0,0 0 16,26 0-16,27-26 15,52 0-15,26 0 16,-26 0-16,26 0 16,-52 0-1,0-26-15,-53 0 16</inkml:trace>
  <inkml:trace contextRef="#ctx0" brushRef="#br0" timeOffset="1467.49">16531 7085 0,'0'-27'15,"0"54"32,0 25-47,26 0 16,-26 27-16,0 0 15,0 26-15,0-26 16,0-1-16,0 1 16,0-27-16,0 1 15,0-27-15,0 0 16,26-26-16</inkml:trace>
  <inkml:trace contextRef="#ctx0" brushRef="#br0" timeOffset="1863.29">17265 7058 0,'0'-26'0,"0"0"15,-26 52 32,-26 27-47,25-27 16,1 0-16,0 26 16,26-25-16,0 25 15,0-26-15,0 1 16,52-1-1,1-26-15,-1 26 16,27-26-16,0 0 0,-1 26 16,-25 1-16,-27-27 15,0 26-15,-26 0 16,0 0-16,0 1 16,-26-1-16,-26 0 15,-27-26-15,0 26 16,27-26-16,-1 0 0,1 0 15,26 0 1,-1-26-16</inkml:trace>
  <inkml:trace contextRef="#ctx0" brushRef="#br0" timeOffset="2061.56">17344 7032 0,'52'0'47,"27"0"-47,52 0 16,1 0-16,-27 0 16,0 0-16</inkml:trace>
  <inkml:trace contextRef="#ctx0" brushRef="#br0" timeOffset="2711.68">18026 7163 0,'0'53'47,"0"-1"-32,0 1-15,0-1 16,0 1-16,0-27 0,0 0 16,0 0-16,0-78 46,0-1-46,0-25 16,26 25-16,-26 1 0,27-1 16,-1 27-16,-26 0 15,26 26 1,0 26 15,1 0-31,-1 53 16,26-27-16,-25 27 0,-27-26 15,26-27-15,-26 0 16,0 0-16,26-26 31,0-52-15,1-1-16,-1 1 16,0-1-16,0 1 15,-26 26-15,27-1 16,-27 1-16,0 79 62,0-1-62,0 1 16,0-1-16,0 1 16,26-1-16,-26 1 0,0-27 15,0 26-15,26-52 16</inkml:trace>
  <inkml:trace contextRef="#ctx0" brushRef="#br0" timeOffset="2912.08">18787 7216 0,'0'-27'16,"0"1"-1,0 79 16,0-1-31,0 1 16,0-1-16,0 1 16,0-1-1,0-26-15,0 1 0,0-1 16,-26-26-16</inkml:trace>
  <inkml:trace contextRef="#ctx0" brushRef="#br0" timeOffset="3160.85">18656 6901 0,'-26'0'16,"26"26"15,0 0-31,0 1 0,52-1 16,-26-26-1,27 0-15,-27-26 16,0-1-16,1-25 15,-27 26-15,0-27 16,-27 27 0,1 26-16,-26 0 15,-1 52-15,1 27 16</inkml:trace>
  <inkml:trace contextRef="#ctx0" brushRef="#br0" timeOffset="3531.11">19155 7163 0,'0'26'31,"26"1"-15,-26 25-1,26-26-15,-26 1 16,0-1-16,0 0 15,-26-52 17,0-27-17,-1 27-15,27-26 16,0-27-16,27 53 16,51-27-16,-25 27 0,25 26 15,-25 0-15,-1 0 16,1 79-16,-1-27 15,-52 27-15,27 0 16,-27-1-16,0-25 0,0-1 16,-53 1-16,-26-53 15</inkml:trace>
  <inkml:trace contextRef="#ctx0" brushRef="#br0" timeOffset="4511.57">11046 5221 0,'-26'-52'16,"26"26"-16,0-27 15,0 27-15,-26 0 16,26 0-16,0-1 16,0 1-16,0 79 47,0 25-32,0 1-15,0 0 16,0-1-16,0 1 15,0 0-15,0-27 0,0 1 16,0-27-16,0 0 16,0 1-1</inkml:trace>
  <inkml:trace contextRef="#ctx0" brushRef="#br0" timeOffset="4843.29">11046 5117 0,'0'-27'0,"-26"27"0,26-26 16,79 26 46,0 0-62,26 0 0,-27 0 16,27 26-16,-52 27 15,-1-27-15,-25 0 16,-1 27-16,-26-27 16,-26 0-16,-53 0 15,0 27-15,-26-27 0,0 0 16,0-26 0,53 27-16,-1-27 15,27 26-15,52-26 31</inkml:trace>
  <inkml:trace contextRef="#ctx0" brushRef="#br0" timeOffset="5278.67">12149 4907 0,'0'-27'0,"0"1"16,0 52 30,-53 53-30,-26 0-16,1 26 16,-1 0-16,0 0 15,27 0 1,-27 0-16,-26 0 0,53 0 16,-27-1-16,26-25 15,1-26-15,26-27 16,-1 0-16,27 0 15,0-52 17,27 0-32</inkml:trace>
  <inkml:trace contextRef="#ctx0" brushRef="#br0" timeOffset="5659.63">12358 5641 0,'27'-26'16,"25"0"-16,-26 0 16,-26-1-16,0 1 15,-26 26 1,-53 0-16,27 0 0,-53 0 15,26 26-15,1 1 16,51 25-16,1-26 16,0 27-16,26-1 15,0 1-15,26-1 16,27-26-16,-1 27 16,1-27-16,-1 27 15,-26-27-15,1 0 16,-27 0-16,-53-26 31,-26 0-15,-26 0-16,0-26 0,53-26 15</inkml:trace>
  <inkml:trace contextRef="#ctx0" brushRef="#br0" timeOffset="5950.17">13382 5510 0,'0'26'16,"52"1"15,1-27-31,25 0 16,1 0-16,26 0 16,0 0-16,-26 0 0,-27 0 15</inkml:trace>
  <inkml:trace contextRef="#ctx0" brushRef="#br0" timeOffset="6113.32">13382 5720 0,'-26'0'0,"-1"26"16,27 1-1,79-27 1,78 0-16,27 0 15,0 0-15,26-27 16</inkml:trace>
  <inkml:trace contextRef="#ctx0" brushRef="#br0" timeOffset="6417.01">15533 5248 0,'0'-27'0,"0"1"15,0 52 17,0 1-17,0 51-15,0 1 16,27 0-16,-27 0 15,0-1-15,0-25 16,0-1-16,0 1 0,0-27 16,0 0-16,-53 0 15,1-26-15,-1 0 16</inkml:trace>
  <inkml:trace contextRef="#ctx0" brushRef="#br0" timeOffset="6633.22">15140 5300 0,'0'-26'0,"26"26"31,79 0-31,26 0 16,27 0-16,-27 0 15,0 0 1,-26 0-16,26 0 15,-26 0-15,-26 0 0,0 0 16,-53-26-16</inkml:trace>
  <inkml:trace contextRef="#ctx0" brushRef="#br0" timeOffset="7603.93">10994 5248 0,'0'-27'15,"0"1"-15,0 0 16,0 0 0,-26 0-1,0-1-15,26 1 16,-27 26-16,27-26 15,0 78 79,0 1-94,0 25 16,0 1-16,0 0 15,0 0-15,0-27 0,0 27 16,-26-53-16,0 27 16,26-27-1,0-79 48,0 27-63,0-26 15,0-27-15</inkml:trace>
  <inkml:trace contextRef="#ctx0" brushRef="#br0" timeOffset="7965.26">10994 5195 0,'0'-26'0,"0"0"16,-26 0-16,26-1 0,-26 27 15,104 27 63,-25-1-62,25 0-16,1 0 16,0 0-16,0 1 15,-27-1-15,1 0 16,-1 0-16,-26 1 0,1-1 31,-27 0-31,0 0 16,-27 27-16,-51-27 0,-27 27 15,-27-27-15,1 0 16,0 0-16,52 1 16,1-1-16,51-26 15,1 0 1</inkml:trace>
  <inkml:trace contextRef="#ctx0" brushRef="#br0" timeOffset="8349.75">10915 5143 0,'0'-26'15,"53"26"32,25 26-31,1 0-16,26 0 0,0 27 15,-26-1-15,-27 1 16,1-1-16,-53-26 16,0 1-16,-53-1 15,-52 26-15,-52-25 16,-53-1-1</inkml:trace>
  <inkml:trace contextRef="#ctx0" brushRef="#br0" timeOffset="11349.8">16478 8554 0,'-131'0'0,"52"0"16,27 0-16,104 0 31,79 0-31,106 0 16,51-26-1,80-1-15,25 1 16,27 0-16,-26 0 16,-27-1-16,-26 27 0,-52-26 15,-79 0-15,-79 26 16,-52-26-16,-53 26 16,-79-26-1,-78 26 1,-53 0-16,-26 0 15</inkml:trace>
  <inkml:trace contextRef="#ctx0" brushRef="#br0" timeOffset="11633.22">16636 8554 0,'-53'0'16,"27"0"-16,26 26 15,131 0 1,26-26-16,106 0 16,25 0-16,54 0 15,51-26-15,27 26 16,0-26-16,-53 0 0,-52 26 16,-79-27-1,-78 1-15,-80 26 16,-51-26-16,-54 0 15,-51-1 1,-53 1-16</inkml:trace>
  <inkml:trace contextRef="#ctx0" brushRef="#br0" timeOffset="20725.18">5956 7268 0,'-26'-52'15,"0"25"-15,26 1 16,-27 0-16,27 78 62,0 27-62,0 0 16,0 0-16,0-1 16,0 27-16,0-52 0,0 25 15,0-25-15,0-1 16,0-25-16,0-1 16,0-52 15,27-1-16,-27-25-15</inkml:trace>
  <inkml:trace contextRef="#ctx0" brushRef="#br0" timeOffset="21126.71">6008 7242 0,'-26'-26'0,"26"-1"15,-26 1-15,0 26 16,26-26-16,-26 26 16,26 26 31,52-26-47,0 53 15,1-27-15,26 0 16,-1 27-16,-25-27 15,-1 26-15,1-25 16,-27 25-16,27 1 0,-53-27 16,0 26-16,0-25 15,0-1 1,0 0-16,-53 0 16,1 27-16,-27-27 0,0 0 15,-26 0-15,26 1 16,27-27-16,0 26 15,25-26-15,27 26 16</inkml:trace>
  <inkml:trace contextRef="#ctx0" brushRef="#br0" timeOffset="21632.97">5064 8187 0,'-53'0'0,"1"0"0,26 0 16,-1 0-16,54 0 63,51 0-48,27 0-15,53 0 0,25 0 16,-25 0-16,52 0 15,0 0-15,0 0 16,-27 0-16,1 0 16,-27 0-16,-52 0 0,-52 0 15,-79 0 48,-27 0-48</inkml:trace>
  <inkml:trace contextRef="#ctx0" brushRef="#br0" timeOffset="25514.86">3962 1732 0,'0'-27'0,"-53"1"16,27 26-16,0-26 15,0 26-15,-27-26 16,-26 26-16,27 0 16,-27 0-1,-26 0-15,0 26 16,-26 0-16,26 27 15,0-1-15,0 1 0,26-1 16,1 27-16,25-27 16,1 27-16,-1 0 15,27 26-15,0-27 16,26 1-16,0 0 16,26 0-16,27-1 15,25-25-15,27-1 16,0-26-16,26 1 15,27-27-15,-1 0 16,27 0-16,-27-27 0,1-25 16,-27-1-16,-26 1 15,0 0-15,-26-27 16,-27-26-16,-26 0 16,1-26-16,-27-1 0,-27 1 15,-51 26-15,-1 0 16,-52 27-1,0 25-15,-27 27 16,1 0-16,-1 26 16,27 0-16</inkml:trace>
  <inkml:trace contextRef="#ctx0" brushRef="#br0" timeOffset="26427.53">9105 2860 0,'-53'0'0,"-25"0"16,-27 26-16,0-26 16,0 0-16,0 0 15,78 26-15,1-26 0,131 0 47,79 0-47,52 0 16,53 0-16,26 0 15,-27 0-15,27 0 0,-26 0 16,26 0-16,-53-26 16,0 26-16,-52 0 15,-52 0-15,-27-26 16,-79 26-16,-25 0 15,-54 0 17,1 0-17,-26 0-15,-1 0 16,1 0 0,-27 0-16</inkml:trace>
  <inkml:trace contextRef="#ctx0" brushRef="#br0" timeOffset="27713.84">20913 2807 0,'-27'0'0,"1"0"16,52 0 15,53 0-31,52 0 16,0 0 0,53 0-16,-26 0 0,-1 0 15,0 0-15,-52 0 16,-26-26-16</inkml:trace>
  <inkml:trace contextRef="#ctx0" brushRef="#br0" timeOffset="72505.8">6271 8685 0,'0'-52'0,"0"-1"15,0 27-15,-26 0 16,26-1 0,0 80 15,0-1-15,0 1-16,0 26 15,0-1-15,0 1 0,0 0 16,26-27-16,-26 1 15,0-1 1,26-26-16,0 1 16,1-27-16</inkml:trace>
  <inkml:trace contextRef="#ctx0" brushRef="#br0" timeOffset="72891.75">6638 8764 0,'0'-26'0,"0"-1"0,-26 27 63,26 27-63,-26 25 16,0 1-16,26-1 0,0 1 15,0-1 1,0 0-16,52 1 15,0-27-15,-25 0 16,25-26-16,1 0 16,-27 0-16,26-26 0,1-26 15,-27-1-15,0-25 16,-26 25-16,0-26 16,-26 27-16,-26-1 15,-27 27-15,0 0 16,0 26-16,1 0 15,25 0-15,27 0 16,0 0-16,26 26 16,0 0-16</inkml:trace>
  <inkml:trace contextRef="#ctx0" brushRef="#br0" timeOffset="73259.11">7976 8344 0,'53'0'47,"52"0"-47,26 0 16,0 0-16,0 0 16,27 0-16,-27 0 15,-26-26 1,-26 26-16,-27 0 0,-78 0 31,-26 0-15</inkml:trace>
  <inkml:trace contextRef="#ctx0" brushRef="#br0" timeOffset="73491.47">8527 8134 0,'-26'-26'15,"26"0"-15,0 52 63,0 26-63,0 27 0,0-26 16,26 25-1,-26 1-15,0 0 16,27-1-16,-27 1 15,26-26-15,0-27 16,0 0-16,1-26 16</inkml:trace>
  <inkml:trace contextRef="#ctx0" brushRef="#br0" timeOffset="73929.08">10495 7321 0,'0'-53'0,"0"27"0,0 0 16,0 78 31,0 27-32,0-27 1,0 53-16,27-52 0,-27 26 15,0-1-15,0-25 16,26-1 0,-26-26-16,0 1 15,26-1-15,0-26 32</inkml:trace>
  <inkml:trace contextRef="#ctx0" brushRef="#br0" timeOffset="74212.17">10574 7321 0,'0'-27'0,"-26"1"15,0 26 1,26-26-16,52 26 31,27 26-15,26 0-16,0 1 15,0 25-15,-27 1 16,1-1-16,0 1 16,-53-1-16,-26 1 15,0-1-15,-26 0 16,-79-25-16,0 25 16,0-26-16,-26 1 15,52-1-15,-26 0 16,53-26-16</inkml:trace>
  <inkml:trace contextRef="#ctx0" brushRef="#br0" timeOffset="74626.58">9971 8265 0,'-27'0'0,"54"0"31,25 0-15,53 0-16,53 0 15,-1 0-15,27 0 16,26 0-16,-1 0 16,1 0-16,0 0 15,-52 0-15,-1 0 16,-52 0-16,-79 0 16,1 0-16,-80 0 46,27 0-46,-27 0 16,27 0-16</inkml:trace>
  <inkml:trace contextRef="#ctx0" brushRef="#br0" timeOffset="76323.27">10837 9026 0,'-27'0'15,"1"-26"1,0 0-1,0 0-15,-1-1 16,27 1-16,0 0 16,0-27-16,0 27 0,27 0 15,25 26-15,1-26 16,-1 26-16,1 0 16,-27 0-1,26 26-15,-26 0 16,1 27-16,-1-1 0,-26 1 15,0-1-15,-26 0 16,-27 27-16,1-26 16,-27-1-16,0 1 15,27-27-15,-1 26 16,1-25-16,26-27 16,-1 26-16,80-26 62,26 0-62,26 0 16,0 0-16,26 0 15,-26 0-15,0 0 16,-27 0-16,1 0 16,-26 0-16,-27 0 15</inkml:trace>
  <inkml:trace contextRef="#ctx0" brushRef="#br0" timeOffset="77140.52">8055 8974 0,'53'-26'32</inkml:trace>
  <inkml:trace contextRef="#ctx0" brushRef="#br0" timeOffset="77296.28">8370 9000 0</inkml:trace>
  <inkml:trace contextRef="#ctx0" brushRef="#br0" timeOffset="85908.8">16373 8449 0,'-52'0'15,"-27"0"-15,0 0 16,1 0-16,-1 0 0,53 26 15,-1-26 1,54 0 0,130 26-16,79-26 15,105 0-15,53 0 16,-1 0 0,1 0-16,-53 0 15,0 0-15,-52 0 0,-27-26 16,-78 26-16,-27 0 15,-52 0-15,-52 0 16,-27-26-16,0 26 16,-78 0-1,-79 0-15,-53 0 16</inkml:trace>
  <inkml:trace contextRef="#ctx0" brushRef="#br0" timeOffset="86642.75">17449 9000 0,'0'-52'16,"0"25"-16,-26 1 31,-1 26-31,-25 0 15,0 0-15,-1 26 0,1 27 16,-1-1-16,27 1 16,0-1-16,-1 27 15,27-27-15,0 1 16,0 26-16,0-53 16,53 26-16,-27-25 15,27-27-15,25 0 0,-25 0 16,-1-27-1,1 1-15,-27 0 16,0-27-16,-26 27 16,0-26-16,0 25 0,-26 1 15,-27 26 1,1 0-16,0 0 16,-1 0-16,1 0 15,25 0-15,1 26 0,0 1 16,0-1-16,26 0 15,0 0-15,0 1 16,26-27-16,26 26 0,-25-26 16,25 0-16</inkml:trace>
  <inkml:trace contextRef="#ctx0" brushRef="#br0" timeOffset="87078.01">17816 9052 0,'-26'0'0,"26"-26"16,-26 26 0,26 26 15,-26 1-16,-1-1-15,-25 26 16,26 1-16,-1-1 0,27 1 16,0-1-16,0-25 15,0 25-15,27-26 16,25-26-16,27 27 16,0-27-16,26 0 15,-27 0-15,1-53 16,0 27-16,-27-27 15,1 27-15,-53-26 16,0-1-16,0 1 16,0-1-16,-53 27 0,1 0 15,25-1-15,1 27 16,-26 0-16,-1 0 16,-25 0-1,-27 27-15,0-1 16</inkml:trace>
  <inkml:trace contextRef="#ctx0" brushRef="#br0" timeOffset="88793.98">7268 4723 0,'-26'0'0,"-1"0"16,27 26 15,53-26-15,52 26-16,0-26 15,26 0-15,0 0 0,0 0 16,-52 0-16,-26 0 16,-80 0 15</inkml:trace>
  <inkml:trace contextRef="#ctx0" brushRef="#br0" timeOffset="88943.03">7478 4775 0,'-79'27'15,"0"-27"-15,1 26 16,51 0-16,27 0 16,53 1-1,78-27-15,27 0 16,-1 0 0,27 0-16,-27-27 15</inkml:trace>
  <inkml:trace contextRef="#ctx0" brushRef="#br0" timeOffset="96793.01">6927 9682 0,'-26'0'16,"-1"0"-1,54 0 32</inkml:trace>
  <inkml:trace contextRef="#ctx0" brushRef="#br0" timeOffset="97977.32">7137 12044 0,'-53'0'0,"27"0"15,52 26 17,79 0-32,53-26 15,130 27 1,53-27-16,53 0 16,52 0-16,53 0 15,-53 26-15,26-26 0,-52 0 16,-53 0-1,-52 0-15,-79 0 0,-26 0 16,-79 0-16,-52-26 16,-26 26-1,-27 0-15,-52 0 63,-27 0-63,1 0 15,-27-27-15</inkml:trace>
  <inkml:trace contextRef="#ctx0" brushRef="#br0" timeOffset="100925.03">9735 12332 0,'0'-26'0,"0"0"15,0 0 17,0 52 46,0 53-78,0-27 0,0 27 15,0 0-15,0 26 16,0-27 0,0-25-16,0 25 15,0-25-15,-27-27 0,27 0 16,0 1-16,0-80 62,0 27-62,53-27 16,-27 1-16</inkml:trace>
  <inkml:trace contextRef="#ctx0" brushRef="#br0" timeOffset="101342.03">10207 12385 0,'0'-26'16,"-26"26"46,-1 0-62,1 52 16,0 1-16,-27 25 16,53-25-16,0-1 15,0 1-15,0 26 0,0-27 16,27-26-16,25 27 16,1-27-1,-1-26-15,1 0 16,-27 0-16,26-26 0,1-1 15,-1-25-15,-26-27 16,-26 1-16,0-1 16,0 26-16,-26 1 15,0-1-15,-27 27 16,1 26-16,0-26 16,-27 26-16,26 0 15,1 26-15,-1 27 16,27-1-16</inkml:trace>
  <inkml:trace contextRef="#ctx0" brushRef="#br0" timeOffset="106009.23">7767 10863 0,'-27'-26'16,"27"0"-16,0-1 15,-26 27-15,0 53 63,26-1-63,-26 53 16,-1 0-16,27-26 0,0 26 15,0-26-15,0-27 16,-26 1-16,26-1 15,0-26-15</inkml:trace>
  <inkml:trace contextRef="#ctx0" brushRef="#br0" timeOffset="106293.17">7504 10942 0,'-26'-27'0,"52"27"32,53 0-17,26 0-15,0 0 16,0 53-16,0-27 0,-53 53 16,1 0-1,-27-1-15,-26 27 16,0-26-16,-26 0 15,-79-27-15,0 1 0,0-1 16,26 1-16,0-27 16,27-26-16,26 26 15,26-52 17</inkml:trace>
  <inkml:trace contextRef="#ctx0" brushRef="#br0" timeOffset="106577.24">8606 11414 0,'79'0'31,"52"0"-15,-26 0-16,0 0 16,0 0-16,-53 0 15,1 0-15,-27 0 16,-52 0 15</inkml:trace>
  <inkml:trace contextRef="#ctx0" brushRef="#br0" timeOffset="106793.25">8921 11152 0,'-26'0'16,"26"52"15,0 27-31,0 0 15,0-1-15,0 1 16,0 0-16,0-27 16,0 1-16,0-1 0,0-26 15,0 1-15,26-1 16</inkml:trace>
  <inkml:trace contextRef="#ctx0" brushRef="#br0" timeOffset="107243.68">9735 11073 0,'-27'0'0,"27"52"47,0 1-32,0 26-15,-26-27 0,0 1 16,0-27-16,-1 26 16,27-25-16,-26-27 15,52 0 32,1-27-31,51 1-16,1 0 15,0 26-15,-27-26 16,27 26-16,-27 0 0,1 0 16,-1 26-16,-25 0 15,-1 0 1,-26 27-16,0-1 16,0 1-16,-53-27 15,1 26-15,-27-25 16,27-1-16,-1-26 0,-26 26 15,27-26 1,0-26-16</inkml:trace>
  <inkml:trace contextRef="#ctx0" brushRef="#br0" timeOffset="107441.88">9682 11125 0,'0'-26'16,"53"26"0,51 0-16,1 0 15,27 0-15,-54 0 16,1 0 0,-26 0-16,-1 0 15</inkml:trace>
  <inkml:trace contextRef="#ctx0" brushRef="#br0" timeOffset="107693.01">10600 11099 0,'0'-26'0,"0"52"62,0 53-62,0 0 0,-26-1 16,26-25-16,0 26 16,0-27-16,0 0 15,0-25-15,0 25 16,-26-52-16,26 26 0</inkml:trace>
  <inkml:trace contextRef="#ctx0" brushRef="#br0" timeOffset="107959.38">10443 11099 0,'0'-26'0,"0"0"16,26 26 0,53-27-1,-27 27-15,27 27 0,0 25 16,-27 1-16,1 25 15,-1 1-15,-25-26 16,-27 25-16,0-25 16,0-1-16,-27 27 15,-25-27-15,-53 1 0,0-1 16,0 1-16,26-27 16,0-26-1,53 0-15</inkml:trace>
  <inkml:trace contextRef="#ctx0" brushRef="#br0" timeOffset="108275.83">12700 12044 0,'0'26'32,"26"0"-17,53 1 1,-1-27-16,1 0 0,-27 0 15,1 0-15,-1 0 16,-25 0-16</inkml:trace>
  <inkml:trace contextRef="#ctx0" brushRef="#br0" timeOffset="108441.49">12673 12332 0,'-26'27'15,"0"-27"-15,26 26 0,0 0 16,79-26 0,-1 0-16,27 0 15,26-26-15,1 0 16,-27-1-16,0 1 0,-53 0 16</inkml:trace>
  <inkml:trace contextRef="#ctx0" brushRef="#br0" timeOffset="110644.39">16032 7924 0,'-79'0'0,"1"0"16,51 26-16,1-26 15,52-26 1,79-26 0,53-1-16,78-52 0,-26 27 15,26-27-15,-26 26 16,-26 0 0,-53 27-16,0-1 15,-52 27-15,-27 0 16,1 26-16,-27 0 47,0-27-32</inkml:trace>
  <inkml:trace contextRef="#ctx0" brushRef="#br0" timeOffset="111157.77">17475 5851 0,'0'-52'16,"0"26"-16,0-1 15,53 1-15,-1 0 16,27 26-16,0 0 16,-27 0-16,1 0 15,-27 0-15,0 0 0,-26 52 16,-52-25 0,-27 51-16,-26-25 15,26-1 1,0-26-16,53 27 0,0-27 15,26 0-15,0 1 16,79-1 0,26 0-16,-27-26 15,27 26-15,-52 27 0,-1-27 16,1 0 0,-53 1-16,0-1 15,0 0 1,-79 0-16,0 1 15,-26-1-15,0-26 16,27 26-16,-1-26 0,26 0 16,1 0-16,26 0 15,0 0 1</inkml:trace>
  <inkml:trace contextRef="#ctx0" brushRef="#br0" timeOffset="111892.73">17055 9420 0,'-52'0'16,"-1"26"-16,27-26 0,0 26 15,78-26 32,53-52-47,53-1 16,25 1-16,27-27 16,-26 0-16,26 1 0,-53 25 15,-52 1-15,-52 26 16,-27 26-16,0-27 15</inkml:trace>
  <inkml:trace contextRef="#ctx0" brushRef="#br0" timeOffset="112253.65">19364 8948 0,'0'-27'0,"-26"80"78,-26-1-62,-1 1-16,1-1 0,26 1 15,-1-1-15,27-26 16,0 1-16,0-1 16,27 0-16,25 0 15,53-26-15,0 0 16,0 0-16,0 0 15,-26 0-15,-27-26 0,-26 0 16,1 0-16</inkml:trace>
  <inkml:trace contextRef="#ctx0" brushRef="#br0" timeOffset="112426.39">19574 9105 0,'-26'0'0,"26"26"31,-26 27-15,26-1-16,-26 53 16,26-26-16,0 0 0,0-1 15,0 27-15,0-26 16,0 26 0,-79-53-16</inkml:trace>
  <inkml:trace contextRef="#ctx0" brushRef="#br0" timeOffset="113341.89">14563 11571 0,'0'-26'0,"26"0"31,26 26-31,27 0 16,0 0-16,-27 0 15,1 0-15,-53 26 0,0 27 16,0-1-16,-27 1 16,-25-1-16,0-26 15,25 1-15,1-1 16,26 0-16,0 0 31,79 27-15,-1-27-16,1 0 15,0 1-15,-27-1 16,1 0-16,-53 0 16,-79 1-1,-26-1 1,0-26-16,27 26 16,-1-26-1,-26 0-15,26 26 16,0-26-16</inkml:trace>
  <inkml:trace contextRef="#ctx0" brushRef="#br0" timeOffset="113639.29">13802 12595 0,'26'0'31,"79"0"-31,26 0 16,53 0-16,-1 0 15,1 0-15,-26-26 16,-1 26-16,0 0 16,-25 0-16,-27 0 15,-27-27-15,-51 27 0,-1 0 16,-79 0 15,-52 27-15,-26 25-16</inkml:trace>
  <inkml:trace contextRef="#ctx0" brushRef="#br0" timeOffset="113952.26">14510 12962 0,'0'-26'0,"-26"78"62,-27 1-62,1 26 16,26-1-16,-1-25 0,27-1 15,0 1-15,0-1 16,53-25-16,26-1 16,26-26-16,0 0 15,0 0 1,26-26-16,0-1 0,-52-25 16,-27 26-16,-26-27 15,-26 27-15</inkml:trace>
  <inkml:trace contextRef="#ctx0" brushRef="#br0" timeOffset="114143.34">14746 13041 0,'0'52'47,"0"27"-47,-26 26 0,26 26 16,-26 27-16,-27-1 15,27 1-15,-26-27 16,-1 26-16,1-26 16,-1-26-16</inkml:trace>
  <inkml:trace contextRef="#ctx0" brushRef="#br0" timeOffset="116310.19">15507 12805 0,'0'-26'0,"-26"26"47,-79 52-47,-79 27 15,1 26-15,-1 26 16,0 0-16,27-26 16,26 26-16,-1-26 0,28-52 15,51 25-15,1-51 16,52-1 0,0 0-16,26-26 15</inkml:trace>
  <inkml:trace contextRef="#ctx0" brushRef="#br0" timeOffset="116726.74">16137 13172 0,'-52'-26'15,"25"0"-15,1-1 0,0 27 16,26-26-16,0 0 16,52 26-1,-25 0-15,-1 0 16,0 0 0,0 26-16,-26 0 15,0 53-15,-26 0 16,-26 0-16,-1-27 15,-26 27-15,1-27 16,-1-26-16,0 27 16,53-53-16,0 26 15,52-26 1,79-26 0,79 0-1,25-53-15,54 0 16,-53 27-16,0-27 0,-79 27 15</inkml:trace>
  <inkml:trace contextRef="#ctx0" brushRef="#br0" timeOffset="117353.43">9262 12910 0,'-52'0'0,"-1"0"0,132 0 47,26-27-32,79 1 1,-1-26-16,1-1 16,0 1-16,-27-1 0,-26 27 15,-52-26-15,-27 52 16,-25 0-16</inkml:trace>
  <inkml:trace contextRef="#ctx0" brushRef="#br0" timeOffset="117609.15">10889 13067 0,'-26'0'0,"0"-26"16,26 0-1,26 26 1,26 0-16,53 0 16,0-27-1,-26 27-15,-27 0 16,-25 0-16</inkml:trace>
  <inkml:trace contextRef="#ctx0" brushRef="#br0" timeOffset="118009.72">10968 12962 0,'-26'0'31,"26"26"0,-27 1-15,27 25-16,0 1 16,-26 25-16,26-25 15,-26-1-15,0 1 0,26-27 16,0 0 0,0-78 30,0 26-46,0-1 0,0 1 16,52 0-16,-26 26 16,27-26-16,-1 26 15,1-27-15,25 27 16,-25 0-16,-1 0 16,-25 27-16,25 25 15,-52 1-15,0-1 16,0 1-16,-79-1 15,-26 0-15,-26 1 0,0-1 16,0 1-16,0-27 16</inkml:trace>
  <inkml:trace contextRef="#ctx0" brushRef="#br0" timeOffset="118755.41">9183 14825 0,'-26'0'16,"-26"0"-1,-1 26-15,-25 1 16,-27 25-16,52 27 16,-26 0-16,53-27 15,0 27-15,26 0 0,0-27 16,0 0-16,52-25 16,27-1-16,-26 0 15,25-26-15,1 0 16,0 0-1,-27-26-15,27-27 0,-53 27 16,0 0-16,1-26 16,-27 25-16,0 1 15,-27 26-15,1 0 16,-26 0-16,-27 0 16,27 0-16,-1 26 0,27 1 15,-27-1-15,53 0 16,0 0-16,0 0 15,0 1 1,79-1-16,-26-26 16</inkml:trace>
  <inkml:trace contextRef="#ctx0" brushRef="#br0" timeOffset="119041.31">9839 14956 0,'0'-26'16,"0"0"-16,0 52 62,0 27-62,-26 25 16,26-25-16,-26 26 0,26-1 15,-26-25-15,26-1 16,0 1-16,0-27 16,0 0-16,0 0 15,26-52 1</inkml:trace>
  <inkml:trace contextRef="#ctx0" brushRef="#br0" timeOffset="119290.31">9682 15009 0,'0'-26'0,"0"-1"15,26 1-15,27 26 16,52 0-16,-27 0 16,1 0-16,0 26 15,0 27-15,-27-1 16,1 1-16,-27 26 15,0-27-15,-26 1 16,0-1-16,-52-26 16,-53 27-16,0-27 15,-27 0-15,27 0 16,27-26-16,52 0 0</inkml:trace>
  <inkml:trace contextRef="#ctx0" brushRef="#br0" timeOffset="119556.61">10679 15376 0,'0'-26'47,"53"26"-47,52 0 16,0 0-16,-1 0 15,-25-26-15,0 26 16,-53 0-16,0 0 16</inkml:trace>
  <inkml:trace contextRef="#ctx0" brushRef="#br0" timeOffset="119723.41">10758 15639 0,'-26'0'0,"131"0"47,52-53-47,0 27 16,1-27-1</inkml:trace>
  <inkml:trace contextRef="#ctx0" brushRef="#br0" timeOffset="120241.35">8790 16058 0,'-53'0'15,"27"0"1,79 0-1,52 0 1,26-26-16,52 26 16,1-26-16,26 0 15,26 0-15,-26-27 16,0 53-16,-53-26 16,-52 26-16,-52 0 15,-53-26-15,-26 26 31,-53 26-31,0 0 16,-26 27-16</inkml:trace>
  <inkml:trace contextRef="#ctx0" brushRef="#br0" timeOffset="120791.68">9551 16400 0,'0'-27'32,"-26"54"14,-1 25-46,1 1 16,0-1-16,0 27 16,-1-53-16,1 26 15,0-25-15,26-1 16,-26-26-16,26-26 31,0-1-15,0-25-16,26 0 15,26 25-15,1 1 0,-1 0 16,1 0-16,26-1 16,-27 27-16,27-26 15,-1 26-15,1 0 16,0 26 0,-27 27-16,-25-1 15,-27 27-15,0-27 0,0 27 16,-53-53-16,1 27 15,-1-27-15,-26 0 16,1 1-16,25-27 16,-25 0-16,25 0 0,1-27 15,25 1-15</inkml:trace>
  <inkml:trace contextRef="#ctx0" brushRef="#br0" timeOffset="121050.28">9656 16347 0,'26'0'62,"27"0"-62,25-26 16,27 0-16,26 26 15,-52-27-15,0 27 16,-27 0-16,-25 0 0</inkml:trace>
  <inkml:trace contextRef="#ctx0" brushRef="#br0" timeOffset="121544.91">11991 15114 0,'-26'0'15,"26"-26"-15,0-1 16,52 1-16,1 0 16,26 26-1,-27 0-15,1 0 0,-1 0 16,-26 0-1,-26 26-15,0 27 16,0-1-16,-26 1 16,-26-1-16,-1 1 0,1-27 15,-1 0-15,53 0 16,0 0 0,26 1-1,27-1-15,-1-26 16,-25 26-16,-1 0 15,-26 1 17,-79-27-32,-26 26 15,0-26-15,26 0 0,27 0 16,-1 0 0</inkml:trace>
  <inkml:trace contextRef="#ctx0" brushRef="#br0" timeOffset="121791.97">11545 15901 0,'26'0'47,"79"0"-47,0-26 16,26 0-16,1 26 0,-27-27 15,0 1-15,-27 26 16,27-26-16,-26 0 16,0 26-16,-27-27 15,1 27-15,-27 0 16,0 0-16</inkml:trace>
  <inkml:trace contextRef="#ctx0" brushRef="#br0" timeOffset="122151.7">12070 16373 0,'0'-26'0,"0"0"16,26 0-1,27-1-15,-1 27 16,1 0-16,-27 0 15,0 0-15,-26 53 16,0-1 0,0 27-16,-79 0 15,27-27-15,-27 1 16,27-27-16,25 0 16,1 0-16,0-26 15,52 0 16,79-26-31,26 0 16,79-26-16,0-27 16,-26 0-16,26-26 15,-27 0 1</inkml:trace>
  <inkml:trace contextRef="#ctx0" brushRef="#br0" timeOffset="122456.74">12936 14720 0,'0'26'0,"-79"27"16,-52 52-16,-53 26 0,0 27 16,-25-1-16,-1 0 15,-27 27 1,1-26-16</inkml:trace>
  <inkml:trace contextRef="#ctx0" brushRef="#br0" timeOffset="122939.11">9918 14720 0,'-79'26'15,"-52"27"1,-26 52-16,-1 0 16,1 0-16,-27 0 0,27 26 15,-27-26-15,27-26 16,26-1-16,-1-25 16,80-27-16,-27 0 15</inkml:trace>
  <inkml:trace contextRef="#ctx0" brushRef="#br0" timeOffset="123359.35">8737 13933 0,'0'-79'0,"27"53"16,25-26-16,27 25 16,-27 27-16,27 0 0,0 0 15,-27 27 1,-26 25-16,-26 27 15,0 26-15,-52-27 16,0 1-16,-27-26 0,26-1 16,-25 1-16,51-53 15,1 26-15,0-26 16,78 0 15,80 0-15,51 0-16,106-53 15,0 1-15</inkml:trace>
  <inkml:trace contextRef="#ctx0" brushRef="#br0" timeOffset="125375.76">10942 17265 0,'0'-52'0,"0"26"15,0 0-15,-27 26 32,27 26-1,27 26-31,-1 1 15,0-1-15,0 1 16,0-1-16,-26-26 16,27 1-16,-27-1 15,26-26-15,0 0 0,0 0 16,27 0-16,-27 0 16,0-26-1,1-1-15,-27 1 16,0 0-16,0-27 0,0 27 15,0 0 1,-27-27-16,1 53 0,26-26 16,0 52 202,0 1-202,0-1-16,26 0 16,1 0-16,-27 27 0,26-1 15,-26 1 1,0-1-16,26 1 16,-26-1-16,0-25 15,0-1-15,0 0 16,26 0-16,1-26 31</inkml:trace>
  <inkml:trace contextRef="#ctx0" brushRef="#br0" timeOffset="125641.4">11571 17265 0,'0'-26'16,"0"79"47,0-1-63,0 1 15,0-1-15,27 1 16,-27-1-16,0-26 15,0 1-15,0-1 16,0 0-16</inkml:trace>
  <inkml:trace contextRef="#ctx0" brushRef="#br0" timeOffset="125856.98">11598 17265 0,'0'-26'0,"0"0"16,26 0-16,52 26 0,1 0 16,26 0-16,-26 0 15,0 52-15,-27 1 16,-26 25-16,-26-25 0,0 26 16,-26-27-16,-53 1 15,-26-1-15,27-26 16,-27 27-1,52-53-15,27 26 16</inkml:trace>
  <inkml:trace contextRef="#ctx0" brushRef="#br0" timeOffset="126123.98">12385 17528 0,'0'-26'16,"78"26"31,1 0-47,0 0 15,26-27-15,-26 27 0,-27 0 16,-26 0-16</inkml:trace>
  <inkml:trace contextRef="#ctx0" brushRef="#br0" timeOffset="126272.21">12385 17764 0,'52'0'63,"53"-26"-63,53-27 15,-27 27-15,-26-26 0</inkml:trace>
  <inkml:trace contextRef="#ctx0" brushRef="#br0" timeOffset="126571.21">13670 17029 0,'-26'0'15,"-26"0"1,25 0-16,-25 27 16,26-1-16,26 26 0,0-25 15,0-1-15,26 26 16,26-26-16,27 1 15,-26-1-15,-1 0 16,-26 27-16,1-27 16,-1 0-16,-26 0 15,0 1 1,-53-27-16,1 26 16,-27 0-16,0-26 15,27 0-15</inkml:trace>
  <inkml:trace contextRef="#ctx0" brushRef="#br0" timeOffset="126727.44">13618 17003 0,'0'-26'16,"26"0"-1,79 26-15,0 0 16,53-27-16,-27 27 15,-53 0-15</inkml:trace>
  <inkml:trace contextRef="#ctx0" brushRef="#br0" timeOffset="127008.8">13854 18131 0,'0'53'47,"0"-1"-47,0 27 16,0 0-16,0-27 15,0 1-15,0-27 16,0 0-16,0 0 0</inkml:trace>
  <inkml:trace contextRef="#ctx0" brushRef="#br0" timeOffset="127223.76">13802 18131 0,'0'-26'16,"0"0"-16,0 0 15,26 26-15,53-27 16,-1 27-16,27 0 16,-26 27-16,-27-1 0,-25 26 15,-1 27-15,-26-26 16,0 25-16,-79 1 16,-26-26-16,0 25 15,0-52 1,0 27-16,53-53 15</inkml:trace>
  <inkml:trace contextRef="#ctx0" brushRef="#br0" timeOffset="127441.36">14536 18236 0,'27'0'16,"25"-26"0,1 26-16,-1-26 15,1 26-15,-27-26 16,0 26-16,26 0 16,-25 0-16,-1 0 15</inkml:trace>
  <inkml:trace contextRef="#ctx0" brushRef="#br0" timeOffset="127590.09">14589 18394 0,'105'0'47,"26"-53"-47,26 27 16</inkml:trace>
  <inkml:trace contextRef="#ctx0" brushRef="#br0" timeOffset="127921.14">15638 17633 0,'-26'0'16,"0"0"-1,0 0-15,-27 0 16,1 0-16,26 26 0,-1 0 16,27 1-16,0-1 15,0 0-15,27 0 16,25 1-16,27-1 16,-1 0-16,-25-26 15,-1 0-15,1 26 16,-27 0-16,0 1 0,1-1 15,-27 0-15,0 0 16,-27 1 0,-51-1-16,-1 0 15,-26 0-15,26 1 16,1-27-16,25 0 16</inkml:trace>
  <inkml:trace contextRef="#ctx0" brushRef="#br0" timeOffset="128054.05">15507 17633 0,'53'0'15,"-1"-26"1,79 26-16,27 0 16,-27 0-16</inkml:trace>
  <inkml:trace contextRef="#ctx0" brushRef="#br0" timeOffset="128342.37">16504 17449 0,'0'-26'0,"-26"26"16,26 26-1,-26 27-15,0 25 16,-1 27-16,-25 27 16,26-1-16,-27-26 0,1 26 15,25-26-15,1 0 16,-26-26 0,26 25-16,26-51 15,-27 26-15,27-27 0,0-26 16</inkml:trace>
  <inkml:trace contextRef="#ctx0" brushRef="#br0" timeOffset="128791.34">16478 18184 0,'-26'-26'0,"26"52"47,0 26-47,0 1 16,0 26-16,0-27 15,0 1-15,0-27 16,26 0-16,27 0 16,-27-26-16,0 0 15,27 0-15,-1-52 16,-26-1-16,0 1 15,1-1-15,-27 1 16,0 26-16,0-1 16,0 1-16,0 0 15,0 78 48,0 1-63,0 26 0,0-27 15,0 1-15,0-1 16,0-26-16,0 0 16,0 1-16,26-1 15,0-26-15,0 0 16</inkml:trace>
  <inkml:trace contextRef="#ctx0" brushRef="#br0" timeOffset="129037">17318 18210 0,'52'-26'46,"1"26"-46,25 0 16,1-26-16,-26 26 16,-27 0-1,26 0-15,-25 0 16</inkml:trace>
  <inkml:trace contextRef="#ctx0" brushRef="#br0" timeOffset="129169.54">17370 18446 0,'-26'0'0,"78"0"31,106 0-15,26-52-16,26 26 16</inkml:trace>
  <inkml:trace contextRef="#ctx0" brushRef="#br0" timeOffset="129571.7">18708 17685 0,'-26'0'0,"26"-26"16,0 79 30,0 25-46,0 27 16,0-26-16,26 26 16,1-53-16,-1 27 15,-26-26-15,0-27 16,0 0-16,0 0 16,0 1-16,26-27 15</inkml:trace>
  <inkml:trace contextRef="#ctx0" brushRef="#br0" timeOffset="130709.36">19102 18210 0,'26'0'46,"-26"-26"-46,27 26 16,-1 0 15,-52 26 1,-1-26-17,-51 0-15,51 0 16,1 0-16,0 0 15,78 0 32,-25-26-47,25 26 16,-26 0-16,1 0 31,-27 26-15,0 0-16,-27-26 15,27 27 1,-26-27-16,26-27 63,0 1-63,0 0 15,0 52 48,0 0-63,0 1 15,-26-27 17,26-27-1,0 1-16,-26 0-15,26 52 79,0 27-64,0-27-15,0 0 16,0-52 46,-27 0-46,27-27-16,0 27 0,0 0 16,27 26 30,-1 26-30,0-26-16,0 26 16,1 0-16,-27 1 15</inkml:trace>
  <inkml:trace contextRef="#ctx0" brushRef="#br0" timeOffset="131394.48">19784 17895 0,'0'-52'0,"-26"26"16,26-27-16,0 27 16,0-27-1,53 27-15,-1 26 16,1-26-16,-1 26 0,-26 0 15,27 0-15,-27 0 16,0 26-16,-26 0 16,0 53-16,0 0 15,-52 26-15,-27-27 16,0 1-16,1 0 0,-1-27 16,53-25-16,-1-1 15,1-26 1,26 26-1,53-26-15,25 0 0,27-26 16,0 0-16,26-53 16,-26 0-1,0 0-15,-26 1 16,0 25-16,-27 1 0,-26 26 16,-26-1-16,0 1 31,-26 26 0,26 53-15,0-1-16,0 0 0,26 27 15,53-26-15,0-1 16,0 27 0,-27-27-16,-26 1 15,1-1-15,-27-25 0,0-1 16,0 0-16,0 0 15,-53-26-15,1 0 16,-27 0-16,0 0 0,27 0 16,25-52-1</inkml:trace>
  <inkml:trace contextRef="#ctx0" brushRef="#br0" timeOffset="131624.64">20755 17685 0,'0'-26'16,"26"0"-16,1 0 0,51-27 16,27 27-16,27-27 15,-1 27-15,-26-26 16,-27 25-16,1 1 16,-53 26-16,1 0 15,-54 0 16,-51 0-15,-1 53-16,0-27 16</inkml:trace>
  <inkml:trace contextRef="#ctx0" brushRef="#br0" timeOffset="133120.97">2282 3096 0,'0'-26'16,"-26"26"0,-26 52-16,-79 106 15,-27 104-15,-52 53 0,0 52 16,27-26-16,-1 1 16,53-1-16,-1-26 15,54-27-15,-1-78 16,27-52-16,25-80 15,27-25-15,53-106 16,78-78-16</inkml:trace>
  <inkml:trace contextRef="#ctx0" brushRef="#br0" timeOffset="133328.54">2282 3778 0,'132'-210'0,"-54"79"16,-25 52-16,-53 53 0,0 79 15,-105 104 1,-53 106-16,-51 51 16,-28 28-16,1 25 15,0-52-15,52 0 0,27-27 16,52-52-16,26-52 16,27-26-1,52-27-15,-26-53 16</inkml:trace>
  <inkml:trace contextRef="#ctx0" brushRef="#br0" timeOffset="133542.32">551 6429 0,'-53'-27'0,"27"27"16,26-52-16,26-1 15,79-52-15,79-26 16,78-26-16,79-27 15,79 0-15,52-26 16,27 27-16,-27 25 16,1 27-16,-106 79 0,-131 52 15,-157 0 1</inkml:trace>
  <inkml:trace contextRef="#ctx0" brushRef="#br0" timeOffset="133691.82">2125 6087 0,'-367'105'0,"52"0"0,79-52 16,104-27-16,316-78 16,157-106-1,236-26-15,184-104 16,132-27-16,104-26 16,-26-53-16</inkml:trace>
</inkml:ink>
</file>

<file path=ppt/ink/ink4.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2T07:58:13.161"/>
    </inkml:context>
    <inkml:brush xml:id="br0">
      <inkml:brushProperty name="width" value="0.05292" units="cm"/>
      <inkml:brushProperty name="height" value="0.05292" units="cm"/>
      <inkml:brushProperty name="color" value="#C00000"/>
    </inkml:brush>
  </inkml:definitions>
  <inkml:trace contextRef="#ctx0" brushRef="#br0">6350 8187 0,'0'-27'15,"-27"-25"-15,1 26 16,0 26-16,26-27 0,-26 27 15,26 27 32,-27 51-31,27 1-16,0 0 16,0 26-16,0-27 15,0 27-15,27-26 16,-1-26-16,26-27 15,-25 0-15,-1 0 16,26-26-16,-25 0 0,25 0 16,1-26-1,-27-26-15,26-1 0,-26-26 16,1 1-16,-27-1 16,0 0-16,0 27 15,0-1-15,0 27 0,0-26 16,-27 52-1,27-27-15,-26 27 32,0 27 30</inkml:trace>
  <inkml:trace contextRef="#ctx0" brushRef="#br0" timeOffset="466.95">7137 8738 0,'0'-27'0,"26"1"16,-26 0-16,0 0 0,0-1 16,-26 27 31,-27 0-47,27 0 15,-26 0-15,25 27 0,27-1 16,-26 0-16,26 0 15,0 27-15,0-27 16,53 0-16,-1 1 0,1-1 16,-1 0-16,0 0 15,1 1 1,-27 25-16,0-26 16,-26 0-1,0 1-15,-52-1 16,-1-26-16,-51 26 15,25-26-15,-26 0 16,26 0-16,0 0 16,53-26-16,26 0 15,0-27-15</inkml:trace>
  <inkml:trace contextRef="#ctx0" brushRef="#br0" timeOffset="784.28">8055 8633 0,'-26'0'0,"78"0"47,27 0-47,0 0 16,0 0-16,-1 0 16,-51 0-16,25 0 15,-26 0-15,27 0 0</inkml:trace>
  <inkml:trace contextRef="#ctx0" brushRef="#br0" timeOffset="950.98">8055 8895 0,'-26'0'0,"26"26"31,52-26-31,27 0 0,52 0 16,27-26-16,-27-26 16</inkml:trace>
  <inkml:trace contextRef="#ctx0" brushRef="#br0" timeOffset="2166.92">9866 7977 0,'-27'0'0,"-25"-27"0,26 27 16,26-26 15,52 26-15,1-26-16,25 26 0,27 0 15,-52 0 1,-27 0-16,0 0 16,1 0-16,-1 0 0,-26 26 15,0 0-15,0 1 16,-26-1-16,-27 0 15,27 0-15,-27 1 16,27-1 0,0 0-16,0 0 15,26 1-15,0-1 16,26 0 0,26-26-16,27 26 15,-26 1-15,-1-27 16,1 26-16,-27-26 15,0 26-15,0-26 16,-26 26-16,-78 0 47,-1-26-47,-26 0 16,26 27-16,-26-27 0,53 0 15,-27 0-15,53 0 16,52-27-1</inkml:trace>
  <inkml:trace contextRef="#ctx0" brushRef="#br0" timeOffset="2577.39">10679 8082 0,'0'-27'0,"0"1"15,-26 26 48,26 26-63,-26 1 0,-1 25 16,27-26-16,0 27 15,0-1-15,0 1 16,27-1-16,-1 1 15,0-27-15,27 0 0,-27-26 16,26 0-16,1 0 16,-1 0-16,27-26 15,-27 0 1,1-27-16,-27 1 0,-26-1 16,0 1-16,0-1 15,-26 27-15,-27-26 16,1 25-16,0 1 15,-1 0-15,1 26 16,25 0-16,1 0 16,26 26-1,0 0-15</inkml:trace>
  <inkml:trace contextRef="#ctx0" brushRef="#br0" timeOffset="2894.89">11440 7977 0,'0'-27'15,"0"54"32,0 25-47,0 1 16,0-1-1,0 1-15,0-1 16,0 1-16,0-27 16,0 26-16,0 1 0,-26-27 15,26 0-15,-26-26 16</inkml:trace>
  <inkml:trace contextRef="#ctx0" brushRef="#br0" timeOffset="3665.37">11702 8187 0,'-26'-27'0,"26"1"15,-26 26-15,0 0 16,0 0-1,-1 0-15,1 26 16,-26 1-16,52 25 16,-27-26-16,27 27 15,0-27-15,27 0 16,25 0-16,1 1 16,-1-27-16,27 0 15,-53 0-15,26 0 16,-25-53-16,-1 1 15,0 26-15,-26-27 0,0 1 16,0 25-16,0 1 16,0 52 46,0 27-62,0-1 0,0 1 16,0-27-16,0 26 15,0-25 1,-26-27 15,0-53-31,-1 1 16,27-1-16,0 27 16,0-26-16,0 25 15,27 1 1,25 26-16,-26 26 15,27 1-15,-27 25 16,0 1-16,1-27 16,-27 26-16,0-26 15,0 1-15,0-54 47,0-25-31,0 0-16,26-1 15,0 1-15,0 25 16,1 1-16,-1 26 0,0 0 16,27 0-16,-27 0 15,26 53-15,-26-1 16,1-26-16,-1 27 16,-26-1-1,0-26-15,0 27 16,0-27-16,0 0 0,0 1 15,-53-1-15,1-26 16</inkml:trace>
  <inkml:trace contextRef="#ctx0" brushRef="#br0" timeOffset="3967.04">9498 9079 0,'-26'0'0,"52"0"31,158 0-31,52 0 16,79-27-16,26 27 15,0 0-15,0-26 16,-26 26-16,-26-26 15,0 26-15,-80-26 0,-25 26 16,-105-26-16,-27 26 16,-52-27-1,-78 27-15,-54 0 16,-51-26-16</inkml:trace>
  <inkml:trace contextRef="#ctx0" brushRef="#br0" timeOffset="4428.12">11230 9367 0,'0'-52'0,"0"26"16,0-1-16,-26 27 15,0 0-15,-27 0 16,-26 0 0,1 53-16,-1-1 15,0 27-15,27 0 0,26 0 16,26-1-16,0-25 16,26 25-16,53-25 15,-1-27-15,1 0 16,0-26-16,-1 0 0,1-26 15,-26 0-15,-27-27 16,0 27 0,-26-26-16,0 25 15,0 1-15,-26 26 0,-27-26 16,1 26-16,-27 0 16,27 26-16,-1 0 15,27 1-15,26-1 16,0 0-16,0 0 15,0 1-15,79-27 16,-27 0-16</inkml:trace>
  <inkml:trace contextRef="#ctx0" brushRef="#br0" timeOffset="4867.46">11676 9315 0,'0'-26'0,"0"-1"15,0 1 1,0 79 15,0-27-15,0 53-16,0-1 16,0 1-16,0 0 15,-26-1-15,26 1 16,0-26-16,-26-27 15,26 0-15,0-78 47,0-1-47,0-26 16,26 27-16,0 26 0,27-27 16,-27 27-16,26 26 15,-25 0-15,-1 0 16,26 0-16,-25 26 15,-1 27-15,0-1 16,-26 27 0,0-27-16,0 1 0,0-1 15,0-25-15,-52-1 16,25 0-16,1-26 16</inkml:trace>
  <inkml:trace contextRef="#ctx0" brushRef="#br0" timeOffset="5111.6">13224 8974 0,'27'0'15,"25"0"1,27 0 0,0 0-16,-27 0 15,27 0-15,-27 0 0,-26 0 16,1 0-16,-1 0 16</inkml:trace>
  <inkml:trace contextRef="#ctx0" brushRef="#br0" timeOffset="5267.55">13329 9131 0,'27'0'31,"51"0"-31,-25 0 16,25 0-16,1 0 15,-26 0-15,25 0 0,-51 0 16</inkml:trace>
  <inkml:trace contextRef="#ctx0" brushRef="#br0" timeOffset="6250.88">15324 8318 0,'-27'-26'0,"1"78"63,0 0-63,26 27 15,-26-26-15,26-1 0,0 1 16,0-27-16,0 0 15,26-52 32,0-27-47,0 27 16,27 0-16,-27 26 16,27-26-16,-1 26 15,0 0-15,27 26 0,-26 26 16,-1 1-16,1-1 15,-53 27-15,0-53 16,0 27-16,0-27 16,-27 0-1,-25-26-15,-1 27 16,1-27-16,-1 0 0,27-27 16,26 1-16</inkml:trace>
  <inkml:trace contextRef="#ctx0" brushRef="#br0" timeOffset="6484.13">15350 8396 0,'-26'0'16,"26"-26"-16,0 0 31,26 26-31,26 0 16,53-26-16,0 26 0,0 0 15,0 0 1,-26 0-16,0 0 0,-53 0 16,0 0-16,-52 0 47</inkml:trace>
  <inkml:trace contextRef="#ctx0" brushRef="#br0" timeOffset="6794.49">16294 8292 0,'0'-27'15,"0"54"16,0-1-15,0 52 0,0-25-16,0 26 15,0-1-15,0 1 16,0-26-16,0 25 16,27-51-16,-27-1 0,0 0 15,0 0-15,26-26 31</inkml:trace>
  <inkml:trace contextRef="#ctx0" brushRef="#br0" timeOffset="7060.19">16688 8449 0,'-26'0'31,"0"0"-31,-53 52 16,26 1-16,1-27 16,-1 27-1,27-1-15,0 1 16,26-27-16,0 0 0,0 0 16,26 1-16,27-27 15,-1 26-15,27-26 16,-27 0-16,27 0 15,0 0-15,-1 0 16,-25 0-16,-1 0 16</inkml:trace>
  <inkml:trace contextRef="#ctx0" brushRef="#br0" timeOffset="7712.56">16977 8606 0,'-27'-26'0,"27"52"63,27 27-47,-1-1-16,-26 27 15,0-26-15,0-27 16,0 0-16,0 0 0,0-52 47,0-26-32,0-27-15,0 26 16,26-25-16,-26 51 16,26-25-16,1 26 0,-1 26 15,0 0 1,0 0-1,1 0-15,-1 26 16,26 26-16,-25 1 16,25-1-16,-26 1 0,-26-1 15,0-25 1,26-1-16,-26 0 16,0 0-1,0-52 16,0-26-15,0-1-16,27-26 0,-1 27 16,0 26-16,-26-27 15,26 53-15,-26-26 16,27 26-16,-1 26 31,26 27-15,-25-1-1,-1 27-15,-26-53 16,0 27-16,0-1 16,0-26-16,0 1 0,0-1 15</inkml:trace>
  <inkml:trace contextRef="#ctx0" brushRef="#br0" timeOffset="8000.1">17948 8580 0,'0'-26'0,"0"0"16,0-1-1,0 80 17,0 26-17,26-1 1,-26 1-16,26 0 0,-26 26 15,26-27-15,0 27 16,-26-26 0,0 0-16,0 0 15,0-27-15,0-26 0,0 1 16,0-1-16,27-26 16</inkml:trace>
  <inkml:trace contextRef="#ctx0" brushRef="#br0" timeOffset="8229.81">17895 8554 0,'53'-26'16,"51"26"-16,-25 0 15,26 0 1,-26 0-16,0 52 0,-27 1 15,1-1-15,-27 1 16,-26 25-16,0-25 16,-26-1-16,-27 1 15,-52-27-15,0 0 16,0 0-16</inkml:trace>
  <inkml:trace contextRef="#ctx0" brushRef="#br0" timeOffset="8759.75">18866 8213 0,'0'-26'0,"0"-1"16,-26 1 0,-1 79 46,27 25-62,-52 1 16,52 0-16,-26-1 0,-1 27 15,27-26 1,0-26-16,-26-1 16,26-26-16,0-52 47,0-26-47,0-27 15,26 26-15,1-25 16,-1 51-16,0 1 15,0 0-15,27 26 16,-1 0 0,1 0-16,26 52 15,-27 27-15,27 0 0,-53 0 16,27-1-16,-53 1 16,0-26-16,-53-1 15,-52 0-15,-26-25 16</inkml:trace>
  <inkml:trace contextRef="#ctx0" brushRef="#br0" timeOffset="11864.67">5772 3936 0,'-78'0'0,"25"0"16,27 0-16,0 26 0,52-26 31,26 26-15,53-26-16,27 26 15,-1-26-15,26 0 16,-26 0-16,27 0 0,-1 0 16,-52 0-16,0 0 15,-52 0-15,-27 0 16,-52 0 15</inkml:trace>
  <inkml:trace contextRef="#ctx0" brushRef="#br0" timeOffset="12066.11">6008 4093 0,'-104'0'0,"25"0"0,0 26 15,53-26-15,0 0 16,52 0 15,53 0-31,52 0 16,26 0-16,53 0 15,0 0-15,0-26 0,-26 26 16,-53-26-16,-26 26 16</inkml:trace>
  <inkml:trace contextRef="#ctx0" brushRef="#br0" timeOffset="12866.54">8055 4041 0,'-26'0'0,"0"0"15,78 0 1,79 0-1,53 0-15,52 0 0,-26-27 16,26 27-16,-52-26 16,0 0-16,-53 0 15,-52 26-15,-27 0 16,-26 0-16,-131 0 16</inkml:trace>
  <inkml:trace contextRef="#ctx0" brushRef="#br0" timeOffset="13033.94">8160 4172 0,'-157'26'0,"25"0"0,80 1 15,131-27 17,104 0-32,80-27 0,52 1 15,26-26-15,0 25 16,-52-25-16,-53 26 15</inkml:trace>
  <inkml:trace contextRef="#ctx0" brushRef="#br0" timeOffset="19031.7">11519 11414 0,'-26'-26'0,"-1"0"15,27-1 1,27 1 15,51 0-31,1 26 0,0 0 16,-1 0-16,1 0 15,0 52-15,-27 1 16,1-1-16,-53 27 16,0-27-16,0 1 15,-53-1-15,-52-25 16,27 25-16,-1-26 16,26 1-16,1-27 0,26 0 15,0 0 1</inkml:trace>
  <inkml:trace contextRef="#ctx0" brushRef="#br0" timeOffset="19373.81">12201 11335 0,'0'-26'0,"0"0"16,0 0 15,-26 78-15,0 1-1,-27-1-15,27 1 0,26 25 16,-26-25-16,26-1 16,0 1-16,0-1 15,52-26 1,27 1-16,26-1 15,0-26-15,0 0 0,-27 0 16,-25 0-16,-27 0 16</inkml:trace>
  <inkml:trace contextRef="#ctx0" brushRef="#br0" timeOffset="19630.45">13014 11650 0,'79'0'47,"0"0"-47,26 0 16,26 0-16,-52 0 15,-1 0-15,-25 0 0,-53 26 32</inkml:trace>
  <inkml:trace contextRef="#ctx0" brushRef="#br0" timeOffset="20298.5">13985 11440 0,'-26'-26'16,"26"0"-1,-26 52 48,26 27-63,-26-27 16,26 26-16,0-26 15,0 27-15,26-27 16,26 0-16,1 1 15,-1-1-15,27-26 16,0 0-16,-1 0 16,1-26-16,-26-1 0,-27-25 15,0 26-15,0-1 16,1-25-16,-1 26 16,-26-27-16,0 27 15,0 0 1,0 0-16,-26-1 15,26 1-15,-27 26 16,27 26 47,0 1-63,0 25 15,-26 1 1,26-1-16,0 0 15,0 27-15,0 26 0,0-26 16,-26 26 0,26 0-16,-26 0 15,26-27-15,0 1 0,-27-26 16,1-1-16,26-26 16,-52 1-16,25-1 15,-25-26-15,-53 0 16,0 0-16,-26 0 15,26-53-15,26 1 16,0-27-16</inkml:trace>
  <inkml:trace contextRef="#ctx0" brushRef="#br0" timeOffset="20880.93">15350 11650 0,'-26'0'0,"26"26"31,52-26-15,27 0-16,-1 0 16,27 0-16,-52 0 15,-1 0-15,1 0 16,-1 0-16,-25 0 0,-1 0 31,-26 27-31</inkml:trace>
  <inkml:trace contextRef="#ctx0" brushRef="#br0" timeOffset="21033.03">15429 11939 0,'26'0'16,"52"0"-1,27 0 1,0 0-16,27 0 15,-1-26-15</inkml:trace>
  <inkml:trace contextRef="#ctx0" brushRef="#br0" timeOffset="21593.14">16767 11414 0,'-27'0'16,"1"0"0,26 26 30,0 27-46,-26-1 16,26 1-16,0-1 16,0 1-16,0-1 15,0-26-15,0 27 16,0-27 0,0-52 15,0 0-16,0-1-15,26-25 16,0 26-16,27-1 0,-1 1 16,27 26-16,-26 0 15,-27 0 1,26 0-16,1 0 16,-1 26-16,-25 1 15,25-1-15,1 26 16,-27 1-16,-26-27 0,0 27 15,0-27-15,-26 0 16,-27 0-16,1 1 16,-1-27-16,1 0 15,-1 0-15,27 0 16,0 0-16</inkml:trace>
  <inkml:trace contextRef="#ctx0" brushRef="#br0" timeOffset="21866.13">16898 11362 0,'26'0'31,"27"0"-15,-1 0-16,53 0 15,-26 0-15,26 0 0,-27 0 16,-25 0 0,-27 0-16,-26 26 31</inkml:trace>
  <inkml:trace contextRef="#ctx0" brushRef="#br0" timeOffset="22176.79">17816 11388 0,'0'-26'16,"0"52"31,0 0-47,-26 27 15,26 25-15,0-25 0,0-1 16,0 1-16,0-1 16,0 1-16,0-27 15,0 0-15,0 0 16,0 1-1,53-27-15,-1 0 0,1 0 16</inkml:trace>
  <inkml:trace contextRef="#ctx0" brushRef="#br0" timeOffset="22483.3">18367 11467 0,'-52'0'31,"-27"0"-31,0 0 16,1 26-16,-27 0 0,52 26 15,1-25 1,-1 25-16,1 1 16,26-27-16,26 26 15,0 1-15,0-27 16,0 0-16,52 1 15,1-1-15,25-26 0,1 0 16,0 0-16,26 0 16,0 0-1,-27 0-15,1-26 16,-26-1-16,-1 1 0</inkml:trace>
  <inkml:trace contextRef="#ctx0" brushRef="#br0" timeOffset="23078.29">18499 11624 0,'-27'0'16,"27"26"31,0 27-32,0-1-15,27-26 0,-27 27 16,26-1-16,-26-25 15,0-1-15,0 0 16,0-52 15,0 0-31,0-27 16,0 1-16,0-27 16,0 26-16,0 27 15,26-26-15,0 52 16,1-27-16,-1 27 0,0 0 15,0 27 1,0-1-16,-26 26 16,27 1-1,-27-27-15,0 27 0,26-27 16,-26 0-16,0 0 16,0-52 15,0-26-31,0-1 15,26 1 1,-26-27-16,26 53 16,1-1-16,-1 1 15,0 26-15,-26-26 16,26 26-16,1 0 16,-1 0-16,0 26 0,0 27 15,1-27-15,-1 26 16,-26 1-16,26-27 15,-26 0-15,0 27 16,26-53-16,-26 26 16,27 0-1</inkml:trace>
  <inkml:trace contextRef="#ctx0" brushRef="#br0" timeOffset="23428.05">19338 11467 0,'0'-27'0,"0"1"31,0 52 32,0 1-63,0 25 15,0 0-15,26 27 0,-26-26 16,27 25 0,-1-25-16,-26 26 15,0-1-15,0 1 0,0-26 16,0-1-16,26 27 16,-26-53-16,0 26 15,0-25-15,26-27 16,-26-79 15</inkml:trace>
  <inkml:trace contextRef="#ctx0" brushRef="#br0" timeOffset="23660.55">19286 11493 0,'52'-26'16,"27"26"0,0 0-16,-1 0 15,-25 0-15,-1 0 0,1 26 16,-27 0-16,-26 26 16,0-25-16,0 25 15,0-26-15,-52 1 16,-1-1-16,-26 0 15,1 0-15,25 1 0</inkml:trace>
  <inkml:trace contextRef="#ctx0" brushRef="#br0" timeOffset="24615.67">19994 11099 0,'0'-26'0,"0"-27"16,0 27-16,0 0 16,0 0-1,-26 78 32,26-26-47,0 53 16,0-26-16,0 25 15,0 1-15,0 0 16,0 0-16,0-1 16,0 1-16,0-27 0,0 1 15,0-1 1,0-25-1,0-80 32,0 1-31,0-1-16,0-26 0,26 27 16,0 0-1,27-1-15,-1 27 0,1 0 16,-27 26-16,27 0 15,-1 0-15,-26 0 16,27 52-16,-1-26 16,1 27-16,-27-1 15,0 1-15,-26 25 16,0-25-16,0-1 0,-52 1 16</inkml:trace>
  <inkml:trace contextRef="#ctx0" brushRef="#br0" timeOffset="28859.33">3096 3017 0,'-26'0'0,"-53"-26"16,0 0-16,-26 26 0,-26-26 16,-26 26-16,-27 0 15,26 0-15,-25 26 16,-27 26-16,52 1 15,1 26-15,26-1 16,52 27-16,53-26 16,0 26-16,26 0 15,26 0-15,53 0 16,52 0-16,52-27 16,27-25-16,53-27 15,25 0-15,1-26 0,26-52 16,-79-27-16,-52-26 15,-53-26-15,-79 0 16,-52 0 0,-26-27-16,-105 27 0,-53 52 15,-26 1-15,-26 25 16,26 27-16,27 0 16,51 26-16</inkml:trace>
  <inkml:trace contextRef="#ctx0" brushRef="#br0" timeOffset="29478.27">8475 4172 0,'-105'0'16,"0"0"-16,53 0 15,25-26-15,106 26 31,52-27-31,105 1 16,1 0-16,25-27 16,-26 27-16,-26 0 0,-26 0 15,-79 0 1,-27 26-16,-78-27 16</inkml:trace>
  <inkml:trace contextRef="#ctx0" brushRef="#br0" timeOffset="29665.75">8160 4198 0,'-52'0'15,"52"26"1,131-26 0,53 0-16,52 0 15,26-26-15,27-26 16,-1 25-16,-51-25 15,-54-1-15,-52 27 16</inkml:trace>
  <inkml:trace contextRef="#ctx0" brushRef="#br0" timeOffset="36386.37">12516 13120 0,'0'-27'16</inkml:trace>
  <inkml:trace contextRef="#ctx0" brushRef="#br0" timeOffset="36982.23">12568 13120 0,'0'-27'31,"0"1"0,-26 26-31,0 0 0,-27 0 16,-25 0-16,25 0 16,1 26-16,-1 1 15,1 25-15,26 1 16,-1-1-16,1 27 16,26 0-16,0-27 15,26 27-15,1-27 16,51 1-16,1-27 15,0 0-15,-1 0 16,27 1-16,-26-27 0,0 0 16,-27-27-16,1-25 15,-27-1 1,0 1-16,-26-27 16,0 27-16,0-1 15,-52 1-15,-1 26 0,1 26 16,26 0-16,-53 0 15,0 52-15,0-26 16,1 27-16,25 25 16,27-25-16,0-1 15,26-25-15,0 25 0,26-26 16,53-26 0</inkml:trace>
  <inkml:trace contextRef="#ctx0" brushRef="#br0" timeOffset="37286.12">13382 13513 0,'79'0'47,"25"26"-47,28-26 0,25 0 16,-26 0-16,-52 0 15,-26 0-15,-27 0 16,-26 27 46</inkml:trace>
  <inkml:trace contextRef="#ctx0" brushRef="#br0" timeOffset="37824.87">14825 13198 0,'-26'-26'0,"26"52"31,-26 27-15,26-1-16,0 27 15,0-26-15,0-1 16,26 0-16,26-25 15,1-1-15,-1-26 16,27 0-16,0 0 16,26-26-16,-27-1 0,1-51 15,0 25-15,-53 1 16,0-1 0,-26 1-16,0-1 15,0 27-15,0 0 0,-26 0 16,0-1-16,0 27 31,26 53-15,0 52-16,0 0 15,0 26-15,0-26 16,0 26-16,0-26 16,0 0-16,0 0 15,0-53-15,-27 1 16,1-27-16,-26 0 0,-1 1 15,1-27-15,-27 0 16,0-27-16,27-25 16,-1-27-16</inkml:trace>
  <inkml:trace contextRef="#ctx0" brushRef="#br0" timeOffset="38076.44">16189 13566 0,'53'0'31,"52"-27"-16,-26 27-15,26 0 16,-27 0-16,-25 0 16,-27 0-16</inkml:trace>
  <inkml:trace contextRef="#ctx0" brushRef="#br0" timeOffset="38224.69">16163 13828 0,'79'0'47,"52"0"-31,53 0-16,-1-26 0</inkml:trace>
  <inkml:trace contextRef="#ctx0" brushRef="#br0" timeOffset="38692.62">17580 13330 0,'-26'-27'0,"0"80"47,26-1-47,0 1 15,0-1-15,-27 1 0,27-27 16,0 0-16,53-52 62,26 0-46,-1-1-16,1 27 16,0-26-16,0 26 15,-53 0-15,26 26 16,1 1-16,-1 25 16,-52 1-16,26-1 15,-26 1-15,0-27 16,-26 26-16,-26-25 15,-1-1-15,-25-26 16,-1 26-16,26-26 0,-25 0 16,25 0-16</inkml:trace>
  <inkml:trace contextRef="#ctx0" brushRef="#br0" timeOffset="38910.01">17554 13330 0,'0'-27'31,"52"27"-31,1 0 16,52 0-16,26 0 16,-52 0-16,-1 0 15,1 0-15,-53 0 0,27 0 16,-27 27-16,0-27 15</inkml:trace>
  <inkml:trace contextRef="#ctx0" brushRef="#br0" timeOffset="39198.08">18551 13277 0,'0'53'63,"0"-1"-63,0 27 15,0-1-15,0-25 0,0-1 16,0 1-16,0-1 15,0-25-15,0-1 16,26-26-16,1 0 0,-1 0 16</inkml:trace>
  <inkml:trace contextRef="#ctx0" brushRef="#br0" timeOffset="39409.67">18971 13382 0,'0'-26'0,"-53"26"15,1 0-15,26 0 16,-53 0 0,53 26-16,-27 27 15,1-1-15,52 0 0,-26-25 16,26 25-16,0 1 16,26-27-16,26 0 15,1-26-15,-1 26 16,27-26-16,0 0 15,-1 0-15,1-26 16</inkml:trace>
  <inkml:trace contextRef="#ctx0" brushRef="#br0" timeOffset="39978.51">19207 13435 0,'0'-27'0,"-26"1"15,26 79 32,0-1-47,0 0 16,26 1-16,-26-1 0,0-25 15,0-1 1,0 0-16,0-52 31,0-27-15,-26-25-16,26 25 15,0 1-15,26-1 0,27 27 16,-27 26-16,26-26 16,1 26-16,-27 0 15,26 52-15,-25 1 16,-1-1 0,0 1-16,-26 25 0,0-25 15,0-27-15,0 0 16,0 1-16,0-54 31,0 1-15,26-53-16,-26 27 0,53-27 15,-27 27-15,0 26 16,1-1 0,-1 27-16,0 0 15,0 0 1,1 53-16,25-1 15,-26 1-15,-26-27 16,0 26-16,27-25 16,-27-1-16,0 0 15,0 27-15</inkml:trace>
  <inkml:trace contextRef="#ctx0" brushRef="#br0" timeOffset="40230.12">20125 13435 0,'0'-53'0,"0"1"16,0 25-1,0 80 17,27 26-17,-27 25-15,26 1 16,-26 27-16,0-1 15,0 0-15,0 0 16,0-26-16,0 0 16,0-26-16,0-27 15,0 1-15,0-79 16,0-53 0</inkml:trace>
  <inkml:trace contextRef="#ctx0" brushRef="#br0" timeOffset="40429.17">20230 13618 0,'-26'-79'0,"26"27"16,0 26-16,0 0 15,53 26 1,25 0-16,-25 52 0,-1 0 16,-52 27-16,0 0 15,0-27-15,-26 27 16,-26-26-1,-27-27-15,-26 26 16,26-25-16,27-1 16</inkml:trace>
  <inkml:trace contextRef="#ctx0" brushRef="#br0" timeOffset="40843.96">20571 13041 0,'0'-26'0,"0"-1"15,0 80 1,0-1 0,0 53-16,0 0 15,0-26-15,0 0 16,0-1-16,0-25 15,0-27-15,0-52 47,0 0-47,0-27 16,27-25-16,-1 51 16,0 1-16,27 0 0,-27 0 15,26 26-15,1 0 16,-1 26-16,27 26 15,-26 1-15,-27 25 16,0-25-16,-26 26 16,0-1-1,-52 1-15,-106 0 0,-52 0 16</inkml:trace>
  <inkml:trace contextRef="#ctx0" brushRef="#br0" timeOffset="41493.35">15638 15271 0,'-26'-26'0,"26"52"15,-26 1 1,26 25-16,0 27 15,0-27-15,26-26 16,0 27-16,1-27 16,-1-26-1,26 0-15,1 0 0,-1 0 16,1-52-16,-1-27 16,-25 26-16,-27 27 15,0-26-15,0 26 16,-27 26 15,27 26 0,0 26-31,0 27 16,0 26 0,0 0-16,0 26 15,0 0-15,0 0 0,0-26 16,0 0-16,-26-52 15,-26-1-15,-1-25 16,1-1-16,-27 0 16,0-26-16,-26-26 15,-26-27-15,26 1 0,26-27 16,53 0 0,26 1-16</inkml:trace>
  <inkml:trace contextRef="#ctx0" brushRef="#br0" timeOffset="41778.47">16924 15691 0,'0'-26'0,"53"26"47,25 0-31,1 0-16,0 0 15,-27 0-15,1 0 16,-27 0-16</inkml:trace>
  <inkml:trace contextRef="#ctx0" brushRef="#br0" timeOffset="41941.23">16950 15954 0,'27'0'31,"51"0"-31,27 0 0,53-27 16,-1-25-16,-26 26 16</inkml:trace>
  <inkml:trace contextRef="#ctx0" brushRef="#br0" timeOffset="42258.46">18157 15429 0,'0'-27'16,"0"54"46,0 25-46,0 27 0,0-27-16,0 1 0,0-1 15,0-25-15,0 25 16,0-26 0,0 1-16,27-27 31</inkml:trace>
  <inkml:trace contextRef="#ctx0" brushRef="#br0" timeOffset="42575.08">18604 15429 0,'0'-27'16,"0"1"0,0 52 46,0 27-62,0-1 16,0 27-16,0 0 0,0 0 15,0-27 1,0 1-16,0-1 0,0 1 16,26-53-16</inkml:trace>
  <inkml:trace contextRef="#ctx0" brushRef="#br0" timeOffset="42824.15">18918 15455 0,'-26'0'0,"0"0"16,-27 0-16,1 26 15,-27 0 1,53 1-16,-26-1 0,52 26 16,0-25-1,0-1-15,26 26 16,26 1-16,-26-1 15,27 1-15,-1-27 16,1 27-16,-1-27 16,1-26-16,-1 0 0</inkml:trace>
  <inkml:trace contextRef="#ctx0" brushRef="#br0" timeOffset="43430.52">19233 15586 0,'0'-26'16,"0"78"31,0 1-31,0 26-16,0-27 15,0 1-15,0-27 16,0 0-16,0 0 15,0-52 1,0 0 0,0-27-16,0-25 15,0 25-15,0 27 16,0-27-16,27 27 16,-1 0-16,0 26 15,0-26-15,0 26 16,1 0-16,-1 0 15,26 26-15,-25 26 16,-1 1-16,-26-1 16,26 1-16,-26-1 15,0-25-15,0-1 16,0-52 31,26-27-47,-26-26 0,27 27 15,-1-1-15,26 1 16,-25 26-16,-1-1 16,0 27 15,0 53-31,1-1 0,-1 1 16,0-1-16,-26 1 15,0-1 1,0 1-16,0-27 15,0 0-15</inkml:trace>
  <inkml:trace contextRef="#ctx0" brushRef="#br0" timeOffset="43728.21">20257 15507 0,'0'-26'16,"0"0"-1,-27 26 32,27 26-31,0 27-16,0 25 0,0 27 16,0-26-16,0 26 15,0 0-15,0-26 16,0 26-16,0-27 15,0 1 1,0-26-16,0 25 0,0-51 16,0 25-16,0-26 15,0-52 1</inkml:trace>
  <inkml:trace contextRef="#ctx0" brushRef="#br0" timeOffset="43928.79">20204 15639 0,'53'0'0,"-1"-27"15,1 27-15,-1 0 16,1 27-16,-27-1 16,0 26-16,0 27 15,-26-26-15,0-1 16,-26 1-16,-26-1 15,-27-26-15,0 27 16,0-27-16</inkml:trace>
  <inkml:trace contextRef="#ctx0" brushRef="#br0" timeOffset="44446.22">20886 15193 0,'0'-27'16,"-26"1"-16,26 52 62,0 27-46,0 26-16,-26-1 16,26 1-16,0 26 0,0-26 15,0-1-15,0 1 16,0-26-16,0-27 16,26-52 30,-26-27-46,26-26 16,-26-26-16,27 53 16,-1-1-16,0 1 15,0 26-15,1 26 16,-1 0-16,0 0 0,27 0 16,-1 52-16,27 1 15,-53 25-15,26-25 16,-25 26-1,-27-27-15,0 1 0,0-1 16,-27 1-16,-51-1 16,-1 0-16</inkml:trace>
  <inkml:trace contextRef="#ctx0" brushRef="#br0" timeOffset="48465.35">17816 4146 0,'-78'-27'15,"51"27"-15,54 0 32,78 0-32,104 0 15,54-26-15,52 26 16,26-26-16,26 0 0,27 26 16,-53 0-1,0 0-15,-52 0 0,-53 0 16,-52 0-1,-53 0-15,-79 0 16,-26 26-16,-78-26 31,-79 0-31,0 26 16</inkml:trace>
  <inkml:trace contextRef="#ctx0" brushRef="#br0" timeOffset="48762.69">18472 4093 0,'-236'0'16,"79"0"-16,52 0 15,79 26-15,104-26 16,80 0-16,78 0 16,52 0-16,27 0 15,26 0-15,1 0 16,-28 0-1,-25 0-15,0 0 0,-53 0 16,-52 0-16,-27 0 16,-52 0-16,-53 0 15,-78 27 32,-26-27-47,-1 0 16</inkml:trace>
  <inkml:trace contextRef="#ctx0" brushRef="#br0" timeOffset="50727.77">5064 4775 0,'-26'0'0,"-1"0"16,80 27 31,-1-1-47,1 26 16,26 1-16,-53-27 15,0 0-15,-26 1 0,26-27 16,27-53 15,-1-26-15,53-26-16,26-26 0,27 0 15,-1 0-15,27 0 16,-27 26-16</inkml:trace>
  <inkml:trace contextRef="#ctx0" brushRef="#br0" timeOffset="61545.54">21674 15770 0,'-27'-26'16,"27"52"62,0 26-62,0 1-16,0-27 0,27 27 15,-27-27-15,26 0 16,-26 0 0,26-26-16,0 0 15,1-26 1,25-26-16,27-27 15,-27 0-15,1 0 16,-1 1-16,-26-1 0,27 26 16,-1 1-16,-25-1 15,25 1 1,-26 0-16,27-1 16,-27 1-16,0 25 0,-26 1 15,27 26-15,-27-26 31,52 26 844,-26-26-859</inkml:trace>
  <inkml:trace contextRef="#ctx0" brushRef="#br0" timeOffset="62478.39">1574 11388 0,'0'26'0,"0"0"16,-26 1-16,-1-27 15,1 0-15,0 0 16,-26-27-16</inkml:trace>
  <inkml:trace contextRef="#ctx0" brushRef="#br0" timeOffset="62873.14">1049 10443 0,'0'-26'16,"0"0"-16,-26-1 0,0 27 31,26 53 0,0 26-31,0-1 16,0 27-16,0-26 15,0 0-15,0-1 16,0 1-16,-27-26 16,27-1-16,0-26 15,0 1-15,0-1 16,0-52 15</inkml:trace>
  <inkml:trace contextRef="#ctx0" brushRef="#br0" timeOffset="63214.12">970 10574 0,'0'-26'15,"-26"-26"-15,26 25 16,53 27 31,25 27-32,27-1-15,-26 0 16,26 0-16,-26 27 16,-1-27-16,-25 27 0,-27-27 15,-26 26-15,0-25 16,-26 25-16,-53-26 16,1 27-16,25-1 15,-26-26-15,27 27 16,-27-27-16,27 0 15,-1 1-15,1-1 16,25-26 0,27 26-1,0 0 1</inkml:trace>
  <inkml:trace contextRef="#ctx0" brushRef="#br0" timeOffset="63678.03">1941 11230 0,'0'-26'16,"0"0"-16,0 0 15,0-1-15,-26 27 16,0 0-16,-27 0 0,1 0 15,-1 0-15,1 27 16,-1 25 0,27-26-16,0 1 15,0-1-15,26 0 16,0 0-16,26-26 0,26 27 16,27-27-16,0 26 15,0-26-15,-1 0 16,1 26-16,-26 0 15,-1 1-15,-26-1 16,0 0-16,-26 0 16,0 0-16,0 1 15,-52-1 1,-27-26-16,1 26 16,-1-26-16,26 0 15,1 0-15,-1 0 0,27-26 16,0 0-16,26-1 15,0 1-15,0-26 16</inkml:trace>
  <inkml:trace contextRef="#ctx0" brushRef="#br0" timeOffset="63979.5">2676 10942 0,'-26'0'0,"52"0"46,27 0-46,25 0 16,1 0-16,26 0 16,-26 0-16,-53 0 15,26-27-15,-25 27 16,-1 0-16</inkml:trace>
  <inkml:trace contextRef="#ctx0" brushRef="#br0" timeOffset="64163.06">2729 11204 0,'52'0'32,"27"0"-32,26 0 15,0-26-15,-27 26 16,27-26-16,-52 26 15</inkml:trace>
  <inkml:trace contextRef="#ctx0" brushRef="#br0" timeOffset="81256.24">12542 12752 0,'0'-26'47,"-26"26"-32,0 0-15,-1 0 16,1 0 0,0 0-1,0 0 1</inkml:trace>
  <inkml:trace contextRef="#ctx0" brushRef="#br0" timeOffset="83528.72">12070 14274 0,'26'0'31,"53"0"-16,0 0 1,25 0-16,-25 0 0,-26 0 16,-27 0-16,0 0 15,-78 0 17,-27 0-32,-26 26 15,26-26-15,1 27 0,25-27 16,27 0-1,0 0-15,52 0 32,53 0-17,-1 0-15,27 0 16,-52 0-16,-1 0 0,-78 0 47,-27 0-32,1 0 1,0 0-16,25 0 0,54 0 47,25 0-47,0 0 16,27 0-16,-53 0 0,1 0 15,-54 0 16,-25 26-15,-27 0-16,27-26 16,-1 26-16,27-26 0,0 0 15,78 0 17,27 0-17,0-26-15,-27 26 0,1 0 16,-106 0 31,-26 26-47,1 1 15,-27-27-15,52 26 16,27-26-16,0 0 0,52 0 31,27 0-15,25 0-1,1 0-15,-27-26 0,1 26 16,-27 0-16,-52 0 31,-27 0-15,-25 26-16,-1-26 16,53 26-16,0-26 0,-1 0 15,54 0 1,25 0-1,1-26 1,25 26-16,-52 0 0,1-26 16,-1 26-16,-79 0 31,-25 26-15,-1-26-16,27 26 15,-1-26-15,27 0 16,26 26-16,26-26 47,0 0-47,27 0 15,-1-26-15,-25 26 0,-54 0 63,1 0-48,0 0-15,52 0 63,27 0-63,-1 0 16,-26 0-16,0 0 0,-52 0 62,-52 0-46,25 0-16,1 0 0,25 0 15,1 26-15,52-26 47,27-26-47,26 26 0,-1-26 16,-25 26-16,-1-26 15,1 26-15,-27 0 16,-79 0 31,-25 0-47,-27 26 0,26-26 16,0 26-16,27 0 15,-1-26-15,1 0 16,26 0-16,78 0 31,27 0-15,26-26-16,0 26 15,-53-26-15,1 26 16,-27 0-16,-105 0 31,1 0-31,-1 26 16,0-26-16,27 0 15,25 0 1,54 0 15,25 0-31,27 0 16,-27-26-16,27 26 16,-53-26-16</inkml:trace>
  <inkml:trace contextRef="#ctx0" brushRef="#br0" timeOffset="85477.16">18079 16400 0,'-27'0'0,"54"0"31,51 0-15,27 0-16,27 0 0,-27 0 15,0 0-15,-27 0 16,-52 0-16,1 0 16,-106 0 15,0 0-31,-52 0 16,26 26-16,0-26 15,26 0-15,53 26 16,0-26-16,52 0 31,79 0-31,0 0 16,53-26-1,25 26-15,-52-26 16,-26-1-16</inkml:trace>
  <inkml:trace contextRef="#ctx0" brushRef="#br0" timeOffset="88595.23">3962 10601 0,'-26'0'0,"-1"-27"16,1 27-1,52 0 48,53-26-63,26 0 16,0 26-1,-26-26-15,-27 26 0,1 0 16,-27 0-16,-26 26 47,0 26-47,0-25 15,0 25-15,0 1 0,0 25 16,0 1-16,0 0 16,0-27-16,-26 27 15,26 0 1,0-27-16,0-26 0,0 1 15,0-1 1,-27-26 0,1-26 15</inkml:trace>
  <inkml:trace contextRef="#ctx0" brushRef="#br0" timeOffset="88811.18">3778 11073 0,'26'0'47,"53"0"-47,26-26 15,26-1-15,27 1 16,-53 0-16,0 0 15,0 26-15,-53 0 0,-26 0 16,0-27 0</inkml:trace>
  <inkml:trace contextRef="#ctx0" brushRef="#br0" timeOffset="89141.79">4959 10496 0,'0'26'63,"0"0"-48,0 53-15,0-27 16,0 27-16,0-26 16,0-1-16,0 0 15,0 1 1,0-1-16,0-25 16,0-1-16,0 0 15</inkml:trace>
  <inkml:trace contextRef="#ctx0" brushRef="#br0" timeOffset="89425.42">5352 10627 0,'0'-26'16,"-52"26"-1,0 0-15,-27 26 16,26 0-16,1 0 15,26 1-15,-1-1 16,1 0-16,26 0 16,0 1-16,0-1 15,0 0-15,0 0 16,53 27-16,-1-27 16,1 0-16,-1 0 15,1 1-15,-1-1 16,0-26-16,1 26 0,-1-26 15,1 0-15,26 0 16,-53-26-16</inkml:trace>
  <inkml:trace contextRef="#ctx0" brushRef="#br0" timeOffset="90040.19">5615 10758 0,'-26'0'0,"26"26"62,0 1-46,26 25-16,-26-26 0,26 27 16,-26-27-1,0 0-15,0 0 16,0-52 15,0-26-31,-26 25 16,26-25-16,0 0 15,0-1-15,26 27 16,27-27-16,-27 53 0,26-26 16,-25 26-1,-1 0-15,0 0 16,0 26-16,1 1 15,-1 25-15,-26-26 16,26 27-16,-26-27 0,0 0 16,0 0-16,0-78 47,0 0-47,0-1 15,26 1 1,27-1-16,-27 1 15,26 25-15,-25 27 16,-1 0 0,0 27-16,0-1 15,1 26-15,-27 1 16,26-1-16,-26 1 16,0-1-1,0 1-15,0-27 16,0 0-16,0 0 0</inkml:trace>
  <inkml:trace contextRef="#ctx0" brushRef="#br0" timeOffset="90344.98">6455 10627 0,'0'-26'15,"0"-1"1,0 54 46,0 51-62,0-25 16,0 26-16,26 25 16,-26 1-16,0-26 15,26 26-15,-26-26 16,26 0-16,-26-1 0,27-25 15,-27-1 1,26-26-16,-26 1 16,0-1-1,0-52 1</inkml:trace>
  <inkml:trace contextRef="#ctx0" brushRef="#br0" timeOffset="90561.76">6533 11178 0,'0'-105'16,"0"0"-16,-26 26 15,26 27-15,-26-1 16,26 27-16,0 0 16,26 26-16,0-26 15,53 26-15,-27 0 16,1 0-16,-1 0 16,1 0-16,-1 26 15,-25 26-15,-27 1 0,0-1 16,-27 27-1,-51-27-15,-1 1 16,-26-1-16,26 1 16,27-53-16</inkml:trace>
  <inkml:trace contextRef="#ctx0" brushRef="#br0" timeOffset="91176.61">7084 10391 0,'0'-27'0,"0"1"0,0 52 93,0 27-93,0-1 0,0 1 16,0 26-16,0-27 16,0 1-16,0 25 15,0-25-15,0-1 16,0 1-16,0-27 15,0-79 48,0 27-47,0-26-16,0-1 0,0 1 15,27 26-15,-1-1 16,0 1-16,0 26 15,0 0-15,1 0 0,-1 0 16,26 0 0,1 0-16,-1 26 15,1 1-15,-27-1 16,27 26-16,-27-25 0,-26 25 16,0 0-16,0-25 15,0 25-15,-26 1 16,-27-1-16,1 1 15,-1-27-15,-26 0 16</inkml:trace>
  <inkml:trace contextRef="#ctx0" brushRef="#br0" timeOffset="93192.32">4933 4802 0,'26'26'94,"26"26"-94,1 1 0,-1-1 15,1-25 1,-27-1-16,0 0 0,1-26 15,-1 0-15,26 0 16,27-26-16,26-27 16,52-25-16,27-27 15,-27 0-15,1-27 0,-53 54 16,0-1 0,-53 27-16,-25 25 15,-1 27-15,-26 27 63,-53-1-48</inkml:trace>
  <inkml:trace contextRef="#ctx0" brushRef="#br0" timeOffset="96077.86">7950 10653 0,'-26'-26'0,"52"52"62,27 27-46,-27-1-16,26 1 0,1-1 16,26-26-16,-27 27 15,-26-27-15,27 0 16,-27-26-16,0 0 16,1 0-1,-1-26-15,0-27 0,0 1 16,-26 26-1,0-27-15,0 27 16,-26-26-16,0 25 16,0 1-1,-1 52 32,1 1-47,-26 25 16,25 27-16,-25-27 0,26 27 15,-27 0 1,1-1-16,-1-25 16,27 26-16,-27-53 15,53 0-15</inkml:trace>
  <inkml:trace contextRef="#ctx0" brushRef="#br0" timeOffset="96361.48">8632 10784 0,'0'-26'0,"0"52"63,0 27-63,0-1 15,0 1 1,0-1-16,0 1 16,0-1-16,0 1 0,0-27 15,0 0 1,27-26-16</inkml:trace>
  <inkml:trace contextRef="#ctx0" brushRef="#br0" timeOffset="96708.13">8842 10784 0,'0'-26'15,"0"52"32,0 27-31,0-1-16,0 27 15,0-27 1,0 1-16,0-1 0,0 1 16,0-27-16,53-26 15,-1 26-15,1-26 16,-1 0-16,1-26 16,-27 0-16,26-27 15,-52 1-15,27 26 16,-27-27-16,0 1 0,-27 25 15,-25-25-15,0 26 16,25 0-16,-25 26 16,-1 0-16,27 0 15,-53 0-15</inkml:trace>
  <inkml:trace contextRef="#ctx0" brushRef="#br0" timeOffset="97393.62">4487 8449 0,'0'-26'16,"-27"52"15,1 26-15,-26 1-16,25 52 0,-25-26 15,26 26-15,26 0 16,0-1-16,0 1 15,0 0-15,26 0 16,26 0-16,1-26 0,52 0 16,52-1-16,27-25 15,78-1-15,79-25 16,53 25 0,26-26-16,52 27 15,27-27-15,-27 27 16,-52-27-16,-53 0 0,-78-26 15,-53 26-15,-52-26 16,-53 0-16,0 0 16,-52 0-16,-53 0 15,0 0-15,1 0 0,-54 27 63,-51-27-63</inkml:trace>
  <inkml:trace contextRef="#ctx0" brushRef="#br0" timeOffset="98164.15">9761 10784 0,'26'-52'15,"-26"26"-15,0-1 16,0 1-16,0 0 16,-26 26 30,26 52-46,-26 1 16,-1 26-16,27-1 16,-26 1-16,26 0 0,-26-27 15,26 1-15,0-27 16,-26-26 15,26-26-15,0-27-16,0 1 15,0-1-15,0 1 16,0 25-16,52 1 16,1 26-16,-1 0 15,0 0-15,1 0 0,-1 53 16,1-1 0,-1 27-16,-25-27 0,-27 1 15,0-1 1,0-25-16,-27 25 15,-25-52-15,-1 0 16</inkml:trace>
  <inkml:trace contextRef="#ctx0" brushRef="#br0" timeOffset="98343.92">10181 10548 0,'0'-26'0,"0"52"31,-53 27-15,27-1-16,-27 27 16,1 0-16,26-1 15,-27 27-15,1-26 16,-53 0-16</inkml:trace>
  <inkml:trace contextRef="#ctx0" brushRef="#br0" timeOffset="98760.53">8003 10391 0,'0'-27'0,"-27"27"15,1 0 1,-26 27 0,-27 51-16,-26 27 15,0 0-15,0 53 16,0-1-16,-26 27 16,-26-27-16,-1 27 0,-26-27 15</inkml:trace>
  <inkml:trace contextRef="#ctx0" brushRef="#br0" timeOffset="99108.39">3385 13330 0,'-27'0'15,"54"0"16,51 0-31,53 0 16,27 0-16,-1 0 16,-52 0-16,-26 0 15,-27-27-15,-25 27 16</inkml:trace>
  <inkml:trace contextRef="#ctx0" brushRef="#br0" timeOffset="99260.2">3673 13566 0,'-52'26'0,"25"-26"0,27 26 16,79-26 15,26-26-31,79 0 16,-1-53-16,1 0 15,-53 1-15</inkml:trace>
  <inkml:trace contextRef="#ctx0" brushRef="#br0" timeOffset="99575.57">4775 13093 0,'0'-26'15,"0"0"-15,0-27 16,0 27-16,26 0 15,27 0-15,-1 26 16,1-27-16,-27 27 0,0 0 16,1 27-16,-1 25 15,0 27 1,-26-27-16,0 27 16,0 0-16,0 0 0,0-1 15,0-25 1,0-1-16,0 1 0,0-1 15,0-26-15,0 1 16</inkml:trace>
  <inkml:trace contextRef="#ctx0" brushRef="#br0" timeOffset="99972.26">4749 13461 0,'-26'0'0,"26"-26"0,78-1 31,54 1-15,-1-26-1,0 25-15,26 1 16,-52-26-16,0 25 16,-26 1-16,-53 0 0,1 26 15,-27 26 16,-27 0-15,1 53-16,0 0 16,26 0-16,0 25 0,0-51 15,52 26 1,27-53-16,-26 0 0,25-26 16,27 0-16,-26-52 15,-27-53 1,1 26-16,-53-26 15,0 26-15,0 1 0,-53 25 16,1 1-16,-1 25 16,-51 27-16,25 0 15,0 0-15,-26 27 16,26 25-16</inkml:trace>
  <inkml:trace contextRef="#ctx0" brushRef="#br0" timeOffset="101076.92">2991 4329 0,'0'-26'16,"-26"26"-16,-53 79 15,-26 52-15,-52 53 16,-1 26 0,1 26-16,52 0 15,-26 0-15,26-26 16,0 0-16,26-26 0,0-27 16,27-26-16,25-52 15,27-53-15,0 0 16,0-52-16,27-79 15,78-52-15,0-53 0,26-26 16,0-53-16,0 0 16,0 1-1,27-1-15,-1 79 16,1 53-16,-80 52 16,-25 52-16,-27 27 0,-52 105 31,-79 52-31,-79 79 0,1 52 15,-27 1-15,26-27 16,27 26-16,25-26 16,27-26-16,-26 0 15</inkml:trace>
  <inkml:trace contextRef="#ctx0" brushRef="#br0" timeOffset="101310.97">1180 6743 0,'0'-26'15,"0"0"1,53-27-16,52-25 0,105-27 16,52 0-16,53-26 15,26-1-15,26 1 16,-25 26-16,-54 27 15,-52 25-15,-78 27 0,-53 26 16</inkml:trace>
  <inkml:trace contextRef="#ctx0" brushRef="#br0" timeOffset="101460.53">2046 7032 0,'-105'26'15,"79"-26"-15,184-52 16,156-53-16,185-53 16,131-78-16,209-26 15,80-53-15,25 0 16</inkml:trace>
</inkml:ink>
</file>

<file path=ppt/ink/ink5.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2T08:01:53.675"/>
    </inkml:context>
    <inkml:brush xml:id="br0">
      <inkml:brushProperty name="width" value="0.05292" units="cm"/>
      <inkml:brushProperty name="height" value="0.05292" units="cm"/>
      <inkml:brushProperty name="color" value="#C00000"/>
    </inkml:brush>
  </inkml:definitions>
  <inkml:trace contextRef="#ctx0" brushRef="#br0">22251 5012 0,'0'-27'0,"0"1"16,0 0-1,0 78 63,0 1-62,0 26-16,0-1 16,0 1-16,0-27 0,0 27 15,-26-53-15,26 27 16,0-27-16,0 0 16</inkml:trace>
  <inkml:trace contextRef="#ctx0" brushRef="#br0" timeOffset="266.81">22251 4959 0,'0'-26'0,"26"0"47,27 26-47,-1-27 0,27 27 16,-27 0-16,1 0 16,-27 0-16,0 0 15,0 0 1,-26 27-1,0-1 1</inkml:trace>
  <inkml:trace contextRef="#ctx0" brushRef="#br0" timeOffset="520.85">22277 5248 0,'-26'0'0,"26"26"47,52-26-47,1 0 16,-1 0-16,27 0 16,-27 0-16,27 0 15,-53 0-15,27 0 16,-1 0-16,-25-26 15</inkml:trace>
  <inkml:trace contextRef="#ctx0" brushRef="#br0" timeOffset="721.91">22303 5536 0,'0'27'0,"-26"-27"15,26 26 1,26-26 0,27 0-16,-1 0 15,27 0 1,0 0-16,26-26 0,-27 26 16,-25-27-16</inkml:trace>
  <inkml:trace contextRef="#ctx0" brushRef="#br0" timeOffset="918.86">23143 5353 0,'26'0'47,"0"0"-47</inkml:trace>
  <inkml:trace contextRef="#ctx0" brushRef="#br0" timeOffset="1258.31">23615 5064 0,'0'-26'15,"0"0"1,27 26-1,-27 26 17,0 0-32,-27 53 15,1-27-15,26 1 16,0-1 0,0 1-16,0-1 15,0-26-15,0 1 0,0-1 16,0 0-16</inkml:trace>
  <inkml:trace contextRef="#ctx0" brushRef="#br0" timeOffset="1503.68">23589 5117 0,'0'-27'31,"26"27"-15,1 0 0,25 53-16,0-27 15,-25 26-15,25-25 0,-26 25 0,27-26 16,-27 27 0,0-27-16,27 0 15,-27 1-15,0-27 16,1 0-16</inkml:trace>
  <inkml:trace contextRef="#ctx0" brushRef="#br0" timeOffset="1786">24114 5012 0,'-26'-27'0,"26"1"16,0 0-16,0 52 62,0 0-62,0 27 16,0-1-16,0 1 16,0-1-1,0 1-15,0-1 16,0 1-16,0-1 0,0-26 15,26 1-15</inkml:trace>
  <inkml:trace contextRef="#ctx0" brushRef="#br0" timeOffset="2221.19">24350 5169 0,'0'-26'0,"0"0"16,0 52 46,-26 0-46,0 0-16,-1 27 15,27-27-15,-26 26 16,0-25-16,26 25 16,0-26-16,0 1 0,0-1 15,26 0 1,27-26 0,-27 0-16,0 0 15,26 0-15,-25-52 16,-1 25-16,-26-25 0,26-1 15,-26 1-15,0-1 16,0 1-16,-26 26 16,26 0-1,-26 26-15,-1-27 16,1 27-16,0 0 16,0 27-16</inkml:trace>
  <inkml:trace contextRef="#ctx0" brushRef="#br0" timeOffset="3105.01">24639 5274 0,'0'-26'0,"0"-1"15,0 1 1,0 52 46,0 1-62,0 25 0,0 1 16,0-27-16,0 26 16,0-25-16,0-1 15,0 0 1,0-52 15,0 0-15,26-27-16,-26 1 15,26 25-15,0-25 16,-26 26-16,27-1 0,-1 1 16,0 26-16,0-26 15,1 26 16,-27 26-31,26 0 16,-26 27 0,26-27-16,-26 0 15,0 27-15,26-27 16,1 27-16,-1-27 16,-26 0-16,26-26 15,0 0 1,0-26-1,1 0-15,-1-27 16,0 1-16,-26-1 16,0 1-1,0 25-15,0 1 16,0 0-16,-26 26 31,0 26-31,-1 0 16,1 27-16,0-1 0,26 1 15,0-1-15,0-25 16,26-1-16,0 0 16,1 0-1,25-26-15,27 0 16,0-26-16,-1-26 16,1-1-16,-26-26 0</inkml:trace>
  <inkml:trace contextRef="#ctx0" brushRef="#br0" timeOffset="3703.3">22618 6061 0,'-157'26'0,"-27"-26"16,27 27-16,25-27 15,54 0-15,51 0 0,27 26 16,27-26-16,104 0 15,105 0-15,131-53 16,106 1-16,104-27 16,79 0-16,105-25 15,0-28 1</inkml:trace>
  <inkml:trace contextRef="#ctx0" brushRef="#br0" timeOffset="17921.89">22513 6061 0,'-131'0'0,"52"0"0,-26 26 15,79-26-15,-26 0 16,78 0 15,105 0-31,79-26 16,105-26-16,52-1 16,27 27-16,-27-27 15,-78 27-15,-27 0 0,-26 26 16,-78-26-1,-79 26-15,-27 0 0,-104 0 16,-106 26 0</inkml:trace>
  <inkml:trace contextRef="#ctx0" brushRef="#br0" timeOffset="18070.37">22644 6087 0,'-262'27'15,"78"25"-15,106-52 16,51 0-16,54 0 15,104 0-15,131-26 16,132-27-16,104-25 0,27-1 16,-26 26-16,-79-25 15,-106-27 1</inkml:trace>
  <inkml:trace contextRef="#ctx0" brushRef="#br0" timeOffset="77545.61">6901 6770 0,'0'-27'0,"0"1"16,0 0 15,-27 26 31,27 26-15,0 0-47,0 27 16,27 26-16,-1-27 16,0 1-16,-26 25 15,26-25-15,1-1 16,-1 1-16,-26-1 15,26 1-15,-26-27 16,0 26-16,0-25 16,0-1-16,0 0 15,26-26 63,-26-26-78,27 0 16</inkml:trace>
  <inkml:trace contextRef="#ctx0" brushRef="#br0" timeOffset="78117.72">6953 6796 0,'0'-26'16,"0"-1"-1,-26 27 1,0-26-1,78 26 48,1 0-63,-1 0 16,1 0-1,25 0-15,-25 0 0,-1 0 16,1 0-16,-1 26 15,1 1-15,-1-1 16,-26 0-16,1 27 16,-27-27-16,26 26 15,-26 1-15,0-1 0,0 1 16,-26-27 0,-27 26-16,1 1 15,-1-1-15,-26 1 16,27-27-16,-27 0 15,1 27-15,25-27 0,1-26 16,25 26-16,1-26 16,52 0 15,27 0-15,-1-26-16,1 0 15</inkml:trace>
  <inkml:trace contextRef="#ctx0" brushRef="#br0" timeOffset="78751.45">8160 7478 0,'0'-26'0,"26"0"16,-26-1-16,0 1 15,-26 26 1,-26 0-16,-1 0 16,-52 0-16,26 26 15,1 1-15,25-1 16,27 0-16,26 0 15,0 1-15,0-1 16,0 0-16,53 0 16,-1 1-16,0-1 0,27 0 15,-26 0 1,-1 0-16,27 1 16,-53-1-16,27 26 15,-27-25-15,0-1 0,-26 0 16,0 27-16,0-27 15,-52 0 1,-1-26-16,-26 26 16,1-26-16,-27 0 15,26 0-15,0 0 16,1 0-16,25 0 0,27-26 16,26 0-1,0-27 1</inkml:trace>
  <inkml:trace contextRef="#ctx0" brushRef="#br0" timeOffset="79462.03">8711 7373 0,'-26'0'0,"52"0"46,53 0-46,26 26 16,26-26-16,0 0 16,27 0-16,25 0 15,1 0-15,26 27 16,-26-27-16,-27 0 0,-26 0 16,-26 0-16,-52 0 15,-27 0-15</inkml:trace>
  <inkml:trace contextRef="#ctx0" brushRef="#br0" timeOffset="79879.08">10259 7242 0,'-26'0'16,"0"0"15,26 26 16,0 0-47,0 1 15,0-1-15,26 0 16,0 0-16,27 1 0,-1-1 16,-26-26-16,1 26 15,25-26 1,-26 0-16,1 0 16,-1 0-16,0 0 15,-52 26 63,-27 1-78,1-1 16,-1 26-16,-25 1 16,25-1-16,1 1 15,26-27-15,-1 26 16,1-25-16,0-1 0</inkml:trace>
  <inkml:trace contextRef="#ctx0" brushRef="#br0" timeOffset="84966.29">11676 6612 0,'0'-26'0,"0"0"16,0-1-16,0 1 15,0 52 32,0 27-31,0-1-1,0 27-15,0-26 16,0 25-16,0-25 16,0-1-16,0 1 0,0-1 15,0-25-15,-26-1 16</inkml:trace>
  <inkml:trace contextRef="#ctx0" brushRef="#br0" timeOffset="85250.89">11729 6612 0,'0'-52'15,"0"25"-15,0 1 16,52 26 31,27 0-32,0 53-15,26-27 0,-27 26 16,-25 1-16,-1-1 16,-25 1-16,-27-1 15,0 1-15,-53-1 16,-26-25-16,-26 25 0,0-26 16,27 1-16,-1-1 15,26-26 1</inkml:trace>
  <inkml:trace contextRef="#ctx0" brushRef="#br0" timeOffset="85551.78">11230 7426 0,'79'26'47,"26"-26"-47,52 0 16,1 0 0,25 0-16,-25 0 0,-1 0 15,-26 0 1,-26 0-16,-26 26 0,-53-26 15,-78 26 17,-53-26-32</inkml:trace>
  <inkml:trace contextRef="#ctx0" brushRef="#br0" timeOffset="85867.57">11781 7898 0,'0'-26'0,"26"26"31,-26 52 0,0 1-15,0-1-16,0 27 16,0-27-16,0 1 0,0-27 15,0 27-15,0-27 16,-26 0 0,0 0-16,0-26 15,-1 0-15</inkml:trace>
  <inkml:trace contextRef="#ctx0" brushRef="#br0" timeOffset="86044.39">11283 7898 0,'0'-26'0,"26"26"16,26 0-16,53-27 15,27 27-15,-1 0 16,26-26-16,1 0 16</inkml:trace>
  <inkml:trace contextRef="#ctx0" brushRef="#br0" timeOffset="86312.97">12936 7609 0,'0'27'47,"52"-27"-32,27 0-15,-27 0 16,1 0-16,-1 0 0,-25 0 16</inkml:trace>
  <inkml:trace contextRef="#ctx0" brushRef="#br0" timeOffset="86479.08">12910 7793 0,'-27'0'0,"1"26"16,26 0 15,79-26-15,26 0-16,26 0 0,0-26 16,-26 0-16</inkml:trace>
  <inkml:trace contextRef="#ctx0" brushRef="#br0" timeOffset="86828.79">14274 6875 0,'0'-27'0,"-26"27"16,26-26-1,0 52 32,0 1-47,0 25 16,0 27-16,0 0 0,0-1 15,0-25-15,0 25 16,0-25-16,0-1 16,-27-25-16,27-1 15,27-26 1</inkml:trace>
  <inkml:trace contextRef="#ctx0" brushRef="#br0" timeOffset="87315.1">14615 6901 0,'0'-26'0,"0"-1"31,0 1-31,26 26 16,27 0-16,-27 0 0,27 0 15,-27 0-15,26 26 16,1 27-16,-27-1 16,-26 1-16,0-1 15,0 27-15,0-27 16,-53 1-16,-25-1 0,25-25 16,1-1-1,-1 0-15,1-26 16,26 0-16,-1 0 15,1 0-15,79 0 63,25 0-63,1 0 0,26-26 16,0 26-1,26 0-15,-26-26 0,26 26 16,-26 0-16,0 0 15,-52 0-15,-27 0 16,0 0-16</inkml:trace>
  <inkml:trace contextRef="#ctx0" brushRef="#br0" timeOffset="87700.34">13802 7819 0,'78'0'47,"27"26"-31,27-26-16,51 0 15,1 0-15,52 0 16,0 0-16,53 0 16,-27 0-16,-26 0 0,-26 0 15,-26-26 1,-79 26-16,0-26 15,-53 26-15,-25 0 16,-54 0 15,-78 0-31</inkml:trace>
  <inkml:trace contextRef="#ctx0" brushRef="#br0" timeOffset="88164.46">14405 8160 0,'0'-26'0,"0"0"15,0 52 32,-26 27-31,0-1-16,26-26 15,-27 27-15,27-1 16,0-26-16,0 27 16,0-27-16,27 0 15,51-26 1,27 0-16,-26 0 0,26 0 16,-52-26-16,-1 26 15,-52-26 32,-26 26-47</inkml:trace>
  <inkml:trace contextRef="#ctx0" brushRef="#br0" timeOffset="88462.26">14536 8239 0,'27'26'94,"-1"27"-94,-26-1 16,26 1-16,0-1 15,-26 1-15,27-1 16,-27 1-16,0-1 15,0-26-15,0 1 16,26-27 0,-26 26-16,26-26 15,0 0 1</inkml:trace>
  <inkml:trace contextRef="#ctx0" brushRef="#br0" timeOffset="89066.99">15376 8160 0,'-26'-26'16,"0"26"-1,-27 0-15,27 0 16,-27 0-16,27 0 0,-26 0 16,25 26-16,1-26 15,0 27-15,26-1 16,0 0-16,0 0 15,0 27-15,26-27 16,27 0-16,-1 0 16,1 27-16,-1-27 0,1 0 15,-27 1 1,0-1-16,0 0 16,-26 0-16,-26 1 15,-26-1-15,-27-26 16,0 0-16,27 0 15,-1 0-15,1-26 16,52-1-16,0 1 16,0 0-16,26-27 15,53 27-15,-1-26 16,-25-1-16,26 27 16,-27-26-16,1-1 15,-27 27-15,0 0 16,-26-1-16,0 1 0,-26 0 15,-27 26 1,1 0-16,-27 0 16,27 0-16</inkml:trace>
  <inkml:trace contextRef="#ctx0" brushRef="#br0" timeOffset="89627.96">16032 8082 0,'0'-27'0,"0"54"47,-52 51-47,-27 1 15,0 26-15,-26 26 16,26 0-16,-26 27 15,1-27-15,-1 26 0,26-25 16,0-27-16,0 0 16,1 0-16,25-27 15,1 1 1,25-53-16,1 0 16,26 1-16,26-27 15,27-27 1</inkml:trace>
  <inkml:trace contextRef="#ctx0" brushRef="#br0" timeOffset="90050.15">15848 8948 0,'0'-27'0,"-26"27"31,-26 0-31,25 27 16,-25-1-16,-1 26 15,1 1-15,26-1 16,-1 1-16,1-1 16,26 1-16,0-1 15,0 1-15,26-27 16,27 0-16,-1-26 15,1 0-15,-1 0 16,1 0-16,-27-26 16,27 0-16,-53-1 15,0 1-15,0 0 16,-27 26 0,-25 0-16,-27 0 15,27 0 1,-1 0-16,27 0 0,0 26 15,-1 0-15,27 27 16,0-27 0</inkml:trace>
  <inkml:trace contextRef="#ctx0" brushRef="#br0" timeOffset="90414.46">16111 9026 0,'0'53'31,"0"-1"-15,-26 27-16,26-27 15,0 1-15,0 26 0,0-27 16,26-26-1,26 27-15,1-53 16,-1 26-16,1-26 16,-1-26-16,1 0 15,-1-27-15,-26 1 16,-26-27-16,0 26 0,0 1 16,0-1-16,-26 27 15,-26 0-15,-27 0 16,26 26-16,1 0 15,-1 0-15,27 0 16,0 0 0,0 0-16</inkml:trace>
  <inkml:trace contextRef="#ctx0" brushRef="#br0" timeOffset="90713.39">17055 8029 0,'0'-26'0,"27"26"31,-1 0-31,26 0 0,-25 0 16,51 0 0,-25 0-16,-1 0 15,1 0-15,-1-26 16,-26 26-16,1 0 16</inkml:trace>
  <inkml:trace contextRef="#ctx0" brushRef="#br0" timeOffset="90869.02">17160 8160 0,'0'27'31,"79"-27"-15,26 0-1,26-27-15,0 1 16</inkml:trace>
  <inkml:trace contextRef="#ctx0" brushRef="#br0" timeOffset="91194.37">18472 7111 0,'0'-26'0,"0"-1"0,-26 27 15,26 27 17,0 25-17,0 0-15,0 27 0,0 0 16,0-27-16,0 27 15,0-26-15,0-1 16,0-26-16,0 27 16,0-27-16</inkml:trace>
  <inkml:trace contextRef="#ctx0" brushRef="#br0" timeOffset="91526.84">18813 7216 0,'0'-27'0,"0"1"0,27 26 15,-1 0-15,0-26 16,27 26 0,-27 0-16,0 26 0,0 0 15,-26 27-15,0-1 16,0 1-16,-52-1 15,-1 1-15,1-1 16,-1-25-16,1-1 0,26 0 16,-1-26-16,1 0 15,26 26 1,26 1 15,53-27-31,0 0 16,26 0-16,26 0 0,-26 0 15,0-53-15</inkml:trace>
  <inkml:trace contextRef="#ctx0" brushRef="#br0" timeOffset="91767.13">19522 7111 0,'0'52'47,"26"1"-47,27-1 15,-27 1 1,26-1-16,-25 1 0,25-1 16,-26-26-16,27 1 15,-27-27-15,0 0 16,27 0-16</inkml:trace>
  <inkml:trace contextRef="#ctx0" brushRef="#br0" timeOffset="91965.48">19889 7111 0,'-26'0'15,"0"0"-15,0 0 0,-1 26 16,1 26-1,0 1-15,0 26 0,-1-27 16,1 27-16,0-27 16,26 1-16,-26-1 15,-1-25-15,27 25 16,-26-26-16,0-26 16</inkml:trace>
  <inkml:trace contextRef="#ctx0" brushRef="#br0" timeOffset="92384.13">20598 6927 0,'-27'0'31,"1"26"-16,-26 27-15,-1-1 16,27 1-16,0-1 16,26 27-16,-26-27 15,26 1-15,0-27 0,0 27 16,26-27-16,0 0 16,27-26-16,-27 26 15,26-26 1,1 0-16,-27 0 0,0-26 15,-26 0 1,0 0 0,-26 26-16,-27-27 15,1 27-15,0 0 16,-1 0-16,27 0 0,0 27 16,-1-1-16</inkml:trace>
  <inkml:trace contextRef="#ctx0" brushRef="#br0" timeOffset="92750.99">21070 7032 0,'0'26'47,"0"27"-47,-26-1 16,0 1-16,26-1 0,0 27 15,0-27-15,0 1 16,0-1-16,0-25 16,52-1-16,1-26 15,-1 0 1,0 0-16,1-26 15,-1-1-15,1-25 0,-27-1 16,0 1-16,-26-27 16,0 0-16,0 27 15,-26 0-15,-26 25 0,-1 1 16,1 0-16,-27 26 16,27 0-16,-27 26 15,0 0 1</inkml:trace>
  <inkml:trace contextRef="#ctx0" brushRef="#br0" timeOffset="93133.59">18682 8134 0,'-26'0'0,"0"0"0,131 26 63,52-26-63,79 0 15,53 0-15,52 0 16,26 0-16,-25 0 0,-28 0 16,-25-26-16,-53 26 15,-52-26-15,-53 26 16,-52-26-16,-53 26 0,-52 0 31,-105-27-31,-27 27 16</inkml:trace>
  <inkml:trace contextRef="#ctx0" brushRef="#br0" timeOffset="93677.37">18971 8449 0,'-26'26'62,"-1"27"-62,1-1 16,26 1-16,0-1 15,0 1-15,53-1 0,-27-26 16,26 1-16,1-27 16,-1 0-16,1 0 15,-27 0-15,27-27 0,-53-25 16,0-1 0,0 1-16,0 26 15,0-27-15,0 27 16,0 0-1,0 78 32,0 1-31,0-1-16,0 27 16,0 0-16,0-27 15,0 1-15,0-1 16,0 0-16,0-25 15,0-1-15,0 0 16</inkml:trace>
  <inkml:trace contextRef="#ctx0" brushRef="#br0" timeOffset="94146.33">19784 8501 0,'0'-26'16,"0"0"0,-26 26 15,0 0-31,-27 0 0,1 26 16,26 0-16,26 1 15,0-1 1,0 26-16,0 1 15,26-27-15,26 27 0,1-1 16,-1 1-16,1-27 16,-1 26-16,-25-25 15,-1-1 1,-26 0 15,-53-26-31,-25 0 16,25 0-16,1-26 15,-1 0-15,53-1 0,0-25 16,0-27-16,53 27 16,25-1-1,1-26-15,-26 27 16,-1 26-16,-26-1 16,0 27-16,-26-26 15,-26 26-15,-26-26 16,-27 26-16,-26 0 15</inkml:trace>
  <inkml:trace contextRef="#ctx0" brushRef="#br0" timeOffset="95983.52">19364 6953 0,'0'-26'15,"-78"79"16,-27 25-31,-53 27 16,1 26-16,26 1 16,0-27-16,-1 26 15,-25-26-15,52-27 0,-26 1 16,52-26-16,0-1 16,27-52-16</inkml:trace>
  <inkml:trace contextRef="#ctx0" brushRef="#br0" timeOffset="96350.33">18918 5930 0,'0'-26'15,"0"78"32,0 1-47,27 25 16,25 1-16,-26 0 15,27 0-15,-27-1 16,0 27-16,1-26 0,-27 26 16,0 26-1</inkml:trace>
  <inkml:trace contextRef="#ctx0" brushRef="#br0" timeOffset="96817.8">19994 8265 0,'-26'27'31,"-79"25"-31,-26 27 0,-27-1 15,-25 27-15,25 0 16,1 27-16,-1-27 16,1-1-16,0 1 15,52-26-15</inkml:trace>
  <inkml:trace contextRef="#ctx0" brushRef="#br0" timeOffset="97610.54">20545 8921 0,'26'0'16,"-52"27"46,-26 25-62,-1 0 16,1 1-1,-1-1-15,27-25 16,26 25-16,0-26 0,0 1 16,26-1-1,27-26 1,52 26-16,-27-26 0,1 0 15,26 0-15,-26 0 16,-27 0-16,27 0 16,-26 0-16,-27 0 0,0 0 15,0 0-15,-26-26 16,-52 26 15</inkml:trace>
  <inkml:trace contextRef="#ctx0" brushRef="#br0" timeOffset="97883.25">20808 9000 0,'0'-26'0,"0"0"16,0 52 46,0 0-46,0 53-16,0-27 16,0 27-16,0-27 0,0 27 15,0-26-15,0-1 16,0 1-16,0-27 16,0 26-16,-27-25 31,27-1-31</inkml:trace>
  <inkml:trace contextRef="#ctx0" brushRef="#br0" timeOffset="98149.78">21149 8790 0,'0'-26'15,"0"52"17,-26 27-32,-79 25 15,-27 53-15,1 1 16,0 25-16,-26-26 16,25 27-16,27-27 0,0-26 15,27 0 1,51-53-16,-25-25 15</inkml:trace>
  <inkml:trace contextRef="#ctx0" brushRef="#br0" timeOffset="98617.8">21726 6822 0,'-26'0'16,"-53"53"-16,-26-1 0,-26 27 15,0 26-15,-27-27 16,1 27-16,-1 0 16,-25 0-16,25 0 15,27-26 1</inkml:trace>
  <inkml:trace contextRef="#ctx0" brushRef="#br0" timeOffset="98925.92">21910 8239 0,'26'0'31,"26"0"-15,1 0-16,26 0 15,-1 0-15,-25 0 16,-1 0-16,-25 0 16,-1 0-16</inkml:trace>
  <inkml:trace contextRef="#ctx0" brushRef="#br0" timeOffset="99083.2">21779 8396 0,'26'0'32,"79"0"-32,0 0 15,26 0-15,26-26 16</inkml:trace>
  <inkml:trace contextRef="#ctx0" brushRef="#br0" timeOffset="99400.53">22933 7845 0,'0'-26'0,"0"79"63,0-1-63,0 27 15,0 0-15,0-27 16,0 1-16,0-1 16,0-26-16,0 1 15,0-1-15,0 0 16</inkml:trace>
  <inkml:trace contextRef="#ctx0" brushRef="#br0" timeOffset="99616.37">23300 7872 0,'27'0'31,"25"0"-15,1-27-16,25 27 0,1 0 16,-26 0-16,-1 0 15,0-26-15,-25 26 16,-1 0-16,0 0 16</inkml:trace>
  <inkml:trace contextRef="#ctx0" brushRef="#br0" timeOffset="100049.63">23405 7819 0,'-26'-26'0,"26"52"63,0 0-63,0 1 0,0 25 15,0 1-15,0-27 16,0 26-16,0 1 16,0-27-16,0 27 15,-26-53-15,26 26 16,0-52 31,0-27-32,0 27-15,0 0 16,26-1-16,0 1 0,1 0 16,-1 26-16,53 0 15,-1 0-15,1 0 16,0 0-16,-27 0 16,1 26-16,-27 27 15,0-1-15,-26 1 16,0-1-16,-52-26 15,-53 27-15,-53-27 16,-25 0-16,-54 0 16,1-26-16</inkml:trace>
  <inkml:trace contextRef="#ctx0" brushRef="#br0" timeOffset="103231.53">4985 4382 0,'-26'0'0,"0"0"16,-1 0-16,1 0 16,79 0 30,25 0-30,1 0-16,26 0 0,-26 0 16,-27 0-16,1 0 15,-27 0-15,0 0 16</inkml:trace>
  <inkml:trace contextRef="#ctx0" brushRef="#br0" timeOffset="103399.8">5116 4408 0,'-52'0'16,"-1"26"0,1-26-16,26 0 15,104 0 17,1 0-17,26 0-15,-26 0 16,26 0-16,-53 0 15,1-26-15</inkml:trace>
  <inkml:trace contextRef="#ctx0" brushRef="#br0" timeOffset="105662.72">10338 10837 0,'-26'0'0,"26"-26"0,0-1 47,52 1-47,1 0 31,25 26-31,1-26 0,0 26 15,-27 0-15,1 0 16,-1 0-16,1 26 16,-27 26-16,-26 1 0,0-1 15,0 27-15,0-27 16,-52 1-16,-1-1 16,-26 1-16,27-27 15,-27 0 1,27 1-16,-27-1 0,26-26 15,27 26-15,0-26 16</inkml:trace>
  <inkml:trace contextRef="#ctx0" brushRef="#br0" timeOffset="105996.18">10994 10679 0,'0'-26'16,"-26"26"31,-27 0-47,1 26 15,-1 27-15,27-27 0,0 53 16,0-27-16,26 27 15,0-27-15,0 27 16,0-26-16,52-1 16,1 1-16,-1-27 15,1 0-15,-1-26 16,-26 0-16,27 0 16,-1 0-16,27 0 0,-27-26 15,27 26-15</inkml:trace>
  <inkml:trace contextRef="#ctx0" brushRef="#br0" timeOffset="107013.46">11624 11125 0,'0'-26'32,"26"26"-1,26 0-31,27 0 15,26 0-15,0 0 16,26-26-16,1 26 16,-28-26-16,28 26 15,-80-27-15,1 27 16,-27 0-16,-52 0 172</inkml:trace>
  <inkml:trace contextRef="#ctx0" brushRef="#br0" timeOffset="107311.11">11991 10758 0,'0'-26'16,"0"78"46,53 1-62,-27-1 16,0 27-16,0-27 16,1 27-16,-1 0 15,0-27-15,-26 1 16,0-1-16,0 1 15,0-27-15,26-26 0,-26 26 16,27 1-16,25-1 16,27-26-16</inkml:trace>
  <inkml:trace contextRef="#ctx0" brushRef="#br0" timeOffset="107935.66">13014 10863 0,'0'-26'0,"0"52"78,0 0-63,-26 27-15,26-1 16,0-26-16,0 27 16,0-27-16,0 27 15,0-27-15,26-26 16,27 26-16,26-26 0,-27 0 16,1 0-16,-1-26 15,1-27 1,-27 27-16,0-26 15,0-1-15,-26 1 0,0 25 16,0 1-16,0-26 16,-26 26-1,26-1-15,-26 27 16,26 27 46,0 25-46,0 27-16,0-1 16,0 1-16,0 26 0,0-26 15,26 26 1,-26 0-16,0-27 16,0 1-16,0 0 15,0 0-15,-26-27 0,0-26 16,-53 27-16,0-27 15,0-26-15,1 0 16,-1 0-16,0-26 16,27-53-16,-1 0 15</inkml:trace>
  <inkml:trace contextRef="#ctx0" brushRef="#br0" timeOffset="108697.78">14405 11283 0,'-26'0'16,"78"0"15,1 0-31,26 0 16,-1 0-16,27-26 15,-26 26 1,0-27-16,-1 27 0,-25-26 16</inkml:trace>
  <inkml:trace contextRef="#ctx0" brushRef="#br0" timeOffset="108866.46">14379 11545 0,'-26'0'16,"52"0"-1,26 0-15,53 0 16,0 0-16,27 0 16,-1-26-16,26 0 15,1 26-15</inkml:trace>
  <inkml:trace contextRef="#ctx0" brushRef="#br0" timeOffset="109293.93">15953 11020 0,'0'-52'0,"0"26"16,0-1-16,0 80 78,0 26-78,0-1 15,0 27-15,0-26 16,0 0-16,0-27 16,0 27-16,0-27 15,0 1-15,0-27 16,0 0-16,0 1 15,0-1 1,27-26-16,25-26 16</inkml:trace>
  <inkml:trace contextRef="#ctx0" brushRef="#br0" timeOffset="109575.51">16452 11047 0,'0'-27'0,"26"27"31,27 0-15,-1 0-1,27 0-15,-1 0 16,-25 0-16,-1 0 15,1 0-15,-27 0 0,-52 27 32</inkml:trace>
  <inkml:trace contextRef="#ctx0" brushRef="#br0" timeOffset="110035.84">16426 11073 0,'-27'0'0,"27"26"63,0 0-47,0 27-16,0-1 0,0 1 15,-26-1 1,26 1-16,0-27 0,0 27 15,0-27-15,0 0 32,0-52-1,0 0-15,0-1-16,0 1 15,26 0-15,1 0 16,25 26-16,-26-27 15,27 27-15,-1 0 0,1 0 16,-1 0-16,27 0 16,-27 27-16,-25-1 15,-1 26-15,0 1 16,-26-1-16,0 1 16,-52-1-16,-1 1 15,-26-27-15,27 0 16,0 0-16,-27-26 15,26 0-15,27 0 16,0-26-16</inkml:trace>
  <inkml:trace contextRef="#ctx0" brushRef="#br0" timeOffset="110394.72">17318 11073 0,'0'-26'16,"0"52"30,0 0-30,0 53-16,0 0 16,0-27-16,-26 27 15,26 0 1,0-27-16,0 0 0,0-25 16,0 25-1,0-26-15,26-26 16,26-26-1</inkml:trace>
  <inkml:trace contextRef="#ctx0" brushRef="#br0" timeOffset="110642.19">17711 11230 0,'-26'0'31,"-26"0"-15,-1 0-16,-26 53 0,27-27 15,-27 0 1,53 1-16,0 25 0,26-26 16,0 1-16,0-1 15,26 0-15,26-26 0,27 26 16,-26-26 0,25 26-16,-25-26 15,26 0-15,-1 0 16,-25 0-16,-1 0 15,1 0-15</inkml:trace>
  <inkml:trace contextRef="#ctx0" brushRef="#br0" timeOffset="111265.47">18052 11309 0,'-26'-26'0,"26"52"31,0 0-15,0 27-16,26-1 15,-26 1-15,27-1 16,-27-26-16,26 1 0,-26-1 16,0-52 15,0-27-16,-26-25-15,26 25 16,0 1-16,0 25 16,0-25-16,26 52 15,-26-26-15,26 26 16,0 0-16,1 0 16,-1 0-16,26 26 15,-25 26-15,-1-25 0,-26 25 16,26-26-1,-26 27-15,0-27 16,0 0 0,0-52 15,0-26-31,26-1 16,-26-26-1,27 27-15,25-1 0,-26 27 16,-26 0-16,27 0 15,-1-1-15,0 27 16,-26 27 0,26-1-16,1 26 15,-1 1-15,0-1 0,-26 1 16,26-1-16,-26-25 16,26 25-1,-26-26-15,0 0 0,0 1 16</inkml:trace>
  <inkml:trace contextRef="#ctx0" brushRef="#br0" timeOffset="111582.14">18892 11257 0,'0'-27'16,"0"1"-16,0 0 0,0 0 15,0-1-15,0 80 78,0-1-78,0 1 16,0-1-16,0 1 16,0 26-16,26-1 15,-26 27-15,0-26 16,27 0-16,-27-1 0,26 1 15,-26-26 1,0-1-16,0-26 16,0 1-16,0-1 15,0-52 1,0-27-16</inkml:trace>
  <inkml:trace contextRef="#ctx0" brushRef="#br0" timeOffset="111796.89">18892 11309 0,'0'-26'0,"53"0"15,25 26-15,1 0 16,0 0-16,-27 26 16,1 26-16,-27 1 15,-26-1-15,0 1 0,-26-1 16,-27 1-16,-25-27 15,25 26-15,-26-25 16,27-27 0</inkml:trace>
  <inkml:trace contextRef="#ctx0" brushRef="#br0" timeOffset="112415.44">19601 10889 0,'0'-26'15,"26"0"1,-26 52 62,0 53-78,0-27 0,0 27 16,0-27-16,0 27 15,26-26 1,-26 25-16,26-25 16,-26-27-16,0 27 15,0-27-15,0-79 47,0 1-31,0-1-16,0-25 15,0 51-15,0 1 0,27 0 16,-1 0-16,0-1 16,0 27-16,27 0 15,-1 0 1,1 0-16,-27 53 16,26-1-16,-25 27 15,-1-26-15,0 25 0,-26-25 16,0-1-16,-26 1 15,-27-27-15,1 26 16</inkml:trace>
  <inkml:trace contextRef="#ctx0" brushRef="#br0" timeOffset="120394.06">11151 13382 0,'-52'-26'0,"52"0"16,0-1-16,0 1 15,26 0-15,27 26 16,-1-26-16,1 26 15,25 0-15,1 0 16,-26 26-16,-1 26 16,-26 27-16,-26-26 15,0 25-15,-52-25 16,-27 25-16,27-51 16,-1-1-16,1 0 0,52 0 15,-27-26 1,27-26-1,0-26-15</inkml:trace>
  <inkml:trace contextRef="#ctx0" brushRef="#br0" timeOffset="120642.65">11912 13146 0,'0'-26'15,"-52"26"1,-1 0-1,-25 26-15,-1 26 16,27 1-16,25-1 16,27 27-16,-26 0 15,26-27-15,0 27 0,53 0 16,-1-53-16,-26 26 16,27-25-16,-27-1 15,26 0 1,1-26-16,-1 0 15,27 0-15</inkml:trace>
  <inkml:trace contextRef="#ctx0" brushRef="#br0" timeOffset="120881.6">12358 13644 0,'-26'0'15,"52"0"17,27 0-32,26 0 15,-1 0-15,27 0 16,-26 0-16,0 0 16,0 0-16,-27 0 15,0 0-15,-25 0 16</inkml:trace>
  <inkml:trace contextRef="#ctx0" brushRef="#br0" timeOffset="121113.57">12752 13408 0,'0'-26'0,"0"52"46,26 27-30,1-1 0,-27 27-16,0 0 0,0-27 15,0 27-15,0-27 16,0 1-16,0-1 16,52-25-16,-26-27 15</inkml:trace>
  <inkml:trace contextRef="#ctx0" brushRef="#br0" timeOffset="121548.22">13565 13408 0,'-26'-26'0,"26"0"15,0 0-15,26-1 16,27 1 0,26 0-16,-27 26 15,27 0-15,-27 0 16,1 0-16,-1 52 16,-25-25-16,-1 51 0,-26-25 15,-26 25-15,-27-25 16,-26-1-16,1 1 15,25-27 1,1 0-16,-1 1 0,1-27 16,-1 26-16,27-26 15,0 26-15,104-26 47,27 0-47,27 0 16,25 0-1,1-26-15,-1 0 16,-26-27-16,0 27 16</inkml:trace>
  <inkml:trace contextRef="#ctx0" brushRef="#br0" timeOffset="121798.8">15061 13566 0,'0'-27'15,"26"27"17,27 0-17,-1 0-15,27 0 16,0 0-1,0-26-15,-1 26 16,1 0-16,-27 0 0,1 0 16</inkml:trace>
  <inkml:trace contextRef="#ctx0" brushRef="#br0" timeOffset="121981.06">15219 13776 0,'-27'0'15,"80"0"32,78 0-47,0 0 0,0-27 16,1 1-16,-27 0 16</inkml:trace>
  <inkml:trace contextRef="#ctx0" brushRef="#br0" timeOffset="122282.21">16321 13172 0,'0'-26'0,"0"78"62,0 1-46,0 26-16,0-27 16,0 27-16,0-27 15,0 1-15,0 25 16,0-51-16,0 25 0,26-26 15,26 1 1,1-1-16</inkml:trace>
  <inkml:trace contextRef="#ctx0" brushRef="#br0" timeOffset="122524.74">16793 13303 0,'-26'0'0,"52"-26"31,53 26-15,-1 0-16,1 0 0,-26-26 16,25 26-16,-51 0 15,-1 0 1</inkml:trace>
  <inkml:trace contextRef="#ctx0" brushRef="#br0" timeOffset="122980.86">16714 13303 0,'0'53'62,"0"-1"-62,0 1 16,0-1-16,0 1 15,-26-1-15,0 1 0,26-27 16,0 0-16,-26-26 16,26-26 30,26 0-30,-26-27-16,52 27 16,-26 0-16,1-1 15,25 27-15,1-26 16,-1 26-16,1 0 16,-1 0-16,1 0 0,-1 0 15,-26 26-15,1 27 16,-1-27-16,-26 27 15,0-1 1,-26 1-16,-1-1 0,-25-26 16,-1 1-16,-25-1 15,25-26-15,1 26 16,25-26-16,1 0 16,0-26-16</inkml:trace>
  <inkml:trace contextRef="#ctx0" brushRef="#br0" timeOffset="123308.12">17475 13198 0,'0'-26'0,"26"52"63,-26 53-63,0 0 16,0 26-16,0-27 15,0 1 1,0-26-16,0-1 15,0 1-15,0-27 16,0 0-16,27-26 16,25 0-1</inkml:trace>
  <inkml:trace contextRef="#ctx0" brushRef="#br0" timeOffset="123575.71">17948 13382 0,'0'-26'16,"-27"26"0,1 0-16,-26 0 0,-27 26 15,0 27-15,53-27 16,-27 0-16,1 0 16,52 0-16,0 27 15,0-27 1,0 0-16,79 1 15,26-1-15,-27 0 0,27-26 16,-26 26-16,0-26 16,-1 0-16,-25 0 15,-27 0-15,27 27 0</inkml:trace>
  <inkml:trace contextRef="#ctx0" brushRef="#br0" timeOffset="124194.1">18341 13461 0,'0'52'47,"0"1"-31,0-1-16,0 1 15,0-27-15,0 0 16,0 0-16,0 1 16,0-54 15,0-25-31,0-1 16,0-25-16,0 25 0,26-25 15,1 51-15,-1-25 16,0 26-16,0 26 15,1-27-15,25 27 16,-26 53 0,1-1-16,-27 1 0,26-1 15,-26 1 1,26-1-16,-26-26 16,0 1-16,0-1 15,0-79 16,0 1-15,26-27 0,0 27-16,1-1 0,-1 27 15,-26 0 1,26 0-16,0 26 16,1 0-1,-1 52-15,26-26 16,-25 27-16,-1-1 0,-26-26 15,26 27-15,-26-27 16,0 0-16,0 27 16,0-27-16,0 0 15</inkml:trace>
  <inkml:trace contextRef="#ctx0" brushRef="#br0" timeOffset="124493.43">19338 13408 0,'0'-26'0,"0"0"15,0 0-15,0 78 63,0 27-63,0-1 15,0 1-15,-26 0 16,26 0-16,0-1 16,0-25-16,0 26 15,0-27-15,0 0 16,0-25-16,0 25 0,0-26 16,0 1-1</inkml:trace>
  <inkml:trace contextRef="#ctx0" brushRef="#br0" timeOffset="124725.15">19312 13435 0,'26'-27'16,"27"1"-16,-1 0 15,27 26-15,-27 0 0,1 0 16,-1 0-1,1 52-15,-27 1 16,-26-1-16,0 1 16,0-1-16,-52 1 15,-27-1-15,0 1 0,0-1 16,1-26-16,-1 1 16</inkml:trace>
  <inkml:trace contextRef="#ctx0" brushRef="#br0" timeOffset="125210.09">20047 12857 0,'0'-26'0,"0"0"31,0 52-15,0 26-1,0 1-15,0 26 16,0-1 0,0 1-16,0 0 0,0 0 15,0-1-15,0-25 16,0-1-16,0-26 15,0 1-15,0-54 32,0-25-17,0 0 1,0-27-16,26 0 16,0 53-16,27-27 15,-27 27-15,26 26 16,1 0-16,-1 0 0,1 26 15,-27 27-15,27-1 16,-27 27-16,0-26 16,-26 25-16,0-25 15,0-1-15,-26 1 0,-53-1 16,-26 1-16</inkml:trace>
  <inkml:trace contextRef="#ctx0" brushRef="#br0" timeOffset="126463.4">13775 15429 0,'0'-27'15,"0"1"-15,0 0 16,0 0 0,0 0-16,53 26 0,-1-27 15,1 27-15,-27 0 16,53 0-16,-27 27 16,1 25-16,-1 0 15,-26 1-15,-26-1 0,0 27 16,0-26-16,-78-1 15,-1 1-15,-26-27 16,26 26 0,1-25-16,51-1 15,1-26-15,26-53 16</inkml:trace>
  <inkml:trace contextRef="#ctx0" brushRef="#br0" timeOffset="126695.29">14405 15324 0,'26'-26'16,"-26"-1"-16,-26 54 47,-26-1-31,-27 52-16,26-25 15,27-1-15,0 27 0,0-26 16,26 25-16,0-25 15,52-27-15,1 27 16,-1-27-16,27-26 16,26 0-1,0 0-15,0-26 0</inkml:trace>
  <inkml:trace contextRef="#ctx0" brushRef="#br0" timeOffset="126926.57">15402 15560 0,'-26'0'0,"52"0"63,53 0-63,26 0 15,0 0-15,0 0 16,-26 0-16,-1-26 16,-51 26-16,-1 0 0</inkml:trace>
  <inkml:trace contextRef="#ctx0" brushRef="#br0" timeOffset="127095">15533 15744 0,'-26'0'15,"105"0"17,52 0-17,0 0 1,27-27-16,-53 1 16</inkml:trace>
  <inkml:trace contextRef="#ctx0" brushRef="#br0" timeOffset="127392.68">16557 15219 0,'0'-26'0,"-26"26"47,-1 52-31,1 1-16,0 25 15,26 1 1,-26-27-16,26 1 0,0-1 16,0 1-1,0-1-15,0 1 16,26-27-16,0 0 0,27-26 15</inkml:trace>
  <inkml:trace contextRef="#ctx0" brushRef="#br0" timeOffset="127892.51">16845 15324 0,'0'-26'15,"0"-1"1,27 1-16,25 26 16,1 0-16,-27 0 15,0 0 1,0 26-16,1 27 16,-27-27-16,0 26 0,0 1 15,-27-27-15,1 0 16,-26 1-16,-1-1 15,1-26-15,25 26 16,-25-26-16,104 0 78,27 0-78,0 0 16,-27 26-16,1 1 0,-27 25 15,0 1-15,1-1 16,-27 1-16,0-27 16,0 0-16,-27 27 15,-51-53-15,-1 26 16,0-26-16,0 0 0,1 0 16,25 0-16,1-26 15,26-27 1,26 1-16,0-1 15</inkml:trace>
  <inkml:trace contextRef="#ctx0" brushRef="#br0" timeOffset="128191.18">17659 15324 0,'0'-26'16,"0"78"15,0 0-15,0 1-16,0 26 0,0-27 15,0 1-15,0 25 16,0-51-1,0 25-15,0-26 16,0 1-16,0-1 0,26-52 31</inkml:trace>
  <inkml:trace contextRef="#ctx0" brushRef="#br0" timeOffset="128458.09">18052 15429 0,'-26'0'47,"-26"0"-47,-1 0 15,-25 0-15,-1 26 0,26 0 16,1 27-16,26-27 16,-1 26-16,27-25 15,0 25 1,0-26-16,27 27 0,-1-27 15,53 0-15,-27 1 16,1-1-16,-1 0 16,27-26-16,-1 0 15,1 0-15,0 0 16,0 0-16</inkml:trace>
  <inkml:trace contextRef="#ctx0" brushRef="#br0" timeOffset="129047.75">18446 15507 0,'0'-26'0,"-26"26"16,26 53 31,0-1-47,0 1 15,0-1-15,0 1 16,0-27-16,0 0 15,0 0 1,0-52 15,0-26-31,0-1 0,0-26 16,0 27-16,0-1 16,0 27-16,0 0 15,26 0 1,0 26-1,1 0 1,25 26-16,1 26 16,-27 1-16,0-1 15,-26 1-15,0-27 16,0 0-16,0 1 16,0-80 15,0 1-31,0-1 15,0-26 1,0 27-16,26-1 0,27 27 16,-27 0-16,-26 0 15,26 26 1,0 26 0,27 0-16,-1 27 15,-25-1-15,-1-26 16,-26 27-16,26-1 0,0 1 15,-26-27 1,27 0-16,-1-26 16,0 0-16</inkml:trace>
  <inkml:trace contextRef="#ctx0" brushRef="#br0" timeOffset="129342.25">19417 15350 0,'-26'-26'16,"26"52"47,0 26-48,0 27-15,0 26 16,0-26-16,0 26 15,0 0-15,0 0 0,-27-27 16,27 1-16,0-26 16,0-1-16,-26-26 15,26 1 1</inkml:trace>
  <inkml:trace contextRef="#ctx0" brushRef="#br0" timeOffset="129557.54">19260 15402 0,'0'-52'0,"52"26"16,27 0-16,-1-1 0,1 27 16,0 0-16,0 0 15,-27 53-15,-26-1 16,1 1-16,-27 25 0,-27 1 15,-25-26 1,-53 25-16,0 1 16,26-26-16,0-27 15</inkml:trace>
  <inkml:trace contextRef="#ctx0" brushRef="#br0" timeOffset="130080.03">20099 15166 0,'0'-26'0,"0"0"15,0 52 32,-26 53-31,26-27-16,0 53 0,0-26 15,0-27-15,0 27 16,0-26-16,0-27 16,0 0-1,0-52 16,0-27-15,26-25-16,0 25 0,27 1 16,-27-1-16,0 27 15,1 0 1,-1 26-16,0 0 0,0 26 16,1 26-16,25 1 15,-26 26-15,1-1 16,-27-25-16,26-1 15,-26-25-15,0-1 32,26-26-32,0 0 0,0 0 15,27-26-15</inkml:trace>
  <inkml:trace contextRef="#ctx0" brushRef="#br0" timeOffset="130644.25">21201 14956 0,'0'-26'15,"0"0"1,0 0-16,0-1 16,0 1-16,-52 0 15,-27 0 1,-52-27-16,-27 1 16,-78-1-16,-105 1 15,-79-1-15,-78 1 16,-106-1-16,-78 1 0,-26 26 15,-80 26-15,27 0 16,0 0-16,27 78 16,78 1-16,78 52 15,80 27-15,104 25 16,106 27-16,130-26 16,106 52-16,104-26 15,211 0-15,156-26 16,159-1-16,183 1 15,157-53-15,132 0 16,78-26-16,0-26 0,-131-53 16,-131-26-16,-183-78 15,-159-80-15,-104-52 16,-105-78-16,-105-53 16,-158-1-16,-104 28 15,-289-1-15,-236 78 16,-237 80-16,-235 26 15,-132 78-15</inkml:trace>
  <inkml:trace contextRef="#ctx0" brushRef="#br0" timeOffset="139541.95">11361 4539 0,'-105'26'0,"0"-26"0,27 27 16,-1-27-16,27 26 16,25-26-16,1 0 15,52 0 1,105 0-1,79 0-15,105 0 16,79-26-16,26-1 0,0 1 16,-27 0-16,-52 0 15,-26 26-15,-52 0 16,-54-26-16,-51 26 16,-27 0-16,-78-27 15,-1 27 1,-78 0-1,-79 0 1,-26 0-16,-27 27 16</inkml:trace>
  <inkml:trace contextRef="#ctx0" brushRef="#br0" timeOffset="139847.24">11650 4697 0,'-79'0'16,"106"0"0,51 0-1,80 0-15,52-27 16,52 1-16,27 0 16,26 0-16,26-27 15,0 53-15,0-26 0,-53 0 16,-51 26-16,-54-26 15,-51 26-15,-54 0 16,-52 0 0,1 0-16,-54 0 31,-25 0-31,0 0 0,-1 0 16</inkml:trace>
  <inkml:trace contextRef="#ctx0" brushRef="#br0" timeOffset="142375.21">21883 15717 0,'-52'-26'0,"26"26"16,0 0-16,26 79 47,26 26-47,0 26 15,26-26 1,1 0-16,-27-26 0,0-27 16,1-26-16,-1 1 15,0-27 1,0 0-16,27-79 16,26-26-16,52-79 15,52-52-15,-25 0 0,26 0 16,-27 26-1,0 0-15,1 26 16,-27 53-16,-52 26 16,0 53-16,-53-1 0,0 27 15,-52 26 32,-53 0-47,-26 0 16</inkml:trace>
  <inkml:trace contextRef="#ctx0" brushRef="#br0" timeOffset="144691.97">23589 3778 0,'-26'0'31,"-53"105"-31,-52 53 16,-53 52-1,1 52-15,-27 0 0,0 27 16,0 0-16,0-27 15,-26-26-15,52 0 16,53-52-16,26-26 16,52-54-16,27-25 15,26-53-15</inkml:trace>
  <inkml:trace contextRef="#ctx0" brushRef="#br0" timeOffset="144940.84">23825 3568 0,'79'-105'16,"-27"27"-16,-25 51 16,-27 1-16,-53 131 15,-104 79-15,-79 105 16,-53 104-1,-52 53-15,0 26 16,0 1-16,-1-27 16,28 0-16,77-52 0,1-27 15</inkml:trace>
</inkml:ink>
</file>

<file path=ppt/ink/ink6.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2T08:06:28.807"/>
    </inkml:context>
    <inkml:brush xml:id="br0">
      <inkml:brushProperty name="width" value="0.05292" units="cm"/>
      <inkml:brushProperty name="height" value="0.05292" units="cm"/>
      <inkml:brushProperty name="color" value="#C00000"/>
    </inkml:brush>
  </inkml:definitions>
  <inkml:trace contextRef="#ctx0" brushRef="#br0">7688 7426 0,'0'-27'0,"0"80"94,0-1-78,0 1-16,0 26 15,0-1-15,0-25 16,26 25-16,0-25 15,1-1-15,-1 1 16,26-27-16,-26 0 16,53-26-16,0 0 0,0 0 15,-1-26-15,1-26 16,-26-1-16,-1-26 16,-52 1-16,26-1 15,-26 0-15,0 1 16,0-1-1,-26 26-15,0 1 16,0 26-16,-1-1 16,27 80 31,0-1-32,0 1 1,0 26-16</inkml:trace>
  <inkml:trace contextRef="#ctx0" brushRef="#br0" timeOffset="435.29">8869 8187 0,'26'-27'16,"0"1"-1,-26 0-15,26 0 16,-26-1-16,-26 1 16,0 26-16,-27 0 15,1 0-15,-27 0 16,27 26-1,-1 27-15,27-27 0,26 0 16,0 27-16,0-27 16,26 27-16,27-27 15,-1 26-15,1-26 0,-1 27 16,1-1-16,-27 1 16,0 26-16,-26-53 15,0 0-15,0 0 16,-52 1-1,-27-27-15,-26 0 16,26 0-16,0 0 0,27-27 16,26-25-16,0-1 15,26-25-15</inkml:trace>
  <inkml:trace contextRef="#ctx0" brushRef="#br0" timeOffset="800">9656 8003 0,'52'0'32,"27"0"-17,52 0 1,-26 0-16,26 0 15,-52 0-15,0 0 16,-27 0-16,-26 0 16,1 0-16</inkml:trace>
  <inkml:trace contextRef="#ctx0" brushRef="#br0" timeOffset="999.2">9708 8239 0,'53'0'31,"52"0"-31,26 0 16,-26 0-16,26 0 0,-26-26 16,0 26-16,-26-26 15,-27 26-15,-26 0 16</inkml:trace>
  <inkml:trace contextRef="#ctx0" brushRef="#br0" timeOffset="1549.84">11519 7504 0,'-26'-26'0,"26"-26"15,0 25-15,0 1 0,26 26 16,53-26-16,-1 26 16,-25 0-16,-1 0 15,1 0-15,-27 26 16,-26 0-16,0 27 15,0-1 1,0 27-16,-53-26 0,1-1 16,-1-26-16,1 27 15,0-53-15,25 26 16,1-26-16,26 26 0,-26-26 16,78 0 30,27 0-46,52 0 16,0 0-16,1 0 16,25-26-16,-26 26 0,-52-26 15</inkml:trace>
  <inkml:trace contextRef="#ctx0" brushRef="#br0" timeOffset="1872.97">12332 7373 0,'0'26'63,"0"27"-63,-26-1 15,26 1 1,-26-27-16,26 27 0,0-27 16,0 26-16,26-26 15,26 1-15,1-27 16,-1 26-16,27-26 16,0 0-16,0 0 0,-27 0 15,1-26-15,-27-1 16</inkml:trace>
  <inkml:trace contextRef="#ctx0" brushRef="#br0" timeOffset="2109.94">12542 7531 0,'0'26'62,"26"26"-62,1 1 0,-27 25 16,0-25-1,0 26-15,0-27 0,0 27 16,0-27 0,0 1-16,0-1 15,-27 1-15,1-27 16</inkml:trace>
  <inkml:trace contextRef="#ctx0" brushRef="#br0" timeOffset="2384.92">11545 8370 0,'-26'0'15,"0"0"1,-1 0-16,54 0 31,51 0-31,53 0 16,27-26-16,26 26 0,-1-26 15,1 0-15,0 26 16,-1 0-16,-25 0 16,-53-27-16,-27 27 0,-51 0 15,-80 0 16,-78 0-31</inkml:trace>
  <inkml:trace contextRef="#ctx0" brushRef="#br0" timeOffset="2821.64">12673 8606 0,'0'-26'0,"0"0"16,0 0-16,-26 26 15,0 0-15,0 0 16,-27 0-16,1 0 16,-27 26-16,26 26 15,1 1-15,0-1 16,25 27-16,1-26 0,26 25 15,0-25-15,53-27 16,25 26-16,27-25 16,-26-27-16,26 0 15,-53 0-15,1 0 16,-1-27-16,-25 1 16,-27 0-16,0 0 15,0 0-15,-27 26 16,-25 0-16,-1 0 0,-25 0 15,25 26-15,1 0 16,-1 0-16,27 27 16,26-27-16,0 0 15,26-26 1,53 0-16</inkml:trace>
  <inkml:trace contextRef="#ctx0" brushRef="#br0" timeOffset="3099.46">13723 8265 0,'79'0'47,"26"0"-31,0 0-16,-27 0 0,-25 0 15,-27 0-15,0 0 16</inkml:trace>
  <inkml:trace contextRef="#ctx0" brushRef="#br0" timeOffset="3271.81">13802 8423 0,'-27'0'0,"1"0"15,0 0-15,105 0 32,26 0-17,0 0-15,0 0 16,-1 0-16,-25-27 15,-26 27-15,-1-26 16</inkml:trace>
  <inkml:trace contextRef="#ctx0" brushRef="#br0" timeOffset="4150.01">15324 7845 0,'0'-26'0,"0"52"62,-27 27-62,1 26 0,0-27 16,-27 27-16,27-27 15,0-25-15,26-1 16,-26 0-16,52-26 31,26 0-31,53 0 16,-26 0 0,52 0-16,-26 0 0,0 0 15,0 0-15,-26 0 16,-27 0-1,-25 0-15,-1 0 16</inkml:trace>
  <inkml:trace contextRef="#ctx0" brushRef="#br0" timeOffset="4386.32">15638 8029 0,'0'-26'0,"0"78"62,0 1-62,0 26 0,0-27 16,0 27-16,0-1 16,0 1-16,0-26 15,27 25 1,-27-25-16,0-1 0,26-25 15</inkml:trace>
  <inkml:trace contextRef="#ctx0" brushRef="#br0" timeOffset="4672.46">16242 8003 0,'0'-26'0,"26"-1"0,-26 1 32,0 79-1,0-1-15,26 1-16,-26 25 0,0-25 15,0-1 1,0 1-16,0-1 15,0-26-15,0 27 16,0-27-16,27-26 16</inkml:trace>
  <inkml:trace contextRef="#ctx0" brushRef="#br0" timeOffset="4949.84">16662 8055 0,'-26'0'16,"-27"0"-16,1 27 16,-27 25-16,0 1 15,27-27-15,-1 26 0,27-52 16,26 27 0,0-1-16,26 0 31,53-26-31,-27 26 15,27-26-15,-26 26 16,25-26-16,-25 0 0,25 27 16,1-27-16,-26 0 15,-1 0-15,-26 0 16,1 0-16</inkml:trace>
  <inkml:trace contextRef="#ctx0" brushRef="#br0" timeOffset="5586.18">17029 8239 0,'0'-26'0,"0"0"16,0 78 46,0 1-62,0-27 16,0 26-1,0-26-15,0 1 16,0-1-16,0-52 31,0-27-15,0 1-16,0 26 0,0-27 16,0 1-16,26 25 15,1 1 1,-1 26-16,0 0 15,0 0-15,27 0 0,-27 0 16,0 53-16,27-27 16,-27 26-16,0-25 15,-26 25-15,26-26 16,-26 0-16,0 1 31,0-54 0,27-25-31,-27 0 16,26-1-16,26 1 16,-25-1-16,-1 27 0,0 0 15,0 26-15,1 0 16,-1 0 15,-26 52-31,26-26 16,0 27-1,-26-27-15,27 27 0,-1-27 16,-26 0-16,26 0 16,-26 0-16,26-26 15,1 0-15,-1 0 16</inkml:trace>
  <inkml:trace contextRef="#ctx0" brushRef="#br0" timeOffset="5886.02">18079 8029 0,'0'-26'0,"0"0"16,0-27-16,0 79 62,0 27-46,0 26-16,0-27 0,0 27 15,0 0-15,-27 25 16,27-25 0,0 26-16,0 0 15,0 0-15,0-26 16,0 0-16,0-27 16,0-26-16,27 0 0,-27 1 15,26-27-15,-26-27 16,26-25-1</inkml:trace>
  <inkml:trace contextRef="#ctx0" brushRef="#br0" timeOffset="6103.77">17895 8213 0,'0'-53'0,"0"27"15,53 0-15,25 26 16,1 0-16,26 0 0,-26 0 15,-27 26-15,1 0 16,-27 27-16,0-1 16,-26 1-16,0-1 15,-26 1-15,-27-1 16,1-26-16,-27 1 16,0-1-16,1-26 15</inkml:trace>
  <inkml:trace contextRef="#ctx0" brushRef="#br0" timeOffset="6651.33">18918 7714 0,'0'-26'0,"0"0"15,-26 52 48,26 26-63,-26 27 15,0 0-15,26 0 16,0 26-16,0-27 16,0 1-16,0-26 15,0-1-15,0-26 16,0 0-16,0 1 16,0-54 15,0 1-31,0-52 15,26 25-15,-26 1 16,26-1-16,0 1 0,1 25 16,-1 27-16,26-26 15,1 26 1,26 0-16,-27 26 16,1 27-16,-1-1 15,0 27-15,-25-26 16,-27-1-16,0 0 0,0 27 15,0-53-15,-53 27 16</inkml:trace>
  <inkml:trace contextRef="#ctx0" brushRef="#br0" timeOffset="8748.82">8606 10758 0,'-26'-52'0,"0"-1"16,-1 27-16,27 0 15,0-1 1,-26 27-1,26 53 17,0 26-17,-26 26-15,26-27 16,0 1-16,0 0 16,0-1-16,0-25 0,0-1 15,0-25-15,0-1 16,0 0-1</inkml:trace>
  <inkml:trace contextRef="#ctx0" brushRef="#br0" timeOffset="9068.71">8580 10706 0,'-26'-53'0,"26"27"16,-27 26-16,27-26 0,27 26 47,25 0-47,27 0 15,52 0-15,-52 52 0,0-26 16,-27 53-16,1-26 16,-27 25-16,-26-25 15,0 25-15,-26-25 16,-53-1-16,0 1 15,0-27-15,1 0 16,-1 1-16,0-27 16,27 0-16,25 0 15,1 0-15,0 0 16</inkml:trace>
  <inkml:trace contextRef="#ctx0" brushRef="#br0" timeOffset="9465.08">9656 11335 0,'0'-52'0,"0"-1"15,0 27-15,0 0 0,0 0 16,-26 26-16,-27 0 15,-26 0 1,27 26-16,-27 26 16,27-25-16,-1 25 15,53 1-15,0-27 16,0 26-16,26-25 0,53-1 16,0 0-16,0 26 15,-1-25-15,1-1 16,-26 26-16,-27-25 15,0-1-15,-26 0 16,-52 0 0,-27-26-16,0 27 15,-26-27-15,26 0 16,27 0-16,-1-27 16,27-25-16,26-1 0</inkml:trace>
  <inkml:trace contextRef="#ctx0" brushRef="#br0" timeOffset="9715.5">10443 11152 0,'26'0'47,"27"0"-47,25 0 15,1 0-15,0 0 0,-27 0 16,1 0-16</inkml:trace>
  <inkml:trace contextRef="#ctx0" brushRef="#br0" timeOffset="9881.95">10469 11414 0,'-26'26'15,"105"-26"17,52-26-17,26 0-15,1-27 16,-1 1-16</inkml:trace>
  <inkml:trace contextRef="#ctx0" brushRef="#br0" timeOffset="10352.04">12017 10548 0,'0'-52'16,"0"25"-16,53 1 15,26 0-15,-1 26 16,-25 0-16,-1 0 16,1 52-16,-53-25 15,0 25-15,0 1 16,-27-1-16,1 1 0,-26-1 15,-1-26 1,27 1-16,0-27 16,26 26 15,52 0-15,27 0-16,-27 0 15,1 1-15,-1-1 16,-25 26-16,-1-25 15,-26-1 1,0 0 0,-26-26-16,-53 26 0,0-26 15,1 0-15,-1 0 16,26 0-16,1-26 16,-1 0-16,27-27 15,26 1-15</inkml:trace>
  <inkml:trace contextRef="#ctx0" brushRef="#br0" timeOffset="10764.51">13014 10522 0,'0'-26'0,"0"-1"16,-26 27-1,0 0 1,-26 0 0,-1 0-16,27 53 15,0-27-15,-1 0 16,27 27-16,0-27 0,0 0 16,0 1-16,53 25 15,-1-52-15,1 26 16,-1 1-16,1-1 15,-1 0-15,1 0 16,-1 27 0,-26-27-16,-26 0 0,0 0 15,0 1-15,-26-1 16,-53 0-16,27-26 16,-53 0-16,53 0 15,-27 0-15,26-26 16,27-27-16,26 1 0,0-1 15</inkml:trace>
  <inkml:trace contextRef="#ctx0" brushRef="#br0" timeOffset="10971.49">12883 10548 0,'79'-26'47,"-27"26"-31,27 0-16,0-26 15,0 26 1,-27 0-16,1 0 16,-27 0-16</inkml:trace>
  <inkml:trace contextRef="#ctx0" brushRef="#br0" timeOffset="11316.78">11466 11545 0,'-26'0'15,"105"0"17,26 0-32,52-26 15,53 26-15,-26 0 0,52 0 16,0 0 0,-26 0-16,26 0 0,-26 0 15,0 0-15,-53 0 16,-52 0-16,0 0 15,-78 0-15,-1 0 16,-52 0 15,-27 0-15,-52 0-16</inkml:trace>
  <inkml:trace contextRef="#ctx0" brushRef="#br0" timeOffset="11922.83">12306 12018 0,'26'0'31,"53"0"-31,26 0 0,0 0 15,-26 0-15,-1 0 16,-25 0 0,-27-27-16,0 27 15,1-26 1,-27 0-16,0 0 16,0-1-1,0 54 48,0 25-63,-27 1 15,1 52-15,26-27 16,0 1-16,0 0 16,-26-1-16,26 1 15,0 0-15,0-27 16,-26-25-16,26-1 0,0 0 31,0-52-15,26-27-16</inkml:trace>
  <inkml:trace contextRef="#ctx0" brushRef="#br0" timeOffset="12248.81">14353 11571 0,'-27'0'0,"80"0"31,26 0-31,-1 0 0,1 0 16,0 0-1,-27 0-15,27 0 16,-27-26-16,1 26 16,-27 0-16,-26-26 15</inkml:trace>
  <inkml:trace contextRef="#ctx0" brushRef="#br0" timeOffset="12438.71">14379 11781 0,'-26'0'16,"78"0"15,27 0-16,0 0-15,26 0 16,0 0-16,-1-26 16,1 0-16,27 0 15,-27-1-15</inkml:trace>
  <inkml:trace contextRef="#ctx0" brushRef="#br0" timeOffset="12882.95">16189 11099 0,'0'-26'15,"-26"26"-15,0 0 0,-26 0 16,25 0 0,-25 0-16,-1 26 15,1 27-15,52-1 0,-26-26 16,26 27-16,0-27 16,52 27-16,1-27 15,25 0-15,-25-26 16,25 26-16,-25 1 15,26-1-15,-27 0 0,-26 0 16,1 0 0,-1-26-16,-26 27 15,0-1-15,0 0 16,-26-26-16,-27 26 16,-26 1-16,1-27 0,25 0 15,-25 0-15,25 0 16,27-53-1</inkml:trace>
  <inkml:trace contextRef="#ctx0" brushRef="#br0" timeOffset="13064.71">16032 11178 0,'0'-26'0,"53"-1"31,25 27-31,27 0 16,0-26 0,0 26-16,-26 0 15,0 0-15,-27 0 16</inkml:trace>
  <inkml:trace contextRef="#ctx0" brushRef="#br0" timeOffset="13483.03">16977 11073 0,'0'-26'16,"-27"26"15,27 52-15,0 1-1,0-1-15,0 27 16,0-27-16,0 1 16,0 26-16,0-27 15,0 0-15,0 1 0,0-27 16,0 0-16,0 1 15,0-80 79,0 27-94</inkml:trace>
  <inkml:trace contextRef="#ctx0" brushRef="#br0" timeOffset="13804.69">17239 11230 0,'-52'0'47,"-1"53"-47,1-27 0,-1 0 15,1 1-15,25-1 16,1-26 0,26 26-1,26 0 1,27 1 0,-1-1-16,1 26 15,-1-52-15,-25 26 0,25 1 16,1-27-1,-1 26-15,0-26 16,27 0-16,0 0 0,-27 0 16,27 0-16,-53-26 15</inkml:trace>
  <inkml:trace contextRef="#ctx0" brushRef="#br0" timeOffset="14431.07">17711 11283 0,'0'-26'0,"-26"26"0,26 26 78,0 0-78,26 53 0,1-27 16,-27-25-16,26 25 15,-26-26-15,0-52 63,0 0-63,0-27 15,0 1-15,0-1 16,0 27-16,0 0 16,52 26-16,-25-26 15,25 26-15,-26 0 16,27 0-16,-27 0 0,0 26 15,0 26 1,1 1-16,-1-27 16,0 27-16,-26-27 15,0 0-15,26-26 16,-26-52 15,27-1-15,-27 1-16,0 25 15,26-25-15,-26 26 16,26-1-16,-26 1 16,26 26 15,1 53-15,-1-1-16,0 1 0,0-1 15,1 1-15,-1-1 16,-26-26-16,26 27 15,0-27 1,1-26 0,-1 0-16</inkml:trace>
  <inkml:trace contextRef="#ctx0" brushRef="#br0" timeOffset="14720.7">18630 11230 0,'0'-26'15,"0"0"-15,0 0 0,0-1 32,0 54-1,0-1-31,0 53 16,0-1-16,0 1 15,0 0-15,0-1 16,0 27-16,0-26 15,26 0-15,-26-27 16,0 1-16,26-1 16,-26-25-16,26-1 15,-26-52 17,0-1-32</inkml:trace>
  <inkml:trace contextRef="#ctx0" brushRef="#br0" timeOffset="14953.38">18630 11335 0,'-26'-52'0,"26"-1"15,0 27-15,0 0 16,52 26 0,0 0-16,1 0 15,-27 0-15,27 52 16,-27-25-16,-26 25 15,0 1-15,0-27 16,0 26-16,-26-25 0,-27 25 16,1-26-16,-1 0 15,1-26-15,26 27 16</inkml:trace>
  <inkml:trace contextRef="#ctx0" brushRef="#br0" timeOffset="15502.3">19207 10601 0,'0'-27'0,"0"1"15,0 0 1,0 52 15,0 27-15,0 25-16,0 1 16,0 26-16,0-26 15,0-1-15,0 27 0,0-26 16,0-26-1,0-1-15,0-26 16,0 1-16,26-27 31,-26-53-15,0 1 0,0-27-16,27 26 15,-27 1-15,26 26 16,0-1-16,26 1 0,-25 26 15,-1 0-15,0 0 16,27 0 0,-27 53-16,0-1 15,-26 1-15,26-1 16,-26 1-16,0-1 16,0-26-16,0 1 0,0-1 15,0 0-15,-52-26 16</inkml:trace>
  <inkml:trace contextRef="#ctx0" brushRef="#br0" timeOffset="17750.37">16268 4093 0,'-79'0'0,"-25"-26"16,-1 26-16,0 0 0,26 0 16,53 0-16,157 0 31,79-26-31,131 26 15,52-27-15,54 1 16,-1 26-16,0-26 16,0 26-16,-26 0 15,-1 0-15,-25 26 16,-79 0-16,-105-26 0,-105 0 16,-79 27-16,-157-27 15,-79 0 1</inkml:trace>
  <inkml:trace contextRef="#ctx0" brushRef="#br0" timeOffset="18018.88">16793 4224 0,'-289'0'0,"27"27"0,78-1 16,79-26-1,79 0-15,26 26 0,26-26 16,106 0-1,104 0-15,79 0 16,52 0-16,53 0 16,26-26-16,0 26 15,52 0-15,-25 0 0,-27 0 16,-79 0-16,-104 0 16,-80 0-1,-130 0-15,-27 0 16,-79 0-16,-51 0 15,-80 0-15,-26 0 16</inkml:trace>
  <inkml:trace contextRef="#ctx0" brushRef="#br0" timeOffset="20285">12332 14012 0,'0'-53'0,"-26"27"16,26 52 46,0 27-62,0 25 16,0 27-16,0-26 16,0 0-1,0 0-15,0-27 0,0 1 16,0-1-16,0-26 15,0 1-15,26-27 16,0-27 0</inkml:trace>
  <inkml:trace contextRef="#ctx0" brushRef="#br0" timeOffset="20565.4">12306 14117 0,'0'-27'0,"-26"1"15,26 0-15,52 26 32,27 0-32,0 0 15,-1 0-15,1 52 16,-26 1-16,-1-1 16,1 1-16,-53 26 15,0-27-15,0 1 0,-27-1 16,-25 1-1,-27-27-15,0 0 16,27 0-16,-27 1 16,53-27-16,0 26 15,-1-26-15</inkml:trace>
  <inkml:trace contextRef="#ctx0" brushRef="#br0" timeOffset="20920.93">13119 14615 0,'27'-26'0,"-27"0"0,26 26 16,-26-26-16,-26 26 31,-27 0-31,1 26 16,-27 0-1,53 0-15,0 1 16,-1-1-16,27 0 0,0 26 16,53-25-16,-1-1 15,1 26-15,-1 1 16,1-27-16,-27 27 0,-26-27 16,0 0-1,0 0 1,-53 1-16,1-1 15,-1-26-15,1 0 16,0 0-16,25 0 0,27-53 16</inkml:trace>
  <inkml:trace contextRef="#ctx0" brushRef="#br0" timeOffset="21167.8">13513 14510 0,'-26'0'0,"78"0"32,79-26-17,53 26-15,-26-26 16,-1 26-1,-52-26-15,-53 26 0,-25 0 16,-1 0-16,-52 0 16</inkml:trace>
  <inkml:trace contextRef="#ctx0" brushRef="#br0" timeOffset="21383.05">13907 14327 0,'0'78'47,"26"-25"-31,26 26-16,-25-27 16,-27 27-16,0-27 15,0 27-15,26-27 16,-26-25-16,0 25 0,26-26 15</inkml:trace>
  <inkml:trace contextRef="#ctx0" brushRef="#br0" timeOffset="21783.73">14563 14195 0,'0'-26'16,"0"52"15,0 27-15,0-1-16,0 27 16,0 0-16,26-27 15,-26 1-15,26-1 16,27-25-16,-27-27 15,26 26-15,1-26 16,-1 0-16,1-26 16,-1-1-16,1-25 0,-27-1 15,0 1-15,-26-27 16,0 0-16,0 27 16,0-1-16,0 27 15,0 0-15,-26 52 47,0 27-31</inkml:trace>
  <inkml:trace contextRef="#ctx0" brushRef="#br0" timeOffset="22152.1">15691 14353 0,'0'-26'0,"0"-1"15,-26 27 17,-27 0-32,1 27 15,-1-1-15,27 0 0,0 0 16,26 1-16,0 25 15,0-26 1,78 1-16,-25-1 16,-1 26-16,1-25 0,-1-1 15,1 0-15,-53 0 16,26-26-16,-26 26 31,-79-26-31,-26 0 16,-52 27-16,52-27 15,0 0-15,26 0 16</inkml:trace>
  <inkml:trace contextRef="#ctx0" brushRef="#br0" timeOffset="22571.09">12621 15402 0,'-79'0'15,"27"0"-15,25 0 16,80 27 0,52-27-1,105 0-15,26 0 16,79 0-16,0 0 0,26 0 16,26 0-16,27 0 15,-27 0-15,-52 0 16,-53 0-16,-78 0 15,-79-27-15,-79 27 16,1 0-16,-54 0 31,-51 0-15</inkml:trace>
  <inkml:trace contextRef="#ctx0" brushRef="#br0" timeOffset="23015.89">14300 16163 0,'-26'0'0,"26"-26"16,0-26-16,0 25 15,26 1-15,53 0 16,-27 26-16,1-26 16,-1 26-1,-25 0-15,25 26 16,-52 26-16,26 1 16,-26 26-16,0-27 0,-52 1 15,-27-1-15,0-26 16,-26 1-1,27-1-15,25 0 0,1-26 16,26 0-16,-1 0 16,80 0 31,52 0-47,26 0 15,0-26-15,0 0 16,27-1-16,25 1 15,1 0 1</inkml:trace>
  <inkml:trace contextRef="#ctx0" brushRef="#br0" timeOffset="23280.99">16452 15612 0,'0'-26'0,"52"26"31,53 0-15,0 0-16,-26-26 15,0 26-15,-53 0 16,26 0-16,-25 0 15,-1 0-15,0 0 0</inkml:trace>
  <inkml:trace contextRef="#ctx0" brushRef="#br0" timeOffset="23438.13">16636 15796 0,'-27'0'0,"106"0"47,52-26-47,27 0 16,-1-27-1,1 27-15</inkml:trace>
  <inkml:trace contextRef="#ctx0" brushRef="#br0" timeOffset="23984.31">18840 14694 0,'0'-52'0,"0"-1"16,0 27-16,0 0 15,-53-1-15,27 1 16,-27 26-16,1 0 16,0 0-16,-27 0 15,26 0-15,1 53 0,-1-27 16,27 0-16,26 27 16,0-27-16,26 0 15,27 0-15,-1-26 16,27 0-1,-26 0-15,25 0 16,-25 0-16,-27-26 0,26 0 16,-52 0-16,27-1 15,-27 1 1,0 52 31,0 27-32,0 25-15,0 1 16,0-26-16,0 25 16,0-25-16,0-27 0,0 27 15,0-27-15,0 0 16,0 0-16,0 1 16,0-1-16,0 0 15</inkml:trace>
  <inkml:trace contextRef="#ctx0" brushRef="#br0" timeOffset="24233.48">18499 15324 0,'-53'0'0,"1"0"15,-1 26-15,27-26 0,0 0 16,52 0 31,53 0-32,52 0-15,0 0 0,-26 0 16,52 0-16,-25-26 16,-1 0-16,0 26 15,0-27-15,-26 27 16,-52-26-16,25 26 16,-25 0-16,-27 0 0</inkml:trace>
  <inkml:trace contextRef="#ctx0" brushRef="#br0" timeOffset="24652.81">18997 15796 0,'-52'0'0,"-1"0"16,27-26-16,26 0 15,-26-1-15,26 1 16,0 0-16,0 0 16,26-1-16,26 27 15,1 0-15,26 0 0,-27 0 16,1 0-16,-27 53 16,0-1-1,-26 27-15,0 0 16,-52-27-16,-1 1 0,-52-1 15,53 1-15,-27-27 16,0-26-16,53 26 16,-27-26-16,27 0 15,26 26-15,79-26 47,52 0-31,53-26-16,0-26 15,-27 25-15,27-25 0</inkml:trace>
  <inkml:trace contextRef="#ctx0" brushRef="#br0" timeOffset="24919.3">20204 15350 0,'0'-26'0,"79"26"47,0-26-32,26 26 1,-1-27-16,-25 27 15,0 0-15,-53 0 0,0 0 16,-26 27 0,-26-1-16</inkml:trace>
  <inkml:trace contextRef="#ctx0" brushRef="#br0" timeOffset="25087.27">20309 15429 0,'-26'26'16,"52"-26"15,79-26-31,0 26 16,52-27-16,1 27 15,-27-26 1</inkml:trace>
  <inkml:trace contextRef="#ctx0" brushRef="#br0" timeOffset="25599.79">21490 14668 0,'-26'0'16,"-1"26"31,27 26-32,-26 1-15,26-1 16,0-25-16,0 25 16,26-26-16,27 1 15,-1-27-15,1 0 16,-1 0-16,1 0 16,26 0-16,-27-27 0,-26-25 15,0-1 1,1 27-16,-27-26 15,0 25-15,0 1 16,0 0-16,0 0 16,-27 26-16,1 26 62,26 26-62,0 27 16,-26-26-1,26-1-15,0 27 16,0-27-16,0 1 16,0-1-16,0-25 15,0-1-15,0 0 16,0 0-16,26-26 16,-26 27-16,26-27 0,1 0 15</inkml:trace>
  <inkml:trace contextRef="#ctx0" brushRef="#br0" timeOffset="25889.57">22303 15088 0,'27'0'31,"-1"26"-16,0-26 1,-26 26 15,-52-26-15,25 26 0,1-26-16,26-26 31,0 0-16,26 26-15</inkml:trace>
  <inkml:trace contextRef="#ctx0" brushRef="#br0" timeOffset="26303.83">22986 14773 0,'-53'0'47,"1"0"-47,-1 0 16,1 0 0,25 26-16,1 0 15,26 0-15,0 1 16,0-1-16,26 0 15,27-26-15,26 26 0,-27-26 16,27 27-16,-27-1 16,27 0-16,-27 0 15,1 27 1,-1-27-16,-52 27 0,0-27 16,0 0-16,0 0 15,-26 1-15,-26-27 16,-27 26-16,0-26 15,27 0-15,-1 0 16,1 0-16,26-53 16,26 27-16,0-53 15</inkml:trace>
  <inkml:trace contextRef="#ctx0" brushRef="#br0" timeOffset="26554.35">22933 14720 0,'0'-26'16,"26"26"-16,27 0 15,25-26-15,1 26 0,0 0 16,0 0 0,-1-26-16,-25 26 15,-27 0-15,27 0 16,-27 0-1</inkml:trace>
  <inkml:trace contextRef="#ctx0" brushRef="#br0" timeOffset="27950.89">3594 3595 0,'0'-27'16,"-52"54"-1,-53 104-15,-79 105 0,-26 79 16,-26 52 0,0 27-16,0 26 0,26-27 15,0 1 1,0-53-16,26-26 0,53-53 15,26-26-15,53-78 16,26-27-16,26-52 16,26-79-1,53-105-15,52-105 16,26-26-16</inkml:trace>
  <inkml:trace contextRef="#ctx0" brushRef="#br0" timeOffset="28148.2">3411 3595 0,'52'-105'0,"-26"52"0,1 27 15,-54 78 1,-77 132-16,-80 105 16,-79 131-16,-51 78 15,-28 27-15,1 52 0,0-26 16,0-26-1,52-53-15,27-52 0,26-52 16</inkml:trace>
</inkml:ink>
</file>

<file path=ppt/ink/ink7.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2T08:09:59.414"/>
    </inkml:context>
    <inkml:brush xml:id="br0">
      <inkml:brushProperty name="width" value="0.05292" units="cm"/>
      <inkml:brushProperty name="height" value="0.05292" units="cm"/>
      <inkml:brushProperty name="color" value="#C00000"/>
    </inkml:brush>
  </inkml:definitions>
  <inkml:trace contextRef="#ctx0" brushRef="#br0">5248 2912 0,'-105'0'15,"0"0"-15,0 0 16,26 0-16,26 0 0,27 0 16,52 27 15,79-1-31,53-26 15,26 26-15,25-26 16,28 0-16,-1 0 16,0 0-16,-26 0 15,-26 0-15,-1 0 16,-78-26-16,-26 26 16,-105 0-16</inkml:trace>
  <inkml:trace contextRef="#ctx0" brushRef="#br0" timeOffset="183.32">5379 2965 0,'-158'26'0,"27"-26"15,26 26-15,53 1 16,104-1 0,53 0-1,105 0-15,26-26 16,53 0-16,-1 0 0,1 0 15,-27-26 1,-25 0-16,-54 0 16,1-1-16</inkml:trace>
  <inkml:trace contextRef="#ctx0" brushRef="#br0" timeOffset="1184.41">14064 3044 0,'-236'0'16,"-27"0"-16,1 0 15,26 0-15,105 0 16,26 0-16,184 0 31,104 0-15,106 0-16,52 0 15,0 0-15,0 0 16,-26 0-16,-26 0 16,-1-27-16,-52 27 0,-52 0 15,-79 0-15,-79 0 16,-104 0-1,-80 0-15,-78 0 16,-26 0-16,-27 27 16,-52-1-16,-26 0 15,-27-26-15,0 26 16,53 1-16,131-1 16,105-26-16,132 26 15,130-26-15,79 0 16,53 0-16,52-26 15,0 0 1,0-1-16,-26 1 16,-26 0-16</inkml:trace>
  <inkml:trace contextRef="#ctx0" brushRef="#br0" timeOffset="2188.17">15402 3857 0,'-315'0'0,"1"26"15,104-26-15,52 27 0,132-27 16,78 26-1,132-26-15,157 26 0,158-26 16,131 0-16,130 0 16,54 26-16,-27 0 15,-26 1-15,-105-1 16,-131 0-16,-105 0 16,-132-26-1,-78 0-15,-105 0 16,-52 0-16,-27 0 0,-52 0 15,-106-26 1,-130 0-16,-105 0 16,-184-27-16</inkml:trace>
  <inkml:trace contextRef="#ctx0" brushRef="#br0" timeOffset="2367.39">14956 3962 0,'-236'0'16,"157"0"-16,106 26 15,209 0-15,157 1 16,132-1-16,79 0 0,104-26 16,1 26-16,25-26 15,-25 27-15,-79-27 16,-79 0-16,-105 0 16,-158 0-16</inkml:trace>
  <inkml:trace contextRef="#ctx0" brushRef="#br0" timeOffset="3451.45">10522 7636 0,'0'-53'0,"0"-26"15,26 27-15,-26-1 16,0 27-16,0 0 15,0 0 1,0 52 15,0 0-15,0 53-16,26 26 0,-26-26 16,0 25-1,0-25-15,0 0 0,0 0 16,0-27-1,0 1-15,0-1 16,0-26-16</inkml:trace>
  <inkml:trace contextRef="#ctx0" brushRef="#br0" timeOffset="3835.84">10495 7636 0,'-26'-27'16,"0"1"-16,0 0 15,-1 26-15,27-26 0,79 26 78,26 26-78,26 0 16,1 0-16,25 1 16,-26-1-16,-26 26 15,-26-52-15,-53 26 16,0 1-16,-26-1 16,0 26-16,-52-25 0,-27 25 15,-26-26-15,-26 27 16,26-27-1,0 27-15,26-27 16,27-26-16,-1 26 0,27-26 16,26 26-16,26-26 15</inkml:trace>
  <inkml:trace contextRef="#ctx0" brushRef="#br0" timeOffset="4300.87">11729 7504 0,'0'-26'15,"26"-26"-15,0-1 16,-26 27-16,0 0 0,26-1 16,-26 80 30,-52 52-30,-27 26-16,1 26 16,-1 1-16,-26 26 0,26-1 15,0-25-15,1-27 16,25 0-16,1 0 16,-1-52-16,27-26 15,0-27-15,26 0 16,-26 0-16,78-78 31</inkml:trace>
  <inkml:trace contextRef="#ctx0" brushRef="#br0" timeOffset="4751.25">12201 8370 0,'26'-26'15,"1"0"-15,-1-27 16,0 27-16,0 0 0,-26-27 16,0 27-1,-26 0 1,0 26-16,-27 0 15,-25 0 1,-1 52-16,26-25 0,1 25 16,26 1-1,-1 25-15,27-25 0,0 25 16,79-25-16,-26-1 16,25 1-16,1-27 15,-26 27-15,-1-27 16,-26 0-16,0-26 15,-26 26-15,-26-26 32,-52 0-17,-27 0-15,-27 0 0,1 0 16,52 0-16,1-26 16,51 0-16,27-27 15</inkml:trace>
  <inkml:trace contextRef="#ctx0" brushRef="#br0" timeOffset="5064.7">13513 8187 0,'-26'0'0,"52"26"47,0-26-47,53 26 15,0-26-15,-1 0 0,1 0 16,0 0 0,-27 0-16,1 0 15</inkml:trace>
  <inkml:trace contextRef="#ctx0" brushRef="#br0" timeOffset="5232.3">13513 8396 0,'0'27'32,"79"-27"-17,52 0 1,53 0-16,-1 0 16,27-27-16</inkml:trace>
  <inkml:trace contextRef="#ctx0" brushRef="#br0" timeOffset="5701.97">15665 7898 0,'0'-26'0,"0"-27"15,0 27 1,0 0-16,0-1 0,0 80 62,0 26-46,0-1-16,-27 27 0,27 0 16,0-26-16,0 0 15,0-27-15,0 1 16,0-1-1,0-26-15,-26-26 32,-26-52-32</inkml:trace>
  <inkml:trace contextRef="#ctx0" brushRef="#br0" timeOffset="5916.77">15192 7767 0,'0'-27'16,"53"27"15,52 0-15,52 0-16,1-26 0,-27 26 16,0 0-16,0 0 15,-52 0-15,0 0 16,-53 0-16,-52 0 31</inkml:trace>
  <inkml:trace contextRef="#ctx0" brushRef="#br0" timeOffset="79673.3">13539 10417 0,'26'0'63,"1"0"-63,51 0 16,27 0-16,-26 0 15,26 0-15,0 0 16,-26 0-16,-27 0 15,1-26-15,-80-1 16</inkml:trace>
  <inkml:trace contextRef="#ctx0" brushRef="#br0" timeOffset="79857.78">13408 10758 0,'79'0'16,"26"0"-16,26 0 15,53 0-15,-27-26 16,-26 0-16,-26-1 16,-26 1-16</inkml:trace>
  <inkml:trace contextRef="#ctx0" brushRef="#br0" timeOffset="80447.84">15402 10128 0,'-26'53'63,"-26"-1"-48,-1 27-15,1-27 16,-1 1-16,27-1 16,0 1-16,26-1 15,0-25 1,0-1-16,52 0 16,27-26-16,26 26 15,26-26-15,-26 0 16,26 0-16,-52 0 15,-27 0-15,1-26 16,-27 0-16,-26 0 16</inkml:trace>
  <inkml:trace contextRef="#ctx0" brushRef="#br0" timeOffset="80766.48">15560 10312 0,'0'26'78,"0"27"-78,0 25 15,0 1-15,0-26 16,26 52-16,-26-27 16,0 1-16,26 0 0,-26-1 15,0 1 1,0-26-16,0-1 16,0-26-16,26-26 15,1 0-15,25-26 16,-26-53-16</inkml:trace>
  <inkml:trace contextRef="#ctx0" brushRef="#br0" timeOffset="81424.19">16767 10128 0,'0'-26'16,"0"0"-16,0 0 15,26 26 1,26-27-16,1 27 16,-1 0-16,1 0 0,-27 0 15,0 0-15,1 0 16,-27 27-16,0 25 15,0-26-15,0 1 16,-27 25-16,-25-26 16,-1 1-16,1-1 0,26 0 15,-1-26 1,27 26-16,0 0 31,27 1-15,25-27-16,27 0 0,-27 26 15,27-26-15,-53 26 16,27-26-16,-27 26 16,0-26-16,-26 27 15,0-1 1,-52-26-16,-27 26 16,0-26-1,1 26-15,-1-26 16,0 0-16,27 0 15,-1-26-15,27 26 0,26-26 16,0 0 0</inkml:trace>
  <inkml:trace contextRef="#ctx0" brushRef="#br0" timeOffset="81881.05">17685 9971 0,'-26'0'0,"0"0"16,-1 0-16,1 26 15,0 0-15,0 1 0,-1 25 16,1 1-16,26-27 15,0 26-15,0 1 16,0-1-16,0 1 16,0-27-1,53 0-15,-1 0 0,27 1 16,-27-27-16,27 0 16,-26 0-16,-1 0 15,1 0-15,-1-53 16,-26 27-16,0-27 15,-26 1-15,0-27 16,0 27-16,0-27 0,-52 27 16,26 25-16,-27-25 15,27 52 1,-26-26-16,-1 26 16,1 0-16,-1 0 0,-26 26 15,1 26-15</inkml:trace>
  <inkml:trace contextRef="#ctx0" brushRef="#br0" timeOffset="82293.32">16373 10968 0,'53'0'31,"78"0"-31,26 0 16,79 0-16,1 0 16,25 0-16,0 0 0,1-26 15,-1 26-15,-26 0 16,-52 0-16,-53-27 16,-78 27-16,-27 0 15,-52-26 1,-53 26-1,-26-26 1,0 26-16</inkml:trace>
  <inkml:trace contextRef="#ctx0" brushRef="#br0" timeOffset="83114.45">17554 11467 0,'0'-27'0,"0"-25"0,-26 26 32,-1 26-32,1 0 0,-26 0 15,-1 0-15,-25 52 16,-1 1-16,26 25 16,27 1-16,0-27 15,26 27-15,0 0 0,0 0 16,52-27-16,27 1 15,0-27 1,26-26-16,-27 0 16,-25 0-16,-1 0 15,1-26-15,-27-1 0,0 1 16,-26 0-16,0 0 16,0-1-16,-52 1 15,-1 26-15,1 0 16,-27 0-16,27 0 15,-27 26-15,27 1 16,25-1-16,1 26 16,26-25-16,0-1 15,26 0 1,27-26-16,-1 0 16</inkml:trace>
  <inkml:trace contextRef="#ctx0" brushRef="#br0" timeOffset="83480.77">17921 11571 0,'-26'-26'16,"0"26"15,0 53-16,-1-1 1,27 1-16,-26-1 16,26 1-16,0-1 0,0 1 15,26-27-15,1 0 16,25 0 0,27-26-16,-27 0 0,27 0 15,-27-26-15,27-26 16,-26-1-16,-27 1 15,-26-27-15,0 26 16,0-25-16,0 25 16,-53 1-16,1-1 0,-1 27 15,-52 26-15,1 0 16,-28 26 0</inkml:trace>
  <inkml:trace contextRef="#ctx0" brushRef="#br0" timeOffset="105664.56">2755 4041 0,'-26'0'16,"104"0"47,1-27-48,52 27-15,-26-26 0,-26 0 16,0 26-16,-27 0 15,-26-26-15,1 26 16</inkml:trace>
  <inkml:trace contextRef="#ctx0" brushRef="#br0" timeOffset="105846.24">2860 4014 0,'-53'27'16,"1"-1"-16,26 0 0,26 0 31,52-26-15,53 0-16,26 0 15,27-26-15,25 0 16,1-27-16</inkml:trace>
  <inkml:trace contextRef="#ctx0" brushRef="#br0" timeOffset="112877.88">4644 10076 0,'26'-26'94,"27"-1"-94,-1 27 0,1-26 15,-1 26 1,-26 0-16,1 0 15,-1 0-15,0 0 0,0 0 16,1 26-16,-27 1 16,0-1-1,-27 26-15,-51-25 16,51-1-16,-25 0 16,-1 0-16,27 1 15,0-27-15,26 26 0,0 0 47,26 0-31,27-26-16,-1 26 0,1 1 15,-1-27-15,-26 26 16,1-26-16,-1 26 16,-26 0-1,0 1 1,-26-1-1,-27-26-15,1 26 16,-1-26-16,-26 0 16,53 0-16,-26 0 15,-1 0-15,27 0 16,0 0-16,26-26 16,0 0-16,26-1 15</inkml:trace>
  <inkml:trace contextRef="#ctx0" brushRef="#br0" timeOffset="113411.16">5457 10128 0,'0'-26'16,"0"0"-1,0 52 64,-26 0-79,0 1 15,26-1-15,0 0 16,0 27-16,0-27 15,0 0-15,0 26 16,26-25-16,27-1 16,-27 0-16,26 0 15,-25 1-15,-1-27 16,0 26-16,0-26 0,27 0 16,-27 0-16,0-26 15,27-1-15,-27-25 16,0-1-1,1 1-15,-27 0 16,0-1-16,0 1 0,0-1 16,0 27-16,0 0 15,-27-1-15,1 27 16,0 0-16,0-26 0,-27 26 16,1 0-1,-27 0-15,0 26 16,27-26-16,-27 27 15,26-1-15,27 0 16</inkml:trace>
  <inkml:trace contextRef="#ctx0" brushRef="#br0" timeOffset="114180.94">4119 10837 0,'-79'0'0,"1"0"16,25 0-16,1 0 16,26 0-16,-1 0 15,80 0 16,52 26-15,52-26-16,79 26 0,1-26 16,25 0-1,0 0-15,1 0 0,-27 0 16,26 0-16,-52 0 16,-52 0-16,-53 0 15,-27 0-15,-25 0 16,-27 0-1</inkml:trace>
  <inkml:trace contextRef="#ctx0" brushRef="#br0" timeOffset="115511.4">5536 3910 0,'-105'0'16,"0"0"-16,27 0 15,-27 0-15,52 0 16,1 0-16,25 0 16,54 0-1,78 0 1,78 0 0,80 0-16,25 0 0,1 0 15,0 0-15,-53 0 16,-26-27-16,0 27 15,-27 0-15,-25 0 16,-53 0-16,-27 0 16,-51 0-16,-80 0 47,-26 0-32,-52 0 1</inkml:trace>
  <inkml:trace contextRef="#ctx0" brushRef="#br0" timeOffset="115792.76">5589 3936 0,'-53'0'0,"27"0"15,105 0 16,52 0-15,26 0-16,53 0 16,0 0-16,53 0 15,-1-26-15,27 26 0,-53 0 16,0 0-16,-52-27 16,-27 27-16,-52 0 15,-53-26-15,1 26 16,-106-26-1</inkml:trace>
  <inkml:trace contextRef="#ctx0" brushRef="#br0" timeOffset="121210.82">6979 1889 0,'0'26'32,"-26"1"-17</inkml:trace>
  <inkml:trace contextRef="#ctx0" brushRef="#br0" timeOffset="126275.68">14589 4959 0,'-26'0'16,"78"26"15,27-26-15,52 0-16,0 0 15,0 0 1,-26 0-16,-26 0 16,0 0-16,-27 0 15,1 0-15,-27 0 16,-78 0-1</inkml:trace>
  <inkml:trace contextRef="#ctx0" brushRef="#br0" timeOffset="126454.69">14904 5012 0,'-27'0'0,"54"0"62,51 0-62,1 26 16,26-26-16,0 0 16,0 0-16,-26 0 15,-27 0-15</inkml:trace>
  <inkml:trace contextRef="#ctx0" brushRef="#br0" timeOffset="128823.16">4145 11309 0,'-26'-26'0,"26"0"15,-26 26-15,26 52 63,0 1-63,0 25 16,0-25-16,0 25 15,0 1-15,26-26 16,-26-1-16,0-26 15,0 1-15,0-1 16,0 0-16,26-26 31</inkml:trace>
  <inkml:trace contextRef="#ctx0" brushRef="#br0" timeOffset="129289.31">4460 11309 0,'0'-26'0,"0"52"47,-26 27-31,26-1-16,-26 27 15,0-27-15,-1 27 0,27-27 16,-26 1-16,0-1 15,26-25-15,0-1 16,0-52 47,52-27-63,1 27 15,-1 0-15,1 26 16,-1-27-16,1 27 15,-27 0-15,0 0 0,27 27 16,-27-1-16,0 0 16,0 27-16,-26-1 15,0-26 1,0 1-16,0 25 16,0-26-16,-52 1 0,-1-27 15,27 0-15,-26 0 16,26 0-16,-27 0 15,1-53-15</inkml:trace>
  <inkml:trace contextRef="#ctx0" brushRef="#br0" timeOffset="129538.7">4487 11362 0,'52'0'47,"53"0"-31,-26 0 0,-1 0-16,-25 0 15,-1-27-15,-25 27 16</inkml:trace>
  <inkml:trace contextRef="#ctx0" brushRef="#br0" timeOffset="130040.37">5116 11703 0,'-26'0'0,"0"0"15,0 0 1,52 0 62,26 0-78,1 0 16,-1 0-16,27 0 15,0 0-15,-27 0 16,27 0-16,0 0 15,-27-27-15,1 27 0,-27 0 16,-52 0 93</inkml:trace>
  <inkml:trace contextRef="#ctx0" brushRef="#br0" timeOffset="130659.4">5431 11493 0,'-26'-26'16,"0"26"62,26 26 47,0 0-109,0 26-16,0-25 0,0 25 15,0 1-15,0-1 16,0-26-16,0 1 15,0-1-15,0 0 16,0 0 0,26 1 187,0-27-188,0 0-15,1 0 0</inkml:trace>
  <inkml:trace contextRef="#ctx0" brushRef="#br0" timeOffset="131345.15">5956 11440 0,'0'-26'0,"-26"26"0,26-26 15,-26 26 32,26 52 0,0-25-47,0 25 16,0-26-1,0 27-15,26-27 0,0 0 16,0 0-16,0-26 16,1 27-16,25-27 15,-26 0-15,1 0 16,25 0-16,-26 0 0,27-27 15,-27 1-15,0-26 16,-26 25-16,27-25 16,-27 26-16,0 0 15,0-27 1,0 27-16,0 0 16,0 52 77,0 0-93,0 27 16,0-27-16,0 26 16,0 1-16,0-1 0,0 1 15,26 25-15,-26-25 16,0-1-16,0 1 15,0-27-15,0 0 16,-53 27-16,1-53 16,-1 26-16,-25-26 15,-1 0-15,-26 0 16,26-52-16</inkml:trace>
  <inkml:trace contextRef="#ctx0" brushRef="#br0" timeOffset="133493.57">7583 10732 0,'0'26'47,"52"-26"-47,1 0 15,52 0-15,0 0 16,0 0-16,0 0 15,0 26-15,-27-26 0,1 0 16,0 0 0,-27 0-16,-26 0 15,1 0 1,-27-26 0</inkml:trace>
  <inkml:trace contextRef="#ctx0" brushRef="#br0" timeOffset="133872.16">8239 10469 0,'0'-26'15,"-26"0"-15,26 0 47,0 52 0,0 26-47,0 1 0,0 26 16,0-1-16,0 27 15,0-26-15,0 26 16,0-26-16,0-1 15,0 1-15,0-53 16,0 1-16,-27-1 16,27 0-1,0-52 17,27-27-32,25 1 15</inkml:trace>
  <inkml:trace contextRef="#ctx0" brushRef="#br0" timeOffset="136457.7">10154 10181 0,'-26'0'0,"26"-26"16,0-1-16,0 1 0,26 0 15,27 0 1,-1 26-16,27 0 15,-27 0-15,1 0 16,-27 0-16,0 0 16,1 26-1,-27 0-15,0 27 16,-27-27-16,-25 0 16,-1 0-16,1 1 15,0-1-15,25-26 0,1 26 16,26 0-1,0 0-15,0 1 16,26-1-16,27 0 16,-1 0-1,-26 27-15,27-27 16,-27 0-16,0 1 0,1-1 16,-1 0-16,-52-26 31,-27 0-16,-26 0-15,-25 0 0,25 0 16,0 0-16,27-26 16,-1 0-1,1 26-15,52-27 16</inkml:trace>
  <inkml:trace contextRef="#ctx0" brushRef="#br0" timeOffset="136879.51">10994 10128 0,'0'-26'15,"0"0"-15,-26 26 47,0 52-31,-1 1-1,1-1-15,26 27 0,-26-27 16,26 1-16,0-1 16,0 1-16,0-1 15,26-25-15,0-1 16,27-26 0,25 0-16,1 0 0,0 0 15,-27-26-15,27-1 16,-26-25-16,-27 26 15,0-27-15,-26-26 16,0 27-16,-26 0 16,-27-1-16,1 1 0,26 25 15,-27 1-15,27 0 16,0 26-16,-27 0 16,1 0-1,-1 52-15,-52-25 16</inkml:trace>
  <inkml:trace contextRef="#ctx0" brushRef="#br0" timeOffset="137193.63">9472 11047 0,'53'0'32,"78"0"-17,79 0-15,26 0 0,26 0 16,1 0-16,25 0 16,-25 0-1,-1 0-15,-26 0 0,-26 0 16,-79 0-16,-26 0 15,-78 0-15,-132 0 32,-53 0-32,-78 0 15</inkml:trace>
  <inkml:trace contextRef="#ctx0" brushRef="#br0" timeOffset="137510.23">9525 11440 0,'0'-26'0,"0"52"31,0 27-16,0-1 1,0 27-16,-27 0 16,27-1-16,0 1 0,0-26 15,0-1-15,0 1 16,0-27 0,0 0-16,0 0 15</inkml:trace>
  <inkml:trace contextRef="#ctx0" brushRef="#br0" timeOffset="137840.34">9839 11545 0,'0'-26'16,"0"52"31,-26 0-47,26 27 0,-26-1 15,0 1-15,26-27 16,0 27-16,0-27 16,0 0-16,52 0 15,1-26-15,-1 0 16,1 0-16,25 27 16,-25-27-16,-27 26 15,0 0-15,-26 0 16,0 1-16,0-1 0,0 0 15,-26-26 1,-26 26-16,-1 1 16,-26-27-16,1 26 15,-1-26-15,27 0 16,-1 0-16,1-26 16</inkml:trace>
  <inkml:trace contextRef="#ctx0" brushRef="#br0" timeOffset="138077.73">9761 11571 0,'26'0'47,"79"-26"-47,0 26 0,26 0 16,-52-26-1,0 26-15,-27 0 0,-26 0 16,27 0-16</inkml:trace>
  <inkml:trace contextRef="#ctx0" brushRef="#br0" timeOffset="138296.57">10574 11991 0,'26'0'63,"27"0"-63,26 0 15,-1 0 1,1 0-16,0 0 0,-27-26 15,1 26-15,-27-26 16,0 26-16</inkml:trace>
  <inkml:trace contextRef="#ctx0" brushRef="#br0" timeOffset="138844.5">11440 11545 0,'-26'0'16,"0"0"31,26 26-47,0 1 16,0 25-1,0 1-15,0-1 16,0-26-16,0 27 0,26-27 15,0-26 1,27 26-16,-27-26 16,26 0-16,1 0 15,-1-26-15,1 0 0,-1-27 16,-26 1-16,1 26 16,-1-27-16,-26 27 15,0 0-15,0-1 16,-26 27-1,26-26-15,0 79 47,0-1-31,0 53-16,0 0 0,-27 0 16,27 0-16,0 0 15,0 0-15,0-26 16,0-1-16,0-25 15,0-27-15,-26 0 16,-53-26-16,-25 27 16,-80-27-16,-26 0 15,-26-79-15</inkml:trace>
  <inkml:trace contextRef="#ctx0" brushRef="#br0" timeOffset="141527.35">1574 11939 0,'-53'0'0,"106"0"47,26 0-32,52 0-15,26 0 16,1 0-16,-27-26 16,-26-1-16,0 27 15,-26-26-15,-1 26 16,-51-26-16,-27 0 16,0-1-1,0 1 1,0-26-16,-27-1 15</inkml:trace>
  <inkml:trace contextRef="#ctx0" brushRef="#br0" timeOffset="141746.81">2414 11493 0,'0'-26'16,"52"52"15,27-26-15,0 26-16,-1 0 15,-25 0-15,-1 27 16,-26-27-16,-26 0 16,0 27-16,-26-27 0,-26 27 15,-27-1 1,27-26-16,-1 27 16,1-1-16,25 1 15,27-1-15</inkml:trace>
  <inkml:trace contextRef="#ctx0" brushRef="#br0" timeOffset="142443.06">8554 12227 0,'26'0'47,"26"0"-47,27-26 16,0 0-16,0 26 15,-1-26-15,-25 0 16,-1 26-16,-25 0 16</inkml:trace>
  <inkml:trace contextRef="#ctx0" brushRef="#br0" timeOffset="142573.76">8895 12175 0,'-26'0'16,"104"0"31,1 0-47</inkml:trace>
  <inkml:trace contextRef="#ctx0" brushRef="#br0" timeOffset="143493.51">2440 10286 0,'-53'0'15,"1"0"-15,26 0 16,-1 0-16,1 0 16,105 0 30,0 0-30,26-26-16,-27 26 16,1 0-16,-26-27 15,-1 27-15,-26 0 0,-26-26 32,0 0-32</inkml:trace>
  <inkml:trace contextRef="#ctx0" brushRef="#br0" timeOffset="143722.59">2729 10076 0,'-27'0'15,"80"26"32,-1 0-47,1 1 16,-27-1-16,0 26 15,-26 1-15,0-27 16,-52 26-16,-53 27 16,26-26-1,-26-27-15,53 26 0,25-25 16</inkml:trace>
  <inkml:trace contextRef="#ctx0" brushRef="#br0" timeOffset="144305.97">8764 10181 0,'52'0'16,"53"0"-1,0 0 1,26 0-16,-26 0 15,0 0-15,-26 0 16,-27 0-16,-25 0 0</inkml:trace>
  <inkml:trace contextRef="#ctx0" brushRef="#br0" timeOffset="144487.5">9262 10023 0,'26'0'16,"1"27"0,-1-1-16,26 26 15,-52-25-15,27 25 0,-27 1 16,0-27 0,-53 26-16,1 1 15</inkml:trace>
  <inkml:trace contextRef="#ctx0" brushRef="#br0" timeOffset="150338.75">14536 4959 0,'-26'0'15,"79"-26"32,25 26-31,27 0-16,26 0 15,1 0-15,-27-26 16,0 26-16,-53 0 0,-26 0 16,-52 0 15</inkml:trace>
  <inkml:trace contextRef="#ctx0" brushRef="#br0" timeOffset="150508.07">14536 5012 0,'53'0'47,"26"0"-47,52 0 16,0 0-16,26 0 0,1 0 15,-53 0-15,-26 0 16</inkml:trace>
  <inkml:trace contextRef="#ctx0" brushRef="#br0" timeOffset="152970.93">1626 6402 0,'-52'0'0,"26"0"16,52 0 46,0 0-62,53-26 16,0 0-16,-1 0 0,-25 26 15,-1-27-15,-25 1 16</inkml:trace>
  <inkml:trace contextRef="#ctx0" brushRef="#br0" timeOffset="153103.48">1626 6376 0,'-26'26'16,"79"-26"15,52-26-15,0 0-16,52 0 16</inkml:trace>
  <inkml:trace contextRef="#ctx0" brushRef="#br0" timeOffset="157103.89">7478 13881 0,'-26'0'0,"-1"0"16,1 0-16,52 0 62,27-27-62,-1 27 16,1 0-16,-27 0 15,0 0-15,1 27 16,-27-1 0,0 0-16,0 27 0,0-1 15,-53-26-15,1 27 16,-1-27-16,27 0 15,0 0-15,26 1 32,26-27-32,26 26 15,27-26-15,0 26 16,-27 0 0,27 1-16,-53-27 15,0 26-15,-26 0 16,-26 0-1,-26-26 1,-27 27-16,0-1 0,27-26 16,-1 0-16,1 0 15,26-26-15,-1-1 16,27 1-16,0 0 0</inkml:trace>
  <inkml:trace contextRef="#ctx0" brushRef="#br0" timeOffset="157570.1">8081 13933 0,'0'26'94,"0"1"-94,0 25 0,-26-26 15,26 27 1,0-27-16,0 26 16,0 1-16,26-27 15,1 0-15,-1 1 16,0-1-16,27-26 0,-27 0 15,26 0-15,-25 0 16,-1 0-16,0 0 16,0-53-16,1 1 15,-27 26-15,26-27 0,-26 1 16,0-1 0,0 1-16,-26-1 15,-1 27-15,1 0 16,0 26-16,0-26 15,-1 26-15,-25 0 16,-1 0-16,1 26 0,-1 0 16,1 0-16</inkml:trace>
  <inkml:trace contextRef="#ctx0" brushRef="#br0" timeOffset="158006.91">6979 14746 0,'-26'0'16,"52"0"31,53 0-32,52 0-15,27 0 16,25 0-16,1 0 16,0 0-16,-1 0 15,1 0-15,-26-26 16,-27 26-16,-26 0 15,-53-26-15,-26 26 0,-104 0 79,-1 0-64</inkml:trace>
  <inkml:trace contextRef="#ctx0" brushRef="#br0" timeOffset="160069.78">7662 14983 0,'0'-27'15,"0"80"79,0 26-94,0-1 16,0 1-16,0 0 0,0-27 15,0 1 1,0-1-16,0 1 15,0-27-15,0 0 16,26-26 0,0-26-16</inkml:trace>
  <inkml:trace contextRef="#ctx0" brushRef="#br0" timeOffset="160418.99">7976 15114 0,'-26'0'16,"26"-26"-16,-26 26 0,26-27 15,52 1 1,1 0 0,26 26-16,-27 0 15,1 0-15,-1 0 16,1 0-1,-27 0-15,-26 52 0,26-25 16,-26 51-16,0-25 16,0-1-16,0 27 15,0-27-15,0 1 0,0-1 16,0 1-16,0-27 16,0 27-16,0-27 31,0 0-31,0-52 31,0-27-31</inkml:trace>
  <inkml:trace contextRef="#ctx0" brushRef="#br0" timeOffset="160755.66">9026 14878 0,'0'-27'0,"53"27"78,25 0-78,1 0 16,26 0-16,0 0 16,-26-26-16,-27 26 15,-26 0-15,1 0 16,-1 0-16,26 0 16,-52-26-1</inkml:trace>
  <inkml:trace contextRef="#ctx0" brushRef="#br0" timeOffset="161002.54">9420 14615 0,'-27'-26'15,"27"52"48,0 53-48,0 0-15,0-1 16,0-25-16,0 26 16,0-1-1,0-25-15,0-1 16,0 1-16,0-27 0,27-52 31</inkml:trace>
  <inkml:trace contextRef="#ctx0" brushRef="#br0" timeOffset="161568.53">10417 14038 0,'0'-26'0,"0"0"31,26 26-15,0-27-16,27 1 15,-1 0-15,1 0 0,-27 26 16,26 0-16,-25 0 15,-1 0 1,0 0 0,0 26-1,-26 0-15,0 0 0,0 1 16,-26 25-16,-26-26 16,25 27-16,1-27 15,0 0-15,26 0 0,0 1 16,0-1-1,0 0-15,79 0 16,-27 1-16,27-1 16,0-26-16,-27 26 15,-26 0-15,0-26 16,-26 27-16,-52-27 31,-27 0-15,1 0-1,-27 0-15,52 0 0,1 0 16,25 0-16,1 0 16,0-27-1</inkml:trace>
  <inkml:trace contextRef="#ctx0" brushRef="#br0" timeOffset="161990.59">11099 14012 0,'0'-26'0,"0"-1"15,0 80 48,0-27-63,0 26 15,0 1-15,0 26 16,0-27-16,26 1 16,0-27-16,1 26 15,25-25-15,-26-1 16,1-26-16,-1 0 16,26 0-16,-25 0 0,-1 0 15,0-53-15,0 1 16,-26-1-16,0 1 15,0-1-15,0-25 16,-26 25-16,0 1 16,0 26-1,-1-1-15,1 27 0,0-26 16,-27 26-16,27 0 16,0 0-16,-27 26 15</inkml:trace>
  <inkml:trace contextRef="#ctx0" brushRef="#br0" timeOffset="162357.57">10286 14746 0,'-27'0'15,"54"0"1,51 0 0,27 0-1,26 27-15,1-27 16,-1 0-16,0 0 16,26 0-16,1 0 15,26 0-15,-27-27 0,0 1 16,-52 0-1,-26 26-15,-26-26 0,-27 26 16,-79 0 31,-25 0-31,-1 26-16</inkml:trace>
  <inkml:trace contextRef="#ctx0" brushRef="#br0" timeOffset="163536.29">10286 15271 0,'0'-26'15,"0"0"1,0 0 0,0 52 31,26 26-32,-26 27 1,0-27-16,0 27 0,0-26 15,0 25-15,0-25 16,0-27-16,0 0 16,0 1-16,0-54 78,0 1-78,0-26 0,0 25 15</inkml:trace>
  <inkml:trace contextRef="#ctx0" brushRef="#br0" timeOffset="164102.67">10679 15324 0,'0'-26'31,"0"-1"-15,0 1-16,0 0 0,53 26 16,-1-26-16,1-1 15,-1 27-15,-26 0 16,27 0-1,-27 0-15,0 27 0,-26-1 16,0 0-16,0 27 16,0-1-16,-52 0 15,-1 1-15,1-27 16,-1 0-16,1 1 16,52-1-16,-26-26 0,26 26 46,26-26-46,26 0 16,1 26-16,26-26 16,-27 27-16,0-27 0,-25 26 15,-1 0-15,-26 0 16,0 1-16,0-1 16,0 0-16,-53 0 15,-25-26 1,25 27-16,1-27 0,-27 0 15,27 0 1,-1 0-16,1-27 16,25 1-16,27 0 15,0-27-15,53 1 0</inkml:trace>
  <inkml:trace contextRef="#ctx0" brushRef="#br0" timeOffset="164519.03">11991 14694 0,'53'0'47,"-1"0"-31,53 0-16,-26 0 15,-1 0-15,-25 0 16,-1 0-16,-25 0 0,-27 26 47</inkml:trace>
  <inkml:trace contextRef="#ctx0" brushRef="#br0" timeOffset="164691.76">12070 14930 0,'0'26'0,"-26"-26"16,104 0 15,1 0-16,0 0-15,52 0 0,0-26 16,-26-26 0,0 25-16</inkml:trace>
  <inkml:trace contextRef="#ctx0" brushRef="#br0" timeOffset="165474.73">15953 10574 0,'-26'0'0,"26"27"16,79-27-1,26-27-15,52 1 16,27-26-16,26-27 16,0 26-16,26-25 15,-26 25-15,0 1 0,0-1 16,0 1-16,-53 26 15,0-1-15,-78 27 16,0-26 0,-53 26-16,0 0 31,-26-26-31,53 0 0</inkml:trace>
  <inkml:trace contextRef="#ctx0" brushRef="#br0" timeOffset="165706.46">18499 8764 0,'0'-26'0,"-27"-1"16,1 80-1,0-1-15,0 27 16,-27 0-16,27-1 15,26 1-15,0 26 16,0-26-16,0 26 16,0 0-16,-26 0 15,-27 0-15</inkml:trace>
  <inkml:trace contextRef="#ctx0" brushRef="#br0" timeOffset="166022.91">17055 11650 0,'-26'0'15,"26"26"1,26-26-1,53 27 1,26-27 0,26 0-16,27 0 15,-27-27-15,26 1 16,-25 0-16,-1 0 16,-53-1-16,1 1 15,-26 0-15,-1-26 0,-26 25 16,1-25-16</inkml:trace>
  <inkml:trace contextRef="#ctx0" brushRef="#br0" timeOffset="166541.78">18840 11493 0,'-27'-26'0,"27"-1"0,0-25 15,0 26-15,79-27 16,0 27 0,0 0-16,-1 26 0,-25 0 15,-1 0-15,-25 0 16,-1 26-1,-26 26-15,0 1 0,0-1 16,-53 27-16,1-27 0,-27 1 16,0 26-16,27-27 15,-1 1-15,27-27 16,0 26 0,26-25-1,0-1 1,79-26-16,26 0 0,52 0 15,-26-26-15,-26 26 16,26-27-16,-52 1 16,26 0-16,-52 26 15,-1-26-15,-26 26 0,1 0 16,-27-27 46,26 1-62</inkml:trace>
  <inkml:trace contextRef="#ctx0" brushRef="#br0" timeOffset="167503.96">21516 6219 0,'0'-27'0,"0"1"16,-26 26 31,-27 26-32,27 27-15,-26 26 16,-1-27-16,27 1 16,0-1-16,-1 0 0,27-25 15,-26 25-15,26-26 16,0 1-16,79-1 15,0-26-15,26 0 16,26 0-16,0 0 16,-26 0-1,-26 0-15,-27 0 16,-26 0 0,-26-26-16,0-1 31</inkml:trace>
  <inkml:trace contextRef="#ctx0" brushRef="#br0" timeOffset="167892.12">21700 6350 0,'0'-26'0,"-26"26"16,26-27-16,0 80 78,0-27-63,0 27-15,26-1 16,-26 27-16,26-27 16,-26 1-16,0-1 15,0 1-15,0 25 16,0-25-16,0-1 15,0-25-15,0 25 16,0 1-16,0-27 16,0 0-1,26-52 32,1 0-47,-1-27 16</inkml:trace>
  <inkml:trace contextRef="#ctx0" brushRef="#br0" timeOffset="168224.35">22618 5956 0,'0'-26'16,"0"0"0,0 52 31,0 0-32,26 27-15,-26-1 16,27 1-16,-27-1 15,26 1-15,-26-1 0,26 1 16,-26-27 0,26 0-16,-26 0 15,0 1-15,0-1 16,-26-26 0</inkml:trace>
  <inkml:trace contextRef="#ctx0" brushRef="#br0" timeOffset="168524.46">22198 6638 0,'-26'0'15,"26"27"1,26-27 15,53 26-31,0-26 0,26 0 16,0 0-16,0 0 15,26 0-15,0 0 16,-26-26 0,-26 26-16,-1-27 15,-51 27-15,-27-26 16,-53 26 31,1 26-47</inkml:trace>
  <inkml:trace contextRef="#ctx0" brushRef="#br0" timeOffset="169086.04">22644 7058 0,'-26'0'0,"0"27"15,0-27-15,-1 0 16,1 0-16,0-27 16,26 1-1,0 0-15,0 0 16,26-1-16,27 27 16,-1-26-16,1 26 0,-1 0 15,-26 0 1,27 26-16,-27 1 15,0-1-15,1 0 16,-27 0-16,0 27 16,0-27-16,-27 26 15,-51 1-15,-1-1 0,0 1 16,0-27-16,27 0 16,0 1-16,-1-27 15,27 0-15,26 26 16,26-26 15,79 0-15,-26 0-16,26 0 0,0 0 15,0-26-15,0 26 16,26-27-16,-53 1 16,1 26-16,-26 0 15,-27-26 1,0 26-1,-26-26 17,0-1-17</inkml:trace>
  <inkml:trace contextRef="#ctx0" brushRef="#br0" timeOffset="171885.17">22828 5694 0,'0'-79'16,"0"27"-16,-26-27 15,-27 53-15,-25-1 0,-54 1 16,1 26-16,-79 0 16,0 53-16,-52 25 15,26 27 1,0 27-16,26 25 15,52 0-15,80 27 0,25 26 16,53 0-16,0 0 16,105 0-16,53 0 15,25 0-15,1-53 16,26 0-16,0-78 16,26 0-16,26-53 0,27-26 15,26-52 1,0-53-16,26-27 15,-53-51-15,-51-27 16,-80-26-16,-26-53 16,-78-26-16,-53 0 0,-53 27 15,-104 52-15,-79 52 16,-79 53-16,0 52 16,0 53-16,0 26 15,53 52-15</inkml:trace>
  <inkml:trace contextRef="#ctx0" brushRef="#br0" timeOffset="176355.11">21490 7216 0,'-26'-27'0,"-1"1"16,1 0-16,0 0 31,0 26-15,26 26 62,0 26-78,0 27 15,-27 0-15,27-27 0,0 27 16,0 0-16,27-27 16,25 1-16,1-27 15,25 0-15,-25 0 16,26-26 0,-1 0-16,-25 0 0,25 0 15,-25 0-15,-1 0 16,-25 0-16,-1 0 15,-26-26 1423,26 0-1422</inkml:trace>
  <inkml:trace contextRef="#ctx0" brushRef="#br0" timeOffset="177657.22">21490 6035 0,'0'-26'47,"-26"-27"-47,26 27 16,0-27-16,0-25 16,0 25-16,26-25 15,53-27-15,-1 26 0,27 0 16,0 27-1,0-1-15,-26 27 16,26 0-16,-53 26 16,1-27-16,-1 27 15,1 0-15,26 0 16,-27 27-16,0-1 0,-25 26 16,-1-25-16,0 25 15,-26-26-15,0 1 16,0-1-1,0 0-15,0 0 0,0 1 16,0-1 0,0 0 15,26-52 281,1 26-312</inkml:trace>
  <inkml:trace contextRef="#ctx0" brushRef="#br0" timeOffset="179101.25">14379 14720 0,'0'-26'15,"26"-26"-15,-26-1 16,0 1-16,0-1 0,0 27 16,-52-27-1,-1 27-15,1 0 16,-1 0-16,-25 26 0,-1 0 15,26 0-15,-25 0 16,25 26-16,27 26 16,0 1-16,-1-27 15,27 27-15,0-27 16,0 0-16,53 0 0,-1 1 16,27-27-16,0 0 15,-27 0 1,1 0-16,-1-27 15,1 1-15,-27 0 16,0 0-16,0-1 16,-26 1-16,27 0 0,-1 0 15,-26-1 1,0 54 78,0-1-94,0 53 15,0 26-15,0-27 16,0 1-16,0 0 0,0-1 16,0-25-16,0-1 15,0-25-15,0-1 31,0-52 16,0-1-47,-26 1 16,-27 0-16</inkml:trace>
  <inkml:trace contextRef="#ctx0" brushRef="#br0" timeOffset="179401.27">13513 15271 0,'52'0'47,"53"0"-47,27 0 15,25 0-15,1 0 16,-1 0-16,-26 0 16,27-26-16,-27 26 15,-26-26-15,-27 26 16,-51 0-16,-1 0 16,-79 0 15,-25 0-31</inkml:trace>
  <inkml:trace contextRef="#ctx0" brushRef="#br0" timeOffset="180062.39">14379 15586 0,'-26'0'15,"26"26"1,-27-26 0,27-26-1,0 0-15,0 0 16,0-1-16,0 1 16,27 0-16,25 26 15,1 0-15,-1 0 0,1 0 16,-27 26-1,26 0-15,-25 27 16,-27-1-16,0 1 16,0-1-16,-27 27 15,-25-26-15,-1-27 16,1 26-16,-1 1 0,-25-27 16,51 0-16,1-26 15,0 0-15,26 26 16,26-26 15,53 0-15,0 0-16,52-26 15,-26 26-15,0 0 16,0-26-16,-27 26 16,27 0-16,-52 0 0,-1 0 15,-25 0-15,-1 0 16,-52-26 156</inkml:trace>
  <inkml:trace contextRef="#ctx0" brushRef="#br0" timeOffset="183738.49">7399 17265 0,'-26'-26'0,"0"0"0,26 0 15,0 0-15,0-27 16,52 27 0,27 0-16,-27-1 15,53 27-15,-52-26 16,-1 26-16,1 0 0,-27 0 15,-26 26-15,0 27 16,0-1-16,-52 27 16,-1-27-16,1-25 15,-1-1-15,53 0 16,-26 0-16,52 1 16,27-1-1,25 0-15,27 0 16,-26 1-16,-27-1 15,1-26-15,-53 26 0,0 0 32,-79 1-32,-26-1 15,0 0-15,27-26 16,25 0 0,27 0-16,0-26 0</inkml:trace>
  <inkml:trace contextRef="#ctx0" brushRef="#br0" timeOffset="184054.24">8239 17161 0,'0'52'47,"-26"0"-47,-1 1 16,27-1-16,0 27 0,0-26 15,27-27-15,-1 0 16,26 0-16,-25-26 16,25 0-16,-26 0 15,27-26-15,-27-26 16,0-1-16,-26 1 16,0-1-16,0 1 15,-52 25-15,-1 1 16,27 0-16,-26 26 15,-1 0-15,1 26 0,-1 27 16</inkml:trace>
  <inkml:trace contextRef="#ctx0" brushRef="#br0" timeOffset="184253.96">8659 17239 0,'26'0'32,"26"26"-32,27 27 15,0-27-15,-27 27 16,1-1-16,-27-26 16,0 27-1,-26-27-15</inkml:trace>
  <inkml:trace contextRef="#ctx0" brushRef="#br0" timeOffset="184469.24">9026 17056 0,'-26'0'0,"0"0"31,26 26-31,-53 26 16,27 1-16,-27 25 15,27-25-15,0-1 16,0 1-16,-1-1 0,1 1 16,0-1-16,0 1 15,26-27-15,0 0 16</inkml:trace>
  <inkml:trace contextRef="#ctx0" brushRef="#br0" timeOffset="184739.58">9183 17187 0,'0'-26'16,"0"52"46,0 0-62,27 26 0,-27 27 16,0-26-16,0-1 16,0 1-16,0-27 0,0 0 15,0 0 1,0 1-16</inkml:trace>
  <inkml:trace contextRef="#ctx0" brushRef="#br0" timeOffset="185104.23">9367 17108 0,'0'-26'16,"0"0"-16,53-1 15,-1 1-15,1 26 16,-1 0-1,1 0-15,-27 0 16,-26 26 0,0 27-16,0-1 15,-53 27-15,27-27 16,0 1-16,0-27 0,26 0 16,0 1-1,52-1-15,53-26 16,-26 26-16,26-26 15,-27 0-15,-51 0 0,-54 0 32,-78 26-32,-26-26 15,-26 27-15,26-27 0,26 26 16,26-26-16</inkml:trace>
  <inkml:trace contextRef="#ctx0" brushRef="#br0" timeOffset="185439.91">10154 17292 0,'0'-27'16,"27"27"-16,51-26 16,27 0-16,26 0 15,1 0 1,-1-1-16,-26 1 15,0 0-15,-27 26 0,-51 0 16</inkml:trace>
  <inkml:trace contextRef="#ctx0" brushRef="#br0" timeOffset="185687.07">10627 16951 0,'-27'-27'0,"27"1"15,-26 0 1,26 0 0,0 52 15,0 26-15,0 27-16,26 0 15,1 26-15,-1-27 16,-26 1-16,0 0 0,26-27 15,-26 27 1,0-26-16,0-1 16</inkml:trace>
  <inkml:trace contextRef="#ctx0" brushRef="#br0" timeOffset="186360.03">11309 16898 0,'-26'-26'16,"26"0"-16,0-1 15,26 1-15,26 0 16,53 0-16,-26-1 15,0 1-15,-1 26 16,-25 0-16,-27 0 0,-26 26 31,0 1-31,0-1 16,-26-26 0,0 0-16,-1 0 93</inkml:trace>
  <inkml:trace contextRef="#ctx0" brushRef="#br0" timeOffset="186586.08">11414 16741 0,'0'-27'0,"0"1"16,0 0-16,26 26 0,0 0 31,1 0-31,-1 52 16,0 27-16,27 0 15,-27 0-15,-26 26 16,26-27 0,-26 1-16,26-27 0,-26 1 15,53-1-15,-27-52 0</inkml:trace>
  <inkml:trace contextRef="#ctx0" brushRef="#br0" timeOffset="186842.62">11860 16688 0,'0'-26'0,"0"0"15,26 0 1,27-1-16,25 27 16,1 0-16,0 0 15,-27 27-15,27 25 16,-53 27-16,0-1 0,-26 1 15,0-26-15,0 25 16,0-25 0,0-1-16,0-25 15,0-1-15,0 0 0,27 0 16</inkml:trace>
  <inkml:trace contextRef="#ctx0" brushRef="#br0" timeOffset="187050.99">12490 16977 0,'-27'0'16,"27"-26"-16,27 26 31,51 0-31,27 0 16,0 0-16,0 0 15,-26-27 1,-53 27-16,27 0 16</inkml:trace>
  <inkml:trace contextRef="#ctx0" brushRef="#br0" timeOffset="187503.57">12883 16610 0,'27'0'46,"-1"0"-46,0 52 16,26 0 0,27 1-16,-26-1 15,25 1-15,-25-1 0,-1 1 16,-25-27-16,-27 0 16</inkml:trace>
  <inkml:trace contextRef="#ctx0" brushRef="#br0" timeOffset="187651.97">13303 16610 0,'-26'-27'15,"0"54"1,-1-1-16,-25 52 16,-1 1-16,1-26 15,-1-1-15,27 27 16,-26-27-1,-1 27-15,1-53 16</inkml:trace>
  <inkml:trace contextRef="#ctx0" brushRef="#br0" timeOffset="188035.22">13487 16662 0,'0'-26'16,"26"26"-16,-26-26 0,26 26 31,0 0 0,27 52-15,-1-26-16,1 27 15,-1-27-15,-52 0 16,27 0-16,-27 1 16,0-1-16,-27 26 15,1-52-15,0 27 16,0-27 15,-1 26-31,-51-26 16,-1 26-16,0 0 15</inkml:trace>
  <inkml:trace contextRef="#ctx0" brushRef="#br0" timeOffset="188490.79">13461 16741 0,'0'-27'0,"0"1"15,52 0-15,27 0 16,-27 26 0,-26-26-16,27 26 15,-53 26 1,0 0-16,0 26 0,0 1 16,0-1-1,-26 1-15,26-1 16,0 1-16,26-1 15,0-25-15,0 25 16,27-26-16,-53 1 0,0-1 16,0 0-16,-53 0 15,1 0-15,-27-26 16,53 0-16,0 0 16</inkml:trace>
  <inkml:trace contextRef="#ctx0" brushRef="#br0" timeOffset="188755.56">14143 16688 0,'26'0'0,"-26"53"47,0 25-47,0 1 16,0-26-16,0 25 15,52-51-15,1 25 16,-1-26-16,27-26 15,-53 0-15,27 0 16,-1-52-16,1-27 0,-27 0 16,-26 1-1,0-1-15,0 0 16,-26 53-16,-27 0 16,-52 26-16,0 0 15,-26 26-15,-26 26 0</inkml:trace>
  <inkml:trace contextRef="#ctx0" brushRef="#br0" timeOffset="189189.05">7740 18263 0,'-183'26'16,"25"0"-16,53 0 0,53 1 15,25-1-15,132-26 31,79 0-31,105-26 16,78-27-16,105-52 0,79 26 16,27-26-16,78 27 15,52 25 1,-26 1-16,-52-27 16,-105 27-16,-79-1 15,-105 1-15,-105 25 0,-78 1 16,-80 0-16,-51 26 15,-54 0 1,-77 0-16,-80 0 16,-52 26-16</inkml:trace>
  <inkml:trace contextRef="#ctx0" brushRef="#br0" timeOffset="189607.08">9735 18341 0,'-27'-26'0,"27"52"31,0 27-15,0 26-16,0-1 16,0-25-16,0 25 15,0-25-15,0-1 16,27 1-16,-27-27 16,26-26-16</inkml:trace>
  <inkml:trace contextRef="#ctx0" brushRef="#br0" timeOffset="189824.44">9892 18525 0,'0'-52'16,"0"25"-16,0 1 15,26-26 1,27 25-16,-1 27 16,1 0-16,-1 0 0,1 0 15,25 27-15,-51 25 16,-1 27-16,0-27 15,-26 1-15,0 25 16,0-25-16,0 26 16,0-27-16,-26-26 15</inkml:trace>
  <inkml:trace contextRef="#ctx0" brushRef="#br0" timeOffset="189989.85">9892 18814 0,'0'-27'16,"0"1"-16,26 0 16,53 0-16,26-27 15,0 27-15,0 0 16,0-1-16,-53 1 16,1 26-16</inkml:trace>
  <inkml:trace contextRef="#ctx0" brushRef="#br0" timeOffset="190171.58">10574 18394 0,'26'0'47,"53"0"-47,0 26 16,26 27-16,0-27 15,-27 0-15,-25 0 16,-1 0-16,-52 1 15,27-27-15</inkml:trace>
  <inkml:trace contextRef="#ctx0" brushRef="#br0" timeOffset="190354.05">11046 18289 0,'-26'-26'15,"0"52"16,0 26-31,0 27 16,-27 0-16,27-1 16,0-25-16,-1 26 15,1-1-15,0-25 0,0-1 16</inkml:trace>
  <inkml:trace contextRef="#ctx0" brushRef="#br0" timeOffset="190607.2">11414 18131 0,'0'-26'0,"26"26"47,-26 26-32,53 27-15,-27 26 16,-26-27-16,26 27 16,-26-27-16,0 1 15,0-27-15,0 0 16,0 0-16</inkml:trace>
  <inkml:trace contextRef="#ctx0" brushRef="#br0" timeOffset="190954.95">11807 18210 0,'-26'-26'0,"0"-27"16,26 27-16,0 0 15,0 0 1,26-1-16,0 27 15,27 0-15,-27 0 0,0 0 16,1 0-16,-1 27 16,-26-1-16,0 26 15,0 1 1,0-1-16,26 1 0,0-1 16,1-25-16,25 25 15,27-26-15,-53 1 16,0-27-16,-26 26 15,0 0 1,-105 0-16,0 0 16,-26 1-16,0-27 0,78 0 15</inkml:trace>
  <inkml:trace contextRef="#ctx0" brushRef="#br0" timeOffset="191290.22">14694 17685 0,'26'0'16,"27"-26"0,51 0-16,28 0 0,-1-1 15,-26 1-15,-53 26 16,-25 0-16</inkml:trace>
  <inkml:trace contextRef="#ctx0" brushRef="#br0" timeOffset="191408.12">14877 17790 0,'53'0'31,"26"-26"-15,52 0-16,0-27 15,-26 27-15</inkml:trace>
  <inkml:trace contextRef="#ctx0" brushRef="#br0" timeOffset="191806.37">16085 16872 0,'-27'-26'0,"1"-1"0,-26 1 16,-1 26-16,1 0 16,-27 0-16,26 0 15,1 26-15,-1 27 16,27-1-16,26 1 16,0-27-16,0 27 15,26-53-15,27 0 16,-27 0-16,27 0 15,-1-27-15,27 1 0,-27 0 16,-25-27-16,25 53 16,-52-26-16,26 26 47,-26 53-47,27-1 0,-1 1 15,0 25-15,0-25 16,0-1-16,-26 1 15,0-1-15,0 1 16,-26-27-16</inkml:trace>
  <inkml:trace contextRef="#ctx0" brushRef="#br0" timeOffset="191990.86">15717 17580 0,'26'0'47,"53"-26"-47,52 0 16,1 0-16,51-27 15,-52 1-15,27 25 0,-53 1 16,-27 26-16,-25 0 16</inkml:trace>
  <inkml:trace contextRef="#ctx0" brushRef="#br0" timeOffset="192236.37">16189 17764 0,'0'-26'16,"0"0"-16,79 26 16,0-27-16,0 27 0,-27 0 15,1 53-15,-27-27 16,-26 53-16,0-27 15,-26 1-15,-27-27 16,1 26-16,25-52 16,80 0 15,104-78-31,79 25 0,27-52 16,-1 27-16</inkml:trace>
  <inkml:trace contextRef="#ctx0" brushRef="#br0" timeOffset="194256.32">14563 16400 0,'0'-27'16,"-53"27"0,-78 79-1,-79 26-15,-79 79 16,-26 26-16,-52 26 0,26 0 15,-26 0-15,-1 26 16,1-52-16,26 0 16,26-26-16,79-27 15,26-52-15,79 0 16,26-52 0,52-1-16,27-52 0,26-26 15,26-53 1</inkml:trace>
  <inkml:trace contextRef="#ctx0" brushRef="#br0" timeOffset="194671.68">9918 16819 0,'-79'-26'0,"27"0"16,26 26-16,104 26 31,80 27-15,78 25 0,26 27-16,27-26 15,52 26-15,53 0 16,26 26-16,26 27 15,52-27-15,1-26 0,-1 0 16,-25 0-16,-80-53 16,-78-26-16,-105 1 15,-79-27-15,-52 0 16,-53 0-16,0 0 16,-26 26 46,-26-26-62</inkml:trace>
  <inkml:trace contextRef="#ctx0" brushRef="#br0" timeOffset="196433.35">11886 18892 0,'26'0'47,"1"0"94,-1 0-141</inkml:trace>
  <inkml:trace contextRef="#ctx0" brushRef="#br0" timeOffset="197539.5">12437 18787 0,'26'0'0,"-26"-26"0,27 26 15,-27-26 1,0 52 31,-53 0-47,-26 27 15,1 26 1,-1-27-16,0 1 16,53-27-16,0 26 15,0-52-15,26 27 16,0-1-16</inkml:trace>
  <inkml:trace contextRef="#ctx0" brushRef="#br0" timeOffset="197717.53">12700 18761 0,'-27'26'31,"-78"27"-31,0 26 0,-26 26 16,-26 0-16,52-27 15,0 1 1,26-27-16</inkml:trace>
  <inkml:trace contextRef="#ctx0" brushRef="#br0" timeOffset="205322.52">9971 15455 0,'26'0'31,"-26"-53"-15,-26 1 0,-1 0-1,-25-27-15,-1 0 0,-25-26 16,25 0-16,-25-26 15,-1 26-15,26 0 16,1 0-16,-27 26 16,27-26-16,-1 27 15,1 25-15,25 1 16,1 25-16,0 1 0,0 0 16,26 52 312,-26 0-313</inkml:trace>
  <inkml:trace contextRef="#ctx0" brushRef="#br0" timeOffset="207722.21">8974 14379 0,'0'26'15,"0"-52"32,0 0-47,0 0 16,0-27-16,0 1 15,0-1-15,0 1 16,0-1-16,0 1 0,0-1 16,0 27-1,0 0-15,0 0 16,0-1-16,26 27 109,0 0-93,27 0-16,-1 27 15,-26-27-15,0 26 16,1-26-16,-1 0 0,0 0 16,-26 26-16,26-26 15,1 0 17,-27 26-17,26-26-15,0 0 16,0 0-1,1 27 1,-1-27 0,0 0-1,0 0 142,-26 26 733,0-52-296</inkml:trace>
  <inkml:trace contextRef="#ctx0" brushRef="#br0" timeOffset="208686.8">8659 15507 0,'-27'0'0,"1"0"16,26 27-16,26-54 62,53-51-46,52-1-16,53-52 16,52 0-16,27-53 15,-1 0-15,27 1 0,-79 25 16,-53 27-16,-52 52 16,-79 27-16,0 25 15,1 1 1,-1 26-16,-52 26 281</inkml:trace>
  <inkml:trace contextRef="#ctx0" brushRef="#br0" timeOffset="210400.29">10259 14064 0,'-26'-26'0,"0"26"31,52 0 47,27 0-78,-1 26 16,0-26-16,-25 26 0,25-26 16,1 0-1,-27 0-15,0 0 0,0 0 16,1 0 0,-1 0-16,-26 27 359,-26 25-359,-1 1 0,1 25 16,26-25-1,-26-1-15,26 1 0,0 26 16,-26-53-1,26 0-15,0 0 0,0 1 16,-27-27 0,27 26 906,53-26-907</inkml:trace>
  <inkml:trace contextRef="#ctx0" brushRef="#br0" timeOffset="211659.47">8213 16190 0,'-27'0'16,"1"0"0,26-27-16,-26 1 15,0 26-15,-1-26 16,1 0-16,0 26 15,52 26 48,27 26-63,25 1 16,1 26-16,0-27 0,0 1 15,25-1-15,1 1 16,0-27-16,27-26 15,-1 0-15,0 0 16,26-26-16,1-27 16,-27 27-16,-26-27 15,-26 27-15,-53 0 16,0 0-16,0 26 16,-26-27-16,27 1 15,-1 26 157,-52 26-78</inkml:trace>
  <inkml:trace contextRef="#ctx0" brushRef="#br0" timeOffset="-211926.91">2466 4697 0,'0'-27'16,"0"1"-16,0 52 31,-52 53-31,-27 52 0,-26 53 16,-26 26-16,0 26 15,-1 0-15,1 0 16,0 1-16,0-1 16,26-26-16,0-53 15,52 1-15,1-53 16,26-53-16,-1 0 15,27-25-15,0-106 32,53-26-32,-1-26 0</inkml:trace>
  <inkml:trace contextRef="#ctx0" brushRef="#br0" timeOffset="-211133.93">1390 4933 0,'-26'-79'16,"26"27"-16,-26 25 16,26 1-16,-26 0 15,26 78 32,26 27-31,53 26-16,-1 26 15,1 53-15,26 0 0,0 26 16,-26-27-16,26 1 16,-27 0-16,27-27 15,-26 0-15,-27-25 16,1-1-16,-27-52 16,0 26-16,1-53 0,-27 1 15,26-1 1,-26-26-16,0 0 31,0 1 360,0-1-360</inkml:trace>
  <inkml:trace contextRef="#ctx0" brushRef="#br0" timeOffset="-209617.19">17528 13015 0,'0'-53'0,"0"27"16,-27 0-16,27-1 0,0 80 47,27 52-32,25 105-15,1 52 0,-27 79 16,-26 27 0,0 78-16,0 26 15,0 27-15,0 25 16,0-25-16,-26-27 0,26-52 15,0 0-15,0-53 16,0-26-16,0-52 16,0-27-16,26-78 15,-26-53-15,0-78 16,0-79 0,26-132-16,-26-52 15</inkml:trace>
  <inkml:trace contextRef="#ctx0" brushRef="#br0" timeOffset="-208697.16">18341 12988 0,'-26'0'16,"52"-26"15,27 26-31,25-26 16,1 0-16,0 26 15,-27 0-15,-26 0 16,1 0-16,-1 0 16,-26 26-16,0 0 0,0 0 15,0 1-15,-53 25 16,1-26-16,0 1 15,25-1 1,1-26-16,0 26 0,26 0 47,26 1-31,27-1-1,-1-26-15,0 26 16,1-26-16,-27 26 15,27-26-15,-53 27 32,-53-1-1,-26-26-31,27 26 16,0-26-16,25 0 0,-25 0 15,26 0-15,-27 0 16,27 0-16,0 0 15</inkml:trace>
  <inkml:trace contextRef="#ctx0" brushRef="#br0" timeOffset="-208198.72">19207 12910 0,'0'-27'0,"0"54"94,0 25-94,-26 1 15,26-27 1,0 0-16,0 27 16,0-1-16,0 1 15,26-27-15,0 26 16,1-25-16,25-1 0,-26 0 16,27-26-16,-1 26 15,1-26-15,-27 0 16,26-26-16,1 0 15,-1-27-15,1 27 16,-27-26-16,0 25 0,-26-25 16,0 26-1,0-27-15,0 27 16,-52 0-16,-1 26 16,27-27-16,-26 1 15,-1 26-15,1-26 16,-1 26-16,1 0 0,25 0 15,1 0-15,0 26 16,0 0-16</inkml:trace>
  <inkml:trace contextRef="#ctx0" brushRef="#br0" timeOffset="-207708.43">18105 13749 0,'-26'0'0,"52"27"47,26-27-47,27 0 15,52 0-15,1 0 16,25 0-16,27 0 0,26 0 16,0 0-1,26 0-15,-53 0 16,-51 0-16,-27 0 15,-53 0-15,-26 0 0,-78 0 110,26 0-95,-27 0-15</inkml:trace>
  <inkml:trace contextRef="#ctx0" brushRef="#br0" timeOffset="-204291.6">18708 14327 0,'0'-27'16,"0"1"-16,0 0 16,0 0-1,0-1 1,0 80 46,0-1-46,0 1-16,0 26 0,0-1 16,0-25-1,0 26-15,0-27 0,0 0 16,0 1-16,0-27 16,0 0-1,0-52 63</inkml:trace>
  <inkml:trace contextRef="#ctx0" brushRef="#br0" timeOffset="-203776.09">19233 14379 0,'0'-26'0,"0"0"16,0-1-16,27 27 15,-54 0 32,-25 27-31,-1-1-16,27 0 15,0 0-15,26 27 16,0-27-16,0 27 16,52-27-16,27 26 15,0-25-15,-1-1 0,-25 0 16,-1 0-16,-25 0 16,-27 1-16,0-1 15,-53 0 1,1 0-16,-27-26 15,27 0-15,25 0 16,1 0-16,0 0 16,26-26-16,0-26 15,0 25 1,52-25-16,27 0 0,0-1 16,-1 1-1,-25-1-15,-27 27 16,-26-27-16,0 1 0,0 26 15,-52-1-15,-1 27 16,-26 0-16,1 0 16,25 0-16,27 0 15,0 27-15,0-1 0,26 0 16</inkml:trace>
  <inkml:trace contextRef="#ctx0" brushRef="#br0" timeOffset="-202831.29">20309 13802 0,'0'-26'31,"26"26"-15,53 0-16,26 0 16,0 0-1,0 0-15,0-27 0,-26 27 16,-1 0-16,-51 0 16,-1-26 30</inkml:trace>
  <inkml:trace contextRef="#ctx0" brushRef="#br0" timeOffset="-202531.38">20703 13461 0,'-27'0'16,"27"52"46,0 1-62,0 52 16,0-27-16,27 1 16,-27 0-16,0 0 15,26-1-15,-26-25 16,0-27-16,0 26 15,0-25-15,0-54 63,0-25-63</inkml:trace>
  <inkml:trace contextRef="#ctx0" brushRef="#br0" timeOffset="-201775.85">21385 13041 0,'-26'0'16,"26"-26"0,0-1-16,0 1 15,26 0-15,26 0 16,1 26-16,-1 0 15,-25 0-15,25 0 16,-26 0-16,1 0 16,-27 26-1,0 26-15,0-25 0,0-1 16,0 26-16,-27-25 16,1-1-1,0 26-15,0-52 16,-1 27-16,27-1 15,0 0 1,0 0-16,0 1 16,27-27-16,-1 26 15,26 0-15,-25 0 16,-1-26-16,0 27 16,0-1-16,-26 0 31,-26-26-16,-26 0 1,-1 0-16,1 0 16,25 0-16,-25-26 15,26 26-15,26-26 16,0-1-16</inkml:trace>
  <inkml:trace contextRef="#ctx0" brushRef="#br0" timeOffset="-201358.69">22198 12962 0,'0'-26'16,"0"78"30,-26-25-46,0 25 16,0 27-16,26-27 16,0 1-16,0-1 15,0 1-15,26-1 16,26-25-16,-25-1 16,-1-26-16,26 26 15,-25-26-15,25 0 16,1-52-16,-27 25 0,0-25 15,0-1-15,-26 1 16,0-1-16,0 1 16,0-1-16,-26 1 15,0 26 1,-27-1-16,27 1 16,-26 26-16,25 0 0,-51 0 15,25 0-15,1 53 16</inkml:trace>
  <inkml:trace contextRef="#ctx0" brushRef="#br0" timeOffset="-200959.7">21254 13828 0,'26'0'31,"26"26"-15,27-26-16,26 0 0,0 0 16,26 0-16,0 0 15,1 0 1,25 0-16,1 0 15,-27-26-15,-26 26 16,-27-26-16,1 26 0,-53 0 16,1 0-1,-54 0 48,-25-26-48</inkml:trace>
  <inkml:trace contextRef="#ctx0" brushRef="#br0" timeOffset="-199792.81">21779 14143 0,'-27'-26'0,"1"26"15,26-27 1,0 80 47,0-1-63,0 27 0,0 0 15,-26-27-15,26 27 16,-26-26-16,26-1 15,-27 1-15,27-27 16,-26 0-16,26 0 16,53-26-1,-1 0-15</inkml:trace>
  <inkml:trace contextRef="#ctx0" brushRef="#br0" timeOffset="-199293.45">21988 14432 0,'-26'0'0,"0"-27"16,0 27-16,26-26 15,0 0 1,0 0-16,26-1 16,26 27-16,1 0 15,-27-26-15,27 26 16,-27 0-16,26 26 15,-25 1-15,-1 25 16,0 1-16,-26-1 16,0 27-16,-52-27 0,-1 1 15,1-1-15,-27-26 16,26 1-16,27-27 16,0 26-16,105-26 78,-1-26-63,27-1-15,0 27 0,-26 0 16,0-26-16,-53 26 16,26 0-1,-25-26 63,-1 0-78</inkml:trace>
  <inkml:trace contextRef="#ctx0" brushRef="#br0" timeOffset="-198923.8">23143 13854 0,'26'0'47,"27"0"-32,-27 0-15,0 0 0,0 0 16,27 0-16,-27 0 16,0 0-1,27 0-15,-27 0 16,0 0-1</inkml:trace>
  <inkml:trace contextRef="#ctx0" brushRef="#br0" timeOffset="-198744.74">23143 14038 0,'26'0'32,"27"0"-17,25 0-15,1 0 16,26-26-16,-26 26 16,0-26-16,-27-1 15</inkml:trace>
  <inkml:trace contextRef="#ctx0" brushRef="#br0" timeOffset="-197814.11">24560 13225 0,'26'-53'0,"-26"27"15,0-27-15,0 27 16,0 0-16,-26 0 0,0-1 16,-1 1-16,-51 26 15,25 0-15,-25 0 16,25 0-16,1 26 16,25 1-16,1-1 0,26 0 15,0 27 1,0-27-16,26 0 15,27 0-15,-1-26 16,1 0-16,25 0 0,-25 0 16,-27 0-16,27-26 15,-27 0-15,0 0 16,0-1-16,-26 1 16,0 0-16,0 0 31,0 52 16,0 0-32,0 53-15,0-27 0,0 53 16,0-26-16,0 0 16,0-1-1,-26 1-15,26-26 16,0-1-16,0 1 15,0-27-15,0 0 0,0 0 16,-26-26-16</inkml:trace>
  <inkml:trace contextRef="#ctx0" brushRef="#br0" timeOffset="-197529.58">23904 13907 0,'52'0'47,"27"0"-31,26 0-16,0 0 16,26 0-16,-26 0 15,0 0-15,-26 0 16,26-26-16,-26 26 15,-27 0-15,-26 0 0,1 0 16,-54 0 31,-25 0-47</inkml:trace>
  <inkml:trace contextRef="#ctx0" brushRef="#br0" timeOffset="-196868.56">24481 14405 0,'-26'0'16,"0"0"-1,26-26 1,0 0 0,0 0-16,0-1 15,0 1-15,52 0 16,-26 0-16,1 26 0,25 0 16,-26 0-16,1 0 15,25 0-15,-26 26 16,-26 26-16,0 1 15,0-1-15,0 1 16,-52-1-16,-1-25 16,-25 25-16,25-26 15,1 1-15,25-27 16,1 0-16,0 0 16,52 0 30,27 0-30,25 0-16,27 0 16,-26 0-1,0 0-15,0 0 0,-27 0 16,1 0-16,-27-27 16,0 27-16,0 0 15,-52 0 79,-53 0-94</inkml:trace>
  <inkml:trace contextRef="#ctx0" brushRef="#br0" timeOffset="-195428.35">18604 15980 0,'0'-26'0,"-27"-1"15,27 1-15,0 0 16,0 0-16,0-27 15,53 27-15,25 0 16,1-1-16,0 27 16,-27 0-16,1 0 15,-27 53 1,-26-1-16,0 27 16,-52-26-16,-1-1 15,1 0-15,25 1 0,1-53 16,0 26-16,26 0 15,52 1 1,27-1 0,0 0-16,-27 0 15,1 1-15,-1-27 16,-52 26-16,0 0 16,-26 0-1,-53-26-15,1 27 16,25-27-16,1 0 0,25 0 15,1 0-15,26-27 16,0 1-16,0-26 16</inkml:trace>
  <inkml:trace contextRef="#ctx0" brushRef="#br0" timeOffset="-195111.24">19338 15980 0,'0'-26'31,"0"52"0,-26 26-31,0 27 16,26-27-16,0 1 16,0-27-16,52 27 0,1-27 15,-1-26 1,-26 0-16,27 0 0,-1 0 15,-25-26 1,25-27-16,-52 1 0,0-1 16,0 27-16,0-27 15,-26 27-15,-27 0 16,1 26-16,-1-26 16,1 26-16,-1 0 15,27 52-15,0-26 0</inkml:trace>
  <inkml:trace contextRef="#ctx0" brushRef="#br0" timeOffset="-194894.69">19784 15927 0,'0'-26'15,"53"26"1,-1 26-1,1 1-15,52 25 16,-53 0-16,1 1 16,-1-27-16,-26 0 15,-26 1-15,0-1 16</inkml:trace>
  <inkml:trace contextRef="#ctx0" brushRef="#br0" timeOffset="-194693.34">20230 15901 0,'0'-26'16,"0"0"0,-26 52 15,0 26-31,-27 1 16,1 25-16,-1-25 0,27-1 15,-26 27 1,26-53-16,26 27 15,-27-27-15,27 0 16</inkml:trace>
  <inkml:trace contextRef="#ctx0" brushRef="#br0" timeOffset="-194479.45">20440 15849 0,'0'-27'15,"0"80"32,0 26-47,0-1 16,0 1-16,0-27 0,0 27 16,0-26-1,-26-1-15,26-26 16</inkml:trace>
  <inkml:trace contextRef="#ctx0" brushRef="#br0" timeOffset="-194197.47">20624 15875 0,'26'-26'0,"-26"-1"15,53 27-15,-27-26 0,0 26 16,0 0-16,1 53 15,-1-1-15,-26 1 16,0-1 0,-26 0-16,-27 1 15,27-27-15,-27 0 16,1 1-16,26-1 0,-1-26 16,54 0 15,51 0-16,27-26-15,0 26 0,27-27 16</inkml:trace>
  <inkml:trace contextRef="#ctx0" brushRef="#br0" timeOffset="-193981.35">21227 16163 0,'27'0'47,"25"0"-47,27 0 16,-27 0-16,27 0 16,-26 0-16,-1 0 15,1-26-15,-27 26 16</inkml:trace>
  <inkml:trace contextRef="#ctx0" brushRef="#br0" timeOffset="-193762.88">21490 15927 0,'0'27'46,"-26"51"-46,26-25 16,0 25-16,0-25 16,0-1-16,0 1 15,0-1-15,0-25 0,0-1 16,0 0 0</inkml:trace>
  <inkml:trace contextRef="#ctx0" brushRef="#br0" timeOffset="-193283.51">21752 15901 0,'0'-26'16,"0"0"-16,0-1 15,0 1 1,0 0-16,53 26 16,-27-26-16,0 26 15,0 0-15,27 0 16,-27 0-16,0 26 15,-26 0-15,0 27 0,0 25 16,0-25-16,-26-1 16,26-26-1,0 1-15,0-1 16,0 0-16,26 0 16,27 1-16,26-1 15,-27 0-15,-26-26 16,1 26-16,-54 1 15,-51-1 1,-1-26-16,-26 26 16,0-26-16,53 0 15,25 0-15,1 0 0</inkml:trace>
  <inkml:trace contextRef="#ctx0" brushRef="#br0" timeOffset="-192963.24">22330 15849 0,'-27'0'47,"27"52"-47,-26 1 15,26 25-15,0-25 16,0-1-16,0 1 15,26-27-15,1 0 16,-1-26-16,26 0 0,-25 0 16,-1-26-16,0 0 15,0-27 1,-26 1-16,0-27 16,0 27-16,0-1 15,-26 27-15,0 0 16,-27 26-16,27 0 0,-26 0 15</inkml:trace>
  <inkml:trace contextRef="#ctx0" brushRef="#br0" timeOffset="-192733.1">22618 15822 0,'26'53'31,"27"-1"-15,26 27-16,-27-27 16,-26-25-16,1 25 0,-1-26 15,-26 1 1</inkml:trace>
  <inkml:trace contextRef="#ctx0" brushRef="#br0" timeOffset="-192526.18">22881 15717 0,'-27'0'15,"1"53"1,0-1-1,0 27-15,-1-26 0,27 25 16,-26-25-16,26-27 16,-26 26-16,26 1 15,-26-27-15,-1 0 16</inkml:trace>
  <inkml:trace contextRef="#ctx0" brushRef="#br0" timeOffset="-192276.78">22959 15770 0,'0'-26'0,"0"52"31,0 0-15,0 53-16,27-27 15,-27 27-15,0-27 16,26 1-16,-26-27 16,0 27-16,0-27 15,0 0-15</inkml:trace>
  <inkml:trace contextRef="#ctx0" brushRef="#br0" timeOffset="-191957.57">23327 15717 0,'0'-26'15,"0"0"1,-27 26-16,-25 0 16,26 52-16,-1-25 15,27 25 1,0 1-16,0-1 15,53 1-15,-1-1 16,-25 0-16,-1 1 16,-26-27-16,0 0 0,0 1 15,-26-27 1,-1 0-16,1 0 16,0-27-16,26-25 15,0-1-15,52-25 16,27 25-16,0-25 15,0 25-15,-27 27 16</inkml:trace>
  <inkml:trace contextRef="#ctx0" brushRef="#br0" timeOffset="-191560.12">18997 16951 0,'-26'0'0,"0"0"15,78 0 1,79 0-16,79 0 0,53 0 16,52-27-16,-1 1 15,54 0-15,-27 0 16,26-1-16,1 1 16,-1 26-16,-52 0 15,-53 0 1,-78 0-16,-53 0 0,-52 0 15,-53 0-15,-78 0 32,-80 0-32</inkml:trace>
  <inkml:trace contextRef="#ctx0" brushRef="#br0" timeOffset="-191277.72">20152 17161 0,'0'-27'16,"0"80"31,-27 25-47,27 1 15,0 0-15,0-27 16,0 1-16,0-1 16,0 1-16,0-27 0,0 0 15</inkml:trace>
  <inkml:trace contextRef="#ctx0" brushRef="#br0" timeOffset="-190909.22">20598 17344 0,'0'-52'0,"0"25"15,0 1-15,0 0 16,-27 0-16,1 26 0,0 0 16,0 0-1,0 0-15,-27 0 0,27 26 16,26 0-1,0 0-15,0 27 0,0-1 16,52 1 0,1-27-16,-27 27 0,26-1 15,-52-26-15,0 1 16,-52-27 0,-27 0-1,53 0 1,0 0-16,0-27 15,26-25-15,0 26 16,26-27-16,53 1 0,25 25 16,1-25-16,-26 52 15</inkml:trace>
  <inkml:trace contextRef="#ctx0" brushRef="#br0" timeOffset="-190710.24">20939 17187 0,'52'52'47,"-25"-26"-47,25 27 16,1-1-16,-1-25 16,-26-1-1,0 0-15,1 0 16,-27 1-16</inkml:trace>
  <inkml:trace contextRef="#ctx0" brushRef="#br0" timeOffset="-190525.9">21227 17187 0,'-26'0'46,"0"52"-46,0 27 16,0-27-16,-27 27 16,27-26-16,0-1 0,-27 1 15,27-1-15,0 1 16,-1-27 0</inkml:trace>
  <inkml:trace contextRef="#ctx0" brushRef="#br0" timeOffset="-190299.13">21464 17213 0,'0'26'47,"0"0"-32,0 27-15,0-1 0,0 1 16,0-1-16,0-25 16,0 25-16,0-26 15</inkml:trace>
  <inkml:trace contextRef="#ctx0" brushRef="#br0" timeOffset="-189997.89">21595 17265 0,'26'-26'0,"0"0"0,1 26 16,-1 0-1,0 0-15,0 0 0,1 0 16,-27 26-16,26 27 16,-26-1-1,0 1-15,0-1 16,0-26-16,-53 27 0,27-27 15,-26-26-15,25 26 16,80-26 31,78-26-31,26 0-16,53 0 15,-26-27-15,0 1 0</inkml:trace>
  <inkml:trace contextRef="#ctx0" brushRef="#br0" timeOffset="-189645">23851 16767 0,'53'0'63,"-1"-26"-63,1 26 0,-1 0 15,1-27 1,-27 27-16,0 0 16</inkml:trace>
  <inkml:trace contextRef="#ctx0" brushRef="#br0" timeOffset="-189497.49">23904 16898 0,'-26'0'16,"52"0"15,53 0-31,-1-26 16,27 0-1,-26-27-15</inkml:trace>
  <inkml:trace contextRef="#ctx0" brushRef="#br0" timeOffset="-189031.65">24849 15875 0,'0'-53'15,"0"27"-15,-53 26 16,27-26-16,0 26 16,-27 0-16,1 0 15,-1 26-15,27 0 16,-27 27-16,53-27 16,0 27-16,0-27 15,0 0-15,0 0 0,53-26 16,-27 0-16,27 0 15,-1 0-15,1-26 16,-27 0-16,0 0 16,0-27-1,1 27-15,-27 52 47,0 27-31,0 25-16,0 1 0,0 0 15,0-27-15,0 1 16,0-1-16,0-26 16,0 1-1,0-1-15,0 0 16</inkml:trace>
  <inkml:trace contextRef="#ctx0" brushRef="#br0" timeOffset="-188815.6">24455 16531 0,'52'0'47,"27"0"-47,0 0 16,26 0-16,-26-26 15,26 26-15,-27-27 0,1 1 16,0 26-16,-53-26 15,0 26-15</inkml:trace>
  <inkml:trace contextRef="#ctx0" brushRef="#br0" timeOffset="-188459.68">24980 16819 0,'0'-26'0,"0"0"16,0 0-16,-53 26 16,1 0-1,-1 0-15,1 26 0,-1 26 16,27-25-16,26 25 15,0 1-15,0-1 16,26 1-16,1-27 16,25 26-16,-26-52 15,1 27-15,-80-27 47,27-53-31,26 1-16,0-1 15,105-26-15,0 27 0</inkml:trace>
  <inkml:trace contextRef="#ctx0" brushRef="#br0" timeOffset="-186829.49">24822 17056 0,'-26'0'16,"0"0"-16,0 0 15,-27-27-15,27 1 16,26 0-16,0 0 0,0-1 16,0 1-1,0 0-15,26 0 16,0-1-16,1 27 16,-1 0-16,26 0 15,-52 27-15,27 25 0,-27 1 16,0 25-16,0 1 15,-27 0-15,-25-1 16,26-25-16,-27-1 16,27-25-16,26-1 15,-26-26-15,52 0 32,53-26-17,-1-1-15,27 1 0,0-26 16,-26-1-16,0 1 15,-27-1 1</inkml:trace>
  <inkml:trace contextRef="#ctx0" brushRef="#br0" timeOffset="-186478.37">24586 16898 0,'0'-26'15,"0"0"-15,0-1 16,53 1-16,-27 26 16,26 0-16,-25 0 15,-1 0-15,0 53 16,-26-1-16,0 27 15,0 0-15,-26-1 16,-27-25 0,1-1-16,26-26 0,-1 1 15,27-1 1,53-26 0,26-26-16,78-1 15,0-25-15,1-27 16,-27 1-16</inkml:trace>
  <inkml:trace contextRef="#ctx0" brushRef="#br0" timeOffset="-179589.66">1574 13225 0,'-26'-27'15,"-1"27"1,54-26 31,25 0-32,1 26-15,25-26 16,1-1-16,-53 27 0,1 0 16,-1 0-16,0 27 15,-26-1-15,0 0 16,0 27-16,-26-1 15,-27-26-15,27 27 16,-26-27-16,25 0 16,1 1-16,0-27 15,0 26-15,26 0 16,0 0 0,26 0-1,26-26-15,1 27 0,-1-1 16,1-26-16,-27 26 15,-26 0-15,26-26 16,-26 27 0,-52-1-1,-1 0-15,-25-26 16,25 26-16,-26-26 16,53 0-16,-26 0 15,25-26-15,27 0 16,0 0-16,27-27 15,25 27-15</inkml:trace>
  <inkml:trace contextRef="#ctx0" brushRef="#br0" timeOffset="-179214.27">2073 13330 0,'26'0'0,"-26"-27"16,0 1-1,0 79 48,0-1-63,-26 1 15,26-1-15,0 0 16,0 1-16,0-1 16,26 1-16,0-27 15,26 0-15,1-26 16,-1 0-16,1 0 0,-27 0 15,27-52-15,-27-1 16,-26 1-16,0-1 16,0-25-1,0 25-15,0 1 0,-26-1 16,-1 27-16,1 0 16,0 0-16,0 26 15,-27 0-15,27 0 16,0 0-16,-27 0 15,27 52-15</inkml:trace>
  <inkml:trace contextRef="#ctx0" brushRef="#br0" timeOffset="-178897.99">1075 14195 0,'-26'0'16,"105"0"15,26 0-15,26 0-16,26 0 15,1-26-15,-1 26 0,1-26 16,25 0-16,-25-1 15,-1 1-15,-25 0 16,-54 0-16,-25 26 16,-132 0 15</inkml:trace>
  <inkml:trace contextRef="#ctx0" brushRef="#br0" timeOffset="-178581.79">1863 14432 0,'-27'-27'0,"1"27"15,26-26-15,0 52 47,0 27-31,26-1-16,1 27 16,-27-26-16,26-1 15,-26 0-15,0 1 16,0-1-16,26 1 0,-26-27 15,26-26 1</inkml:trace>
  <inkml:trace contextRef="#ctx0" brushRef="#br0" timeOffset="-178200.95">2309 14589 0,'0'-26'16,"0"-27"-16,0 27 15,0 0-15,-27 0 16,1 26-16,0 0 0,0 0 16,-1 0-16,-25 0 15,26 26-15,0 26 16,-1-25-16,27 25 16,0-26-1,0 1-15,27-27 0,-1 0 16,26 0-16,-26 0 15,27-27-15,-27 1 16,27 0-16,-27 0 16,-26-1-16,26 27 15,-26 27 1,26-1 0,1 26-1,-1 27-15,-26-27 16,26 1-16,-26-1 15,0 1-15,0-27 0,0 0 16</inkml:trace>
  <inkml:trace contextRef="#ctx0" brushRef="#br0" timeOffset="-177967.61">2886 14090 0,'0'-26'15,"26"0"1,79 26-16,0-26 16,0 0-16,26-1 15,-52 27-15,-27-26 16,1 26-16,-27 0 15,-52 0-15</inkml:trace>
  <inkml:trace contextRef="#ctx0" brushRef="#br0" timeOffset="-177766.76">3122 13802 0,'0'26'31,"0"0"-16,26 27-15,1-1 16,25 27-16,-26-27 16,1 1-16,-1-1 15,26 1-15,-25-27 16,-27 27 0,26-53-16</inkml:trace>
  <inkml:trace contextRef="#ctx0" brushRef="#br0" timeOffset="-177266.38">3726 13330 0,'-27'-27'16,"1"1"-1,26 0-15,0 0 16,53-1-1,-1 1-15,27 26 0,-27 0 16,-25 0-16,-1 0 16,0 0-1,-26 53-15,0-1 16,0-26-16,0 27 0,-26-1 16,26-25-16,0-1 15,0 0-15,0 0 16,26 0-1,0-26-15,0 0 0,-26 27 16,-52-1 0,0 0-1,-27 0 1,26 1-16,27-27 16,0 0-16</inkml:trace>
  <inkml:trace contextRef="#ctx0" brushRef="#br0" timeOffset="-176942.65">4224 13198 0,'0'-26'0,"0"79"47,0-27-31,0 26-16,53 1 0,-27-1 15,0-25-15,27-1 16,-27-26-16,26 0 16,1 0-16,-27-26 15,27-1-15,-53-25 16,26-1-16,-26 1 16,0-27-16,-26 53 0,-27-27 15,27 27 1,-27 26-16,27 0 15,-26 0-15,-1 26 16,1 1-16,-27 51 16</inkml:trace>
  <inkml:trace contextRef="#ctx0" brushRef="#br0" timeOffset="-176710.01">3831 13907 0,'26'0'16,"79"-26"-16,26-1 16,26-25-16,-25 26 15,25-27-15,-26 1 16,0 25-16,-52-25 0,-26 52 16,-27-26-1,0 26-15,-78 0 31,-1 0-31,-52 0 16</inkml:trace>
  <inkml:trace contextRef="#ctx0" brushRef="#br0" timeOffset="-176178.92">4172 14195 0,'0'-26'0,"0"0"15,0 52 32,26 27-47,0 25 16,0-25-16,1 26 15,-27-27-15,26 1 16,-26-1-16,0-26 16</inkml:trace>
  <inkml:trace contextRef="#ctx0" brushRef="#br0" timeOffset="-175994.21">4408 14222 0,'0'-27'16,"0"1"-16,26 79 47,0-1-32,1 1-15,-1-1 16,0 1-16,-26-1 16,0 1-16,0-1 15</inkml:trace>
  <inkml:trace contextRef="#ctx0" brushRef="#br0" timeOffset="-175412.32">4277 12883 0,'-53'0'0,"-52"79"16,-52 79-16,-27 25 15,0 53-15,1 53 0,-27 0 16,0-27-16,0 1 15,0-27 1,79-79-16,26-26 16,26-26-16,27-26 15,25-79-15</inkml:trace>
  <inkml:trace contextRef="#ctx0" brushRef="#br0" timeOffset="-174811.03">1259 13277 0,'-26'-26'0,"0"26"16,52 0-1,131 0-15,106 52 0,104 27 16,79 26-16,26 26 15,-25 0 1,-1-26-16,-53 0 16,-52 0-16,-78-26 0,-27-27 15,-79-25-15,-26-1 16,-52 0-16,-26-26 16,-27 0-16,0 0 15,-26 26 235,-26-26-203,-27 0-47</inkml:trace>
  <inkml:trace contextRef="#ctx0" brushRef="#br0" timeOffset="-173610.17">3647 6481 0,'-26'0'0,"-1"0"0,27-26 47,27 0-32,25-1-15,1 1 16,-27 26-16,0 0 0,0 0 15,1 26-15,-27 1 16,0 25-16,0 0 16,0-25-16,0 25 0,-53-26 15,27 27-15,0-27 32,26 0-32,26 1 15,26-1 1,1 0-16,-27 0 15,0 1-15,1-1 0,-27 0 16,0 0-16,0 1 16,-27-27-16,-25 26 15,26-26-15,-27 26 16,27-26-16,0 0 16,-27 0-1,27 0-15,-27-26 0,1 26 16</inkml:trace>
  <inkml:trace contextRef="#ctx0" brushRef="#br0" timeOffset="-173229.12">4198 6429 0,'0'-27'15,"0"54"48,-26 25-63,26 0 15,-27 1-15,27 26 16,0-27-16,0 1 16,0-27-16,53 26 0,-27-52 15,27 27-15,-27-27 16,53 0-16,-27-27 15,1 1 1,-1-26-16,-26-1 16,-26 1-16,0-27 15,0 26-15,0-25 0,-26 25 16,-26 27-16,-1 0 16,27 26-16,0 0 15,-27 0-15,1 26 16,-1 27-16</inkml:trace>
  <inkml:trace contextRef="#ctx0" brushRef="#br0" timeOffset="-172944.92">3385 7478 0,'-53'0'15,"27"26"-15,105-26 16,52 0 0,52-52-16,27 26 15,-26-27-15,26 1 16,-26-27-16,-1 26 0,-25 1 16,-1 26-1,-52-27-15,-26 53 0,-27 0 16,-78 0 15,-79 27-15</inkml:trace>
  <inkml:trace contextRef="#ctx0" brushRef="#br0" timeOffset="-172343.86">3909 7662 0,'-26'0'0,"26"-26"16,0-1-16,26 1 31,27 26-31,-1 0 16,-26 0-16,27 26 0,-53 27 15,0-1-15,0 27 16,0-27-16,0-25 16,-26-1-16,-1 0 15,27 0-15,27-26 16,51 0 0,27-52-1,-26 26-15,26-27 16,-52 1-16,-27-1 0,-26 1 15,0 26-15,0-1 16,0 54 47,0-1-63,0 52 0,26-51 15,-26 25-15,53-26 16,-27 1-16,0-1 15,0-26-15,0 0 16,27 0-16,-27-26 0,-26-27 16,26 27-16,-26-27 15,0 27-15,-26-26 16,-26 26 0,-1-1-16,1 1 15,-1 26-15,27 0 0</inkml:trace>
  <inkml:trace contextRef="#ctx0" brushRef="#br0" timeOffset="-172116.03">5536 7137 0,'0'-26'16,"26"26"0,79-53-16,53 27 15,25 0-15,-25 0 16,-53-1-16,-26 27 16,-79-26-1,-27 26-15</inkml:trace>
  <inkml:trace contextRef="#ctx0" brushRef="#br0" timeOffset="-171910.8">5667 6822 0,'-26'0'0,"26"26"32,26 27-32,1-1 15,-1 27 1,26 0-16,-25-27 0,-1 27 15,0-27-15,0-25 16,1 25-16,-1-26 16,0 1-1</inkml:trace>
  <inkml:trace contextRef="#ctx0" brushRef="#br0" timeOffset="-171434.04">6323 6481 0,'-26'-26'0,"0"0"0,26-1 15,0 1-15,0 0 16,26 0 0,27-1-16,-1 27 15,1 0-15,-27 0 0,0 0 16,0 0-1,-26 53-15,0-1 16,0-25-16,0 25 16,0 0-16,0-25 15,79-1-15,0 26 16,-27-25-16,1-27 0,-27 26 16,-26 0-1,-26-26 1,-53 26-16,0 1 15,1-27-15,51 0 0,1 0 16,26-27-16,0-25 16</inkml:trace>
  <inkml:trace contextRef="#ctx0" brushRef="#br0" timeOffset="-171101.35">7006 6324 0,'0'52'62,"0"27"-46,0-27-16,26 1 0,0-1 16,0 1-16,1-27 15,25-26 1,27 0-16,-1 0 15,-25-53-15,26 1 0,-27-1 16,-26 1-16,-26-27 16,0 27-16,0-1 15,-52 27-15,-1 0 0,1 26 16,-1 0 0,1 0-16,-27 0 0,27 52 15,-27 1 1</inkml:trace>
  <inkml:trace contextRef="#ctx0" brushRef="#br0" timeOffset="-170866.31">6586 7058 0,'-26'0'0,"104"0"31,27-26-31,53 0 15,-1-27-15,0 27 16,-25 0-16,-1-27 16,26 27-16,-52 0 0,-26 0 15,-27-1-15,-25 27 16,-54 0 15,1 27-15,-52 25-16</inkml:trace>
  <inkml:trace contextRef="#ctx0" brushRef="#br0" timeOffset="-170295.99">6979 7399 0,'0'-26'0,"-26"26"15,26 53 189,0-1-204,0 1 15,0-1-15,0 1 16,0-27-16,0 26 15,26-26 1,-26 1-16,27-1 16,-1-26-1</inkml:trace>
  <inkml:trace contextRef="#ctx0" brushRef="#br0" timeOffset="-169993.57">7215 7268 0,'0'26'47,"0"27"-31,0-1-16,0 1 0,0-1 16,27 1-16,25-27 15,1 0-15,-27 1 16,26-1-1,1-26-15,-27 0 0,0 0 16,1-53-16,-1 27 16,0-26-16,-26-1 15,0 1-15,0-1 16,-52 1-16,25 52 0,-25-27 16,-1 27-16,1 27 15</inkml:trace>
  <inkml:trace contextRef="#ctx0" brushRef="#br0" timeOffset="-169044.46">8475 6796 0,'-26'0'16,"26"-26"15,26 26-31,53-27 16,-1 27-16,1-26 15,0 0-15,-53 26 16,0 0-16,1 0 16</inkml:trace>
  <inkml:trace contextRef="#ctx0" brushRef="#br0" timeOffset="-168910.82">8527 6953 0,'-26'0'0,"0"27"16,26-1-1,52-26 1,27 0-16,26-26 16,26-27-16,-26 27 15</inkml:trace>
  <inkml:trace contextRef="#ctx0" brushRef="#br0" timeOffset="-168530.55">9735 6114 0,'-53'-27'16,"1"1"-16,25 0 15,-25 26-15,-1 0 0,27 0 16,-26 0-16,-1 26 16,27 0-16,26 27 15,0-27-15,0 27 0,0-27 16,52-26-16,1 26 15,-1-26-15,1 0 16,-27-26 0,27 0-16,-27-1 15,0 1-15,0 0 16,-26 0-16,0 52 47,0 26-32,27 1-15,-1-1 0,-26 27 16,26-26 0,0-1-16,-26 0 0,0-25 15,0 25-15,0-26 16</inkml:trace>
  <inkml:trace contextRef="#ctx0" brushRef="#br0" timeOffset="-168328.96">9367 6796 0,'-26'0'0,"26"-26"15,79-1-15,-1 1 16,54 0-16,-1-27 16,0 27-16,0 0 15,-26-27-15,-26 27 16,0 0-16,-27 0 0,0 26 15,-25 0 1</inkml:trace>
  <inkml:trace contextRef="#ctx0" brushRef="#br0" timeOffset="-168045.03">9708 6927 0,'-26'0'0,"52"-26"15,27 0 1,25-1-16,-25 1 16,-27 26-16,0 0 15,-26 53-15,0-27 16,0 53-16,-78-27 16,-1 1-16,27-1 0,-1-26 15,27-26-15,131 0 31,52-52-15,79-27-16,0 0 16,-26-26-16,-52 0 0</inkml:trace>
  <inkml:trace contextRef="#ctx0" brushRef="#br0" timeOffset="-167367.16">4592 6087 0,'0'-26'0,"0"0"15,0 0-15,-27 78 47,1 53-47,0 26 0,0 27 16,-1-1 0,1 1-16,0-1 15,26 1-15,-26-1 16</inkml:trace>
  <inkml:trace contextRef="#ctx0" brushRef="#br0" timeOffset="-166994.77">4801 7216 0,'0'-27'0,"0"1"15,-26 105 17,-26 26-32,-1 0 15,1 52-15,26-26 16,-27 1-16,1 25 16,25-26-16,1 1 0,0-28 15</inkml:trace>
  <inkml:trace contextRef="#ctx0" brushRef="#br0" timeOffset="-166415.86">7504 5799 0,'0'-26'0,"0"-1"0,-26 27 15,0 79 16,-1 26-31,-25 26 0,-1 53 16,27-27-16,0 27 16,0 0-16,-1-1 15,1-25-15</inkml:trace>
  <inkml:trace contextRef="#ctx0" brushRef="#br0" timeOffset="-166067.11">7740 6953 0,'-26'79'31,"-26"26"-31,-27 26 16,0 0-1,27 27-15,-1-27 16,-26 26-16,1 1 0,-27-1 16</inkml:trace>
  <inkml:trace contextRef="#ctx0" brushRef="#br0" timeOffset="-165633.35">5799 8187 0,'-132'-27'0,"27"1"15,-26 0 1,26 0-16,27-27 16,25 27-16,1-27 15</inkml:trace>
  <inkml:trace contextRef="#ctx0" brushRef="#br0" timeOffset="-164079.27">5379 8659 0,'-27'0'0,"27"-26"16,-26-1 0,26 1-16,0 0 15,53-27-15,25 27 0,1 0 16,-26 26-16,25 0 16,-51 0-16,-1 0 15,0 26-15,-26 27 0,0 25 16,-26-25-16,-27 26 15,27-27 1,0-26-16,26 1 16,0-1-16,52 0 15,27 0-15,-26-26 16,25 27-16,-25-1 0,-27-26 16,-26 26-1,-26-26 1,-27 0-16,-25 26 15,25-26-15,1 0 16</inkml:trace>
  <inkml:trace contextRef="#ctx0" brushRef="#br0" timeOffset="-163878.16">6166 8816 0,'26'-26'32,"27"26"-32,25-26 0,27-27 15,0 27-15,-26 0 16,0 0-16,-27 26 16,-26-27-1</inkml:trace>
  <inkml:trace contextRef="#ctx0" brushRef="#br0" timeOffset="-163695.64">6560 8449 0,'-27'0'0,"1"0"15,26 52 1,0 1 0,0-1-16,26 1 15,27 26-15,-27-27 16,26-26-16,-25 27 15,-1-1 1,0-25-16</inkml:trace>
  <inkml:trace contextRef="#ctx0" brushRef="#br0" timeOffset="-162794.66">7373 7950 0,'-26'0'16,"-1"0"-16,-25 0 16,26 53-16,-27-1 15,53 27-15,0 0 16,0 0-16,0-1 15,0-25-15,53 25 16,-1-51-16,1-1 16,25-26-16,-25 0 15,-1 0-15,1-53 16,-27 27-16,0-53 16,-26 27-16,0 26 15,-26 0-15,-26-1 16,-27 27-16,0 0 15,27 27-15,-27-1 0,26 26 16,-25 1 0,25 25-16,27-25 0</inkml:trace>
  <inkml:trace contextRef="#ctx0" brushRef="#br0" timeOffset="-162502.02">5457 9367 0,'-78'0'15,"51"27"-15,106-27 16,52 0-1,53-53-15,26 1 16,26-27-16,27 0 16,-1 0-16,-26 1 15,26-1-15,-25 0 16,-54 1-16,1 25 16,-27 27-16,-52 0 0,-52 26 15</inkml:trace>
  <inkml:trace contextRef="#ctx0" brushRef="#br0" timeOffset="-162045.23">6979 9315 0,'0'-53'16,"0"27"-16,27-26 15,51 52-15,-25-27 16,-1 27-16,1 0 16,-27 0-16,0 53 15,-26-1-15,0 1 16,0-1-16,-52 1 16,25-27-16,1 0 0,0 1 15,78-27 32,27-27-47,52 1 16,27-26-16,-27-27 0,0 0 15</inkml:trace>
  <inkml:trace contextRef="#ctx0" brushRef="#br0" timeOffset="-161829.14">8160 8475 0,'0'-26'16,"79"0"-1,0-1-15,-1 1 16,1 0-16,0 0 15,-27 26-15</inkml:trace>
  <inkml:trace contextRef="#ctx0" brushRef="#br0" timeOffset="-161681.16">8344 8580 0,'26'0'16,"79"-26"-1,0-27-15,26 27 16,-26-53 0,0 27-16</inkml:trace>
  <inkml:trace contextRef="#ctx0" brushRef="#br0" timeOffset="-161333.59">9131 7714 0,'-26'-26'16,"0"26"-16,-1 0 0,-25 0 16,-1 26-16,27 0 15,-26 27 1,52-27-16,-27 27 16,27-27-16,0 0 0,53 0 15,-1-26 1,-25 0-16,25 0 0,-26-26 15,27 0-15,-27-27 16,0 27-16,0 0 16,-26 0-16,27 26 31,-27 26-31,52 53 16,1-1-1,-27-25-15,26 26 16,1-27-16,-27 1 15,-26-1-15,0 1 16,-26-27-16</inkml:trace>
  <inkml:trace contextRef="#ctx0" brushRef="#br0" timeOffset="-161144.64">9026 8423 0,'-26'0'0,"52"-27"31,53 1-15,-1-26-16,54 26 16,-27-27-16,-27 27 15,1 26-15,-26 0 0,-53 26 16</inkml:trace>
  <inkml:trace contextRef="#ctx0" brushRef="#br0" timeOffset="-160918.1">9315 8554 0,'0'-26'32,"52"-1"-32,1 1 15,-1 26-15,-26 0 16,1 0-16,-27 53 16,0-1-1,-27 1-15,1-27 16,0 0-16,0 0 0,104-52 31,27-26-15,53-1-16,-1 1 0,-52-27 15</inkml:trace>
  <inkml:trace contextRef="#ctx0" brushRef="#br0" timeOffset="-160234.98">5851 7426 0,'-52'0'0,"25"52"15,27 53-15,0 52 16,53 1-16,78 26 16,26-53-1,27 0-15,0-52 16,26-27-16,0-52 0,0-26 15,52-79-15,0-52 16,1-27-16,-1-79 16,-26-51-16,-26-27 15,0-27-15,-26 1 16,-27-1-16,1 80 0,-1 104 16,-26 53-16,-26 78 15,-52 53 1</inkml:trace>
  <inkml:trace contextRef="#ctx0" brushRef="#br0" timeOffset="-159434.18">16504 5615 0,'-78'0'15,"51"79"-15,1 0 16,26-1-16,0-25 15,79-1-15,26-26 16,0 1-16,26-54 16,26-25-16,27-53 15,0-52-15,-1-27 16,1 0-16,-26 1 16,25-27-16,-25 26 15,-27 53-15,-52 26 0,-1 79 16,-25-1-1,-27 27-15,0 53 0,-26 52 16,-26 52-16,-79-26 16</inkml:trace>
  <inkml:trace contextRef="#ctx0" brushRef="#br0" timeOffset="-159151.7">16609 5563 0,'-78'52'0,"-1"27"16,26 0-16,53-27 15,0-26 1,0 0-16,0 1 0,53-27 16,26-27-16,78-25 15,0-27 1,27 1-16,0-54 0,52-25 15,0-27-15,0 1 16,0 25-16,-78 27 16,-53 26-16,-53 52 15,-52 27-15,-78 79 16</inkml:trace>
  <inkml:trace contextRef="#ctx0" brushRef="#br0" timeOffset="-158894.42">16583 5799 0,'-52'52'16,"25"27"-16,1-53 15,26 27-15,53-53 16,25 0-1,53-79-15,53 0 16,0-52-16,26-26 16,52-27-16,1-26 15,51 0-15,1 0 16,-26 26-16,-53 27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7505FF-8B11-4D48-9C41-9D2AC2739953}" type="datetimeFigureOut">
              <a:rPr lang="en-IN" smtClean="0"/>
              <a:t>12-03-2024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3B4AC6-3570-45B7-A134-9FABAE5B8706}" type="slidenum">
              <a:rPr lang="en-IN" smtClean="0"/>
              <a:t>‹#›</a:t>
            </a:fld>
            <a:endParaRPr lang="en-IN"/>
          </a:p>
        </p:txBody>
      </p:sp>
    </p:spTree>
    <p:extLst>
      <p:ext uri="{BB962C8B-B14F-4D97-AF65-F5344CB8AC3E}">
        <p14:creationId xmlns:p14="http://schemas.microsoft.com/office/powerpoint/2010/main" val="146568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p:txBody>
      </p:sp>
      <p:sp>
        <p:nvSpPr>
          <p:cNvPr id="4" name="Slide Number Placeholder 3"/>
          <p:cNvSpPr>
            <a:spLocks noGrp="1"/>
          </p:cNvSpPr>
          <p:nvPr>
            <p:ph type="sldNum" sz="quarter" idx="5"/>
          </p:nvPr>
        </p:nvSpPr>
        <p:spPr/>
        <p:txBody>
          <a:bodyPr/>
          <a:lstStyle/>
          <a:p>
            <a:fld id="{1D3B4AC6-3570-45B7-A134-9FABAE5B8706}" type="slidenum">
              <a:rPr lang="en-IN" smtClean="0"/>
              <a:t>3</a:t>
            </a:fld>
            <a:endParaRPr lang="en-IN"/>
          </a:p>
        </p:txBody>
      </p:sp>
    </p:spTree>
    <p:extLst>
      <p:ext uri="{BB962C8B-B14F-4D97-AF65-F5344CB8AC3E}">
        <p14:creationId xmlns:p14="http://schemas.microsoft.com/office/powerpoint/2010/main" val="1928318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Upstream = (x-y) kmph= 30/6= 5 kmph</a:t>
            </a:r>
          </a:p>
          <a:p>
            <a:r>
              <a:rPr lang="en-IN" dirty="0"/>
              <a:t>(6-y)= 5 kmph</a:t>
            </a:r>
          </a:p>
          <a:p>
            <a:r>
              <a:rPr lang="en-IN" dirty="0"/>
              <a:t>Speed of current = 1 kmph </a:t>
            </a:r>
          </a:p>
          <a:p>
            <a:r>
              <a:rPr lang="en-IN" dirty="0"/>
              <a:t>Speed of downstream (</a:t>
            </a:r>
            <a:r>
              <a:rPr lang="en-IN" dirty="0" err="1"/>
              <a:t>x+y</a:t>
            </a:r>
            <a:r>
              <a:rPr lang="en-IN" dirty="0"/>
              <a:t>)= 6+1=7 kmph</a:t>
            </a:r>
          </a:p>
          <a:p>
            <a:r>
              <a:rPr lang="en-IN" dirty="0"/>
              <a:t>7*10= 70 km</a:t>
            </a:r>
          </a:p>
        </p:txBody>
      </p:sp>
      <p:sp>
        <p:nvSpPr>
          <p:cNvPr id="4" name="Slide Number Placeholder 3"/>
          <p:cNvSpPr>
            <a:spLocks noGrp="1"/>
          </p:cNvSpPr>
          <p:nvPr>
            <p:ph type="sldNum" sz="quarter" idx="5"/>
          </p:nvPr>
        </p:nvSpPr>
        <p:spPr/>
        <p:txBody>
          <a:bodyPr/>
          <a:lstStyle/>
          <a:p>
            <a:fld id="{1D3B4AC6-3570-45B7-A134-9FABAE5B8706}" type="slidenum">
              <a:rPr lang="en-IN" smtClean="0"/>
              <a:t>12</a:t>
            </a:fld>
            <a:endParaRPr lang="en-IN"/>
          </a:p>
        </p:txBody>
      </p:sp>
    </p:spTree>
    <p:extLst>
      <p:ext uri="{BB962C8B-B14F-4D97-AF65-F5344CB8AC3E}">
        <p14:creationId xmlns:p14="http://schemas.microsoft.com/office/powerpoint/2010/main" val="2193278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Downstream = x-y kmph = 12km/ 48/60 = 12*60/48= 15 kmph</a:t>
            </a:r>
          </a:p>
          <a:p>
            <a:r>
              <a:rPr lang="en-IN" dirty="0"/>
              <a:t>X-y= 15 kmph</a:t>
            </a:r>
          </a:p>
          <a:p>
            <a:r>
              <a:rPr lang="en-IN" dirty="0"/>
              <a:t>X-2= 15</a:t>
            </a:r>
          </a:p>
          <a:p>
            <a:r>
              <a:rPr lang="en-IN" dirty="0"/>
              <a:t>X= 17 kmph</a:t>
            </a:r>
          </a:p>
        </p:txBody>
      </p:sp>
      <p:sp>
        <p:nvSpPr>
          <p:cNvPr id="4" name="Slide Number Placeholder 3"/>
          <p:cNvSpPr>
            <a:spLocks noGrp="1"/>
          </p:cNvSpPr>
          <p:nvPr>
            <p:ph type="sldNum" sz="quarter" idx="5"/>
          </p:nvPr>
        </p:nvSpPr>
        <p:spPr/>
        <p:txBody>
          <a:bodyPr/>
          <a:lstStyle/>
          <a:p>
            <a:fld id="{1D3B4AC6-3570-45B7-A134-9FABAE5B8706}" type="slidenum">
              <a:rPr lang="en-IN" smtClean="0"/>
              <a:t>13</a:t>
            </a:fld>
            <a:endParaRPr lang="en-IN"/>
          </a:p>
        </p:txBody>
      </p:sp>
    </p:spTree>
    <p:extLst>
      <p:ext uri="{BB962C8B-B14F-4D97-AF65-F5344CB8AC3E}">
        <p14:creationId xmlns:p14="http://schemas.microsoft.com/office/powerpoint/2010/main" val="1429242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Up stream speed = 24/6 = 4 kmph </a:t>
            </a:r>
          </a:p>
          <a:p>
            <a:r>
              <a:rPr lang="en-IN" dirty="0"/>
              <a:t>Down stream speed = 35/7 = 5 </a:t>
            </a:r>
            <a:r>
              <a:rPr lang="en-IN" dirty="0" err="1"/>
              <a:t>kmpjh</a:t>
            </a:r>
            <a:endParaRPr lang="en-IN" dirty="0"/>
          </a:p>
          <a:p>
            <a:r>
              <a:rPr lang="en-IN" dirty="0"/>
              <a:t>Speed of man in still water= 4+5/2 = 4.5 kmph</a:t>
            </a:r>
          </a:p>
        </p:txBody>
      </p:sp>
      <p:sp>
        <p:nvSpPr>
          <p:cNvPr id="4" name="Slide Number Placeholder 3"/>
          <p:cNvSpPr>
            <a:spLocks noGrp="1"/>
          </p:cNvSpPr>
          <p:nvPr>
            <p:ph type="sldNum" sz="quarter" idx="5"/>
          </p:nvPr>
        </p:nvSpPr>
        <p:spPr/>
        <p:txBody>
          <a:bodyPr/>
          <a:lstStyle/>
          <a:p>
            <a:fld id="{1D3B4AC6-3570-45B7-A134-9FABAE5B8706}" type="slidenum">
              <a:rPr lang="en-IN" smtClean="0"/>
              <a:t>14</a:t>
            </a:fld>
            <a:endParaRPr lang="en-IN"/>
          </a:p>
        </p:txBody>
      </p:sp>
    </p:spTree>
    <p:extLst>
      <p:ext uri="{BB962C8B-B14F-4D97-AF65-F5344CB8AC3E}">
        <p14:creationId xmlns:p14="http://schemas.microsoft.com/office/powerpoint/2010/main" val="566525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30/ 15+x      + 30/ 15-x = 4(30/60)</a:t>
            </a:r>
          </a:p>
          <a:p>
            <a:r>
              <a:rPr lang="en-IN" dirty="0"/>
              <a:t>Option D</a:t>
            </a:r>
          </a:p>
          <a:p>
            <a:endParaRPr lang="en-IN" dirty="0"/>
          </a:p>
        </p:txBody>
      </p:sp>
      <p:sp>
        <p:nvSpPr>
          <p:cNvPr id="4" name="Slide Number Placeholder 3"/>
          <p:cNvSpPr>
            <a:spLocks noGrp="1"/>
          </p:cNvSpPr>
          <p:nvPr>
            <p:ph type="sldNum" sz="quarter" idx="5"/>
          </p:nvPr>
        </p:nvSpPr>
        <p:spPr/>
        <p:txBody>
          <a:bodyPr/>
          <a:lstStyle/>
          <a:p>
            <a:fld id="{1D3B4AC6-3570-45B7-A134-9FABAE5B8706}" type="slidenum">
              <a:rPr lang="en-IN" smtClean="0"/>
              <a:t>15</a:t>
            </a:fld>
            <a:endParaRPr lang="en-IN"/>
          </a:p>
        </p:txBody>
      </p:sp>
    </p:spTree>
    <p:extLst>
      <p:ext uri="{BB962C8B-B14F-4D97-AF65-F5344CB8AC3E}">
        <p14:creationId xmlns:p14="http://schemas.microsoft.com/office/powerpoint/2010/main" val="67316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Down stream= </a:t>
            </a:r>
            <a:r>
              <a:rPr lang="en-IN" dirty="0" err="1"/>
              <a:t>x+y</a:t>
            </a:r>
            <a:r>
              <a:rPr lang="en-IN" dirty="0"/>
              <a:t>= 13+4= 17 </a:t>
            </a:r>
            <a:r>
              <a:rPr lang="en-IN" dirty="0" err="1"/>
              <a:t>kkmph</a:t>
            </a:r>
            <a:endParaRPr lang="en-IN" dirty="0"/>
          </a:p>
          <a:p>
            <a:r>
              <a:rPr lang="en-IN" dirty="0"/>
              <a:t>68/17 = 4 hrs</a:t>
            </a:r>
          </a:p>
        </p:txBody>
      </p:sp>
      <p:sp>
        <p:nvSpPr>
          <p:cNvPr id="4" name="Slide Number Placeholder 3"/>
          <p:cNvSpPr>
            <a:spLocks noGrp="1"/>
          </p:cNvSpPr>
          <p:nvPr>
            <p:ph type="sldNum" sz="quarter" idx="5"/>
          </p:nvPr>
        </p:nvSpPr>
        <p:spPr/>
        <p:txBody>
          <a:bodyPr/>
          <a:lstStyle/>
          <a:p>
            <a:fld id="{1D3B4AC6-3570-45B7-A134-9FABAE5B8706}" type="slidenum">
              <a:rPr lang="en-IN" smtClean="0"/>
              <a:t>16</a:t>
            </a:fld>
            <a:endParaRPr lang="en-IN"/>
          </a:p>
        </p:txBody>
      </p:sp>
    </p:spTree>
    <p:extLst>
      <p:ext uri="{BB962C8B-B14F-4D97-AF65-F5344CB8AC3E}">
        <p14:creationId xmlns:p14="http://schemas.microsoft.com/office/powerpoint/2010/main" val="1712619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D/(x+2) = 4            D/ (x-2) = 5</a:t>
            </a:r>
          </a:p>
          <a:p>
            <a:r>
              <a:rPr lang="en-IN" dirty="0"/>
              <a:t>D= 4x+8          D= 5x-10</a:t>
            </a:r>
          </a:p>
          <a:p>
            <a:r>
              <a:rPr lang="en-IN" dirty="0"/>
              <a:t>4x+8= 5x-10</a:t>
            </a:r>
          </a:p>
          <a:p>
            <a:r>
              <a:rPr lang="en-IN" dirty="0"/>
              <a:t>18=x</a:t>
            </a:r>
          </a:p>
          <a:p>
            <a:r>
              <a:rPr lang="en-IN" dirty="0"/>
              <a:t>Upstream = 18+2= 20*4 = 80</a:t>
            </a:r>
          </a:p>
        </p:txBody>
      </p:sp>
      <p:sp>
        <p:nvSpPr>
          <p:cNvPr id="4" name="Slide Number Placeholder 3"/>
          <p:cNvSpPr>
            <a:spLocks noGrp="1"/>
          </p:cNvSpPr>
          <p:nvPr>
            <p:ph type="sldNum" sz="quarter" idx="5"/>
          </p:nvPr>
        </p:nvSpPr>
        <p:spPr/>
        <p:txBody>
          <a:bodyPr/>
          <a:lstStyle/>
          <a:p>
            <a:fld id="{1D3B4AC6-3570-45B7-A134-9FABAE5B8706}" type="slidenum">
              <a:rPr lang="en-IN" smtClean="0"/>
              <a:t>17</a:t>
            </a:fld>
            <a:endParaRPr lang="en-IN"/>
          </a:p>
        </p:txBody>
      </p:sp>
    </p:spTree>
    <p:extLst>
      <p:ext uri="{BB962C8B-B14F-4D97-AF65-F5344CB8AC3E}">
        <p14:creationId xmlns:p14="http://schemas.microsoft.com/office/powerpoint/2010/main" val="1417796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5EC91FF-D30B-443C-A8C3-B4DA415C6005}" type="datetime1">
              <a:rPr lang="en-IN" smtClean="0"/>
              <a:t>12-03-2024</a:t>
            </a:fld>
            <a:endParaRPr lang="en-IN"/>
          </a:p>
        </p:txBody>
      </p:sp>
      <p:sp>
        <p:nvSpPr>
          <p:cNvPr id="5" name="Footer Placeholder 4"/>
          <p:cNvSpPr>
            <a:spLocks noGrp="1"/>
          </p:cNvSpPr>
          <p:nvPr>
            <p:ph type="ftr" sz="quarter" idx="11"/>
          </p:nvPr>
        </p:nvSpPr>
        <p:spPr/>
        <p:txBody>
          <a:bodyPr/>
          <a:lstStyle/>
          <a:p>
            <a:r>
              <a:rPr lang="en-IN"/>
              <a:t>TOPIC NAME</a:t>
            </a:r>
          </a:p>
        </p:txBody>
      </p:sp>
      <p:sp>
        <p:nvSpPr>
          <p:cNvPr id="6" name="Slide Number Placeholder 5"/>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30881201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80584-61E1-412D-BF33-619697A9787D}" type="datetime1">
              <a:rPr lang="en-IN" smtClean="0"/>
              <a:t>12-03-2024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TOPIC NAME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BE162A-C06E-41B6-AEA8-5AD0FEF31657}" type="slidenum">
              <a:rPr lang="en-IN" smtClean="0"/>
              <a:t>‹#›</a:t>
            </a:fld>
            <a:endParaRPr lang="en-IN"/>
          </a:p>
        </p:txBody>
      </p:sp>
    </p:spTree>
    <p:extLst>
      <p:ext uri="{BB962C8B-B14F-4D97-AF65-F5344CB8AC3E}">
        <p14:creationId xmlns:p14="http://schemas.microsoft.com/office/powerpoint/2010/main" val="617965813"/>
      </p:ext>
    </p:extLst>
  </p:cSld>
  <p:clrMap bg1="lt1" tx1="dk1" bg2="lt2" tx2="dk2" accent1="accent1" accent2="accent2" accent3="accent3" accent4="accent4" accent5="accent5" accent6="accent6" hlink="hlink" folHlink="folHlink"/>
  <p:sldLayoutIdLst>
    <p:sldLayoutId id="2147483650"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5"/>
        <p:cNvGrpSpPr/>
        <p:nvPr/>
      </p:nvGrpSpPr>
      <p:grpSpPr>
        <a:xfrm>
          <a:off x="0" y="0"/>
          <a:ext cx="0" cy="0"/>
          <a:chOff x="0" y="0"/>
          <a:chExt cx="0" cy="0"/>
        </a:xfrm>
      </p:grpSpPr>
      <p:sp>
        <p:nvSpPr>
          <p:cNvPr id="3" name="TextBox 2">
            <a:extLst>
              <a:ext uri="{FF2B5EF4-FFF2-40B4-BE49-F238E27FC236}">
                <a16:creationId xmlns:a16="http://schemas.microsoft.com/office/drawing/2014/main" id="{2628A923-9E6B-DC49-B27E-938D009134D1}"/>
              </a:ext>
            </a:extLst>
          </p:cNvPr>
          <p:cNvSpPr txBox="1"/>
          <p:nvPr/>
        </p:nvSpPr>
        <p:spPr>
          <a:xfrm>
            <a:off x="743910" y="1221512"/>
            <a:ext cx="5404757" cy="830997"/>
          </a:xfrm>
          <a:prstGeom prst="rect">
            <a:avLst/>
          </a:prstGeom>
          <a:noFill/>
        </p:spPr>
        <p:txBody>
          <a:bodyPr wrap="square" rtlCol="0">
            <a:spAutoFit/>
          </a:bodyPr>
          <a:lstStyle/>
          <a:p>
            <a:pPr algn="l"/>
            <a:r>
              <a:rPr lang="en-US" sz="4800" b="1">
                <a:solidFill>
                  <a:schemeClr val="accent4">
                    <a:lumMod val="50000"/>
                  </a:schemeClr>
                </a:solidFill>
                <a:latin typeface="Calisto MT" panose="02040603050505030304" pitchFamily="18" charset="0"/>
                <a:cs typeface="AngsanaUPC" panose="02020603050405020304" pitchFamily="18" charset="-34"/>
              </a:rPr>
              <a:t>Boats and streams </a:t>
            </a:r>
          </a:p>
        </p:txBody>
      </p:sp>
      <p:pic>
        <p:nvPicPr>
          <p:cNvPr id="2" name="Picture 3">
            <a:extLst>
              <a:ext uri="{FF2B5EF4-FFF2-40B4-BE49-F238E27FC236}">
                <a16:creationId xmlns:a16="http://schemas.microsoft.com/office/drawing/2014/main" id="{24EE0092-47E0-EE47-9DFD-D8B7EB7DB1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0814" y="2549740"/>
            <a:ext cx="6096000" cy="2918583"/>
          </a:xfrm>
          <a:prstGeom prst="rect">
            <a:avLst/>
          </a:prstGeom>
        </p:spPr>
      </p:pic>
    </p:spTree>
    <p:extLst>
      <p:ext uri="{BB962C8B-B14F-4D97-AF65-F5344CB8AC3E}">
        <p14:creationId xmlns:p14="http://schemas.microsoft.com/office/powerpoint/2010/main" val="1882896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4848F-3591-B946-8AE1-BD7318D729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461585-7DFC-7A4A-A956-70CC702859AA}"/>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79742A4-5EAD-C74E-B693-F68F47AF8764}"/>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0301D324-53CA-1A48-AA4F-E10E15FE468A}"/>
              </a:ext>
            </a:extLst>
          </p:cNvPr>
          <p:cNvSpPr>
            <a:spLocks noGrp="1"/>
          </p:cNvSpPr>
          <p:nvPr>
            <p:ph type="sldNum" sz="quarter" idx="12"/>
          </p:nvPr>
        </p:nvSpPr>
        <p:spPr/>
        <p:txBody>
          <a:bodyPr/>
          <a:lstStyle/>
          <a:p>
            <a:fld id="{E6BE162A-C06E-41B6-AEA8-5AD0FEF31657}" type="slidenum">
              <a:rPr lang="en-IN" smtClean="0"/>
              <a:t>2</a:t>
            </a:fld>
            <a:endParaRPr lang="en-IN"/>
          </a:p>
        </p:txBody>
      </p:sp>
      <p:pic>
        <p:nvPicPr>
          <p:cNvPr id="1026" name="Picture 2" descr="Boats and Streams Formula and Tricks - Leverage Edu">
            <a:extLst>
              <a:ext uri="{FF2B5EF4-FFF2-40B4-BE49-F238E27FC236}">
                <a16:creationId xmlns:a16="http://schemas.microsoft.com/office/drawing/2014/main" id="{8D3EF618-0482-4575-8F6C-706BC719AC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578104"/>
            <a:ext cx="3230488" cy="3785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785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AE3D4-2A22-2E44-9E16-DC1EFE8DEC52}"/>
              </a:ext>
            </a:extLst>
          </p:cNvPr>
          <p:cNvSpPr>
            <a:spLocks noGrp="1"/>
          </p:cNvSpPr>
          <p:nvPr>
            <p:ph type="title"/>
          </p:nvPr>
        </p:nvSpPr>
        <p:spPr>
          <a:xfrm>
            <a:off x="552328" y="836712"/>
            <a:ext cx="8229600" cy="1143000"/>
          </a:xfrm>
        </p:spPr>
        <p:txBody>
          <a:bodyPr>
            <a:noAutofit/>
          </a:bodyPr>
          <a:lstStyle/>
          <a:p>
            <a:pPr algn="l"/>
            <a:r>
              <a:rPr lang="en-US" sz="2400" dirty="0"/>
              <a:t>1. The speed of boat in still water is 20 kmph, speed of stream is 5 kmph. Find the upstream and down stream?</a:t>
            </a:r>
            <a:br>
              <a:rPr lang="en-US" sz="2400" dirty="0"/>
            </a:br>
            <a:r>
              <a:rPr lang="en-US" sz="2400" dirty="0"/>
              <a:t>A) 15 kmph, 25 kmph          B) 15 kmph, 30 kmph     </a:t>
            </a:r>
            <a:br>
              <a:rPr lang="en-US" sz="2400" dirty="0"/>
            </a:br>
            <a:r>
              <a:rPr lang="en-US" sz="2400" dirty="0"/>
              <a:t>C) 30 kmph, 45 kmph          D) 15 kmph, 10 kmph </a:t>
            </a:r>
          </a:p>
        </p:txBody>
      </p:sp>
      <p:sp>
        <p:nvSpPr>
          <p:cNvPr id="4" name="Footer Placeholder 3">
            <a:extLst>
              <a:ext uri="{FF2B5EF4-FFF2-40B4-BE49-F238E27FC236}">
                <a16:creationId xmlns:a16="http://schemas.microsoft.com/office/drawing/2014/main" id="{D5CFF382-3CA0-C54F-A3A5-9B6A9B44CB01}"/>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9741D1F9-A824-914B-9140-0619C5535976}"/>
              </a:ext>
            </a:extLst>
          </p:cNvPr>
          <p:cNvSpPr>
            <a:spLocks noGrp="1"/>
          </p:cNvSpPr>
          <p:nvPr>
            <p:ph type="sldNum" sz="quarter" idx="12"/>
          </p:nvPr>
        </p:nvSpPr>
        <p:spPr/>
        <p:txBody>
          <a:bodyPr/>
          <a:lstStyle/>
          <a:p>
            <a:fld id="{E6BE162A-C06E-41B6-AEA8-5AD0FEF31657}" type="slidenum">
              <a:rPr lang="en-IN" smtClean="0"/>
              <a:t>3</a:t>
            </a:fld>
            <a:endParaRPr lang="en-IN"/>
          </a:p>
        </p:txBody>
      </p:sp>
    </p:spTree>
    <p:extLst>
      <p:ext uri="{BB962C8B-B14F-4D97-AF65-F5344CB8AC3E}">
        <p14:creationId xmlns:p14="http://schemas.microsoft.com/office/powerpoint/2010/main" val="1530109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54B36-96A0-144A-94EC-87D485234CEE}"/>
              </a:ext>
            </a:extLst>
          </p:cNvPr>
          <p:cNvSpPr>
            <a:spLocks noGrp="1"/>
          </p:cNvSpPr>
          <p:nvPr>
            <p:ph type="title"/>
          </p:nvPr>
        </p:nvSpPr>
        <p:spPr>
          <a:xfrm>
            <a:off x="539552" y="620688"/>
            <a:ext cx="8229600" cy="1143000"/>
          </a:xfrm>
        </p:spPr>
        <p:txBody>
          <a:bodyPr>
            <a:noAutofit/>
          </a:bodyPr>
          <a:lstStyle/>
          <a:p>
            <a:pPr algn="l"/>
            <a:r>
              <a:rPr lang="en-US" sz="2400" dirty="0"/>
              <a:t>2. The boat rowed downstream at 25.5 kmph and upstream at 12.5 kmph. The speed of stream is?</a:t>
            </a:r>
            <a:br>
              <a:rPr lang="en-US" sz="2400" dirty="0"/>
            </a:br>
            <a:r>
              <a:rPr lang="en-US" sz="2400" dirty="0"/>
              <a:t>A) 2.5 kmph   B) 5 kmph   C) 6.5 kmph    D) 7 kmph</a:t>
            </a:r>
          </a:p>
        </p:txBody>
      </p:sp>
      <p:sp>
        <p:nvSpPr>
          <p:cNvPr id="3" name="Content Placeholder 2">
            <a:extLst>
              <a:ext uri="{FF2B5EF4-FFF2-40B4-BE49-F238E27FC236}">
                <a16:creationId xmlns:a16="http://schemas.microsoft.com/office/drawing/2014/main" id="{8AAF2401-E495-864B-B14F-D54349C94B03}"/>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DFAB5832-9AB2-1346-B38B-344D61EBC7AC}"/>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96114A00-AA27-BC4B-B329-F979FE9E01F2}"/>
              </a:ext>
            </a:extLst>
          </p:cNvPr>
          <p:cNvSpPr>
            <a:spLocks noGrp="1"/>
          </p:cNvSpPr>
          <p:nvPr>
            <p:ph type="sldNum" sz="quarter" idx="12"/>
          </p:nvPr>
        </p:nvSpPr>
        <p:spPr/>
        <p:txBody>
          <a:bodyPr/>
          <a:lstStyle/>
          <a:p>
            <a:fld id="{E6BE162A-C06E-41B6-AEA8-5AD0FEF31657}" type="slidenum">
              <a:rPr lang="en-IN" smtClean="0"/>
              <a:t>4</a:t>
            </a:fld>
            <a:endParaRPr lang="en-IN"/>
          </a:p>
        </p:txBody>
      </p:sp>
    </p:spTree>
    <p:extLst>
      <p:ext uri="{BB962C8B-B14F-4D97-AF65-F5344CB8AC3E}">
        <p14:creationId xmlns:p14="http://schemas.microsoft.com/office/powerpoint/2010/main" val="1266651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8475D-F2EE-6C4F-B037-79643D570AD1}"/>
              </a:ext>
            </a:extLst>
          </p:cNvPr>
          <p:cNvSpPr>
            <a:spLocks noGrp="1"/>
          </p:cNvSpPr>
          <p:nvPr>
            <p:ph type="title"/>
          </p:nvPr>
        </p:nvSpPr>
        <p:spPr>
          <a:xfrm>
            <a:off x="470181" y="798513"/>
            <a:ext cx="8229600" cy="1143000"/>
          </a:xfrm>
        </p:spPr>
        <p:txBody>
          <a:bodyPr>
            <a:noAutofit/>
          </a:bodyPr>
          <a:lstStyle/>
          <a:p>
            <a:pPr algn="l"/>
            <a:r>
              <a:rPr lang="en-US" sz="2400" dirty="0"/>
              <a:t>3. A boat rowed downstream at 50 kmph and up stream at 32 kmph. The speed of boat is?</a:t>
            </a:r>
            <a:br>
              <a:rPr lang="en-US" sz="2400" dirty="0"/>
            </a:br>
            <a:r>
              <a:rPr lang="en-US" sz="2400" dirty="0"/>
              <a:t>A) 41 kmph    B) 21 kmph    C) 45 kmph   D) 25 kmph</a:t>
            </a:r>
          </a:p>
        </p:txBody>
      </p:sp>
      <p:sp>
        <p:nvSpPr>
          <p:cNvPr id="3" name="Content Placeholder 2">
            <a:extLst>
              <a:ext uri="{FF2B5EF4-FFF2-40B4-BE49-F238E27FC236}">
                <a16:creationId xmlns:a16="http://schemas.microsoft.com/office/drawing/2014/main" id="{EFE57A56-0DA0-2C4B-A91B-65BA8474C4E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1B39707E-5B0E-0B4A-B7BA-79DD6158DDC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24748936-4F86-E64D-BF75-FF7984B03D67}"/>
              </a:ext>
            </a:extLst>
          </p:cNvPr>
          <p:cNvSpPr>
            <a:spLocks noGrp="1"/>
          </p:cNvSpPr>
          <p:nvPr>
            <p:ph type="sldNum" sz="quarter" idx="12"/>
          </p:nvPr>
        </p:nvSpPr>
        <p:spPr/>
        <p:txBody>
          <a:bodyPr/>
          <a:lstStyle/>
          <a:p>
            <a:fld id="{E6BE162A-C06E-41B6-AEA8-5AD0FEF31657}" type="slidenum">
              <a:rPr lang="en-IN" smtClean="0"/>
              <a:t>5</a:t>
            </a:fld>
            <a:endParaRPr lang="en-IN"/>
          </a:p>
        </p:txBody>
      </p:sp>
    </p:spTree>
    <p:extLst>
      <p:ext uri="{BB962C8B-B14F-4D97-AF65-F5344CB8AC3E}">
        <p14:creationId xmlns:p14="http://schemas.microsoft.com/office/powerpoint/2010/main" val="1348382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5FAB7-27FA-824C-BCD4-F662A3C4F2B9}"/>
              </a:ext>
            </a:extLst>
          </p:cNvPr>
          <p:cNvSpPr>
            <a:spLocks noGrp="1"/>
          </p:cNvSpPr>
          <p:nvPr>
            <p:ph type="title"/>
          </p:nvPr>
        </p:nvSpPr>
        <p:spPr>
          <a:xfrm>
            <a:off x="539552" y="836712"/>
            <a:ext cx="8229600" cy="1143000"/>
          </a:xfrm>
        </p:spPr>
        <p:txBody>
          <a:bodyPr>
            <a:noAutofit/>
          </a:bodyPr>
          <a:lstStyle/>
          <a:p>
            <a:pPr algn="l"/>
            <a:r>
              <a:rPr lang="en-US" sz="2400" dirty="0"/>
              <a:t>4. A boat rowed downstream at 70 kmph and upstream at 46 kmph. The speed of man?</a:t>
            </a:r>
            <a:br>
              <a:rPr lang="en-US" sz="2400" dirty="0"/>
            </a:br>
            <a:r>
              <a:rPr lang="en-US" sz="2400" dirty="0"/>
              <a:t>A) 52 kmph    B) 58 kmph    C) 62 kmph   D) 68 kmph</a:t>
            </a:r>
          </a:p>
        </p:txBody>
      </p:sp>
      <p:sp>
        <p:nvSpPr>
          <p:cNvPr id="4" name="Footer Placeholder 3">
            <a:extLst>
              <a:ext uri="{FF2B5EF4-FFF2-40B4-BE49-F238E27FC236}">
                <a16:creationId xmlns:a16="http://schemas.microsoft.com/office/drawing/2014/main" id="{04CFA3F6-874A-2845-9935-C97838540DFA}"/>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84895A21-07BA-6145-83AA-15080E30C9C5}"/>
              </a:ext>
            </a:extLst>
          </p:cNvPr>
          <p:cNvSpPr>
            <a:spLocks noGrp="1"/>
          </p:cNvSpPr>
          <p:nvPr>
            <p:ph type="sldNum" sz="quarter" idx="12"/>
          </p:nvPr>
        </p:nvSpPr>
        <p:spPr/>
        <p:txBody>
          <a:bodyPr/>
          <a:lstStyle/>
          <a:p>
            <a:fld id="{E6BE162A-C06E-41B6-AEA8-5AD0FEF31657}" type="slidenum">
              <a:rPr lang="en-IN" smtClean="0"/>
              <a:t>6</a:t>
            </a:fld>
            <a:endParaRPr lang="en-IN"/>
          </a:p>
        </p:txBody>
      </p:sp>
    </p:spTree>
    <p:extLst>
      <p:ext uri="{BB962C8B-B14F-4D97-AF65-F5344CB8AC3E}">
        <p14:creationId xmlns:p14="http://schemas.microsoft.com/office/powerpoint/2010/main" val="838033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A2D70-1B9E-5348-BEF6-605C78BB4EF4}"/>
              </a:ext>
            </a:extLst>
          </p:cNvPr>
          <p:cNvSpPr>
            <a:spLocks noGrp="1"/>
          </p:cNvSpPr>
          <p:nvPr>
            <p:ph type="title"/>
          </p:nvPr>
        </p:nvSpPr>
        <p:spPr>
          <a:xfrm>
            <a:off x="503853" y="883992"/>
            <a:ext cx="8229600" cy="1143000"/>
          </a:xfrm>
        </p:spPr>
        <p:txBody>
          <a:bodyPr>
            <a:noAutofit/>
          </a:bodyPr>
          <a:lstStyle/>
          <a:p>
            <a:pPr algn="l"/>
            <a:r>
              <a:rPr lang="en-US" sz="2400" dirty="0"/>
              <a:t>5. A boat is rowed downstream at 120kmph and upstream at 80 kmph. The speed of current is</a:t>
            </a:r>
            <a:br>
              <a:rPr lang="en-US" sz="2400" dirty="0"/>
            </a:br>
            <a:r>
              <a:rPr lang="en-US" sz="2400" dirty="0"/>
              <a:t>A) 20 kmph    B) 25 kmph   C) 30 kmph   D) 35 kmph</a:t>
            </a:r>
          </a:p>
        </p:txBody>
      </p:sp>
      <p:sp>
        <p:nvSpPr>
          <p:cNvPr id="3" name="Content Placeholder 2">
            <a:extLst>
              <a:ext uri="{FF2B5EF4-FFF2-40B4-BE49-F238E27FC236}">
                <a16:creationId xmlns:a16="http://schemas.microsoft.com/office/drawing/2014/main" id="{C400793F-E906-7140-9DE4-ED0E76393ADF}"/>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0700FF61-5418-7544-B437-61DD815B07CB}"/>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9EE3DE7A-54CC-1E47-8660-4344F5F571C2}"/>
              </a:ext>
            </a:extLst>
          </p:cNvPr>
          <p:cNvSpPr>
            <a:spLocks noGrp="1"/>
          </p:cNvSpPr>
          <p:nvPr>
            <p:ph type="sldNum" sz="quarter" idx="12"/>
          </p:nvPr>
        </p:nvSpPr>
        <p:spPr/>
        <p:txBody>
          <a:bodyPr/>
          <a:lstStyle/>
          <a:p>
            <a:fld id="{E6BE162A-C06E-41B6-AEA8-5AD0FEF31657}" type="slidenum">
              <a:rPr lang="en-IN" smtClean="0"/>
              <a:t>7</a:t>
            </a:fld>
            <a:endParaRPr lang="en-IN"/>
          </a:p>
        </p:txBody>
      </p:sp>
    </p:spTree>
    <p:extLst>
      <p:ext uri="{BB962C8B-B14F-4D97-AF65-F5344CB8AC3E}">
        <p14:creationId xmlns:p14="http://schemas.microsoft.com/office/powerpoint/2010/main" val="1504272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BDD6E-6D11-4549-A1D9-E554C13DAD25}"/>
              </a:ext>
            </a:extLst>
          </p:cNvPr>
          <p:cNvSpPr>
            <a:spLocks noGrp="1"/>
          </p:cNvSpPr>
          <p:nvPr>
            <p:ph type="title"/>
          </p:nvPr>
        </p:nvSpPr>
        <p:spPr>
          <a:xfrm>
            <a:off x="539552" y="908720"/>
            <a:ext cx="8229600" cy="1143000"/>
          </a:xfrm>
        </p:spPr>
        <p:txBody>
          <a:bodyPr>
            <a:noAutofit/>
          </a:bodyPr>
          <a:lstStyle/>
          <a:p>
            <a:pPr algn="l"/>
            <a:r>
              <a:rPr lang="en-US" sz="2400" dirty="0"/>
              <a:t>6. A boat running downstream covers 45 km in 5 hours. While covering the same distance upstream it takes 9 hours. What is the speed of the boat?</a:t>
            </a:r>
            <a:br>
              <a:rPr lang="en-US" sz="2400" dirty="0"/>
            </a:br>
            <a:r>
              <a:rPr lang="en-US" sz="2400" dirty="0"/>
              <a:t>A) 7 kmph   B) 9 kmph   C) 11 kmph   D) 15 kmph</a:t>
            </a:r>
          </a:p>
        </p:txBody>
      </p:sp>
      <p:sp>
        <p:nvSpPr>
          <p:cNvPr id="4" name="Footer Placeholder 3">
            <a:extLst>
              <a:ext uri="{FF2B5EF4-FFF2-40B4-BE49-F238E27FC236}">
                <a16:creationId xmlns:a16="http://schemas.microsoft.com/office/drawing/2014/main" id="{C7EB88AD-4761-3A4D-8607-9E19FDE1E3D6}"/>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3BD306C2-C01D-3E47-9617-092DE06751C3}"/>
              </a:ext>
            </a:extLst>
          </p:cNvPr>
          <p:cNvSpPr>
            <a:spLocks noGrp="1"/>
          </p:cNvSpPr>
          <p:nvPr>
            <p:ph type="sldNum" sz="quarter" idx="12"/>
          </p:nvPr>
        </p:nvSpPr>
        <p:spPr/>
        <p:txBody>
          <a:bodyPr/>
          <a:lstStyle/>
          <a:p>
            <a:fld id="{E6BE162A-C06E-41B6-AEA8-5AD0FEF31657}" type="slidenum">
              <a:rPr lang="en-IN" smtClean="0"/>
              <a:t>8</a:t>
            </a:fld>
            <a:endParaRPr lang="en-IN"/>
          </a:p>
        </p:txBody>
      </p:sp>
    </p:spTree>
    <p:extLst>
      <p:ext uri="{BB962C8B-B14F-4D97-AF65-F5344CB8AC3E}">
        <p14:creationId xmlns:p14="http://schemas.microsoft.com/office/powerpoint/2010/main" val="457339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372E7-9E30-DF46-8BB3-A3CF087D8CA4}"/>
              </a:ext>
            </a:extLst>
          </p:cNvPr>
          <p:cNvSpPr>
            <a:spLocks noGrp="1"/>
          </p:cNvSpPr>
          <p:nvPr>
            <p:ph type="title"/>
          </p:nvPr>
        </p:nvSpPr>
        <p:spPr>
          <a:xfrm>
            <a:off x="457200" y="698165"/>
            <a:ext cx="8229600" cy="1143000"/>
          </a:xfrm>
        </p:spPr>
        <p:txBody>
          <a:bodyPr>
            <a:noAutofit/>
          </a:bodyPr>
          <a:lstStyle/>
          <a:p>
            <a:pPr algn="l"/>
            <a:r>
              <a:rPr lang="en-US" sz="2400" dirty="0"/>
              <a:t>7. A boat can row 3 km with stream in 30 min and 3 km against the stream in 50 min. What is the speed of current?</a:t>
            </a:r>
            <a:br>
              <a:rPr lang="en-US" sz="2400" dirty="0"/>
            </a:br>
            <a:r>
              <a:rPr lang="en-US" sz="2400" dirty="0"/>
              <a:t>A) 1.5 kmph    B) 1.2 kmph   C) 2 kmph   D) 2.5 kmph</a:t>
            </a:r>
          </a:p>
        </p:txBody>
      </p:sp>
      <p:sp>
        <p:nvSpPr>
          <p:cNvPr id="3" name="Content Placeholder 2">
            <a:extLst>
              <a:ext uri="{FF2B5EF4-FFF2-40B4-BE49-F238E27FC236}">
                <a16:creationId xmlns:a16="http://schemas.microsoft.com/office/drawing/2014/main" id="{D498B615-C4D3-7842-8505-F7AAB4A816A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1E9E0607-FC5D-4C44-A2A5-46A13FD30877}"/>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226B29C8-1BD3-8343-9913-08A18F2C30FA}"/>
              </a:ext>
            </a:extLst>
          </p:cNvPr>
          <p:cNvSpPr>
            <a:spLocks noGrp="1"/>
          </p:cNvSpPr>
          <p:nvPr>
            <p:ph type="sldNum" sz="quarter" idx="12"/>
          </p:nvPr>
        </p:nvSpPr>
        <p:spPr/>
        <p:txBody>
          <a:bodyPr/>
          <a:lstStyle/>
          <a:p>
            <a:fld id="{E6BE162A-C06E-41B6-AEA8-5AD0FEF31657}" type="slidenum">
              <a:rPr lang="en-IN" smtClean="0"/>
              <a:t>9</a:t>
            </a:fld>
            <a:endParaRPr lang="en-IN"/>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8C32841C-34CA-6C0F-8ECA-C92C0F2373AC}"/>
                  </a:ext>
                </a:extLst>
              </p14:cNvPr>
              <p14:cNvContentPartPr/>
              <p14:nvPr/>
            </p14:nvContentPartPr>
            <p14:xfrm>
              <a:off x="2030760" y="1095840"/>
              <a:ext cx="6915240" cy="4534560"/>
            </p14:xfrm>
          </p:contentPart>
        </mc:Choice>
        <mc:Fallback>
          <p:pic>
            <p:nvPicPr>
              <p:cNvPr id="6" name="Ink 5">
                <a:extLst>
                  <a:ext uri="{FF2B5EF4-FFF2-40B4-BE49-F238E27FC236}">
                    <a16:creationId xmlns:a16="http://schemas.microsoft.com/office/drawing/2014/main" id="{8C32841C-34CA-6C0F-8ECA-C92C0F2373AC}"/>
                  </a:ext>
                </a:extLst>
              </p:cNvPr>
              <p:cNvPicPr/>
              <p:nvPr/>
            </p:nvPicPr>
            <p:blipFill>
              <a:blip r:embed="rId3"/>
              <a:stretch>
                <a:fillRect/>
              </a:stretch>
            </p:blipFill>
            <p:spPr>
              <a:xfrm>
                <a:off x="2021400" y="1086480"/>
                <a:ext cx="6933960" cy="4553280"/>
              </a:xfrm>
              <a:prstGeom prst="rect">
                <a:avLst/>
              </a:prstGeom>
            </p:spPr>
          </p:pic>
        </mc:Fallback>
      </mc:AlternateContent>
    </p:spTree>
    <p:extLst>
      <p:ext uri="{BB962C8B-B14F-4D97-AF65-F5344CB8AC3E}">
        <p14:creationId xmlns:p14="http://schemas.microsoft.com/office/powerpoint/2010/main" val="1153986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9A88-24C1-214E-97C5-C6A3498C1DA9}"/>
              </a:ext>
            </a:extLst>
          </p:cNvPr>
          <p:cNvSpPr>
            <a:spLocks noGrp="1"/>
          </p:cNvSpPr>
          <p:nvPr>
            <p:ph type="title"/>
          </p:nvPr>
        </p:nvSpPr>
        <p:spPr>
          <a:xfrm>
            <a:off x="457200" y="661481"/>
            <a:ext cx="8229600" cy="1143000"/>
          </a:xfrm>
        </p:spPr>
        <p:txBody>
          <a:bodyPr>
            <a:noAutofit/>
          </a:bodyPr>
          <a:lstStyle/>
          <a:p>
            <a:pPr algn="l"/>
            <a:r>
              <a:rPr lang="en-US" sz="2400" dirty="0"/>
              <a:t>8. A fisherman can row 20km against the stream in 100 min and return in 80 min. What is the speed of boat?</a:t>
            </a:r>
            <a:br>
              <a:rPr lang="en-US" sz="2400" dirty="0"/>
            </a:br>
            <a:r>
              <a:rPr lang="en-US" sz="2400" dirty="0"/>
              <a:t>A) 13.5 kmph    B) 15 kmph    C) 13.5 kmph    D) 25 kmph</a:t>
            </a:r>
          </a:p>
        </p:txBody>
      </p:sp>
      <p:sp>
        <p:nvSpPr>
          <p:cNvPr id="3" name="Content Placeholder 2">
            <a:extLst>
              <a:ext uri="{FF2B5EF4-FFF2-40B4-BE49-F238E27FC236}">
                <a16:creationId xmlns:a16="http://schemas.microsoft.com/office/drawing/2014/main" id="{B8A746C8-34F6-FE45-B872-F3285475753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E7B4B368-43A5-B144-AD10-F87B146B133F}"/>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B5B614C6-DD70-F247-B7AE-791325F5E8F0}"/>
              </a:ext>
            </a:extLst>
          </p:cNvPr>
          <p:cNvSpPr>
            <a:spLocks noGrp="1"/>
          </p:cNvSpPr>
          <p:nvPr>
            <p:ph type="sldNum" sz="quarter" idx="12"/>
          </p:nvPr>
        </p:nvSpPr>
        <p:spPr/>
        <p:txBody>
          <a:bodyPr/>
          <a:lstStyle/>
          <a:p>
            <a:fld id="{E6BE162A-C06E-41B6-AEA8-5AD0FEF31657}" type="slidenum">
              <a:rPr lang="en-IN" smtClean="0"/>
              <a:t>10</a:t>
            </a:fld>
            <a:endParaRPr lang="en-IN"/>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5558246A-4D31-D124-5657-0445773D793E}"/>
                  </a:ext>
                </a:extLst>
              </p14:cNvPr>
              <p14:cNvContentPartPr/>
              <p14:nvPr/>
            </p14:nvContentPartPr>
            <p14:xfrm>
              <a:off x="887760" y="1020240"/>
              <a:ext cx="8190360" cy="5630400"/>
            </p14:xfrm>
          </p:contentPart>
        </mc:Choice>
        <mc:Fallback>
          <p:pic>
            <p:nvPicPr>
              <p:cNvPr id="6" name="Ink 5">
                <a:extLst>
                  <a:ext uri="{FF2B5EF4-FFF2-40B4-BE49-F238E27FC236}">
                    <a16:creationId xmlns:a16="http://schemas.microsoft.com/office/drawing/2014/main" id="{5558246A-4D31-D124-5657-0445773D793E}"/>
                  </a:ext>
                </a:extLst>
              </p:cNvPr>
              <p:cNvPicPr/>
              <p:nvPr/>
            </p:nvPicPr>
            <p:blipFill>
              <a:blip r:embed="rId3"/>
              <a:stretch>
                <a:fillRect/>
              </a:stretch>
            </p:blipFill>
            <p:spPr>
              <a:xfrm>
                <a:off x="878400" y="1010880"/>
                <a:ext cx="8209080" cy="5649120"/>
              </a:xfrm>
              <a:prstGeom prst="rect">
                <a:avLst/>
              </a:prstGeom>
            </p:spPr>
          </p:pic>
        </mc:Fallback>
      </mc:AlternateContent>
    </p:spTree>
    <p:extLst>
      <p:ext uri="{BB962C8B-B14F-4D97-AF65-F5344CB8AC3E}">
        <p14:creationId xmlns:p14="http://schemas.microsoft.com/office/powerpoint/2010/main" val="2340583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AB059-E31B-514C-8CB6-9FCD2927CCB0}"/>
              </a:ext>
            </a:extLst>
          </p:cNvPr>
          <p:cNvSpPr>
            <a:spLocks noGrp="1"/>
          </p:cNvSpPr>
          <p:nvPr>
            <p:ph type="title"/>
          </p:nvPr>
        </p:nvSpPr>
        <p:spPr>
          <a:xfrm>
            <a:off x="393052" y="620688"/>
            <a:ext cx="8229600" cy="1143000"/>
          </a:xfrm>
        </p:spPr>
        <p:txBody>
          <a:bodyPr>
            <a:noAutofit/>
          </a:bodyPr>
          <a:lstStyle/>
          <a:p>
            <a:pPr algn="l"/>
            <a:r>
              <a:rPr lang="en-US" sz="2400" dirty="0"/>
              <a:t>9. A man can row at 6 kmph in water if water is running at 4 kmph. It takes 45 min to row to place back. How far is the place?</a:t>
            </a:r>
            <a:br>
              <a:rPr lang="en-US" sz="2400" dirty="0"/>
            </a:br>
            <a:r>
              <a:rPr lang="en-US" sz="2400" dirty="0"/>
              <a:t>A) 1.25 km    B) 2 km   C) 2.5 km   D) 5 km</a:t>
            </a:r>
          </a:p>
        </p:txBody>
      </p:sp>
      <p:sp>
        <p:nvSpPr>
          <p:cNvPr id="4" name="Footer Placeholder 3">
            <a:extLst>
              <a:ext uri="{FF2B5EF4-FFF2-40B4-BE49-F238E27FC236}">
                <a16:creationId xmlns:a16="http://schemas.microsoft.com/office/drawing/2014/main" id="{9200CB54-4FC7-5F4A-8432-C79FE39358D1}"/>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C727AF4B-6890-084F-A674-8DD8DEE71EA8}"/>
              </a:ext>
            </a:extLst>
          </p:cNvPr>
          <p:cNvSpPr>
            <a:spLocks noGrp="1"/>
          </p:cNvSpPr>
          <p:nvPr>
            <p:ph type="sldNum" sz="quarter" idx="12"/>
          </p:nvPr>
        </p:nvSpPr>
        <p:spPr/>
        <p:txBody>
          <a:bodyPr/>
          <a:lstStyle/>
          <a:p>
            <a:fld id="{E6BE162A-C06E-41B6-AEA8-5AD0FEF31657}" type="slidenum">
              <a:rPr lang="en-IN" smtClean="0"/>
              <a:t>11</a:t>
            </a:fld>
            <a:endParaRPr lang="en-IN"/>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1AFCBB12-C935-EA55-9E35-AD224CC4B273}"/>
                  </a:ext>
                </a:extLst>
              </p14:cNvPr>
              <p14:cNvContentPartPr/>
              <p14:nvPr/>
            </p14:nvContentPartPr>
            <p14:xfrm>
              <a:off x="169920" y="547920"/>
              <a:ext cx="7774560" cy="6215760"/>
            </p14:xfrm>
          </p:contentPart>
        </mc:Choice>
        <mc:Fallback>
          <p:pic>
            <p:nvPicPr>
              <p:cNvPr id="6" name="Ink 5">
                <a:extLst>
                  <a:ext uri="{FF2B5EF4-FFF2-40B4-BE49-F238E27FC236}">
                    <a16:creationId xmlns:a16="http://schemas.microsoft.com/office/drawing/2014/main" id="{1AFCBB12-C935-EA55-9E35-AD224CC4B273}"/>
                  </a:ext>
                </a:extLst>
              </p:cNvPr>
              <p:cNvPicPr/>
              <p:nvPr/>
            </p:nvPicPr>
            <p:blipFill>
              <a:blip r:embed="rId3"/>
              <a:stretch>
                <a:fillRect/>
              </a:stretch>
            </p:blipFill>
            <p:spPr>
              <a:xfrm>
                <a:off x="160560" y="538560"/>
                <a:ext cx="7793280" cy="6234480"/>
              </a:xfrm>
              <a:prstGeom prst="rect">
                <a:avLst/>
              </a:prstGeom>
            </p:spPr>
          </p:pic>
        </mc:Fallback>
      </mc:AlternateContent>
    </p:spTree>
    <p:extLst>
      <p:ext uri="{BB962C8B-B14F-4D97-AF65-F5344CB8AC3E}">
        <p14:creationId xmlns:p14="http://schemas.microsoft.com/office/powerpoint/2010/main" val="1563366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61F1-F6C4-C14A-ACD8-BCF227D49561}"/>
              </a:ext>
            </a:extLst>
          </p:cNvPr>
          <p:cNvSpPr>
            <a:spLocks noGrp="1"/>
          </p:cNvSpPr>
          <p:nvPr>
            <p:ph type="title"/>
          </p:nvPr>
        </p:nvSpPr>
        <p:spPr>
          <a:xfrm>
            <a:off x="539552" y="836712"/>
            <a:ext cx="8229600" cy="1143000"/>
          </a:xfrm>
        </p:spPr>
        <p:txBody>
          <a:bodyPr>
            <a:noAutofit/>
          </a:bodyPr>
          <a:lstStyle/>
          <a:p>
            <a:pPr algn="l"/>
            <a:r>
              <a:rPr lang="en-US" sz="2400" dirty="0"/>
              <a:t>10.A man can row 30 km upstream in 6 hours. If the speed of the man in water is 6 kmph. Find how much he can row downstream in 10 hours</a:t>
            </a:r>
            <a:br>
              <a:rPr lang="en-US" sz="2400" dirty="0"/>
            </a:br>
            <a:r>
              <a:rPr lang="en-US" sz="2400" dirty="0"/>
              <a:t>A. 70 km	B. 140 km	C. 200 km	D. 250 km</a:t>
            </a:r>
          </a:p>
        </p:txBody>
      </p:sp>
      <p:sp>
        <p:nvSpPr>
          <p:cNvPr id="4" name="Footer Placeholder 3">
            <a:extLst>
              <a:ext uri="{FF2B5EF4-FFF2-40B4-BE49-F238E27FC236}">
                <a16:creationId xmlns:a16="http://schemas.microsoft.com/office/drawing/2014/main" id="{F6572A6A-1421-B74C-8034-FB16940559F0}"/>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1E4A08AE-8860-7E43-8AA7-92F6372C0FA5}"/>
              </a:ext>
            </a:extLst>
          </p:cNvPr>
          <p:cNvSpPr>
            <a:spLocks noGrp="1"/>
          </p:cNvSpPr>
          <p:nvPr>
            <p:ph type="sldNum" sz="quarter" idx="12"/>
          </p:nvPr>
        </p:nvSpPr>
        <p:spPr/>
        <p:txBody>
          <a:bodyPr/>
          <a:lstStyle/>
          <a:p>
            <a:fld id="{E6BE162A-C06E-41B6-AEA8-5AD0FEF31657}" type="slidenum">
              <a:rPr lang="en-IN" smtClean="0"/>
              <a:t>12</a:t>
            </a:fld>
            <a:endParaRPr lang="en-IN"/>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DA5A0E80-C6C4-E471-68EB-F030B2DE1C73}"/>
                  </a:ext>
                </a:extLst>
              </p14:cNvPr>
              <p14:cNvContentPartPr/>
              <p14:nvPr/>
            </p14:nvContentPartPr>
            <p14:xfrm>
              <a:off x="339840" y="1058040"/>
              <a:ext cx="7765200" cy="4912200"/>
            </p14:xfrm>
          </p:contentPart>
        </mc:Choice>
        <mc:Fallback>
          <p:pic>
            <p:nvPicPr>
              <p:cNvPr id="6" name="Ink 5">
                <a:extLst>
                  <a:ext uri="{FF2B5EF4-FFF2-40B4-BE49-F238E27FC236}">
                    <a16:creationId xmlns:a16="http://schemas.microsoft.com/office/drawing/2014/main" id="{DA5A0E80-C6C4-E471-68EB-F030B2DE1C73}"/>
                  </a:ext>
                </a:extLst>
              </p:cNvPr>
              <p:cNvPicPr/>
              <p:nvPr/>
            </p:nvPicPr>
            <p:blipFill>
              <a:blip r:embed="rId4"/>
              <a:stretch>
                <a:fillRect/>
              </a:stretch>
            </p:blipFill>
            <p:spPr>
              <a:xfrm>
                <a:off x="330480" y="1048680"/>
                <a:ext cx="7783920" cy="4930920"/>
              </a:xfrm>
              <a:prstGeom prst="rect">
                <a:avLst/>
              </a:prstGeom>
            </p:spPr>
          </p:pic>
        </mc:Fallback>
      </mc:AlternateContent>
    </p:spTree>
    <p:extLst>
      <p:ext uri="{BB962C8B-B14F-4D97-AF65-F5344CB8AC3E}">
        <p14:creationId xmlns:p14="http://schemas.microsoft.com/office/powerpoint/2010/main" val="2615562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61F1-F6C4-C14A-ACD8-BCF227D49561}"/>
              </a:ext>
            </a:extLst>
          </p:cNvPr>
          <p:cNvSpPr>
            <a:spLocks noGrp="1"/>
          </p:cNvSpPr>
          <p:nvPr>
            <p:ph type="title"/>
          </p:nvPr>
        </p:nvSpPr>
        <p:spPr>
          <a:xfrm>
            <a:off x="539552" y="836712"/>
            <a:ext cx="8229600" cy="1143000"/>
          </a:xfrm>
        </p:spPr>
        <p:txBody>
          <a:bodyPr>
            <a:noAutofit/>
          </a:bodyPr>
          <a:lstStyle/>
          <a:p>
            <a:pPr algn="l"/>
            <a:r>
              <a:rPr lang="en-US" sz="2400" dirty="0"/>
              <a:t>11. A boat goes 12 km downstream in 48 minutes. The speed of stream is 2 kmph. The speed of boat in still water is</a:t>
            </a:r>
            <a:br>
              <a:rPr lang="en-US" sz="2400" dirty="0"/>
            </a:br>
            <a:r>
              <a:rPr lang="en-US" sz="2400" dirty="0"/>
              <a:t>A. 15 kmph	B. 16 kmph	C. 17 kmph 	D. 18 kmph</a:t>
            </a:r>
          </a:p>
        </p:txBody>
      </p:sp>
      <p:sp>
        <p:nvSpPr>
          <p:cNvPr id="4" name="Footer Placeholder 3">
            <a:extLst>
              <a:ext uri="{FF2B5EF4-FFF2-40B4-BE49-F238E27FC236}">
                <a16:creationId xmlns:a16="http://schemas.microsoft.com/office/drawing/2014/main" id="{F6572A6A-1421-B74C-8034-FB16940559F0}"/>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1E4A08AE-8860-7E43-8AA7-92F6372C0FA5}"/>
              </a:ext>
            </a:extLst>
          </p:cNvPr>
          <p:cNvSpPr>
            <a:spLocks noGrp="1"/>
          </p:cNvSpPr>
          <p:nvPr>
            <p:ph type="sldNum" sz="quarter" idx="12"/>
          </p:nvPr>
        </p:nvSpPr>
        <p:spPr/>
        <p:txBody>
          <a:bodyPr/>
          <a:lstStyle/>
          <a:p>
            <a:fld id="{E6BE162A-C06E-41B6-AEA8-5AD0FEF31657}" type="slidenum">
              <a:rPr lang="en-IN" smtClean="0"/>
              <a:t>13</a:t>
            </a:fld>
            <a:endParaRPr lang="en-IN"/>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885B0C26-9BF4-25AD-9370-1E1F9810FE9D}"/>
                  </a:ext>
                </a:extLst>
              </p14:cNvPr>
              <p14:cNvContentPartPr/>
              <p14:nvPr/>
            </p14:nvContentPartPr>
            <p14:xfrm>
              <a:off x="1756800" y="1199520"/>
              <a:ext cx="7557480" cy="4931280"/>
            </p14:xfrm>
          </p:contentPart>
        </mc:Choice>
        <mc:Fallback>
          <p:pic>
            <p:nvPicPr>
              <p:cNvPr id="6" name="Ink 5">
                <a:extLst>
                  <a:ext uri="{FF2B5EF4-FFF2-40B4-BE49-F238E27FC236}">
                    <a16:creationId xmlns:a16="http://schemas.microsoft.com/office/drawing/2014/main" id="{885B0C26-9BF4-25AD-9370-1E1F9810FE9D}"/>
                  </a:ext>
                </a:extLst>
              </p:cNvPr>
              <p:cNvPicPr/>
              <p:nvPr/>
            </p:nvPicPr>
            <p:blipFill>
              <a:blip r:embed="rId4"/>
              <a:stretch>
                <a:fillRect/>
              </a:stretch>
            </p:blipFill>
            <p:spPr>
              <a:xfrm>
                <a:off x="1747440" y="1190160"/>
                <a:ext cx="7576200" cy="4950000"/>
              </a:xfrm>
              <a:prstGeom prst="rect">
                <a:avLst/>
              </a:prstGeom>
            </p:spPr>
          </p:pic>
        </mc:Fallback>
      </mc:AlternateContent>
    </p:spTree>
    <p:extLst>
      <p:ext uri="{BB962C8B-B14F-4D97-AF65-F5344CB8AC3E}">
        <p14:creationId xmlns:p14="http://schemas.microsoft.com/office/powerpoint/2010/main" val="3981085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61F1-F6C4-C14A-ACD8-BCF227D49561}"/>
              </a:ext>
            </a:extLst>
          </p:cNvPr>
          <p:cNvSpPr>
            <a:spLocks noGrp="1"/>
          </p:cNvSpPr>
          <p:nvPr>
            <p:ph type="title"/>
          </p:nvPr>
        </p:nvSpPr>
        <p:spPr>
          <a:xfrm>
            <a:off x="539552" y="836712"/>
            <a:ext cx="8229600" cy="1143000"/>
          </a:xfrm>
        </p:spPr>
        <p:txBody>
          <a:bodyPr>
            <a:noAutofit/>
          </a:bodyPr>
          <a:lstStyle/>
          <a:p>
            <a:pPr algn="l"/>
            <a:r>
              <a:rPr lang="en-US" sz="2400" dirty="0"/>
              <a:t>12. A man can row 24 km upstream in 6 hours and a distance of 35 km downstream in 7 hours. Then the speed of man in still water is </a:t>
            </a:r>
            <a:br>
              <a:rPr lang="en-US" sz="2400" dirty="0"/>
            </a:br>
            <a:r>
              <a:rPr lang="en-US" sz="2400" dirty="0"/>
              <a:t>A. 4.5 kmph	B. 4 kmph	C. 5 kmph	D. 5.5 kmph</a:t>
            </a:r>
          </a:p>
        </p:txBody>
      </p:sp>
      <p:sp>
        <p:nvSpPr>
          <p:cNvPr id="4" name="Footer Placeholder 3">
            <a:extLst>
              <a:ext uri="{FF2B5EF4-FFF2-40B4-BE49-F238E27FC236}">
                <a16:creationId xmlns:a16="http://schemas.microsoft.com/office/drawing/2014/main" id="{F6572A6A-1421-B74C-8034-FB16940559F0}"/>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1E4A08AE-8860-7E43-8AA7-92F6372C0FA5}"/>
              </a:ext>
            </a:extLst>
          </p:cNvPr>
          <p:cNvSpPr>
            <a:spLocks noGrp="1"/>
          </p:cNvSpPr>
          <p:nvPr>
            <p:ph type="sldNum" sz="quarter" idx="12"/>
          </p:nvPr>
        </p:nvSpPr>
        <p:spPr/>
        <p:txBody>
          <a:bodyPr/>
          <a:lstStyle/>
          <a:p>
            <a:fld id="{E6BE162A-C06E-41B6-AEA8-5AD0FEF31657}" type="slidenum">
              <a:rPr lang="en-IN" smtClean="0"/>
              <a:t>14</a:t>
            </a:fld>
            <a:endParaRPr lang="en-IN"/>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F1C2C23B-051E-798D-34F3-F9EE0F643210}"/>
                  </a:ext>
                </a:extLst>
              </p14:cNvPr>
              <p14:cNvContentPartPr/>
              <p14:nvPr/>
            </p14:nvContentPartPr>
            <p14:xfrm>
              <a:off x="169920" y="1227960"/>
              <a:ext cx="8313120" cy="4695120"/>
            </p14:xfrm>
          </p:contentPart>
        </mc:Choice>
        <mc:Fallback>
          <p:pic>
            <p:nvPicPr>
              <p:cNvPr id="6" name="Ink 5">
                <a:extLst>
                  <a:ext uri="{FF2B5EF4-FFF2-40B4-BE49-F238E27FC236}">
                    <a16:creationId xmlns:a16="http://schemas.microsoft.com/office/drawing/2014/main" id="{F1C2C23B-051E-798D-34F3-F9EE0F643210}"/>
                  </a:ext>
                </a:extLst>
              </p:cNvPr>
              <p:cNvPicPr/>
              <p:nvPr/>
            </p:nvPicPr>
            <p:blipFill>
              <a:blip r:embed="rId4"/>
              <a:stretch>
                <a:fillRect/>
              </a:stretch>
            </p:blipFill>
            <p:spPr>
              <a:xfrm>
                <a:off x="160560" y="1218600"/>
                <a:ext cx="8331840" cy="4713840"/>
              </a:xfrm>
              <a:prstGeom prst="rect">
                <a:avLst/>
              </a:prstGeom>
            </p:spPr>
          </p:pic>
        </mc:Fallback>
      </mc:AlternateContent>
    </p:spTree>
    <p:extLst>
      <p:ext uri="{BB962C8B-B14F-4D97-AF65-F5344CB8AC3E}">
        <p14:creationId xmlns:p14="http://schemas.microsoft.com/office/powerpoint/2010/main" val="1936001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61F1-F6C4-C14A-ACD8-BCF227D49561}"/>
              </a:ext>
            </a:extLst>
          </p:cNvPr>
          <p:cNvSpPr>
            <a:spLocks noGrp="1"/>
          </p:cNvSpPr>
          <p:nvPr>
            <p:ph type="title"/>
          </p:nvPr>
        </p:nvSpPr>
        <p:spPr>
          <a:xfrm>
            <a:off x="539552" y="836712"/>
            <a:ext cx="8229600" cy="1143000"/>
          </a:xfrm>
        </p:spPr>
        <p:txBody>
          <a:bodyPr>
            <a:noAutofit/>
          </a:bodyPr>
          <a:lstStyle/>
          <a:p>
            <a:pPr algn="l"/>
            <a:r>
              <a:rPr lang="en-US" sz="2400" dirty="0"/>
              <a:t>13. A speed boat, whose speed in 15kmph in still water goes 30km downstream and comes back in a total of 4 hours 30 minutes. What is the speed of the stream in kmph?</a:t>
            </a:r>
            <a:br>
              <a:rPr lang="en-US" sz="2400" dirty="0"/>
            </a:br>
            <a:r>
              <a:rPr lang="en-US" sz="2400" dirty="0"/>
              <a:t>A. 2 kmph	B. 3 kmph	C. 4 kmph	D. 5 kmph </a:t>
            </a:r>
          </a:p>
        </p:txBody>
      </p:sp>
      <p:sp>
        <p:nvSpPr>
          <p:cNvPr id="4" name="Footer Placeholder 3">
            <a:extLst>
              <a:ext uri="{FF2B5EF4-FFF2-40B4-BE49-F238E27FC236}">
                <a16:creationId xmlns:a16="http://schemas.microsoft.com/office/drawing/2014/main" id="{F6572A6A-1421-B74C-8034-FB16940559F0}"/>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1E4A08AE-8860-7E43-8AA7-92F6372C0FA5}"/>
              </a:ext>
            </a:extLst>
          </p:cNvPr>
          <p:cNvSpPr>
            <a:spLocks noGrp="1"/>
          </p:cNvSpPr>
          <p:nvPr>
            <p:ph type="sldNum" sz="quarter" idx="12"/>
          </p:nvPr>
        </p:nvSpPr>
        <p:spPr/>
        <p:txBody>
          <a:bodyPr/>
          <a:lstStyle/>
          <a:p>
            <a:fld id="{E6BE162A-C06E-41B6-AEA8-5AD0FEF31657}" type="slidenum">
              <a:rPr lang="en-IN" smtClean="0"/>
              <a:t>15</a:t>
            </a:fld>
            <a:endParaRPr lang="en-IN"/>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80B3B32A-DD6C-B1E7-F8C4-0A0DCB52EBFD}"/>
                  </a:ext>
                </a:extLst>
              </p14:cNvPr>
              <p14:cNvContentPartPr/>
              <p14:nvPr/>
            </p14:nvContentPartPr>
            <p14:xfrm>
              <a:off x="377640" y="680040"/>
              <a:ext cx="8747640" cy="6376680"/>
            </p14:xfrm>
          </p:contentPart>
        </mc:Choice>
        <mc:Fallback>
          <p:pic>
            <p:nvPicPr>
              <p:cNvPr id="6" name="Ink 5">
                <a:extLst>
                  <a:ext uri="{FF2B5EF4-FFF2-40B4-BE49-F238E27FC236}">
                    <a16:creationId xmlns:a16="http://schemas.microsoft.com/office/drawing/2014/main" id="{80B3B32A-DD6C-B1E7-F8C4-0A0DCB52EBFD}"/>
                  </a:ext>
                </a:extLst>
              </p:cNvPr>
              <p:cNvPicPr/>
              <p:nvPr/>
            </p:nvPicPr>
            <p:blipFill>
              <a:blip r:embed="rId4"/>
              <a:stretch>
                <a:fillRect/>
              </a:stretch>
            </p:blipFill>
            <p:spPr>
              <a:xfrm>
                <a:off x="368280" y="670680"/>
                <a:ext cx="8766360" cy="6395400"/>
              </a:xfrm>
              <a:prstGeom prst="rect">
                <a:avLst/>
              </a:prstGeom>
            </p:spPr>
          </p:pic>
        </mc:Fallback>
      </mc:AlternateContent>
    </p:spTree>
    <p:extLst>
      <p:ext uri="{BB962C8B-B14F-4D97-AF65-F5344CB8AC3E}">
        <p14:creationId xmlns:p14="http://schemas.microsoft.com/office/powerpoint/2010/main" val="2155318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61F1-F6C4-C14A-ACD8-BCF227D49561}"/>
              </a:ext>
            </a:extLst>
          </p:cNvPr>
          <p:cNvSpPr>
            <a:spLocks noGrp="1"/>
          </p:cNvSpPr>
          <p:nvPr>
            <p:ph type="title"/>
          </p:nvPr>
        </p:nvSpPr>
        <p:spPr>
          <a:xfrm>
            <a:off x="539552" y="836712"/>
            <a:ext cx="8229600" cy="1143000"/>
          </a:xfrm>
        </p:spPr>
        <p:txBody>
          <a:bodyPr>
            <a:noAutofit/>
          </a:bodyPr>
          <a:lstStyle/>
          <a:p>
            <a:pPr algn="l"/>
            <a:r>
              <a:rPr lang="en-US" sz="2400" dirty="0"/>
              <a:t>14. A person can swim in water with a speed of 13 kmph in still water. If the speed of the stream is 4 kmph, what will be the time taken by the person to go 68km downstream</a:t>
            </a:r>
            <a:br>
              <a:rPr lang="en-US" sz="2400" dirty="0"/>
            </a:br>
            <a:r>
              <a:rPr lang="en-US" sz="2400" dirty="0"/>
              <a:t>A. 2.5 hours	B. 3 hours	C. 4 hours	D. 4.5 hours</a:t>
            </a:r>
          </a:p>
        </p:txBody>
      </p:sp>
      <p:sp>
        <p:nvSpPr>
          <p:cNvPr id="4" name="Footer Placeholder 3">
            <a:extLst>
              <a:ext uri="{FF2B5EF4-FFF2-40B4-BE49-F238E27FC236}">
                <a16:creationId xmlns:a16="http://schemas.microsoft.com/office/drawing/2014/main" id="{F6572A6A-1421-B74C-8034-FB16940559F0}"/>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1E4A08AE-8860-7E43-8AA7-92F6372C0FA5}"/>
              </a:ext>
            </a:extLst>
          </p:cNvPr>
          <p:cNvSpPr>
            <a:spLocks noGrp="1"/>
          </p:cNvSpPr>
          <p:nvPr>
            <p:ph type="sldNum" sz="quarter" idx="12"/>
          </p:nvPr>
        </p:nvSpPr>
        <p:spPr/>
        <p:txBody>
          <a:bodyPr/>
          <a:lstStyle/>
          <a:p>
            <a:fld id="{E6BE162A-C06E-41B6-AEA8-5AD0FEF31657}" type="slidenum">
              <a:rPr lang="en-IN" smtClean="0"/>
              <a:t>16</a:t>
            </a:fld>
            <a:endParaRPr lang="en-IN"/>
          </a:p>
        </p:txBody>
      </p:sp>
    </p:spTree>
    <p:extLst>
      <p:ext uri="{BB962C8B-B14F-4D97-AF65-F5344CB8AC3E}">
        <p14:creationId xmlns:p14="http://schemas.microsoft.com/office/powerpoint/2010/main" val="2976393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61F1-F6C4-C14A-ACD8-BCF227D49561}"/>
              </a:ext>
            </a:extLst>
          </p:cNvPr>
          <p:cNvSpPr>
            <a:spLocks noGrp="1"/>
          </p:cNvSpPr>
          <p:nvPr>
            <p:ph type="title"/>
          </p:nvPr>
        </p:nvSpPr>
        <p:spPr>
          <a:xfrm>
            <a:off x="539552" y="1052736"/>
            <a:ext cx="8229600" cy="1143000"/>
          </a:xfrm>
        </p:spPr>
        <p:txBody>
          <a:bodyPr>
            <a:noAutofit/>
          </a:bodyPr>
          <a:lstStyle/>
          <a:p>
            <a:pPr algn="l"/>
            <a:r>
              <a:rPr lang="en-US" sz="2400" dirty="0"/>
              <a:t>15.  A streamer goes downstream from one part to another in 4 hours. It covers the same distance upstream in 5 hours. If the speed of stream is 2 kmph. The distance between the two ports is</a:t>
            </a:r>
            <a:br>
              <a:rPr lang="en-US" sz="2400" dirty="0"/>
            </a:br>
            <a:r>
              <a:rPr lang="en-US" sz="2400" dirty="0"/>
              <a:t>A. 45 km	B. 64 km	C. 68 km	D. 80 km</a:t>
            </a:r>
          </a:p>
        </p:txBody>
      </p:sp>
      <p:sp>
        <p:nvSpPr>
          <p:cNvPr id="4" name="Footer Placeholder 3">
            <a:extLst>
              <a:ext uri="{FF2B5EF4-FFF2-40B4-BE49-F238E27FC236}">
                <a16:creationId xmlns:a16="http://schemas.microsoft.com/office/drawing/2014/main" id="{F6572A6A-1421-B74C-8034-FB16940559F0}"/>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1E4A08AE-8860-7E43-8AA7-92F6372C0FA5}"/>
              </a:ext>
            </a:extLst>
          </p:cNvPr>
          <p:cNvSpPr>
            <a:spLocks noGrp="1"/>
          </p:cNvSpPr>
          <p:nvPr>
            <p:ph type="sldNum" sz="quarter" idx="12"/>
          </p:nvPr>
        </p:nvSpPr>
        <p:spPr/>
        <p:txBody>
          <a:bodyPr/>
          <a:lstStyle/>
          <a:p>
            <a:fld id="{E6BE162A-C06E-41B6-AEA8-5AD0FEF31657}" type="slidenum">
              <a:rPr lang="en-IN" smtClean="0"/>
              <a:t>17</a:t>
            </a:fld>
            <a:endParaRPr lang="en-IN"/>
          </a:p>
        </p:txBody>
      </p:sp>
    </p:spTree>
    <p:extLst>
      <p:ext uri="{BB962C8B-B14F-4D97-AF65-F5344CB8AC3E}">
        <p14:creationId xmlns:p14="http://schemas.microsoft.com/office/powerpoint/2010/main" val="567321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E31D-1173-D049-977D-10FE3AAF2EA4}"/>
              </a:ext>
            </a:extLst>
          </p:cNvPr>
          <p:cNvSpPr>
            <a:spLocks noGrp="1"/>
          </p:cNvSpPr>
          <p:nvPr>
            <p:ph type="title"/>
          </p:nvPr>
        </p:nvSpPr>
        <p:spPr/>
        <p:txBody>
          <a:bodyPr/>
          <a:lstStyle/>
          <a:p>
            <a:endParaRPr lang="en-US" dirty="0"/>
          </a:p>
        </p:txBody>
      </p:sp>
      <p:pic>
        <p:nvPicPr>
          <p:cNvPr id="6" name="Picture 6">
            <a:extLst>
              <a:ext uri="{FF2B5EF4-FFF2-40B4-BE49-F238E27FC236}">
                <a16:creationId xmlns:a16="http://schemas.microsoft.com/office/drawing/2014/main" id="{C5A50F9C-FD6B-C844-A56F-2541AF409D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25830"/>
            <a:ext cx="8229600" cy="3606340"/>
          </a:xfrm>
        </p:spPr>
      </p:pic>
      <p:sp>
        <p:nvSpPr>
          <p:cNvPr id="4" name="Footer Placeholder 3">
            <a:extLst>
              <a:ext uri="{FF2B5EF4-FFF2-40B4-BE49-F238E27FC236}">
                <a16:creationId xmlns:a16="http://schemas.microsoft.com/office/drawing/2014/main" id="{C9DE0025-AA65-E349-A985-FAD9B9CFDD6A}"/>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31C54A95-2138-2043-85C8-E456E9468650}"/>
              </a:ext>
            </a:extLst>
          </p:cNvPr>
          <p:cNvSpPr>
            <a:spLocks noGrp="1"/>
          </p:cNvSpPr>
          <p:nvPr>
            <p:ph type="sldNum" sz="quarter" idx="12"/>
          </p:nvPr>
        </p:nvSpPr>
        <p:spPr/>
        <p:txBody>
          <a:bodyPr/>
          <a:lstStyle/>
          <a:p>
            <a:fld id="{E6BE162A-C06E-41B6-AEA8-5AD0FEF31657}" type="slidenum">
              <a:rPr lang="en-IN" smtClean="0"/>
              <a:t>18</a:t>
            </a:fld>
            <a:endParaRPr lang="en-IN"/>
          </a:p>
        </p:txBody>
      </p:sp>
    </p:spTree>
    <p:extLst>
      <p:ext uri="{BB962C8B-B14F-4D97-AF65-F5344CB8AC3E}">
        <p14:creationId xmlns:p14="http://schemas.microsoft.com/office/powerpoint/2010/main" val="1974321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634</TotalTime>
  <Words>950</Words>
  <Application>Microsoft Office PowerPoint</Application>
  <PresentationFormat>On-screen Show (4:3)</PresentationFormat>
  <Paragraphs>79</Paragraphs>
  <Slides>18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Calisto MT</vt:lpstr>
      <vt:lpstr>Office Theme</vt:lpstr>
      <vt:lpstr>PowerPoint Presentation</vt:lpstr>
      <vt:lpstr>PowerPoint Presentation</vt:lpstr>
      <vt:lpstr>1. The speed of boat in still water is 20 kmph, speed of stream is 5 kmph. Find the upstream and down stream? A) 15 kmph, 25 kmph          B) 15 kmph, 30 kmph      C) 30 kmph, 45 kmph          D) 15 kmph, 10 kmph </vt:lpstr>
      <vt:lpstr>2. The boat rowed downstream at 25.5 kmph and upstream at 12.5 kmph. The speed of stream is? A) 2.5 kmph   B) 5 kmph   C) 6.5 kmph    D) 7 kmph</vt:lpstr>
      <vt:lpstr>3. A boat rowed downstream at 50 kmph and up stream at 32 kmph. The speed of boat is? A) 41 kmph    B) 21 kmph    C) 45 kmph   D) 25 kmph</vt:lpstr>
      <vt:lpstr>4. A boat rowed downstream at 70 kmph and upstream at 46 kmph. The speed of man? A) 52 kmph    B) 58 kmph    C) 62 kmph   D) 68 kmph</vt:lpstr>
      <vt:lpstr>5. A boat is rowed downstream at 120kmph and upstream at 80 kmph. The speed of current is A) 20 kmph    B) 25 kmph   C) 30 kmph   D) 35 kmph</vt:lpstr>
      <vt:lpstr>6. A boat running downstream covers 45 km in 5 hours. While covering the same distance upstream it takes 9 hours. What is the speed of the boat? A) 7 kmph   B) 9 kmph   C) 11 kmph   D) 15 kmph</vt:lpstr>
      <vt:lpstr>7. A boat can row 3 km with stream in 30 min and 3 km against the stream in 50 min. What is the speed of current? A) 1.5 kmph    B) 1.2 kmph   C) 2 kmph   D) 2.5 kmph</vt:lpstr>
      <vt:lpstr>8. A fisherman can row 20km against the stream in 100 min and return in 80 min. What is the speed of boat? A) 13.5 kmph    B) 15 kmph    C) 13.5 kmph    D) 25 kmph</vt:lpstr>
      <vt:lpstr>9. A man can row at 6 kmph in water if water is running at 4 kmph. It takes 45 min to row to place back. How far is the place? A) 1.25 km    B) 2 km   C) 2.5 km   D) 5 km</vt:lpstr>
      <vt:lpstr>10.A man can row 30 km upstream in 6 hours. If the speed of the man in water is 6 kmph. Find how much he can row downstream in 10 hours A. 70 km B. 140 km C. 200 km D. 250 km</vt:lpstr>
      <vt:lpstr>11. A boat goes 12 km downstream in 48 minutes. The speed of stream is 2 kmph. The speed of boat in still water is A. 15 kmph B. 16 kmph C. 17 kmph  D. 18 kmph</vt:lpstr>
      <vt:lpstr>12. A man can row 24 km upstream in 6 hours and a distance of 35 km downstream in 7 hours. Then the speed of man in still water is  A. 4.5 kmph B. 4 kmph C. 5 kmph D. 5.5 kmph</vt:lpstr>
      <vt:lpstr>13. A speed boat, whose speed in 15kmph in still water goes 30km downstream and comes back in a total of 4 hours 30 minutes. What is the speed of the stream in kmph? A. 2 kmph B. 3 kmph C. 4 kmph D. 5 kmph </vt:lpstr>
      <vt:lpstr>14. A person can swim in water with a speed of 13 kmph in still water. If the speed of the stream is 4 kmph, what will be the time taken by the person to go 68km downstream A. 2.5 hours B. 3 hours C. 4 hours D. 4.5 hours</vt:lpstr>
      <vt:lpstr>15.  A streamer goes downstream from one part to another in 4 hours. It covers the same distance upstream in 5 hours. If the speed of stream is 2 kmph. The distance between the two ports is A. 45 km B. 64 km C. 68 km D. 80 km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c:creator>
  <cp:lastModifiedBy>medari anusha</cp:lastModifiedBy>
  <cp:revision>59</cp:revision>
  <dcterms:created xsi:type="dcterms:W3CDTF">2021-02-08T10:06:55Z</dcterms:created>
  <dcterms:modified xsi:type="dcterms:W3CDTF">2024-03-12T10:32:06Z</dcterms:modified>
</cp:coreProperties>
</file>