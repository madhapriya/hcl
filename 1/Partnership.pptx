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3" r:id="rId1"/>
  </p:sldMasterIdLst>
  <p:notesMasterIdLst>
    <p:notesMasterId r:id="rId20"/>
  </p:notesMasterIdLst>
  <p:sldIdLst>
    <p:sldId id="256" r:id="rId2"/>
    <p:sldId id="299" r:id="rId3"/>
    <p:sldId id="308" r:id="rId4"/>
    <p:sldId id="309" r:id="rId5"/>
    <p:sldId id="257" r:id="rId6"/>
    <p:sldId id="310" r:id="rId7"/>
    <p:sldId id="300" r:id="rId8"/>
    <p:sldId id="301" r:id="rId9"/>
    <p:sldId id="302" r:id="rId10"/>
    <p:sldId id="303" r:id="rId11"/>
    <p:sldId id="304" r:id="rId12"/>
    <p:sldId id="305" r:id="rId13"/>
    <p:sldId id="306" r:id="rId14"/>
    <p:sldId id="307" r:id="rId15"/>
    <p:sldId id="311" r:id="rId16"/>
    <p:sldId id="312" r:id="rId17"/>
    <p:sldId id="313" r:id="rId18"/>
    <p:sldId id="28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RAN KUMAR GANTA" userId="04d4457b2c6f4d58" providerId="LiveId" clId="{415B0607-3D18-4380-816B-9D66A004EED0}"/>
    <pc:docChg chg="custSel addSld modSld">
      <pc:chgData name="KIRAN KUMAR GANTA" userId="04d4457b2c6f4d58" providerId="LiveId" clId="{415B0607-3D18-4380-816B-9D66A004EED0}" dt="2022-12-03T13:27:18.705" v="6110" actId="20577"/>
      <pc:docMkLst>
        <pc:docMk/>
      </pc:docMkLst>
      <pc:sldChg chg="modSp mod">
        <pc:chgData name="KIRAN KUMAR GANTA" userId="04d4457b2c6f4d58" providerId="LiveId" clId="{415B0607-3D18-4380-816B-9D66A004EED0}" dt="2022-11-22T09:44:02.084" v="109" actId="113"/>
        <pc:sldMkLst>
          <pc:docMk/>
          <pc:sldMk cId="2745039445" sldId="259"/>
        </pc:sldMkLst>
        <pc:spChg chg="mod">
          <ac:chgData name="KIRAN KUMAR GANTA" userId="04d4457b2c6f4d58" providerId="LiveId" clId="{415B0607-3D18-4380-816B-9D66A004EED0}" dt="2022-11-22T09:44:02.084" v="109" actId="113"/>
          <ac:spMkLst>
            <pc:docMk/>
            <pc:sldMk cId="2745039445" sldId="259"/>
            <ac:spMk id="3" creationId="{3F7F7275-821A-7B23-BE3E-B9410147340D}"/>
          </ac:spMkLst>
        </pc:spChg>
      </pc:sldChg>
      <pc:sldChg chg="delSp modSp new mod">
        <pc:chgData name="KIRAN KUMAR GANTA" userId="04d4457b2c6f4d58" providerId="LiveId" clId="{415B0607-3D18-4380-816B-9D66A004EED0}" dt="2022-11-22T09:45:58.981" v="253" actId="113"/>
        <pc:sldMkLst>
          <pc:docMk/>
          <pc:sldMk cId="3259336835" sldId="260"/>
        </pc:sldMkLst>
        <pc:spChg chg="del mod">
          <ac:chgData name="KIRAN KUMAR GANTA" userId="04d4457b2c6f4d58" providerId="LiveId" clId="{415B0607-3D18-4380-816B-9D66A004EED0}" dt="2022-11-22T09:44:16.597" v="112" actId="478"/>
          <ac:spMkLst>
            <pc:docMk/>
            <pc:sldMk cId="3259336835" sldId="260"/>
            <ac:spMk id="2" creationId="{C99E18C2-BC0C-7ED6-C1EA-F75EE7BAD2FC}"/>
          </ac:spMkLst>
        </pc:spChg>
        <pc:spChg chg="mod">
          <ac:chgData name="KIRAN KUMAR GANTA" userId="04d4457b2c6f4d58" providerId="LiveId" clId="{415B0607-3D18-4380-816B-9D66A004EED0}" dt="2022-11-22T09:45:58.981" v="253" actId="113"/>
          <ac:spMkLst>
            <pc:docMk/>
            <pc:sldMk cId="3259336835" sldId="260"/>
            <ac:spMk id="3" creationId="{BD0CAEFC-D594-A38A-CE5E-25A0316665E1}"/>
          </ac:spMkLst>
        </pc:spChg>
      </pc:sldChg>
      <pc:sldChg chg="delSp modSp new mod">
        <pc:chgData name="KIRAN KUMAR GANTA" userId="04d4457b2c6f4d58" providerId="LiveId" clId="{415B0607-3D18-4380-816B-9D66A004EED0}" dt="2022-11-22T09:47:48.159" v="368" actId="113"/>
        <pc:sldMkLst>
          <pc:docMk/>
          <pc:sldMk cId="3231654361" sldId="261"/>
        </pc:sldMkLst>
        <pc:spChg chg="del mod">
          <ac:chgData name="KIRAN KUMAR GANTA" userId="04d4457b2c6f4d58" providerId="LiveId" clId="{415B0607-3D18-4380-816B-9D66A004EED0}" dt="2022-11-22T09:46:11.354" v="256" actId="478"/>
          <ac:spMkLst>
            <pc:docMk/>
            <pc:sldMk cId="3231654361" sldId="261"/>
            <ac:spMk id="2" creationId="{B92F98AE-B313-6351-8B77-07F241C7A521}"/>
          </ac:spMkLst>
        </pc:spChg>
        <pc:spChg chg="mod">
          <ac:chgData name="KIRAN KUMAR GANTA" userId="04d4457b2c6f4d58" providerId="LiveId" clId="{415B0607-3D18-4380-816B-9D66A004EED0}" dt="2022-11-22T09:47:48.159" v="368" actId="113"/>
          <ac:spMkLst>
            <pc:docMk/>
            <pc:sldMk cId="3231654361" sldId="261"/>
            <ac:spMk id="3" creationId="{0A237550-1DE1-9F96-6294-BBF931B4F42B}"/>
          </ac:spMkLst>
        </pc:spChg>
      </pc:sldChg>
      <pc:sldChg chg="delSp modSp new mod">
        <pc:chgData name="KIRAN KUMAR GANTA" userId="04d4457b2c6f4d58" providerId="LiveId" clId="{415B0607-3D18-4380-816B-9D66A004EED0}" dt="2022-11-22T09:49:35.756" v="490" actId="113"/>
        <pc:sldMkLst>
          <pc:docMk/>
          <pc:sldMk cId="2471644895" sldId="262"/>
        </pc:sldMkLst>
        <pc:spChg chg="del mod">
          <ac:chgData name="KIRAN KUMAR GANTA" userId="04d4457b2c6f4d58" providerId="LiveId" clId="{415B0607-3D18-4380-816B-9D66A004EED0}" dt="2022-11-22T09:48:00.071" v="371" actId="478"/>
          <ac:spMkLst>
            <pc:docMk/>
            <pc:sldMk cId="2471644895" sldId="262"/>
            <ac:spMk id="2" creationId="{000AA207-4125-EFA2-9E98-39906A0019E9}"/>
          </ac:spMkLst>
        </pc:spChg>
        <pc:spChg chg="mod">
          <ac:chgData name="KIRAN KUMAR GANTA" userId="04d4457b2c6f4d58" providerId="LiveId" clId="{415B0607-3D18-4380-816B-9D66A004EED0}" dt="2022-11-22T09:49:35.756" v="490" actId="113"/>
          <ac:spMkLst>
            <pc:docMk/>
            <pc:sldMk cId="2471644895" sldId="262"/>
            <ac:spMk id="3" creationId="{ED5E6109-DE52-D3E6-2B6D-0F9DD5E9BD64}"/>
          </ac:spMkLst>
        </pc:spChg>
      </pc:sldChg>
      <pc:sldChg chg="delSp modSp new mod">
        <pc:chgData name="KIRAN KUMAR GANTA" userId="04d4457b2c6f4d58" providerId="LiveId" clId="{415B0607-3D18-4380-816B-9D66A004EED0}" dt="2022-11-22T09:51:13.335" v="609" actId="113"/>
        <pc:sldMkLst>
          <pc:docMk/>
          <pc:sldMk cId="3406206606" sldId="263"/>
        </pc:sldMkLst>
        <pc:spChg chg="del mod">
          <ac:chgData name="KIRAN KUMAR GANTA" userId="04d4457b2c6f4d58" providerId="LiveId" clId="{415B0607-3D18-4380-816B-9D66A004EED0}" dt="2022-11-22T09:49:42.789" v="493" actId="478"/>
          <ac:spMkLst>
            <pc:docMk/>
            <pc:sldMk cId="3406206606" sldId="263"/>
            <ac:spMk id="2" creationId="{47AD252D-8EA7-E794-9CA2-A244515ADA72}"/>
          </ac:spMkLst>
        </pc:spChg>
        <pc:spChg chg="mod">
          <ac:chgData name="KIRAN KUMAR GANTA" userId="04d4457b2c6f4d58" providerId="LiveId" clId="{415B0607-3D18-4380-816B-9D66A004EED0}" dt="2022-11-22T09:51:13.335" v="609" actId="113"/>
          <ac:spMkLst>
            <pc:docMk/>
            <pc:sldMk cId="3406206606" sldId="263"/>
            <ac:spMk id="3" creationId="{83435682-F3C7-456E-8725-FBF18D75BED0}"/>
          </ac:spMkLst>
        </pc:spChg>
      </pc:sldChg>
      <pc:sldChg chg="delSp modSp new mod">
        <pc:chgData name="KIRAN KUMAR GANTA" userId="04d4457b2c6f4d58" providerId="LiveId" clId="{415B0607-3D18-4380-816B-9D66A004EED0}" dt="2022-11-22T09:52:56.447" v="734" actId="113"/>
        <pc:sldMkLst>
          <pc:docMk/>
          <pc:sldMk cId="2366335118" sldId="264"/>
        </pc:sldMkLst>
        <pc:spChg chg="del mod">
          <ac:chgData name="KIRAN KUMAR GANTA" userId="04d4457b2c6f4d58" providerId="LiveId" clId="{415B0607-3D18-4380-816B-9D66A004EED0}" dt="2022-11-22T09:51:26.456" v="612" actId="478"/>
          <ac:spMkLst>
            <pc:docMk/>
            <pc:sldMk cId="2366335118" sldId="264"/>
            <ac:spMk id="2" creationId="{700A2CCF-64AC-D193-C5D6-C51F72224C5B}"/>
          </ac:spMkLst>
        </pc:spChg>
        <pc:spChg chg="mod">
          <ac:chgData name="KIRAN KUMAR GANTA" userId="04d4457b2c6f4d58" providerId="LiveId" clId="{415B0607-3D18-4380-816B-9D66A004EED0}" dt="2022-11-22T09:52:56.447" v="734" actId="113"/>
          <ac:spMkLst>
            <pc:docMk/>
            <pc:sldMk cId="2366335118" sldId="264"/>
            <ac:spMk id="3" creationId="{12232249-F00A-336E-BF6A-27A16CE2F241}"/>
          </ac:spMkLst>
        </pc:spChg>
      </pc:sldChg>
      <pc:sldChg chg="delSp modSp new mod">
        <pc:chgData name="KIRAN KUMAR GANTA" userId="04d4457b2c6f4d58" providerId="LiveId" clId="{415B0607-3D18-4380-816B-9D66A004EED0}" dt="2022-11-22T09:54:43.339" v="856" actId="113"/>
        <pc:sldMkLst>
          <pc:docMk/>
          <pc:sldMk cId="3726046492" sldId="265"/>
        </pc:sldMkLst>
        <pc:spChg chg="del mod">
          <ac:chgData name="KIRAN KUMAR GANTA" userId="04d4457b2c6f4d58" providerId="LiveId" clId="{415B0607-3D18-4380-816B-9D66A004EED0}" dt="2022-11-22T09:53:05.392" v="737" actId="478"/>
          <ac:spMkLst>
            <pc:docMk/>
            <pc:sldMk cId="3726046492" sldId="265"/>
            <ac:spMk id="2" creationId="{A1B099E4-C240-C94B-53B7-D1EE52C04EBE}"/>
          </ac:spMkLst>
        </pc:spChg>
        <pc:spChg chg="mod">
          <ac:chgData name="KIRAN KUMAR GANTA" userId="04d4457b2c6f4d58" providerId="LiveId" clId="{415B0607-3D18-4380-816B-9D66A004EED0}" dt="2022-11-22T09:54:43.339" v="856" actId="113"/>
          <ac:spMkLst>
            <pc:docMk/>
            <pc:sldMk cId="3726046492" sldId="265"/>
            <ac:spMk id="3" creationId="{9F32EDFA-9473-79EE-0F35-48D6FE17308F}"/>
          </ac:spMkLst>
        </pc:spChg>
      </pc:sldChg>
      <pc:sldChg chg="delSp modSp new mod">
        <pc:chgData name="KIRAN KUMAR GANTA" userId="04d4457b2c6f4d58" providerId="LiveId" clId="{415B0607-3D18-4380-816B-9D66A004EED0}" dt="2022-11-22T09:56:56.173" v="987" actId="113"/>
        <pc:sldMkLst>
          <pc:docMk/>
          <pc:sldMk cId="1208186571" sldId="266"/>
        </pc:sldMkLst>
        <pc:spChg chg="del mod">
          <ac:chgData name="KIRAN KUMAR GANTA" userId="04d4457b2c6f4d58" providerId="LiveId" clId="{415B0607-3D18-4380-816B-9D66A004EED0}" dt="2022-11-22T09:55:10.225" v="859" actId="478"/>
          <ac:spMkLst>
            <pc:docMk/>
            <pc:sldMk cId="1208186571" sldId="266"/>
            <ac:spMk id="2" creationId="{51117EEC-5E2D-DC41-081A-DE5B29DCAD03}"/>
          </ac:spMkLst>
        </pc:spChg>
        <pc:spChg chg="mod">
          <ac:chgData name="KIRAN KUMAR GANTA" userId="04d4457b2c6f4d58" providerId="LiveId" clId="{415B0607-3D18-4380-816B-9D66A004EED0}" dt="2022-11-22T09:56:56.173" v="987" actId="113"/>
          <ac:spMkLst>
            <pc:docMk/>
            <pc:sldMk cId="1208186571" sldId="266"/>
            <ac:spMk id="3" creationId="{F1C208E4-8FE0-3F9B-F449-7A80C294134C}"/>
          </ac:spMkLst>
        </pc:spChg>
      </pc:sldChg>
      <pc:sldChg chg="delSp modSp new mod">
        <pc:chgData name="KIRAN KUMAR GANTA" userId="04d4457b2c6f4d58" providerId="LiveId" clId="{415B0607-3D18-4380-816B-9D66A004EED0}" dt="2022-11-22T09:59:46.615" v="1143" actId="113"/>
        <pc:sldMkLst>
          <pc:docMk/>
          <pc:sldMk cId="1105230622" sldId="267"/>
        </pc:sldMkLst>
        <pc:spChg chg="del mod">
          <ac:chgData name="KIRAN KUMAR GANTA" userId="04d4457b2c6f4d58" providerId="LiveId" clId="{415B0607-3D18-4380-816B-9D66A004EED0}" dt="2022-11-22T09:57:06.958" v="990" actId="478"/>
          <ac:spMkLst>
            <pc:docMk/>
            <pc:sldMk cId="1105230622" sldId="267"/>
            <ac:spMk id="2" creationId="{A9803699-48FA-E108-82F9-8F99BEB1DDE4}"/>
          </ac:spMkLst>
        </pc:spChg>
        <pc:spChg chg="mod">
          <ac:chgData name="KIRAN KUMAR GANTA" userId="04d4457b2c6f4d58" providerId="LiveId" clId="{415B0607-3D18-4380-816B-9D66A004EED0}" dt="2022-11-22T09:59:46.615" v="1143" actId="113"/>
          <ac:spMkLst>
            <pc:docMk/>
            <pc:sldMk cId="1105230622" sldId="267"/>
            <ac:spMk id="3" creationId="{4FE0DC40-B0EA-D63B-E4B6-70164DE9D2E3}"/>
          </ac:spMkLst>
        </pc:spChg>
      </pc:sldChg>
      <pc:sldChg chg="delSp modSp new mod">
        <pc:chgData name="KIRAN KUMAR GANTA" userId="04d4457b2c6f4d58" providerId="LiveId" clId="{415B0607-3D18-4380-816B-9D66A004EED0}" dt="2022-11-22T10:02:17.532" v="1283" actId="113"/>
        <pc:sldMkLst>
          <pc:docMk/>
          <pc:sldMk cId="921741312" sldId="268"/>
        </pc:sldMkLst>
        <pc:spChg chg="del mod">
          <ac:chgData name="KIRAN KUMAR GANTA" userId="04d4457b2c6f4d58" providerId="LiveId" clId="{415B0607-3D18-4380-816B-9D66A004EED0}" dt="2022-11-22T09:59:55.647" v="1146" actId="478"/>
          <ac:spMkLst>
            <pc:docMk/>
            <pc:sldMk cId="921741312" sldId="268"/>
            <ac:spMk id="2" creationId="{04D77D2A-BBD0-DE84-C6A0-43773C1F5757}"/>
          </ac:spMkLst>
        </pc:spChg>
        <pc:spChg chg="mod">
          <ac:chgData name="KIRAN KUMAR GANTA" userId="04d4457b2c6f4d58" providerId="LiveId" clId="{415B0607-3D18-4380-816B-9D66A004EED0}" dt="2022-11-22T10:02:17.532" v="1283" actId="113"/>
          <ac:spMkLst>
            <pc:docMk/>
            <pc:sldMk cId="921741312" sldId="268"/>
            <ac:spMk id="3" creationId="{837DD3FD-F0EB-8CF6-8476-A685D9C43EF1}"/>
          </ac:spMkLst>
        </pc:spChg>
      </pc:sldChg>
      <pc:sldChg chg="delSp modSp new mod">
        <pc:chgData name="KIRAN KUMAR GANTA" userId="04d4457b2c6f4d58" providerId="LiveId" clId="{415B0607-3D18-4380-816B-9D66A004EED0}" dt="2022-11-22T10:04:53.768" v="1456" actId="113"/>
        <pc:sldMkLst>
          <pc:docMk/>
          <pc:sldMk cId="3188229740" sldId="269"/>
        </pc:sldMkLst>
        <pc:spChg chg="del mod">
          <ac:chgData name="KIRAN KUMAR GANTA" userId="04d4457b2c6f4d58" providerId="LiveId" clId="{415B0607-3D18-4380-816B-9D66A004EED0}" dt="2022-11-22T10:02:25.180" v="1286" actId="478"/>
          <ac:spMkLst>
            <pc:docMk/>
            <pc:sldMk cId="3188229740" sldId="269"/>
            <ac:spMk id="2" creationId="{65A2866E-01DA-5730-F139-DAEA0DF26248}"/>
          </ac:spMkLst>
        </pc:spChg>
        <pc:spChg chg="mod">
          <ac:chgData name="KIRAN KUMAR GANTA" userId="04d4457b2c6f4d58" providerId="LiveId" clId="{415B0607-3D18-4380-816B-9D66A004EED0}" dt="2022-11-22T10:04:53.768" v="1456" actId="113"/>
          <ac:spMkLst>
            <pc:docMk/>
            <pc:sldMk cId="3188229740" sldId="269"/>
            <ac:spMk id="3" creationId="{4D6EDC61-D907-181C-909A-F0EF15A8407C}"/>
          </ac:spMkLst>
        </pc:spChg>
      </pc:sldChg>
      <pc:sldChg chg="delSp modSp new mod">
        <pc:chgData name="KIRAN KUMAR GANTA" userId="04d4457b2c6f4d58" providerId="LiveId" clId="{415B0607-3D18-4380-816B-9D66A004EED0}" dt="2022-11-22T10:07:37.006" v="1631" actId="123"/>
        <pc:sldMkLst>
          <pc:docMk/>
          <pc:sldMk cId="1343770880" sldId="270"/>
        </pc:sldMkLst>
        <pc:spChg chg="del mod">
          <ac:chgData name="KIRAN KUMAR GANTA" userId="04d4457b2c6f4d58" providerId="LiveId" clId="{415B0607-3D18-4380-816B-9D66A004EED0}" dt="2022-11-22T10:05:03.868" v="1459" actId="478"/>
          <ac:spMkLst>
            <pc:docMk/>
            <pc:sldMk cId="1343770880" sldId="270"/>
            <ac:spMk id="2" creationId="{70195E2B-9811-C77D-1275-65B827A46264}"/>
          </ac:spMkLst>
        </pc:spChg>
        <pc:spChg chg="mod">
          <ac:chgData name="KIRAN KUMAR GANTA" userId="04d4457b2c6f4d58" providerId="LiveId" clId="{415B0607-3D18-4380-816B-9D66A004EED0}" dt="2022-11-22T10:07:37.006" v="1631" actId="123"/>
          <ac:spMkLst>
            <pc:docMk/>
            <pc:sldMk cId="1343770880" sldId="270"/>
            <ac:spMk id="3" creationId="{1FEB0B71-DE53-634B-274E-6F27A9B49692}"/>
          </ac:spMkLst>
        </pc:spChg>
      </pc:sldChg>
      <pc:sldChg chg="delSp modSp new mod">
        <pc:chgData name="KIRAN KUMAR GANTA" userId="04d4457b2c6f4d58" providerId="LiveId" clId="{415B0607-3D18-4380-816B-9D66A004EED0}" dt="2022-11-22T10:10:35.974" v="1858" actId="123"/>
        <pc:sldMkLst>
          <pc:docMk/>
          <pc:sldMk cId="2758500736" sldId="271"/>
        </pc:sldMkLst>
        <pc:spChg chg="del mod">
          <ac:chgData name="KIRAN KUMAR GANTA" userId="04d4457b2c6f4d58" providerId="LiveId" clId="{415B0607-3D18-4380-816B-9D66A004EED0}" dt="2022-11-22T10:07:47.174" v="1634" actId="478"/>
          <ac:spMkLst>
            <pc:docMk/>
            <pc:sldMk cId="2758500736" sldId="271"/>
            <ac:spMk id="2" creationId="{EFDCD9D6-3741-07CB-6466-D105E37F06DA}"/>
          </ac:spMkLst>
        </pc:spChg>
        <pc:spChg chg="mod">
          <ac:chgData name="KIRAN KUMAR GANTA" userId="04d4457b2c6f4d58" providerId="LiveId" clId="{415B0607-3D18-4380-816B-9D66A004EED0}" dt="2022-11-22T10:10:35.974" v="1858" actId="123"/>
          <ac:spMkLst>
            <pc:docMk/>
            <pc:sldMk cId="2758500736" sldId="271"/>
            <ac:spMk id="3" creationId="{84B8E209-D197-54D2-FA90-614220DCAA3C}"/>
          </ac:spMkLst>
        </pc:spChg>
      </pc:sldChg>
      <pc:sldChg chg="delSp modSp new mod">
        <pc:chgData name="KIRAN KUMAR GANTA" userId="04d4457b2c6f4d58" providerId="LiveId" clId="{415B0607-3D18-4380-816B-9D66A004EED0}" dt="2022-11-22T10:13:59.747" v="2077" actId="123"/>
        <pc:sldMkLst>
          <pc:docMk/>
          <pc:sldMk cId="3653190127" sldId="272"/>
        </pc:sldMkLst>
        <pc:spChg chg="del mod">
          <ac:chgData name="KIRAN KUMAR GANTA" userId="04d4457b2c6f4d58" providerId="LiveId" clId="{415B0607-3D18-4380-816B-9D66A004EED0}" dt="2022-11-22T10:10:43.954" v="1861" actId="478"/>
          <ac:spMkLst>
            <pc:docMk/>
            <pc:sldMk cId="3653190127" sldId="272"/>
            <ac:spMk id="2" creationId="{78291E25-DB65-D67D-55E1-1C04E811F0A3}"/>
          </ac:spMkLst>
        </pc:spChg>
        <pc:spChg chg="mod">
          <ac:chgData name="KIRAN KUMAR GANTA" userId="04d4457b2c6f4d58" providerId="LiveId" clId="{415B0607-3D18-4380-816B-9D66A004EED0}" dt="2022-11-22T10:13:59.747" v="2077" actId="123"/>
          <ac:spMkLst>
            <pc:docMk/>
            <pc:sldMk cId="3653190127" sldId="272"/>
            <ac:spMk id="3" creationId="{506F231C-6208-F025-E6AF-A625BE35EB83}"/>
          </ac:spMkLst>
        </pc:spChg>
      </pc:sldChg>
      <pc:sldChg chg="addSp delSp modSp new mod">
        <pc:chgData name="KIRAN KUMAR GANTA" userId="04d4457b2c6f4d58" providerId="LiveId" clId="{415B0607-3D18-4380-816B-9D66A004EED0}" dt="2022-11-23T00:22:07.413" v="2634" actId="123"/>
        <pc:sldMkLst>
          <pc:docMk/>
          <pc:sldMk cId="3695859695" sldId="273"/>
        </pc:sldMkLst>
        <pc:spChg chg="del mod">
          <ac:chgData name="KIRAN KUMAR GANTA" userId="04d4457b2c6f4d58" providerId="LiveId" clId="{415B0607-3D18-4380-816B-9D66A004EED0}" dt="2022-11-22T10:14:55.718" v="2080" actId="478"/>
          <ac:spMkLst>
            <pc:docMk/>
            <pc:sldMk cId="3695859695" sldId="273"/>
            <ac:spMk id="2" creationId="{94BB2080-21D0-F1DE-A9D1-FCD4990E2124}"/>
          </ac:spMkLst>
        </pc:spChg>
        <pc:spChg chg="mod">
          <ac:chgData name="KIRAN KUMAR GANTA" userId="04d4457b2c6f4d58" providerId="LiveId" clId="{415B0607-3D18-4380-816B-9D66A004EED0}" dt="2022-11-23T00:22:07.413" v="2634" actId="123"/>
          <ac:spMkLst>
            <pc:docMk/>
            <pc:sldMk cId="3695859695" sldId="273"/>
            <ac:spMk id="3" creationId="{08FB23B5-8DA9-7542-5D8E-8BA2B36C5599}"/>
          </ac:spMkLst>
        </pc:spChg>
        <pc:spChg chg="add mod">
          <ac:chgData name="KIRAN KUMAR GANTA" userId="04d4457b2c6f4d58" providerId="LiveId" clId="{415B0607-3D18-4380-816B-9D66A004EED0}" dt="2022-11-22T10:47:23.601" v="2338" actId="20577"/>
          <ac:spMkLst>
            <pc:docMk/>
            <pc:sldMk cId="3695859695" sldId="273"/>
            <ac:spMk id="4" creationId="{0386C79C-5562-CBCF-7E50-5E77E83F5C66}"/>
          </ac:spMkLst>
        </pc:spChg>
      </pc:sldChg>
      <pc:sldChg chg="delSp modSp new mod">
        <pc:chgData name="KIRAN KUMAR GANTA" userId="04d4457b2c6f4d58" providerId="LiveId" clId="{415B0607-3D18-4380-816B-9D66A004EED0}" dt="2022-11-23T00:25:42.108" v="2859" actId="123"/>
        <pc:sldMkLst>
          <pc:docMk/>
          <pc:sldMk cId="2026968352" sldId="274"/>
        </pc:sldMkLst>
        <pc:spChg chg="del mod">
          <ac:chgData name="KIRAN KUMAR GANTA" userId="04d4457b2c6f4d58" providerId="LiveId" clId="{415B0607-3D18-4380-816B-9D66A004EED0}" dt="2022-11-23T00:22:23.940" v="2637" actId="478"/>
          <ac:spMkLst>
            <pc:docMk/>
            <pc:sldMk cId="2026968352" sldId="274"/>
            <ac:spMk id="2" creationId="{150100BA-6C40-A5E0-D970-7D222207E89F}"/>
          </ac:spMkLst>
        </pc:spChg>
        <pc:spChg chg="mod">
          <ac:chgData name="KIRAN KUMAR GANTA" userId="04d4457b2c6f4d58" providerId="LiveId" clId="{415B0607-3D18-4380-816B-9D66A004EED0}" dt="2022-11-23T00:25:42.108" v="2859" actId="123"/>
          <ac:spMkLst>
            <pc:docMk/>
            <pc:sldMk cId="2026968352" sldId="274"/>
            <ac:spMk id="3" creationId="{668703F4-1813-892A-D70C-11718D503101}"/>
          </ac:spMkLst>
        </pc:spChg>
      </pc:sldChg>
      <pc:sldChg chg="delSp modSp new mod">
        <pc:chgData name="KIRAN KUMAR GANTA" userId="04d4457b2c6f4d58" providerId="LiveId" clId="{415B0607-3D18-4380-816B-9D66A004EED0}" dt="2022-11-23T00:28:56.357" v="3087" actId="123"/>
        <pc:sldMkLst>
          <pc:docMk/>
          <pc:sldMk cId="2957383491" sldId="275"/>
        </pc:sldMkLst>
        <pc:spChg chg="del mod">
          <ac:chgData name="KIRAN KUMAR GANTA" userId="04d4457b2c6f4d58" providerId="LiveId" clId="{415B0607-3D18-4380-816B-9D66A004EED0}" dt="2022-11-23T00:25:52.933" v="2862" actId="478"/>
          <ac:spMkLst>
            <pc:docMk/>
            <pc:sldMk cId="2957383491" sldId="275"/>
            <ac:spMk id="2" creationId="{6B4DC175-5F8F-02D1-67EF-989E7DD6CB0E}"/>
          </ac:spMkLst>
        </pc:spChg>
        <pc:spChg chg="mod">
          <ac:chgData name="KIRAN KUMAR GANTA" userId="04d4457b2c6f4d58" providerId="LiveId" clId="{415B0607-3D18-4380-816B-9D66A004EED0}" dt="2022-11-23T00:28:56.357" v="3087" actId="123"/>
          <ac:spMkLst>
            <pc:docMk/>
            <pc:sldMk cId="2957383491" sldId="275"/>
            <ac:spMk id="3" creationId="{9C531A27-11BB-3D0C-6631-5379D78E199B}"/>
          </ac:spMkLst>
        </pc:spChg>
      </pc:sldChg>
      <pc:sldChg chg="delSp modSp new mod">
        <pc:chgData name="KIRAN KUMAR GANTA" userId="04d4457b2c6f4d58" providerId="LiveId" clId="{415B0607-3D18-4380-816B-9D66A004EED0}" dt="2022-11-23T00:34:22.033" v="3367" actId="14100"/>
        <pc:sldMkLst>
          <pc:docMk/>
          <pc:sldMk cId="2146524995" sldId="276"/>
        </pc:sldMkLst>
        <pc:spChg chg="del">
          <ac:chgData name="KIRAN KUMAR GANTA" userId="04d4457b2c6f4d58" providerId="LiveId" clId="{415B0607-3D18-4380-816B-9D66A004EED0}" dt="2022-11-23T00:29:08.611" v="3089" actId="478"/>
          <ac:spMkLst>
            <pc:docMk/>
            <pc:sldMk cId="2146524995" sldId="276"/>
            <ac:spMk id="2" creationId="{16BE8993-1ECF-8345-24B7-572F81021BD5}"/>
          </ac:spMkLst>
        </pc:spChg>
        <pc:spChg chg="mod">
          <ac:chgData name="KIRAN KUMAR GANTA" userId="04d4457b2c6f4d58" providerId="LiveId" clId="{415B0607-3D18-4380-816B-9D66A004EED0}" dt="2022-11-23T00:34:22.033" v="3367" actId="14100"/>
          <ac:spMkLst>
            <pc:docMk/>
            <pc:sldMk cId="2146524995" sldId="276"/>
            <ac:spMk id="3" creationId="{03CF843A-ACC6-4F63-ED60-590DDF5B439D}"/>
          </ac:spMkLst>
        </pc:spChg>
      </pc:sldChg>
      <pc:sldChg chg="delSp modSp new mod">
        <pc:chgData name="KIRAN KUMAR GANTA" userId="04d4457b2c6f4d58" providerId="LiveId" clId="{415B0607-3D18-4380-816B-9D66A004EED0}" dt="2022-11-23T00:41:50.348" v="3594" actId="123"/>
        <pc:sldMkLst>
          <pc:docMk/>
          <pc:sldMk cId="1414182164" sldId="277"/>
        </pc:sldMkLst>
        <pc:spChg chg="del mod">
          <ac:chgData name="KIRAN KUMAR GANTA" userId="04d4457b2c6f4d58" providerId="LiveId" clId="{415B0607-3D18-4380-816B-9D66A004EED0}" dt="2022-11-23T00:34:40.034" v="3370" actId="478"/>
          <ac:spMkLst>
            <pc:docMk/>
            <pc:sldMk cId="1414182164" sldId="277"/>
            <ac:spMk id="2" creationId="{6251E59C-7F51-2616-1C3F-48746BCD2CA9}"/>
          </ac:spMkLst>
        </pc:spChg>
        <pc:spChg chg="mod">
          <ac:chgData name="KIRAN KUMAR GANTA" userId="04d4457b2c6f4d58" providerId="LiveId" clId="{415B0607-3D18-4380-816B-9D66A004EED0}" dt="2022-11-23T00:41:50.348" v="3594" actId="123"/>
          <ac:spMkLst>
            <pc:docMk/>
            <pc:sldMk cId="1414182164" sldId="277"/>
            <ac:spMk id="3" creationId="{BBA4833D-A393-F722-CAA9-C34A2200418A}"/>
          </ac:spMkLst>
        </pc:spChg>
      </pc:sldChg>
      <pc:sldChg chg="delSp modSp new mod">
        <pc:chgData name="KIRAN KUMAR GANTA" userId="04d4457b2c6f4d58" providerId="LiveId" clId="{415B0607-3D18-4380-816B-9D66A004EED0}" dt="2022-11-23T00:45:58.846" v="3789" actId="123"/>
        <pc:sldMkLst>
          <pc:docMk/>
          <pc:sldMk cId="3434561862" sldId="278"/>
        </pc:sldMkLst>
        <pc:spChg chg="del mod">
          <ac:chgData name="KIRAN KUMAR GANTA" userId="04d4457b2c6f4d58" providerId="LiveId" clId="{415B0607-3D18-4380-816B-9D66A004EED0}" dt="2022-11-23T00:42:01.803" v="3597" actId="478"/>
          <ac:spMkLst>
            <pc:docMk/>
            <pc:sldMk cId="3434561862" sldId="278"/>
            <ac:spMk id="2" creationId="{51FD3476-EC2A-18A1-8DFC-50FFB694F4A4}"/>
          </ac:spMkLst>
        </pc:spChg>
        <pc:spChg chg="mod">
          <ac:chgData name="KIRAN KUMAR GANTA" userId="04d4457b2c6f4d58" providerId="LiveId" clId="{415B0607-3D18-4380-816B-9D66A004EED0}" dt="2022-11-23T00:45:58.846" v="3789" actId="123"/>
          <ac:spMkLst>
            <pc:docMk/>
            <pc:sldMk cId="3434561862" sldId="278"/>
            <ac:spMk id="3" creationId="{F1CC810F-4B1C-0B6C-E977-549B0ADCCC3B}"/>
          </ac:spMkLst>
        </pc:spChg>
      </pc:sldChg>
      <pc:sldChg chg="delSp modSp new mod">
        <pc:chgData name="KIRAN KUMAR GANTA" userId="04d4457b2c6f4d58" providerId="LiveId" clId="{415B0607-3D18-4380-816B-9D66A004EED0}" dt="2022-11-23T00:48:57.612" v="3974" actId="123"/>
        <pc:sldMkLst>
          <pc:docMk/>
          <pc:sldMk cId="3425082150" sldId="279"/>
        </pc:sldMkLst>
        <pc:spChg chg="del mod">
          <ac:chgData name="KIRAN KUMAR GANTA" userId="04d4457b2c6f4d58" providerId="LiveId" clId="{415B0607-3D18-4380-816B-9D66A004EED0}" dt="2022-11-23T00:46:06.762" v="3792" actId="478"/>
          <ac:spMkLst>
            <pc:docMk/>
            <pc:sldMk cId="3425082150" sldId="279"/>
            <ac:spMk id="2" creationId="{04D80463-BE7B-ED63-7CF7-8B00AAF58365}"/>
          </ac:spMkLst>
        </pc:spChg>
        <pc:spChg chg="mod">
          <ac:chgData name="KIRAN KUMAR GANTA" userId="04d4457b2c6f4d58" providerId="LiveId" clId="{415B0607-3D18-4380-816B-9D66A004EED0}" dt="2022-11-23T00:48:57.612" v="3974" actId="123"/>
          <ac:spMkLst>
            <pc:docMk/>
            <pc:sldMk cId="3425082150" sldId="279"/>
            <ac:spMk id="3" creationId="{98EAFA4C-BD9E-0554-C08A-C8929C9E1305}"/>
          </ac:spMkLst>
        </pc:spChg>
      </pc:sldChg>
      <pc:sldChg chg="delSp modSp new mod">
        <pc:chgData name="KIRAN KUMAR GANTA" userId="04d4457b2c6f4d58" providerId="LiveId" clId="{415B0607-3D18-4380-816B-9D66A004EED0}" dt="2022-11-23T00:51:35.466" v="4163" actId="123"/>
        <pc:sldMkLst>
          <pc:docMk/>
          <pc:sldMk cId="2076612004" sldId="280"/>
        </pc:sldMkLst>
        <pc:spChg chg="del mod">
          <ac:chgData name="KIRAN KUMAR GANTA" userId="04d4457b2c6f4d58" providerId="LiveId" clId="{415B0607-3D18-4380-816B-9D66A004EED0}" dt="2022-11-23T00:49:08.086" v="3977" actId="478"/>
          <ac:spMkLst>
            <pc:docMk/>
            <pc:sldMk cId="2076612004" sldId="280"/>
            <ac:spMk id="2" creationId="{32E994F3-2019-6BB5-6074-5471C45CE759}"/>
          </ac:spMkLst>
        </pc:spChg>
        <pc:spChg chg="mod">
          <ac:chgData name="KIRAN KUMAR GANTA" userId="04d4457b2c6f4d58" providerId="LiveId" clId="{415B0607-3D18-4380-816B-9D66A004EED0}" dt="2022-11-23T00:51:35.466" v="4163" actId="123"/>
          <ac:spMkLst>
            <pc:docMk/>
            <pc:sldMk cId="2076612004" sldId="280"/>
            <ac:spMk id="3" creationId="{C9242765-0CE3-2B9A-CE0B-990E2FFC66CC}"/>
          </ac:spMkLst>
        </pc:spChg>
      </pc:sldChg>
      <pc:sldChg chg="delSp modSp new mod">
        <pc:chgData name="KIRAN KUMAR GANTA" userId="04d4457b2c6f4d58" providerId="LiveId" clId="{415B0607-3D18-4380-816B-9D66A004EED0}" dt="2022-11-23T00:55:14.908" v="4405" actId="123"/>
        <pc:sldMkLst>
          <pc:docMk/>
          <pc:sldMk cId="2711076953" sldId="281"/>
        </pc:sldMkLst>
        <pc:spChg chg="del mod">
          <ac:chgData name="KIRAN KUMAR GANTA" userId="04d4457b2c6f4d58" providerId="LiveId" clId="{415B0607-3D18-4380-816B-9D66A004EED0}" dt="2022-11-23T00:51:44.714" v="4166" actId="478"/>
          <ac:spMkLst>
            <pc:docMk/>
            <pc:sldMk cId="2711076953" sldId="281"/>
            <ac:spMk id="2" creationId="{FF2080A3-272E-BDE3-98DB-B27B0EF8FD2A}"/>
          </ac:spMkLst>
        </pc:spChg>
        <pc:spChg chg="mod">
          <ac:chgData name="KIRAN KUMAR GANTA" userId="04d4457b2c6f4d58" providerId="LiveId" clId="{415B0607-3D18-4380-816B-9D66A004EED0}" dt="2022-11-23T00:55:14.908" v="4405" actId="123"/>
          <ac:spMkLst>
            <pc:docMk/>
            <pc:sldMk cId="2711076953" sldId="281"/>
            <ac:spMk id="3" creationId="{D50209E1-216A-4AEC-B69A-024ED48ABF25}"/>
          </ac:spMkLst>
        </pc:spChg>
      </pc:sldChg>
      <pc:sldChg chg="delSp modSp new mod">
        <pc:chgData name="KIRAN KUMAR GANTA" userId="04d4457b2c6f4d58" providerId="LiveId" clId="{415B0607-3D18-4380-816B-9D66A004EED0}" dt="2022-11-23T00:58:55.957" v="4644" actId="123"/>
        <pc:sldMkLst>
          <pc:docMk/>
          <pc:sldMk cId="2851204071" sldId="282"/>
        </pc:sldMkLst>
        <pc:spChg chg="del mod">
          <ac:chgData name="KIRAN KUMAR GANTA" userId="04d4457b2c6f4d58" providerId="LiveId" clId="{415B0607-3D18-4380-816B-9D66A004EED0}" dt="2022-11-23T00:55:24.765" v="4408" actId="478"/>
          <ac:spMkLst>
            <pc:docMk/>
            <pc:sldMk cId="2851204071" sldId="282"/>
            <ac:spMk id="2" creationId="{AE04B9A2-5ECE-C2B2-E826-56D8B800CA23}"/>
          </ac:spMkLst>
        </pc:spChg>
        <pc:spChg chg="mod">
          <ac:chgData name="KIRAN KUMAR GANTA" userId="04d4457b2c6f4d58" providerId="LiveId" clId="{415B0607-3D18-4380-816B-9D66A004EED0}" dt="2022-11-23T00:58:55.957" v="4644" actId="123"/>
          <ac:spMkLst>
            <pc:docMk/>
            <pc:sldMk cId="2851204071" sldId="282"/>
            <ac:spMk id="3" creationId="{F12BD6D4-CBAA-AEA2-A98E-E5FE37EC7961}"/>
          </ac:spMkLst>
        </pc:spChg>
      </pc:sldChg>
      <pc:sldChg chg="delSp modSp new mod">
        <pc:chgData name="KIRAN KUMAR GANTA" userId="04d4457b2c6f4d58" providerId="LiveId" clId="{415B0607-3D18-4380-816B-9D66A004EED0}" dt="2022-11-23T01:04:41.489" v="4902" actId="123"/>
        <pc:sldMkLst>
          <pc:docMk/>
          <pc:sldMk cId="554223680" sldId="283"/>
        </pc:sldMkLst>
        <pc:spChg chg="del mod">
          <ac:chgData name="KIRAN KUMAR GANTA" userId="04d4457b2c6f4d58" providerId="LiveId" clId="{415B0607-3D18-4380-816B-9D66A004EED0}" dt="2022-11-23T00:59:08.369" v="4647" actId="478"/>
          <ac:spMkLst>
            <pc:docMk/>
            <pc:sldMk cId="554223680" sldId="283"/>
            <ac:spMk id="2" creationId="{196DAEF5-56C2-DB92-93AA-6780322E9EF4}"/>
          </ac:spMkLst>
        </pc:spChg>
        <pc:spChg chg="mod">
          <ac:chgData name="KIRAN KUMAR GANTA" userId="04d4457b2c6f4d58" providerId="LiveId" clId="{415B0607-3D18-4380-816B-9D66A004EED0}" dt="2022-11-23T01:04:41.489" v="4902" actId="123"/>
          <ac:spMkLst>
            <pc:docMk/>
            <pc:sldMk cId="554223680" sldId="283"/>
            <ac:spMk id="3" creationId="{07EFD1C8-9DB6-76A3-652E-782D67431108}"/>
          </ac:spMkLst>
        </pc:spChg>
      </pc:sldChg>
      <pc:sldChg chg="delSp modSp new mod">
        <pc:chgData name="KIRAN KUMAR GANTA" userId="04d4457b2c6f4d58" providerId="LiveId" clId="{415B0607-3D18-4380-816B-9D66A004EED0}" dt="2022-11-23T01:08:07.642" v="5138" actId="123"/>
        <pc:sldMkLst>
          <pc:docMk/>
          <pc:sldMk cId="3048807994" sldId="284"/>
        </pc:sldMkLst>
        <pc:spChg chg="del mod">
          <ac:chgData name="KIRAN KUMAR GANTA" userId="04d4457b2c6f4d58" providerId="LiveId" clId="{415B0607-3D18-4380-816B-9D66A004EED0}" dt="2022-11-23T01:04:50.569" v="4905" actId="478"/>
          <ac:spMkLst>
            <pc:docMk/>
            <pc:sldMk cId="3048807994" sldId="284"/>
            <ac:spMk id="2" creationId="{3EB8A20C-1B53-A039-533F-016C23B9E282}"/>
          </ac:spMkLst>
        </pc:spChg>
        <pc:spChg chg="mod">
          <ac:chgData name="KIRAN KUMAR GANTA" userId="04d4457b2c6f4d58" providerId="LiveId" clId="{415B0607-3D18-4380-816B-9D66A004EED0}" dt="2022-11-23T01:08:07.642" v="5138" actId="123"/>
          <ac:spMkLst>
            <pc:docMk/>
            <pc:sldMk cId="3048807994" sldId="284"/>
            <ac:spMk id="3" creationId="{F1A50A26-F082-840C-73DB-10EA2A889E6D}"/>
          </ac:spMkLst>
        </pc:spChg>
      </pc:sldChg>
      <pc:sldChg chg="delSp modSp new mod">
        <pc:chgData name="KIRAN KUMAR GANTA" userId="04d4457b2c6f4d58" providerId="LiveId" clId="{415B0607-3D18-4380-816B-9D66A004EED0}" dt="2022-11-23T01:13:14.652" v="5413" actId="123"/>
        <pc:sldMkLst>
          <pc:docMk/>
          <pc:sldMk cId="3989849634" sldId="285"/>
        </pc:sldMkLst>
        <pc:spChg chg="del mod">
          <ac:chgData name="KIRAN KUMAR GANTA" userId="04d4457b2c6f4d58" providerId="LiveId" clId="{415B0607-3D18-4380-816B-9D66A004EED0}" dt="2022-11-23T01:08:17.001" v="5141" actId="478"/>
          <ac:spMkLst>
            <pc:docMk/>
            <pc:sldMk cId="3989849634" sldId="285"/>
            <ac:spMk id="2" creationId="{14128927-5B53-CE8A-5136-7B4C64070892}"/>
          </ac:spMkLst>
        </pc:spChg>
        <pc:spChg chg="mod">
          <ac:chgData name="KIRAN KUMAR GANTA" userId="04d4457b2c6f4d58" providerId="LiveId" clId="{415B0607-3D18-4380-816B-9D66A004EED0}" dt="2022-11-23T01:13:14.652" v="5413" actId="123"/>
          <ac:spMkLst>
            <pc:docMk/>
            <pc:sldMk cId="3989849634" sldId="285"/>
            <ac:spMk id="3" creationId="{E585D727-34B0-2473-5288-8831680C0560}"/>
          </ac:spMkLst>
        </pc:spChg>
      </pc:sldChg>
      <pc:sldChg chg="delSp modSp new mod">
        <pc:chgData name="KIRAN KUMAR GANTA" userId="04d4457b2c6f4d58" providerId="LiveId" clId="{415B0607-3D18-4380-816B-9D66A004EED0}" dt="2022-11-23T01:20:11.285" v="5761" actId="123"/>
        <pc:sldMkLst>
          <pc:docMk/>
          <pc:sldMk cId="2385653247" sldId="286"/>
        </pc:sldMkLst>
        <pc:spChg chg="del mod">
          <ac:chgData name="KIRAN KUMAR GANTA" userId="04d4457b2c6f4d58" providerId="LiveId" clId="{415B0607-3D18-4380-816B-9D66A004EED0}" dt="2022-11-23T01:13:23.214" v="5416" actId="478"/>
          <ac:spMkLst>
            <pc:docMk/>
            <pc:sldMk cId="2385653247" sldId="286"/>
            <ac:spMk id="2" creationId="{F5D3699B-8D4A-41D8-1DB2-8CA44D85E84E}"/>
          </ac:spMkLst>
        </pc:spChg>
        <pc:spChg chg="mod">
          <ac:chgData name="KIRAN KUMAR GANTA" userId="04d4457b2c6f4d58" providerId="LiveId" clId="{415B0607-3D18-4380-816B-9D66A004EED0}" dt="2022-11-23T01:20:11.285" v="5761" actId="123"/>
          <ac:spMkLst>
            <pc:docMk/>
            <pc:sldMk cId="2385653247" sldId="286"/>
            <ac:spMk id="3" creationId="{365A3785-C94D-22E4-D230-91E8CF97454C}"/>
          </ac:spMkLst>
        </pc:spChg>
      </pc:sldChg>
      <pc:sldChg chg="delSp modSp new mod">
        <pc:chgData name="KIRAN KUMAR GANTA" userId="04d4457b2c6f4d58" providerId="LiveId" clId="{415B0607-3D18-4380-816B-9D66A004EED0}" dt="2022-11-23T01:26:34.543" v="6035" actId="20577"/>
        <pc:sldMkLst>
          <pc:docMk/>
          <pc:sldMk cId="1075459983" sldId="287"/>
        </pc:sldMkLst>
        <pc:spChg chg="del mod">
          <ac:chgData name="KIRAN KUMAR GANTA" userId="04d4457b2c6f4d58" providerId="LiveId" clId="{415B0607-3D18-4380-816B-9D66A004EED0}" dt="2022-11-23T01:20:52.199" v="5764" actId="478"/>
          <ac:spMkLst>
            <pc:docMk/>
            <pc:sldMk cId="1075459983" sldId="287"/>
            <ac:spMk id="2" creationId="{618C51CF-C869-B4C1-72A7-13CFA0C2E98F}"/>
          </ac:spMkLst>
        </pc:spChg>
        <pc:spChg chg="mod">
          <ac:chgData name="KIRAN KUMAR GANTA" userId="04d4457b2c6f4d58" providerId="LiveId" clId="{415B0607-3D18-4380-816B-9D66A004EED0}" dt="2022-11-23T01:26:34.543" v="6035" actId="20577"/>
          <ac:spMkLst>
            <pc:docMk/>
            <pc:sldMk cId="1075459983" sldId="287"/>
            <ac:spMk id="3" creationId="{67861C45-1915-7E28-1458-CDD63317952B}"/>
          </ac:spMkLst>
        </pc:spChg>
      </pc:sldChg>
      <pc:sldChg chg="delSp modSp new mod">
        <pc:chgData name="KIRAN KUMAR GANTA" userId="04d4457b2c6f4d58" providerId="LiveId" clId="{415B0607-3D18-4380-816B-9D66A004EED0}" dt="2022-12-03T13:27:18.705" v="6110" actId="20577"/>
        <pc:sldMkLst>
          <pc:docMk/>
          <pc:sldMk cId="2121323624" sldId="288"/>
        </pc:sldMkLst>
        <pc:spChg chg="del mod">
          <ac:chgData name="KIRAN KUMAR GANTA" userId="04d4457b2c6f4d58" providerId="LiveId" clId="{415B0607-3D18-4380-816B-9D66A004EED0}" dt="2022-11-23T01:26:04.018" v="6032" actId="478"/>
          <ac:spMkLst>
            <pc:docMk/>
            <pc:sldMk cId="2121323624" sldId="288"/>
            <ac:spMk id="2" creationId="{D085BAA4-022D-23C4-1CB1-74F0D72F0B4B}"/>
          </ac:spMkLst>
        </pc:spChg>
        <pc:spChg chg="mod">
          <ac:chgData name="KIRAN KUMAR GANTA" userId="04d4457b2c6f4d58" providerId="LiveId" clId="{415B0607-3D18-4380-816B-9D66A004EED0}" dt="2022-12-03T13:27:18.705" v="6110" actId="20577"/>
          <ac:spMkLst>
            <pc:docMk/>
            <pc:sldMk cId="2121323624" sldId="288"/>
            <ac:spMk id="3" creationId="{D2CB2731-D2D5-7C95-FAB3-D88A823FF975}"/>
          </ac:spMkLst>
        </pc:spChg>
      </pc:sldChg>
    </pc:docChg>
  </pc:docChgLst>
  <pc:docChgLst>
    <pc:chgData name="KIRAN KUMAR GANTA" userId="04d4457b2c6f4d58" providerId="LiveId" clId="{7732D2CA-B0F2-4067-A0C8-DF1E5A25DBD1}"/>
    <pc:docChg chg="modSld">
      <pc:chgData name="KIRAN KUMAR GANTA" userId="04d4457b2c6f4d58" providerId="LiveId" clId="{7732D2CA-B0F2-4067-A0C8-DF1E5A25DBD1}" dt="2023-02-24T17:12:34.270" v="113" actId="14100"/>
      <pc:docMkLst>
        <pc:docMk/>
      </pc:docMkLst>
      <pc:sldChg chg="modSp mod">
        <pc:chgData name="KIRAN KUMAR GANTA" userId="04d4457b2c6f4d58" providerId="LiveId" clId="{7732D2CA-B0F2-4067-A0C8-DF1E5A25DBD1}" dt="2023-02-24T17:03:12.634" v="5" actId="20577"/>
        <pc:sldMkLst>
          <pc:docMk/>
          <pc:sldMk cId="254231029" sldId="257"/>
        </pc:sldMkLst>
        <pc:spChg chg="mod">
          <ac:chgData name="KIRAN KUMAR GANTA" userId="04d4457b2c6f4d58" providerId="LiveId" clId="{7732D2CA-B0F2-4067-A0C8-DF1E5A25DBD1}" dt="2023-02-24T17:03:12.634" v="5" actId="20577"/>
          <ac:spMkLst>
            <pc:docMk/>
            <pc:sldMk cId="254231029" sldId="257"/>
            <ac:spMk id="3" creationId="{8D25DC3E-2454-8DA3-9DD3-8254F51563EE}"/>
          </ac:spMkLst>
        </pc:spChg>
      </pc:sldChg>
      <pc:sldChg chg="modSp mod">
        <pc:chgData name="KIRAN KUMAR GANTA" userId="04d4457b2c6f4d58" providerId="LiveId" clId="{7732D2CA-B0F2-4067-A0C8-DF1E5A25DBD1}" dt="2023-02-24T17:03:31.551" v="8" actId="14100"/>
        <pc:sldMkLst>
          <pc:docMk/>
          <pc:sldMk cId="692752379" sldId="258"/>
        </pc:sldMkLst>
        <pc:spChg chg="mod">
          <ac:chgData name="KIRAN KUMAR GANTA" userId="04d4457b2c6f4d58" providerId="LiveId" clId="{7732D2CA-B0F2-4067-A0C8-DF1E5A25DBD1}" dt="2023-02-24T17:03:31.551" v="8" actId="14100"/>
          <ac:spMkLst>
            <pc:docMk/>
            <pc:sldMk cId="692752379" sldId="258"/>
            <ac:spMk id="3" creationId="{69CE144C-5F01-EF62-C9C7-477277A47638}"/>
          </ac:spMkLst>
        </pc:spChg>
      </pc:sldChg>
      <pc:sldChg chg="modSp mod">
        <pc:chgData name="KIRAN KUMAR GANTA" userId="04d4457b2c6f4d58" providerId="LiveId" clId="{7732D2CA-B0F2-4067-A0C8-DF1E5A25DBD1}" dt="2023-02-24T17:03:46.565" v="11" actId="14100"/>
        <pc:sldMkLst>
          <pc:docMk/>
          <pc:sldMk cId="2745039445" sldId="259"/>
        </pc:sldMkLst>
        <pc:spChg chg="mod">
          <ac:chgData name="KIRAN KUMAR GANTA" userId="04d4457b2c6f4d58" providerId="LiveId" clId="{7732D2CA-B0F2-4067-A0C8-DF1E5A25DBD1}" dt="2023-02-24T17:03:46.565" v="11" actId="14100"/>
          <ac:spMkLst>
            <pc:docMk/>
            <pc:sldMk cId="2745039445" sldId="259"/>
            <ac:spMk id="3" creationId="{3F7F7275-821A-7B23-BE3E-B9410147340D}"/>
          </ac:spMkLst>
        </pc:spChg>
      </pc:sldChg>
      <pc:sldChg chg="modSp mod">
        <pc:chgData name="KIRAN KUMAR GANTA" userId="04d4457b2c6f4d58" providerId="LiveId" clId="{7732D2CA-B0F2-4067-A0C8-DF1E5A25DBD1}" dt="2023-02-24T17:04:02.466" v="14" actId="14100"/>
        <pc:sldMkLst>
          <pc:docMk/>
          <pc:sldMk cId="3259336835" sldId="260"/>
        </pc:sldMkLst>
        <pc:spChg chg="mod">
          <ac:chgData name="KIRAN KUMAR GANTA" userId="04d4457b2c6f4d58" providerId="LiveId" clId="{7732D2CA-B0F2-4067-A0C8-DF1E5A25DBD1}" dt="2023-02-24T17:04:02.466" v="14" actId="14100"/>
          <ac:spMkLst>
            <pc:docMk/>
            <pc:sldMk cId="3259336835" sldId="260"/>
            <ac:spMk id="3" creationId="{BD0CAEFC-D594-A38A-CE5E-25A0316665E1}"/>
          </ac:spMkLst>
        </pc:spChg>
      </pc:sldChg>
      <pc:sldChg chg="modSp mod">
        <pc:chgData name="KIRAN KUMAR GANTA" userId="04d4457b2c6f4d58" providerId="LiveId" clId="{7732D2CA-B0F2-4067-A0C8-DF1E5A25DBD1}" dt="2023-02-24T17:04:16.622" v="17" actId="14100"/>
        <pc:sldMkLst>
          <pc:docMk/>
          <pc:sldMk cId="3231654361" sldId="261"/>
        </pc:sldMkLst>
        <pc:spChg chg="mod">
          <ac:chgData name="KIRAN KUMAR GANTA" userId="04d4457b2c6f4d58" providerId="LiveId" clId="{7732D2CA-B0F2-4067-A0C8-DF1E5A25DBD1}" dt="2023-02-24T17:04:16.622" v="17" actId="14100"/>
          <ac:spMkLst>
            <pc:docMk/>
            <pc:sldMk cId="3231654361" sldId="261"/>
            <ac:spMk id="3" creationId="{0A237550-1DE1-9F96-6294-BBF931B4F42B}"/>
          </ac:spMkLst>
        </pc:spChg>
      </pc:sldChg>
      <pc:sldChg chg="modSp mod">
        <pc:chgData name="KIRAN KUMAR GANTA" userId="04d4457b2c6f4d58" providerId="LiveId" clId="{7732D2CA-B0F2-4067-A0C8-DF1E5A25DBD1}" dt="2023-02-24T17:04:30.103" v="20" actId="14100"/>
        <pc:sldMkLst>
          <pc:docMk/>
          <pc:sldMk cId="2471644895" sldId="262"/>
        </pc:sldMkLst>
        <pc:spChg chg="mod">
          <ac:chgData name="KIRAN KUMAR GANTA" userId="04d4457b2c6f4d58" providerId="LiveId" clId="{7732D2CA-B0F2-4067-A0C8-DF1E5A25DBD1}" dt="2023-02-24T17:04:30.103" v="20" actId="14100"/>
          <ac:spMkLst>
            <pc:docMk/>
            <pc:sldMk cId="2471644895" sldId="262"/>
            <ac:spMk id="3" creationId="{ED5E6109-DE52-D3E6-2B6D-0F9DD5E9BD64}"/>
          </ac:spMkLst>
        </pc:spChg>
      </pc:sldChg>
      <pc:sldChg chg="modSp mod">
        <pc:chgData name="KIRAN KUMAR GANTA" userId="04d4457b2c6f4d58" providerId="LiveId" clId="{7732D2CA-B0F2-4067-A0C8-DF1E5A25DBD1}" dt="2023-02-24T17:04:43.647" v="23" actId="14100"/>
        <pc:sldMkLst>
          <pc:docMk/>
          <pc:sldMk cId="3406206606" sldId="263"/>
        </pc:sldMkLst>
        <pc:spChg chg="mod">
          <ac:chgData name="KIRAN KUMAR GANTA" userId="04d4457b2c6f4d58" providerId="LiveId" clId="{7732D2CA-B0F2-4067-A0C8-DF1E5A25DBD1}" dt="2023-02-24T17:04:43.647" v="23" actId="14100"/>
          <ac:spMkLst>
            <pc:docMk/>
            <pc:sldMk cId="3406206606" sldId="263"/>
            <ac:spMk id="3" creationId="{83435682-F3C7-456E-8725-FBF18D75BED0}"/>
          </ac:spMkLst>
        </pc:spChg>
      </pc:sldChg>
      <pc:sldChg chg="modSp mod">
        <pc:chgData name="KIRAN KUMAR GANTA" userId="04d4457b2c6f4d58" providerId="LiveId" clId="{7732D2CA-B0F2-4067-A0C8-DF1E5A25DBD1}" dt="2023-02-24T17:04:59.908" v="26" actId="14100"/>
        <pc:sldMkLst>
          <pc:docMk/>
          <pc:sldMk cId="2366335118" sldId="264"/>
        </pc:sldMkLst>
        <pc:spChg chg="mod">
          <ac:chgData name="KIRAN KUMAR GANTA" userId="04d4457b2c6f4d58" providerId="LiveId" clId="{7732D2CA-B0F2-4067-A0C8-DF1E5A25DBD1}" dt="2023-02-24T17:04:59.908" v="26" actId="14100"/>
          <ac:spMkLst>
            <pc:docMk/>
            <pc:sldMk cId="2366335118" sldId="264"/>
            <ac:spMk id="3" creationId="{12232249-F00A-336E-BF6A-27A16CE2F241}"/>
          </ac:spMkLst>
        </pc:spChg>
      </pc:sldChg>
      <pc:sldChg chg="modSp mod">
        <pc:chgData name="KIRAN KUMAR GANTA" userId="04d4457b2c6f4d58" providerId="LiveId" clId="{7732D2CA-B0F2-4067-A0C8-DF1E5A25DBD1}" dt="2023-02-24T17:05:19.355" v="30" actId="14100"/>
        <pc:sldMkLst>
          <pc:docMk/>
          <pc:sldMk cId="3726046492" sldId="265"/>
        </pc:sldMkLst>
        <pc:spChg chg="mod">
          <ac:chgData name="KIRAN KUMAR GANTA" userId="04d4457b2c6f4d58" providerId="LiveId" clId="{7732D2CA-B0F2-4067-A0C8-DF1E5A25DBD1}" dt="2023-02-24T17:05:19.355" v="30" actId="14100"/>
          <ac:spMkLst>
            <pc:docMk/>
            <pc:sldMk cId="3726046492" sldId="265"/>
            <ac:spMk id="3" creationId="{9F32EDFA-9473-79EE-0F35-48D6FE17308F}"/>
          </ac:spMkLst>
        </pc:spChg>
      </pc:sldChg>
      <pc:sldChg chg="modSp mod">
        <pc:chgData name="KIRAN KUMAR GANTA" userId="04d4457b2c6f4d58" providerId="LiveId" clId="{7732D2CA-B0F2-4067-A0C8-DF1E5A25DBD1}" dt="2023-02-24T17:05:39.297" v="34" actId="14100"/>
        <pc:sldMkLst>
          <pc:docMk/>
          <pc:sldMk cId="1208186571" sldId="266"/>
        </pc:sldMkLst>
        <pc:spChg chg="mod">
          <ac:chgData name="KIRAN KUMAR GANTA" userId="04d4457b2c6f4d58" providerId="LiveId" clId="{7732D2CA-B0F2-4067-A0C8-DF1E5A25DBD1}" dt="2023-02-24T17:05:39.297" v="34" actId="14100"/>
          <ac:spMkLst>
            <pc:docMk/>
            <pc:sldMk cId="1208186571" sldId="266"/>
            <ac:spMk id="3" creationId="{F1C208E4-8FE0-3F9B-F449-7A80C294134C}"/>
          </ac:spMkLst>
        </pc:spChg>
      </pc:sldChg>
      <pc:sldChg chg="modSp mod">
        <pc:chgData name="KIRAN KUMAR GANTA" userId="04d4457b2c6f4d58" providerId="LiveId" clId="{7732D2CA-B0F2-4067-A0C8-DF1E5A25DBD1}" dt="2023-02-24T17:05:59.654" v="37" actId="14100"/>
        <pc:sldMkLst>
          <pc:docMk/>
          <pc:sldMk cId="1105230622" sldId="267"/>
        </pc:sldMkLst>
        <pc:spChg chg="mod">
          <ac:chgData name="KIRAN KUMAR GANTA" userId="04d4457b2c6f4d58" providerId="LiveId" clId="{7732D2CA-B0F2-4067-A0C8-DF1E5A25DBD1}" dt="2023-02-24T17:05:59.654" v="37" actId="14100"/>
          <ac:spMkLst>
            <pc:docMk/>
            <pc:sldMk cId="1105230622" sldId="267"/>
            <ac:spMk id="3" creationId="{4FE0DC40-B0EA-D63B-E4B6-70164DE9D2E3}"/>
          </ac:spMkLst>
        </pc:spChg>
      </pc:sldChg>
      <pc:sldChg chg="modSp mod">
        <pc:chgData name="KIRAN KUMAR GANTA" userId="04d4457b2c6f4d58" providerId="LiveId" clId="{7732D2CA-B0F2-4067-A0C8-DF1E5A25DBD1}" dt="2023-02-24T17:06:15.554" v="40" actId="14100"/>
        <pc:sldMkLst>
          <pc:docMk/>
          <pc:sldMk cId="921741312" sldId="268"/>
        </pc:sldMkLst>
        <pc:spChg chg="mod">
          <ac:chgData name="KIRAN KUMAR GANTA" userId="04d4457b2c6f4d58" providerId="LiveId" clId="{7732D2CA-B0F2-4067-A0C8-DF1E5A25DBD1}" dt="2023-02-24T17:06:15.554" v="40" actId="14100"/>
          <ac:spMkLst>
            <pc:docMk/>
            <pc:sldMk cId="921741312" sldId="268"/>
            <ac:spMk id="3" creationId="{837DD3FD-F0EB-8CF6-8476-A685D9C43EF1}"/>
          </ac:spMkLst>
        </pc:spChg>
      </pc:sldChg>
      <pc:sldChg chg="modSp mod">
        <pc:chgData name="KIRAN KUMAR GANTA" userId="04d4457b2c6f4d58" providerId="LiveId" clId="{7732D2CA-B0F2-4067-A0C8-DF1E5A25DBD1}" dt="2023-02-24T17:06:38.871" v="43" actId="14100"/>
        <pc:sldMkLst>
          <pc:docMk/>
          <pc:sldMk cId="3188229740" sldId="269"/>
        </pc:sldMkLst>
        <pc:spChg chg="mod">
          <ac:chgData name="KIRAN KUMAR GANTA" userId="04d4457b2c6f4d58" providerId="LiveId" clId="{7732D2CA-B0F2-4067-A0C8-DF1E5A25DBD1}" dt="2023-02-24T17:06:38.871" v="43" actId="14100"/>
          <ac:spMkLst>
            <pc:docMk/>
            <pc:sldMk cId="3188229740" sldId="269"/>
            <ac:spMk id="3" creationId="{4D6EDC61-D907-181C-909A-F0EF15A8407C}"/>
          </ac:spMkLst>
        </pc:spChg>
      </pc:sldChg>
      <pc:sldChg chg="modSp mod">
        <pc:chgData name="KIRAN KUMAR GANTA" userId="04d4457b2c6f4d58" providerId="LiveId" clId="{7732D2CA-B0F2-4067-A0C8-DF1E5A25DBD1}" dt="2023-02-24T17:06:54.493" v="46" actId="14100"/>
        <pc:sldMkLst>
          <pc:docMk/>
          <pc:sldMk cId="1343770880" sldId="270"/>
        </pc:sldMkLst>
        <pc:spChg chg="mod">
          <ac:chgData name="KIRAN KUMAR GANTA" userId="04d4457b2c6f4d58" providerId="LiveId" clId="{7732D2CA-B0F2-4067-A0C8-DF1E5A25DBD1}" dt="2023-02-24T17:06:54.493" v="46" actId="14100"/>
          <ac:spMkLst>
            <pc:docMk/>
            <pc:sldMk cId="1343770880" sldId="270"/>
            <ac:spMk id="3" creationId="{1FEB0B71-DE53-634B-274E-6F27A9B49692}"/>
          </ac:spMkLst>
        </pc:spChg>
      </pc:sldChg>
      <pc:sldChg chg="modSp mod">
        <pc:chgData name="KIRAN KUMAR GANTA" userId="04d4457b2c6f4d58" providerId="LiveId" clId="{7732D2CA-B0F2-4067-A0C8-DF1E5A25DBD1}" dt="2023-02-24T17:07:10.669" v="49" actId="14100"/>
        <pc:sldMkLst>
          <pc:docMk/>
          <pc:sldMk cId="2758500736" sldId="271"/>
        </pc:sldMkLst>
        <pc:spChg chg="mod">
          <ac:chgData name="KIRAN KUMAR GANTA" userId="04d4457b2c6f4d58" providerId="LiveId" clId="{7732D2CA-B0F2-4067-A0C8-DF1E5A25DBD1}" dt="2023-02-24T17:07:10.669" v="49" actId="14100"/>
          <ac:spMkLst>
            <pc:docMk/>
            <pc:sldMk cId="2758500736" sldId="271"/>
            <ac:spMk id="3" creationId="{84B8E209-D197-54D2-FA90-614220DCAA3C}"/>
          </ac:spMkLst>
        </pc:spChg>
      </pc:sldChg>
      <pc:sldChg chg="modSp mod">
        <pc:chgData name="KIRAN KUMAR GANTA" userId="04d4457b2c6f4d58" providerId="LiveId" clId="{7732D2CA-B0F2-4067-A0C8-DF1E5A25DBD1}" dt="2023-02-24T17:07:27.253" v="52" actId="14100"/>
        <pc:sldMkLst>
          <pc:docMk/>
          <pc:sldMk cId="3653190127" sldId="272"/>
        </pc:sldMkLst>
        <pc:spChg chg="mod">
          <ac:chgData name="KIRAN KUMAR GANTA" userId="04d4457b2c6f4d58" providerId="LiveId" clId="{7732D2CA-B0F2-4067-A0C8-DF1E5A25DBD1}" dt="2023-02-24T17:07:27.253" v="52" actId="14100"/>
          <ac:spMkLst>
            <pc:docMk/>
            <pc:sldMk cId="3653190127" sldId="272"/>
            <ac:spMk id="3" creationId="{506F231C-6208-F025-E6AF-A625BE35EB83}"/>
          </ac:spMkLst>
        </pc:spChg>
      </pc:sldChg>
      <pc:sldChg chg="modSp mod">
        <pc:chgData name="KIRAN KUMAR GANTA" userId="04d4457b2c6f4d58" providerId="LiveId" clId="{7732D2CA-B0F2-4067-A0C8-DF1E5A25DBD1}" dt="2023-02-24T17:07:49.071" v="56" actId="14100"/>
        <pc:sldMkLst>
          <pc:docMk/>
          <pc:sldMk cId="3695859695" sldId="273"/>
        </pc:sldMkLst>
        <pc:spChg chg="mod">
          <ac:chgData name="KIRAN KUMAR GANTA" userId="04d4457b2c6f4d58" providerId="LiveId" clId="{7732D2CA-B0F2-4067-A0C8-DF1E5A25DBD1}" dt="2023-02-24T17:07:49.071" v="56" actId="14100"/>
          <ac:spMkLst>
            <pc:docMk/>
            <pc:sldMk cId="3695859695" sldId="273"/>
            <ac:spMk id="3" creationId="{08FB23B5-8DA9-7542-5D8E-8BA2B36C5599}"/>
          </ac:spMkLst>
        </pc:spChg>
      </pc:sldChg>
      <pc:sldChg chg="modSp mod">
        <pc:chgData name="KIRAN KUMAR GANTA" userId="04d4457b2c6f4d58" providerId="LiveId" clId="{7732D2CA-B0F2-4067-A0C8-DF1E5A25DBD1}" dt="2023-02-24T17:08:11.762" v="60" actId="14100"/>
        <pc:sldMkLst>
          <pc:docMk/>
          <pc:sldMk cId="2026968352" sldId="274"/>
        </pc:sldMkLst>
        <pc:spChg chg="mod">
          <ac:chgData name="KIRAN KUMAR GANTA" userId="04d4457b2c6f4d58" providerId="LiveId" clId="{7732D2CA-B0F2-4067-A0C8-DF1E5A25DBD1}" dt="2023-02-24T17:08:11.762" v="60" actId="14100"/>
          <ac:spMkLst>
            <pc:docMk/>
            <pc:sldMk cId="2026968352" sldId="274"/>
            <ac:spMk id="3" creationId="{668703F4-1813-892A-D70C-11718D503101}"/>
          </ac:spMkLst>
        </pc:spChg>
      </pc:sldChg>
      <pc:sldChg chg="modSp mod">
        <pc:chgData name="KIRAN KUMAR GANTA" userId="04d4457b2c6f4d58" providerId="LiveId" clId="{7732D2CA-B0F2-4067-A0C8-DF1E5A25DBD1}" dt="2023-02-24T17:08:29.604" v="64" actId="14100"/>
        <pc:sldMkLst>
          <pc:docMk/>
          <pc:sldMk cId="2957383491" sldId="275"/>
        </pc:sldMkLst>
        <pc:spChg chg="mod">
          <ac:chgData name="KIRAN KUMAR GANTA" userId="04d4457b2c6f4d58" providerId="LiveId" clId="{7732D2CA-B0F2-4067-A0C8-DF1E5A25DBD1}" dt="2023-02-24T17:08:29.604" v="64" actId="14100"/>
          <ac:spMkLst>
            <pc:docMk/>
            <pc:sldMk cId="2957383491" sldId="275"/>
            <ac:spMk id="3" creationId="{9C531A27-11BB-3D0C-6631-5379D78E199B}"/>
          </ac:spMkLst>
        </pc:spChg>
      </pc:sldChg>
      <pc:sldChg chg="modSp mod">
        <pc:chgData name="KIRAN KUMAR GANTA" userId="04d4457b2c6f4d58" providerId="LiveId" clId="{7732D2CA-B0F2-4067-A0C8-DF1E5A25DBD1}" dt="2023-02-24T17:08:47.273" v="68" actId="14100"/>
        <pc:sldMkLst>
          <pc:docMk/>
          <pc:sldMk cId="2146524995" sldId="276"/>
        </pc:sldMkLst>
        <pc:spChg chg="mod">
          <ac:chgData name="KIRAN KUMAR GANTA" userId="04d4457b2c6f4d58" providerId="LiveId" clId="{7732D2CA-B0F2-4067-A0C8-DF1E5A25DBD1}" dt="2023-02-24T17:08:47.273" v="68" actId="14100"/>
          <ac:spMkLst>
            <pc:docMk/>
            <pc:sldMk cId="2146524995" sldId="276"/>
            <ac:spMk id="3" creationId="{03CF843A-ACC6-4F63-ED60-590DDF5B439D}"/>
          </ac:spMkLst>
        </pc:spChg>
      </pc:sldChg>
      <pc:sldChg chg="modSp mod">
        <pc:chgData name="KIRAN KUMAR GANTA" userId="04d4457b2c6f4d58" providerId="LiveId" clId="{7732D2CA-B0F2-4067-A0C8-DF1E5A25DBD1}" dt="2023-02-24T17:09:06.537" v="72" actId="14100"/>
        <pc:sldMkLst>
          <pc:docMk/>
          <pc:sldMk cId="1414182164" sldId="277"/>
        </pc:sldMkLst>
        <pc:spChg chg="mod">
          <ac:chgData name="KIRAN KUMAR GANTA" userId="04d4457b2c6f4d58" providerId="LiveId" clId="{7732D2CA-B0F2-4067-A0C8-DF1E5A25DBD1}" dt="2023-02-24T17:09:06.537" v="72" actId="14100"/>
          <ac:spMkLst>
            <pc:docMk/>
            <pc:sldMk cId="1414182164" sldId="277"/>
            <ac:spMk id="3" creationId="{BBA4833D-A393-F722-CAA9-C34A2200418A}"/>
          </ac:spMkLst>
        </pc:spChg>
      </pc:sldChg>
      <pc:sldChg chg="modSp mod">
        <pc:chgData name="KIRAN KUMAR GANTA" userId="04d4457b2c6f4d58" providerId="LiveId" clId="{7732D2CA-B0F2-4067-A0C8-DF1E5A25DBD1}" dt="2023-02-24T17:09:32.334" v="76" actId="14100"/>
        <pc:sldMkLst>
          <pc:docMk/>
          <pc:sldMk cId="3434561862" sldId="278"/>
        </pc:sldMkLst>
        <pc:spChg chg="mod">
          <ac:chgData name="KIRAN KUMAR GANTA" userId="04d4457b2c6f4d58" providerId="LiveId" clId="{7732D2CA-B0F2-4067-A0C8-DF1E5A25DBD1}" dt="2023-02-24T17:09:32.334" v="76" actId="14100"/>
          <ac:spMkLst>
            <pc:docMk/>
            <pc:sldMk cId="3434561862" sldId="278"/>
            <ac:spMk id="3" creationId="{F1CC810F-4B1C-0B6C-E977-549B0ADCCC3B}"/>
          </ac:spMkLst>
        </pc:spChg>
      </pc:sldChg>
      <pc:sldChg chg="modSp mod">
        <pc:chgData name="KIRAN KUMAR GANTA" userId="04d4457b2c6f4d58" providerId="LiveId" clId="{7732D2CA-B0F2-4067-A0C8-DF1E5A25DBD1}" dt="2023-02-24T17:09:48.758" v="80" actId="14100"/>
        <pc:sldMkLst>
          <pc:docMk/>
          <pc:sldMk cId="3425082150" sldId="279"/>
        </pc:sldMkLst>
        <pc:spChg chg="mod">
          <ac:chgData name="KIRAN KUMAR GANTA" userId="04d4457b2c6f4d58" providerId="LiveId" clId="{7732D2CA-B0F2-4067-A0C8-DF1E5A25DBD1}" dt="2023-02-24T17:09:48.758" v="80" actId="14100"/>
          <ac:spMkLst>
            <pc:docMk/>
            <pc:sldMk cId="3425082150" sldId="279"/>
            <ac:spMk id="3" creationId="{98EAFA4C-BD9E-0554-C08A-C8929C9E1305}"/>
          </ac:spMkLst>
        </pc:spChg>
      </pc:sldChg>
      <pc:sldChg chg="modSp mod">
        <pc:chgData name="KIRAN KUMAR GANTA" userId="04d4457b2c6f4d58" providerId="LiveId" clId="{7732D2CA-B0F2-4067-A0C8-DF1E5A25DBD1}" dt="2023-02-24T17:10:06.144" v="84" actId="14100"/>
        <pc:sldMkLst>
          <pc:docMk/>
          <pc:sldMk cId="2076612004" sldId="280"/>
        </pc:sldMkLst>
        <pc:spChg chg="mod">
          <ac:chgData name="KIRAN KUMAR GANTA" userId="04d4457b2c6f4d58" providerId="LiveId" clId="{7732D2CA-B0F2-4067-A0C8-DF1E5A25DBD1}" dt="2023-02-24T17:10:06.144" v="84" actId="14100"/>
          <ac:spMkLst>
            <pc:docMk/>
            <pc:sldMk cId="2076612004" sldId="280"/>
            <ac:spMk id="3" creationId="{C9242765-0CE3-2B9A-CE0B-990E2FFC66CC}"/>
          </ac:spMkLst>
        </pc:spChg>
      </pc:sldChg>
      <pc:sldChg chg="modSp mod">
        <pc:chgData name="KIRAN KUMAR GANTA" userId="04d4457b2c6f4d58" providerId="LiveId" clId="{7732D2CA-B0F2-4067-A0C8-DF1E5A25DBD1}" dt="2023-02-24T17:10:30.935" v="89" actId="14100"/>
        <pc:sldMkLst>
          <pc:docMk/>
          <pc:sldMk cId="2711076953" sldId="281"/>
        </pc:sldMkLst>
        <pc:spChg chg="mod">
          <ac:chgData name="KIRAN KUMAR GANTA" userId="04d4457b2c6f4d58" providerId="LiveId" clId="{7732D2CA-B0F2-4067-A0C8-DF1E5A25DBD1}" dt="2023-02-24T17:10:30.935" v="89" actId="14100"/>
          <ac:spMkLst>
            <pc:docMk/>
            <pc:sldMk cId="2711076953" sldId="281"/>
            <ac:spMk id="3" creationId="{D50209E1-216A-4AEC-B69A-024ED48ABF25}"/>
          </ac:spMkLst>
        </pc:spChg>
      </pc:sldChg>
      <pc:sldChg chg="modSp mod">
        <pc:chgData name="KIRAN KUMAR GANTA" userId="04d4457b2c6f4d58" providerId="LiveId" clId="{7732D2CA-B0F2-4067-A0C8-DF1E5A25DBD1}" dt="2023-02-24T17:10:48.382" v="93" actId="14100"/>
        <pc:sldMkLst>
          <pc:docMk/>
          <pc:sldMk cId="2851204071" sldId="282"/>
        </pc:sldMkLst>
        <pc:spChg chg="mod">
          <ac:chgData name="KIRAN KUMAR GANTA" userId="04d4457b2c6f4d58" providerId="LiveId" clId="{7732D2CA-B0F2-4067-A0C8-DF1E5A25DBD1}" dt="2023-02-24T17:10:48.382" v="93" actId="14100"/>
          <ac:spMkLst>
            <pc:docMk/>
            <pc:sldMk cId="2851204071" sldId="282"/>
            <ac:spMk id="3" creationId="{F12BD6D4-CBAA-AEA2-A98E-E5FE37EC7961}"/>
          </ac:spMkLst>
        </pc:spChg>
      </pc:sldChg>
      <pc:sldChg chg="modSp mod">
        <pc:chgData name="KIRAN KUMAR GANTA" userId="04d4457b2c6f4d58" providerId="LiveId" clId="{7732D2CA-B0F2-4067-A0C8-DF1E5A25DBD1}" dt="2023-02-24T17:11:15.358" v="97" actId="14100"/>
        <pc:sldMkLst>
          <pc:docMk/>
          <pc:sldMk cId="554223680" sldId="283"/>
        </pc:sldMkLst>
        <pc:spChg chg="mod">
          <ac:chgData name="KIRAN KUMAR GANTA" userId="04d4457b2c6f4d58" providerId="LiveId" clId="{7732D2CA-B0F2-4067-A0C8-DF1E5A25DBD1}" dt="2023-02-24T17:11:15.358" v="97" actId="14100"/>
          <ac:spMkLst>
            <pc:docMk/>
            <pc:sldMk cId="554223680" sldId="283"/>
            <ac:spMk id="3" creationId="{07EFD1C8-9DB6-76A3-652E-782D67431108}"/>
          </ac:spMkLst>
        </pc:spChg>
      </pc:sldChg>
      <pc:sldChg chg="modSp mod">
        <pc:chgData name="KIRAN KUMAR GANTA" userId="04d4457b2c6f4d58" providerId="LiveId" clId="{7732D2CA-B0F2-4067-A0C8-DF1E5A25DBD1}" dt="2023-02-24T17:11:35.047" v="101" actId="14100"/>
        <pc:sldMkLst>
          <pc:docMk/>
          <pc:sldMk cId="3048807994" sldId="284"/>
        </pc:sldMkLst>
        <pc:spChg chg="mod">
          <ac:chgData name="KIRAN KUMAR GANTA" userId="04d4457b2c6f4d58" providerId="LiveId" clId="{7732D2CA-B0F2-4067-A0C8-DF1E5A25DBD1}" dt="2023-02-24T17:11:35.047" v="101" actId="14100"/>
          <ac:spMkLst>
            <pc:docMk/>
            <pc:sldMk cId="3048807994" sldId="284"/>
            <ac:spMk id="3" creationId="{F1A50A26-F082-840C-73DB-10EA2A889E6D}"/>
          </ac:spMkLst>
        </pc:spChg>
      </pc:sldChg>
      <pc:sldChg chg="modSp mod">
        <pc:chgData name="KIRAN KUMAR GANTA" userId="04d4457b2c6f4d58" providerId="LiveId" clId="{7732D2CA-B0F2-4067-A0C8-DF1E5A25DBD1}" dt="2023-02-24T17:11:55.034" v="105" actId="14100"/>
        <pc:sldMkLst>
          <pc:docMk/>
          <pc:sldMk cId="3989849634" sldId="285"/>
        </pc:sldMkLst>
        <pc:spChg chg="mod">
          <ac:chgData name="KIRAN KUMAR GANTA" userId="04d4457b2c6f4d58" providerId="LiveId" clId="{7732D2CA-B0F2-4067-A0C8-DF1E5A25DBD1}" dt="2023-02-24T17:11:55.034" v="105" actId="14100"/>
          <ac:spMkLst>
            <pc:docMk/>
            <pc:sldMk cId="3989849634" sldId="285"/>
            <ac:spMk id="3" creationId="{E585D727-34B0-2473-5288-8831680C0560}"/>
          </ac:spMkLst>
        </pc:spChg>
      </pc:sldChg>
      <pc:sldChg chg="modSp mod">
        <pc:chgData name="KIRAN KUMAR GANTA" userId="04d4457b2c6f4d58" providerId="LiveId" clId="{7732D2CA-B0F2-4067-A0C8-DF1E5A25DBD1}" dt="2023-02-24T17:12:13.890" v="109" actId="14100"/>
        <pc:sldMkLst>
          <pc:docMk/>
          <pc:sldMk cId="2385653247" sldId="286"/>
        </pc:sldMkLst>
        <pc:spChg chg="mod">
          <ac:chgData name="KIRAN KUMAR GANTA" userId="04d4457b2c6f4d58" providerId="LiveId" clId="{7732D2CA-B0F2-4067-A0C8-DF1E5A25DBD1}" dt="2023-02-24T17:12:13.890" v="109" actId="14100"/>
          <ac:spMkLst>
            <pc:docMk/>
            <pc:sldMk cId="2385653247" sldId="286"/>
            <ac:spMk id="3" creationId="{365A3785-C94D-22E4-D230-91E8CF97454C}"/>
          </ac:spMkLst>
        </pc:spChg>
      </pc:sldChg>
      <pc:sldChg chg="modSp mod">
        <pc:chgData name="KIRAN KUMAR GANTA" userId="04d4457b2c6f4d58" providerId="LiveId" clId="{7732D2CA-B0F2-4067-A0C8-DF1E5A25DBD1}" dt="2023-02-24T17:12:34.270" v="113" actId="14100"/>
        <pc:sldMkLst>
          <pc:docMk/>
          <pc:sldMk cId="1075459983" sldId="287"/>
        </pc:sldMkLst>
        <pc:spChg chg="mod">
          <ac:chgData name="KIRAN KUMAR GANTA" userId="04d4457b2c6f4d58" providerId="LiveId" clId="{7732D2CA-B0F2-4067-A0C8-DF1E5A25DBD1}" dt="2023-02-24T17:12:34.270" v="113" actId="14100"/>
          <ac:spMkLst>
            <pc:docMk/>
            <pc:sldMk cId="1075459983" sldId="287"/>
            <ac:spMk id="3" creationId="{67861C45-1915-7E28-1458-CDD63317952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F40212-6B6A-4846-BD94-4FCC0F85ABBE}" type="datetimeFigureOut">
              <a:rPr lang="en-IN" smtClean="0"/>
              <a:t>19-05-2026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173711-F11C-4D9B-A169-56E1924FADED}" type="slidenum">
              <a:rPr lang="en-IN" smtClean="0"/>
              <a:t>‹#›</a:t>
            </a:fld>
            <a:endParaRPr lang="en-IN"/>
          </a:p>
        </p:txBody>
      </p:sp>
    </p:spTree>
    <p:extLst>
      <p:ext uri="{BB962C8B-B14F-4D97-AF65-F5344CB8AC3E}">
        <p14:creationId xmlns:p14="http://schemas.microsoft.com/office/powerpoint/2010/main" val="23992756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AD90E-079C-56AE-3230-DDF72FBAE3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19CDCB-F29F-BC7B-1DB2-B4725820F5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8C40C8-9FEF-CC92-DA8D-7CB00A8718C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8D1368B-CFC0-7009-3492-D189DEE1E7A5}"/>
              </a:ext>
            </a:extLst>
          </p:cNvPr>
          <p:cNvSpPr>
            <a:spLocks noGrp="1"/>
          </p:cNvSpPr>
          <p:nvPr>
            <p:ph type="sldNum" sz="quarter" idx="5"/>
          </p:nvPr>
        </p:nvSpPr>
        <p:spPr/>
        <p:txBody>
          <a:bodyPr/>
          <a:lstStyle/>
          <a:p>
            <a:fld id="{33173711-F11C-4D9B-A169-56E1924FADED}" type="slidenum">
              <a:rPr lang="en-IN" smtClean="0"/>
              <a:t>4</a:t>
            </a:fld>
            <a:endParaRPr lang="en-IN"/>
          </a:p>
        </p:txBody>
      </p:sp>
    </p:spTree>
    <p:extLst>
      <p:ext uri="{BB962C8B-B14F-4D97-AF65-F5344CB8AC3E}">
        <p14:creationId xmlns:p14="http://schemas.microsoft.com/office/powerpoint/2010/main" val="12828916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3173711-F11C-4D9B-A169-56E1924FADED}" type="slidenum">
              <a:rPr lang="en-IN" smtClean="0"/>
              <a:t>5</a:t>
            </a:fld>
            <a:endParaRPr lang="en-IN"/>
          </a:p>
        </p:txBody>
      </p:sp>
    </p:spTree>
    <p:extLst>
      <p:ext uri="{BB962C8B-B14F-4D97-AF65-F5344CB8AC3E}">
        <p14:creationId xmlns:p14="http://schemas.microsoft.com/office/powerpoint/2010/main" val="32757181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BDC5B-19A4-7A4F-AD79-12AA0AE544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F66FBA-28F8-97F4-DBBB-20F2E11A66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112894-5AB8-C947-27D0-446F68C3D7F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DF0E649-A19D-E1DB-AAE5-ECDEDE96BB29}"/>
              </a:ext>
            </a:extLst>
          </p:cNvPr>
          <p:cNvSpPr>
            <a:spLocks noGrp="1"/>
          </p:cNvSpPr>
          <p:nvPr>
            <p:ph type="sldNum" sz="quarter" idx="5"/>
          </p:nvPr>
        </p:nvSpPr>
        <p:spPr/>
        <p:txBody>
          <a:bodyPr/>
          <a:lstStyle/>
          <a:p>
            <a:fld id="{33173711-F11C-4D9B-A169-56E1924FADED}" type="slidenum">
              <a:rPr lang="en-IN" smtClean="0"/>
              <a:t>6</a:t>
            </a:fld>
            <a:endParaRPr lang="en-IN"/>
          </a:p>
        </p:txBody>
      </p:sp>
    </p:spTree>
    <p:extLst>
      <p:ext uri="{BB962C8B-B14F-4D97-AF65-F5344CB8AC3E}">
        <p14:creationId xmlns:p14="http://schemas.microsoft.com/office/powerpoint/2010/main" val="42093503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CB271-2560-B7A9-F6E8-04A0BA61FA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B06C67-D003-88CC-0021-8412D69CCA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9BA0F5-D723-C358-A311-527395437C8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B3B8648-978E-B06C-A18B-6DCD8D76152E}"/>
              </a:ext>
            </a:extLst>
          </p:cNvPr>
          <p:cNvSpPr>
            <a:spLocks noGrp="1"/>
          </p:cNvSpPr>
          <p:nvPr>
            <p:ph type="sldNum" sz="quarter" idx="5"/>
          </p:nvPr>
        </p:nvSpPr>
        <p:spPr/>
        <p:txBody>
          <a:bodyPr/>
          <a:lstStyle/>
          <a:p>
            <a:fld id="{33173711-F11C-4D9B-A169-56E1924FADED}" type="slidenum">
              <a:rPr lang="en-IN" smtClean="0"/>
              <a:t>7</a:t>
            </a:fld>
            <a:endParaRPr lang="en-IN"/>
          </a:p>
        </p:txBody>
      </p:sp>
    </p:spTree>
    <p:extLst>
      <p:ext uri="{BB962C8B-B14F-4D97-AF65-F5344CB8AC3E}">
        <p14:creationId xmlns:p14="http://schemas.microsoft.com/office/powerpoint/2010/main" val="28892875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2E682-8ABE-ECFD-923F-F5C2DD1E09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7A4E2A-A06F-36FF-A2D1-738BEA7835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20A538-04C6-F527-447E-1AA84D4D8C0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AE14F4E-5D3D-8BCB-8573-E4715D247966}"/>
              </a:ext>
            </a:extLst>
          </p:cNvPr>
          <p:cNvSpPr>
            <a:spLocks noGrp="1"/>
          </p:cNvSpPr>
          <p:nvPr>
            <p:ph type="sldNum" sz="quarter" idx="5"/>
          </p:nvPr>
        </p:nvSpPr>
        <p:spPr/>
        <p:txBody>
          <a:bodyPr/>
          <a:lstStyle/>
          <a:p>
            <a:fld id="{33173711-F11C-4D9B-A169-56E1924FADED}" type="slidenum">
              <a:rPr lang="en-IN" smtClean="0"/>
              <a:t>8</a:t>
            </a:fld>
            <a:endParaRPr lang="en-IN"/>
          </a:p>
        </p:txBody>
      </p:sp>
    </p:spTree>
    <p:extLst>
      <p:ext uri="{BB962C8B-B14F-4D97-AF65-F5344CB8AC3E}">
        <p14:creationId xmlns:p14="http://schemas.microsoft.com/office/powerpoint/2010/main" val="7393862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C257A-115E-23BF-B184-1EE0E8589D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BB0A0B-2B4C-9352-4A54-3AE340812D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4C0B2E-7E0D-C9FA-3E0B-A2C9D567FAD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59B9867-204F-8572-7C28-48340F4E3BE4}"/>
              </a:ext>
            </a:extLst>
          </p:cNvPr>
          <p:cNvSpPr>
            <a:spLocks noGrp="1"/>
          </p:cNvSpPr>
          <p:nvPr>
            <p:ph type="sldNum" sz="quarter" idx="5"/>
          </p:nvPr>
        </p:nvSpPr>
        <p:spPr/>
        <p:txBody>
          <a:bodyPr/>
          <a:lstStyle/>
          <a:p>
            <a:fld id="{33173711-F11C-4D9B-A169-56E1924FADED}" type="slidenum">
              <a:rPr lang="en-IN" smtClean="0"/>
              <a:t>9</a:t>
            </a:fld>
            <a:endParaRPr lang="en-IN"/>
          </a:p>
        </p:txBody>
      </p:sp>
    </p:spTree>
    <p:extLst>
      <p:ext uri="{BB962C8B-B14F-4D97-AF65-F5344CB8AC3E}">
        <p14:creationId xmlns:p14="http://schemas.microsoft.com/office/powerpoint/2010/main" val="39412305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DBF9A-CBEA-C13F-FD93-1FEAD499A5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9F175D-ABED-893E-DC3F-CBF15B9328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3034ED-D741-9E67-4027-E671D841AA0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6056FFE-E6CC-B427-031D-E606CDACCF2A}"/>
              </a:ext>
            </a:extLst>
          </p:cNvPr>
          <p:cNvSpPr>
            <a:spLocks noGrp="1"/>
          </p:cNvSpPr>
          <p:nvPr>
            <p:ph type="sldNum" sz="quarter" idx="5"/>
          </p:nvPr>
        </p:nvSpPr>
        <p:spPr/>
        <p:txBody>
          <a:bodyPr/>
          <a:lstStyle/>
          <a:p>
            <a:fld id="{33173711-F11C-4D9B-A169-56E1924FADED}" type="slidenum">
              <a:rPr lang="en-IN" smtClean="0"/>
              <a:t>10</a:t>
            </a:fld>
            <a:endParaRPr lang="en-IN"/>
          </a:p>
        </p:txBody>
      </p:sp>
    </p:spTree>
    <p:extLst>
      <p:ext uri="{BB962C8B-B14F-4D97-AF65-F5344CB8AC3E}">
        <p14:creationId xmlns:p14="http://schemas.microsoft.com/office/powerpoint/2010/main" val="13855582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9636D-CDC5-8CA3-13AE-7C3B928CC1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B0284A-5E5E-4E39-1818-0E5B35BC2B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29A898-2552-83AE-27E1-217D1CA2851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608B93A-9960-34ED-0E28-66728BDE98E7}"/>
              </a:ext>
            </a:extLst>
          </p:cNvPr>
          <p:cNvSpPr>
            <a:spLocks noGrp="1"/>
          </p:cNvSpPr>
          <p:nvPr>
            <p:ph type="sldNum" sz="quarter" idx="5"/>
          </p:nvPr>
        </p:nvSpPr>
        <p:spPr/>
        <p:txBody>
          <a:bodyPr/>
          <a:lstStyle/>
          <a:p>
            <a:fld id="{33173711-F11C-4D9B-A169-56E1924FADED}" type="slidenum">
              <a:rPr lang="en-IN" smtClean="0"/>
              <a:t>11</a:t>
            </a:fld>
            <a:endParaRPr lang="en-IN"/>
          </a:p>
        </p:txBody>
      </p:sp>
    </p:spTree>
    <p:extLst>
      <p:ext uri="{BB962C8B-B14F-4D97-AF65-F5344CB8AC3E}">
        <p14:creationId xmlns:p14="http://schemas.microsoft.com/office/powerpoint/2010/main" val="35702776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5833E-999F-9B52-01F4-8F68FC54C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51752E-D520-B9F5-27A7-5BB6D0D90D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732EF6-187A-FDAE-D934-94A86103073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DF8CFCC-523F-6C41-B43A-7F0337A16B7E}"/>
              </a:ext>
            </a:extLst>
          </p:cNvPr>
          <p:cNvSpPr>
            <a:spLocks noGrp="1"/>
          </p:cNvSpPr>
          <p:nvPr>
            <p:ph type="sldNum" sz="quarter" idx="5"/>
          </p:nvPr>
        </p:nvSpPr>
        <p:spPr/>
        <p:txBody>
          <a:bodyPr/>
          <a:lstStyle/>
          <a:p>
            <a:fld id="{33173711-F11C-4D9B-A169-56E1924FADED}" type="slidenum">
              <a:rPr lang="en-IN" smtClean="0"/>
              <a:t>12</a:t>
            </a:fld>
            <a:endParaRPr lang="en-IN"/>
          </a:p>
        </p:txBody>
      </p:sp>
    </p:spTree>
    <p:extLst>
      <p:ext uri="{BB962C8B-B14F-4D97-AF65-F5344CB8AC3E}">
        <p14:creationId xmlns:p14="http://schemas.microsoft.com/office/powerpoint/2010/main" val="19896358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0D11E-268B-DDFF-00A4-8D2A8ABEB4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6DB8B6-98D1-8369-3E3C-820863A76C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6260AB-4C46-80FD-F7EC-E7CD24E43C0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785E852-60B3-D0A0-C8D6-36E8DFA79C3A}"/>
              </a:ext>
            </a:extLst>
          </p:cNvPr>
          <p:cNvSpPr>
            <a:spLocks noGrp="1"/>
          </p:cNvSpPr>
          <p:nvPr>
            <p:ph type="sldNum" sz="quarter" idx="5"/>
          </p:nvPr>
        </p:nvSpPr>
        <p:spPr/>
        <p:txBody>
          <a:bodyPr/>
          <a:lstStyle/>
          <a:p>
            <a:fld id="{33173711-F11C-4D9B-A169-56E1924FADED}" type="slidenum">
              <a:rPr lang="en-IN" smtClean="0"/>
              <a:t>13</a:t>
            </a:fld>
            <a:endParaRPr lang="en-IN"/>
          </a:p>
        </p:txBody>
      </p:sp>
    </p:spTree>
    <p:extLst>
      <p:ext uri="{BB962C8B-B14F-4D97-AF65-F5344CB8AC3E}">
        <p14:creationId xmlns:p14="http://schemas.microsoft.com/office/powerpoint/2010/main" val="35519729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011B6-252C-ABFD-E0CF-F240A77CF7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103154-FEFC-D9D7-C1B1-E03A272137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8989E9-617E-5D90-79FA-2469A452A8F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E870DEE-96B5-9A57-2A91-1F70DDE1AA84}"/>
              </a:ext>
            </a:extLst>
          </p:cNvPr>
          <p:cNvSpPr>
            <a:spLocks noGrp="1"/>
          </p:cNvSpPr>
          <p:nvPr>
            <p:ph type="sldNum" sz="quarter" idx="5"/>
          </p:nvPr>
        </p:nvSpPr>
        <p:spPr/>
        <p:txBody>
          <a:bodyPr/>
          <a:lstStyle/>
          <a:p>
            <a:fld id="{33173711-F11C-4D9B-A169-56E1924FADED}" type="slidenum">
              <a:rPr lang="en-IN" smtClean="0"/>
              <a:t>14</a:t>
            </a:fld>
            <a:endParaRPr lang="en-IN"/>
          </a:p>
        </p:txBody>
      </p:sp>
    </p:spTree>
    <p:extLst>
      <p:ext uri="{BB962C8B-B14F-4D97-AF65-F5344CB8AC3E}">
        <p14:creationId xmlns:p14="http://schemas.microsoft.com/office/powerpoint/2010/main" val="3363784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56BDA-A4B4-445A-CFC5-85542E721B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8EC3DF-EC48-9D01-AD71-1C30D9F5C9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E760AF-9CE7-CCFC-3394-80889D567EE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061DA13-BC87-4426-144B-50F4011C665C}"/>
              </a:ext>
            </a:extLst>
          </p:cNvPr>
          <p:cNvSpPr>
            <a:spLocks noGrp="1"/>
          </p:cNvSpPr>
          <p:nvPr>
            <p:ph type="sldNum" sz="quarter" idx="5"/>
          </p:nvPr>
        </p:nvSpPr>
        <p:spPr/>
        <p:txBody>
          <a:bodyPr/>
          <a:lstStyle/>
          <a:p>
            <a:fld id="{33173711-F11C-4D9B-A169-56E1924FADED}" type="slidenum">
              <a:rPr lang="en-IN" smtClean="0"/>
              <a:t>15</a:t>
            </a:fld>
            <a:endParaRPr lang="en-IN"/>
          </a:p>
        </p:txBody>
      </p:sp>
    </p:spTree>
    <p:extLst>
      <p:ext uri="{BB962C8B-B14F-4D97-AF65-F5344CB8AC3E}">
        <p14:creationId xmlns:p14="http://schemas.microsoft.com/office/powerpoint/2010/main" val="13149256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19E0D-97F8-ABAD-B970-8697FEEB84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48B826-54F7-F786-FE92-B9A14FF46C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65A6C9-8A22-C68B-0BD9-975F22C9940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8DB4660-BC70-FD18-52DD-CDE39294FFD6}"/>
              </a:ext>
            </a:extLst>
          </p:cNvPr>
          <p:cNvSpPr>
            <a:spLocks noGrp="1"/>
          </p:cNvSpPr>
          <p:nvPr>
            <p:ph type="sldNum" sz="quarter" idx="5"/>
          </p:nvPr>
        </p:nvSpPr>
        <p:spPr/>
        <p:txBody>
          <a:bodyPr/>
          <a:lstStyle/>
          <a:p>
            <a:fld id="{33173711-F11C-4D9B-A169-56E1924FADED}" type="slidenum">
              <a:rPr lang="en-IN" smtClean="0"/>
              <a:t>16</a:t>
            </a:fld>
            <a:endParaRPr lang="en-IN"/>
          </a:p>
        </p:txBody>
      </p:sp>
    </p:spTree>
    <p:extLst>
      <p:ext uri="{BB962C8B-B14F-4D97-AF65-F5344CB8AC3E}">
        <p14:creationId xmlns:p14="http://schemas.microsoft.com/office/powerpoint/2010/main" val="34065778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CF57A-8B48-8BAA-82E7-B92A200963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B186F2-860C-D041-2FE1-BAB81197B5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325F21-DACC-519B-4AF5-615594A481D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533F1F0-C574-7602-6FFA-3BE2BCC11DD2}"/>
              </a:ext>
            </a:extLst>
          </p:cNvPr>
          <p:cNvSpPr>
            <a:spLocks noGrp="1"/>
          </p:cNvSpPr>
          <p:nvPr>
            <p:ph type="sldNum" sz="quarter" idx="5"/>
          </p:nvPr>
        </p:nvSpPr>
        <p:spPr/>
        <p:txBody>
          <a:bodyPr/>
          <a:lstStyle/>
          <a:p>
            <a:fld id="{33173711-F11C-4D9B-A169-56E1924FADED}" type="slidenum">
              <a:rPr lang="en-IN" smtClean="0"/>
              <a:t>17</a:t>
            </a:fld>
            <a:endParaRPr lang="en-IN"/>
          </a:p>
        </p:txBody>
      </p:sp>
    </p:spTree>
    <p:extLst>
      <p:ext uri="{BB962C8B-B14F-4D97-AF65-F5344CB8AC3E}">
        <p14:creationId xmlns:p14="http://schemas.microsoft.com/office/powerpoint/2010/main" val="5495372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5/19/2026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2418594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599174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51196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934509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17979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43441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17870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49007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640357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84656254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46547809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8036138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94311980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10566764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4909879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746035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19148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509A250-FF31-4206-8172-F9D3106AACB1}" type="datetimeFigureOut">
              <a:rPr lang="en-US" smtClean="0"/>
              <a:t>5/19/2026</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2130106805"/>
      </p:ext>
    </p:extLst>
  </p:cSld>
  <p:clrMap bg1="dk1" tx1="lt1" bg2="dk2" tx2="lt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Lst>
  <p:hf sldNum="0" hdr="0" ftr="0" dt="0"/>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376A0A9-866E-35A2-B545-C7DB27F4E71E}"/>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1AC1FED5-8C91-B88B-5048-E1C2B47A15F3}"/>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6" name="Title 5">
            <a:extLst>
              <a:ext uri="{FF2B5EF4-FFF2-40B4-BE49-F238E27FC236}">
                <a16:creationId xmlns:a16="http://schemas.microsoft.com/office/drawing/2014/main" id="{D527DE88-029D-7DEF-48A9-4A2AB0B5DAFD}"/>
              </a:ext>
            </a:extLst>
          </p:cNvPr>
          <p:cNvSpPr>
            <a:spLocks noGrp="1"/>
          </p:cNvSpPr>
          <p:nvPr>
            <p:ph type="ctrTitle"/>
          </p:nvPr>
        </p:nvSpPr>
        <p:spPr>
          <a:xfrm>
            <a:off x="1442869" y="1563093"/>
            <a:ext cx="9001462" cy="930049"/>
          </a:xfrm>
        </p:spPr>
        <p:txBody>
          <a:bodyPr>
            <a:normAutofit/>
          </a:bodyPr>
          <a:lstStyle/>
          <a:p>
            <a:r>
              <a:rPr lang="en-US" sz="3400" dirty="0"/>
              <a:t>Partnership</a:t>
            </a:r>
            <a:endParaRPr lang="en-IN" sz="3400" dirty="0"/>
          </a:p>
        </p:txBody>
      </p:sp>
    </p:spTree>
    <p:extLst>
      <p:ext uri="{BB962C8B-B14F-4D97-AF65-F5344CB8AC3E}">
        <p14:creationId xmlns:p14="http://schemas.microsoft.com/office/powerpoint/2010/main" val="3096221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830C1-3F2D-2462-87F4-47607EA5D93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8597B1F-C001-A0C1-8565-FD41ACB9FD51}"/>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417BD1FC-8128-DD76-0D16-3F5BFA517EAB}"/>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843503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B320D-9C5F-34FD-3313-2215543B56E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56217F6-DD02-E4A6-33C6-8462D3F00AE4}"/>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9047DE1A-4D68-151C-7A13-2E200E31D044}"/>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91262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90390-A2A6-A7BB-915F-1DF27532BD8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093506-1DB9-01D8-7CC4-83226C6055AD}"/>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300" b="1" dirty="0">
                <a:latin typeface="Bookman Old Style" pitchFamily="18" charset="0"/>
                <a:cs typeface="Times New Roman" panose="02020603050405020304" pitchFamily="18" charset="0"/>
              </a:rPr>
              <a:t>1. Dhoni , Virat and Rohit started a business by investing 12000 , 13500 and 15000 .Find the share of Dhoni in the profit of  Rs.56700 ?</a:t>
            </a:r>
          </a:p>
          <a:p>
            <a:pPr marL="0" indent="0" algn="just">
              <a:lnSpc>
                <a:spcPct val="150000"/>
              </a:lnSpc>
              <a:buNone/>
            </a:pPr>
            <a:r>
              <a:rPr lang="en-IN" sz="2300" b="1" dirty="0">
                <a:latin typeface="Bookman Old Style" pitchFamily="18" charset="0"/>
                <a:cs typeface="Times New Roman" panose="02020603050405020304" pitchFamily="18" charset="0"/>
              </a:rPr>
              <a:t>   a. 16800       </a:t>
            </a:r>
          </a:p>
          <a:p>
            <a:pPr marL="0" indent="0" algn="just">
              <a:lnSpc>
                <a:spcPct val="150000"/>
              </a:lnSpc>
              <a:buNone/>
            </a:pPr>
            <a:r>
              <a:rPr lang="en-IN" sz="2300" b="1" dirty="0">
                <a:latin typeface="Bookman Old Style" pitchFamily="18" charset="0"/>
                <a:cs typeface="Times New Roman" panose="02020603050405020304" pitchFamily="18" charset="0"/>
              </a:rPr>
              <a:t>  b. 16000     </a:t>
            </a:r>
          </a:p>
          <a:p>
            <a:pPr marL="0" indent="0" algn="just">
              <a:lnSpc>
                <a:spcPct val="150000"/>
              </a:lnSpc>
              <a:buNone/>
            </a:pPr>
            <a:r>
              <a:rPr lang="en-IN" sz="2300" b="1" dirty="0">
                <a:latin typeface="Bookman Old Style" pitchFamily="18" charset="0"/>
                <a:cs typeface="Times New Roman" panose="02020603050405020304" pitchFamily="18" charset="0"/>
              </a:rPr>
              <a:t> c. 15500      </a:t>
            </a:r>
          </a:p>
          <a:p>
            <a:pPr marL="0" indent="0" algn="just">
              <a:lnSpc>
                <a:spcPct val="150000"/>
              </a:lnSpc>
              <a:buNone/>
            </a:pPr>
            <a:r>
              <a:rPr lang="en-IN" sz="2300" b="1" dirty="0">
                <a:latin typeface="Bookman Old Style" pitchFamily="18" charset="0"/>
                <a:cs typeface="Times New Roman" panose="02020603050405020304" pitchFamily="18" charset="0"/>
              </a:rPr>
              <a:t> d. 15000</a:t>
            </a:r>
          </a:p>
          <a:p>
            <a:pPr marL="0" indent="0" algn="just">
              <a:lnSpc>
                <a:spcPct val="150000"/>
              </a:lnSpc>
              <a:buNone/>
            </a:pPr>
            <a:endParaRPr lang="en-IN" sz="23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4ADF4F74-C361-3557-B66A-30AB4BED311F}"/>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167467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25DC3E-2454-8DA3-9DD3-8254F51563EE}"/>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300" b="1" dirty="0">
                <a:latin typeface="Bookman Old Style" pitchFamily="18" charset="0"/>
                <a:cs typeface="Times New Roman" panose="02020603050405020304" pitchFamily="18" charset="0"/>
              </a:rPr>
              <a:t>2. </a:t>
            </a:r>
            <a:r>
              <a:rPr lang="en-US" sz="2300" b="1" dirty="0">
                <a:latin typeface="Bookman Old Style" pitchFamily="18" charset="0"/>
                <a:cs typeface="Times New Roman" panose="02020603050405020304" pitchFamily="18" charset="0"/>
              </a:rPr>
              <a:t>Balu and Somu started the Bar, Balu invests Rs 35000 for 8 months and Somu invests Rs 42000 for 10 months. Out of a profit of Rs.31,570. Balu share is</a:t>
            </a:r>
            <a:endParaRPr lang="en-IN" sz="23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83D65938-E035-8E01-3D69-D2F21629A0FD}"/>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542310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36EB5-E325-53CC-E6A3-E0294A9A0FC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EB73C8-51CA-B19B-5802-03874677483D}"/>
              </a:ext>
            </a:extLst>
          </p:cNvPr>
          <p:cNvSpPr>
            <a:spLocks noGrp="1"/>
          </p:cNvSpPr>
          <p:nvPr>
            <p:ph idx="1"/>
          </p:nvPr>
        </p:nvSpPr>
        <p:spPr>
          <a:xfrm>
            <a:off x="441506" y="255381"/>
            <a:ext cx="9714866" cy="6352247"/>
          </a:xfrm>
        </p:spPr>
        <p:txBody>
          <a:bodyPr>
            <a:normAutofit/>
          </a:bodyPr>
          <a:lstStyle/>
          <a:p>
            <a:pPr marL="0" indent="0" algn="just">
              <a:lnSpc>
                <a:spcPct val="150000"/>
              </a:lnSpc>
              <a:buNone/>
            </a:pPr>
            <a:r>
              <a:rPr lang="en-IN" sz="2300" b="1" dirty="0">
                <a:latin typeface="Bookman Old Style" pitchFamily="18" charset="0"/>
                <a:cs typeface="Times New Roman" panose="02020603050405020304" pitchFamily="18" charset="0"/>
              </a:rPr>
              <a:t>3. </a:t>
            </a:r>
            <a:r>
              <a:rPr lang="en-IN" sz="2400" b="1" dirty="0">
                <a:latin typeface="Bookman Old Style" pitchFamily="18" charset="0"/>
                <a:cs typeface="Times New Roman" panose="02020603050405020304" pitchFamily="18" charset="0"/>
              </a:rPr>
              <a:t>A, B and C  enter into a partnership . A contributes Rs.36000 for 4 months, B contributes Rs. 18000 for 3 months and C contributes Rs. 27000 for 5 months. If the total profit be Rs. 148000. Find the share of B.</a:t>
            </a:r>
          </a:p>
          <a:p>
            <a:pPr marL="0" indent="0" algn="just">
              <a:lnSpc>
                <a:spcPct val="150000"/>
              </a:lnSpc>
              <a:buNone/>
            </a:pPr>
            <a:r>
              <a:rPr lang="en-IN" sz="2400" b="1" dirty="0">
                <a:latin typeface="Bookman Old Style" pitchFamily="18" charset="0"/>
                <a:cs typeface="Times New Roman" panose="02020603050405020304" pitchFamily="18" charset="0"/>
              </a:rPr>
              <a:t> a. 30000      </a:t>
            </a:r>
          </a:p>
          <a:p>
            <a:pPr marL="0" indent="0" algn="just">
              <a:lnSpc>
                <a:spcPct val="150000"/>
              </a:lnSpc>
              <a:buNone/>
            </a:pPr>
            <a:r>
              <a:rPr lang="en-IN" sz="2400" b="1" dirty="0">
                <a:latin typeface="Bookman Old Style" pitchFamily="18" charset="0"/>
                <a:cs typeface="Times New Roman" panose="02020603050405020304" pitchFamily="18" charset="0"/>
              </a:rPr>
              <a:t>   b. 24000      </a:t>
            </a:r>
          </a:p>
          <a:p>
            <a:pPr marL="0" indent="0" algn="just">
              <a:lnSpc>
                <a:spcPct val="150000"/>
              </a:lnSpc>
              <a:buNone/>
            </a:pPr>
            <a:r>
              <a:rPr lang="en-IN" sz="2400" b="1" dirty="0">
                <a:latin typeface="Bookman Old Style" pitchFamily="18" charset="0"/>
                <a:cs typeface="Times New Roman" panose="02020603050405020304" pitchFamily="18" charset="0"/>
              </a:rPr>
              <a:t>   c. 28000    </a:t>
            </a:r>
          </a:p>
          <a:p>
            <a:pPr marL="0" indent="0" algn="just">
              <a:lnSpc>
                <a:spcPct val="150000"/>
              </a:lnSpc>
              <a:buNone/>
            </a:pPr>
            <a:r>
              <a:rPr lang="en-IN" sz="2400" b="1" dirty="0">
                <a:latin typeface="Bookman Old Style" pitchFamily="18" charset="0"/>
                <a:cs typeface="Times New Roman" panose="02020603050405020304" pitchFamily="18" charset="0"/>
              </a:rPr>
              <a:t>   d. 35000</a:t>
            </a:r>
          </a:p>
          <a:p>
            <a:pPr marL="0" indent="0" algn="just">
              <a:lnSpc>
                <a:spcPct val="150000"/>
              </a:lnSpc>
              <a:buNone/>
            </a:pPr>
            <a:endParaRPr lang="en-IN" sz="23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A2FCED06-1CB7-0EFB-56DA-F4FE8F07CB8F}"/>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4099453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DF2B-4B14-FD13-A6FA-5B5327B9D71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7986D0-B512-351E-332B-52F5C93A82C7}"/>
              </a:ext>
            </a:extLst>
          </p:cNvPr>
          <p:cNvSpPr>
            <a:spLocks noGrp="1"/>
          </p:cNvSpPr>
          <p:nvPr>
            <p:ph idx="1"/>
          </p:nvPr>
        </p:nvSpPr>
        <p:spPr>
          <a:xfrm>
            <a:off x="441506" y="255381"/>
            <a:ext cx="9714866" cy="5818847"/>
          </a:xfrm>
        </p:spPr>
        <p:txBody>
          <a:bodyPr>
            <a:noAutofit/>
          </a:bodyPr>
          <a:lstStyle/>
          <a:p>
            <a:pPr marL="0" indent="0" algn="just">
              <a:lnSpc>
                <a:spcPct val="150000"/>
              </a:lnSpc>
              <a:buNone/>
            </a:pPr>
            <a:r>
              <a:rPr lang="en-IN" sz="2300" b="1" dirty="0">
                <a:latin typeface="Bookman Old Style" pitchFamily="18" charset="0"/>
                <a:cs typeface="Times New Roman" panose="02020603050405020304" pitchFamily="18" charset="0"/>
              </a:rPr>
              <a:t>4. </a:t>
            </a:r>
            <a:r>
              <a:rPr lang="en-US" sz="2300" b="1" dirty="0">
                <a:latin typeface="Bookman Old Style" pitchFamily="18" charset="0"/>
                <a:cs typeface="Times New Roman" panose="02020603050405020304" pitchFamily="18" charset="0"/>
              </a:rPr>
              <a:t>Ravi and Nikhil started a business investing 48,000 and 64,000 respectively, but Nikhil left the business after 2 months. Find the difference between the share of profits of Ravi and Nikhil, if the total profit at the end of the year was 12,100?</a:t>
            </a:r>
          </a:p>
          <a:p>
            <a:pPr marL="0" indent="0" algn="just">
              <a:lnSpc>
                <a:spcPct val="150000"/>
              </a:lnSpc>
              <a:buNone/>
            </a:pPr>
            <a:r>
              <a:rPr lang="en-US" sz="2300" b="1" dirty="0">
                <a:latin typeface="Bookman Old Style" pitchFamily="18" charset="0"/>
                <a:cs typeface="Times New Roman" panose="02020603050405020304" pitchFamily="18" charset="0"/>
              </a:rPr>
              <a:t>A.4200	</a:t>
            </a:r>
          </a:p>
          <a:p>
            <a:pPr marL="0" indent="0" algn="just">
              <a:lnSpc>
                <a:spcPct val="150000"/>
              </a:lnSpc>
              <a:buNone/>
            </a:pPr>
            <a:r>
              <a:rPr lang="en-US" sz="2300" b="1" dirty="0">
                <a:latin typeface="Bookman Old Style" pitchFamily="18" charset="0"/>
                <a:cs typeface="Times New Roman" panose="02020603050405020304" pitchFamily="18" charset="0"/>
              </a:rPr>
              <a:t>B.8400</a:t>
            </a:r>
          </a:p>
          <a:p>
            <a:pPr marL="0" indent="0" algn="just">
              <a:lnSpc>
                <a:spcPct val="150000"/>
              </a:lnSpc>
              <a:buNone/>
            </a:pPr>
            <a:r>
              <a:rPr lang="en-US" sz="2300" b="1" dirty="0">
                <a:latin typeface="Bookman Old Style" pitchFamily="18" charset="0"/>
                <a:cs typeface="Times New Roman" panose="02020603050405020304" pitchFamily="18" charset="0"/>
              </a:rPr>
              <a:t>C. 7700</a:t>
            </a:r>
          </a:p>
          <a:p>
            <a:pPr marL="0" indent="0" algn="just">
              <a:lnSpc>
                <a:spcPct val="150000"/>
              </a:lnSpc>
              <a:buNone/>
            </a:pPr>
            <a:r>
              <a:rPr lang="en-US" sz="2300" b="1" dirty="0">
                <a:latin typeface="Bookman Old Style" pitchFamily="18" charset="0"/>
                <a:cs typeface="Times New Roman" panose="02020603050405020304" pitchFamily="18" charset="0"/>
              </a:rPr>
              <a:t>D. 6300</a:t>
            </a:r>
            <a:endParaRPr lang="en-IN" sz="23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5B562C2F-E39F-A057-7094-581F3241F6FB}"/>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73312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70CC3-52D3-552B-7746-6225AE24E53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190283-12D4-8EC1-E99C-9F06EBB7360F}"/>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300" b="1" dirty="0">
                <a:latin typeface="+mj-lt"/>
                <a:cs typeface="Times New Roman" panose="02020603050405020304" pitchFamily="18" charset="0"/>
              </a:rPr>
              <a:t>5. </a:t>
            </a:r>
            <a:r>
              <a:rPr lang="en-IN" sz="2300" b="1" dirty="0">
                <a:effectLst/>
                <a:latin typeface="+mj-lt"/>
              </a:rPr>
              <a:t>The ratio of investment by A to that by B in a business is 14 :15 and the ratio of their respective profits at the end of a year is 2 : 5. If A invested the money for 3 months, then for how much time (in months) B invested his money?</a:t>
            </a:r>
            <a:endParaRPr lang="en-IN" sz="2300" b="1" dirty="0">
              <a:latin typeface="+mj-lt"/>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3B1847B8-8991-78F6-2FA6-F66A4A944552}"/>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06478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3A936-BC82-B41C-9CB6-FBFCD5B3E85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F30632-5A84-FEF1-FDDF-46ACFE055217}"/>
              </a:ext>
            </a:extLst>
          </p:cNvPr>
          <p:cNvSpPr>
            <a:spLocks noGrp="1"/>
          </p:cNvSpPr>
          <p:nvPr>
            <p:ph idx="1"/>
          </p:nvPr>
        </p:nvSpPr>
        <p:spPr>
          <a:xfrm>
            <a:off x="441506" y="255382"/>
            <a:ext cx="9714866" cy="5840618"/>
          </a:xfrm>
        </p:spPr>
        <p:txBody>
          <a:bodyPr>
            <a:noAutofit/>
          </a:bodyPr>
          <a:lstStyle/>
          <a:p>
            <a:pPr marL="0" indent="0" algn="just">
              <a:lnSpc>
                <a:spcPct val="150000"/>
              </a:lnSpc>
              <a:buNone/>
            </a:pPr>
            <a:r>
              <a:rPr lang="en-IN" sz="2300" b="1" dirty="0">
                <a:latin typeface="+mj-lt"/>
                <a:cs typeface="Times New Roman" panose="02020603050405020304" pitchFamily="18" charset="0"/>
              </a:rPr>
              <a:t>6. </a:t>
            </a:r>
            <a:r>
              <a:rPr lang="en-US" sz="2300" b="1" dirty="0">
                <a:latin typeface="+mj-lt"/>
                <a:cs typeface="Times New Roman" panose="02020603050405020304" pitchFamily="18" charset="0"/>
              </a:rPr>
              <a:t>Seema started a business investing 20,000. After six months, Heema joined her with 75,000. After another six months, Neema also joined them with 50,000. What should be the ratio in which the profits are shared by the 3 persons respectively at the end of 2 years?	</a:t>
            </a:r>
          </a:p>
          <a:p>
            <a:pPr marL="0" indent="0" algn="just">
              <a:lnSpc>
                <a:spcPct val="150000"/>
              </a:lnSpc>
              <a:buNone/>
            </a:pPr>
            <a:r>
              <a:rPr lang="en-US" sz="2300" b="1" dirty="0">
                <a:latin typeface="+mj-lt"/>
                <a:cs typeface="Times New Roman" panose="02020603050405020304" pitchFamily="18" charset="0"/>
              </a:rPr>
              <a:t>A. 14:35:10	</a:t>
            </a:r>
          </a:p>
          <a:p>
            <a:pPr marL="0" indent="0" algn="just">
              <a:lnSpc>
                <a:spcPct val="150000"/>
              </a:lnSpc>
              <a:buNone/>
            </a:pPr>
            <a:r>
              <a:rPr lang="en-US" sz="2300" b="1" dirty="0">
                <a:latin typeface="+mj-lt"/>
                <a:cs typeface="Times New Roman" panose="02020603050405020304" pitchFamily="18" charset="0"/>
              </a:rPr>
              <a:t>B. 18:19:20	</a:t>
            </a:r>
          </a:p>
          <a:p>
            <a:pPr marL="0" indent="0" algn="just">
              <a:lnSpc>
                <a:spcPct val="150000"/>
              </a:lnSpc>
              <a:buNone/>
            </a:pPr>
            <a:r>
              <a:rPr lang="en-US" sz="2300" b="1" dirty="0">
                <a:latin typeface="+mj-lt"/>
                <a:cs typeface="Times New Roman" panose="02020603050405020304" pitchFamily="18" charset="0"/>
              </a:rPr>
              <a:t>C. 16:45:20	</a:t>
            </a:r>
          </a:p>
          <a:p>
            <a:pPr marL="0" indent="0" algn="just">
              <a:lnSpc>
                <a:spcPct val="150000"/>
              </a:lnSpc>
              <a:buNone/>
            </a:pPr>
            <a:r>
              <a:rPr lang="en-US" sz="2300" b="1" dirty="0">
                <a:latin typeface="+mj-lt"/>
                <a:cs typeface="Times New Roman" panose="02020603050405020304" pitchFamily="18" charset="0"/>
              </a:rPr>
              <a:t>D. 16:30:18</a:t>
            </a:r>
            <a:endParaRPr lang="en-IN" sz="2300" b="1" dirty="0">
              <a:latin typeface="+mj-lt"/>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3E9B88C6-62D8-A7DD-8982-37ED26B041A3}"/>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745163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E6A7B-F415-0FE9-6067-7D1ECA18BD3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CB9400-FEDF-EB04-83E7-F27DADA50C19}"/>
              </a:ext>
            </a:extLst>
          </p:cNvPr>
          <p:cNvSpPr>
            <a:spLocks noGrp="1"/>
          </p:cNvSpPr>
          <p:nvPr>
            <p:ph idx="1"/>
          </p:nvPr>
        </p:nvSpPr>
        <p:spPr>
          <a:xfrm>
            <a:off x="441506" y="255382"/>
            <a:ext cx="9714866" cy="5753532"/>
          </a:xfrm>
        </p:spPr>
        <p:txBody>
          <a:bodyPr>
            <a:noAutofit/>
          </a:bodyPr>
          <a:lstStyle/>
          <a:p>
            <a:pPr marL="0" indent="0" algn="just">
              <a:lnSpc>
                <a:spcPct val="150000"/>
              </a:lnSpc>
              <a:buNone/>
            </a:pPr>
            <a:r>
              <a:rPr lang="en-IN" sz="2300" b="1" dirty="0">
                <a:latin typeface="+mj-lt"/>
                <a:cs typeface="Times New Roman" panose="02020603050405020304" pitchFamily="18" charset="0"/>
              </a:rPr>
              <a:t>7. </a:t>
            </a:r>
            <a:r>
              <a:rPr lang="en-US" sz="2300" b="1" dirty="0">
                <a:latin typeface="+mj-lt"/>
                <a:cs typeface="Times New Roman" panose="02020603050405020304" pitchFamily="18" charset="0"/>
              </a:rPr>
              <a:t>Ram invested 1/3 of capital for ¼ time. Krishna invested 1/3 of capital for ½ time. Rahim invested remaining capital for the whole time. What is the share of Ram in the total annual profit Rs. 84000?	</a:t>
            </a:r>
          </a:p>
          <a:p>
            <a:pPr marL="0" indent="0" algn="just">
              <a:lnSpc>
                <a:spcPct val="150000"/>
              </a:lnSpc>
              <a:buNone/>
            </a:pPr>
            <a:r>
              <a:rPr lang="en-US" sz="2300" b="1" dirty="0">
                <a:latin typeface="+mj-lt"/>
                <a:cs typeface="Times New Roman" panose="02020603050405020304" pitchFamily="18" charset="0"/>
              </a:rPr>
              <a:t>A. 12000	</a:t>
            </a:r>
          </a:p>
          <a:p>
            <a:pPr marL="0" indent="0" algn="just">
              <a:lnSpc>
                <a:spcPct val="150000"/>
              </a:lnSpc>
              <a:buNone/>
            </a:pPr>
            <a:r>
              <a:rPr lang="en-US" sz="2300" b="1" dirty="0">
                <a:latin typeface="+mj-lt"/>
                <a:cs typeface="Times New Roman" panose="02020603050405020304" pitchFamily="18" charset="0"/>
              </a:rPr>
              <a:t>B. 56000</a:t>
            </a:r>
          </a:p>
          <a:p>
            <a:pPr marL="0" indent="0" algn="just">
              <a:lnSpc>
                <a:spcPct val="150000"/>
              </a:lnSpc>
              <a:buNone/>
            </a:pPr>
            <a:r>
              <a:rPr lang="en-US" sz="2300" b="1" dirty="0">
                <a:latin typeface="+mj-lt"/>
                <a:cs typeface="Times New Roman" panose="02020603050405020304" pitchFamily="18" charset="0"/>
              </a:rPr>
              <a:t>C. 10000	</a:t>
            </a:r>
          </a:p>
          <a:p>
            <a:pPr marL="0" indent="0" algn="just">
              <a:lnSpc>
                <a:spcPct val="150000"/>
              </a:lnSpc>
              <a:buNone/>
            </a:pPr>
            <a:r>
              <a:rPr lang="en-US" sz="2300" b="1" dirty="0">
                <a:latin typeface="+mj-lt"/>
                <a:cs typeface="Times New Roman" panose="02020603050405020304" pitchFamily="18" charset="0"/>
              </a:rPr>
              <a:t>D. 22000</a:t>
            </a:r>
            <a:endParaRPr lang="en-IN" sz="2300" b="1" dirty="0">
              <a:latin typeface="+mj-lt"/>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4AA4499-1853-95EE-8B98-41E1F955EF2F}"/>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8443106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02997-A93E-84BC-692C-67E2099D573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F393FD-337A-F7AF-0722-AE45AFF67C1B}"/>
              </a:ext>
            </a:extLst>
          </p:cNvPr>
          <p:cNvSpPr>
            <a:spLocks noGrp="1"/>
          </p:cNvSpPr>
          <p:nvPr>
            <p:ph idx="1"/>
          </p:nvPr>
        </p:nvSpPr>
        <p:spPr>
          <a:xfrm>
            <a:off x="441506" y="255381"/>
            <a:ext cx="9714866" cy="5884161"/>
          </a:xfrm>
        </p:spPr>
        <p:txBody>
          <a:bodyPr>
            <a:noAutofit/>
          </a:bodyPr>
          <a:lstStyle/>
          <a:p>
            <a:pPr marL="0" indent="0" algn="just">
              <a:lnSpc>
                <a:spcPct val="150000"/>
              </a:lnSpc>
              <a:buNone/>
            </a:pPr>
            <a:r>
              <a:rPr lang="en-IN" sz="2300" b="1" dirty="0">
                <a:latin typeface="+mj-lt"/>
                <a:cs typeface="Times New Roman" panose="02020603050405020304" pitchFamily="18" charset="0"/>
              </a:rPr>
              <a:t>8. </a:t>
            </a:r>
            <a:r>
              <a:rPr lang="en-US" sz="2300" b="1" dirty="0">
                <a:latin typeface="+mj-lt"/>
                <a:cs typeface="Times New Roman" panose="02020603050405020304" pitchFamily="18" charset="0"/>
              </a:rPr>
              <a:t>A and B started a business by investing Rs. 80000 and Rs. 120000. A was the working partner and had to get 30% of the total profit for his work and the rest is to be divided in the ratio of their capitals. If the total profit is Rs. 50000, what is the share of A?	</a:t>
            </a:r>
          </a:p>
          <a:p>
            <a:pPr marL="0" indent="0" algn="just">
              <a:lnSpc>
                <a:spcPct val="150000"/>
              </a:lnSpc>
              <a:buNone/>
            </a:pPr>
            <a:r>
              <a:rPr lang="en-US" sz="2300" b="1" dirty="0">
                <a:latin typeface="+mj-lt"/>
                <a:cs typeface="Times New Roman" panose="02020603050405020304" pitchFamily="18" charset="0"/>
              </a:rPr>
              <a:t> A. 29000	</a:t>
            </a:r>
          </a:p>
          <a:p>
            <a:pPr marL="0" indent="0" algn="just">
              <a:lnSpc>
                <a:spcPct val="150000"/>
              </a:lnSpc>
              <a:buNone/>
            </a:pPr>
            <a:r>
              <a:rPr lang="en-US" sz="2300" b="1" dirty="0">
                <a:latin typeface="+mj-lt"/>
                <a:cs typeface="Times New Roman" panose="02020603050405020304" pitchFamily="18" charset="0"/>
              </a:rPr>
              <a:t> B.15000	</a:t>
            </a:r>
          </a:p>
          <a:p>
            <a:pPr marL="0" indent="0" algn="just">
              <a:lnSpc>
                <a:spcPct val="150000"/>
              </a:lnSpc>
              <a:buNone/>
            </a:pPr>
            <a:r>
              <a:rPr lang="en-US" sz="2300" b="1" dirty="0">
                <a:latin typeface="+mj-lt"/>
                <a:cs typeface="Times New Roman" panose="02020603050405020304" pitchFamily="18" charset="0"/>
              </a:rPr>
              <a:t> C.21000	</a:t>
            </a:r>
          </a:p>
          <a:p>
            <a:pPr marL="0" indent="0" algn="just">
              <a:lnSpc>
                <a:spcPct val="150000"/>
              </a:lnSpc>
              <a:buNone/>
            </a:pPr>
            <a:r>
              <a:rPr lang="en-US" sz="2300" b="1" dirty="0">
                <a:latin typeface="+mj-lt"/>
                <a:cs typeface="Times New Roman" panose="02020603050405020304" pitchFamily="18" charset="0"/>
              </a:rPr>
              <a:t> D.14000</a:t>
            </a:r>
            <a:endParaRPr lang="en-IN" sz="2300" b="1" dirty="0">
              <a:latin typeface="+mj-lt"/>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546D5799-6222-874A-D0E1-04482DBAAED0}"/>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654198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6AAD5-04B1-7BFE-08D4-641952C164A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CDDAF6-3202-C0C3-7234-16FFD3055294}"/>
              </a:ext>
            </a:extLst>
          </p:cNvPr>
          <p:cNvSpPr>
            <a:spLocks noGrp="1"/>
          </p:cNvSpPr>
          <p:nvPr>
            <p:ph idx="1"/>
          </p:nvPr>
        </p:nvSpPr>
        <p:spPr>
          <a:xfrm>
            <a:off x="441506" y="255381"/>
            <a:ext cx="9714866" cy="5797075"/>
          </a:xfrm>
        </p:spPr>
        <p:txBody>
          <a:bodyPr>
            <a:noAutofit/>
          </a:bodyPr>
          <a:lstStyle/>
          <a:p>
            <a:pPr marL="0" indent="0" algn="just">
              <a:lnSpc>
                <a:spcPct val="150000"/>
              </a:lnSpc>
              <a:buNone/>
            </a:pPr>
            <a:r>
              <a:rPr lang="en-IN" sz="2300" b="1" dirty="0">
                <a:latin typeface="+mj-lt"/>
                <a:cs typeface="Times New Roman" panose="02020603050405020304" pitchFamily="18" charset="0"/>
              </a:rPr>
              <a:t>9. </a:t>
            </a:r>
            <a:r>
              <a:rPr lang="en-US" sz="2300" b="1" dirty="0">
                <a:latin typeface="+mj-lt"/>
                <a:cs typeface="Times New Roman" panose="02020603050405020304" pitchFamily="18" charset="0"/>
              </a:rPr>
              <a:t>A, B and C entered a partnership, B and C invested Rs. 48000 and Rs. 42000 and they two received Rs. 45000 as the share of profit. If the total profit at the end of the year is Rs. 63000. What was the investment of A?	</a:t>
            </a:r>
          </a:p>
          <a:p>
            <a:pPr marL="0" indent="0" algn="just">
              <a:lnSpc>
                <a:spcPct val="150000"/>
              </a:lnSpc>
              <a:buNone/>
            </a:pPr>
            <a:r>
              <a:rPr lang="en-US" sz="2300" b="1" dirty="0">
                <a:latin typeface="+mj-lt"/>
                <a:cs typeface="Times New Roman" panose="02020603050405020304" pitchFamily="18" charset="0"/>
              </a:rPr>
              <a:t>A. 36000	</a:t>
            </a:r>
          </a:p>
          <a:p>
            <a:pPr marL="0" indent="0" algn="just">
              <a:lnSpc>
                <a:spcPct val="150000"/>
              </a:lnSpc>
              <a:buNone/>
            </a:pPr>
            <a:r>
              <a:rPr lang="en-US" sz="2300" b="1" dirty="0">
                <a:latin typeface="+mj-lt"/>
                <a:cs typeface="Times New Roman" panose="02020603050405020304" pitchFamily="18" charset="0"/>
              </a:rPr>
              <a:t>B. 72000</a:t>
            </a:r>
          </a:p>
          <a:p>
            <a:pPr marL="0" indent="0" algn="just">
              <a:lnSpc>
                <a:spcPct val="150000"/>
              </a:lnSpc>
              <a:buNone/>
            </a:pPr>
            <a:r>
              <a:rPr lang="en-US" sz="2300" b="1" dirty="0">
                <a:latin typeface="+mj-lt"/>
                <a:cs typeface="Times New Roman" panose="02020603050405020304" pitchFamily="18" charset="0"/>
              </a:rPr>
              <a:t>C. 18000	</a:t>
            </a:r>
          </a:p>
          <a:p>
            <a:pPr marL="0" indent="0" algn="just">
              <a:lnSpc>
                <a:spcPct val="150000"/>
              </a:lnSpc>
              <a:buNone/>
            </a:pPr>
            <a:r>
              <a:rPr lang="en-US" sz="2300" b="1" dirty="0">
                <a:latin typeface="+mj-lt"/>
                <a:cs typeface="Times New Roman" panose="02020603050405020304" pitchFamily="18" charset="0"/>
              </a:rPr>
              <a:t>D. 64000</a:t>
            </a:r>
            <a:endParaRPr lang="en-IN" sz="2300" b="1" dirty="0">
              <a:latin typeface="+mj-lt"/>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588A4702-EBC7-018D-829F-D573769DAE6B}"/>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2290913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E75D0-0BA6-34C6-BC53-999990A9621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B12B49-B357-AC38-ACE6-D283E9943431}"/>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300" b="1" dirty="0">
                <a:latin typeface="+mj-lt"/>
                <a:cs typeface="Times New Roman" panose="02020603050405020304" pitchFamily="18" charset="0"/>
              </a:rPr>
              <a:t>10. </a:t>
            </a:r>
            <a:r>
              <a:rPr lang="en-US" sz="2300" b="1" dirty="0">
                <a:latin typeface="+mj-lt"/>
                <a:cs typeface="Times New Roman" panose="02020603050405020304" pitchFamily="18" charset="0"/>
              </a:rPr>
              <a:t>A started a business by investing Rs. 8000. After some time B joined him by investing Rs. 6000. They shared the annual profit in the ratio 2 : 1. When did B join?	</a:t>
            </a:r>
          </a:p>
          <a:p>
            <a:pPr marL="0" indent="0" algn="just">
              <a:lnSpc>
                <a:spcPct val="150000"/>
              </a:lnSpc>
              <a:buNone/>
            </a:pPr>
            <a:r>
              <a:rPr lang="en-US" sz="2300" b="1" dirty="0">
                <a:latin typeface="+mj-lt"/>
                <a:cs typeface="Times New Roman" panose="02020603050405020304" pitchFamily="18" charset="0"/>
              </a:rPr>
              <a:t>A.4 months</a:t>
            </a:r>
          </a:p>
          <a:p>
            <a:pPr marL="0" indent="0" algn="just">
              <a:lnSpc>
                <a:spcPct val="150000"/>
              </a:lnSpc>
              <a:buNone/>
            </a:pPr>
            <a:r>
              <a:rPr lang="en-US" sz="2300" b="1" dirty="0">
                <a:latin typeface="+mj-lt"/>
                <a:cs typeface="Times New Roman" panose="02020603050405020304" pitchFamily="18" charset="0"/>
              </a:rPr>
              <a:t>B.6 months</a:t>
            </a:r>
          </a:p>
          <a:p>
            <a:pPr marL="0" indent="0" algn="just">
              <a:lnSpc>
                <a:spcPct val="150000"/>
              </a:lnSpc>
              <a:buNone/>
            </a:pPr>
            <a:r>
              <a:rPr lang="en-US" sz="2300" b="1" dirty="0">
                <a:latin typeface="+mj-lt"/>
                <a:cs typeface="Times New Roman" panose="02020603050405020304" pitchFamily="18" charset="0"/>
              </a:rPr>
              <a:t>C.3 months</a:t>
            </a:r>
          </a:p>
          <a:p>
            <a:pPr marL="0" indent="0" algn="just">
              <a:lnSpc>
                <a:spcPct val="150000"/>
              </a:lnSpc>
              <a:buNone/>
            </a:pPr>
            <a:r>
              <a:rPr lang="en-US" sz="2300" b="1" dirty="0">
                <a:latin typeface="+mj-lt"/>
                <a:cs typeface="Times New Roman" panose="02020603050405020304" pitchFamily="18" charset="0"/>
              </a:rPr>
              <a:t>D. 8 months</a:t>
            </a:r>
            <a:endParaRPr lang="en-IN" sz="2300" b="1" dirty="0">
              <a:latin typeface="+mj-lt"/>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67E6820F-7971-C838-D459-D0012E09C5C9}"/>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959899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7BA9B-5EE7-914F-6D7B-92EF71C879B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805555-0F8C-7219-4373-5D563A06F217}"/>
              </a:ext>
            </a:extLst>
          </p:cNvPr>
          <p:cNvSpPr>
            <a:spLocks noGrp="1"/>
          </p:cNvSpPr>
          <p:nvPr>
            <p:ph idx="1"/>
          </p:nvPr>
        </p:nvSpPr>
        <p:spPr>
          <a:xfrm>
            <a:off x="441506" y="255381"/>
            <a:ext cx="9714866" cy="6330475"/>
          </a:xfrm>
        </p:spPr>
        <p:txBody>
          <a:bodyPr>
            <a:noAutofit/>
          </a:bodyPr>
          <a:lstStyle/>
          <a:p>
            <a:pPr marL="0" indent="0" algn="just">
              <a:lnSpc>
                <a:spcPct val="150000"/>
              </a:lnSpc>
              <a:buNone/>
            </a:pPr>
            <a:r>
              <a:rPr lang="en-IN" sz="2300" b="1" dirty="0">
                <a:latin typeface="+mj-lt"/>
                <a:cs typeface="Times New Roman" panose="02020603050405020304" pitchFamily="18" charset="0"/>
              </a:rPr>
              <a:t>11. </a:t>
            </a:r>
            <a:r>
              <a:rPr lang="en-US" sz="2300" b="1" dirty="0">
                <a:latin typeface="+mj-lt"/>
                <a:cs typeface="Times New Roman" panose="02020603050405020304" pitchFamily="18" charset="0"/>
              </a:rPr>
              <a:t>A, B and C started a business. The capital of A is three fourth of as much as the capital of B and C together and the capital of B is two-third of as much as capitals of C and A together. What is the share of C in the annual profit of Rs. 1,75,000?	</a:t>
            </a:r>
          </a:p>
          <a:p>
            <a:pPr marL="0" indent="0" algn="just">
              <a:lnSpc>
                <a:spcPct val="150000"/>
              </a:lnSpc>
              <a:buNone/>
            </a:pPr>
            <a:r>
              <a:rPr lang="en-US" sz="2300" b="1" dirty="0">
                <a:latin typeface="+mj-lt"/>
                <a:cs typeface="Times New Roman" panose="02020603050405020304" pitchFamily="18" charset="0"/>
              </a:rPr>
              <a:t>A. 40000	</a:t>
            </a:r>
          </a:p>
          <a:p>
            <a:pPr marL="0" indent="0" algn="just">
              <a:lnSpc>
                <a:spcPct val="150000"/>
              </a:lnSpc>
              <a:buNone/>
            </a:pPr>
            <a:r>
              <a:rPr lang="en-US" sz="2300" b="1" dirty="0">
                <a:latin typeface="+mj-lt"/>
                <a:cs typeface="Times New Roman" panose="02020603050405020304" pitchFamily="18" charset="0"/>
              </a:rPr>
              <a:t>B. 30000</a:t>
            </a:r>
          </a:p>
          <a:p>
            <a:pPr marL="0" indent="0" algn="just">
              <a:lnSpc>
                <a:spcPct val="150000"/>
              </a:lnSpc>
              <a:buNone/>
            </a:pPr>
            <a:r>
              <a:rPr lang="en-US" sz="2300" b="1" dirty="0">
                <a:latin typeface="+mj-lt"/>
                <a:cs typeface="Times New Roman" panose="02020603050405020304" pitchFamily="18" charset="0"/>
              </a:rPr>
              <a:t>C. 45000</a:t>
            </a:r>
          </a:p>
          <a:p>
            <a:pPr marL="0" indent="0" algn="just">
              <a:lnSpc>
                <a:spcPct val="150000"/>
              </a:lnSpc>
              <a:buNone/>
            </a:pPr>
            <a:r>
              <a:rPr lang="en-US" sz="2300" b="1" dirty="0">
                <a:latin typeface="+mj-lt"/>
                <a:cs typeface="Times New Roman" panose="02020603050405020304" pitchFamily="18" charset="0"/>
              </a:rPr>
              <a:t>D. 50000</a:t>
            </a:r>
            <a:endParaRPr lang="en-IN" sz="2300" b="1" dirty="0">
              <a:latin typeface="+mj-lt"/>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95291332-0A6D-1D93-E343-398013C7FD26}"/>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151164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0EE62-F8F0-59DD-EA9A-F66FED6197B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E2B793-4089-6FCC-95E5-DF4EC2163A3B}"/>
              </a:ext>
            </a:extLst>
          </p:cNvPr>
          <p:cNvSpPr>
            <a:spLocks noGrp="1"/>
          </p:cNvSpPr>
          <p:nvPr>
            <p:ph idx="1"/>
          </p:nvPr>
        </p:nvSpPr>
        <p:spPr>
          <a:xfrm>
            <a:off x="441506" y="255381"/>
            <a:ext cx="9714866" cy="6428447"/>
          </a:xfrm>
        </p:spPr>
        <p:txBody>
          <a:bodyPr>
            <a:noAutofit/>
          </a:bodyPr>
          <a:lstStyle/>
          <a:p>
            <a:pPr marL="0" indent="0" algn="just">
              <a:lnSpc>
                <a:spcPct val="150000"/>
              </a:lnSpc>
              <a:buNone/>
            </a:pPr>
            <a:r>
              <a:rPr lang="en-IN" sz="2300" b="1" dirty="0">
                <a:latin typeface="+mj-lt"/>
                <a:cs typeface="Times New Roman" panose="02020603050405020304" pitchFamily="18" charset="0"/>
              </a:rPr>
              <a:t>12. </a:t>
            </a:r>
            <a:r>
              <a:rPr lang="en-IN" sz="2300" b="1" dirty="0">
                <a:latin typeface="Bookman Old Style" pitchFamily="18" charset="0"/>
                <a:cs typeface="Times New Roman" panose="02020603050405020304" pitchFamily="18" charset="0"/>
              </a:rPr>
              <a:t>A, B, and C enter into a partnership. A initially invests Rs.25 lakhs and adds another Rs.10 lakhs after one year, B initially invests Rs.35 lakhs and withdraws Rs.10 lakhs after 2 years and C invests Rs.30 lakhs. In what ratio should the profit be divided at the end of 3 years</a:t>
            </a:r>
          </a:p>
          <a:p>
            <a:pPr marL="0" indent="0" algn="just">
              <a:lnSpc>
                <a:spcPct val="150000"/>
              </a:lnSpc>
              <a:buNone/>
            </a:pPr>
            <a:r>
              <a:rPr lang="en-IN" sz="2300" b="1" dirty="0">
                <a:latin typeface="Bookman Old Style" pitchFamily="18" charset="0"/>
                <a:cs typeface="Times New Roman" panose="02020603050405020304" pitchFamily="18" charset="0"/>
              </a:rPr>
              <a:t> a. 10:10:9       </a:t>
            </a:r>
          </a:p>
          <a:p>
            <a:pPr marL="0" indent="0" algn="just">
              <a:lnSpc>
                <a:spcPct val="150000"/>
              </a:lnSpc>
              <a:buNone/>
            </a:pPr>
            <a:r>
              <a:rPr lang="en-IN" sz="2300" b="1" dirty="0">
                <a:latin typeface="Bookman Old Style" pitchFamily="18" charset="0"/>
                <a:cs typeface="Times New Roman" panose="02020603050405020304" pitchFamily="18" charset="0"/>
              </a:rPr>
              <a:t> b. 20:20:19     </a:t>
            </a:r>
          </a:p>
          <a:p>
            <a:pPr marL="0" indent="0" algn="just">
              <a:lnSpc>
                <a:spcPct val="150000"/>
              </a:lnSpc>
              <a:buNone/>
            </a:pPr>
            <a:r>
              <a:rPr lang="en-IN" sz="2300" b="1" dirty="0">
                <a:latin typeface="Bookman Old Style" pitchFamily="18" charset="0"/>
                <a:cs typeface="Times New Roman" panose="02020603050405020304" pitchFamily="18" charset="0"/>
              </a:rPr>
              <a:t> c. 20:19:18   </a:t>
            </a:r>
          </a:p>
          <a:p>
            <a:pPr marL="0" indent="0" algn="just">
              <a:lnSpc>
                <a:spcPct val="150000"/>
              </a:lnSpc>
              <a:buNone/>
            </a:pPr>
            <a:r>
              <a:rPr lang="en-IN" sz="2300" b="1" dirty="0">
                <a:latin typeface="Bookman Old Style" pitchFamily="18" charset="0"/>
                <a:cs typeface="Times New Roman" panose="02020603050405020304" pitchFamily="18" charset="0"/>
              </a:rPr>
              <a:t> d. none</a:t>
            </a:r>
          </a:p>
          <a:p>
            <a:pPr marL="0" indent="0" algn="just">
              <a:lnSpc>
                <a:spcPct val="150000"/>
              </a:lnSpc>
              <a:buNone/>
            </a:pPr>
            <a:endParaRPr lang="en-IN" sz="2300" b="1" dirty="0">
              <a:latin typeface="+mj-lt"/>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819BE3A1-2E11-C2A8-6227-BE1E83D148C3}"/>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4403403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9B2F6-C61D-A839-5708-B3E43F0319B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75F528-C71C-0A82-EBDE-ABB53EA459D1}"/>
              </a:ext>
            </a:extLst>
          </p:cNvPr>
          <p:cNvSpPr>
            <a:spLocks noGrp="1"/>
          </p:cNvSpPr>
          <p:nvPr>
            <p:ph idx="1"/>
          </p:nvPr>
        </p:nvSpPr>
        <p:spPr>
          <a:xfrm>
            <a:off x="441506" y="255381"/>
            <a:ext cx="9714866" cy="6428447"/>
          </a:xfrm>
        </p:spPr>
        <p:txBody>
          <a:bodyPr>
            <a:noAutofit/>
          </a:bodyPr>
          <a:lstStyle/>
          <a:p>
            <a:pPr marL="0" indent="0" algn="just">
              <a:lnSpc>
                <a:spcPct val="150000"/>
              </a:lnSpc>
              <a:buNone/>
            </a:pPr>
            <a:r>
              <a:rPr lang="en-IN" sz="2300" b="1" dirty="0">
                <a:latin typeface="+mj-lt"/>
                <a:cs typeface="Times New Roman" panose="02020603050405020304" pitchFamily="18" charset="0"/>
              </a:rPr>
              <a:t>13. </a:t>
            </a:r>
            <a:r>
              <a:rPr lang="en-IN" sz="2400" b="1" dirty="0">
                <a:latin typeface="Bookman Old Style" pitchFamily="18" charset="0"/>
                <a:cs typeface="Times New Roman" panose="02020603050405020304" pitchFamily="18" charset="0"/>
              </a:rPr>
              <a:t>A and B entered into a partnership with capital in the ratio 4:5. After 3 months, A withdraw 1/4</a:t>
            </a:r>
            <a:r>
              <a:rPr lang="en-IN" sz="2400" b="1" baseline="30000" dirty="0">
                <a:latin typeface="Bookman Old Style" pitchFamily="18" charset="0"/>
                <a:cs typeface="Times New Roman" panose="02020603050405020304" pitchFamily="18" charset="0"/>
              </a:rPr>
              <a:t>th</a:t>
            </a:r>
            <a:r>
              <a:rPr lang="en-IN" sz="2400" b="1" dirty="0">
                <a:latin typeface="Bookman Old Style" pitchFamily="18" charset="0"/>
                <a:cs typeface="Times New Roman" panose="02020603050405020304" pitchFamily="18" charset="0"/>
              </a:rPr>
              <a:t> of his capital and B withdrew 1/5</a:t>
            </a:r>
            <a:r>
              <a:rPr lang="en-IN" sz="2400" b="1" baseline="30000" dirty="0">
                <a:latin typeface="Bookman Old Style" pitchFamily="18" charset="0"/>
                <a:cs typeface="Times New Roman" panose="02020603050405020304" pitchFamily="18" charset="0"/>
              </a:rPr>
              <a:t>th</a:t>
            </a:r>
            <a:r>
              <a:rPr lang="en-IN" sz="2400" b="1" dirty="0">
                <a:latin typeface="Bookman Old Style" pitchFamily="18" charset="0"/>
                <a:cs typeface="Times New Roman" panose="02020603050405020304" pitchFamily="18" charset="0"/>
              </a:rPr>
              <a:t> of his capital. The gain at the end of 10 months was Rs.760. Find the share of A in the profit</a:t>
            </a:r>
          </a:p>
          <a:p>
            <a:pPr marL="0" indent="0" algn="just">
              <a:lnSpc>
                <a:spcPct val="150000"/>
              </a:lnSpc>
              <a:buNone/>
            </a:pPr>
            <a:r>
              <a:rPr lang="en-IN" sz="2400" b="1" dirty="0">
                <a:latin typeface="Bookman Old Style" pitchFamily="18" charset="0"/>
                <a:cs typeface="Times New Roman" panose="02020603050405020304" pitchFamily="18" charset="0"/>
              </a:rPr>
              <a:t>  a. 330         </a:t>
            </a:r>
          </a:p>
          <a:p>
            <a:pPr marL="0" indent="0" algn="just">
              <a:lnSpc>
                <a:spcPct val="150000"/>
              </a:lnSpc>
              <a:buNone/>
            </a:pPr>
            <a:r>
              <a:rPr lang="en-IN" sz="2400" b="1" dirty="0">
                <a:latin typeface="Bookman Old Style" pitchFamily="18" charset="0"/>
                <a:cs typeface="Times New Roman" panose="02020603050405020304" pitchFamily="18" charset="0"/>
              </a:rPr>
              <a:t> b. 360          </a:t>
            </a:r>
          </a:p>
          <a:p>
            <a:pPr marL="0" indent="0" algn="just">
              <a:lnSpc>
                <a:spcPct val="150000"/>
              </a:lnSpc>
              <a:buNone/>
            </a:pPr>
            <a:r>
              <a:rPr lang="en-IN" sz="2400" b="1" dirty="0">
                <a:latin typeface="Bookman Old Style" pitchFamily="18" charset="0"/>
                <a:cs typeface="Times New Roman" panose="02020603050405020304" pitchFamily="18" charset="0"/>
              </a:rPr>
              <a:t>c. 380         </a:t>
            </a:r>
          </a:p>
          <a:p>
            <a:pPr marL="0" indent="0" algn="just">
              <a:lnSpc>
                <a:spcPct val="150000"/>
              </a:lnSpc>
              <a:buNone/>
            </a:pPr>
            <a:r>
              <a:rPr lang="en-IN" sz="2400" b="1" dirty="0">
                <a:latin typeface="Bookman Old Style" pitchFamily="18" charset="0"/>
                <a:cs typeface="Times New Roman" panose="02020603050405020304" pitchFamily="18" charset="0"/>
              </a:rPr>
              <a:t> d. 430</a:t>
            </a:r>
          </a:p>
          <a:p>
            <a:pPr marL="0" indent="0" algn="just">
              <a:lnSpc>
                <a:spcPct val="150000"/>
              </a:lnSpc>
              <a:buNone/>
            </a:pPr>
            <a:endParaRPr lang="en-IN" sz="2300" b="1" dirty="0">
              <a:latin typeface="+mj-lt"/>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1A6E37E0-A729-5972-41DA-FE268967C39A}"/>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6912941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A308-03FF-4ABF-C030-4A04DC484E7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EBB034-B6D4-AC7D-77D8-EAE0A8627CB6}"/>
              </a:ext>
            </a:extLst>
          </p:cNvPr>
          <p:cNvSpPr>
            <a:spLocks noGrp="1"/>
          </p:cNvSpPr>
          <p:nvPr>
            <p:ph idx="1"/>
          </p:nvPr>
        </p:nvSpPr>
        <p:spPr>
          <a:xfrm>
            <a:off x="441506" y="255381"/>
            <a:ext cx="9714866" cy="6428447"/>
          </a:xfrm>
        </p:spPr>
        <p:txBody>
          <a:bodyPr>
            <a:noAutofit/>
          </a:bodyPr>
          <a:lstStyle/>
          <a:p>
            <a:pPr marL="0" indent="0" algn="just">
              <a:lnSpc>
                <a:spcPct val="150000"/>
              </a:lnSpc>
              <a:buNone/>
            </a:pPr>
            <a:r>
              <a:rPr lang="en-IN" sz="2300" b="1" dirty="0">
                <a:latin typeface="+mj-lt"/>
                <a:cs typeface="Times New Roman" panose="02020603050405020304" pitchFamily="18" charset="0"/>
              </a:rPr>
              <a:t>14. </a:t>
            </a:r>
            <a:r>
              <a:rPr lang="en-IN" sz="2400" b="1" dirty="0">
                <a:latin typeface="Bookman Old Style" pitchFamily="18" charset="0"/>
                <a:cs typeface="Times New Roman" panose="02020603050405020304" pitchFamily="18" charset="0"/>
              </a:rPr>
              <a:t>Sunil and Rahman invested 25000 and 15000 in a business . If 4% of the total profit is given to charity and at the end of the year they made a profit Rs.2000 then what is the share of the Sunil ?</a:t>
            </a:r>
          </a:p>
          <a:p>
            <a:pPr marL="0" indent="0" algn="just">
              <a:lnSpc>
                <a:spcPct val="150000"/>
              </a:lnSpc>
              <a:buNone/>
            </a:pPr>
            <a:r>
              <a:rPr lang="en-IN" sz="2400" b="1" dirty="0">
                <a:latin typeface="Bookman Old Style" pitchFamily="18" charset="0"/>
                <a:cs typeface="Times New Roman" panose="02020603050405020304" pitchFamily="18" charset="0"/>
              </a:rPr>
              <a:t>  a. 1200          </a:t>
            </a:r>
          </a:p>
          <a:p>
            <a:pPr marL="0" indent="0" algn="just">
              <a:lnSpc>
                <a:spcPct val="150000"/>
              </a:lnSpc>
              <a:buNone/>
            </a:pPr>
            <a:r>
              <a:rPr lang="en-IN" sz="2400" b="1" dirty="0">
                <a:latin typeface="Bookman Old Style" pitchFamily="18" charset="0"/>
                <a:cs typeface="Times New Roman" panose="02020603050405020304" pitchFamily="18" charset="0"/>
              </a:rPr>
              <a:t>   b. 1800       </a:t>
            </a:r>
          </a:p>
          <a:p>
            <a:pPr marL="0" indent="0" algn="just">
              <a:lnSpc>
                <a:spcPct val="150000"/>
              </a:lnSpc>
              <a:buNone/>
            </a:pPr>
            <a:r>
              <a:rPr lang="en-IN" sz="2400" b="1" dirty="0">
                <a:latin typeface="Bookman Old Style" pitchFamily="18" charset="0"/>
                <a:cs typeface="Times New Roman" panose="02020603050405020304" pitchFamily="18" charset="0"/>
              </a:rPr>
              <a:t>  c. 720      </a:t>
            </a:r>
          </a:p>
          <a:p>
            <a:pPr marL="0" indent="0" algn="just">
              <a:lnSpc>
                <a:spcPct val="150000"/>
              </a:lnSpc>
              <a:buNone/>
            </a:pPr>
            <a:r>
              <a:rPr lang="en-IN" sz="2400" b="1" dirty="0">
                <a:latin typeface="Bookman Old Style" pitchFamily="18" charset="0"/>
                <a:cs typeface="Times New Roman" panose="02020603050405020304" pitchFamily="18" charset="0"/>
              </a:rPr>
              <a:t>  d. 1920</a:t>
            </a:r>
          </a:p>
          <a:p>
            <a:pPr marL="0" indent="0" algn="just">
              <a:lnSpc>
                <a:spcPct val="150000"/>
              </a:lnSpc>
              <a:buNone/>
            </a:pPr>
            <a:endParaRPr lang="en-IN" sz="2300" b="1" dirty="0">
              <a:latin typeface="+mj-lt"/>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97134363-C34D-3698-1F3B-403386FF882F}"/>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5955028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yellow and blue sign with words">
            <a:extLst>
              <a:ext uri="{FF2B5EF4-FFF2-40B4-BE49-F238E27FC236}">
                <a16:creationId xmlns:a16="http://schemas.microsoft.com/office/drawing/2014/main" id="{1CB20316-8E6F-4A0C-309F-DC56D61F65C4}"/>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5" name="Content Placeholder 4">
            <a:extLst>
              <a:ext uri="{FF2B5EF4-FFF2-40B4-BE49-F238E27FC236}">
                <a16:creationId xmlns:a16="http://schemas.microsoft.com/office/drawing/2014/main" id="{B85D3678-82EE-54B8-6920-CFFC6D22BCD8}"/>
              </a:ext>
            </a:extLst>
          </p:cNvPr>
          <p:cNvSpPr>
            <a:spLocks noGrp="1"/>
          </p:cNvSpPr>
          <p:nvPr>
            <p:ph idx="1"/>
          </p:nvPr>
        </p:nvSpPr>
        <p:spPr>
          <a:xfrm>
            <a:off x="4125081" y="2498836"/>
            <a:ext cx="3658205" cy="614479"/>
          </a:xfrm>
        </p:spPr>
        <p:txBody>
          <a:bodyPr>
            <a:noAutofit/>
          </a:bodyPr>
          <a:lstStyle/>
          <a:p>
            <a:pPr marL="0" indent="0" algn="ctr">
              <a:buNone/>
            </a:pPr>
            <a:r>
              <a:rPr lang="en-US" sz="3400" b="1" dirty="0">
                <a:effectLst/>
              </a:rPr>
              <a:t>THE END</a:t>
            </a:r>
            <a:endParaRPr lang="en-IN" sz="3400" b="1" dirty="0">
              <a:effectLst/>
            </a:endParaRPr>
          </a:p>
        </p:txBody>
      </p:sp>
    </p:spTree>
    <p:extLst>
      <p:ext uri="{BB962C8B-B14F-4D97-AF65-F5344CB8AC3E}">
        <p14:creationId xmlns:p14="http://schemas.microsoft.com/office/powerpoint/2010/main" val="21213236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Damask</Template>
  <TotalTime>1922</TotalTime>
  <Words>935</Words>
  <Application>Microsoft Office PowerPoint</Application>
  <PresentationFormat>Widescreen</PresentationFormat>
  <Paragraphs>81</Paragraphs>
  <Slides>18</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Bookman Old Style</vt:lpstr>
      <vt:lpstr>Calibri</vt:lpstr>
      <vt:lpstr>Rockwell</vt:lpstr>
      <vt:lpstr>Damask</vt:lpstr>
      <vt:lpstr>Partnership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AVERAGES </dc:title>
  <dc:creator>KIRAN KUMAR GANTA</dc:creator>
  <cp:lastModifiedBy>harikrishnareddy pagadam</cp:lastModifiedBy>
  <cp:revision>131</cp:revision>
  <dcterms:created xsi:type="dcterms:W3CDTF">2022-11-22T09:07:37Z</dcterms:created>
  <dcterms:modified xsi:type="dcterms:W3CDTF">2026-05-19T14:11:13Z</dcterms:modified>
</cp:coreProperties>
</file>