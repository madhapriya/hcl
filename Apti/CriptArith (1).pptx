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73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2:30:52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3119 3842 729 0,'0'0'10'0,"0"0"51"0,0 0 45 16,0 0-60-16,0 0-19 15,0 0-20-15,85-53 0 16,23 30-7-16,21-8-1 15,11-2-4-15,5-6-11 16,-7 5-67-16,-25 4-294 0</inkml:trace>
  <inkml:trace contextRef="#ctx0" brushRef="#br0" timeOffset="566.31">3418 3257 881 0,'0'0'37'0,"0"0"91"16,0 0 31-16,0 0-96 16,0 0-1-16,0 0-28 15,-73 85-15-15,42 19-6 16,-2 9-2-16,-1 1-4 16,2-5-6-16,6-21 0 15,6-20-1-15,9-16-3 16,7-19-2-16,4-14-3 15,0-13-28-15,0-6-18 16,8-30 23-16,15-29 27 16,5-29-7-16,3-21-1 15,0-14 2-15,-2-7 9 0,-2 8 1 16,-2 15 1-16,-5 25 1 16,-5 28 9-16,-1 24 13 15,-5 20 16-15,4 10-12 16,5 28-20-16,9 36 2 15,8 22 22-15,10 17 28 16,4 1-31-16,7-1-16 16,2-4-7-16,-5-13-6 15,0-11-1-15,-3-14-10 16,-10-14-22-16,-11-13-134 16,-13-15-163-16,-16-19-299 15</inkml:trace>
  <inkml:trace contextRef="#ctx0" brushRef="#br0" timeOffset="753.04">2755 3817 764 0,'0'0'211'0,"-125"19"-195"16,109-17 28-16,16-2-3 15,62 0-16-15,41-21-17 16,44-12-8-16,31-9-38 15,24-7-93-15,20 1-29 16,-6 4 10-16,-7 8-37 16</inkml:trace>
  <inkml:trace contextRef="#ctx0" brushRef="#br0" timeOffset="950.95">4434 3592 977 0,'0'0'148'0,"0"0"-130"16,0 0 122-16,0 0-93 15,0 0-20-15,0 0-13 16,114-63-12-16,-7 45-4 16,0 5-64-16,-18 8-180 15,-22 3-113-15</inkml:trace>
  <inkml:trace contextRef="#ctx0" brushRef="#br0" timeOffset="1100.27">4590 3771 119 0,'0'0'741'0,"0"0"-704"16,0 0 35-16,0 0-20 16,0 0-40-16,0 0-12 15,156-69-24-15,-42 26-75 16,-10-5-58-16,-14 2-27 15,-22 0-290-15</inkml:trace>
  <inkml:trace contextRef="#ctx0" brushRef="#br0" timeOffset="1383.34">5217 3363 553 0,'0'0'211'0,"0"0"5"0,0 0-28 16,0 0-92-16,0 0-37 16,0 0-29-16,-50 19-24 15,46 26-1-15,4 5-3 16,0 2 0-16,15 1-2 15,12-8-1-15,4-9-5 16,9-11 1-16,7-14-12 16,11-11-3-16,5 0 13 15,1-28 7-15,-3-11 0 16,-17-14 6-16,-15-3 1 16,-20-4 8-16,-9 1-3 15,-11 9-6-15,-29 12 5 0,-14 14-6 16,-8 16-5-16,-5 8-2 15,0 0-21-15,3 26-78 16,4 5-164-16,4 1-202 16</inkml:trace>
  <inkml:trace contextRef="#ctx0" brushRef="#br0" timeOffset="2416.31">8382 3088 938 0,'0'0'19'0,"0"0"90"0,-19-105 25 16,13 89-3-16,4 6-64 0,2 6 27 15,0 4-49-15,0 0-32 16,0 0-10-16,0 9-3 16,0 18 0-16,0 11 12 15,0 6-10-15,2 1 3 16,4-3-1-16,-1-2 0 15,1-6-4-15,-2-9-1 16,2-8 1-16,-3-7 0 16,0-6-5-16,-3-4 5 15,0 0 1-15,0 0-1 16,0-18-3-16,0-18-2 16,-12-10-28-16,1-6 0 0,1 2 31 15,8 2-35 1,2 2 20-16,8 6 9 0,21 5 8 15,11 9-3 1,3 8-2-16,5 10 1 0,-2 8 2 16,-1 0 2-16,-7 18 3 15,-7 12-3-15,-8 9-1 16,-15 1-3-16,-8 0 1 16,0-2 0-16,-33-2 0 15,-11-4-2-15,-8-7-4 16,-1-8-8-16,9-9-3 15,10-6 13-15,14-2-47 16,11 0 45-16,9 0 3 16,7-10-21-16,36-6-33 15,22-2 32-15,9 8 23 0,-3 6-23 16,-4 4 21 0,-13 4 7-16,-7 20 1 0,-11 10 15 15,-17 2 13-15,-19 3-5 16,0-4 4-16,-38-2-10 15,-15-3 31-15,-10-6 18 16,-1-8-56-16,3-6-6 16,9-10-1-16,7 0-4 15,11-19 0-15,16-16-108 16,16-18-134-16,2-6-511 16</inkml:trace>
  <inkml:trace contextRef="#ctx0" brushRef="#br0" timeOffset="2684.3">9263 3150 906 0,'0'0'23'0,"0"0"-16"16,0 0 25-16,0 0-3 16,0 0 41-16,0 0-33 0,135-12-34 15,-77 8-3-15,-6 4-81 16,-19 0-108-16,-22 0-160 16</inkml:trace>
  <inkml:trace contextRef="#ctx0" brushRef="#br0" timeOffset="2799.55">9294 3319 356 0,'0'0'260'0,"0"0"-147"16,0 0-21-16,0 0-27 15,0 0-42-15,0 0-23 16,174-15-20-16,-57-13-256 16</inkml:trace>
  <inkml:trace contextRef="#ctx0" brushRef="#br0" timeOffset="3187.33">10337 2861 783 0,'0'0'106'15,"0"0"-44"-15,0 0 88 16,0 0-37-16,0 0-39 15,0 0-34-15,-63-50-18 16,32 83-15-16,-6 8-1 0,0 9-5 16,13 7 1-1,6-1 0-15,12 0-1 0,6-4 0 16,0-8-2-16,15-8 2 16,18-9-3-16,10-14 1 15,13-9 1-15,6-4-6 16,5-6 6-16,-5-24 4 15,-11-7-3-15,-12-10 1 16,-16-9 4-16,-17-4-2 16,-6-2-1-16,-19 3-3 15,-28 15-5-15,-17 16-25 16,-14 18-66-16,-13 10-117 16,-15 0-204-16</inkml:trace>
  <inkml:trace contextRef="#ctx0" brushRef="#br0" timeOffset="6369.2">10348 2769 917 0,'0'0'108'0,"0"0"100"15,0 0-94-15,0 0-25 16,0 0-11-16,0 0-56 15,-29 12-15-15,33 48 33 16,7 15-12-16,-2-3-9 16,2-3-12-16,-5-5-2 15,2-5-2-15,-2-11-3 16,-1-13 0-16,-3-16 1 16,0-9-1-16,-2-6 0 15,0-4 0-15,0 0 4 16,0-30 3-16,0-23-1 0,0-20-6 15,-2-7 0-15,0-1 0 16,0 5 0-16,2 8 0 16,-3 18-2-16,1 17 2 15,2 19 2-15,-2 9 0 16,0 5-2-16,0 0 0 16,0 5-6-16,-2 30-6 15,4 21 12-15,0 14 0 16,0-2 1-16,0-3 0 15,0-5 0-15,0-10-1 16,0-4 0-16,0-13 0 0,0-10 0 16,4-8-1-1,-4-11-1-15,0-4 2 0,0 0 5 16,0-39 5-16,0-19-5 16,0-20-5-16,0-7-1 15,0 3 1-15,-6 14 0 16,4 16 0-16,0 22 1 15,0 16 1-15,2 12 0 16,-2 2-2-16,0 24 0 16,-1 29-5-16,3 18 5 15,0 9 2-15,0-3-1 16,0-7-1-16,3-6 0 0,5-14-1 16,2-14 1-1,-4-9 0-15,-4-18-1 0,1-6 0 16,-1-3 1-16,-2-23 7 15,2-29-4-15,-2-22-3 16,0-14 0-16,0 2 0 16,0 6 0-16,0 17 0 15,0 19 1-15,0 23-1 16,-2 12 2-16,0 9-2 16,-1 0-1-16,1 30-6 15,0 18 6-15,2 11 1 16,0 4 0-16,0 4-4 15,0-3-50-15,-2-3-150 16,-2-6-44-16,-8-15-115 16</inkml:trace>
  <inkml:trace contextRef="#ctx0" brushRef="#br0" timeOffset="11133.98">19078 1995 422 0,'0'0'586'0,"0"0"-505"0,0 0 84 0,-52-112-66 0,34 106-43 16,-6 6-8-16,-10 4-23 0,-6 36-12 16,0 16-2-16,3 12-11 15,10 2 5 1,11-2-1-16,13-2-3 0,3-5-1 16,7-8 1-16,26-8 0 15,10-9 1-15,11-9-2 16,8-6-12-16,9-17 9 15,5-4-12-15,2-10-11 16,-9-24 0-16,-9-14 24 16,-15-12 2-16,-19-10-1 15,-14-9 2-15,-12-5 2 16,0 2 14-16,-30 14-17 16,-12 14 1-16,-11 18 3 0,-5 16 3 15,0 14-7 1,0 6-4-16,12 0-2 0,7 26-3 15,8 11-113-15,9 18-79 16,8 5-57-16,8-1-148 16</inkml:trace>
  <inkml:trace contextRef="#ctx0" brushRef="#br0" timeOffset="11483.53">19913 2400 710 0,'0'0'341'0,"0"0"-252"16,0 0-26-16,0 0-23 0,0 0 5 15,0 0-24-15,-62-30-10 16,114 30 7-16,31 4-7 15,17 6-5-15,14-4-3 16,0 2-2-16,-3-2-1 16,-6 0 7-16,-21 3 0 15,-22-7-5-15,-27 3-1 16,-24-5 0-16,-11 0 0 16,0 0 5-16,-27 0-6 15,-7 0-28-15,-1-5-53 0,8-2-20 16,11-1-181-1,12-4-312-15</inkml:trace>
  <inkml:trace contextRef="#ctx0" brushRef="#br0" timeOffset="11983.71">21569 2400 197 0,'0'0'603'16,"0"0"-475"-16,6-118-14 16,-6 78-22-16,0 0-5 0,-6 1 10 15,-8 8-55-15,-7 4-9 16,-4 7 5-16,-10 8-29 16,-11 6-9-16,-6 6 0 15,0 0-5-15,2 24-9 16,8 4 12-16,11 6 0 15,11 4-4-15,13 0-19 16,7 0-55-16,5-3 26 16,28-10 8-16,9-6 5 15,9-11-11-15,1-4-4 16,-1-4 11-16,-4 0 14 16,-5-4 28-16,-7-12 3 0,-8-2 4 15,-4 2 3 1,-15 0 20-16,1 2 22 0,-9 4 31 15,0 3-30-15,0 3 18 16,0 4 29-16,0 0-58 16,0 0-18-16,0 0-12 15,0 24-8-15,-13 20 4 16,-4 17 1-16,3 7-3 16,5 2-2-16,0-2-1 15,6-4-1-15,3-3-2 16,-2-5-12-16,0-4-147 15,-4-6-51-15,-17-12-255 16</inkml:trace>
  <inkml:trace contextRef="#ctx0" brushRef="#br0" timeOffset="12318.1">17809 2853 843 0,'-209'-12'326'0,"42"4"-321"16,36 8 2-16,39 0-4 0,41 0 6 16,38 0-5-1,27 0-4-15,90 8-8 0,73 0-7 16,100 2 30-16,95-2-6 15,85 8-9-15,72 13-2 16,45 12 2-16,28 13 44 16,-8 12-34-16,-23 5 5 15,-50-5 4-15,-64-10-3 16,-80-18 2-16,-86-18-18 16,-97-17-6-16,-91-3-208 15,-92-26-254-15</inkml:trace>
  <inkml:trace contextRef="#ctx0" brushRef="#br0" timeOffset="17399.52">2591 11159 1018 0,'0'0'49'0,"0"0"108"16,-17-116-60-16,17 90-36 0,0 8 54 16,0 9-47-16,0 8-24 15,0 1-23-15,0 0-12 16,0 37 1-16,0 21-2 16,0 15 55-16,0-1-51 15,0-8-2-15,4-6-3 16,1-6 1-16,3-4-8 15,4-3-22-15,1-2 22 16,1-10 0-16,1-1-5 16,-4-5-18-16,5-8-152 0,-3-2-181 15,-3-16-291 1</inkml:trace>
  <inkml:trace contextRef="#ctx0" brushRef="#br0" timeOffset="18017.46">3102 11543 818 0,'0'0'28'0,"0"0"16"16,0 0-25-16,0 0 24 15,0 0 14-15,0 0-39 16,-4 0-11-16,4 0 2 16,0 0 2-16,0 0 2 15,0 0 2-15,0 0 1 16,0 0-3-16,0 3 7 16,0-2 4-16,0 2 25 15,0-3-43-15,0 0 3 16,0 0-1-16,0 0-4 15,0 0 4-15,0 0 6 16,0 0 2-16,0 0 4 16,0 0 2-16,0 0-12 15,0 0-8-15,0 0 0 0,0 0-2 16,0 0-5-16,0 0-1 16,2 10 6-16,-2 4 2 15,0-1 7-15,0-6-6 16,0-4 1-16,0 0 1 15,0-2-2-15,0 2 8 16,0-3-3-16,0 0 8 16,0 0-10-16,0 0 7 15,0-14-10-15,0-2-3 16,6 4-4-16,5 4 2 16,-3 1-4-16,-4 7 3 15,-4 0-4-15,0 0 0 0,0 0 2 16,0 0-1-16,0 0 1 15,0 0 5-15,0 0 0 16,0 7-20-16,0 1-74 16,0-4-141-16,0-2-215 15</inkml:trace>
  <inkml:trace contextRef="#ctx0" brushRef="#br0" timeOffset="18783.64">4912 11164 801 0,'0'0'114'0,"0"0"40"15,0 0-27-15,0 0-29 16,0 0-19-16,0 0-25 0,-68-53-17 16,49 53-23-1,-6 11-5-15,-4 22-4 0,2 5 0 16,4 8 0-16,10 0-1 16,7-2 2-16,6-1-6 15,0-7-1-15,23-2 0 16,12-4-3-16,11-8-1 15,8-6-3-15,4-10-11 16,-2-6-14-16,-5 0-15 16,-11-8 24-16,-6-14 22 15,-15-8 2-15,-9-4 4 16,-9-9-2-16,-1-7 15 16,-1-1 26-16,-24-2-18 15,-5 4 19-15,0 12-15 0,-6 7-6 16,1 12-2-16,-2 9-15 15,-3 9-6-15,-1 0-10 16,-3 9-17-16,5 14-33 16,10 4-57-16,12 3-55 15,11 0-88-15,6-5-153 16</inkml:trace>
  <inkml:trace contextRef="#ctx0" brushRef="#br0" timeOffset="19133.66">5579 11493 897 0,'0'0'49'0,"0"0"59"0,0 0-35 16,0 0-45-16,0 0 64 16,0 0-56-16,123 0-4 15,-36 0 1-15,4-15-11 16,-1-1 15-16,-8 1-2 16,-17 2-7-16,-23 5-21 0,-17 4-2 15,-18 1-5 1,-7 3 0-16,0 0-6 0,0 0-15 15,0 0-20-15,0 0-103 16,0-3-156-16,0-12-670 16</inkml:trace>
  <inkml:trace contextRef="#ctx0" brushRef="#br0" timeOffset="19833.46">7154 11222 641 0,'0'0'112'16,"0"0"83"-16,0 0-82 16,-21-117 4-16,-6 88-50 15,-2 8 0-15,-7 0-10 16,-1 11-18-16,-2 3-28 16,-3 7 21-16,-1 0-25 15,-1 0-2-15,4 17-1 16,3 10 1-16,0 3-5 0,13 5 1 15,8 4-1-15,12-1-1 16,4 0-2-16,13-6-1 16,26-5-5-16,9-9-13 15,6-8-9-15,2-9-2 16,-4-1 10-16,-6 0-5 16,-9 0-6-16,-8-11 16 15,-8-4 15-15,-6-1 3 16,-1-2 4-16,-8 0-2 15,-2 0 11-15,-4 0 8 16,0 2 7-16,0 2-5 16,3 4-10-16,-3 3 6 0,0 3-10 15,0 4-1-15,0 0 4 16,0 0-1-16,0 0 0 16,0 0-3-16,0 0-6 15,0 7-1-15,0 17 8 16,0 10 9-16,0 6-8 15,0 6-3-15,0 3-2 16,-5-1 9-16,1-2 0 16,0-1-8-16,-1-2 6 15,2-5-11-15,-1-4-1 16,4-6 0-16,0-3 0 16,0-6-7-16,0-1 0 0,0-4-76 15,0-5-101-15,0-6-167 16</inkml:trace>
  <inkml:trace contextRef="#ctx0" brushRef="#br0" timeOffset="21534.3">2601 12758 460 0,'0'0'555'0,"0"0"-374"0,0 0-9 16,0 0-72-16,0 0 9 16,0 0-49-16,-45-65-28 15,45 91-16-15,0 21 3 16,2 19 33-16,2-1-30 15,-1-3-17-15,-1-5-1 16,1-5-4-16,1-4-1 16,7-8-11-16,5-3-78 15,6-12-131-15,9-15-89 0,0-10-303 16</inkml:trace>
  <inkml:trace contextRef="#ctx0" brushRef="#br0" timeOffset="21802.38">2859 12752 919 0,'0'0'82'15,"0"0"93"-15,0 0-88 16,0 0 24-16,0 0-14 16,0 0-54-16,-31-67-21 15,31 83-13-15,0 26 10 0,0 17 25 16,9 3-12-1,2-4-15-15,0-6-9 0,2-8-3 16,-1-4 0-16,0-7-3 16,1-2-2-16,0-5-3 15,-3-2-11-15,2-2-66 16,-1-5-148-16,0-10-122 16,-2-7-496-16</inkml:trace>
  <inkml:trace contextRef="#ctx0" brushRef="#br0" timeOffset="22633.89">3799 13196 695 0,'0'0'103'0,"0"0"-40"0,0 0 13 15,0 0-17-15,0 0-8 16,0 0-36-16,10-12-11 15,5 12 5-15,-4 0 17 16,-2 0 25-16,-7 9-38 16,0 2 4-16,-2 1 4 15,0-6-5-15,0-1-4 16,0-4 9-16,-10-1-3 16,-4 0-8-16,3 0-3 15,-3 0 3-15,5-10 11 0,5-1-7 16,2 2-2-16,2 0-10 15,0-2-1-15,4 1-2 16,12 2-1-16,4 4-2 16,-2 4 4-16,-3 0 0 15,-5 0-2-15,-4 0 2 16,-4 6-1-16,-2 4 1 16,0 1 6-16,0-1 3 15,-6-3-4-15,-1-3-5 16,0-1 0-16,2-3-3 15,5 0-62-15,0 0-138 16,0-3-119-16</inkml:trace>
  <inkml:trace contextRef="#ctx0" brushRef="#br0" timeOffset="29250.49">4708 13041 475 0,'0'0'354'0,"0"0"-256"0,0 0-39 16,0 0-21-16,0 0 22 16,0 0-31-16,90 5-15 15,-42-15-12-15,-3-10 1 16,-3-5-1-16,-9-2-1 0,-6-3 3 16,-11 2 4-1,-11 4 42-15,-5 0 13 0,0 7-17 16,-7 4 2-16,-11 4-11 15,-5 5-4-15,2 4-28 16,-8 0-5-16,1 6-2 16,0 19 2-16,-3 7 0 15,2 8 0-15,4 4 2 16,3 4 1-16,6-6 0 16,8-3 2-16,6-2-1 15,2-7-2-15,6-2-2 16,25-3-2-16,13-6-6 15,10-6 2-15,11-9-47 16,3-4-36-16,7 0-33 0,-4-11-14 16,-3-13-52-16,-7-4 104 15,-12-3 83-15,-13-4 1 16,-12 3 49-16,-9 0 64 16,-5 4 6-16,-10-1-48 15,0 6 22-15,0 5-26 16,0 3-23-16,-16 10-1 15,-9 5 4-15,-8 0-30 16,-7 5-17-16,-5 20-1 16,3 5 1-16,4 2 0 15,7 2-1-15,11-5 1 16,11-2-1-16,9-5-8 16,0-2-6-16,11-6-13 0,18-8-10 15,2-3-25-15,5-3 5 16,-3 0-81-16,-4-17 118 15,-4-8 18-15,-5 0 3 16,-5-2 16-16,-3 2 29 16,-3 5 51-16,-5 9-36 15,-2 4 2-15,-2 3-11 16,0 4-18-16,0 0-19 16,0 6-8-16,0 22-6 15,0 5 7-15,0 5-7 16,14-7-27-16,10-5-104 15,7-7-71-15,12-11-75 16,1-8-185-16</inkml:trace>
  <inkml:trace contextRef="#ctx0" brushRef="#br0" timeOffset="29786.54">5787 12962 723 0,'0'0'224'0,"0"0"-95"0,0 0-11 16,0 0-50-16,0 0-14 15,0 0-43-15,-125 6-9 16,103 26 8-16,11 1-2 16,11-4-8-16,0-1-7 15,2-4 2-15,25-5 3 16,10-6-4-16,3-9-19 16,7-4-22-16,5 0-6 15,1-28-7-15,3-5 56 16,-9-15 4-16,-9-4 4 0,-12-14-1 15,-10-4 50-15,-10-2-21 16,-6 6 2-16,0 15-2 16,0 14 12-16,-4 19 18 15,-5 12 17-15,3 6-19 16,-8 12-44-16,-1 34-15 16,-6 22 8-16,2 14-3 15,5-2 2-15,10-12-8 16,4-9-1-16,0-17-6 15,0-12 0-15,8-14-6 16,6-10-15-16,3-6-10 0,6-2 21 16,6-25 15-16,2-12-2 15,-2 1 2-15,0 6-1 16,-9 11 2-16,-6 15 1 16,-2 6-3-16,0 11-11 15,3 21 14-15,4 8 6 16,3-2-4-16,2-9-2 15,1-4 0-15,1-13 0 16,-3-7 4-16,1-5-4 16,-2 0-14-16,12-12-89 15,11-15-135-15,5-3-43 16,10-6-376-16</inkml:trace>
  <inkml:trace contextRef="#ctx0" brushRef="#br0" timeOffset="30249.54">7154 12679 891 0,'0'0'49'0,"0"0"54"0,0 0 18 0,0 0-100 16,-133 2-12-16,102 25 3 16,6 2-9-16,10-1 5 15,13 0-3-15,2-2-3 16,9-4-2-16,20-5 1 16,6-7-1-16,5-9-5 15,-4-1-15-15,-4 0 10 16,-13 0 9-16,-9 0 1 15,-10-4 6-15,0-2 13 16,-14 5 15-16,-22 1 13 16,-9 0-22-16,-3 21-9 15,-2 12 17-15,8 2-7 16,11 0-13-16,13-5-2 16,18-3 5-16,0-6-10 15,22-3 6-15,20-6-5 0,16-6-7 16,9-6-1-16,3 0-109 15,1-13 0-15,-2-14-25 16,-11-7-188-16,-13-8-187 16</inkml:trace>
  <inkml:trace contextRef="#ctx0" brushRef="#br0" timeOffset="30466.65">7244 12544 768 0,'0'0'143'0,"0"0"36"16,0 0-132-16,-86 122 67 0,69-39 12 16,5 11-55-1,-2 3-11-15,-4 2-32 0,0-4-21 16,0-2-7-16,1-4 0 16,5-6-12-16,5-13-103 15,7-12-130-15,3-14-310 16</inkml:trace>
  <inkml:trace contextRef="#ctx0" brushRef="#br0" timeOffset="31084.66">7912 12996 641 0,'0'0'10'0,"0"0"41"16,0 0-8-16,0 0-12 15,0 0 54-15,0 0-5 16,25-6-36-16,4-12-1 15,-4-4 35-15,-8 0-48 0,-5-3 7 16,-6 1 7-16,-6 4 16 16,0 7-16-16,-4 3-5 15,-20 7 0-15,-8 3-9 16,-6 10-28-16,0 23 0 16,4 5 0-16,13 0-2 15,11 0-2-15,10-8 0 16,0-3-2-16,25-4-3 15,13-9-5-15,11-8-18 16,7-6-12-16,4 0-13 16,-5-16 10-16,-8-12 1 15,-11-4 33-15,-14-2 11 16,-11 0 5-16,-7 6 16 16,-4 4 23-16,0 3 33 15,0 9 14-15,-6 4-29 0,2 5 2 16,4 0-19-16,0 3-30 15,0 0-13-15,2 25-1 16,16 9 4-16,6 6 3 16,1-2-4-16,1-2-4 15,1-4-6-15,1-1-11 16,4-4-98-16,0-4-49 16,-3-12-83-16,-2-7-88 15,-1-4-217-15</inkml:trace>
  <inkml:trace contextRef="#ctx0" brushRef="#br0" timeOffset="31250.59">8639 12841 452 0,'0'0'131'0,"0"0"94"0,0 0-41 15,0 0-44-15,0 0-10 16,0 0-41-16,-2-68-45 16,-16 101-23-16,-7 11 12 15,0 3 1-15,6-3-27 16,1 1-7-16,5-7-3 15,3 0-10-15,6-4-79 16,4-8-164-16,0-8-234 16</inkml:trace>
  <inkml:trace contextRef="#ctx0" brushRef="#br0" timeOffset="32251.46">8750 13062 742 0,'0'0'25'0,"0"0"9"0,0 0-4 16,0 0 33-16,0 0-19 16,0 0-29-16,132-44 3 15,-117 20 14-15,-6 0 26 16,-7-2 33-16,-2 1-24 16,0 3-31-16,-11 8 15 15,-9 7-17-15,-4 7 12 16,2 0-30-16,-1 14-12 15,3 15-3-15,7 10-1 16,8 0 0-16,5 3-1 0,0-5 1 16,13-3-8-16,12-5 7 15,6-12-2-15,1-7-19 16,10-10-3-16,2 0 9 16,8-8 4-16,-1-17 2 15,-2-8 3-15,-9-7 7 16,-11-2 2-16,-15-2 4 15,-10 0-3-15,-4 8 4 16,-2 6 3-16,-23 9 13 16,-4 11 6-16,-4 6-7 15,-1 4-20-15,8 0 6 16,3 14-8-16,10 15-4 16,13 7-2-16,0 6 4 15,11-2-5-15,18-6-3 0,2-6-22 16,2-8-18-16,-4-8 17 15,0-6 20-15,-2-6-7 16,-2 0 19-16,2-6 1 16,-6-20 1-16,-2-6 2 15,-2-5 3-15,-7-2 18 16,-6 5 11-16,-4 4-4 16,0 9 32-16,0 12-9 15,-2 3 0-15,-5 6-7 16,0 0-33-16,0 11-14 15,3 18-4-15,4 7 0 16,0-3-2-16,1-2-20 0,25-5-47 16,5-8-49-16,7-6 23 15,9-6 46-15,6-6 35 16,3 0-69-16,-5-16 85 16,-13-17 2-16,-13-4 51 15,-17-6 12-15,-8 6 67 16,0 3-24-16,-2 11 19 15,-9 9-40-15,2 10-16 16,7 2-30-16,2 2-26 16,0 14-13-16,0 24 0 15,0 10 7-15,7 2-5 16,4-1-1-16,-4-10-1 16,1 3 0-16,4-7-1 0,-4-3 0 15,3-10-1 1,-1-6 2-16,-8-7-1 0,-2-9-1 15,0 1 1-15,0-1-1 16,0 0-1-16,-16 0 3 16,-9 0 12-16,-6 3-8 15,0-3 1-15,-1 5-5 16,7 4 0-16,-2-3 6 16,11 0-6-16,5 0 0 15,2-2-3-15,9-3 1 16,0 2-5-16,0-3-74 15,0 0-48-15,0 0-46 16,9-22-63-16,4-3-281 16</inkml:trace>
  <inkml:trace contextRef="#ctx0" brushRef="#br0" timeOffset="33367.35">10775 12903 620 0,'0'0'209'0,"0"0"-79"16,0 0-43-16,0 0-15 0,17-104 18 15,-17 83-41-15,0 2-2 16,0 3 19-16,0 6 11 16,-7 4-10-16,4 4 2 15,-1 2-1-15,-1 0-36 16,-9 10-22-16,-1 26 0 15,-3 11-4-15,-1 7-2 16,7-7-1-16,1-7-5 16,2-5 2-16,3-13-1 15,3-10-1-15,1-6-11 16,2-6-9-16,0 0-13 16,0-12 7-16,7-28 28 15,15-19 0-15,5-11 0 0,2-4 0 16,0 4 2-1,-5 14 0-15,-1 14-1 0,-11 20 4 16,-5 11 8-16,-5 11 4 16,6 0-3-16,5 29-3 15,12 25-6-15,8 16 37 16,-2 7-22-16,-2-7-20 16,-6-8 0-16,-6-8-2 15,-6-8-14-15,-6-10-79 16,-5-6-58-16,0-12-92 15,-16-12-197-15,-17-6-274 16</inkml:trace>
  <inkml:trace contextRef="#ctx0" brushRef="#br0" timeOffset="33699.96">10491 12962 536 0,'0'0'79'0,"0"0"7"0,0 0-58 0,0 0-11 0,0 0 17 0,0 0-28 15,197-3-6-15,-101-10-40 16,-2-11-37-16,-7-8 65 16,-11-6 12-16,-19-5 54 15,-14 0 54-15,-16 4-26 16,-12 3 3-16,-5 6 54 16,-6 6-74-16,-4 3 4 0,0 8 1 15,0 1-23 1,0 2-8-16,0 4-5 0,0 6 2 15,0 0-3-15,0 0-10 16,0 8-18-16,0 28-4 16,0 11 9-16,0 12 7 15,0-3 5-15,4-5-11 16,3-5-8-16,1-5-3 16,2-2-15-16,1-3-119 15,2-8-208-15,11-9-585 16</inkml:trace>
  <inkml:trace contextRef="#ctx0" brushRef="#br0" timeOffset="34167.22">11586 12511 1100 0,'0'0'74'0,"0"0"11"15,0 0 41-15,0 0-82 16,0 0 11-16,0 0-12 15,-73-65-26-15,73 83-7 16,0 25 1-16,4 16 20 16,-2 10 2-16,-2 1-16 15,0-4-3-15,0-4-8 16,0-8 0-16,0-9-5 0,0-13-2 16,0-10 0-1,0-8-2-15,0-6-9 0,0-6-21 16,0-2-7-1,0 0-18-15,0-21-7 0,3-15 16 16,3 1 14-16,2-1 0 16,-2 6-2-16,7 7 26 15,5 5 2-15,5 9 3 16,0 4-5-16,6 5 11 16,-2 0 2-16,-2 5 1 15,-2 16 6-15,-8 8 11 16,-3 1 16-16,-8-3-16 15,-4 0 8-15,0-4 13 16,-14 0-8-16,-15-5-19 0,-9 2-13 16,-6-6-1-1,-4-2-65-15,5-6-112 0,5-6-86 16,7 0-315-16</inkml:trace>
  <inkml:trace contextRef="#ctx0" brushRef="#br0" timeOffset="34800.56">11493 12699 764 0,'0'0'142'0,"0"0"25"0,0 0-12 16,0 0 12 0,0 0-45-16,0 0-82 0,-29 53-15 15,24 42 96 1,5 17-44-16,0 1-27 0,0-7-32 16,5-1-9-16,0-11-8 15,-3-13 2-15,-2-18-3 16,0-19-2-16,0-16-6 15,0-16-38-15,0-12 8 16,-12 0 13-16,-3-44 7 16,-3-30-34-16,7-26 33 15,9-16 13-15,2-7-12 16,11 1-7-16,22 14-22 0,7 18 2 16,7 23 0-1,-1 27 37-15,-3 20 6 0,-3 12 2 16,-4 8 0-16,-9 4 0 15,-9 28 3 1,-16 12 11-16,-2 11 0 0,-16-1-10 16,-22 1-4-16,-6-3-6 15,-7-8-25-15,6-7-211 16,9-10-115-16,14-12-129 16</inkml:trace>
  <inkml:trace contextRef="#ctx0" brushRef="#br0" timeOffset="35817.49">11960 12486 1025 0,'0'0'111'0,"0"0"54"0,0 0-81 16,0 0 8-16,0 0-55 15,0 0-33-15,-8 29-4 16,1 28 10-16,-4 8-6 15,4-3-1-15,3-5-3 16,4-10-1-16,0-4-3 16,0-11-7-16,16-8-40 15,11-10-60-15,6-12-16 16,0-2-36-16,-2-12 60 16,-2-22 64-16,-7-5 39 0,-6-1 11 15,-7 8 36-15,-5 8 32 16,-4 12 17-16,0 6 25 15,0 6-45-15,0 0-34 16,0 2-42-16,0 29 2 16,2 13-2-16,10 3 0 15,8-4 0-15,2-7-1 16,3-12-12-16,-3-11-18 16,0-4-13-16,3-9 27 15,-1 0 12-15,5-10 5 16,-2-20 1-16,0-8 5 15,-5-6-1-15,-6 1 13 0,-8 9-1 16,-6 12-6 0,-2 10 18-16,0 10-3 0,-23 2-9 15,-8 6-16-15,-4 20-1 16,7 6-3-16,8 0-1 16,8-5-8-16,12-5-24 15,0-4-41-15,5-11-24 16,22-4 8-16,1-3 12 15,-1 0 15-15,-2-16 61 16,-5 4 5-16,-9 2 48 16,-7 7 18-16,-2 3 17 15,-2 0 24-15,3 4-73 16,4 18-17-16,4 5-9 16,2-8-8-16,7-3-2 15,1-7-11-15,0-7-4 0,10-2-28 16,-2 0 44-16,10-30 1 15,-4-14 2-15,-1-13 33 16,-1-11-9-16,-8-4-1 16,-6 1 5-16,-9 6-7 15,-6 12 9-15,-4 15 20 16,0 16 1-16,0 11-2 16,0 9-23-16,0 2-10 15,0 9-18-15,0 34-7 16,2 17 7-16,9 11 2 15,-3-2 1-15,-2-5-3 16,-2-3 0-16,-2-11 1 0,3-8-1 16,1-12-1-16,-1-16 0 15,-2-8-5-15,1-6-5 16,3 0-9-16,3-20-1 16,9-13-3-16,3-3 1 15,0 8-6-15,-6 14 19 16,-3 6 5-16,-7 8 4 15,-1 0-5-15,-5 0-1 16,0 10 7-16,0 5 25 16,0-4 12-16,-18-5 5 15,0 0-17-15,-1-1-21 16,2-5-4-16,11 1-80 16,6-1-197-16,0 0-257 0</inkml:trace>
  <inkml:trace contextRef="#ctx0" brushRef="#br0" timeOffset="36350.54">13190 12852 935 0,'0'0'135'0,"0"0"-48"0,0 0-69 16,0 0 0-16,92-123-9 15,-74 103-5-15,-8 4 0 16,-10 8-4-16,0 4 16 15,-14 4-2-15,-15 0 5 0,0 16-17 16,6 20 6 0,8 6 3-16,13 4 4 0,2-6-11 15,5-7-4-15,25-13 0 16,8-11-3-16,4-9 1 16,3 0-5-16,-1-20-7 15,-1-19 2-15,-5-11 12 16,-3-11 0-16,-8-5 3 15,-7 1 6-15,-9 4 2 16,-11 11 9-16,0 11 20 16,-3 17 46-16,-5 11-1 15,3 8-21-15,5 3-37 16,0 22-26-16,5 27 9 16,17 9 33-16,9 4-17 15,0-4-17-15,-4-6-8 0,-2-8 0 16,-7-6-1-1,-1-10-3-15,-5-7-18 0,-7-10-64 16,-5-4-59-16,0-7-21 16,0 0 39-16,-17-10-90 15,-5-19 132-15,2-4 84 16,4-6 37-16,12 5 35 16,4 1 14-16,29 2 26 15,38 3-76-15,31-2-24 16,24 2-12-16,13-2-25 15,18-3-437-15</inkml:trace>
  <inkml:trace contextRef="#ctx0" brushRef="#br0" timeOffset="38666.47">2641 14319 894 0,'0'0'134'0,"0"0"24"15,0 0-27-15,0 0 18 16,0 0-38-16,0 0-50 16,0 0-20-16,-23-55-12 15,21 70-12-15,-2 22-13 16,-4 16 6-16,5 4 1 15,3-1-11-15,0-2 1 16,0-6 2-16,0 1-3 16,0-10-1-16,15-3-4 0,10-8-20 15,8-3-179-15,3-12-186 16,-3-13-269-16</inkml:trace>
  <inkml:trace contextRef="#ctx0" brushRef="#br0" timeOffset="38933.28">2955 14258 925 0,'0'0'80'16,"0"0"40"-16,0 0-13 16,0 0-29-16,0 0-13 15,0 0-39-15,-13-6-14 16,13 47 17-16,0 21 24 0,0 2-27 15,0 1-3-15,0-8-13 16,0-2-2-16,-8-7-3 16,4-6-2-16,4-1-3 15,0-16-1-15,0-3-11 16,2-6-123-16,21-12-114 16,-1-4-155-16</inkml:trace>
  <inkml:trace contextRef="#ctx0" brushRef="#br0" timeOffset="39217.98">3171 14309 771 0,'0'0'64'15,"0"0"71"-15,0 0-50 16,0 0 3-16,0 0-20 15,0 0 20-15,-13-56-58 16,13 56-17-16,0 22-2 16,0 19 16-16,0 16 62 15,0 7-37-15,0-2-31 16,0-1-12-16,0-7-4 16,0-8-3-16,4-6-2 0,5-4-4 15,7-6-33-15,6-7-160 16,2-14-195-1</inkml:trace>
  <inkml:trace contextRef="#ctx0" brushRef="#br0" timeOffset="39699.91">3911 14752 941 0,'0'0'30'0,"0"0"42"0,0 0-59 16,0 0-12-16,0 0 7 16,0 0-4-16,-7-4-2 15,7 4-1-15,0 0 6 16,0 0-4-16,0 0 8 15,0 0-2-15,0 0 7 16,0 0-5-16,2 0-10 16,1 0 3-16,-3 0 5 15,0 0-5-15,0 0 6 16,0 0 15-16,0 0 6 16,0 0-15-16,0 0-5 0,-3 0 5 15,3 0-4 1,0-5-5-16,0 2-3 0,0-1 2 15,0 2-6-15,0 1-4 16,0 1 4-16,0 0-6 16,0 0 2-16,0 0-2 15,0 0 6-15,0 0-1 16,0 0 2-16,0 0-2 16,0 0-28-16,0 0-131 15,0 0-161-15</inkml:trace>
  <inkml:trace contextRef="#ctx0" brushRef="#br0" timeOffset="42520.86">20962 4971 798 0,'0'0'90'0,"0"0"14"16,0 0-9-16,0 0 38 15,0 0-34-15,38-117 2 16,-38 91-8-16,-9 1-41 16,-17 0-17-16,-10 6 32 15,-7 8-22-15,-7 10-25 0,-2 1-11 16,-2 4-1-16,10 21-6 15,9 10 0-15,8 8-2 16,15 0 0-16,12 2-1 16,0-6-3-16,12-3-8 15,17-8-38-15,4-8 14 16,-1-12-13-16,3-8 12 16,-2 0 12-16,-2-16 12 15,-2-7 6-15,-4-8 7 16,-2 1 0-16,-8 2 2 15,-5 4 13-15,-2 6-1 16,-4 6 2-16,-2 7 9 16,-2 5 8-16,0 0 16 0,0 0-24 15,0 0-13 1,0 21-2-16,0 20-1 0,-2 12-4 16,-7 5 3-16,4-2-2 15,5-5-5-15,0-4 1 16,0-4 0-16,0-6-2 15,0-2-1-15,0-4-2 16,0-6-59-16,0 0-90 16,0 0-77-16,0-3-71 15,0-4-246-15</inkml:trace>
  <inkml:trace contextRef="#ctx0" brushRef="#br0" timeOffset="43100.35">21069 6159 694 0,'0'0'190'0,"0"0"-85"0,6-117 11 0,-6 86-14 16,-6 8 26-16,-19 2-55 16,-3 11-19-16,-8 8 3 15,-6 2-36-15,-6 11-17 16,2 16-4-16,4 8-4 15,11 1 3-15,11-4-1 16,13 0-11-16,7-6-34 16,4-7-19-16,28-6 7 15,10-9-29-15,5-4 52 16,-3 0-5-16,-4-17 2 16,-9-2 21-16,-8-5 18 15,-7 3 7-15,-8-2 23 0,-6 3 10 16,-2 4 11-1,0 8 56-15,0 1-36 0,0 7-5 16,0 0-38-16,0 8-12 16,0 31-11-16,0 13 6 15,0 10-2-15,0 1 10 16,0-8-16-16,0-1-3 16,0-8-6-16,0-1-1 15,0-6-77-15,0-1-85 16,0-1-94-16,-13-9-193 15</inkml:trace>
  <inkml:trace contextRef="#ctx0" brushRef="#br0" timeOffset="43584.58">19479 6942 975 0,'-114'0'43'0,"22"4"97"0,24 0-34 16,22 0-42-16,27 1-24 16,19 2-22-16,31 3-11 15,47 2 10-15,44-6-9 16,46-6-7-16,38 0-1 15,42 0-6-15,28-10-2 16,21-4 8-16,17 4 0 16,14 6 1-16,-6 4 3 15,0 0-4-15,-22 0 1 0,-39 0-1 16,-43-6 1-16,-60 0 2 16,-62-4-3-16,-57-4-37 15,-39 4-179-15,-43 3 67 16,-47 0-292-16</inkml:trace>
  <inkml:trace contextRef="#ctx0" brushRef="#br0" timeOffset="44318.33">21220 7453 992 0,'0'0'151'0,"0"0"-54"16,0 0 42-16,19-106-63 16,-19 90-17-16,0 2-6 15,-5 4-23-15,-13 2-2 16,-7 6-10-16,1 2 27 16,-10 0-41-16,1 0-4 0,2 16 0 15,2 7-4 1,9 6 4-16,10 5-3 0,10 0-35 15,0 0 21-15,34 1-20 16,13-4 22-16,16-3 3 16,8 1-1-16,1-1 3 15,-1 4 10-15,-9 4 0 16,-18 0 2-16,-17-4-2 16,-25-4-5-16,-2-4-12 15,-41-3-7-15,-13-5 19 16,-11-5 0-16,5-7 0 15,4-4 5-15,12 0 0 16,8-17 4-16,12-13-1 16,11-9-3-16,13-9-12 15,0-8-34-15,23-6-33 0,27-1-66 16,6 3-26 0,2 6-109-16,-12 6-294 0</inkml:trace>
  <inkml:trace contextRef="#ctx0" brushRef="#br0" timeOffset="44736.57">19906 6354 785 0,'0'0'294'0,"0"0"-119"0,0 0-43 15,0 0-83 1,0 0-21-16,0 0-22 0,0 9-5 16,0 28 1-16,0 7-2 15,7 1-8-15,4-3-41 16,0-2-152-16,0-12-53 15,-6-10-325-15</inkml:trace>
  <inkml:trace contextRef="#ctx0" brushRef="#br0" timeOffset="45117.25">19948 6159 422 0,'0'0'432'0,"0"0"-408"15,-142-92 78-15,91 72-15 16,-3 11 23-16,3 6-51 16,4 3-16-16,0 17-6 15,5 27-11-15,5 14-13 16,4 12-11-16,12 6 2 16,9 2 0-16,12 1 1 15,0-8-5-15,18-8-1 16,22-9 1-16,14-10 0 15,15-8 0-15,13-12-6 16,14-13 2-16,12-11-6 16,5-13 4-16,0-25 5 15,-6-12 1-15,-18-12 8 0,-19-10 6 16,-24-12-1-16,-21-13 25 16,-21-9-15-16,-4 0-14 15,-29 3-9-15,-31 17 0 16,-21 22-47-16,-19 30-66 15,-12 28-103-15,-11 6-294 16</inkml:trace>
  <inkml:trace contextRef="#ctx0" brushRef="#br0" timeOffset="49633.47">22669 11251 1042 0,'0'0'166'0,"0"0"4"0,0 0-68 16,0 0-45-16,-113-116 8 15,84 103-15-15,-2 9-14 16,-8 4-18-16,-3 0-12 15,0 7-6-15,3 17 4 16,10-1-4-16,12 6-5 0,5-1 0 16,12 0-2-16,0-2-8 15,16-2-9-15,20-6-14 16,7-7 4-16,3-8-11 16,1-3 16-16,-5 0 14 15,-6-10 15-15,-9-5 5 16,-7-2-2-16,-5 5 4 15,-4 2 2-15,-4 3 5 16,-2 4 12-16,-5 3 7 16,0 0-10-16,0 0-4 15,0 0-11-15,0 6-1 16,0 26-4-16,0 15 8 16,-9 9 8-16,0 2-10 15,0-4-3-15,2-2-6 0,1-4 0 16,1-4 0-16,5 1-5 15,0-1-13-15,0-1-100 16,0 0-133-16,0-4-98 16,-13-6-520-16</inkml:trace>
  <inkml:trace contextRef="#ctx0" brushRef="#br0" timeOffset="50186.52">22562 13211 508 0,'0'0'182'0,"0"0"24"0,0 0-78 15,-4-131 8-15,-4 84-35 16,0 3-15-16,-3 1-37 15,-3 6-6-15,-7 7-9 16,-6 7-5-16,-7 4-6 16,-10 14-10-16,1 5-12 15,-4 0 1-15,3 27-2 16,4 5 0-16,11 7 0 16,13-1-3-16,14 0-14 15,2-3 3-15,8-4-37 0,24-7 3 16,6-8-21-16,6-10 22 15,1-6 14 1,-3 0 28-16,-4-12 5 0,-5-8 3 16,-6-2 2-16,-6 4 7 15,-8 2 23-15,-7 4 19 16,-2 4 12-16,-4 4-3 16,0 4-16-16,0 0-25 15,0 0-12-15,0 14-10 16,0 22 1-16,0 14 14 15,0 4-3-15,0-2-5 16,0-2-5-16,0 0 1 0,0-7-3 16,0 1-1-16,0-4-6 15,0 0-47-15,0 0-179 16,0-4-14-16,0-4-105 16</inkml:trace>
  <inkml:trace contextRef="#ctx0" brushRef="#br0" timeOffset="50717.5">22499 14489 465 0,'0'0'369'0,"0"0"-184"16,0 0-86-16,0-134 0 15,0 95-35-15,-13 6-15 16,-12 3 10-16,-3 6-29 16,-8 9 17-16,-6 9-34 15,-2 6-8-15,-4 0-5 16,4 8-2-16,3 15 0 15,10 7 1-15,12 4-3 16,11 0-9-16,8-2 1 0,0-4-26 16,29-7-16-16,12-7 19 15,1-9 0-15,8-5 15 16,-4 0 13-16,-3-1 6 16,-3-20 1-16,-9-3 1 15,-4 6 11-15,-12 0 12 16,-7 9 14-16,-2 4 32 15,-6 3-25-15,0 2-14 16,0 0-18-16,0 25-11 16,0 19 8-16,0 12 8 15,0 4-7-15,0-1-11 16,0-2-3-16,0 1 0 16,0 2-22-16,-8 3-105 15,0-5 1-15,-7-4-124 0,-8-8-180 16</inkml:trace>
  <inkml:trace contextRef="#ctx0" brushRef="#br0" timeOffset="51101.41">20771 15627 615 0,'0'0'108'0,"-203"10"16"0,124-4-44 0,25 2-26 15,17 0 43-15,24-2-77 16,13 2-17-16,2 0-1 16,40 2 9-16,28-2-5 15,28-2 4-15,29-2-10 16,27-4 4-16,20 0-4 15,21 0 1-15,20 0 0 16,13-5 9-16,15 0 10 16,10 1 34-16,-1 4 18 15,-1 0-11-15,-16 0-22 16,-24 0-10-16,-31-4-11 16,-51 0-9-16,-48-2-9 15,-55-2-14-15,-26-4-3 16,-49 6-85-16,-40 2-47 0,-20 4-148 15,-16 0-148-15</inkml:trace>
  <inkml:trace contextRef="#ctx0" brushRef="#br0" timeOffset="52284.45">22226 16290 947 0,'0'0'160'0,"0"0"-69"0,0 0-46 15,0 0-17-15,0 0 6 16,0 0 12-16,-94-67-17 16,109 56-16-16,18 3-8 15,13-6-4-15,12 5 1 16,8 5-1-16,8 0-1 16,-2 4 1-16,-10-5-1 15,-14 5-5-15,-16 0 1 16,-12 0 3-16,-11-4 1 15,-5-6 2-15,-4-2 8 0,0-6-8 16,0-4 2 0,0 0 0-16,-4 0-1 0,-7 4 1 15,1 4 8-15,2 4 9 16,2 6-9-16,5 0 7 16,1 4-8-16,-2 0-2 15,-5 0-9-15,-2 5-5 16,-2 16 5-16,-4 11 2 15,-1-6-1-15,1 6 2 16,-3 0 5-16,1 4 4 16,0 2 20-16,1 8-4 15,5 2-2-15,3 2-12 16,0 3-2-16,8-3-4 16,0-6-2-16,0 0-4 15,0-8 0-15,0-4-1 0,0-6-1 16,0-8 0-16,0-3-2 15,-2-3-3-15,2-7-5 16,-2-5-33-16,2 4-40 16,-7-4-78-16,1 0-21 15,-5-8-226-15</inkml:trace>
  <inkml:trace contextRef="#ctx0" brushRef="#br0" timeOffset="52550.63">22031 16535 706 0,'0'0'123'0,"0"0"21"0,0 0-84 0,0 0-21 16,0 0-9-16,190-6-13 15,-87 6 37-15,6 0-45 16,2-4 7-16,-1-4 10 15,-10-3-4-15,-20 4 4 16,-21 7 14-16,-22 0-37 16,-24 0-3-16,-13 0-19 15,0 0-24-15,-29 0-39 16,-15 0-142-16,-9 7-133 0,-2-7-216 16</inkml:trace>
  <inkml:trace contextRef="#ctx0" brushRef="#br0" timeOffset="53283.65">20809 15058 729 0,'0'0'160'0,"0"0"35"0,0 0-102 16,0 0-49-16,0 0-18 15,0 0-14-15,0 0-1 16,106-104 5-16,-75 101 12 0,-6 3 0 15,-14 0-9 1,-11 20 6-16,0 13-16 0,-2 0 2 16,-25 5-3-16,-4-4-3 15,-5-2 0-15,1-8 4 16,1-3-8-16,12-11 4 16,9-2 2-16,5-7-4 15,8-1-2-15,0 0-1 16,0 3-5-16,28-3 5 15,12 0 7-15,12 0-7 16,5 0-3-16,1-12-66 16,-1-8-44-16,-7-2-74 15,-8-7-157-15,-13 1-143 16</inkml:trace>
  <inkml:trace contextRef="#ctx0" brushRef="#br0" timeOffset="53683.34">21044 14811 685 0,'0'0'76'0,"0"0"95"15,0 0-56-15,-127-90 9 16,83 81-65-16,-10 5-8 16,1 4-9-16,-2 0-1 15,-3 19 7-15,0 12-23 16,0 18-10-16,-3 12 3 15,6 6-6-15,6 6 5 0,11 2-3 16,14-6-6-16,12 1-2 16,12-5 3-16,6-2-4 15,35-9-3-15,17-8 2 16,15-12-4-16,15-11 1 16,14-14-1-16,9-9 3 15,2 0-3-15,1-18 9 16,-16-7-5-16,-19-15 8 15,-26-6-2-15,-17-4 0 16,-19-17 5-16,-15-12 10 16,-2-10-8-16,-19-14-17 15,-31 5-1-15,-16 13-7 16,-15 26-31-16,-14 29-51 0,-10 25-81 16,-9 5-179-16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2:36:18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21760 2789 512 0,'0'0'90'0,"0"0"29"16,0 0-34-16,0 0-12 0,0 0 9 16,0 0-4-16,0 0 38 0,0-58-27 15,-9 58-12 1,-17 0-35-16,-5 0-3 0,-10 18-15 16,3 6 9-16,9-2-14 15,6 4-4-15,13 2-8 16,5 2-6-16,5 3 0 15,0-1-1-15,21 0 3 16,12-5-4-16,0-3 1 16,3-5-3-16,-4-9-6 15,3-6-12-15,-6-4 12 16,-5 0-6-16,-2-10 15 16,-6-14 0-16,-1-6 0 15,-7-9 1-15,-8 1-1 0,0-2 5 16,0 6-4-1,-10 6 5-15,-9 6-1 0,0 4-5 16,-1 6 1-16,0 4-1 16,7 6-28-16,4 2-118 15,7 0-109-15,2 2-171 16</inkml:trace>
  <inkml:trace contextRef="#ctx0" brushRef="#br0" timeOffset="333.28">22058 3007 366 0,'0'0'343'0,"0"0"-274"0,0 0 47 0,0 0-57 0,0 0 5 0,0 0 9 16,-102 0-50-16,106 0-21 15,31 0 19-15,22 0-9 16,17-1-2-16,5-7 0 16,6 2 5-16,0-3 27 15,-7 5 29-15,-14 2-38 16,-21 2-22-16,-19 0-3 16,-15-1-7-16,-9 1 0 15,0 0 6-15,-4 0-7 16,-16 0-6-16,1 0-12 0,7 0-60 15,5 0-80-15,5 0-118 16,-2 0-291-16</inkml:trace>
  <inkml:trace contextRef="#ctx0" brushRef="#br0" timeOffset="819.02">22905 2939 574 0,'0'0'150'16,"0"0"-24"-16,0 0-48 0,0 0-27 15,11-110 3-15,-11 100-9 16,-4 2-22-16,-19 6-7 16,-8 2-10-16,-5 0-3 15,-3 8-2-15,1 10 0 16,5 2 0-16,10 1-1 15,7 1-1-15,12-4-4 16,4-2-5-16,0-3-7 16,15-1-17-16,13-6 6 15,3-2-15-15,-2-4 21 16,-1 0 2-16,-6 0 17 16,-1-10 3-16,-8-3 8 15,-4 2 6-15,-2 1 10 16,-3 4 21-16,-2 6-1 15,-2-1 2-15,0 1-19 0,0 0-3 16,0 0-10 0,3 11-7-16,-3 24 10 0,0 10 48 15,0 5-27-15,0 1-28 16,-3-1-5-16,-3-4 21 16,4-2-12-16,2-5-13 15,0-10 0-15,0-3-1 16,0-9-7-16,0-5-12 15,2-5-79-15,11-7-83 16,-1 0-201-16</inkml:trace>
  <inkml:trace contextRef="#ctx0" brushRef="#br0" timeOffset="12403.08">18576 13070 882 0,'0'0'47'0,"-40"-118"81"0,33 78 54 0,5 11-84 15,0 14 10-15,2 6 11 16,0 8-63-16,0 1-17 15,-5 20-15-15,-12 39-12 16,-6 26 19-16,-6 11 35 16,4 0-48-16,6-3-10 15,3-5-4-15,7-4-2 16,9-10-2-16,0-12-5 16,23-9-58-16,25-13-110 0,10-18-271 15,4-20-153 1</inkml:trace>
  <inkml:trace contextRef="#ctx0" brushRef="#br0" timeOffset="12567.49">18897 13433 1038 0,'0'0'235'16,"0"0"-101"-16,0 0-62 15,0 0-65-15,0 0-7 16,0 0-34-16,25 31-183 15,-23-6-315-15</inkml:trace>
  <inkml:trace contextRef="#ctx0" brushRef="#br0" timeOffset="12983.71">20158 13068 57 0,'0'0'870'0,"0"0"-750"15,0 0-28-15,0 0-18 16,0 0-12-16,0 0-24 16,-58-60-22-16,27 86-11 15,-9 16-1-15,6 12 13 16,5 10 13-16,7 3-16 0,13-1-1 15,9-4-9 1,0-10-3-16,36-8-2 0,13-13 2 16,9-12 2-16,6-15-2 15,3-4 0-15,-5-12 7 16,-8-20-3-16,-14-10 6 16,-16-10 2-16,-10-12 17 15,-14-2 6-15,0-9-12 16,-18 12 34-16,-20 8-44 15,-11 16-13-15,1 16 14 16,2 13-15-16,7 10-21 16,5 0-67-16,7 30-90 0,3 8-157 15,7 6-374 1</inkml:trace>
  <inkml:trace contextRef="#ctx0" brushRef="#br0" timeOffset="13283.22">20904 13437 902 0,'0'0'140'0,"0"0"-2"0,0 0-77 0,0 0-28 0,0 0 39 0,161-18-42 15,-52 7-6-15,-2-4-1 16,-9-3 3-16,-20-2 14 16,-24 2-5-16,-25 6-15 15,-23 8-14-15,-6 2-6 16,-9 2-32-16,-19 0-107 16,-1 6-131-16,6 10-477 15</inkml:trace>
  <inkml:trace contextRef="#ctx0" brushRef="#br0" timeOffset="13708.77">22475 13216 478 0,'0'0'512'0,"13"-127"-391"0,-13 77 13 15,0 5-58-15,-24 9-26 16,-7 8-17-16,-3 12-12 15,-6 8 25-15,-5 8-41 16,-6 0-5-16,2 10-1 16,3 14 0-16,10 10-3 15,14 2-18-15,13 0-13 16,9 2-25-16,4-10 24 16,27-4-51-16,11-10 44 15,8-10 26-15,1-4 17 0,-2 0 1 16,-9-13 2-16,-11-6 3 15,-11 1 6-15,-5-2 13 16,-6 6 58-16,-2 4-31 16,-3 4 20-16,-2 6-3 15,0 0-36-15,0 8-30 16,0 32 6-16,0 20 23 16,0 14-16-16,-2 2-6 15,2-1-4-15,0-4-4 16,0-10-2-16,0-3 0 15,0-2-2-15,0 1-7 16,0 0-115-16,-10-10-231 16,-16-15-546-16</inkml:trace>
  <inkml:trace contextRef="#ctx0" brushRef="#br0" timeOffset="14333.66">18085 14690 950 0,'0'0'103'0,"-44"-114"89"0,38 79-14 0,6 14-78 16,0 13-3-16,0 8-4 15,0 0-73-15,2 24-7 16,7 31 5-16,-5 22 19 16,-4 9-27-16,0 11-10 15,0 1-1-15,-2-8-16 0,2-10-81 16,0-17-67-1,27-19-135-15,6-27-155 16</inkml:trace>
  <inkml:trace contextRef="#ctx0" brushRef="#br0" timeOffset="14552.28">18382 14684 86 0,'0'0'748'0,"0"0"-619"16,0 0-13-16,0-105-5 15,0 96-15-15,0 5 27 16,0 4-60-16,0 0-20 16,0 30-8-16,0 20 32 0,0 12-21 15,0 7-33 1,0 1-11-16,0-1-2 0,0 0-8 16,7-11-46-16,12-12-109 15,7-6-66-15,5-10-158 16</inkml:trace>
  <inkml:trace contextRef="#ctx0" brushRef="#br0" timeOffset="14950.28">19191 15204 593 0,'0'0'72'15,"0"0"-26"-15,0 0-12 16,0 0 2-16,0 0 46 16,0 0 8-16,4-18-8 15,10 18-55-15,1-4-10 16,-5 4 15-16,-4 0-12 15,-6 0-11-15,0 0 0 16,0 0 10-16,-4 4 56 16,-12 0-33-16,-2-1-27 15,0 0-2-15,7-3 4 0,4 0 10 16,5 0-4-16,2 0-2 16,0 0-12-16,0 0 5 15,0 0-1-15,0 0-13 16,5 0-5-16,-1 0-23 15,3 0-139-15,-7 0-84 16,0 8-403-16</inkml:trace>
  <inkml:trace contextRef="#ctx0" brushRef="#br0" timeOffset="20183.18">18266 16160 440 0,'0'0'466'0,"0"0"-288"0,-48-130 11 0,42 108-70 15,2 10-32-15,2 6 27 16,0 6-52-16,-1 0-21 16,1 6-33-16,-4 34 4 15,-3 16 11-15,0 6-16 0,4-6-2 16,5 1-3-16,0-12-1 16,0 8-1-16,23-9-28 15,10-4-92-15,7-4-91 16,5-17-191-16,-3-19-221 15</inkml:trace>
  <inkml:trace contextRef="#ctx0" brushRef="#br0" timeOffset="20416.75">18592 16084 508 0,'0'0'344'0,"0"0"-202"0,0 0-35 16,0 0 4-1,0 0-43-15,0 0-36 0,-38-50-15 16,38 50-7-16,0 24 1 16,0 14 52-16,0 8-7 15,0-2-38-15,0 0-13 16,2-3-5-16,3-6-2 16,5 2-35-16,4-1-118 15,4-6-72-15,2-10-189 16</inkml:trace>
  <inkml:trace contextRef="#ctx0" brushRef="#br0" timeOffset="20668.91">18796 16030 901 0,'0'0'161'16,"0"0"-19"-16,0 0-37 15,0 0-42-15,0 0-4 16,0 0-23-16,-6 10-15 16,6 42 44-16,0 6-33 15,0 0-23-15,0-4-4 16,0-5-5-16,2-4-2 16,5 0-4-16,6-1-55 15,2-8-216-15,3-8 1 16,3-10-247-16</inkml:trace>
  <inkml:trace contextRef="#ctx0" brushRef="#br0" timeOffset="21049.73">19481 16517 970 0,'0'0'128'16,"0"0"-26"-16,0 0-98 15,0 0 17-15,0 0-13 0,0 0 11 16,-16-18-13-16,16 18-4 16,0 0-1-16,0 0 3 15,0 0 3-15,0 10 9 16,0-2 25-16,0-8-24 15,0 0 2-15,0 0 1 16,0 0 11-16,0 0-15 16,0 0-4-16,-5 0-6 15,-1-8 2-15,0-2-5 16,2 6 4-16,4 4-7 16,0-4-7-16,0 4-7 15,0 0-25-15,0 0-83 0,0 0-95 16,0 0-271-16</inkml:trace>
  <inkml:trace contextRef="#ctx0" brushRef="#br0" timeOffset="21868.41">20526 16192 859 0,'0'0'210'0,"0"0"-43"0,-60-118-31 0,33 92-56 0,-2 4-23 0,-2 8-16 0,-3 10-10 0,-1 4-17 15,-4 4 1-15,4 20-12 0,6 6-3 16,14 6-2 0,8-1-3-16,7 2-7 0,0-3-30 15,11-8-1-15,18-8-10 16,2-8-9-16,2-10 3 15,-1 0 25-15,-6 0 20 16,-3-14 14-16,-6-8 10 16,-4 0 4-16,-3-5 17 15,-4 6 19-15,-4 7-7 16,1 1 11-16,-1 8-6 16,-2 1-13-16,0 4-12 15,0 0-10-15,0 14 2 0,0 26-14 16,0 16 41-16,0 7-25 15,0-5-17-15,-2 0 0 16,2 0-4-16,0-4-34 16,16-8-94-16,11-7-100 15,4-12-75-15,-2-14-176 16</inkml:trace>
  <inkml:trace contextRef="#ctx0" brushRef="#br0" timeOffset="22082.89">20717 16329 787 0,'0'0'191'16,"0"0"-84"-16,0 0-30 0,0 0 23 15,0 0-40-15,0 0-31 16,107-18 10-16,-37 13-9 16,-5 1-18-16,-6 0-3 15,-12 4-9-15,-14-4-8 16,-13 4-27-16,-13 0-54 15,-7 0-140-15,0 0 39 16,-13 0-254-16</inkml:trace>
  <inkml:trace contextRef="#ctx0" brushRef="#br0" timeOffset="22283.34">20953 16152 549 0,'0'0'224'0,"0"0"-77"16,0 0-38-16,0 0-32 0,0 0 34 15,0 0-58-15,-11 29 30 16,13 13-11-16,7 2-6 16,-3 6-36-16,0 4-17 15,-2 4-11-15,0 2-2 16,5 0-15-16,5-3-73 16,3-4-162-16,6-8-80 15,6-18-443-15</inkml:trace>
  <inkml:trace contextRef="#ctx0" brushRef="#br0" timeOffset="22900.53">21731 16230 553 0,'0'0'242'16,"0"0"-64"-16,-4-110-17 15,-20 74-51-15,-4 10-20 0,-3 5-10 16,-9 18-28-16,-3 3-39 15,-3 0 5-15,-3 14-10 16,2 14-8-16,11 8 0 16,10 2 2-16,12 2-2 15,12-7-9-15,2-4 2 16,16-5-3-16,17-7-4 16,9-8-8-16,2-9 21 15,-2 0-12-15,-1 0 0 16,-10-14 13-16,-6-3 6 15,-5-6 8-15,-9 1-11 16,-4 0 10-16,-3-1-3 16,-4 10 2-16,0 5 7 15,0 0 9-15,0 6-11 16,0 2 6-16,0 0-11 0,0 0-12 16,0 0 0-16,0 2-12 15,0 27 12-15,0 20 14 16,-6 5 6-16,-1 0 12 15,5 5-8-15,-2-7-11 16,1 3 0-16,3-5-4 16,0-6-8-16,0-9-1 15,0-5-3-15,0-7-10 16,9-4-18-16,4-2-63 16,5-8-140-16,3-4-148 0</inkml:trace>
  <inkml:trace contextRef="#ctx0" brushRef="#br0" timeOffset="23316.82">22348 16411 334 0,'0'0'421'0,"0"0"-255"0,0 0-2 0,0 0-83 0,0 0-21 16,0 0-14-16,-34-32 12 16,73 27-7-16,12 2-14 15,12-3-9-15,-3 2-18 16,-5-1-7-16,-10 5-3 16,-12 0-12-16,-16 0-55 15,-7 0-21-15,-10 5-122 0,-3 13-11 16,-23 0-48-16,-12 3-25 15</inkml:trace>
  <inkml:trace contextRef="#ctx0" brushRef="#br0" timeOffset="23516.51">22395 16525 258 0,'0'0'201'0,"0"0"-17"16,0 0-64-16,0 0-19 16,0 0-18-16,0 0-38 15,-4 2 42-15,46-2-34 16,9 0-11-16,7 0 21 15,9-6-36-15,1-6-4 16,0-2 5-16,-8 6 5 16,-16 6-22-16,-17-2-11 0,-20 4-18 15,-7 0-32 1,-2 0-50-16,-32 10-44 0,-8 8-145 16</inkml:trace>
  <inkml:trace contextRef="#ctx0" brushRef="#br0" timeOffset="24450.09">20354 17079 946 0,'0'0'142'0,"0"0"-21"0,-133-45-56 0,126 41-19 0,7 4-20 16,28 0-25-16,34 0 25 0,30 18-26 15,24-4-118-15,12-2-167 16,0-7-314-16</inkml:trace>
  <inkml:trace contextRef="#ctx0" brushRef="#br0" timeOffset="24716.59">21480 17079 777 0,'0'0'163'15,"0"0"-3"-15,0 0-84 0,0 0-9 16,0 0-38-16,0 0-16 16,12-12 27-16,91 7-33 15,19 1-7-15,10 2-85 16,-9 2-133-16,-22-4-207 15</inkml:trace>
  <inkml:trace contextRef="#ctx0" brushRef="#br0" timeOffset="25316.62">23406 16164 889 0,'0'0'132'0,"0"0"27"0,0 0 18 0,0 0-92 0,0 0-21 0,0 0-22 16,-13-77-20-16,13 77-2 15,0 15-6-15,0 14 32 16,0 14-8-16,0 1-21 16,0-4-17-16,2 0 2 15,5 0-4-15,4 1-35 16,3-2 1-16,5 2-119 15,4 4-146-15,-1-14-47 16</inkml:trace>
  <inkml:trace contextRef="#ctx0" brushRef="#br0" timeOffset="25818.07">23880 16302 771 0,'0'0'132'0,"0"0"-7"15,19-112-8-15,-19 82-35 16,-2 6-17-16,-19 8-27 16,-5 6-2-16,-1 10-23 15,1 0 23-15,-1 0-20 16,-2 24-12-16,6 10-4 16,8 2 0-16,11 4-1 15,4-4 0-15,4 5-7 0,27-1 5 16,7 4-12-16,6-4 14 15,5 0 2-15,1-4 3 16,-6-1-1-16,-13-4 0 16,-8-3 1-16,-17-6-4 15,-6-8 0-15,-9 4 0 16,-34-6 0-16,-9-1 0 16,-6-4 0-16,3-7-3 15,12 0 3-15,14-18 0 16,11-12-7-16,11-6-14 15,7-8-18-15,7-2 11 16,26-2 19-16,14-2-5 16,4-3 3-16,3 8 11 0,-3 0 0 15,-12 9 3-15,-11 6 2 16,-17 6 21-16,-11 7 2 16,0 4-9-16,-29 1-19 15,-13 10-24-15,-12 2-16 16,-2 6-109-16,5 19-92 15,2 4-124-15</inkml:trace>
  <inkml:trace contextRef="#ctx0" brushRef="#br0" timeOffset="26199.72">23266 17165 507 0,'0'0'396'0,"-153"-14"-206"0,98 14-49 0,27 0-62 0,14 0-15 16,14 0-26-16,18 0-19 16,45 0 38-16,34 4-37 15,38-4-10-15,21 0-1 0,15 0-4 16,3-13-2-16,-7 4 6 16,-6 5 2-16,-26-1-5 15,-33 5-2-15,-39 0-4 16,-45 0-57-16,-18 0-127 15,-58 13-15-15,-36 1-101 16,-24 0-474-16</inkml:trace>
  <inkml:trace contextRef="#ctx0" brushRef="#br0" timeOffset="26400.25">23135 17304 740 0,'0'0'148'0,"0"0"-73"16,0 0-47-16,0 0 63 15,155 0-35-15,-30 0 11 16,18-11-27-16,13-5-4 16,4-2 49-16,1 4-22 15,-5-4-30-15,-23 9-5 16,-24 3-28-16,-31 3-2 16,-36 3-106-16,-32-8-187 15,-12-2-629-15</inkml:trace>
  <inkml:trace contextRef="#ctx0" brushRef="#br0" timeOffset="39683.54">3455 7850 643 0,'0'0'82'0,"0"0"-6"0,0 0-47 0,0 0-19 0,0 0-10 0,0 0-27 0,0 0-234 15</inkml:trace>
  <inkml:trace contextRef="#ctx0" brushRef="#br0" timeOffset="40683.15">3158 7716 153 0,'0'0'618'0,"0"0"-516"0,-18-106 67 0,13 75-74 0,3 4 4 16,0 4-25-16,0 7 21 15,2 6-30-15,-2 6-9 16,2 4 6-16,0 0-18 16,-2 0 20-16,2 0-20 15,-2 0-37-15,-6 26-7 16,2 27 11-16,-3 18 9 15,-1 8 4-15,8-4-14 16,2-8 29-16,0-1-32 16,0-3-2-16,0-5-4 15,0-8 1-15,0-10 0 16,6-8-2-16,-2-8-6 0,-2-8-22 16,0-2-14-16,0-8-97 15,0-3-38-15,3-3-82 16,7-4-74-16,0-25-296 15</inkml:trace>
  <inkml:trace contextRef="#ctx0" brushRef="#br0" timeOffset="41553.75">5656 7706 282 0,'0'0'612'0,"0"0"-477"0,0 0-25 0,0 0-32 0,0 0 14 16,0 0-12-16,-116-57-28 16,86 58-22-16,-9 27-13 15,-2 7 1-15,3 8-3 16,7 5 12-16,8 1-12 15,13 5-3-15,5 0-2 16,5-4-6-16,5-4-4 16,26-4-2-16,14-6 1 15,10-6 0-15,13-12-10 16,5-10 5-16,0-8-12 0,-9 0 3 16,-8-16 0-1,-11-10 12-15,-10-8 3 0,-5-5 0 16,-11-6 8-16,-7-4-4 15,-8-1-1-15,-4-1 5 16,0 0-5-16,-14 7-1 16,-9 5-2-16,-6 5 2 15,-2 9-1-15,-7 7-2 16,-3 4-1-16,-1 8-14 16,-3 6-16-16,-3 0-41 15,-6 0-87-15,-2 20 26 16,0 6-108-16,1-2-132 15</inkml:trace>
  <inkml:trace contextRef="#ctx0" brushRef="#br0" timeOffset="42283.66">7809 7772 124 0,'0'0'694'0,"0"0"-626"0,0 0 103 0,0 0-75 0,0 0-18 0,0 0-14 15,-119-78 2-15,92 78-22 16,-4 16-23-16,-7 18-6 15,-3 10 13-15,6 11-9 16,1 2-4-16,12 8-9 16,7-1-3-16,13 0 1 15,2-8-3-15,13-6-1 16,25-6-2-16,11-12 2 16,4-6-2-16,8-14-6 15,-1-7 5-15,-4-5 1 0,-8-6 1 16,-12-18 1-16,-14-7 4 15,-11-1 0-15,-11-4-2 16,0 2 6-16,-11 5-2 16,-20 8-2-16,-11 11 1 15,-14 10 0-15,-4 0-5 16,-8 18-2-16,3 14-5 16,9 6-5-16,6 3-145 15,19-5-112-15,20-8-372 16</inkml:trace>
  <inkml:trace contextRef="#ctx0" brushRef="#br0" timeOffset="42900.54">9604 7853 223 0,'0'0'817'0,"0"0"-686"0,0 0 76 0,0 0-86 0,0 0-19 15,0 0 8-15,-3-60-71 16,-1 71-23-16,-3 26-11 16,-6 15 2-16,-2 5-2 15,1 0-5-15,1-7-1 16,5-10 1-16,6-11-4 15,2-6-13-15,0-13-78 0,0-4 52 16,0-6-10-16,13 0 31 16,11-26 19-16,4-10 3 15,1-4 1-15,0 3 2 16,0 10-2-16,0 4 1 16,0 10 1-16,0 7-1 15,-2 6 5-15,-1 0 0 16,4 15 4-16,-8 18 3 15,-5 7 0-15,-5 3-2 16,-12 4-6-16,0-8-6 16,-3-4 2-16,-23-5 0 15,-8-7-2-15,-2-7-2 16,7-6-53-16,6-10-85 0,2 0-89 16,5-5-91-16,5-25-145 15</inkml:trace>
  <inkml:trace contextRef="#ctx0" brushRef="#br0" timeOffset="43100.15">9558 7786 822 0,'0'0'30'0,"0"0"56"16,0 0 63-16,0 0-117 15,0 0-16-15,0 0-3 16,164-86 11-16,-82 76 14 0,5 2-3 15,-9 2-9 1,-13 4-15-16,-23 2-11 0,-18 0-22 16,-15 4-123-16,-9 6-382 15</inkml:trace>
  <inkml:trace contextRef="#ctx0" brushRef="#br0" timeOffset="43682.83">11883 7932 1094 0,'0'0'20'0,"0"0"18"16,83-124 5-16,-75 80 24 15,-8 0-18-15,0 6-10 16,-16 8 9-16,-17 4-22 16,-7 7-10-16,-12 8-4 15,-6 7-2-15,-3 4 4 0,5 4-4 16,5 26-6-1,13 5-1-15,17 8-2 0,17 3-1 16,4 1 0-16,27-1-1 16,21-3-2-16,8-2 3 15,5-3-2-15,-1-4-2 16,-2-2 4-16,-4-2 4 16,-7 2-2-16,-3 0 1 15,-13 2-3-15,-14-7 2 16,-14 3-1-16,-3-4-1 15,-18-5 3-15,-17-1-2 16,-10-7-1-16,-7-8 1 16,-1-5 0-16,0-1 0 15,6-30 2-15,13-13-3 16,15-7 0-16,14-12-10 0,5-1-15 16,31-2-14-1,22 6-33-15,10 11 16 0,4 15 7 16,-7 12-35-16,-11 10-68 15,-20 7-260-15</inkml:trace>
  <inkml:trace contextRef="#ctx0" brushRef="#br0" timeOffset="45318.2">2819 5446 706 0,'0'0'59'0,"-158"-23"20"0,95 17 61 0,23 0-49 0,15 4 28 0,21 2-47 16,4 0-11-16,33 0-56 16,42-5 7-16,33 1 4 15,29-2-10-15,19-2-5 0,0 4 1 16,-2-2 4 0,10 2 2-16,-4 4 6 15,-4 0-1-15,-15 0-13 0,-23 1 0 16,-29 8-3-16,-24 1 3 15,-30-2-1-15,-20 1 1 16,-15 2-6-16,0 5 6 16,-6 8 6-16,-16 2-3 15,-2 4 2-15,3 4-1 16,2 7 9-16,5 9 2 16,5 7 9-16,3 12-1 15,6 3-4-15,0 6-6 16,0 4 2-16,0 5 1 15,0 3 6-15,-6 6 3 0,2 2-11 16,-2 4 6-16,-1 4-11 16,1 0 5-16,0 6 0 15,4 3-5-15,2 0 0 16,0 0-4-16,0-7-1 16,0-4-1-16,0-4 1 15,6-3-3-15,-6-11-1 16,0-9 5-16,0-8-4 15,0-7 1-15,0-7-2 16,0-7 0-16,0-7 2 16,0-5-2-16,0-7 2 15,-4 0-2-15,2-4 0 16,0-3 0-16,-2-8 1 0,4-4-1 16,-2-6 0-16,-1 0 1 15,3-4 0-15,-2 0 0 16,2 0 1-16,0 0-2 15,-2 0 0-15,2 0 2 16,-4 0-2-16,-4 0 0 16,4 0 1-16,0 0-1 15,-3 0 1-15,-3 0 0 16,-9-4-1-16,-12-2 0 16,-11 2 0-16,-16 2-11 15,-16 2 2-15,-28 0 5 16,-27 0-5-16,-37 0-61 15,-45 6-119-15,-43 8-172 16,-49 7-76-16</inkml:trace>
  <inkml:trace contextRef="#ctx0" brushRef="#br0" timeOffset="46617.53">3271 4816 1006 0,'0'0'126'0,"0"0"-33"0,-36-132 61 0,32 109-39 0,4 15 5 15,0 3-18-15,0 5-43 16,0 0-46-16,0 5-10 15,0 22 0-15,16 13 3 16,-3 4-1-16,-2-2-5 16,-7-6 1-16,-1-7-1 15,-3-11-36-15,0-9 35 16,0-4-4-16,0-5 3 16,0 0 2-16,0-11 4 15,-5-21-4-15,-10-12-3 16,-1-6 3-16,7 4 2 15,1 8-1-15,3 12 17 0,0 10-11 16,3 6 8 0,2 8-5-16,0 2 1 0,-2 0-7 15,2 0 4-15,0 0-4 16,0 26-3-16,0 12 0 16,0 6 2-16,0-2-1 15,0-4 1-15,2-3-3 16,5-8 0-16,-2-2 0 15,1-7-5-15,3-3-62 16,0-4-98-16,0-5-83 16,2-6-112-16,-9 0-71 15</inkml:trace>
  <inkml:trace contextRef="#ctx0" brushRef="#br0" timeOffset="47432.71">3275 4484 737 0,'0'0'125'0,"0"0"68"0,0 0-59 0,0 0-46 0,0 0-3 0,-117-111-27 15,84 103 25-15,-2 4-47 16,0 4 28-16,2 0-59 0,-1 2 39 15,-1 28-22 1,-1 16-10-16,1 11-11 0,1 13 49 16,5 4-36-16,7 3-7 15,4 4 2-15,7-2-8 16,9-5 1-16,2-6 0 16,0-8-2-16,13-5 1 15,16-10 0-15,14-2-1 16,2-9-2-16,12-11-3 15,9-6 1-15,5-15 1 16,8-2 0-16,4-2-1 16,-6-21-17-16,-3-5 21 15,-7-4 2-15,-9-2-2 0,-8-2 1 16,-7-4 4 0,-9-4 1-16,-7-4 13 0,-8-4-17 15,-5-4 0-15,-5-5-1 16,-9 1 0-16,0 4 0 15,0 0 0-15,-23 6 7 16,-8 3-6-16,-5 3 1 16,-6 8-3-16,-1 4 3 15,4 7-1-15,1 6-4 16,0 3 3-16,2 6-1 16,0 3 2-16,1 5-2 15,-5 2 0-15,-3 0-3 16,1 0 3-16,0 9 0 15,1 7 1-15,3 5-2 0,3-1 5 16,2 4-4-16,0 3 0 16,-1 8 0-16,3 1 0 15,4 3 1-15,0-2-1 16,7 1 0-16,3-5 0 16,3 1-1-16,5-3 2 15,3-2-1-15,3 5 0 16,3-2 0-16,0 4 0 15,0-2 1-15,0 3-1 16,7-2-1-16,6-3 1 16,5 3 0-16,9 5-2 15,4-7 1-15,11 3-1 16,8-8-4-16,3-3 1 16,8-7-36-16,3-11-6 0,-2-7-78 15,1 0-14-15,-7-13-72 16,-10-24-66-16,-4-8-401 15</inkml:trace>
  <inkml:trace contextRef="#ctx0" brushRef="#br0" timeOffset="48033.74">3271 4690 701 0,'0'0'142'0,"0"0"63"0,0 0-96 0,0 0 1 0,0 0-17 16,0 0-19-16,-13-34-31 16,13 34-10-16,0 14-13 15,0 14 3-15,0 6 35 0,0 4-28 16,0-4-21 0,0 0 6-16,0-5-10 0,0-5-4 15,0-8-1-15,2-9 1 16,-2-3-1-16,2-4 0 15,-2 0-2-15,0 0 0 16,0-8 2-16,0-21 1 16,0-11 0-16,0-7 0 15,0 7 1-15,0 8-1 16,0 8 0-16,0 12 5 16,0 6 1-16,0 4 6 15,0 2 35-15,0 0-34 16,0 0-2-16,0 0-11 15,0 20 0-15,-2 6 1 0,0 3 0 16,0-4-1 0,2 0 0-16,0-4-1 0,0-3-2 15,0 3-22-15,0-3-71 16,0-7-114-16,15-2-67 16,3-9-33-16,-5 0-403 15</inkml:trace>
  <inkml:trace contextRef="#ctx0" brushRef="#br0" timeOffset="48484.42">3439 4526 525 0,'0'0'51'0,"0"0"111"0,0 0-9 0,0 0 8 0,0 0-79 0,-74-103-7 0,48 97-37 0,-9 2 30 15,-2 4-6-15,-3 0-21 16,-7 0-12-16,-4 15 20 16,3 2-11-16,-4 11-10 15,5 10 5-15,-3 11 13 16,4 8-27-16,8 6 1 16,12 1-2-16,7 1 16 15,13-3-24-15,6-1-6 16,0-2-1-16,20-2-3 15,16-2 1-15,7-3-1 16,12-8 0-16,7-8-31 0,6-11 31 16,11-18 0-16,3-7 2 15,3-1 2-15,-5-27-2 16,0-8 1-16,-6-9-1 16,-9-3 2-16,-9-13 0 15,-17-6-4-15,-16-11 0 16,-14-9-4-16,-9-1 4 15,-7 4 1-15,-34 10-1 16,-14 14-7-16,-19 16-20 16,-7 14-26-16,-14 26-103 15,-9 4-109-15,-15 7-147 16</inkml:trace>
  <inkml:trace contextRef="#ctx0" brushRef="#br0" timeOffset="51550.86">5589 3898 442 0,'0'0'113'0,"0"0"7"0,0 0 11 0,0 0 31 0,0 0-70 16,0 0 1-16,13-72-3 15,-20 60 6-15,-11 4-3 0,-7 0-50 16,-6-1-16-16,-4 9 3 16,-5 0 7-16,0 0-17 15,2 0 33-15,0 15-35 16,5 9-2-16,1 12 29 16,1 6-36-16,3 11 3 15,2 4-8-15,7 1-2 16,3 3 4-16,7-5-4 15,5-1-2-15,4-3 3 16,0-4-1-16,15-8 3 16,18-7-5-16,15-9 0 15,14-6 4-15,13-7-4 0,10-10-1 16,2-1 1-16,-4 0-7 16,-12-1 7-16,-11-12 0 15,-13-1 1-15,-11 3 0 16,-17 0 1-16,-5 5-2 15,-9 2 3-15,-4 0-3 16,-1 2 4-16,0-2 0 16,0 2 0-16,0 2 0 15,0-2-1-15,0 2-3 16,0 0 0-16,-1 0 0 16,-22 0-1-16,-9 0 1 15,-7 8 0-15,-8 6 0 16,0-1 1-16,-2 1 0 0,1-5 0 15,3-3-1 1,1-2 1-16,1-4-1 0,7 0 0 16,-2 0-2-16,3-15-4 15,3-9-2-15,2-6 1 16,5-3-3-16,7-7-25 16,7-4 33-16,9-2-3 15,2-3-4-15,0 2 7 16,20 0-6-16,11 3 8 15,7 3-4-15,6 5 0 16,5 9 4-16,-2 3 0 16,2 7-1-16,-7 6-3 15,-1 5 3-15,1 4 1 0,-4 2 1 16,-3 0 1 0,-8 0-2-16,-7 6 2 0,-7 7-2 15,-5-3 3-15,-6-2-3 16,0 1 0-16,-2-3-10 15,0 0 10-15,0-6 15 16,0 0-10-16,0 0-2 16,0 0-1-16,0 0 5 15,0 0-7-15,0 0 31 16,0 0-26-16,0 0 0 16,0 0-1-16,0 0 1 15,0 0-3-15,0 0-2 0,0 0 2 16,0 0-1-1,0 0-1-15,0 0 1 0,0 0-1 16,0 0 0-16,0 0 0 16,0 0 1-16,0 0 3 15,0 0-5-15,0 0 1 16,0 0 0-16,0 0 1 16,0 0 1-16,0 0 0 15,0 0-1-15,0 0 0 16,0 0-1-16,0 0 1 15,0 0 1-15,0 0-1 16,0 0 0-16,0 0-1 16,0 0 0-16,0 0 0 15,0 0 0-15,0 0 0 0,0 0 0 16,0 0 0-16,0 0 1 16,0 0-1-1,0 0 4-15,0 0-3 0,0 0-1 16,0 0-3-16,0 0 3 15,0 0 1-15,0 0-1 16,0 0 1-16,0 0-1 16,0 0-1-16,0 0 1 15,0 0 0-15,0 0 1 16,0 0-1-16,0 0 0 16,0 0-1-16,0 0 1 15,0 0 0-15,0 0 0 16,0 0 1-16,0 0-1 0,0 0 0 15,0 0 0 1,0 0 0-16,0 0 0 0,0 0 1 16,0 0 0-16,0 0-1 15,0 0 1-15,0 0-1 16,0 0 2-16,0 0-2 16,0 0 0-16,0 0 1 15,0 0-1-15,0 0 0 16,0 0 0-16,0 0 1 15,0 0-1-15,0 0 0 16,0 0 0-16,0 0 1 16,0 0-1-16,0 0-1 15,0 0 1-15,0 0 0 16,0 0 4-16,0 0-4 16,0 0-5-16,0 0 2 0,0 0-60 15,0 0-115-15,0 0-174 16,0 0-544-16</inkml:trace>
  <inkml:trace contextRef="#ctx0" brushRef="#br0" timeOffset="52966.71">5689 7820 364 0,'0'0'17'0,"0"0"-17"0,0 0-6 0,0 0-65 0,0 0-209 16</inkml:trace>
  <inkml:trace contextRef="#ctx0" brushRef="#br0" timeOffset="53767.51">3300 4778 105 0,'0'0'341'0,"0"0"-193"0,0 0 14 0,0 0 50 0,0 0-98 0,0 0-8 16,-13-106 16-16,9 100-11 15,2 4-29-15,2 2 18 16,0 0-70-16,0 0-17 16,0 8-7-16,0 20-1 15,0 10-1-15,0-2 0 16,2-4 1-16,4-4-4 0,1-9-1 15,-3-5 1 1,0-10-1-16,-2-2-2 0,-2-1 2 16,0-1 2-1,0 0-1-15,0-3 3 0,0-21-4 16,0-7 0-16,0 1 3 16,-4 4-1-16,0 6 0 15,0 8 0-15,-1 4 2 16,5 4 45-16,-2 4-28 15,2 0-6-15,0 0-10 16,0 0-5-16,0 4-1 16,0 18 0-16,0 6-1 15,0-1-1-15,0 4-54 16,0 1-81-16,0 0-125 16,0-7-71-16,0-13-303 0</inkml:trace>
  <inkml:trace contextRef="#ctx0" brushRef="#br0" timeOffset="54258.57">3429 4417 615 0,'0'0'269'0,"0"0"-172"0,0 0-4 0,-127-112-14 0,90 96 1 0,1 8 29 16,1 6-42-1,-1 2-12-15,-3 5-20 16,0 20-6-16,-3 15-3 0,-6 9-4 16,0 10 2-16,1 10 1 15,5 3 13-15,6 3-20 16,14 3 19-16,11-6-22 16,11-3-9-16,0 0-4 15,17-7 1-15,19-1 0 16,4-9-1-16,5-2-2 15,4-5-1-15,4-10 0 16,7-9-2-16,10-12 2 16,5-10-28-16,10-4 29 15,1-12 2-15,1-22-1 16,0-7 1-16,-4-6 3 0,-10-6-5 16,-11-7 2-1,-16-11-6-15,-20-4 4 0,-13-8 0 16,-13-3 31-16,0 4-26 15,-33 6-5-15,-21 8 3 16,-15 12 5-16,-9 9-8 16,-8 12 0-16,1 6-10 15,2 13-51-15,-2 11-46 16,1 5-76-16,-5 11-87 16,-2 22-129-16</inkml:trace>
  <inkml:trace contextRef="#ctx0" brushRef="#br0" timeOffset="55616.77">5695 7732 664 0,'0'0'121'0,"0"0"79"0,0 0-78 0,0 0-17 0,0 0-2 0,0 0-22 16,-133-75-8-16,102 75-14 15,-8 0 4-15,-6 3-33 16,0 17-9-16,-2 4-4 16,6 8 2-16,11 2 29 15,3 4-34-15,8 4-2 16,9 1-8-16,3 0 5 16,7 2-7-16,0-7-1 15,0-4-2-15,20-5 2 16,11-2-1-16,7-5 3 0,11-4-3 15,5 1 0-15,-1-11 1 16,2-3-1-16,-1-5-7 16,-2 0 7-16,-4-5-28 15,1-12 22-15,-4-6 6 16,-5-2 0-16,-4-7 2 16,-3-6 1-16,-4-6 25 15,-8-3-24-15,-11 4 0 16,-10-4-2-16,0 7 4 15,0 2-4-15,-24 5 5 16,-3 2-4-16,-7 3 2 16,-5 6 1-16,-6 4-2 15,-4 1 1-15,-2 10-3 0,-3 0 27 16,1 7-29 0,-1 0 4-16,3 0 3 0,0 19-6 15,6 4 1-15,7 8-2 16,7 3 0-16,7 6 0 15,8 0 1-15,2 3-1 16,6-1 1-16,8-1 1 16,0-2-1-16,0-2 0 15,6 0 1-15,17-3-2 16,8-2 0-16,5-4 2 16,3-6 0-16,13-4-3 15,4-6 1-15,8-6-3 0,3-6-1 16,-2 0 3-1,-7-6 0-15,-7-16 1 0,-12-2 0 16,-3-10 1-16,-7-6 0 16,-4-12 5-16,-4-6-5 15,-8 0 4-15,-11 5-3 16,-2 6 2-16,0 8-1 16,-9 5 4-16,-13 7 0 15,-5-2 2-15,-5 7-4 16,-4 3-2-16,-5 2-2 15,-6 5-1-15,-7 1-1 16,-3 8-16-16,-9 3 5 16,2 0-46-16,-3 2-40 15,-2 22-84-15,5 4-138 0,-3 2-206 16</inkml:trace>
  <inkml:trace contextRef="#ctx0" brushRef="#br0" timeOffset="57316.56">5684 4016 14 0,'0'0'83'0,"0"0"9"0,0 0-25 0,0 0 15 0,0 0-3 16,0 0-2-16,72-63 28 16,-66 48-3-16,-4 1 1 15,-2 0-6-15,0 0 31 16,-2 0-54-16,-21-4 8 16,-5 2-3-16,-8 2-27 15,-4 0-17-15,-4 8 6 16,-5 4 5-16,2 2 6 15,-2 0 13-15,2 11-22 16,5 18-18-16,2 11-7 16,4 12-6-16,3 7-2 0,6 6-2 15,5 2-5-15,13-4 5 16,7-2-1-16,2-9-3 16,15-10 5-16,23-6-3 15,18-9-2-15,12-11-4 16,9-7 0-16,0-5 2 15,-1-4-7-15,-7 0 6 16,-6 0-1-16,-12-11 3 16,-9-4 1-16,-11 3 2 15,-12 4 7-15,-9-2 35 16,-5 5-8-16,-1-1-27 16,-4-1-2-16,2 3-6 15,-2 2-1-15,0 0 2 0,0 0-1 16,0 2 3-1,0 0-8-15,0 0 4 0,0 0 2 16,0 0-5-16,0 0 1 16,0 0 0-16,0 0 1 15,0 0 0-15,0 0 1 16,0 0 2-16,0 0-3 16,0 0 0-16,0 0 0 15,0 0-1-15,0 0-1 16,0 0-1-16,0 0 0 15,0 0 3-15,0 0-6 16,0 0 3-16,0 0-7 16,0 0 7-16,0 0 2 15,0 0-2-15,0 0 0 16,0 0 0-16,0 0 0 0,0 0 0 16,0 0 1-16,0 0-1 15,0 0 0-15,0 0 0 16,0 0 1-16,0 0 2 15,0 0-2-15,0 0-1 16,0 0-1-16,0 0 1 16,0 0 1-16,0 0 0 15,0 0 0-15,0 0-1 16,0 0 0-16,0 0 4 16,0 0-4-16,0 0-4 15,0 0 4-15,0 0 0 16,0 0-10-16,0 0-39 15,0 0-123-15,0 0-203 16,-13 0-440-16</inkml:trace>
  <inkml:trace contextRef="#ctx0" brushRef="#br0" timeOffset="58216.88">3233 4667 4 0,'0'0'0'0</inkml:trace>
  <inkml:trace contextRef="#ctx0" brushRef="#br0" timeOffset="58466.8">3233 4667 382 0,'-29'6'107'16,"29"-6"67"-16,0 0-24 16,0 0-79-16,0-1 104 15,0-1-90-15,0 2-14 16,0 0-17-16,0 0-17 16,0 16 6-16,0 8 19 15,7-2-35-15,0-1-23 0,-2-2-4 16,-3 1-1-1,0-1-23-15,0 1-126 0,-2-4-61 16,0-10-175-16,0-6-284 16</inkml:trace>
  <inkml:trace contextRef="#ctx0" brushRef="#br0" timeOffset="58882.91">3278 4382 742 0,'0'0'33'0,"0"0"74"16,0 0 50-16,-147-69-91 16,110 69-14-16,-2 2-1 15,3 25-8-15,1 16-3 0,2 8-13 16,-3 11 2 0,5 6-12-16,-2 4-4 0,6 4-1 15,6 7-2-15,7-3 0 16,13-4 10-16,1-4-9 15,11-8-2-15,27-8-6 16,13-8-3-16,16-7-3 16,13-14 3-16,10-12 1 15,5-13-1-15,1-2-8 16,-5-21 8-16,1-19 6 16,-5-8-2-16,-10-6 3 15,-16-6-6-15,-22-6 0 16,-18-10-1-16,-21-6 6 0,0-5-1 15,-21 2 0 1,-23 4-2-16,-14 10-3 0,-11 13 0 16,-9 16-4-16,-7 20-13 15,-9 21-57-15,-8 2-96 16,-6 31-105-16,-6 8-490 16</inkml:trace>
  <inkml:trace contextRef="#ctx0" brushRef="#br0" timeOffset="59783.04">5673 7636 765 0,'0'0'74'0,"0"0"117"0,0 0-79 0,-150-48-16 0,104 48-33 15,-1 0 7 1,1 9-20-16,-2 24-20 0,11 9-14 16,6 6 3-16,11 4-2 15,10 3-8-15,10-4-8 16,0 2 4-16,17-5-2 16,20-8-3-16,17-6-5 15,8-8 5-15,7-10 46 16,2-10-46-16,3-6-4 15,-3-8 4-15,0-26 2 16,-6-8 5-16,-12-7 19 16,-15-6-14-16,-17-8 8 15,-21-7 0-15,-7-3-12 16,-45 2-8-16,-25 9-38 0,-22 16-68 16,-16 15-33-16,-15 12-186 15,-3 10-720-15</inkml:trace>
  <inkml:trace contextRef="#ctx0" brushRef="#br0" timeOffset="68767.23">5288 3319 282 0,'0'0'77'0,"0"0"45"0,0 0 26 0,0 0 0 0,0 0 32 0,64-112-76 15,-59 89-13-15,-3-1 4 16,-2 4-21-16,0 0-17 16,-2 4-18-16,-17 4 13 15,-5 3-30-15,-4 5-3 16,-3 4-10-16,-3 0 0 15,3 0-8-15,6 13 2 16,5 5-3-16,7 2 0 16,7 0-1-16,2 0-5 15,4 0 5-15,0-1-12 16,16-7-12-16,13 1-7 16,5-7-6-16,3-2 11 0,1-4 0 15,-4 0-2 1,-8 0 16-16,-5 0 13 0,-7 0 2 15,-8-10 2-15,-4 0 5 16,-2-4 4-16,0 0 0 16,0 2 5-16,0-1 2 15,0 6-3-15,0-1 6 16,0 4-4-16,-2 2-2 16,2 0 3-16,0 2-6 15,-2 0 2-15,0 0-2 16,0 0-4-16,2 0 2 15,0 0-8-15,0 0-2 16,0 0 2-16,0 0-4 0,-3 0 2 16,0 16 0-16,3 6 4 15,-2 5 5-15,2 2 33 16,0 2-32-16,0 0-5 16,0 2 1-16,0-6-3 15,0 0-5-15,0-7 5 16,2-6-3-16,4-7-1 15,-4 0-1-15,0-5 1 16,-2-2-2-16,0 0 2 16,0 0 1-16,0 2-2 15,0-2-5-15,0 0-23 16,0 0-90-16,0 0-27 0,0 2-83 16,0 5-183-1</inkml:trace>
  <inkml:trace contextRef="#ctx0" brushRef="#br0" timeOffset="71651.45">5375 5051 801 0,'0'0'50'0,"0"0"128"0,0 0-75 0,0 0 19 0,-20-110-24 16,20 96-23-16,0 8-16 15,0 2-14-15,0 4 20 16,0 0-20-16,0 0 5 16,0 0-39-16,0 0-1 15,0 14-4-15,0 14-3 16,0 4 11-16,0 0-8 15,0-2 0-15,0-4 1 16,0-4-4-16,0-1-2 16,0-8-1-16,0-1 0 0,0 0-6 15,0-4-55-15,2 1-100 16,2-4-32-16,0-2-65 16,4-3-189-16</inkml:trace>
  <inkml:trace contextRef="#ctx0" brushRef="#br0" timeOffset="72250.6">5439 4898 593 0,'0'-16'84'0,"0"-2"56"0,-2 2 36 16,-12 4-75-16,1-1-17 15,-3 0-7-15,-1 4-11 16,-5-1-11-16,-3 3-8 16,-4 5-7-16,-2 2-8 15,-3 0-8-15,4 0 5 16,2 0-7-16,-1 10 22 16,6 9-24-16,0 6-10 15,3 7 3-15,4 9-5 16,5 1-5-16,2-2 4 15,5 4-7-15,2-4 4 16,2 4-2-16,0-2-1 0,0 3 0 16,13-6 0-16,9 0-1 15,7-3 1-15,7-2-2 16,6-6 0-16,5-4 0 16,7-8-6-16,4-8 6 15,4-6-4-15,3-2-1 16,-5 0 6-16,-2-6-11 15,-8-11 8-15,-5-4 4 16,-9-6-1-16,-3 0 1 16,-6-7-1-16,-5-5 4 15,-5 0-1-15,-7-4 0 16,-3-1-2-16,-7-5 8 16,0 4-9-16,0-4 4 0,-10 4 2 15,-11 5-5 1,-8 1 0-16,-6 12 3 0,-6 2-3 15,-8 6 1-15,-2 4-4 16,-7 7-1-16,-3 4-12 16,-1 4-57-16,-3 0-81 15,5 24-116-15,4 6-32 16,8 5-281-16</inkml:trace>
  <inkml:trace contextRef="#ctx0" brushRef="#br0" timeOffset="72916.73">5437 5059 576 0,'0'0'110'0,"0"0"31"0,0 0 13 0,0 0-66 0,-18-105 5 16,18 93-4-16,0 6-5 15,0 5-3-15,0-2-20 16,-2 3-25-16,2 0 16 16,0 0-29-16,0 0-9 15,-2 25-6-15,0 9 2 16,-3 6 12-16,1 2-13 16,-1-6-4-16,0-2-2 15,5-5-2-15,0-10 0 16,0-7-1-16,0-9-3 15,0-3 3-15,0 0 1 16,0 0-1-16,0-4 3 0,0-20 0 16,0-9 1-16,0-3-4 15,-2 0 0-15,2 10 0 16,-2 4 2-16,-2 6 2 16,2 5-3-16,-1 8 3 15,3 0 2-15,0 3 7 16,0 0 27-16,-2 0-32 15,2 0-3-15,0 0-5 16,-2 9 1-16,2 9-1 16,-4 2 1-16,2-2 1 15,-4-2 0-15,6-3-2 16,0 4-7-16,0-3-16 16,0 3-11-16,0-2-103 0,0-3-134 15,0-6-133-15</inkml:trace>
  <inkml:trace contextRef="#ctx0" brushRef="#br0" timeOffset="73466.78">5575 4834 613 0,'0'0'206'0,"0"0"-85"0,0 0 19 0,0 0-64 0,0 0 2 0,-120-68-2 0,93 66-16 0,-4 2-22 0,-7 0-7 15,-2 0-7-15,-5 14-5 16,1 9 5-16,2 4 10 16,3 8-9-16,6 5 31 15,2 4-34-15,9 0-3 16,2 0-4-16,9 0-6 15,8 5 5-15,3-4-3 16,0 2-22-16,14-1 5 16,15-5 5-16,6-2 1 15,9-5 0-15,4-5 0 16,10-10 0-16,8-5 0 16,8-8-9-16,4-6 8 15,-1 0-1-15,-9-4-4 0,-8-20 3 16,-9-4 1-1,-8-8 2-15,-10-4 0 0,-6-6 3 16,-10-4-3-16,-8-1 9 16,-9 1-8-16,0-2 7 15,-4 0-5-15,-25 0 35 16,-7 3-34-16,-6 6-3 16,-9 4 4-16,-10 8-4 15,-5 6-2-15,-10 8 0 16,-2 9-29-16,-3 8 19 15,6 0-36-15,2 10-88 16,3 21-64-16,6 9-72 0,1 1-248 16</inkml:trace>
  <inkml:trace contextRef="#ctx0" brushRef="#br0" timeOffset="73983.5">5410 3542 495 0,'0'0'90'0,"0"0"15"0,0 0-2 0,0 0 7 0,0 0 20 0,0 0-85 16,0 0-5-16,0 0-16 15,0 0-24-15,0 0-6 16,0 0-35-16,0 10-109 16,0 13-42-16,-2 3-170 15</inkml:trace>
  <inkml:trace contextRef="#ctx0" brushRef="#br0" timeOffset="74267.8">5328 5073 801 0,'0'0'12'0,"0"0"-5"15,0 0-7-15,0 0-14 16,0 0-156-16,0 0-222 16</inkml:trace>
  <inkml:trace contextRef="#ctx0" brushRef="#br0" timeOffset="74516.87">3111 4895 811 0,'0'0'22'0,"0"0"-22"15,0 0-8-15,0 0-28 16,0 0-20-16,0 0-13 16,-7-3-154-16</inkml:trace>
  <inkml:trace contextRef="#ctx0" brushRef="#br0" timeOffset="75683.89">3360 4774 649 0,'0'0'89'0,"0"0"56"0,0 0 20 0,0 0-61 15,0 0 0-15,-71-108 13 16,69 103-24-16,0 5-35 16,2 0-5-16,0 0-25 15,0 5-28-15,0 19 3 16,0 12-8-16,0 4 7 16,2 3-19-16,-2 2 15 15,0 2-54-15,0-1-105 16,0-12-121-16,0-12-296 15</inkml:trace>
  <inkml:trace contextRef="#ctx0" brushRef="#br0" timeOffset="76167.03">3405 4432 806 0,'0'0'54'0,"0"0"65"16,0 0-8-16,0 0-52 16,0 0 12-16,-114-97-34 15,79 97-1-15,-8 0-20 16,-5 10 1-16,-8 21 0 16,-5 9 3-16,1 11-3 0,2 11 3 15,2 5-4 1,10 7 1-16,10 0-4 0,12 2-3 15,13-1-7-15,11-5-2 16,0-4 0-16,13-6-1 16,20-4-4-16,15-5 4 15,4-10-1-15,16-4-3 16,9-13-8-16,10-10-4 16,9-11 5-16,4-3-6 15,8-3 12-15,-4-27 4 16,-2-11 2-16,-10-9 4 15,-18-4-5-15,-18-10 2 16,-19-10-1-16,-14-9 4 16,-17-8 0-16,-6-4-5 0,-16 3 4 15,-28 8-3-15,-20 13-1 16,-19 18-2-16,-11 19-13 16,-10 18-53-16,-1 16-59 15,-4 0-112-15,1 27-116 16</inkml:trace>
  <inkml:trace contextRef="#ctx0" brushRef="#br0" timeOffset="77066.67">5689 7740 520 0,'0'0'187'0,"0"0"-40"0,0 0 26 0,0 0-74 0,0 0-18 0,-54-102-4 0,21 90-22 16,-5 5-8-16,-7 7 9 15,-1 0-28-15,-4 9-7 16,4 20-4-16,3 13-4 16,6 8-3-16,10 4 1 15,12-3-9-15,12 2 1 16,3-7-3-16,5-8 0 15,26-3-2-15,11-6-1 16,12-9 1-16,12-9-4 16,5-11 3-16,-1 0-1 15,1-19 1-15,-6-16 3 16,-12-6 2-16,-9-3 3 16,-19-3 3-16,-14-3 9 15,-11-6-2-15,-19-2 17 0,-40 2-32 16,-34 14-61-16,-32 17-37 15,-26 16-218-15,-14 7-525 16</inkml:trace>
  <inkml:trace contextRef="#ctx0" brushRef="#br0" timeOffset="79151.13">5600 3934 491 0,'0'0'148'0,"0"0"-33"0,0 0 1 0,0 0 54 15,0 0-93-15,0 0 2 16,-38-94-1-16,7 80-12 16,-5 4-8-16,-9 4-12 0,-1 2-4 15,1 4-3 1,3 0-4-16,4 1 16 0,0 20-25 15,3 11-8-15,5 11 27 16,1 7-38-16,10 10 4 16,0 4 0-16,11 1-8 15,8 4 6-15,0-5-5 16,11-4-3-16,22-9 4 16,8-5-1-16,11-15 1 15,15-9-5-15,12-11 1 16,16-11 0-16,10 0 0 15,6-18 1-15,-3-15-2 0,-15 1 0 16,-17-2-2 0,-23 4 2-16,-21 4 0 0,-17 6 1 15,-13 1-1-15,-2 0-51 16,-7 5-54-16,-19 2-97 16,-6 7-72-16,-5-2-244 15</inkml:trace>
  <inkml:trace contextRef="#ctx0" brushRef="#br0" timeOffset="80320.11">7326 1426 567 0,'0'0'93'0,"0"0"81"0,0 0 18 0,0 0-84 0,0 0 16 16,34-113-17-16,-34 94-34 16,0 2-17-16,-18 5 22 0,-4-1-41 15,-11 10-13-15,-8 0-13 16,-3 3-2-16,0 0-4 16,5 19-4-16,12 1 0 15,8 4-1-15,9 3 1 16,10-2-1-16,0 2-3 15,16-6-2-15,20-3-8 16,3-6-12-16,2-7 8 16,-3-5-31-16,-3 0 32 15,-6 0 10-15,-4-11 6 16,-2-5 1-16,-8-3 2 16,-1 1 1-16,-8-1-1 15,-2 4 2-15,1 7 5 0,-5-1 2 16,0 3 39-16,0 4-32 15,0 0 2-15,0 2-5 16,0 0 28-16,0 0-33 16,0 0-3-16,0 0-2 15,0 0-2-15,0 0 3 16,0 0-1-16,0 0-2 16,0 14-1-16,0 12 11 15,0 6 5-15,0 3 14 16,-2 1-16-16,-1-4-7 15,3 0 1-15,0-6-7 16,0-2 2-16,0-4-4 0,0-6-1 16,0-5-1-16,0-4 2 15,0-3 1-15,0-2-5 16,0 0 3-16,0 0-1 16,0 0 0-16,0 0-6 15,0 0 4-15,0 0-15 16,0 0-45-16,0 1-70 15,0 4-89-15,0-5-103 16,-18 0-373-16</inkml:trace>
  <inkml:trace contextRef="#ctx0" brushRef="#br0" timeOffset="81837.8">17557 4680 905 0,'0'0'87'0,"0"0"41"0,0 0-17 0,0 0-38 0,0 0 0 0,-166-90-3 16,94 104-25-16,-1 24 7 15,0 12-3-15,3 11-12 16,17 0 25-16,10-2-36 16,19-7-5-16,15-6 11 15,9-4-27-15,16-4-5 16,34-5-22-16,22-8 17 15,18-6-34-15,16-12-113 16,8-6-86-16,-3-1-89 16,-4 0-205-16</inkml:trace>
  <inkml:trace contextRef="#ctx0" brushRef="#br0" timeOffset="82053.88">17943 5042 1082 0,'0'0'66'15,"0"0"95"-15,0 0-55 16,0 0-40-16,0 0-11 16,0 0-42-16,-14-21 20 15,108 21 9-15,20 0 20 16,4 0-59-16,-7 0-3 16,-4 0-4-16,-15 0 0 15,-25 0-95-15,-28 0-93 16,-27 0-133-16,-12-6-131 15</inkml:trace>
  <inkml:trace contextRef="#ctx0" brushRef="#br0" timeOffset="82332.82">18371 4848 726 0,'0'0'90'0,"0"0"138"16,0 0-108-16,0 0-23 15,0 0 15-15,0 0-26 16,-18-44-31-16,18 44-14 15,0 28-16-15,0 17 36 16,0 13-1-16,0 8-27 16,0 6 6-16,0 4-24 15,0 3 4-15,0-3-11 16,0-8 0-16,2-10-7 0,3-10 2 16,-1-10-3-1,-2-7 0-15,1-12-2 0,-1-4-14 16,-2-8-56-16,2 0-51 15,3-7-50-15,3 0-65 16,-1-3-64-16,0-16-288 16</inkml:trace>
  <inkml:trace contextRef="#ctx0" brushRef="#br0" timeOffset="83350.09">19331 4831 734 0,'0'0'226'0,"0"0"-82"0,0 0-8 0,0 0-43 0,0 0-2 16,0 0-25-16,-76-77-17 15,49 83-16-15,1 25 1 16,2 9-20-16,5 7 0 16,9 6-5-16,10 5 1 15,0 0-10-15,2 0 2 16,23 3 4-16,8-7-5 16,11-4-1-16,10-9-2 15,6-10-1-15,4-14-3 16,1-17 3-16,-3 0-1 15,-6-19 4-15,-2-19 3 16,-11-11-2-16,-4-6 1 0,-10-8-1 16,-11-3 3-16,-12-2-4 15,-6-1 1-15,-2 1 3 16,-29 8-1-16,-13 13 5 16,-8 10-7-16,-8 13 3 15,-6 14-4-15,-5 10-3 16,-10 0-3-16,2 12-1 15,2 16-58-15,8 5-35 16,7 9-122-16,10 2-26 16,7 0-421-16</inkml:trace>
  <inkml:trace contextRef="#ctx0" brushRef="#br0" timeOffset="83933.4">20474 4948 863 0,'0'0'56'0,"0"0"47"0,0 0 92 0,0 0-91 0,0 0-23 0,0 0-36 0,-66-7-14 16,105 7 17-16,21 0 29 16,12 0-35-16,2 0-21 15,-5 0-12-15,-14 1-9 16,-10 4-12-16,-12-1-41 16,-13-2-48-16,-9-1-71 15,-11 6-18-15,0 1 6 16,-24 4 21-16,-23 4-113 15,-11 0 28-15</inkml:trace>
  <inkml:trace contextRef="#ctx0" brushRef="#br0" timeOffset="84100.48">20474 4948 132 0,'-64'147'206'0,"37"-143"-70"0,14 0-6 16,10-2-16-16,3 0-38 16,0 2-25-16,20-4 42 15,18 2 25-15,18-2 2 16,13 0-74-16,11 0-18 15,3-8-8-15,-6 0-10 16,-8 0-10-16,-9 3-54 16,-14 0-253-16,-15-3-231 15</inkml:trace>
  <inkml:trace contextRef="#ctx0" brushRef="#br0" timeOffset="84733.15">21974 4801 803 0,'0'0'118'0,"0"0"63"0,62-111-99 0,-59 80-22 0,-3 0 23 15,0 5-23-15,-21 6-3 16,-8 5-24-16,0 8-11 16,-4 3-13-16,0 4-4 15,-1 0-1-15,3 11 2 16,2 16-6-16,4 2 1 16,12 9-2-16,6 5 1 15,7 4-3-15,5 3-1 16,26-3-3-16,7-4-2 0,4-2 6 15,7-4 0-15,3-3 2 16,7-2 1-16,1-2 0 16,-2-4 4-16,-6-2 0 15,-10-3-1-15,-15 4 6 16,-13 0 1-16,-12 5-1 16,-2-1 3-16,-25 4 2 15,-22-5 2-15,-13-6-2 16,-9-6-8-16,-4-6-5 15,2-5 0-15,3-5-1 16,1-11-36-16,1-23-44 0,-3-13-140 16,-5-4-127-16,-1-4-521 15</inkml:trace>
  <inkml:trace contextRef="#ctx0" brushRef="#br0" timeOffset="86501.05">17495 6615 712 0,'0'0'117'0,"0"0"55"0,0 0-60 0,2-104 1 0,-2 70-13 0,-11 4-19 16,-5 1-32-16,-5 9-12 16,-6 4-14-16,-6 6 9 15,-5 10 4-15,-9 0-25 16,-3 13-5-16,6 15-3 15,4 9-2-15,16 4-1 16,10-3-26-16,14 0 19 0,0-4-1 16,20-7-35-16,22-8-7 15,10-7-4-15,6-10-5 16,-2-2 12-16,-6 0 17 16,-5-16 23-16,-11-7 7 15,-12-4 5-15,-7-1-5 16,-8 0 24-16,-7 4 20 15,0 1 4-15,0 6 6 16,0 5-18-16,0 3-17 16,-3 8 26-16,1 1 12 15,2 0-31-15,-2 0-6 16,2 0-13-16,-2 0 5 16,-2 18-8-16,-7 20 2 0,-3 10 39 15,1 4-12 1,4-2-19-16,0 4-2 0,7-1-4 15,0-3-3-15,2-5-2 16,0-3-3-16,0-5 0 16,8-7-5-16,10 0-31 15,1-10-137-15,4-10-104 16,4-10-112-16</inkml:trace>
  <inkml:trace contextRef="#ctx0" brushRef="#br0" timeOffset="86816.71">18050 6785 1054 0,'0'0'15'0,"0"0"84"0,0 0 29 0,0 0-44 0,0 0-15 15,0 0-43-15,-36-40-7 16,94 40 28-16,20 0-7 16,11 0-19-16,7 0-9 15,1-2-2-15,-9-3 34 16,-8-2-44-16,-15 4-27 16,-18-2 18-16,-18 4-38 15,-16-2-87-15,-13 0-97 0,0-2 54 16,-17-4-139-16,-20-8-93 15</inkml:trace>
  <inkml:trace contextRef="#ctx0" brushRef="#br0" timeOffset="87183.36">18505 6491 513 0,'0'0'181'0,"0"0"14"0,0 0-17 16,0 0-77-16,0 0 23 15,0 0-17-15,-52-88-28 16,52 88 1-16,0 0-50 0,0 1-12 15,0 34-8 1,-2 15 6-16,0 16 32 0,0 8-11 16,2 6 10-1,0 4-30-15,0-4 5 0,0 1-6 16,0-11-3-16,4-10-6 16,0-8-3-16,-2-7 2 15,-2-13-1-15,4-9-4 16,-4-8 0-16,2-5-1 15,-2-6 3-15,0 0-3 16,0-2-1-16,2 1 1 16,-2-2-1-16,0 1-2 15,0-2 2-15,0 2-2 16,0-2-2-16,0 2-10 16,0-2-63-16,0 0 14 0,0 0-50 15,0 0-79 1,0-6-16-16,0-4-10 0,0 3-262 15</inkml:trace>
  <inkml:trace contextRef="#ctx0" brushRef="#br0" timeOffset="88100.81">19550 6332 541 0,'0'0'122'0,"0"0"49"0,0 0 20 0,0 0-118 0,0 0 22 0,0 0-7 15,-34-56-23-15,23 56-6 16,-2 0-27-16,-6 0-6 15,-2 0-5-15,-4 0-11 16,-2 8 16-16,0 5 4 0,-2-1-10 16,0 3 1-16,2 3 22 15,2 3-18-15,2-2 19 16,3 9-31-16,0 4-5 16,4 5-2-16,1 7 1 15,3 0 0-15,2 4-3 16,3 4 2-16,5 4-5 15,2 0 5-15,0 1-4 16,2-3 0-16,20-4-2 16,7-6 3-16,6-6-1 15,10-7-2-15,4-7-1 16,4-7-2-16,5-7 5 16,0-5-4-16,1-5 4 15,-1 0-4-15,0 0 7 16,-1-17-4-16,-1-7-1 0,-7-4 0 15,-3-8 0-15,-3-7 0 16,-7-2 2-16,-3-5 0 16,-6 1-2-16,-5 1 0 15,-4-2 1-15,-12 3 4 16,-4 0 3-16,-2-3-8 16,0 0 6-16,-15 0 0 15,-12 0-6-15,-10 3-3 16,-11 7 2-16,-12 5 0 15,-11 4-13-15,-11 12-8 16,-5 4-71-16,3 9-63 16,-6 6-69-16,-3 0-11 0,-9 18-295 15</inkml:trace>
  <inkml:trace contextRef="#ctx0" brushRef="#br0" timeOffset="89401.6">20795 6761 1007 0,'0'0'63'0,"0"0"69"0,0 0 19 0,0 0-78 0,0 0-22 16,0 0-25-16,-27-16-15 16,89 16 50-16,25 0-43 15,5-2-18-15,-10-2-1 16,-13 3-67-16,-19-2-88 16,-21 3-38-16,-18 0-96 0,-11 0-204 15</inkml:trace>
  <inkml:trace contextRef="#ctx0" brushRef="#br0" timeOffset="89551.35">20848 6873 575 0,'0'0'128'0,"0"0"49"15,0 0-37-15,0 0-92 16,0 0-16-16,0 0-1 16,30 38 14-16,65-38-45 15,19 0-12-15,7-7-269 16,-1-15-344-16</inkml:trace>
  <inkml:trace contextRef="#ctx0" brushRef="#br0" timeOffset="90000.06">22105 6695 1085 0,'0'0'42'0,"0"0"99"15,-35-136 18-15,33 113-69 16,0 8 71-16,2 9-86 16,0 6-15-16,0 0-38 15,0 8-12-15,0 28-2 16,0 16 2-16,0 12 7 15,0 3-16-15,-8 1 1 16,-3-6-4-16,3-4-6 0,8-4-29 16,0-12-98-1,8-7-98-15,26-12-66 0,1-15-152 16</inkml:trace>
  <inkml:trace contextRef="#ctx0" brushRef="#br0" timeOffset="90418.22">22531 6609 844 0,'0'0'65'15,"0"0"102"-15,0 0-94 16,0-112-2-16,0 96 19 16,0 7-15-16,-4 5-20 0,-2 4-8 15,-4 0-17 1,-11 3-12-16,-5 20-15 0,-10 11 1 15,3 7-1-15,1 7 0 16,6 4 0-16,8 7 0 16,10 2-3-16,8 2 1 15,0 1 0-15,13-6 0 16,20-8-1-16,9-8-3 16,6-8-2-16,4-10-1 15,-3-10-1-15,-4-10 3 16,-6-4 1-16,-4 0 2 15,-6-18 1-15,-9-12 6 16,-5-5-4-16,-7-6 0 16,-8 3 1-16,0 0 2 0,-8 2 2 15,-23 10 7-15,-9 7-13 16,-9 12-1-16,-4 7-5 16,-1 0-5-16,0 19-42 15,6 12-138-15,-1-1-65 16,-1-1-410-16</inkml:trace>
  <inkml:trace contextRef="#ctx0" brushRef="#br0" timeOffset="91334.68">5433 4909 773 0,'0'0'160'0,"0"0"26"0,0 0-57 0,0 0-50 0,0 0-32 16,0 0-18-16,-29 12-6 15,29 9 24-15,0 4-4 16,0-3-11-16,2-4-15 16,0-4-10-16,3-1-7 0,-5-2 0 15,0-3-3 1,0 2-23-16,0-2-61 0,0-4-90 15,4-4-73-15,7 0-193 16</inkml:trace>
  <inkml:trace contextRef="#ctx0" brushRef="#br0" timeOffset="91733.32">5433 4909 812 0,'-95'-162'44'0,"60"145"121"15,0 4-63-15,-1 7-17 16,3 5-5-16,-1 1-17 0,3 0-11 16,0 10-14-16,-2 18-7 15,-1 10-9-15,5 12-3 16,5 9-9-16,5 5 2 16,11 0 0-16,6-1-4 15,2 0-2-15,0-3 0 16,26-2-6-16,14-2 1 15,7-9-2-15,12-8 0 16,1-12 0-16,11-10-5 16,4-11 4-16,8-6 2 15,1-5 17-15,-6-26-7 16,-11-10-10-16,-7-7 3 16,-15-4 1-16,-12-4-2 15,-10-3 2-15,-14-5-1 16,-9-4 0-16,-5-6-1 15,-28 5-2-15,-14 9-28 0,-13 12 26 16,-16 18-19-16,-18 12-10 16,-13 16-73-16,-6 2-96 15,-3 13-140-15</inkml:trace>
  <inkml:trace contextRef="#ctx0" brushRef="#br0" timeOffset="92767.62">7698 7760 320 0,'0'0'86'0,"0"0"66"0,0 0-43 0,0 0-4 0,0 0 19 16,0 0 23-16,46-57-53 16,-52 54-22-16,-11 2-25 15,-8 1-7-15,-6 4-3 16,-4 21-17-16,-5 15 8 15,-1 8 1-15,8 8-6 16,6 7 2-16,12-4-9 16,13 2-6-16,2-7-8 0,10-6-1 15,26-10-1-15,9-7-2 16,5-8-1-16,13-6-5 16,1-11 1-16,4-6 9 15,-8 0-2-15,-13-9 0 16,-16-7 7-16,-17-5-6 15,-12-2 14-15,-2-4 0 16,-8-2-2-16,-30 4 6 16,-17 8-19-16,-14 7-4 15,-6 10-8-15,-2 2-37 16,2 26-62-16,6 8-156 0,-3-2-280 16</inkml:trace>
  <inkml:trace contextRef="#ctx0" brushRef="#br0" timeOffset="115833.56">7246 3374 724 0,'0'0'54'0,"0"0"28"0,0 0 68 0,0 0-109 15,0 0 9 1,-44-104-6-16,50 85 0 0,17 0-29 16,6 3 5-16,4 0-8 15,9 0 0-15,1 3 1 16,1 5 3-16,1 1 4 16,-9 5 11-16,-5 2 6 15,-10 0-6-15,-7 17-20 16,-5 21 0-16,-9 10-3 15,0 5 2-15,0 1 0 16,-2-1 32-16,-7-5-36 16,-3-4 2-16,6-7 7 15,3-6-11-15,3-9 1 0,0-4-4 16,0-8-1-16,0-3 1 16,0-3-1-16,0-3-10 15,0-1-40-15,0 0-27 16,7 0-94-16,-1-16-75 15,-4 0 70-15,-2-2-129 16,0 2-40-16</inkml:trace>
  <inkml:trace contextRef="#ctx0" brushRef="#br0" timeOffset="116085.76">7322 3484 442 0,'0'0'77'0,"0"0"103"15,0 0-62-15,0 0-18 0,0 0-60 16,0 0-1 0,152-53-11-16,-84 45-18 0,6-1 2 15,4 2 49-15,-5 2-36 16,-5 4-2-16,-13 1 8 16,-20 0-20-16,-14 0-11 15,-15 0-1-15,-6 1 0 16,0 10-10-16,-21 1-37 15,-13 0-4-15,-9 3-161 16,-2 0-97-16,3-1-139 16</inkml:trace>
  <inkml:trace contextRef="#ctx0" brushRef="#br0" timeOffset="117104.56">5352 4997 338 0,'0'0'189'0,"0"0"-53"0,0 0-5 0,0 0-25 0,0 0 13 15,0 0-26-15,0-52-11 16,0 52 16-16,0 0-63 16,0 12-12-16,0 15-4 15,0 2 6-15,0 5 12 16,-6-2-22-16,6 2-10 0,-4 0-4 15,-2 0-1 1,4-4-3-16,0-3-111 0,0-16-110 16,2-11-78-16,0 0-351 15</inkml:trace>
  <inkml:trace contextRef="#ctx0" brushRef="#br0" timeOffset="117600.47">5332 4782 590 0,'0'0'34'0,"0"0"92"0,0 0-47 15,-126-29 20 1,94 29-11-16,1 0-30 0,-3 19 20 16,1 10-41-16,0 4-10 15,-1 6-1-15,8 1-6 16,1 1-4-16,4-3-6 15,6 5-3-15,5 3 0 16,4 2 2-16,6 2 3 16,0 0-8-16,21-1 5 15,6-7-5-15,4-2-1 16,0-6 0-16,4-8-3 16,3-6 1-16,5-6 0 15,5-9-1-15,10-5 3 16,7 0-2-16,9-13 1 15,-1-11-2-15,-2-4 0 16,-3-10 3-16,-13-8 0 0,-8-7-3 16,-9-2-1-16,-11-6 1 15,-7 4 2-15,-14-2-2 16,-6 3 4-16,0 4-3 16,-13 6 3-16,-21 3-2 15,-10 7 0-15,-15 5-2 16,-13 10 1-16,-7 7-1 15,0 5-4-15,-2 9-8 16,5 0-43-16,5 5-74 16,-4 17-86-16,-4 2-117 15</inkml:trace>
  <inkml:trace contextRef="#ctx0" brushRef="#br0" timeOffset="118550.71">7801 7694 507 0,'0'0'313'0,"0"0"-223"0,0 0 66 16,0 0-49-16,0 0-40 0,0 0-13 15,-118-33-4-15,89 38-17 16,-6 15 1-16,-4 5-8 16,-5 14 0-16,-2 1 30 15,5 6-38-15,5 3-5 16,7-2-3-16,13 2-6 15,12-5 1-15,4 0 3 16,2-6-6-16,27 0-1 16,9-7 0-16,7-4 2 15,9-6-3-15,1-7-2 0,3-7 1 16,2-7 0-16,-2 0-1 16,-7 0-8-16,-6-14 2 15,-14-4-27 1,-11-2 29-16,-9-4 6 0,-7-2 6 15,-4-4 39-15,0 3-34 16,-4 2-6-16,-18 0 11 16,-13 6-3-16,-4 7-5 15,-11 10-5-15,-6 2-3 16,-2 4-1-16,2 18 1 16,10 8 0-16,5 4-3 15,10 4-30-15,4 0-127 16,6-6-120-16,4-7-205 0</inkml:trace>
  <inkml:trace contextRef="#ctx0" brushRef="#br0" timeOffset="122633.88">8899 3529 243 0,'0'0'456'0,"0"0"-339"0,0 0 58 0,0 0 29 16,0 0-99-16,0 0-16 15,0 0-12-15,-15-70-24 16,13 70-30-16,2 0 0 15,0 4-13-15,0 22-9 16,0 10 11-16,-3 4 19 16,1-2-20-16,0-2-1 15,2-8-9-15,0-6-2 0,0-8 2 16,0-8-1-16,0 1 0 16,0-7-3-16,0 0 1 15,0 0-8-15,0-9 5 16,0-25 5-16,0-10-4 15,0-6 2-15,0 5 0 16,0 7 3-16,0 11-1 16,0 9 2-16,2 6-1 15,0 4 3-15,1 6-4 16,-3 2 1-16,0 0 3 16,0 0 3-16,0 0 2 15,0 23-9-15,0 14 0 16,0 8 0-16,0 3 7 15,0-4-4-15,0-3 0 0,0-5-2 16,0-10-1-16,0-7-1 16,0-10 1-1,0-6 0-15,0-1-1 0,0-2 0 16,0-2 1-16,0-24 0 16,0-17 5-16,0-9-4 15,0-2-1-15,0 4 0 16,0 8 1-16,0 14-1 15,0 6 1-15,0 11-1 16,0 8 4-16,0 1-2 16,0 2 1-16,0 0 3 15,0 0-2-15,0 5-3 0,0 24-1 16,0 12 0-16,0 9 0 16,0 5 4-16,0-3-1 15,0-4-3-15,2-6 0 16,3-9 0-16,-3-13 1 15,0-8-1-15,-2-9 0 16,0-3-3-16,0 0 6 16,0 0-1-16,0-24-2 15,0-17 5-15,0-18-2 16,-7-2-3-16,3 0 0 16,-3 7 2-16,2 10 1 15,1 16-2-15,2 12-1 16,2 8 1-16,0 8 3 0,0 0-3 15,0 0 3 1,0 0-4-16,0 18 0 0,0 20-2 16,0 10 2-16,0 4 1 15,4-3 2-15,-1-6-3 16,1-3 0-16,-4-14-1 16,2-5 2-16,-2-13-2 15,2-8 1-15,1 0 0 16,-3 0 0-16,0-8 1 15,0-22 2-15,0-19 3 16,0-7-6-16,0 0-3 16,0 10 3-16,0 11 0 0,0 10 0 15,0 9 1 1,0 8 0-16,0 5 4 0,0 3-5 16,0 0-1-16,0 0 1 15,0 11 0-15,0 17-6 16,0 8 6-16,0 2 2 15,0 1 1-15,0-4-3 16,2-5 0-16,0-2 3 16,1-6-3-16,-1-4-2 15,2-3 0-15,0-1-51 16,5-7-166-16,1-3-102 16,-6-4-213-16</inkml:trace>
  <inkml:trace contextRef="#ctx0" brushRef="#br0" timeOffset="124185.67">9336 4539 35 0,'0'0'0'0</inkml:trace>
  <inkml:trace contextRef="#ctx0" brushRef="#br0" timeOffset="124400.39">9336 4539 388 0,'-51'89'0'0,"51"-89"-6"16,0 0-75-16,5 0-116 15</inkml:trace>
  <inkml:trace contextRef="#ctx0" brushRef="#br0" timeOffset="124570.92">9297 4630 235 0,'0'0'230'0,"0"0"-203"15,0 0 17-15,0 0-44 16,0 0-8-16,0 0-73 0,37-13-89 15</inkml:trace>
  <inkml:trace contextRef="#ctx0" brushRef="#br0" timeOffset="127006.8">9319 2038 178 0,'0'0'510'0,"0"0"-406"0,0 0 47 0,0 0-9 0,0 0-54 16,0 0-17-16,0 0-5 15,-29-65-27-15,29 65-18 16,0 0-5-16,0 0-8 15,0 0 0-15,0 0 10 0,-3 2 13 16,3 11-15-16,-4 0 3 16,1 5-6-16,1 2-2 15,-3 2 2-15,3 5 2 16,2 6-4-16,0 8-2 16,0 4 3-16,0 4-3 15,0 1-3-15,0-2 2 16,0-2-6-16,12-2-2 15,2-4-1-15,14-4 1 16,5-5 0-16,9-9 2 16,14-7-1-16,11-2 4 15,9-12-1-15,-4-1-1 16,-6 0-3-16,-10-3 1 0,-7-15-1 16,-7-9 1-16,-4-7-1 15,-5-6 3-15,-6-10-2 16,-9-14 6-16,-7-10-2 15,-4-6-1-15,-7-2-2 16,0 9 2-16,-5 11 0 16,-14 13 1-16,-4 14-5 15,1 7-1-15,-3 5-8 16,3 9-59-16,0 6-152 16,-2 4-202-16</inkml:trace>
  <inkml:trace contextRef="#ctx0" brushRef="#br0" timeOffset="128201.22">9751 7824 495 0,'0'0'47'0,"0"0"77"0,0 0-12 0,0 0-2 0,0 0 19 15,-76-106-53-15,71 98-23 16,3 2-3-16,0 2 6 16,2 3-18-16,-2 1 8 15,2 0-20-15,-2 0-10 16,-1 0-4-16,-6 4-9 16,-6 25-3-16,-6 9 53 15,4 10-24-15,-1-2-15 16,7-3-8-16,-1-1-6 15,4-5 1-15,1-2 1 16,3-9-2-16,2-4-5 16,2-10-3-16,0-5-4 15,0-2 4-15,0-5-6 0,0 0 14 16,0 0-3 0,0 0 4-16,10-14-1 0,9-6 0 15,4-4 2-15,5 2-4 16,3 3 4-16,-2 6-3 15,-3 4 1-15,-1 8-1 16,-2 1 1-16,-4 0 2 16,-1 11-2-16,-3 14 6 15,-1 4-1-15,-5 2 0 16,-7-3 0-16,0-4-3 16,-2-8-2-16,0-2-8 15,-11-2 7-15,-15 1 1 16,-3-1 0-16,-3-1-10 15,6-7-92-15,3-4-87 0,6 0-30 16,1-2-218-16</inkml:trace>
  <inkml:trace contextRef="#ctx0" brushRef="#br0" timeOffset="128516.49">9608 7806 283 0,'0'0'409'0,"0"0"-261"0,0 0 19 0,0 0-61 16,0 0-42-16,0 0-22 0,-40-38 5 16,73 30-28-16,19 1-8 15,12-6-5-15,5-1 1 16,0-1 0-16,2 0 30 15,-3-1 5-15,-10-1 0 16,-14 10-17-16,-17 1-14 16,-16 5-8-16,-11 1-3 15,0 0-4-15,-23 14-126 16,-25 17-109-16,-19 5-133 16</inkml:trace>
  <inkml:trace contextRef="#ctx0" brushRef="#br0" timeOffset="137233.57">9479 1048 248 0,'0'0'566'0,"0"0"-455"0,0 0 69 0,0 0-87 0,0 0 12 0,0 0-31 0,0 0-48 0,2-35-4 0,-18 56-1 16,-6 11-7-16,-5 7-8 15,3 0 0-15,3-4-1 16,8-3 0-16,3-4-1 16,4-8-2-16,6-4-2 15,0-2 5-15,8-4-3 16,23 0 3-16,17-8 9 15,22-2-12-15,8 0-2 16,4 0-6-16,-6 0-48 0,-14 0-101 16,-19-4-14-16,-24-2-215 15</inkml:trace>
  <inkml:trace contextRef="#ctx0" brushRef="#br0" timeOffset="137516.81">9608 1141 573 0,'0'0'66'16,"0"0"73"-16,0 0-10 15,0 0 18-15,0 0-44 0,0 0 0 16,-13-78-15-16,13 78-33 16,0 0-26-16,0 0-11 15,-2 0-5-15,2 20-10 16,0 16 14-16,-3 12 14 15,-2 10-2-15,1 0-7 16,-2 5-11-16,-1 7-9 16,3-4-1-16,-4 0-1 15,6-4-19-15,0-6-78 16,2-3-160-16,-2-14-89 16,-3-6-514-16</inkml:trace>
  <inkml:trace contextRef="#ctx0" brushRef="#br0" timeOffset="139917.88">9523 8732 681 0,'0'0'328'0,"0"0"-286"0,0 0-40 0,0 0-2 0,0 0-2 15,0 0-83-15,0 0-96 16,43-7-321-16</inkml:trace>
  <inkml:trace contextRef="#ctx0" brushRef="#br0" timeOffset="144283.84">11995 1263 402 0,'0'0'458'0,"0"0"-303"0,0 0 5 15,-35-118-6-15,30 100-44 16,4 8 6-16,1 7 28 0,0 2-96 16,0 1-24-16,0 0-12 15,0 0-4-15,0 6-8 16,0 24 0-16,-9 10 7 16,-2 4-4-16,0-6-2 15,2-7-1-15,5-1-1 16,-1-9-3-16,5-7-10 15,0-5-17-15,0-5-10 16,0-4-44-16,0 0 55 16,0 0 11-16,0 0 3 15,0-11-7-15,15-9 19 0,10 0 4 16,2 2 1-16,0 6-1 16,4 7 0-16,0 0 0 15,3 5 0-15,1 0 0 16,1 10 0-16,-3 16 3 15,-2 4-1-15,-8 3 10 16,-13 0-6-16,-10-2 1 16,0-1-5-16,-12-4 4 15,-28-2 2-15,-12-6-8 16,-8-2-42-16,4-8-49 0,10-8-65 16,7 0-78-1,10-22-122-15,8-14-164 0</inkml:trace>
  <inkml:trace contextRef="#ctx0" brushRef="#br0" timeOffset="144483.56">11945 1081 747 0,'0'0'33'0,"0"0"21"0,0 0 36 0,0 0-16 0,0 0-15 15,129-85 34-15,-77 77-63 16,2 3 11-16,-6 2 9 15,-5 3-37-15,-12 0-9 16,-9 0-4-16,-6 0-7 16,-10 0-16-16,-4 4-147 0,-2 10-106 15,-8 1-189 1</inkml:trace>
  <inkml:trace contextRef="#ctx0" brushRef="#br0" timeOffset="146050.87">11341 4909 53 0,'0'0'622'0,"0"0"-594"0,0 0 6 0,0 0 1 0,0 0 4 16,0 0-26-16,-13 0-13 16,22 0-18-16,13 0-48 15,12 0 29-15,5 0-166 16,2-6-192-16</inkml:trace>
  <inkml:trace contextRef="#ctx0" brushRef="#br0" timeOffset="146200.72">11353 4909 17 0,'0'0'399'16,"0"0"-399"-16,0 0-45 0,0 0 45 15,0 0 12-15,133 4-12 16,-68-4-332-16</inkml:trace>
  <inkml:trace contextRef="#ctx0" brushRef="#br0" timeOffset="147000.57">11789 8654 840 0,'0'0'24'0,"0"0"10"0,0 0 71 0,0 0-63 0,0 0-9 15,0 0-32-15,-2-23 1 16,48 20 35-16,15-1-35 16,-1-2-2-16,-4 2-60 15,-7 3-90-15,-16 1-168 16,-11 0 70-16</inkml:trace>
  <inkml:trace contextRef="#ctx0" brushRef="#br0" timeOffset="147151.9">11785 8699 502 0,'0'0'125'0,"0"0"-49"15,0 0-21-15,0 0-35 0,0 0 35 16,0 0-50-16,125-6-3 16,-61-2-2-16,5-1-84 15,-2 0-133-15</inkml:trace>
  <inkml:trace contextRef="#ctx0" brushRef="#br0" timeOffset="150368.78">11841 3582 534 0,'0'0'82'0,"0"0"25"0,0 0 14 0,0 0 28 0,0 0-75 0,0 0 5 15,-19-27-22-15,19 14 0 16,0 0-30-16,0-5 0 16,3 3-18-16,13 3 7 15,5-1-7-15,8 5-2 16,0 2-2-16,5 6-3 16,-3 0 0-16,-2 0 2 15,-4 18-4-15,-7 2-3 16,-5 4 3-16,-9 3 4 15,-4 2-1-15,0 1-1 16,0-1 1-16,-22-4 3 16,-6 0 1-16,-7-7-5 15,0 0 5-15,4-6-1 0,4-2-3 16,10-4 1-16,8-5-4 16,6-1 2-16,3 0-2 15,0 0 0-15,0 0 0 16,0 0-7-16,9 0 7 15,6 0 6-15,8 0 1 16,2-3-7-16,6 3 2 16,4 0-2-16,5 0 0 15,3 10 1-15,-3 10 0 16,-7 2-1-16,-10 1 0 16,-10 4 0-16,-13-2 3 15,0-2-3-15,-15 2 9 0,-27-2 4 16,-10-3-6-16,-8-6-3 15,-5-8-4-15,0-6-1 16,6 0-13-16,-1-20-91 16,8-14-67-16,10-6-85 15,11-10-481-15</inkml:trace>
  <inkml:trace contextRef="#ctx0" brushRef="#br0" timeOffset="151933.31">11756 8711 786 0,'0'0'98'0,"0"0"-90"0,0 0 106 0,0 0-91 0,0 0 22 0,0 0-24 0,160 0-2 16,-89 0-14-16,-3-4 3 16,-13 0-8-16,-12 1-4 15,-19 3-29-15,-19 0-91 0,-5 0-81 16,-23 0-21-16,-26 3 131 15,-6 5 69-15,-3-1 26 16,-2 0 31-16,4-3 20 16,2-1 21-16,8 3 54 15,9 0-11-15,18-1 2 16,12 1-11-16,7-3-82 16,9 4-14-16,31-1-1 15,24-2 23-15,19-4-32 16,13 0-42-16,4 0-190 15,-11-18-24-15</inkml:trace>
  <inkml:trace contextRef="#ctx0" brushRef="#br0" timeOffset="161350.12">4114 9619 205 0,'0'0'468'0,"-116"12"-324"0,16 44-63 0,-39 36 72 0,-28 47-8 0,-25 49-4 0,-21 38-29 16,-13 38-19-16,-17 16-39 15,-2-3 38-15,0-8-47 16,10-19-13-16,29-31-7 15,35-31-7-15,39-37-7 16,48-41-5-16,30-32-4 16,30-28-2-16,24-25-10 0,2-25-44 15,47-22-75-15,29-53 51 16,27-35-46-16,31-35-69 16,19-27-2-16,22-16-89 15,16-13 51-15,9 3-9 16,9 5 49-16,3 1 168 15,-3 7 25-15,1-3 111 16,4-4-22-16,-7 4-11 16,5-2-8-16,-10 10 6 15,-25 21-28-15,-29 29-24 16,-47 38-11-16,-46 37 21 16,-32 30 11-16,-25 16 10 0,-9 9 80 15,-53 40-48-15,-36 42-68 16,-39 41 82-16,-27 35-16 15,-32 45 6-15,-22 34-45 16,-19 28 35-16,-14 16-20 16,1-9 4-16,0-12-12 15,12-21 3-15,20-22-13 16,19-29-4-16,28-20 4 16,24-25 15-16,31-27-45 15,28-22-7-15,33-25-6 16,21-23 2-16,17-16-6 15,11-16-6-15,3-8-65 16,3-6-30-16,0 0-47 0,13-22-13 16,14-22-11-1,-2-11-181-15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2:42:25.8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6992 6689 358 0,'0'0'0'0,"0"0"-59"0,0 0-40 0</inkml:trace>
  <inkml:trace contextRef="#ctx0" brushRef="#br0" timeOffset="5265.73">1411 11012 768 0,'0'0'44'0,"-194"-5"89"15,107 1-46-15,18-2-41 16,16 2 9-16,17 1-11 15,22 2 1-15,12 1-15 16,2 0-26-16,40 4 20 0,41 11-10 16,54 2-10-16,53-8 5 15,70-4-9-15,54-5 7 16,47 0-6-16,30 2 0 16,6 4-2-16,-5 6 2 15,-11 0 1-15,-20 1 3 16,-18 4-3-16,-30-3 7 15,-30-1-5-15,-32-2 9 16,-41-3-1-16,-41-2 1 16,-45-6 8-16,-43 0-8 15,-40 0-3-15,-20 0 4 16,-18 0 7-16,-1 0 52 16,0 0-61-16,0 0-5 0,0 0-10 15,0-8 3 1,-11-2-102-16,-2 0-62 0,-2 3-28 15,-1-2-237-15</inkml:trace>
  <inkml:trace contextRef="#ctx0" brushRef="#br0" timeOffset="6982.39">1758 12197 342 0,'-113'5'344'0,"12"-1"-255"0,12 4-2 0,14-2 45 0,17-2-59 0,22 0-21 15,22-2 3-15,14 7-18 16,48-1-35-16,54 3 39 16,70-3-31-16,68-8-3 15,70 0 1-15,54 0-8 16,37-4-1-16,21 4 1 15,8 0 7-15,-4 10 45 16,-14 8-7-16,-31-4 4 16,-35-4-26-16,-50-2-11 15,-48-2-12-15,-53-1-3 16,-56-1-12-16,-55-1-36 0,-51 1-45 16,-33 6-93-16,-55 0-96 15,-32 0-298-15</inkml:trace>
  <inkml:trace contextRef="#ctx0" brushRef="#br0" timeOffset="11898.93">2132 11418 448 0,'0'0'316'0,"0"0"-274"0,0 0-32 0,0 0-10 0,0 0 0 0,0 0 0 15,0 0-10-15,-17-15-29 16,26 15-55-16,2 0-70 15,-2 0-129-15</inkml:trace>
  <inkml:trace contextRef="#ctx0" brushRef="#br0" timeOffset="12532.28">1868 12675 400 0,'0'0'62'0,"0"0"-37"0,0 0 3 0,0 0-28 0,127 0-7 15,-63 0-122-15,1 0-120 16</inkml:trace>
  <inkml:trace contextRef="#ctx0" brushRef="#br0" timeOffset="20601.41">10260 5079 740 0,'0'0'27'0,"0"0"118"0,0 0 22 0,0 0-76 0,0 0 26 16,0 0-54-16,0 0-12 16,-6-16-21-16,68 10-13 15,17 0-17-15,3 3-8 16,0 3-179-16,-6 0-27 16,-7 0-200-16</inkml:trace>
  <inkml:trace contextRef="#ctx0" brushRef="#br0" timeOffset="21131.91">10306 7097 558 0,'0'0'270'0,"0"0"-167"0,0 0-26 0,0 0-27 16,0 0-27-16,0 0 14 16,110 0-27-16,-54 0-10 15,0 2-14-15,4 5-139 16,-2 0-314-16</inkml:trace>
  <inkml:trace contextRef="#ctx0" brushRef="#br0" timeOffset="21782.84">10277 9356 921 0,'0'0'54'0,"0"0"21"0,0 0 19 0,0 0-53 0,0 0 7 16,0 0-33-16,0-5 12 15,57 5-1-15,10 0-26 16,4 0-9-16,-11 0-115 0,-14 0-95 15,-21 0-44-15,-15 0-10 16</inkml:trace>
  <inkml:trace contextRef="#ctx0" brushRef="#br0" timeOffset="21898.59">10285 9393 426 0,'0'0'105'15,"0"0"-7"-15,0 0-55 16,0 0-23-16,0 0 2 15,0 0 13-15,187 3-35 16,-100-3-270-16</inkml:trace>
  <inkml:trace contextRef="#ctx0" brushRef="#br0" timeOffset="27631.76">18112 3332 43 0,'0'0'718'0,"0"0"-657"0,0 0 52 0,0 0 4 0,0 0-18 0,0 0-24 16,0 0 10-16,-22-100-14 15,22 100-22-15,-2 0-17 16,-1 0-17-16,-1 0 1 15,0 4-1-15,-1 20-6 16,1 12 30-16,-2 10-15 16,0 7-4-16,2-2-1 15,4-1-9-15,0 0 1 16,0-4-4-16,0-4-3 16,0-7-4-16,0-6-1 0,0-6-1 15,8-1-19-15,4-3-98 16,9-10-165-16,0-9-128 15</inkml:trace>
  <inkml:trace contextRef="#ctx0" brushRef="#br0" timeOffset="27948.57">18534 3599 857 0,'0'0'126'15,"0"0"-34"-15,0 0 1 0,0 0-13 16,0 0-27-16,0 0-23 16,-29-11-8-16,68 8 24 15,22 0-25-15,13-2-2 16,1-3-5-16,-2 0-4 15,-5-1-4-15,-10 3-6 16,-10 5 0-16,-10-2-23 16,-9 3-86-16,-13 0-115 15,-14 0-72-15,-2 0-26 16,-2 0-29-16</inkml:trace>
  <inkml:trace contextRef="#ctx0" brushRef="#br0" timeOffset="28235.51">18837 3402 18 0,'0'0'531'16,"0"0"-391"-16,0 0 41 15,0 0-61-15,0 0 16 16,0 0-45-16,-25-31-28 16,25 31-7-16,0 0-28 15,0 0-12-15,0 7-10 16,0 24 14-16,0 12 42 15,0 12-33-15,0 5-9 16,0-1-6-16,0-3 1 0,0-6-7 16,0-6-4-16,0-6-2 15,4-6-2-15,3-8-2 16,-3-6-6-16,6-2-39 16,1-6-136-16,5-8-71 15,5-2-197-15</inkml:trace>
  <inkml:trace contextRef="#ctx0" brushRef="#br0" timeOffset="28548.15">19425 3404 990 0,'0'0'32'15,"0"0"78"-15,0 0-16 16,0 0-10-16,0 0-20 16,0 0-37-16,-25-33-11 15,25 35-12-15,-4 26 11 16,1 10 26-16,-1 11-4 16,0-2-17-16,-3 0-2 15,2-2-2-15,1-5-5 16,0-5 0-16,4-5-10 15,0-9-1-15,0 2-5 16,0-6-24-16,6-3-94 0,12-4-139 16,4-10-163-1</inkml:trace>
  <inkml:trace contextRef="#ctx0" brushRef="#br0" timeOffset="28832.53">19870 3648 883 0,'0'0'38'0,"0"0"80"15,0 0-61-15,0 0-6 16,0 0-5-16,0 0-20 15,8-7 23-15,49 7-17 16,8 0 6-16,2-3-17 16,-11-1-21-16,-16 2-13 15,-9 2-77-15,-12 0-82 16,-18 0-178-16</inkml:trace>
  <inkml:trace contextRef="#ctx0" brushRef="#br0" timeOffset="28982.47">19896 3786 282 0,'0'0'565'0,"0"0"-426"0,0 0-85 15,0 0-10-15,117-22-26 16,-26 0-9-16,14-7-9 16,4-5-18-16,-2-10-583 15</inkml:trace>
  <inkml:trace contextRef="#ctx0" brushRef="#br0" timeOffset="36548.78">20862 3538 100 0,'0'0'149'0,"0"0"-84"0,0 0-3 0,0 0 7 16,0 0 59-16,0 0-16 15,0 0-22-15,0 1-27 16,0-1 86-16,0 0-82 16,0 0-12-16,0-10-14 15,-3-10-8-15,3-1-9 16,0-4-2-16,0 1-5 15,12 3-11-15,7 4-2 16,6 5-4-16,0 4 2 16,4 4-2-16,0 4 0 0,0 0-1 15,-2 10-3-15,-2 16 4 16,-8 7 0-16,-6 9-2 16,-8 4-1-16,-3 2 3 15,-3-3 0-15,-19-3 2 16,-7-4 4-16,-4-6-5 15,-6-1 2-15,1-8-1 16,1-4 0-16,6-8 0 16,4-2 1-16,9-5-1 15,9-4 0-15,4 0 2 16,5 0-4-16,0 0-2 16,0 0-9-16,23 0 10 15,23 0 2-15,19 0 2 16,13 0-3-16,7 0-6 15,2 0-26-15,1 0 5 0,2 0 1 16,-9 8-68-16,-6 0-278 16</inkml:trace>
  <inkml:trace contextRef="#ctx0" brushRef="#br0" timeOffset="44383.6">17929 4724 538 0,'0'0'89'0,"0"0"11"0,0 0 7 0,0 0-32 0,0 0 42 16,0 0-64-16,-15-102-19 15,47 82-24-15,-1 4 6 16,0 3-2-16,2 7-1 16,1 6 3-16,-3 0 1 15,-2 3 3-15,-11 19 16 0,-7 9-8 16,-11 10-8-16,0 5 3 16,-21 1-17-16,-10-6 6 15,-6-3-6-15,-1-6 2 16,-5-8 6-16,5-2-6 15,7-5 2-15,4-7-2 16,12-4-3-16,7-2 6 16,4-2-2-16,4-2-6 15,0 0 1-15,0 0-4 16,8 0-5-16,23 0 5 16,15 0 15-16,21 0-15 15,9 0-100-15,0-5-32 16,2 4 14-16,-3-1-235 15,-1-1-66-15</inkml:trace>
  <inkml:trace contextRef="#ctx0" brushRef="#br0" timeOffset="44615.6">18544 4868 803 0,'0'0'19'16,"0"0"77"-16,0 0 39 15,0 0-91-15,0 0-8 16,0 0-22-16,54-23 35 16,19 23-32-16,10-4-5 0,0-5-8 15,-10 5-3-15,-11 0-1 16,-15 4-4-16,-17 0-96 16,-15 0-49-16,-15 0-177 15,-5-4 25-15</inkml:trace>
  <inkml:trace contextRef="#ctx0" brushRef="#br0" timeOffset="44804.28">18794 4717 153 0,'0'0'308'15,"0"0"-88"-15,0 0-71 16,0 0 60-16,0 0-95 16,0 0-34-16,-24-37-25 15,22 39-28-15,2 25-1 16,0 6 41-16,0 3-36 15,0 6-18-15,0 6-12 0,0 5-1 16,4 7-12-16,9-2-97 16,-2-5-190-16,-1-10-484 15</inkml:trace>
  <inkml:trace contextRef="#ctx0" brushRef="#br0" timeOffset="45269.6">19423 4836 897 0,'0'0'24'0,"0"0"30"15,0 0-19-15,25-102-17 16,4 77 10-16,4 6-11 15,2 2-7-15,1 10-3 16,-3 5 3-16,-6 2-3 16,-4 0 6-16,-10 18-5 15,-11 10-2-15,-2 6 26 16,0 2-6-16,-24 2-20 16,-8-2 4-16,-2 1-2 15,-3-5 3-15,-1-2 3 0,3-4-1 16,4-7 11-16,2-4 1 15,6-5-7 1,7-4 11-16,9-4-16 0,5 2 0 16,2-4 1-16,0 1-14 15,0-1-1-15,0 0 1 16,25 0 0-16,8 0 33 16,15 0-31-16,2 0-1 15,6 0 0-15,2 0-2 16,0 0-4-16,2-1-113 15,1 0-69-15,-3 1-308 16</inkml:trace>
  <inkml:trace contextRef="#ctx0" brushRef="#br0" timeOffset="45582.42">20198 4995 716 0,'0'0'24'0,"0"0"74"0,0 0-24 0,0 0 8 15,0 0-28-15,0 0-31 16,0 0 19-16,81-36-29 15,-21 30-2-15,1 0-5 0,-3 0 0 16,-6 4-6-16,-12 2-2 16,-9 0-18-16,-11 0-147 15,-18 0-133-15,-2 12-146 16</inkml:trace>
  <inkml:trace contextRef="#ctx0" brushRef="#br0" timeOffset="45732.68">20204 5157 613 0,'0'0'56'16,"0"0"56"-16,0 0-49 15,0 0 3-15,0 0 1 0,0 0-40 16,137 4-27 0,-53-4 0-16,5-8-159 0,3-6-194 15</inkml:trace>
  <inkml:trace contextRef="#ctx0" brushRef="#br0" timeOffset="46198.62">21107 4692 513 0,'0'0'38'0,"0"0"74"16,0 0-2-16,0 0 13 16,0 0-29-16,0 0 15 15,13-60-56-15,-13 60-20 16,0 0-13-16,0 0-13 15,-4 22 17-15,-10 4 7 16,-1 5-18-16,-3 0 22 16,5-3-30-16,-1 0 7 15,3-3-9-15,7-1 3 16,2-7-5-16,2 0 3 0,0-3-6 16,4-2 2-16,16-2 0 15,12 0 11-15,7-2-4 16,6-2-6-16,0-6 4 15,-1 0-5-15,-1 0-1 16,-10 0-11-16,-4 0-36 16,-5-6-16-16,-6-2-33 15,-2-5-89-15,-11 2-114 16,-5-3-169-16</inkml:trace>
  <inkml:trace contextRef="#ctx0" brushRef="#br0" timeOffset="46498.33">21198 4742 415 0,'0'0'47'15,"0"0"102"-15,0 0-67 16,0 0 2-16,0 0-7 16,0 0-33-16,-4-8-5 15,4 8-19-15,0 0 28 16,0 4-1-16,2 15 7 15,3 2-5-15,-1 5-5 16,1 8-14-16,-3 2 6 16,0 4-8-16,0 7-12 15,2-3-5-15,-1 2-3 0,-1 0-4 16,-2-2-2-16,0 0-4 16,0-1 0-16,0-1-30 15,-5-2-145-15,-10-4-55 16,-11-4-191-16</inkml:trace>
  <inkml:trace contextRef="#ctx0" brushRef="#br0" timeOffset="47798.49">18062 5819 814 0,'0'0'20'0,"0"0"110"0,0 0-37 0,0 0-50 0,0 0-25 16,64-110 0-16,-19 92 1 15,6 4 6-15,-7 5-3 16,-6 9 2-16,-9 0 6 15,-11 7-20-15,-13 18-5 16,-5 9-1-16,0 10 27 16,-16-1-20-16,-15-1-6 15,-3-4-5-15,-2-8 4 16,5-6 1-16,2-7-3 0,10-8-1 16,12-2 2-1,4-6-1-15,3 2-2 0,0-3-11 16,0 1-10-16,21-1 15 15,14 0 6-15,6 4 6 16,-2 5-6-16,-1 7 0 16,-7 4 2-16,-4 4 1 15,-11 0 6-15,-7-4 1 16,-9-4-2-16,0 0 17 16,-21-2 16-16,-14 2-12 15,-12-2-12-15,0-4-1 16,5-3-5-16,6-7-9 15,12 0 1-15,8 0-3 0,10-7-22 16,6-17-103-16,17-8-135 16,24-2-340-16</inkml:trace>
  <inkml:trace contextRef="#ctx0" brushRef="#br0" timeOffset="48015.28">18638 6034 984 0,'0'0'34'0,"0"0"36"0,0 0-24 0,0 0-18 0,0 0 18 16,187-6 0-16,-98 6-20 16,-2 0-22-16,-8 0-1 15,-15 4-3-15,-20 6-27 16,-21-5-78-16,-23 0-107 15,-14-5-422-15</inkml:trace>
  <inkml:trace contextRef="#ctx0" brushRef="#br0" timeOffset="48232.47">18901 5849 870 0,'0'0'68'16,"0"0"89"-16,0 0-99 0,0 0 32 15,0 0 22-15,-22 108-41 16,22-59-31-16,0 1-10 16,0 4-15-16,4-4-14 15,8 0-1-15,-3-1-26 16,-1-2-139-16,-1-9-106 16,-4-10-534-16</inkml:trace>
  <inkml:trace contextRef="#ctx0" brushRef="#br0" timeOffset="48718.97">19454 5952 811 0,'0'0'35'0,"0"0"28"16,0 0-23-16,0 0-17 15,120-91 20-15,-71 85 37 16,-6 6-42-16,-10 0-2 16,-16 10-23-16,-14 11-11 15,-3 9-2-15,-11-1 14 16,-25 5 18-16,-4-6-24 0,0-1-5 15,2-9-3-15,7-6 11 16,8-4-9-16,12-5 6 16,9 0-5-16,2-3-3 15,0 0-14-15,11 1 14 16,22 4 5-16,8 4 1 16,3 8-3-16,-5 3-2 15,-7 6 2-15,-3 2-3 16,-10-3 8-16,-9-8 10 15,-5-5 23-15,-5-2-6 16,-13-2 17-16,-27 2 6 16,-14-2-32-16,-4-6-18 15,2-2-7-15,8 0-2 0,9 0-4 16,10-12-37 0,14-12-175-16,15-7-256 0</inkml:trace>
  <inkml:trace contextRef="#ctx0" brushRef="#br0" timeOffset="48983.05">20102 6140 1056 0,'0'0'16'0,"0"0"21"0,0 0-1 0,0 0-23 0,0 0 37 0,0 0-6 0,150-14-27 0,-100 10-17 16,-5 4-12-16,-9 0-77 16,-16 0-51-16,-15 6-167 15,-5 14-49-15</inkml:trace>
  <inkml:trace contextRef="#ctx0" brushRef="#br0" timeOffset="49099.36">20104 6316 503 0,'0'0'185'0,"0"0"-81"15,0 0 3 1,0 0-44-16,0 0-22 0,132-18-41 16,-47 0-87-16,-1-3-303 15</inkml:trace>
  <inkml:trace contextRef="#ctx0" brushRef="#br0" timeOffset="49501.49">21214 5916 804 0,'0'0'95'15,"0"0"28"-15,0 0-1 16,0 0-44-16,0 0-23 0,0 0 3 15,-62-55-36-15,33 67-20 16,-7 18-1 0,-2 8 0-16,5 6 0 0,4 5 1 15,4 1 1-15,11-2-3 16,12-4 0-16,2-3-3 16,0 1-1-16,25-10 3 15,4-7-7-15,2-5 8 16,7-8 8-16,-3-10-7 15,2-2 0-15,-8 0 6 16,-5 0-5-16,-6-14 7 16,-1-4 3-16,-5-2-3 15,-8 0 7-15,-4 2-3 0,0 0-10 16,-20 4-3-16,-16 3-14 16,-9 8 4-16,-8 3-72 15,2 0-51-15,2 0-155 16,4 10-158-16</inkml:trace>
  <inkml:trace contextRef="#ctx0" brushRef="#br0" timeOffset="50698.73">18170 6829 939 0,'0'0'33'0,"0"0"128"0,0 0-15 0,0 0-85 0,0 0-23 0,0 0-18 16,-44 27 22-16,26 21-26 15,3 2-12-15,7-4 6 16,8-6-10-16,0-3 0 16,19-5-6-16,18-6 6 15,11-8-7-15,4-4 5 16,4-9-37-16,-4-5-3 15,-8 0-29-15,-11-4 18 16,-10-15 25-16,-9-6 23 16,-10 0 5-16,-4-2 2 0,0 5 12 15,0 6 16 1,-10 4 4-16,0 8 11 0,3 2 24 16,5 2-23-1,-4 0-31-15,-2 20-5 0,2 12 1 16,-1 10 9-16,4-2-10 15,3 1-4-15,0 1-6 16,3 2-2-16,15 0-9 16,4 0-54-16,9-4-99 15,2-6-157-15,4-10-315 16</inkml:trace>
  <inkml:trace contextRef="#ctx0" brushRef="#br0" timeOffset="50900.59">18852 7265 589 0,'0'0'480'0,"0"0"-406"0,0 0 50 0,0 0-98 0,0 0-8 0,167-56 0 0,-86 51-10 15,-3 1-8-15,-12 4-4 16,-18-1-102-16,-23 1-128 15,-22 0-230-15</inkml:trace>
  <inkml:trace contextRef="#ctx0" brushRef="#br0" timeOffset="51082.55">19033 7054 588 0,'0'0'397'0,"0"0"-286"0,0 0-1 16,0 0-59-16,0 0-20 15,0 0 16-15,-14 90 17 16,14-34-30-16,3 2-18 16,10 5-16-16,-1 2-12 15,-4 1-102-15,-4-7-137 16,-1-10-347-16</inkml:trace>
  <inkml:trace contextRef="#ctx0" brushRef="#br0" timeOffset="51515.55">19467 7066 1043 0,'0'0'31'0,"0"0"89"16,0 0 7-16,0 0-52 15,0 0-31-15,0 0-32 16,-27-50-9-16,27 78-1 15,2 8-2-15,14 6 5 16,-1 0-5-16,4-2-2 16,5-6-22-16,5-5-55 15,4-10-39-15,3-6 12 16,0-13-66-16,-1 0 32 0,-6-2 27 16,-6-21 97-16,-8-10 16 15,-8-5 30-15,-5-2 40 16,-2-1 30-16,0 5-14 15,0 10 68-15,-4 10-49 16,-3 8 5-16,2 4-36 16,1 4-7-16,4 0-43 15,-4 24-20-15,2 19 3 16,2 11 10-16,0 0-1 16,0-3-10-16,0 4-5 15,10-5-1-15,11-2-12 16,-1-6-50-16,9-6-105 0,0-9-94 15,1-14-328-15</inkml:trace>
  <inkml:trace contextRef="#ctx0" brushRef="#br0" timeOffset="51732.71">20223 7225 1100 0,'0'0'26'0,"0"0"90"0,0 0-74 0,0 0-37 15,0 0 33-15,166-21-26 0,-101 21-12 16,-13 0-26-16,-19 0-173 16,-22 0-252-16</inkml:trace>
  <inkml:trace contextRef="#ctx0" brushRef="#br0" timeOffset="51868.24">20256 7419 940 0,'0'0'102'16,"0"0"-35"-16,0 0-55 16,0 0-4-16,0 0-12 15,179-37 4-15,-100 20-255 16,0-6-149-16</inkml:trace>
  <inkml:trace contextRef="#ctx0" brushRef="#br0" timeOffset="52298.68">21279 7163 825 0,'0'0'59'15,"0"0"48"-15,0 0-33 16,0-110 15-16,0 85-46 15,-5 8 3-15,-11 6-9 16,-3 3-23-16,-8 8 7 16,-4 0-8-16,-3 0-10 15,1 7-1-15,2 14-4 0,8 9 1 16,12 4-8-16,11 4 2 16,0 0-15-16,20-1 0 15,15-5-10-15,4-4 23 16,-6 0-11-16,-4-2 20 15,-7 4 2-15,-8-4 1 16,-8 2 3-16,-6-1 2 16,0-8 6-16,-2 1 8 15,-18-6 7-15,-4-6 3 16,-1-3-20-16,3-5-2 16,4 0 2-16,5 0-12 15,4-19 0-15,9-11 6 16,0-8 12-16,19-8-18 0,20-4-31 15,9 2-56 1,6 4-97-16,-4 9-151 0,-13 14-287 16</inkml:trace>
  <inkml:trace contextRef="#ctx0" brushRef="#br0" timeOffset="52816.33">18371 7986 851 0,'0'0'233'0,"0"0"-135"0,0 0-17 0,0 0 13 0,0 0-28 0,0 0-49 16,-27-36-9-16,11 53 0 16,3 7-8-16,9 2-7 15,4 4 2-15,0-2-2 16,24 2 3-16,7 4 4 16,8-1 7-16,-2-2-3 15,-6-5-3-15,-10-4 2 16,-10-7-1-16,-11-6-2 15,0 1 2-15,-19 2 6 16,-20 4 11-16,-10-4-19 16,2-8-19-16,14-4-82 15,12 0-106-15,19-19-195 16</inkml:trace>
  <inkml:trace contextRef="#ctx0" brushRef="#br0" timeOffset="52966.83">18362 8015 745 0,'0'0'323'16,"0"0"-292"-16,0 0-10 15,0 0-5-15,130-24-16 16,-37 24-31-16,-5 0-344 16,-11 0-249-16</inkml:trace>
  <inkml:trace contextRef="#ctx0" brushRef="#br0" timeOffset="53149.55">18924 8224 1047 0,'0'0'42'0,"0"0"8"16,0 0-27-16,0 0 13 16,156 1-6-16,-81-1-16 15,-4 0-14-15,-9 0-5 16,-10 0-205-16,-16 0-94 15,-20-9-235-15</inkml:trace>
  <inkml:trace contextRef="#ctx0" brushRef="#br0" timeOffset="53332.82">19276 8003 613 0,'0'0'156'16,"0"0"20"-16,0 0-40 15,0 0-99-15,0 0 7 16,0 0 61-16,-25 129-50 15,21-72-22-15,4-3-17 16,0-4-6-16,0 0-10 16,0-3 0-16,0-5-39 15,0-4-112-15,0-11-141 16,2-12-349-16</inkml:trace>
  <inkml:trace contextRef="#ctx0" brushRef="#br0" timeOffset="53631.99">19781 8149 973 0,'0'0'49'16,"0"0"33"-16,0 0 10 16,0 0-56-16,0 0-25 15,0 0-11-15,-40-30-4 16,42 56-1-16,21 5 5 15,8 4-4-15,2-4-1 16,3-4-3-16,1 1 8 16,-2-3 2-16,-7-4 3 0,-6-4 0 15,-6-5 13 1,-9-6 17-16,-5-4 8 0,-2 0 33 16,0-1-21-16,-22 4-38 15,-25 1-17-15,-11 0-74 16,-2-2-141-16,8-2-129 15</inkml:trace>
  <inkml:trace contextRef="#ctx0" brushRef="#br0" timeOffset="53798.64">19888 8101 1294 0,'0'0'7'0,"0"0"11"15,0 0-18-15,152-65-93 16,-88 61-176-16,7 4-254 16</inkml:trace>
  <inkml:trace contextRef="#ctx0" brushRef="#br0" timeOffset="53999.45">20495 8312 1080 0,'0'0'35'0,"0"0"72"0,0 0-40 16,0 0-37-1,0 0-13-15,0 0 11 0,86 1-12 16,-24-1-13-16,-6 0-3 16,-11 0-88-16,-16 0-73 15,-18 0-143-15,-11 0-136 16</inkml:trace>
  <inkml:trace contextRef="#ctx0" brushRef="#br0" timeOffset="54115.94">20487 8500 664 0,'0'0'98'0,"0"0"-72"16,0 0 10-16,121 0-36 15,-55-6-134-15,8-2-262 0</inkml:trace>
  <inkml:trace contextRef="#ctx0" brushRef="#br0" timeOffset="54400.84">21363 8147 727 0,'0'0'64'0,"0"0"33"15,0 0 1-15,0 0 36 16,0 0-55-16,0 0-34 16,0-50-22-16,0 52 7 0,0 28-24 15,-4 13 30-15,0 9 4 16,-4-4-22-16,6-1-5 16,2-3-6-16,0-3-3 15,0-7-4-15,0-6-5 16,12-6-44-16,1-6-114 15,0-8-168-15,-1-8-208 16</inkml:trace>
  <inkml:trace contextRef="#ctx0" brushRef="#br0" timeOffset="54765.66">21592 8225 520 0,'0'0'194'15,"0"0"-78"-15,0 0-26 16,0 0-16-16,0 0 52 15,0 0-76-15,7-50-23 16,-7 56-19-16,0 22 9 16,0 12 1-16,0 4-14 15,0 1-4-15,0-3 1 16,0 0 0-16,14-7-1 16,8-4-1-16,2-9-4 15,7-8 4-15,6-8 1 16,0-6 8-16,8 0-1 15,-2-16 1-15,-4-10 22 16,-1-8 12-16,-7-4 1 16,-6-6-12-16,-12-4-8 15,-11-2-3-15,-2-2 5 0,-5 2-12 16,-14 7 2-16,-3 11-15 16,-3 10-1-16,-6 12-2 15,-11 10-25-15,-14 0-43 16,-11 20-117-16,-9 13-238 15</inkml:trace>
  <inkml:trace contextRef="#ctx0" brushRef="#br0" timeOffset="61832.21">21511 3485 677 0,'0'0'64'0,"0"0"119"0,0 0-95 0,0 0-36 0,0 0 26 15,0 0-34-15,0 0 1 16,0-60-20-16,0 60-15 16,0 0-9-16,0 7 1 15,0 13 3-15,0 5 23 16,4-1-14-16,-1-2-10 16,5-7-1-16,-2-4 0 15,4-8-2-15,1-3 3 16,4 0 12-16,7-1-3 15,7-27-2-15,5-7-8 16,7-10-2-16,3-3-1 16,9-5-1-16,12 3-8 0,2 4-49 15,4 9-96 1,-7 8-189-16,-10 12-134 0</inkml:trace>
  <inkml:trace contextRef="#ctx0" brushRef="#br0" timeOffset="67152.88">5294 11386 801 0,'0'0'60'0,"0"0"51"0,0 0-23 0,0 0-63 15,0 0-15-15,0 0-9 16,0 0-1-16,23-7 31 16,8 7-16-16,2 3 3 15,1-3-13-15,-5 1-4 16,-4-1-1-16,-8 0 1 16,-5 0-1-16,-8 0 0 15,-4 0-1-15,0 0-2 16,0 0-3-16,-14 0 4 15,-3 0 2-15,-8 0 5 16,-2 0-1-16,0 0 1 16,0 0 3-16,4 0-4 15,2 0 5-15,10 0-3 0,4 0-6 16,7 0 0 0,0 0-1-16,0 0-5 0,11 3 3 15,13-2 3-15,9 2 3 16,2-3-3-16,1 0-3 15,-3 0-8-15,-10 0 11 16,-8 0-2-16,-9 0 2 16,-6 0-1-16,0 0 1 15,0 0-2-15,-13 0 2 16,-5 0 16-16,-4 0-14 16,-2 0 2-16,1 0 0 15,-2 0 7-15,8 0-4 0,1 0 6 16,10 0-5-1,3 0 0-15,3 0-3 0,0 0-5 16,0 0-4-16,0 0 4 16,19 0 6-16,2 0 0 15,6 0-2-15,0 0-1 16,-4 0-2-16,-4 0 0 16,-9 0-1-16,-4 0 0 15,-6 2 2-15,0 0-4 16,0-2 0-16,0 0 2 15,-14 0 16-15,-3 0-7 16,-4 0-8-16,2 0 4 16,-6 0-3-16,5 0 3 0,5-2 13 15,3 2-12 1,8-2-6-16,4 2 4 0,0 0-4 16,0-3-6-16,0 3-8 15,2 0 1-15,12 0 13 16,3 0 0-16,3 0-50 15,0 0-69-15,0 7-157 16,-4-4-76-16</inkml:trace>
  <inkml:trace contextRef="#ctx0" brushRef="#br0" timeOffset="68516.05">5314 12605 778 0,'0'0'67'0,"0"0"74"0,0 0-87 0,0 0-1 15,0 0-20-15,0 0 24 16,22-8-48-16,5 6-2 16,-6 0-1-16,-3 0-5 15,-5 2-1-15,-5 0 0 16,-1-2 0-16,-4 2-1 16,-3 0-2-16,0 0-3 15,0 0-13-15,-5 0-10 0,-8 0 18 16,-8 0 11-1,2 0 0-15,1 0 2 0,3 0 5 16,1 0-5-16,5 0 6 16,4 0-7-16,5 0 6 15,0 0-7-15,0-2-7 16,9 2 7-16,12 0 6 16,8 0-1-16,6 0-5 15,-4-3-3-15,-4 2-44 16,-7 1-165-16,-14 0-10 15,-6 0-233-15</inkml:trace>
  <inkml:trace contextRef="#ctx0" brushRef="#br0" timeOffset="78231.92">3719 9856 861 0,'0'0'48'0,"0"0"90"0,0 0-43 15,-37-105 52-15,34 93-57 16,3 4 0-16,0 6-3 16,0 2-28-16,-2 0 12 0,-1 0-48 15,-1 0 1-15,0 0-16 16,-1 27 1-16,1 10-3 15,2 12 6-15,0-4-8 16,2 2 2-16,0-1-5 16,0-2-1-16,0 0 2 15,8-4 0-15,8-4-2 16,4-2-6-16,4-5-42 16,10-5-121-16,8-6-111 15,1-6-204-15</inkml:trace>
  <inkml:trace contextRef="#ctx0" brushRef="#br0" timeOffset="78781.73">4866 9954 710 0,'0'0'149'0,"0"0"-68"16,0 0 13-16,0 0-25 0,0 0 41 16,0 0-50-16,-15-47-5 15,15 47-33-15,0 0-2 16,-2 0-10-16,-5 6-9 15,-4 25-1-15,0 7 10 16,-1 4-2-16,8-2-5 16,4 4-2-16,0-2-1 15,0-4 2-15,4-5-2 16,19-7-4-16,4-8 4 16,6-7-11-16,5-6-3 15,-1-5-13-15,4 0 18 16,-5-16 7-16,-6-9 2 15,-2-8 0-15,-9-6 17 16,-7-3-7-16,-3-4-6 0,-9 3 22 16,0 0-8-16,0 6-9 15,-21 4-4-15,-8 8 26 16,-4 4-8-16,-4 5-2 16,1 8-8-16,0 1-3 15,5 7-6-15,4 0-4 16,2 0-1-16,5 0-12 15,7 12-57-15,9 11-104 16,2 1-80-16,2 4-349 16</inkml:trace>
  <inkml:trace contextRef="#ctx0" brushRef="#br0" timeOffset="79332.31">6375 10068 1030 0,'0'0'31'0,"0"0"9"0,0-109-14 0,0 82 33 16,-9 1 25-16,-11 7-53 0,-3 6 14 16,0 4-28-1,-9 7-11-15,-4 2-2 0,-2 0 0 16,7 0-3-16,6 11 2 16,10 5-2-16,9 7-1 15,6 8-2-15,0 5-1 16,17 4 1-16,19 0-10 15,7-1 6-15,1-1 1 16,-1-3 5-16,-6-3 1 16,-6 1-1-16,-6-3 4 15,-8-4 1-15,-7-4 6 16,-10-3-6-16,0-2-4 0,-12 0 11 16,-15-4-5-1,-4-5 3-15,0-6 4 0,0-2 3 16,4 0 0-16,3-6 13 15,4-14-12-15,7-8-3 16,3-2 3-16,10-3 8 16,0-12-12-16,23-3-14 15,21-2-9-15,12-1-99 16,6 9-113-16,-2 8-179 16</inkml:trace>
  <inkml:trace contextRef="#ctx0" brushRef="#br0" timeOffset="79782.35">7781 10217 1094 0,'0'0'48'0,"0"0"46"0,0 0-57 0,0 0-17 0,98-117-17 15,-44 99-1-15,-4 8 1 16,-9 8 2-16,-12 2 30 16,-12 0-6-16,-8 18 10 0,-9 16-8 15,0 8 11-15,-4 5-29 16,-25 0-5-16,-5-2 0 15,-1-5-2-15,-3-4 13 16,3-10 36-16,-1-6-37 16,5-6 5-16,6-6-6 15,9-2-4-15,10-4 4 16,1 0-13-16,5-2 0 16,0 0-3-16,0 0-1 15,9 0-23-15,20 0 17 16,16 0-3-16,10 0 1 15,7 0-64-15,8-8-52 16,6-6-174-16,2 0-181 0</inkml:trace>
  <inkml:trace contextRef="#ctx0" brushRef="#br0" timeOffset="80232.25">9136 10080 218 0,'0'0'588'15,"0"0"-472"-15,0 0-28 16,0 0 40-16,0 0-89 0,0 0-2 16,-2-42-16-1,-12 42-8-15,-6 8-6 0,-7 18-7 16,1 8 8-16,5 4-6 15,6 5 0-15,3-4 1 16,10 2-2-16,2-5 0 16,0-7-1-16,8-4 0 15,11-7-2-15,10-4-11 16,9-8 2-16,3-4 5 16,3-2 6-16,-2 0 6 15,1-2 5-15,-8-17 4 16,-4-2 13-16,-6-5 0 15,-6-4 11-15,-7-7 5 16,-8-3-8-16,-4-1 3 16,0-2 12-16,-20 6-32 0,-9 10-8 15,-9 4-5-15,-4 12-6 16,-5 5-11-16,-3 6-20 16,-2 0-97-16,5 4-128 15,7 9-355-15</inkml:trace>
  <inkml:trace contextRef="#ctx0" brushRef="#br0" timeOffset="80748.85">10564 9951 927 0,'0'0'100'0,"0"0"83"0,0 0-58 0,0 0-43 0,0 0-25 0,0 0-34 15,-40 21-10-15,15 25 0 16,5 2-2-16,2 0-3 15,10-4-5-15,3-6 2 16,5-8-3-16,0-7 3 16,29-3-1-16,11-8-4 15,13-6-1-15,15-5-2 16,3-1 2-16,-2 0 1 0,-5 0-22 16,-14-4-27-1,-17 1-74-15,-16-4-68 0,-15-5-6 16,-2 3-108-16</inkml:trace>
  <inkml:trace contextRef="#ctx0" brushRef="#br0" timeOffset="80965.66">10728 10040 611 0,'0'0'151'0,"0"0"8"15,0 0-32-15,0 0-28 16,0 0-19-16,0 0-32 15,-2 34 26-15,2 14 12 16,2 12-41-16,3 1-26 16,-2 1 2-16,-3 1-17 0,0-2-4 15,0-1-18-15,0 1-68 16,-14-5-171-16,-15-9-206 16</inkml:trace>
  <inkml:trace contextRef="#ctx0" brushRef="#br0" timeOffset="86404.54">8211 7982 50 0,'0'0'584'0,"0"0"-424"0,0 0-6 0,0 0-60 0,0 0-5 15,0 0-47-15,0 0-16 16,-31-47 79-16,6 34-62 16,-4-1-22-16,-2 5 15 15,-4 1-13-15,-3-1 6 16,-1 1 4-16,2 1-9 15,-1 3-14-15,5-1 1 0,-3 3-9 16,5 2 0-16,0 0-1 16,4 0-1-16,4 0 0 15,1 0 0-15,5 2 0 16,-4 4 2-16,4 0-1 16,-3 2 2-16,-3 0-3 15,0-1 0-15,4-1 1 16,-1 2 0-16,2-2 0 15,0 2-1-15,2-1 0 16,5 0 2-16,3 1-1 16,1-2-1-16,-2 6-4 15,2-1 4-15,-5 8 2 16,4 1-1-16,-1 0 2 0,-2 4-2 16,2 0 2-16,2-2-3 15,-1 2 2-15,1 4-2 16,-2 2 2-16,2 3 1 15,0 0-1-15,1 6-2 16,2 1 1-16,-1 1 3 16,-2 6-4-16,3 0 2 15,-5 4-1-15,3 1 0 16,-2 2 4-16,0 2 4 16,1 3-2-16,1 1 2 15,1 2 0-15,2 2-5 16,3 3-2-16,0-2 4 15,0 4-5-15,0-3-1 16,0 2 1-16,0 2 0 0,0-2 0 16,0-1 1-16,0-2 2 15,0 2-4-15,0-3 0 16,0-6 2-16,0-4-2 16,-4-4 0-16,-3-1 0 15,1 1 1-15,2 2-1 16,4 0 0-16,0 4 1 15,0 0 0-15,0 3 0 16,0-1-2-16,0-6 4 16,4-4-3-16,0-6 1 15,1-6 1-15,-3-3-3 0,0-6 2 16,5 2-1 0,0-1 0-16,6 0-8 0,3-1 8 15,3 1 2-15,6 2-1 16,0-1-2-16,6 1-3 15,4-2 4-15,8-2 0 16,6 1-4-16,0-6-2 16,4-2 6-16,-2-2 3 15,1-3-3-15,-8-2 0 16,-1-4-2-16,-3-2 0 16,-2-2-2-16,3-1-2 15,1-2 4-15,1-1-1 0,0 0 3 16,1 0 0-1,-2 0 3-15,-1 0-2 16,-1 0 1-16,-4 0-2 0,-7 0-4 16,-5-8 4-16,-3-1 0 15,-4-6-2-15,-3 1 2 16,-3 0 2-16,2-4 6 16,0-1-1-16,0-1-4 15,1-7 0-15,-3 1 3 16,0-5-4-16,-1 0 1 15,-6-4 2-15,0-2-4 16,0-6 0-16,1-5 4 16,-1-2-3-16,-2-6 0 15,1-2-2-15,-3-5 1 16,3-1 3-16,-3-1-4 0,0-1 1 16,0 3 1-16,0 1-2 15,0 1 2-15,0 0 0 16,0-1 0-16,0-3-2 15,0 5-2-15,0 2 2 16,0 4 5-16,0 3-4 16,0 1 1-16,0 3 4 15,0-2-6-15,0-1 2 16,0 2 0-16,0 1 0 16,4-6 0-16,0 4 1 15,-2 3-2-15,-2 5 1 16,0 0 5-16,0 4-6 15,0 2 6-15,0 3-5 16,0 2 0-16,0 0 0 16,0 0-1-16,0-1-1 0,0 0 0 15,0-1 1-15,0-3-1 16,0-1 0-16,-2 0 1 16,2 2-5-16,-2 0 8 15,2 2-3-15,0 7-1 16,0-4 1-16,0 5 0 15,0 2-1-15,0-5 0 16,-2-1 0-16,0-2-3 16,2-2 3-16,-2-1 5 15,2 0-5-15,-3 3 1 16,-2-2-3-16,-4 0 4 16,-1 2-1-16,-2-1 1 0,-3 3 1 15,-8 1 4-15,-6 0-7 16,-14 1-5-16,-9 6-21 15,-11 6-39-15,-8 8-143 16,-5 6-181-16</inkml:trace>
  <inkml:trace contextRef="#ctx0" brushRef="#br0" timeOffset="87598.42">11089 3635 581 0,'0'0'97'0,"0"0"122"0,0 0-107 0,0 0-42 15,0 0 2-15,0 0-6 16,0 0-13-16,-39-24-6 16,36 16 19-16,3-4-27 15,0-2-19-15,0-4-10 0,7 1-10 16,15 6 0-16,-2 3 0 16,5 4 0-16,-1 4-1 15,-3 0-4-15,-2 15 1 16,-5 12-3-16,-7 8 6 15,-7 10 1-15,0-1 0 16,-5-2 4-16,-22-3-2 16,-4-7 5-16,-4-9-1 15,-6-2-4-15,8-9 3 16,1-3 1-16,13-6 3 0,6-2 1 16,10-1-5-16,3 0 0 15,0 0 0-15,0 0-5 16,0 0-4-16,3 0 4 15,25 0 2-15,5 0 0 16,3 0-2-16,5 0 0 16,-2 0 0-16,9-1-1 15,-4-1-16-15,1-2-109 16,-3 3-57-16,-7 1-63 16,-8 0-168-16</inkml:trace>
  <inkml:trace contextRef="#ctx0" brushRef="#br0" timeOffset="88535.39">10931 5813 423 0,'0'0'273'0,"0"0"-220"0,0 0 88 0,0 0-15 15,0 0-54-15,0 0-15 16,-97-8 5-16,97-12-28 16,0-2-19-16,8-2 0 15,15 3-7-15,1 6-5 16,3 4-1-16,-1 5 2 0,-3 6-4 16,1 0-1-1,-3 0 1-15,-4 27 15 0,-5 7-10 16,-6 8 4-16,-6 5-3 15,0 1 2-15,-6-9 0 16,-15-3 4-16,-5-7-1 16,-1-6 1-16,-4-2 0 15,-3-7 3-15,3-3-5 16,-2-2 4-16,6-3 4 16,2-5-4-16,6-1-2 15,11 0-3-15,4 0 1 16,4 0-8-16,0 0-1 15,0 0-2-15,20 0 2 16,16 0-1-16,11 0 7 0,8 0-6 16,1 0-1-16,2 0 0 15,4-4 3-15,5 1-2 16,3-2 1-16,-5 1 1 16,-1 1 0-16,-21-1-1 15,-13 1-2-15,-12 2-1 16,-11-2-2-16,-7 3-13 15,0 0-67-15,-32 7-89 16,-13 9-127-16,-5 0-579 16</inkml:trace>
  <inkml:trace contextRef="#ctx0" brushRef="#br0" timeOffset="92481.77">9285 4738 31 0,'0'0'217'0,"0"0"-203"0,0 0-9 0,0 0-5 16,0 0-28-16,0 0-211 15</inkml:trace>
  <inkml:trace contextRef="#ctx0" brushRef="#br0" timeOffset="92731.6">9254 5048 48 0,'0'0'120'16,"0"0"-120"-16,0 0-119 15</inkml:trace>
  <inkml:trace contextRef="#ctx0" brushRef="#br0" timeOffset="93998.89">9033 10706 754 0,'0'0'63'0,"0"0"31"0,0 0 42 0,0 0-72 16,0 0-22-16,0 0 3 15,-13 1-44-15,46-1 20 16,9 0-21-16,5 0 14 16,1-7-11-16,-9-5-3 15,-10 4 0-15,-7 2-10 16,-12 1-32-16,-6 5-29 16,-4 0-54-16,0 0-18 15,-18 13-31-15,-16 5-45 16,-1 0 35-16,-3-2 38 15,1-1 146-15,-4-4 1 16,5-1 86-16,7-4 6 0,12-4-7 16,9-2 17-16,8 0-11 15,0 0 12-15,10 0-48 16,23 0-8-16,12 0 1 16,8-12-32-16,8-4-17 15,1 0-3-15,0-5-109 16,-4 0-435-16</inkml:trace>
  <inkml:trace contextRef="#ctx0" brushRef="#br0" timeOffset="104865.45">8293 8216 456 0,'0'0'381'0,"0"0"-349"0,0 0-8 0,0 0-9 0,0 0 3 0,0 0 2 0,0 0-20 0,0 0-40 0,0-19-124 0,0 25-156 16</inkml:trace>
  <inkml:trace contextRef="#ctx0" brushRef="#br0" timeOffset="110282.5">8806 3360 1010 0,'0'0'37'0,"0"0"123"0,0 0-77 0,0 0-1 0,0 0-21 0,0 0-36 0,0 0-17 0,-23-59-6 0,23 81 0 16,-2 7 4-16,2 1 0 15,-2-3-5-15,0-4 0 16,-3-7-1-16,5-3 0 16,-2-5-3-16,2-4 3 15,0-2-6-15,0-2 4 16,0 0 2-16,0 0 0 16,0 0-4-16,0-2-2 15,0-12-3-15,18 0 6 16,2 0 2-16,5 6 0 15,2 2 1-15,2 3-3 16,-3 3 3-16,0 0 1 16,-1 4 0-16,0 15 2 15,-3 3-2-15,-2 7 3 0,-4-2-2 16,-5-3-1-16,-9-2 7 16,-2-4-8-16,0-1-3 15,-24 4 3-15,-17 0-3 16,-7-4-45-16,-2-1-104 15,6-5-39-15,6-9-46 16,4-2-130-16</inkml:trace>
  <inkml:trace contextRef="#ctx0" brushRef="#br0" timeOffset="110465.28">8766 3257 617 0,'0'0'32'0,"0"0"53"15,0 0 0-15,0 0-13 16,156-29-16-16,-99 29-25 16,8 0-17-16,-2 0-14 15,-7 10-12-15,-12 4-148 16,-11 0-186-16</inkml:trace>
  <inkml:trace contextRef="#ctx0" brushRef="#br0" timeOffset="111332.49">8889 5631 892 0,'0'0'29'0,"0"0"83"0,0 0-6 0,0 0 21 0,0 0-42 16,0 0-31-16,-52-61-32 16,52 61-17-16,0 14-5 15,0 15 0-15,0 8 3 16,0-1-3-16,0 3 0 16,0-7-2-16,0-5-8 15,0-8 1-15,0-9-23 0,0-6 7 16,0-4 4-16,0 0 20 15,0 0 1-15,0 0 6 16,0-16-6-16,0-4 1 16,0 0 1-16,0 4 0 15,14-2-2-15,6 6 3 16,10 4-8-16,2 5 5 16,1 3 0-16,-2 3 5 15,-2 19-3-15,-4 8 1 16,-5 2 4-16,-7 0-2 15,-8 0-4-15,-5-6 4 16,0-6-2-16,0-4-3 0,-5 1-3 16,-15-4-2-16,-4-3-30 15,4-1-143-15,1-9-23 16,7 0-101-16,-1-5-119 16</inkml:trace>
  <inkml:trace contextRef="#ctx0" brushRef="#br0" timeOffset="111582.19">8895 5642 352 0,'0'0'108'0,"0"0"14"0,0 0-37 0,0 0 0 16,0 0-19-16,0 0-12 0,87-69-7 16,-68 62 40-16,2 2-45 15,-1 5-9-15,2 0-14 16,3 0 3-16,1 0-4 15,3 3-5-15,-2 6-5 16,5-1-5-16,-1-3-2 16,-4 1 1-16,-5-1-2 15,-5 1-21-15,-10 0-138 16,-7-1-134-16</inkml:trace>
  <inkml:trace contextRef="#ctx0" brushRef="#br0" timeOffset="112285.31">7779 7251 757 0,'0'0'73'0,"0"0"66"0,0 0 15 0,-23-102-72 0,21 77 10 0,2 7 10 16,0 9-20-16,0 4-8 16,0 5-27-16,0 0-12 15,0 0-15-15,0 0-3 16,0 2-14-16,0 22 4 0,0 8 10 16,0 4-7-16,2 0-6 15,3 0-4-15,1 1-1 16,4 0-6-16,-2-2-15 15,1-5-95-15,3-3-130 16,-4-12-105-16,-3-11-298 16</inkml:trace>
  <inkml:trace contextRef="#ctx0" brushRef="#br0" timeOffset="112932.85">7879 7010 527 0,'0'0'28'0,"0"0"117"0,0 0-31 16,0 0 1-16,0 0-27 16,0-112 55-16,-11 104-89 15,-5 0-1-15,-9 2-7 16,-4 6-3-16,-6 0-5 15,-3 0-26-15,3 2 5 16,-1 10 2-16,3 4 2 16,-1 1-7-16,0 8-1 15,5-3-5-15,6 5 0 16,0 0-2-16,5 3-3 0,0 4 2 16,5 5-5-16,2 2 6 15,2 4-2-15,5 3-3 16,1 2 0-16,3 2 2 15,0 0-4-15,7-4 5 16,17-1-6-16,8-5 2 16,4-4-2-16,3-9-3 15,-1-2 5-15,5-5-4 16,1-10-1-16,5-4 5 16,4-8-4-16,1 0-3 15,0 0 7-15,-6-16 3 16,-3-4-3-16,-7-4 1 15,-5-2-1-15,-4-4 2 16,-6-4-2-16,-8-2 2 0,-1-7 1 16,-6-3-2-16,-3-4 1 15,-3 2 2-15,-2-2-2 16,0 2-2-16,0 2-1 16,-13-5 1-16,-12 3 0 15,-4 0 2-15,-8 2-2 16,-9 6-10-16,-8 6-12 15,-9 12-36-15,-7 3-12 16,2 16-12-16,-6 3-60 16,-2 0-94-16,-6 22-52 15</inkml:trace>
  <inkml:trace contextRef="#ctx0" brushRef="#br0" timeOffset="114101.7">9026 10770 173 0,'0'0'613'0,"0"0"-503"0,0 0 18 0,0 0-80 0,0 0 10 15,0 0-3-15,0 10-21 16,65-10-15-16,13 0-12 16,7-4 2-16,-7-12-4 0,-14 0-3 15,-12 4 5 1,-25 4-6-16,-17 6-1 0,-10 2-5 16,-27 0-7-16,-28 2-16 15,-21 17-5-15,-7 2 33 16,0-1 7-16,2 2 0 15,10-6 0-15,13-1 7 16,25-8-3-16,16-1 30 16,17-2-41-16,23-4-8 15,35 0 8-15,27 0 2 16,21-14-2-16,13-12-19 16,5-4-132-16,-2-4-41 0,-17-3-101 15</inkml:trace>
  <inkml:trace contextRef="#ctx0" brushRef="#br0" timeOffset="116849.39">7696 3471 283 0,'0'0'333'15,"0"0"-242"-15,0 0 73 0,0 0-73 0,0 0 4 0,16-104 37 0,-21 89-30 16,-10 5-54-16,-5 2-11 16,-5 2 1-16,-1 6-19 15,-3 0-7-15,-2 0 3 16,2 9-8-16,4 5-4 0,7 2 1 15,5 2-4-15,9 1 1 16,4 4-1-16,0 1-2 16,4-2 1-16,18 3 1 15,4 0 0-15,9-2-1 16,-2 0 0-16,2-1 0 16,1 2 0-16,-1 0-3 15,-6 4 5-15,-4 3-1 16,-10-2 5-16,-9 4-5 15,-6-1 0-15,0-7-1 16,-19 2 1-16,-14-7-1 16,-7-8 0-16,-1-2-9 15,4-6-8-15,3-4-2 0,5 0 7 16,9-6-10-16,9-15 0 16,7-13-5-16,4-3-2 15,0-6 12-15,13 0 6 16,7-4 6-16,3 5 6 15,-2 0 0-15,2 5 6 16,4 0-1-16,4 5 0 16,0 6 2-16,0 4-1 15,-4 3-6-15,-6 8 0 16,-11 5-8-16,-5 6-114 16,-5 0-209-16</inkml:trace>
  <inkml:trace contextRef="#ctx0" brushRef="#br0" timeOffset="122715.96">18318 10137 821 0,'0'0'71'0,"0"0"53"0,2-109-13 0,-2 77-48 0,-25-1 43 0,-6 8-49 0,-10 9-3 16,-3 10 1-16,-7 6-24 16,-5 3-11-16,3 27-7 15,9 11-2-15,12 13-2 16,16 8-8-16,16 4-1 15,0-1 0-15,23-8 3 16,17-4-7-16,11-5 3 0,1-8-4 16,1-6 4-16,-4-4-2 15,-3-4 2-15,4 2 2 16,-3 2 3-16,-1 5-4 16,-10 3 2-16,-14 0 2 15,-17 2-3-15,-5-2 3 16,-32-3 7-16,-23-2 20 15,-16-9 1-15,-92 1-4 16,85-25-21 0,12-8 2-16,16-24-7 15,14-13-2-15,21-8-19 0,15-4-74 16,13-4-189 0,34 3-257-16</inkml:trace>
  <inkml:trace contextRef="#ctx0" brushRef="#br0" timeOffset="122982.68">18955 10553 1188 0,'0'0'87'0,"0"0"0"0,0 0-43 0,154-64 1 0,-77 56-14 16,0 8-14-16,-6 0-1 16,-9 0-13-16,-14 0-3 15,-11 0-20-15,-8 2-69 16,-16 2-125-16,-11-2 16 16,-2-2-92-16,-15 0-203 15</inkml:trace>
  <inkml:trace contextRef="#ctx0" brushRef="#br0" timeOffset="123199.01">19247 10284 825 0,'0'0'113'0,"0"0"74"16,0 0-126 0,0 0 1-16,0 0 70 0,-25 151-27 15,25-77-10-15,2 0-52 16,16 0-10-16,-1-3-17 15,0-9-11-15,-1-3-5 16,-3-9-2-16,-1-6-34 16,5-3-177-16,0-8-124 15,8-11-297-15</inkml:trace>
  <inkml:trace contextRef="#ctx0" brushRef="#br0" timeOffset="123865.97">20329 10093 960 0,'0'0'37'16,"0"0"73"-16,0 0-11 16,0 0-39-16,0 0-6 15,-149-94-40-15,107 107 8 16,-8 25 19-16,0 11-15 15,3 6 15-15,7 6-19 16,9-1-3-16,12-1-14 16,17 2 5-16,2-3-10 15,10-2 5-15,25-3-4 16,9-9-2-16,12-6 1 0,4-13 0 16,7-10-2-1,0-11-12-15,-1-4 13 0,-5 0 2 16,-14-25-1-16,-14-5 1 15,-12-3 0-15,-11-8 0 16,-10 1 0-16,0 4-1 16,-31 8-4-16,-18 5-2 15,-11 10 6-15,-3 6 0 16,4 4 0-16,12 3 0 16,13 0 0-16,10 0 0 15,13 0-1-15,9 0-4 16,2 9-18-16,4-1-10 0,23 1 18 15,11-5-10 1,6-4 11-16,3 0 4 0,9 0 8 16,2 0 2-16,-1-4 6 15,-5 0-5-15,-10 2 1 16,-11-1 0-16,-11 3-1 16,-6 0 1-16,-7 0-1 15,-5 0 1-15,0 15 5 16,-2 18 17-16,0 14-5 15,0 11 7-15,-11 7-5 16,-5 0 13-16,1-2 27 16,1-5-39-16,5-7-1 15,3-7-1-15,6-12-5 0,0-8-5 16,0-6-9-16,2-5-2 16,15 0 0-16,17-7-132 15,11 0-123-15,11-6-13 16</inkml:trace>
  <inkml:trace contextRef="#ctx0" brushRef="#br0" timeOffset="124149.89">21345 10525 882 0,'0'0'89'0,"0"0"-14"0,0 0 2 0,0 0 71 0,158 0-81 0,-106-4-32 16,-8 1-30-16,-8 0-5 15,-12 1-32-15,-8 2-77 16,-9 0-116-16,-7 8-42 15,-7 13-48-15</inkml:trace>
  <inkml:trace contextRef="#ctx0" brushRef="#br0" timeOffset="124281.71">21334 10760 552 0,'0'0'165'0,"0"0"-55"15,0 0-18-15,0 0-17 0,117 2 36 16,-26-4-111-16,11-9-54 15,0-10-128-15,-4 0-254 16</inkml:trace>
  <inkml:trace contextRef="#ctx0" brushRef="#br0" timeOffset="124667.54">23119 10326 528 0,'0'0'469'15,"0"0"-390"-15,44-104-16 16,-44 75-27-16,0 3 57 16,0 2-35-16,-17 3-10 15,-14 7-7-15,-10 6-20 16,-7 4-3-16,-8 4-4 15,-7 8 13-15,1 25-4 16,0 17-13-16,8 10 1 16,12 12 11-16,15 6 3 15,18 4-14-15,9-2-8 16,16-3-1-16,33-12 0 16,18-10 0-16,15-17-2 0,3-16 0 15,8-12-33-15,-4-10 28 16,-4 0 4-16,0-14-3 15,-5-16-5-15,-6-8-47 16,-10-6-137-16,-15-3-260 16</inkml:trace>
  <inkml:trace contextRef="#ctx0" brushRef="#br0" timeOffset="125267.45">17132 9240 707 0,'0'0'33'0,"-173"10"23"0,106 2 114 0,15 2-119 0,15 3-7 0,16-3-11 0,17 5-6 0,4-1 2 15,40-2 1-15,38 0-7 16,47-5-1-16,48-8-12 16,55-3-4-16,66 0-4 15,69 0 0-15,65 3-2 16,53 8 3-16,33 7-3 15,22 3 3-15,0-1-1 16,-6-4-2-16,-13-8 2 0,-28-7 18 16,-32-1 10-16,-39 0 13 15,-39-16-9-15,-36-3 10 16,-35 3-1-16,-46-3 29 16,-38 5-43-16,-49 3-21 15,-55 3-4-15,-52 4-4 16,-46 1-3-16,-25 3-137 15,-61 0-92-15,-30 0-191 16</inkml:trace>
  <inkml:trace contextRef="#ctx0" brushRef="#br0" timeOffset="126483.12">18286 12396 12 0,'0'0'923'0,"47"-106"-812"0,-31 56-12 0,-10 1 27 0,-6 5-85 0,0 0 5 0,-27 9-5 16,-10 4-6-16,-13 9-22 16,-5 8-3-16,-5 10 8 15,-4 4-9-15,6 0 12 16,4 22-7-16,14 8 3 16,15 8-13-16,17 7 0 15,8 3-4-15,4 4 1 16,32-1 0-16,12-4 5 15,8 0 0-15,6-6-4 0,3 2-2 16,-1-3 0-16,-4 2 1 16,-6 4 0-16,-9 0-1 15,-14-2 0-15,-15-4 0 16,-12-7-1-16,-4-7 1 16,-7-5 0-16,-22-2 1 15,-8-8 2-15,-11-3 3 16,0-8-6-16,-4 0 1 15,4-5 8-15,3-24-7 16,7-9 1-16,9-6-1 16,11-6-1-16,16-6-1 15,2-4-6-15,16 2-2 16,22 5-66-16,9 12-65 0,8 10-116 16,-1 9-150-16</inkml:trace>
  <inkml:trace contextRef="#ctx0" brushRef="#br0" timeOffset="126865.93">18830 12539 594 0,'0'0'115'0,"0"0"21"0,0 0-19 0,0 0 14 16,0 0-72-16,0 0-12 15,-55-18-15-15,103 18 14 16,24 0 28-16,17 0-26 15,11-6-14-15,2-1-4 16,-4 0 1-16,-6-1-6 16,-12 4-8-16,-15-1-12 15,-16 5-4-15,-21-1-1 16,-14 1-12-16,-12 0-56 16,-2 0-13-16,-18 0-57 0,-18 0-123 15,-5-5-68-15,-5-2-30 16</inkml:trace>
  <inkml:trace contextRef="#ctx0" brushRef="#br0" timeOffset="127348.88">19234 12208 488 0,'0'0'114'0,"0"0"69"16,0 0-37-16,0 0-8 15,0 0-80-15,0 0-24 0,-14-18-12 16,14 46-2-1,2 14 72-15,7 6-36 0,2 6-24 16,-2 2 1-16,-1 7 20 16,4 3-27-16,-3 2 54 15,-1-4-61-15,-2 0-1 16,0-5-3-16,1-9-1 16,1-2-6-16,2-11 5 15,2 0-4-15,0-9 2 16,-1-8-3-16,2-3 4 15,-4-9-4-15,1-1-2 16,-6-3-2-16,0-2-2 16,-4-2 2-16,2 0-3 15,-2 0-1-15,0 0 1 16,3 0 1-16,-3 0-1 0,0 0 0 16,0 0 0-16,2 0 1 15,-2 0-1-15,0 0-1 16,0 0 0-16,0 0-1 15,0 0-1-15,0 0-3 16,0 0-5-16,0 0-18 16,0-2-26-16,0-9-45 15,0 4 1-15,0 1 18 16,0 2-11-16,-2 0-8 16,-1 0-108-16,-1 0-156 15</inkml:trace>
  <inkml:trace contextRef="#ctx0" brushRef="#br0" timeOffset="128967.13">20595 12079 379 0,'0'0'332'0,"0"0"-213"0,0 0-13 0,0 0-2 0,-116-103-29 16,64 98-16-16,-10 5 42 16,-3 0-47-16,-4 16-8 15,1 16 1-15,5 13-13 16,7 6-13-16,7 12-2 0,7 5-3 15,4 4-4 1,7-3-2-16,11-6-1 0,9-5-6 16,11-5-1-16,0-5 1 15,25-6-2-15,14-4-1 16,15-8 0-16,8-4 0 16,5-10-3-16,6-8-1 15,6-6 2-15,-6-2-7 16,-4 0 6-16,-13-19-8 15,-11-11 10-15,-10-1-3 16,-13-7 4-16,-8-1 1 16,-12 0 0-16,-2 1-1 15,-18 4 1-15,-20 6 0 16,-10 6-2-16,-8 5 6 0,-5 12-5 16,6 5 1-16,7 0 1 15,13 0-1-15,13 2-1 16,8 8 0-16,12 1-3 15,2 6 2-15,2-4-4 16,27 4-1-16,16-3-5 16,8-4-11-16,12-2-30 15,2-7 2-15,0 2 42 16,-5-3 6-16,-11 0-5 16,-8 0-1-16,-12 0-1 15,-8 0 9-15,-8-4 3 16,-7-4 0-16,0-1 0 15,-2 4 0-15,-4-3 3 0,1 2-6 16,-3-1 8-16,0 1 1 16,0 0 3-16,0 0 6 15,0 0-6-15,0 2 7 16,-5-1-2-16,-1 1-7 16,-2 1 4-16,6 3 5 15,2 0-5-15,0 0 1 16,0 0 3-16,0-2 24 15,-2 2-28-15,2 0-6 16,0 0-3-16,-2 0-1 16,-6 0-4-16,1 16 2 15,-3 6 3-15,1 4 6 0,3 1-10 16,4 5 7-16,-2 4-1 16,4 2-5-16,0 6 11 15,0 2-10-15,0 2 10 16,0 2-6-16,0 0-4 15,0 1 6-15,0-3 3 16,2-4-8-16,-2-4 3 16,0-2-1-16,0-8 3 15,0-4-2-15,0-6 2 16,0-6-4-16,0-5-3 16,0-5-2-16,0-3 1 15,0-1-1-15,0 0 1 16,0 0 5-16,0 0-6 15,0 0 1-15,0 3-2 16,0-3 1-16,0 0 0 0,0 0 4 16,0 0-4-16,0 0-5 15,0 1-5-15,0-1-97 16,17-4-112-16,8-27-156 16,10-13-266-16</inkml:trace>
  <inkml:trace contextRef="#ctx0" brushRef="#br0" timeOffset="129333.59">21154 12531 808 0,'0'0'55'0,"0"0"72"0,0 0-53 0,0 0-35 0,0 0 2 16,0 0 69-16,129-9-30 16,-42 12-22-16,5-3-15 15,7 0 12-15,-3 0-18 0,-13 0-5 16,-14-9-2-1,-22 1 15-15,-20 4-38 0,-16 3-4 16,-9-1-2-16,-2 2-1 16,-8 0-29-16,-20 0-211 15,-7 0-81-15,-3 2-147 16</inkml:trace>
  <inkml:trace contextRef="#ctx0" brushRef="#br0" timeOffset="129650.57">21540 12253 695 0,'0'0'89'0,"0"0"59"15,0 0-41-15,0 0 12 16,0 0-48-16,0 0-36 0,-3-14-18 16,3 41-1-1,0 15 57-15,0 8-16 0,0 8-9 16,3 1-11-16,-3-1-4 15,2 0-9-15,-2-4 5 16,0 0-12-16,0-6 31 16,0-6-42-16,0-6 3 15,0-5-2-15,0-5-3 16,0-6-4-16,0-6 2 16,0-4-1-16,0-2-1 15,0-5-1-15,0 0-24 16,0-2 12-16,0-1-36 15,0 0-75-15,0-5-142 16,-12-19-312-16</inkml:trace>
  <inkml:trace contextRef="#ctx0" brushRef="#br0" timeOffset="130967.8">22303 12200 803 0,'0'0'89'0,"0"0"49"0,0 0-57 0,0 0-35 0,0 0 32 0,0 0-49 0,0 0-7 16,0-78 3-16,0 78 7 16,0 0-5-16,0 0-3 15,0 0 3-15,0 0 8 16,0 0-6-16,0 0-12 15,0 0 7-15,0 0 28 0,0 7-42 16,0 22 11 0,0 9 4-16,0 6-2 0,0 6 2 15,0 4-13-15,0 2 4 16,0 1 1-16,0-2 8 16,0-2-16-16,0-7 1 15,4-8 23-15,0-6-26 16,-4-12 0-16,0-5 2 15,2-6-5-15,-2-5-2 16,0-2-2-16,1 0-1 16,-1-2 1-16,3 2 0 15,-1-2-3-15,5 0-61 0,9 0-155 16,5-21-58-16,7-12-139 16</inkml:trace>
  <inkml:trace contextRef="#ctx0" brushRef="#br0" timeOffset="131283.54">22949 12422 915 0,'0'0'93'0,"0"0"74"0,0 0-120 0,0 0-5 0,0 0 15 0,0 0-2 16,50-6 11-16,-19 6-8 15,-3 0-37-15,0 2-3 16,-4-2-9-16,1 0-6 16,1 0-3-16,-3 0-1 15,-6 0-20-15,-1 0-75 16,-5 3-58-16,-11 0-64 15,0 6-21-15,-29 2-101 16</inkml:trace>
  <inkml:trace contextRef="#ctx0" brushRef="#br0" timeOffset="131465.34">22872 12577 618 0,'0'0'163'0,"0"0"-62"0,0 0-51 16,0 0 27-16,0 0 76 15,0 0-67-15,142 18-27 16,-82-18 1-16,0 0-9 16,-3 0-27-16,-6 0-24 15,-11 0-10-15,-5 0-57 16,-6 0-94-16,-2-6-306 16</inkml:trace>
  <inkml:trace contextRef="#ctx0" brushRef="#br0" timeOffset="132566.93">24752 12350 644 0,'0'0'124'0,"0"0"37"0,0 0-3 0,0 0-102 0,0 0 20 0,0 0-4 15,-53-106-36-15,53 88-24 16,14 4 3-16,4 2 12 16,5 2-12-16,9 4 3 15,1 4-12-15,2 2 0 16,1 0-2-16,-5 4 3 16,-8 13 0-16,-7 6 7 15,-8 7-4-15,-3 5-1 16,-5 4-2-16,0-1 1 15,0-2 0-15,-7-6-2 0,-11 0 0 16,-5-4 1-16,-2 0-6 16,-11-3 7-16,7-5-5 15,-7-3 1-15,7-4-3 16,7-3-1-16,2-2 1 16,9-4-1-16,7 0 5 15,-2 0-3-15,6-2-2 16,0 0 2-16,0 0-1 15,0 0-1-15,0 0-2 16,8 0-5-16,15 0 7 16,14 0 12-16,11 0 11 15,15 0-15-15,9-4 1 0,3 2 1 16,6 0-2 0,-6 2 33-16,-17-2-28 0,-18 2 3 15,-20-2-5-15,-18 2-11 16,-2 0 11-16,0 0 3 15,0 0-10-15,0 0-4 16,0 0-12-16,0 0-16 16,0 0-108-16,-16 0-80 15,-5 4-132-15,-11 4-319 16</inkml:trace>
  <inkml:trace contextRef="#ctx0" brushRef="#br0" timeOffset="132984.54">24645 12879 269 0,'0'0'416'0,"0"0"-240"0,0 0-85 0,0 0-15 0,0 0-31 15,0 0 45-15,-2 0-46 16,45 0 32-16,7 0-2 16,8 0-31-16,5-1 5 15,3-9-1-15,8-2 0 16,-3 3 17-16,-2 1-30 15,-13 2-5-15,-15 2-3 16,-11 0-20-16,-18 4 2 16,-10 0-8-16,-2 0 0 15,0 0-7-15,-2 0-15 16,-23 0-114-16,-12 0-128 16,-15 4-141-16,-2 6-139 15</inkml:trace>
  <inkml:trace contextRef="#ctx0" brushRef="#br0" timeOffset="133265.49">24614 12947 512 0,'0'0'177'0,"0"0"-27"16,0 0-70-16,0 0-26 16,0 0-3-16,0 0 3 15,27 21 52-15,22-21-47 16,9 0-21-16,9 0 27 15,1 0-22-15,11-12 19 16,1 0-18-16,-2 0-7 16,-5-2 10-16,-13 2-8 15,-18 3 2-15,-15 2 1 0,-15 3-27 16,-8 4 16-16,-4 0-24 16,0 0-7-16,-6 0-5 15,-19 0-83-15,-13 0-174 16,-5 8-110-16,-9 0-388 15</inkml:trace>
  <inkml:trace contextRef="#ctx0" brushRef="#br0" timeOffset="139910.53">7572 5747 288 0,'0'0'343'0,"0"0"-253"0,0 0 68 0,0 0-53 0,0 0 9 16,0 0-47-16,0 0 5 16,-45 0-6-16,45 0-21 15,0-6 2-15,0-1-15 16,0-5-17-16,13 1-4 15,2 0-7-15,4 3-1 16,-1 5-1-16,1 3-1 16,0 0 0-16,-2 0-1 15,1 0-1-15,0 9 1 16,0 6 0-16,-7 3 1 0,-2-2-2 16,-9 4-2-16,0 2 3 15,0-2 10-15,-18 2-8 16,-7 0 0-16,1-6-1 15,0-1 4-15,3-6-4 16,10-3 1-16,5-2-2 16,4-4 0-16,2 0 1 15,0 0-1-15,0 0 0 16,0 0-4-16,0 0 1 16,0 0-2-16,0 0-2 15,2 0 4-15,15 0 3 16,6 0-3-16,8 0 6 15,4 0-2-15,1 2 0 0,-1 12-1 16,0 2 0-16,-12 4 0 16,-2 4-1-16,-13-1 1 15,-8-2 0-15,0-1 2 16,-4-3 5-16,-23 1 3 16,-6-3-5-16,-9 1-5 15,-5-8 4-15,0-3-3 16,0-5-1-16,1 0-23 15,-1-6-66-15,7-18-104 16,3-11-155-16,5-8-183 16</inkml:trace>
  <inkml:trace contextRef="#ctx0" brushRef="#br0" timeOffset="140398.84">7839 3615 422 0,'0'0'0'0,"0"0"-18"0,0 0 14 0,0 0-54 0,0 0-191 16</inkml:trace>
  <inkml:trace contextRef="#ctx0" brushRef="#br0" timeOffset="140982.87">7723 5742 295 0,'0'0'28'0,"0"0"-20"0,0 0-8 0,0 0-1 16,0 0-15-16,0 0-29 16,-2 3-64-16</inkml:trace>
  <inkml:trace contextRef="#ctx0" brushRef="#br0" timeOffset="143020.28">6306 7311 29 0,'0'0'0'0,"0"0"-7"0</inkml:trace>
  <inkml:trace contextRef="#ctx0" brushRef="#br0" timeOffset="143682.7">6306 7311 293 0,'46'-4'330'0,"-46"-18"-232"15,0 0 71-15,0 6-47 16,0 2-14-16,0 3 35 16,0 6-38-16,0 3-25 15,0 0-26-15,0 2-4 16,0 0-18-16,0 0-20 16,-2 0-6-16,2 8-5 15,0 12 12-15,0 6-1 16,0 4-11-16,0-3 2 15,0-4-3-15,0-3 0 16,0-6 0-16,0-9-1 16,0 0-1-16,0-5-8 15,0 0 1-15,0 0 8 16,0-6 2-16,-2-18 0 0,-7-6 2 16,3 0-3-16,2 6 3 15,-2 4 3-15,6 7 2 16,-2 7-3-16,2 4 11 15,0 2-7-15,0 0 8 16,0 0-14-16,0 0 4 16,0 5-7-16,0 19 0 15,0 8 7-15,0 6-2 16,3-4-5-16,4-2 3 16,-3-8-2-16,-2-6-1 15,-2-9-5-15,0-6 3 16,2-3 2-16,-2 0-1 15,0 0 1-15,0-24 2 0,0-10 1 16,0-4 0-16,-8 3 0 16,1 6-4-16,6 8 4 15,-1 8 0-15,2 7 1 16,0 6-1-16,-2 0 9 16,2 0-11-16,0 0-1 15,0 8 0-15,0 14 0 16,0 8 10-16,0 2-10 15,2-1-2-15,1 0 2 16,4-4-1-16,-7 3-29 16,0-4-114-16,0-5-164 15,0-5-127-15</inkml:trace>
  <inkml:trace contextRef="#ctx0" brushRef="#br0" timeOffset="144332.41">6393 7059 581 0,'0'0'51'0,"0"0"70"0,0 0 6 0,0 0-11 0,0 0 18 16,-41-109-67-16,26 95 0 0,-5 1-1 15,-5 6-11 1,-6 2-18-16,-5 5-11 0,2 0 21 16,0 5-14-16,-2 19-2 15,1 10-7-15,1 6 6 16,1 5-13-16,8-1-6 16,3 0-2-16,3 1 1 15,4-1-4-15,5 3-2 16,0-1 3-16,8 0 0 15,2-2-2-15,0 0-3 16,0 0-1-16,16 1 1 16,9-4-2-16,0 4 0 0,7-5-4 15,6-5 2-15,6-4 2 16,8-9-3-16,6-6 6 16,7-8 0-16,1-8 1 15,1 0 2-15,-5 0-6 16,-8-18 0-16,-10-5-1 15,-5-4 1-15,-8-3 0 16,-3-6 2-16,-8 2 1 16,-8-6-2-16,1-4 3 15,-6-2-4-15,-3-3 1 16,-4 3 1-16,0 6-1 16,0 4-1-16,0 3 4 15,-15 3-4-15,-3 1 2 16,-5 0-1-16,-3 0 0 15,-3 2-1-15,-10 1-3 0,-5 5-11 16,-9 1-42-16,-8 3-21 16,-3 7-20-16,-3 9-61 15,3 1-5-15,-1 0-74 16,-1 5-175-16</inkml:trace>
  <inkml:trace contextRef="#ctx0" brushRef="#br0" timeOffset="145515.94">7769 10187 830 0,'0'0'36'0,"0"0"57"0,0 0 32 0,0 0-61 15,0 0-6-15,0 0-5 16,-57-111-20-16,68 91-23 15,10 2 5-15,2 6-4 16,4 2-2-16,2 4-5 16,0 6 5-16,2 0-6 15,1 0 5-15,1 8 26 0,-4 14 16 16,-4 8-21-16,-5 12-16 16,-11 2 5-16,-7 4-8 15,-2-1-6-15,-5-7 8 16,-21-6 6-16,-8-2-6 15,-3-4 9-15,-4-8-10 16,3-4-4-16,3-5-1 16,1-4-2-16,10-3-2 15,5-2 2-15,9 0-3 16,5-2 1-16,5 0-2 16,0 0 0-16,0 0-5 15,2 0-7-15,25 0 12 16,15 0 7-16,14-4-5 15,8 0-2-15,9-3 0 16,4 1 2-16,4 1 1 0,0-1 6 16,0-2-2-16,-3 2 15 15,-16-2-2-15,-13 4 0 16,-18 0-13-16,-17 4-3 16,-7 0-2-16,-7 0-2 15,0 0-26-15,-10 0-91 16,-23 0-146-16,-11 4-263 15</inkml:trace>
  <inkml:trace contextRef="#ctx0" brushRef="#br0" timeOffset="149966.1">6344 3452 665 0,'0'0'95'0,"0"0"58"0,0 0-5 0,0 0-24 0,0 0-21 0,0 0-6 16,0 0-29-16,0-34-33 16,0 34-18-16,-11 0-4 15,-5 0 11-15,-6 17-22 16,0 7 3-16,-1 5 0 16,5 0 1-16,5 5-4 15,4 3 0-15,5 2-2 0,4 1 0 16,0 2 1-1,0-2-1-15,15-5 0 0,10-2-3 16,8-6 5-16,3-5-5 16,7-2 3-16,-1-8 0 15,0-7 7-15,-2-5-7 16,-2 0 1-16,-5 0-4 16,-6-11 3-16,-2-8 0 15,-8-6 1-15,-1-6 1 16,-5-7 0-16,-4-6-1 15,-3 0 5-15,-4 4-6 16,0 6 1-16,0 5-1 16,0 2 7-16,-9 1-6 0,-8 4-1 15,-3 0-6 1,-5 2 6-16,-3 1 0 0,2 8 0 16,-1 1 1-16,1 2-2 15,4 6 0-15,4-1 1 16,0 3 0-16,0 0 0 15,3 0-2-15,-1 0 1 16,1 3 1-16,-1 11 2 16,1 2-2-16,-1 6 1 15,-2 0-1-15,0 2 0 16,2 3 1-16,1 4-2 16,1 1 1-16,5 0 0 15,3 0 0-15,4-3 0 16,2-2 0-16,0-4-2 0,0-2 2 15,0-1-1-15,2-1 0 16,11-2-2-16,0-2 1 16,5-3 1-16,2-2-3 15,5-5 4-15,4 0 2 16,2-5-2-16,3 0 0 16,3 0 0-16,-3 0 2 15,1 0-1-15,-6-6 0 16,-4-4 0-16,-3-4-1 15,-1-6 1-15,-6-6 1 16,-4-3-2-16,-4-4 2 16,-3-6-5-16,-1-1 0 15,-3 2-68-15,0 2-78 0,0 10-123 16,-17 5-247-16</inkml:trace>
  <inkml:trace contextRef="#ctx0" brushRef="#br0" timeOffset="151335.4">9178 10044 624 0,'0'0'177'0,"0"0"-40"0,0 0-25 0,0 0-32 0,0 0 6 16,0 0 13-16,0 0-42 15,-92-4-13-15,79 4-8 16,0 6-18 0,2 14-6-16,0 8 0 0,1 6 7 15,4 2-1-15,4 3 5 16,2-4-10-16,0 2-3 16,0-7 0-16,8-6-5 15,13-2-5-15,6-5 0 16,6-9 7-16,5-3 1 15,5-5-2-15,-1 0-4 16,-1-10-1-16,2-8 1 16,-5-6-1-16,-2 0 0 0,-1-6 3 15,-6 2-3 1,-8-1 0-16,-6-1 5 0,-9-2-2 16,-6-4-4-16,0 9 3 15,0 0 3-15,-17 7-2 16,-8 4-1-16,-4 4 0 15,-4 1-2-15,-3 8 4 16,1 0 0-16,-3 3-3 16,2 0 0-16,2 0-2 15,1 13 2-15,4 3-2 16,4 4 0-16,4 6 3 16,2 2-1-16,9 6 0 15,5 3 0-15,5-1-1 16,0-3 4-16,0-2 3 0,13-7-5 15,6-4-2-15,0-7 3 16,6-7-2-16,1-6-2 16,4 0-7-16,3-4-16 15,0-17-58-15,-2-10-129 16,-4-4-140-16,-12-5-367 16</inkml:trace>
  <inkml:trace contextRef="#ctx0" brushRef="#br0" timeOffset="154948.41">6410 9922 17 0,'0'0'793'0,"0"0"-671"0,0 0-3 0,0 0 16 16,0 0-58 0,0 0-6-16,-58-72 13 0,50 59-39 15,-3 5-12-15,-3-2-9 16,-1 4 16-16,-3 3-11 15,-4 0-19-15,-3 3 16 16,1 0-10-16,-1 0-3 16,2 11-13-16,6 4 5 15,2 2-2-15,10-2-3 16,3 2 1-16,2 5-1 16,0 2 0-16,6 4 2 15,19 4 1-15,10-2-1 0,8 1 2 16,-1-2-4-1,0-1 2-15,-1-2-1 0,-8-2 0 16,-6-4-1-16,-7 0-2 16,-11-5 2-16,-4-4 2 15,-5 5 0-15,0 0-2 16,0 6 9-16,-14 1-7 16,-10-1 1-16,-8-6-3 15,0-2 6-15,-1-4-6 16,4-3 0-16,5-6-2 15,4-1 2-15,7 0 1 16,1 0-1-16,8-14-5 16,2-10-1-16,2-6 5 0,0-9 1 15,4-6-1 1,17-4 0-16,3 3 1 16,0 4-1-16,1 2 0 0,-1 7 1 15,-1 4 0-15,-4 2-4 16,0 6 8-16,-4 3-7 15,-6 6 7-15,-2 4-8 16,-3 6 4-16,-4-1-44 16,0 3-19-16,0 0-112 15,0 0-136-15,-22 0-374 16</inkml:trace>
  <inkml:trace contextRef="#ctx0" brushRef="#br0" timeOffset="163475.63">6213 5721 680 0,'0'0'156'0,"0"0"-156"0,0 0-127 0,0 0-284 0</inkml:trace>
  <inkml:trace contextRef="#ctx0" brushRef="#br0" timeOffset="164415.38">6025 5682 243 0,'0'0'679'15,"0"0"-618"-15,0 0 31 0,0 0 3 16,0 0-53-16,0 0-14 16,132-46-7-16,-66 34-14 15,-1 2 3-15,-9 0-8 16,-9 1 1-16,-12 5-2 16,-12-1-1-16,-12 3-3 15,-9 2-1-15,-2 0-4 16,0-2 6-16,0 1 2 15,0-3 1-15,-13-3 0 16,1 3 0-16,3-1 1 16,3 5 6-16,4-1-5 15,0 1 1-15,2 0 8 0,0-1 6 16,-3 1 7-16,3 0 4 16,0 0-14-16,0 0 3 15,0 0-8-15,-2 0 0 16,-3 0-7-16,-3 5 0 15,-8 23 2-15,-2 8 10 16,0 11 2-16,1 5-3 16,1 2 6-16,-2 6 13 15,5-4-32-15,2-6 68 16,2-2-58-16,2-4-2 16,7-10-2-16,0-3 0 15,0-9-3-15,0-8-4 16,0-6-1-16,0-3-1 0,0-4-11 15,0 1-108 1,0-2-42-16,-3 0-97 0,-8-16-45 16</inkml:trace>
  <inkml:trace contextRef="#ctx0" brushRef="#br0" timeOffset="164667.88">5941 5981 252 0,'0'0'479'0,"0"0"-417"0,0 0 51 0,0 0-25 0,0 0-53 15,0 0-11 1,100-29-3-16,-31 20-12 0,7 2-3 16,2 0 2-16,2-3 7 15,-6 2-5-15,-12 2-4 16,-13 2-6-16,-18 4-1 15,-13 0-35-15,-16 0-99 16,-2 0-266-16</inkml:trace>
  <inkml:trace contextRef="#ctx0" brushRef="#br0" timeOffset="165548.41">6391 6106 765 0,'0'0'55'0,"0"0"-35"0,0 0-12 0,0 0-8 0,0 0-23 0,0 0-121 16,4 13-104-16</inkml:trace>
  <inkml:trace contextRef="#ctx0" brushRef="#br0" timeOffset="165765.54">6310 7556 577 0,'0'0'280'15,"0"0"-277"-15,0 0-3 16,0 0-18-16,0 0-166 15,0 0-186-15</inkml:trace>
  <inkml:trace contextRef="#ctx0" brushRef="#br0" timeOffset="166918.6">6350 9874 131 0,'0'0'8'0,"0"0"269"0,0 0-191 0,0 0 6 0,0 0 24 0,0 0 1 16,12-15-18-16,-12 15 7 16,0-2-36-16,0-1 76 15,0-1-78-15,0-4-22 16,0-5-9-16,-12-3-14 15,-5 0-18-15,-3-2 2 16,-3 4-2-16,-1 2 7 16,4 4-7-16,-1 6 17 15,4 1-5-15,0 1 0 16,1 0-17-16,-2 20-5 16,-1 10 5-16,2 6 3 15,6 1 15-15,8 4-14 16,3-3-1-16,0 2-3 15,25 0-3-15,6-7 3 0,10-2-1 16,3-5 4-16,0-2 1 16,-1 0-4-16,-7-4 2 15,-7-3 0-15,-11-5 2 16,-10-2-4-16,-3-2-5 16,-5 6 3-16,0 1 2 15,-16 3 10-15,-13 0-8 16,-7-3 3-16,1-5-5 15,1-3-2-15,1-7 2 16,4 0 1-16,6 0-1 16,6-13 0-16,8-13-5 0,6-8-13 15,3-7-4 1,0-7 16-16,19 2 4 0,12 0 1 16,4 2-5-16,3 4 6 15,3 2 4-15,-8 7-3 16,-4 8-1-16,-9 7 5 15,-9 4-5-15,-4 3-19 16,-7 6-98-16,0-2-135 16,-27 4-457-16</inkml:trace>
  <inkml:trace contextRef="#ctx0" brushRef="#br0" timeOffset="171134.76">4528 5813 780 0,'0'0'92'0,"0"0"32"0,0 0 18 0,0 0 30 0,0 0-70 0,0 0-42 16,0 0-31-16,0 0-6 15,-38-35 24-15,22 60-42 16,1 13 19-16,-8 7-11 16,1-2-9-16,2-5-1 15,2-3 1-15,3-8-3 16,1-2-1-16,6-10 2 16,3-5-2-16,5-3-28 15,0-7 26-15,0 2 1 16,0 2-4-16,11 0 5 15,16 0 9-15,8-2-7 16,8-2-1-16,6 0 1 0,5 0-2 16,1 0 2-1,1 0-5-15,-9 0 1 0,-8 0-29 16,-12-2-35-16,-9-2-3 16,-9 0-45-16,-5 0-65 15,-4 2 3-15,0-2-135 16,-13-3-95-16</inkml:trace>
  <inkml:trace contextRef="#ctx0" brushRef="#br0" timeOffset="171531.84">4637 5941 267 0,'0'0'111'0,"0"0"47"16,0 0-30-16,0 0 2 15,0 0-6-15,0 0-27 16,-24-38 22-16,24 38-43 15,0 0-9-15,0 0-33 16,-2 0-2-16,2 0-9 16,0 0-7-16,-3 0 1 15,3 0 0-15,0 0-8 16,0 13 0-16,0 10 3 16,0 10 3-16,0 6 7 15,0 4-10-15,0 5-8 16,0 3 4-16,-2-4-1 15,-5 1 2-15,-2-5-8 16,3-7 11-16,1-4-7 16,1-10-2-16,4-5-2 0,0-2 2 15,0-10-3-15,0 2 2 16,0-5 2-16,0-2-4 16,0 0 2-16,0 0-3 15,0 0 1-15,0 0 0 16,0 0-37-16,0 0-102 15,0 0-60-15,0-13-220 16</inkml:trace>
  <inkml:trace contextRef="#ctx0" brushRef="#br0" timeOffset="172901.63">4935 4263 463 0,'0'0'190'0,"0"0"-57"0,0 0 1 0,0 0-22 0,0 0 26 16,0 0-40-16,-15-34-33 15,15 34-13-15,0 0-3 16,0 0-13-16,0 0-3 0,-2 0 1 16,2 0-7-1,-2 2 5-15,2 28-5 0,0 14 6 16,0 14 27-16,-2 2-40 15,-3 5-1-15,2-5-3 16,1-2-6-16,0-4 0 16,2-7-4-16,0-12-2 15,0-9 4-15,0-10-5 16,0-12-2-16,0-1 1 16,0-3-2-16,0 0 0 15,0 0 0-15,0 0-20 16,0 0-83-16,2-15-74 15,12-19-63-15,-3-8-90 16,1-4-150-16</inkml:trace>
  <inkml:trace contextRef="#ctx0" brushRef="#br0" timeOffset="173548.89">4983 4305 549 0,'0'0'57'15,"0"0"74"-15,0 0-8 16,0 0-25-16,0 0-4 16,0 0 10-16,-23-50-65 15,37 37-30-15,5 2-4 0,0-1 1 16,3 2 4 0,0 2 3-16,5 2 3 0,-1 2-1 15,3 4-7-15,0 0 3 16,-2 0 0-16,-7 12 0 15,-4 8-5-15,-8 3-5 16,-3 6 14-16,-3 1 7 16,-2 1-12-16,0-2-5 15,-2-1 7-15,-15-2 1 16,-8-2-5-16,-2 0 1 16,-4-6-1-16,-3-1-6 15,1-5 1-15,0-3 0 16,6-3-3-16,6 0 2 15,11-3 0-15,5-3-2 16,5 0 0-16,0 0 0 0,0 0 4 16,0 0-4-16,0 0 3 15,3 0 4-15,7 0-3 16,6-3-2-16,4 0-1 16,2 0-1-16,3 3 0 15,2 0 0-15,2 0 1 16,4 0 1-16,1 0-1 15,-3 14-1-15,-4 4 2 16,-3 5-2-16,-6 3 0 16,-10 0 6-16,-5-1 4 15,-3 2 6-15,0-1 12 16,-16 0-4-16,-6-5-1 0,-2-2 21 16,-3-7-29-1,0-6-5-15,0 0-1 0,1-6-7 16,-1 0-2-16,-2 0-4 15,-5 0-36-15,-1-13-20 16,-5-2-103-16,-7 3-126 16,-4-1-444-16</inkml:trace>
  <inkml:trace contextRef="#ctx0" brushRef="#br0" timeOffset="175248.91">5080 9705 688 0,'0'0'189'0,"0"0"-58"0,0 0-5 0,-104-102 5 0,71 74-60 0,-1 0 1 15,-4 2-17-15,-8 2-19 16,-10-1-15-16,-21 2-3 16,-18-1-12-16,-20 2 14 15,-15 4-10-15,-6 3 36 16,-5 9-29-16,6 6-11 15,4 0 19-15,4 6-15 16,13 20 1-16,9 6-8 16,7 8 3-16,2 13-1 15,4 7-3-15,9 10 9 16,6 4-9-16,13-3 7 0,16-2-6 16,15-4-2-1,20-5-1-15,13 1-2 0,0 2 1 16,25-5 2-16,23 2-1 15,17 1 4-15,13-5-4 16,16-4 2-16,15-4 4 16,20-4-6-16,25-4 0 15,22-5-1-15,16-7-24 16,8-5 13-16,-11-9 4 16,-10-7-2-16,-17-7 4 15,-17 0 5-15,-18-22 2 16,-22-14-5-16,-19-11 4 15,-18-13-12-15,-20-16 12 0,-14-14 6 16,-18-15-4 0,-16-3 2-16,0 2 9 0,-40 3-6 15,-20 5 2-15,-21 6 19 16,-12 4-28-16,-15 4-50 16,-9 8-4-16,-15 9-133 15,-14 7-171-15,-18 12-333 16</inkml:trace>
  <inkml:trace contextRef="#ctx0" brushRef="#br0" timeOffset="176282.65">3381 7736 456 0,'0'0'407'0,"0"0"-368"0,0 0 34 0,0 0 40 16,0 0-49-16,0 0 12 0,-79-94-51 15,129 84-16-15,14 4-6 16,15 6-3-16,0 0 5 16,6 6 2-16,-2 16-2 15,-6 12 4-15,-8 4 9 16,-7 6-12-16,-6 6 4 15,-8 4-3-15,-10 7 7 16,-1 7 2-16,-10 11 9 16,-9 14-9-16,-11 11 7 15,-7 23-8-15,0 16-5 16,-9 12 13-16,-9 17-3 16,-3 2 3-16,8 0-6 0,3-4-6 15,6-7-5-15,4-15 1 16,0-6-6-16,4-7 7 15,13-7-7-15,-3-9 6 16,-4-11-7-16,-5-14 2 16,-5-18-3-16,0-9 3 15,-31-12-2-15,-13-12 0 16,-17-14 1-16,-17-10 0 16,-16-11 0-16,-26-8-2 15,-16 0-2-15,-22-21-4 16,-24 0-38-16,-22-2 5 15,-25 10-51-15,-23 7-95 16,-19 4-96-16,-1 2-343 0</inkml:trace>
  <inkml:trace contextRef="#ctx0" brushRef="#br0" timeOffset="177281.92">3520 7367 818 0,'0'0'76'0,"0"0"80"0,4-118-28 0,-2 100 64 0,-2 5-79 16,0 12 15-16,0 1-74 15,0 0-10-15,0 0-25 16,0 21-19-16,2 18 16 15,-2 9 17-15,2 1-24 16,-2-10-8-16,0-5 1 16,0-14-2-16,0-9 0 15,0-8-3-15,0-1 3 16,0-2 9-16,-2-9-5 16,-10-26-3-16,-1-9 1 15,5-6 6-15,-2 2-5 16,6 9 1-16,-1 6-3 15,1 12 2-15,2 14 24 16,0 4-12-16,2 3-2 0,0 0-8 16,0 19-4-16,0 21 2 15,0 10 1-15,0 6-1 16,6-4-2-16,3-8-1 16,-1-7 0-16,0-13 0 15,-4-11 0-15,-2-7-2 16,-2-6 2-16,0 0-3 15,0-6 7-15,0-21-2 16,0-14-2-16,0-5 0 16,-2 5-1-16,-2 5 2 15,2 13-1-15,0 9 1 16,-2 8 1-16,2 3 5 0,2 3-3 16,0 0-1-1,-2 0-3-15,2 0-1 0,-2 13-21 16,0 10-59-16,-3 8-119 15,3 1-112-15,-4-6-78 16,-4-7-323-16</inkml:trace>
  <inkml:trace contextRef="#ctx0" brushRef="#br0" timeOffset="177683.99">3518 6923 711 0,'0'0'56'0,"0"0"88"0,-44-107-1 0,17 88-26 0,0 10 58 16,-2 6-86-1,3 3-10-15,-8 4-5 0,-1 23-43 16,-9 16 18-16,-4 11-19 16,4 11-8-16,7 13 12 15,4 1-1-15,16-1-24 16,13 4 3-16,4-2-7 15,17 2-5-15,32 0 0 16,14-8 3-16,14-9 6 16,10-17-9-16,3-17-32 15,5-14 17-15,3-17 6 16,-3 0-1-16,-10-34 8 16,-10-12 2-16,-17-18 18 0,-16-16-17 15,-13-15 4-15,-16-7 5 16,-13-7-3-16,-7 3 2 15,-43 8-8-15,-20 11-1 16,-20 16-2-16,-22 21-1 16,-13 18-108-16,-18 17-163 15,-17 15-289-15</inkml:trace>
  <inkml:trace contextRef="#ctx0" brushRef="#br0" timeOffset="181716.48">4864 3345 777 0,'0'0'198'0,"0"0"-89"0,0 0 0 0,0 0-17 15,0 0 6-15,0 0-19 16,0 0-33-16,-73-31-5 16,48 31-18-16,-1 9-8 15,-3 10 5-15,-3 8-7 16,8 5-1-16,4 2 5 16,6 6-10-16,12 2 2 15,2 2 3-15,0-2-5 16,9-2-4-16,13-4-3 15,10-3-2-15,1-6 1 16,5-6-5-16,4-5 5 16,-2-6 2-16,0-7-3 15,-3-3 1-15,-8 0 1 0,-8 0 0 16,-7-12 1-16,-5-5 1 16,-3-4-1-16,-6-1 4 15,0 4 0-15,0 1-1 16,0 4-1-16,-8 3-3 15,-13 4-1-15,-8 4-11 16,2 2 8-16,-4 0 0 16,2 0 4-16,3 0-35 15,-1 15-49-15,0 3-97 16,-2 10-43-16,-2-1-150 16</inkml:trace>
  <inkml:trace contextRef="#ctx0" brushRef="#br0" timeOffset="182917.86">3455 7269 577 0,'0'0'98'0,"0"0"33"0,0 0 17 0,0 0 15 0,0 0-35 0,0 0-19 15,0-75-30-15,0 75-30 16,0 0-18-16,0 5-27 16,0 23 3-16,0 10 12 15,0 8-5-15,0 0-14 0,5-4 0 16,1-5-2-1,0 1-15-15,0-10-147 0,1-11-180 16,-1-8-216-16</inkml:trace>
  <inkml:trace contextRef="#ctx0" brushRef="#br0" timeOffset="183432.52">3619 6906 756 0,'0'0'81'0,"0"0"36"15,0 0 44 1,0 0-85-16,0 0 0 16,-141-34-9-16,106 34-38 0,-5 14-8 15,-1 10 14-15,4 4-1 16,-3 1-9-16,2 10-9 15,4 2 16-15,6 3 3 16,3 7-18-16,5 7 2 16,5 9 10-16,7 2-16 15,6 2-4-15,2 0-9 16,0-10 0-16,10-3 1 16,19-6 1-16,8-9-2 15,7-7 1-15,8-8-2 16,8-10 3-16,5-10-5 0,10-8 3 15,8 0-2-15,-3-6 2 16,-2-17-1-16,-11-12-4 16,-9-7 1-16,-11-8 2 15,-9-10-3-15,-9-13 1 16,-9-7 4-16,-9-4 0 16,-11 4 2-16,0 8-2 15,-13 9 4-15,-30 8-1 16,-17 5-3-16,-13 8-3 15,-15 13-17-15,-5 14-18 16,-2 15-70-16,5 0-77 16,3 15-76-16,-2 8-248 15</inkml:trace>
  <inkml:trace contextRef="#ctx0" brushRef="#br0" timeOffset="184515.84">5041 9846 730 0,'0'0'152'0,"0"0"-37"0,0 0-41 0,0 0-9 0,0 0-13 15,0 0 34-15,-85-45-6 16,62 45-42-16,-1 0-7 15,-2 12 3-15,3 7-9 16,-2 6-7-16,8 5-5 16,3 9 4-16,5 7-5 15,9 2 1-15,0 2-10 16,0-2 7-16,7-8-9 16,11-5-1-16,6-10-4 15,5-5 4-15,7-9 5 0,9-9 2 16,1-2-2-1,3-2 24-15,-4-25-24 0,-3-8-3 16,-6-9 2-16,-7-5-3 16,-9-5 4-16,-11 0 1 15,-9-4-4-15,0 2 2 16,-21 8-2-16,-14 5-2 16,-5 18-33-16,-7 11 28 15,-4 14-7-15,2 0-44 16,-1 15-102-16,4 13-135 15,9 2-279-15</inkml:trace>
  <inkml:trace contextRef="#ctx0" brushRef="#br0" timeOffset="195032.22">8532 11594 590 0,'-132'37'279'0,"10"-6"-220"0,22 0 94 0,26-7-65 0,27-8-16 15,27-9-9-15,20-7-16 16,52-1-16-16,54-40-10 15,64-20 17-15,57-26-24 16,52-17-13-16,46-10 11 16,31-11-11-16,18 0 2 15,14 5 1-15,-11 4 8 16,-21 10-7-16,-52 17-5 16,-75 20-5-16,-80 20-91 15,-82 22-38-15,-65 14-19 0,-33 13 136 16,-71 14-105-16,-46 30-149 15,-26 17-66-15,-26 9-21 16</inkml:trace>
  <inkml:trace contextRef="#ctx0" brushRef="#br0" timeOffset="195316.11">8128 11648 748 0,'-145'56'172'15,"26"-2"-109"-15,38-9 71 0,36-15-102 16,38-16 2 0,30-14 4-16,75-21 0 0,58-36 0 15,60-31-8-15,52-21-4 16,50-16-12-16,45-7 13 16,34-4 27-16,29 1-22 15,15 5 0-15,4 10-2 16,-24 12-11-16,-46 15-19 15,-79 18-1-15,-96 19 1 16,-86 20-13-16,-77 17-72 16,-37 13-47-16,-59 6-42 15,-41 12-211-15</inkml:trace>
  <inkml:trace contextRef="#ctx0" brushRef="#br0" timeOffset="-198310.98">14162 9503 68 0,'0'0'173'0,"0"0"-173"0,0 0 4 0,0 0-1 0,0 0-3 16,0 0-13-16,0 0-99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2:49:07.0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19385 2356 366 0,'0'0'361'0,"0"0"-231"0,0 0-9 0,-48-135 20 0,22 102-51 16,-5 4-29-16,0 8 28 15,-1 9-33-15,-3 7-23 16,-5 5-22-16,-3 6-6 16,1 22-3-16,4 12-2 15,7 7 0-15,9 3 0 16,9 0-3-16,10-4 1 15,3-2-10-15,5-6-15 0,19-7-21 16,7-9-16-16,6-13 34 16,0-7 10-16,3-2-2 15,0-6 8-15,-4-20 2 16,-2-10 9-16,-5-6 2 16,-4-2 1-16,0 4 2 15,-7 6 0-15,-5 7 8 16,-6 10 22-16,-4 8 17 15,-3 8 8-15,0 1-26 16,0 0 0-16,0 14-12 0,-3 24-13 16,-11 16 10-16,4 8 9 15,0 0-9-15,4-3-6 16,4-5 2-16,2-3-8 16,0-3-4-16,0-7-2 15,0-5 2-15,0-5-30 16,18-1-79-16,4-7-78 15,2-7-118-15,1-14-271 16</inkml:trace>
  <inkml:trace contextRef="#ctx0" brushRef="#br0" timeOffset="251.34">19643 2574 903 0,'0'0'27'0,"0"0"28"0,0 0 47 0,0 0-51 0,0 0-17 0,0 0-16 0,34-16 7 16,39 24-10-16,9-4-7 16,3-4-6-16,-9 0-2 15,-10 0 0-15,-12 0-8 16,-16 0-119-16,-16-7-184 15,-22-5-433-15</inkml:trace>
  <inkml:trace contextRef="#ctx0" brushRef="#br0" timeOffset="450.12">19942 2366 1027 0,'0'0'55'0,"0"0"20"16,0 0-34-16,0 0 41 15,0 0 20-15,-33 122-36 16,33-72-22-16,6 3-13 16,9-3-18-16,-1 0-12 15,-3 0-1-15,-2-3-21 16,-2-3-103-16,-7-3-91 16,2-11-158-16,5-14-431 15</inkml:trace>
  <inkml:trace contextRef="#ctx0" brushRef="#br0" timeOffset="950.27">20682 2566 889 0,'0'0'71'15,"13"-114"22"-15,-9 58-12 16,-4 10-1-16,0 8-40 15,0 9-2-15,-11 13 13 16,-7 6-21-16,-7 6-22 16,-6 4 2-16,-4 0-9 15,-5 11-1-15,0 19-5 0,5 3 0 16,6 10 0-16,12 1-16 16,15-4-5-16,2-2-30 15,13-7 1 1,22-8-24-16,7-9 34 0,4-8 15 15,5-6-19-15,-3 0 14 16,-7-6 13-16,-9-16 15 16,-10-3 7-16,-9-8 5 15,-6 1 15-15,-5 4 28 16,-2 4 15-16,0 5 39 16,0 11-24-16,0 2 6 15,0 3-22-15,0 3-19 0,0 0-22 16,0 0-16-16,-2 32-3 15,-5 14 9-15,-1 14 14 16,1 2-6-16,3-5-10 16,4-3-4-16,0-4-4 15,0-4-1-15,0-6-1 16,0-3-22-16,4-8-94 16,13-4-92-16,6-10-171 15</inkml:trace>
  <inkml:trace contextRef="#ctx0" brushRef="#br0" timeOffset="1200.08">21334 2628 1105 0,'0'0'16'0,"0"0"40"0,0 0 2 0,0 0-22 0,0 0-19 16,0 0 22-16,134-20-23 16,-60 20-10-16,-7 0-6 15,-12 0-15-15,-13 0-124 16,-17 0-89-16,-12 5-61 16,-13 3-217-16</inkml:trace>
  <inkml:trace contextRef="#ctx0" brushRef="#br0" timeOffset="1334.33">21381 2749 701 0,'0'0'110'16,"0"0"-23"-16,0 0-32 15,0 0 31-15,0 0-58 16,0 0-16-16,174-4-12 16,-68-6-83-16,4-6-312 15</inkml:trace>
  <inkml:trace contextRef="#ctx0" brushRef="#br0" timeOffset="2066.91">22250 2421 679 0,'0'0'101'0,"0"0"32"0,0 0 16 0,0 0-53 0,0 0 9 0,0 0-14 15,-55-81-5-15,52 79-24 16,1 2-16-16,2 0-15 16,-2 0-3-16,2 0-18 15,-8 18-2-15,2 22-4 0,-2 14 16 16,1 6 1-1,2-1-6-15,5-4-4 0,-2-2-9 16,2-7 0-16,0-8 1 16,0-5-3-16,0-8-8 15,0 0-54-15,0-8-88 16,16-1-82-16,15-10 13 16,4-6-294-16</inkml:trace>
  <inkml:trace contextRef="#ctx0" brushRef="#br0" timeOffset="2585.98">22712 2552 842 0,'0'0'37'16,"0"0"67"-16,2-104-27 15,-2 72 29-15,0 0-55 16,0 8-7-16,-4 4-8 15,-15 7-17-15,-1 7-13 16,-7 6 1-16,-6 0-1 16,-5 12-5-16,3 18-1 15,3 9-2-15,10 5-1 16,13 4 0-16,9 4-3 16,2-2-13-16,29 0 6 0,9-1-2 15,5-3 8 1,-6-2 4-16,0-4-6 0,-8-4 8 15,-8-3 1-15,-9-6 2 16,-6-7-2-16,-8-5-4 16,0-5 2-16,-31-6 2 15,-12-4 0-15,-10 0-1 16,2-7-33-16,7-18 16 16,7-10-29-16,16 1 17 15,15-3-8-15,6-1 9 16,18-1 10-16,28 1 9 15,8-2-2-15,5-5 5 16,-1 1 4-16,-9 2 3 16,-14 4 5-16,-10 8 16 0,-18 9 25 15,-7 2 0-15,-2 5-13 16,-30 9-33-16,-13 5-48 16,-5 0-133-16,-8 21-309 15</inkml:trace>
  <inkml:trace contextRef="#ctx0" brushRef="#br0" timeOffset="3019.18">18661 3202 1125 0,'-250'-16'2'0,"28"7"16"0,41 8-10 0,44 1 22 16,54 0 3-16,56 0-11 0,51 0 19 16,118 0 17-16,99 14-38 15,114 5-6-15,97 2-14 16,87 13-2-16,70 11 2 16,36 10 2-16,4 12-1 15,-37 3-1-15,-62-2 5 16,-74-16-10-16,-94-22-4 15,-99-30-80-15,-109-3-226 16,-107-42-553-16</inkml:trace>
  <inkml:trace contextRef="#ctx0" brushRef="#br0" timeOffset="17183.23">1692 12511 248 0,'0'0'698'0,"-169"-13"-601"0,101 13-56 0,15 0-9 0,13 0 38 16,13 0 23-16,18 0-16 15,9 5-2-15,52 7-21 16,43 0 4-16,55-8-16 15,50-4-21-15,47 0-14 16,50-23-3-16,35 4-4 16,15 1-2-16,14 4 2 15,-13 7 8-15,-16 3 6 16,-22 1 5-16,-34 0-2 16,-29 2 6-16,-35-4-11 15,-27-1-3-15,-36 0-3 16,-35-2-1-16,-32 0-5 15,-36 5 0-15,-27 0 0 0,-15 3 1 16,-4 0-1-16,0-4-6 16,0-2-42-16,-23 0-22 15,-12-4-98-15,-6 8-67 16,0-2-79-16</inkml:trace>
  <inkml:trace contextRef="#ctx0" brushRef="#br0" timeOffset="18150">9042 12454 1116 0,'0'0'60'0,"-176"35"-2"0,120-17 8 0,23-6-26 0,16-3 15 16,17 4-1-16,37 1-23 15,61 0-7-15,58-2-5 16,58-6-13-16,58-2-4 15,42 2-2-15,45 4 3 16,34 5 1-16,40 6 6 16,28 8 9-16,27 8-3 15,16 3 1-15,6 2-1 0,-9-1-6 16,-15-5-2-16,-31-10 5 16,-50-11-7-16,-57-10-6 15,-67-5-8-15,-72-5-13 16,-75-18-12-16,-63-10-42 15,-51-1-90-15,-20 4 62 16,-47 6-6-16,-36 15-74 16,-28 9-201-16</inkml:trace>
  <inkml:trace contextRef="#ctx0" brushRef="#br0" timeOffset="28938.43">3220 10262 1008 0,'0'0'148'0,"0"0"-40"0,0 0 1 0,-9-118-10 0,9 106 17 16,0 8-39-16,0 4-37 15,0 0-14-15,0 0-6 16,0 21 30-16,0 23-42 15,0 16 7-15,0 8-1 16,0-4-9-16,0-6-4 16,0 0-1-16,4-2-4 0,12-4-65 15,7-4-77-15,6-4-113 16,6-15-95-16,3-15-352 16</inkml:trace>
  <inkml:trace contextRef="#ctx0" brushRef="#br0" timeOffset="29399.89">4711 10225 1239 0,'0'0'48'0,"0"0"13"15,0 0-12-15,0 0 30 0,0 0 6 16,0 0-45-16,-5-88-33 16,5 88-7-16,2 23-2 15,1 17 2-15,1 9 9 16,-2-4-6-16,0-2-3 16,0-9-6-16,6-8-21 15,-4-10-4-15,3-8-12 16,-5-5 11-16,0-3 14 15,0 0 18-15,5 0 2 16,9-9 1-16,6-9-2 16,7-4 0-16,2 8 0 15,3 4 1-15,-1 8-2 0,3 2 3 16,-7 2 2-16,0 22 14 16,-5 4 14-16,-6 1-11 15,-9 1 5-15,-9-3-9 16,0-1-11-16,-16 2 2 15,-22 3-9-15,-7-5-60 16,3 0-129-16,3-12-125 16,5-10-172-16</inkml:trace>
  <inkml:trace contextRef="#ctx0" brushRef="#br0" timeOffset="29550.35">4727 10146 785 0,'0'0'234'0,"0"0"-108"0,0 0-84 16,0 0-2-16,0 0 22 16,171-95-38-16,-100 95-24 15,3 0-58-15,-8 23-214 16,-8 7-364-16</inkml:trace>
  <inkml:trace contextRef="#ctx0" brushRef="#br0" timeOffset="30133.14">6302 10134 1115 0,'0'0'153'0,"0"0"-98"15,0 0 11-15,0 0-11 16,0 0 40-16,0 0-56 15,0-50-29-15,0 83-9 16,0 8 12-16,0 12 1 16,-23-7-8-16,-4-2-2 15,0-11-4-15,1-4 0 16,4-13-2-16,6-4 1 16,5-8-13-16,9-4 14 15,2 0-4-15,0 0-10 16,0 0-17-16,13 0-2 15,16 2 2-15,11 4 31 0,5 3-25 16,-3 0-67-16,-1-1 6 16,-4-2 10-16,1-2 23 15,-5-4-33-15,-4 0 55 16,-8-2 29-16,-8-16 2 16,-5-6 3-16,-2-3 11 15,-6-4 22-15,0 3 42 16,0 3-8-16,0 8-13 15,0 4 22-15,0 8-29 16,0 0 8-16,0 4-14 16,0 1-7-16,0 0-21 15,0 15-9-15,0 28-1 0,-6 11 27 16,2 4 8-16,-3 0-30 16,3-4-4-16,-2-1 5 15,-1-7-12-15,4-2 0 16,-1-9-11-16,4-4-62 15,0-5-102-15,0-8-89 16,29-6-196-16</inkml:trace>
  <inkml:trace contextRef="#ctx0" brushRef="#br0" timeOffset="30566.79">7559 10251 1200 0,'0'0'27'0,"0"0"23"0,-29-120-12 0,10 90-9 15,1 11 5-15,5 11 1 16,0 8-17-16,-7 0-18 16,-1 16-6-16,0 18 0 15,0 9-13-15,11-3-25 16,7-4-18-16,3-5-3 15,0-11 27-15,9-7-31 16,8-5 45-16,2-8 13 16,3 0 11-16,2-6 3 15,1-16 3-15,-3-4 56 16,-1 2-25-16,-6 4 23 0,-7 7 11 16,0 8 20-16,-6 2-17 15,-2 3-14-15,4 0-14 16,1 8-19-1,3 25-3-15,2 6 76 0,-4 10-55 16,-1 2-38-16,-3 2-3 16,-2 5-4-16,0 2-3 15,-2 0-96-15,-12 1-84 16,5-13-127-16,7-13-319 16</inkml:trace>
  <inkml:trace contextRef="#ctx0" brushRef="#br0" timeOffset="30967.84">8785 10279 1127 0,'0'0'119'0,"0"0"-97"0,3-121-1 0,-3 97 11 0,0 7 46 0,-16 8-47 15,-6 5-26-15,-5 4-1 16,-4 0-2-16,2 14-2 0,9 11-3 16,11 4-2-1,9 6-4-15,0 2-2 0,16 0 1 16,17 3-8 0,3-4 17-16,1-4 1 0,-5-3 0 15,-10-6 1-15,-4-2 1 16,-7-2-2-16,-7-3 10 15,-2-1 11-15,-2-3-1 16,0-1 16-16,-12 0 11 16,-13-4-4-16,-2-3-3 15,-2-4-14-15,2 0-8 16,10 0 0-16,8-11-5 16,9-17-13-16,0-16-23 15,38-9-88-15,24-7-112 16,16 4-207-16</inkml:trace>
  <inkml:trace contextRef="#ctx0" brushRef="#br0" timeOffset="31400.08">9410 10132 854 0,'0'0'11'15,"0"0"4"-15,127-26 47 16,-74 21 13-16,0 4 26 16,-1-3-51-16,-8 1-9 15,-13-6 24-15,-6 3 14 0,-11-2-40 16,-8 0-8-16,-1 2 5 16,-3 0 2-16,-2 0-6 15,0 5 1-15,0-2-8 16,0 3-14-16,0 0-3 15,0 0-8-15,0 0-3 16,0 14-3-16,0 25 6 16,-11 12 13-16,-5 8-3 15,1-1 1-15,-1-2 3 16,5-2 11-16,2-1 4 16,2-8-8-16,5-1 13 15,2-7-24-15,0-5-7 16,0-8-1-16,0-8-3 15,0-5 1-15,2-2-63 16,0-2-104-16,-2-7-188 0,0 0-269 16</inkml:trace>
  <inkml:trace contextRef="#ctx0" brushRef="#br0" timeOffset="31568.27">9490 10469 383 0,'0'0'645'0,"0"0"-537"16,0 0-78-16,147-28 8 16,-54 18 17-16,12-3-40 15,0-2-15-15,-1-6 0 0,-8-4-96 16,-15-7-390-16</inkml:trace>
  <inkml:trace contextRef="#ctx0" brushRef="#br0" timeOffset="36268.51">10221 6615 682 0,'0'0'41'0,"0"0"87"0,0 0-11 0,0 0 12 0,0 0-50 0,0 0-14 16,0 0-51-16,66-73 38 15,-8 67-48-15,0 4-3 16,0-3 1-16,-9 1 0 0,-10 0-2 15,-14 2-11-15,-8 0-12 16,-9 0 22-16,-8 0 1 16,0-6 28-16,0-3-28 15,0-2-4-15,-8-1 4 16,-3 1 11-16,1 6-6 16,6 2 2-16,2 4-1 15,2-1 6-15,0 2 3 16,0 0-4-16,0 0-1 15,-2 0 2-15,-3 0-2 16,-3 24-4-16,-4 10 37 16,-1 5-6-16,-1 6-17 0,1 2 11 15,4 3 22 1,-2 0-38-16,4 0 3 0,3 0-8 16,-1-6-3-16,5-5-3 15,0-4-2-15,0-7-1 16,0-8-1-16,0-3-14 15,0-4-61-15,0-5-55 16,6-8-97-16,-1 0-193 16,-5-8-322-16</inkml:trace>
  <inkml:trace contextRef="#ctx0" brushRef="#br0" timeOffset="36516.86">10252 6778 879 0,'0'0'23'0,"0"0"56"0,0 0 16 0,0 0-50 0,0 0 1 0,127-39-30 0,-42 34-7 16,8-1 1-16,2 0 5 16,2 3 21-16,-15 3-15 15,-17 0-21-15,-23 0-3 16,-17 0-26-16,-19 0-27 15,-6 0-42-15,-11 6-99 16,-24 3-6-16,-10-5-196 16</inkml:trace>
  <inkml:trace contextRef="#ctx0" brushRef="#br0" timeOffset="52849.81">10194 4153 64 0,'0'0'691'0,"0"0"-580"0,0 0 30 0,0 0 5 0,0 0-41 0,0 0-16 0,0 0-25 0,-5-16-7 0,5 16-20 0,-2 0-11 16,0 0-7-16,0 0-6 15,-4 0-4-15,0 0-7 16,-2 11 11-16,-6 16-11 16,1 1 8-16,-2 4-6 15,8-4-2-15,2-2-1 16,5 4-2-16,0-3 2 15,0 3-3-15,0-7-3 0,12-5-2 16,5-1 5-16,5-3 0 16,5-5 2-16,2-3 4 15,3-3 2-15,-1-3-6 16,0 0 2-16,2-10 0 16,-4-11-1-16,-4-3 2 15,-3-3 0-15,-2-11 0 16,-2 3 2-16,-5-3-2 15,-2 1 2-15,-6 5 9 16,-3 5-5-16,-2-2 1 16,0 5-2-16,-7 3-5 15,-15 0-1-15,0 3-2 0,-5 5 0 16,0 3-9 0,2 6-12-16,-1 4-25 0,-7 7-32 15,-8 26-133-15,-15 7-111 16,-6 6-387-16</inkml:trace>
  <inkml:trace contextRef="#ctx0" brushRef="#br0" timeOffset="56233.71">8049 6515 838 0,'0'0'21'0,"0"0"86"0,0 0 7 0,0 0-46 0,0 0 26 16,0 0 1-16,0 0-50 16,-8-74-23-16,8 74-11 15,0 0-6-15,-2 0-1 16,0 13-3-16,-2 10 8 0,2 1-8 16,-3-2 1-16,1 0-2 15,-1-2 0-15,3-4-1 16,-1-5-2-16,3-2 3 15,0-7-10-15,0 0-4 16,0-2 14-16,0 0 0 16,0 0 1-16,0 0 3 15,0-14-4-15,0 1-4 16,12-2-5-16,5 0 9 16,6 6-2-16,2 4-2 15,2-1 4-15,-4 6 0 16,2 0 1-16,-2 0-1 15,-5 0 0-15,-1 8 5 0,-4 9-1 16,-6 1 1 0,-2 0-5-16,-5 0 2 0,0 0-2 15,-2 0-4-15,-21 0 4 16,-2-1 3-16,-2-6-3 16,4-3-16-16,4-2-37 15,7 0-51-15,2-6-147 16,5 0-62-16,3-2-232 15</inkml:trace>
  <inkml:trace contextRef="#ctx0" brushRef="#br0" timeOffset="56483.18">7993 6477 237 0,'0'0'344'0,"0"0"-279"0,0 0 26 0,0 0-7 16,0 0-36-16,0 0 3 16,86-85-8-16,-37 75-2 15,5 2-4-15,-8 4-6 16,-7 4-13-16,-13 0-11 16,-10 0-7-16,-12 0-7 15,-4 0-33-15,0 8-86 16,-13 6-91-16,-13 3-190 15</inkml:trace>
  <inkml:trace contextRef="#ctx0" brushRef="#br0" timeOffset="64667.21">8719 10816 218 0,'0'0'551'0,"0"0"-437"0,0 0-52 0,0 0-13 0,0 0 13 16,0 0-16-16,0 0-23 0,-47 2-14 16,47 2 0-16,3 2 0 15,14 0 0-15,3-6-1 16,3 0-8-16,4 0-2 15,-6 0-22-15,0 0 8 16,-1 0-15-16,-5 0-48 16,-3 0-74-16,-3 0-104 15,-9 0-175-15</inkml:trace>
  <inkml:trace contextRef="#ctx0" brushRef="#br0" timeOffset="64833.37">8719 10816 175 0,'-15'50'459'0,"12"-50"-340"0,3 0-63 16,0 0-22-16,0 0 3 15,13 0-4-15,10 4-25 16,8 0-5-16,2 0-3 16,1-1-70-16,2-3-95 15,1 0-59-15</inkml:trace>
  <inkml:trace contextRef="#ctx0" brushRef="#br0" timeOffset="70983.12">8313 4124 569 0,'0'0'52'0,"0"0"20"0,0 0 37 0,0 0-18 16,0 0-4-16,0 0 15 15,0 0-45-15,-2 0-7 0,2 0 6 16,0 0-3-16,0-7 9 16,0-7-30-16,9-2-20 15,9-3-9-15,5 2 6 16,0 3-4-16,9 3 0 15,-3 5 6-15,-3 2-1 16,1 4-4-16,-4 0-3 16,-4 4-1-16,-3 14-1 15,-5 8-1-15,-3 5 3 16,-8 2-2-16,0 2 2 16,0-3-3-16,-12-4 0 15,-11-5 3-15,-8-2-3 16,-4-7 1-16,-5-3 0 0,4-2-1 15,9-5 1 1,5-2 0-16,11-2-1 0,2 0 0 16,9 0 1-16,0 0 0 15,0 0-1-15,0 0-1 16,11 0 1-16,16 0 0 16,6 0 0-16,7 0 1 15,0 0-1-15,3 0-1 16,-5 0 1-16,-1 4 1 15,-3 14 0-15,-6 4 0 16,-5 6 2-16,-7 2-3 16,-14 0 0-16,-2-2 3 15,-7 1-3-15,-31-3 1 16,-18-6 2-16,-10-6-3 0,-3-4-1 16,7-9 1-16,6-1-2 15,14 0-18-15,4-15-103 16,9-5-60-16,2-2-156 15</inkml:trace>
  <inkml:trace contextRef="#ctx0" brushRef="#br0" timeOffset="74434.45">6788 6391 861 0,'0'0'71'0,"0"0"94"0,0 0-81 0,0 0 13 16,0 0 9-16,0 0-35 15,0 0-43-15,40-75-20 16,-16 63-2-16,-4 6 0 15,-9 2 3-15,-4 4-1 0,-5 0-3 16,-2 0-4 0,0 0-1-16,0 9-9 0,0 15 9 15,4 8 52-15,-2 0-36 16,3-2-10-16,-3-1-2 16,-2 0 4-16,4-3-1 15,-4 0-1-15,3-2-6 16,0-1 6-16,-1-4-3 15,-2-1-2-15,2-5 0 16,0-5-1-16,-2-1-2 16,0-1-1-16,0-4-19 15,0 2-105-15,0-4-60 0,0 0-45 16,0 0-126-16,0 0-232 16</inkml:trace>
  <inkml:trace contextRef="#ctx0" brushRef="#br0" timeOffset="74667.03">6685 6586 500 0,'0'0'215'16,"0"0"-151"-16,0 0 25 16,0 0-35-16,0 0 29 0,120-29-33 15,-64 20-25 1,2 0 6-16,4-1 7 0,1 0-9 15,-5 2-5-15,-6 0-23 16,-11 3-1-16,-14 4-30 16,-12 1-39-16,-15 0-144 15,0 0-295-15</inkml:trace>
  <inkml:trace contextRef="#ctx0" brushRef="#br0" timeOffset="75317.38">6667 6372 586 0,'0'0'104'0,"0"0"1"0,0 0-7 0,0 0 23 0,0 0-70 0,0 0-20 0,36-48-28 15,-17 38-1-15,-1 5-2 16,-5 0 2-16,1 1 0 16,1 4-1-16,1-2 0 15,2 2 4-15,2 0-2 16,3 0-1-16,-6 0 2 15,-3 0 4-15,-6 0-4 16,-1 11 2-16,-5 4-1 16,-2 8 17-16,0 2 16 0,0 6-7 15,0 1-14-15,0 0-4 16,0-5 8-16,0 0-10 16,0-6-7-16,0 4-1 15,0 0 24-15,0 2 2 16,0-3-15-16,0-4-5 15,0-4-3-15,0-4-4 16,0-6-2-16,0-1-7 16,0-2-7-16,0-3-47 15,0 0-67-15,0 0-67 16,0 0-189-16,0 0-143 16</inkml:trace>
  <inkml:trace contextRef="#ctx0" brushRef="#br0" timeOffset="75568.38">6636 6599 644 0,'0'0'80'0,"0"0"8"16,0 0-14-16,0 0-58 16,0 0 6-16,0 0 6 15,165-51-12-15,-109 42-1 16,4-1 22-16,2-2 15 15,0-2 20-15,1 3-28 16,-7 3-16-16,-12-1-4 16,-13 2-20-16,-13 6-4 0,-11 1-3 15,-7 0-22-15,0 0-115 16,-27 1-143-16,-9 10-196 16</inkml:trace>
  <inkml:trace contextRef="#ctx0" brushRef="#br0" timeOffset="84134.01">10102 5682 567 0,'0'0'29'0,"0"0"91"0,0 0-8 0,0 0-43 0,0 0 8 16,0 0-26-16,0 0-28 15,85-11 2-15,-31 8-25 16,-1 3-2-16,-4 0-55 15,-9 0-177-15,-9 0-39 16,-17 0-208-16</inkml:trace>
  <inkml:trace contextRef="#ctx0" brushRef="#br0" timeOffset="84284.03">10096 5741 577 0,'0'0'27'15,"0"0"18"-15,0 0 13 16,0 0-26-16,0 0-9 16,145 0-23-16,-65-2-58 15,0-2-229-15</inkml:trace>
  <inkml:trace contextRef="#ctx0" brushRef="#br0" timeOffset="86983.49">3325 8761 32 0,'0'0'437'0,"0"0"-298"0,0 0-20 0,0 0-27 15,-7-111 1-15,3 92 46 0,0 6-63 16,0 3-18 0,4 8-9-16,0 2 9 0,0 0-27 15,0 0-2-15,0 0-15 16,0 0-6-16,-2 25 0 16,-2 20 3-16,-2 17 29 15,-3 9 2-15,2 5-20 16,-2 2 2-16,0-2 5 15,3-2-7-15,1-7-3 16,0-7-8-16,1-7 0 16,-1-12-7-16,1-11 0 15,2-9-3-15,2-10-1 16,0-3-2-16,0-4-2 16,0-4-34-16,0 0-72 0,2 0-87 15,11-26 52 1,1-13-115-16,-5-10-103 0</inkml:trace>
  <inkml:trace contextRef="#ctx0" brushRef="#br0" timeOffset="87254.25">3283 8829 613 0,'0'0'58'0,"0"0"32"0,0 0-13 16,0 0-10-1,0 0 6-15,0 0 32 16,-48-38-60-16,48 32-24 0,3-4-7 16,21 0-2-1,10-4-6-15,9 1 0 0,1 0-2 16,-2 3 2-16,-7 2 7 16,-6 8-13-16,-8 0-1 15,-5 0-8-15,-1 6-17 16,-1 13-57-16,-6 10-125 15,-3 3 7-15,-5 1-19 16,0 2-142-16</inkml:trace>
  <inkml:trace contextRef="#ctx0" brushRef="#br0" timeOffset="87470.42">3322 9066 491 0,'0'0'98'0,"0"0"-14"0,0 0-21 0,0 0 30 15,0 0-2-15,0 0-32 16,30-16-32-16,1 4-2 16,6-5 35-16,9 3-42 15,0-1 5-15,3-1-3 16,-3 8-10-16,-10 2-10 16,-13 6-9-16,-10 0-28 15,-10 0-116-15,-3 6-137 16,0 7-308-16</inkml:trace>
  <inkml:trace contextRef="#ctx0" brushRef="#br0" timeOffset="90517.74">6890 4351 609 0,'0'0'53'0,"0"0"32"0,0 0 12 0,0 0 85 0,0 0-90 0,0 0-10 0,0 0-12 16,2-34-6-16,-2 13-24 15,0-4-7-15,0-4-14 16,0 0-5-16,6 2-12 15,15 5 5-15,4 4-5 16,-2 7-2-16,4 7 1 16,-6 4 0-16,-1 0-1 15,-5 4-1-15,-4 15-4 16,-2 6-1-16,-9 7 6 0,0 3 13 16,-2 4-7-1,-22 1-1-15,-10 0-1 0,-1-6-4 16,-2-1 3-16,4-6 0 15,-3-2-2-15,7-6 2 16,5-5 0-16,9-8 0 16,10-1-3-16,5-5 2 15,0 0-2-15,0 0-1 16,29 0 1-16,15 0 10 16,10 0-10-16,4 0 3 15,5-5-4-15,3-1 1 16,-1 3-1-16,-1 0-12 15,-10 3-92-15,-14 0-74 16,-18 0-24-16,-22 3-406 0</inkml:trace>
  <inkml:trace contextRef="#ctx0" brushRef="#br0" timeOffset="91650.9">7371 11259 223 0,'0'0'767'0,"0"0"-611"0,0 0-88 16,0 0-11-16,0 0 1 0,0 0-31 16,-80-3-3-16,118 3 4 15,15 0 4-15,4 0-31 16,5 0-1-16,-8 0-63 15,-11-3-49-15,-14-3-28 0,-13 4-43 16,-16 2-74 0,0 0-231-16</inkml:trace>
  <inkml:trace contextRef="#ctx0" brushRef="#br0" timeOffset="91783.76">7268 11394 741 0,'0'0'167'0,"0"0"-96"0,0 0 6 15,0 0-31-15,0 0 6 16,137 3-52-16,-66-13-10 16,-2-9-187-16,-5-6-50 15,-10 0-453-15</inkml:trace>
  <inkml:trace contextRef="#ctx0" brushRef="#br0" timeOffset="94649.83">5680 3914 446 0,'0'0'418'0,"0"0"-379"0,0 0 86 0,-114-22-51 15,112 20-34-15,2 0 7 16,0 2-16-16,23 0 10 16,12 0-28-16,9 0-3 15,-6 0-8-15,-5 0-2 16,-10 4-1-16,-7 0 1 16,-3-4 0-16,-7 2 2 15,2-2-2-15,-4 0 1 16,-2 0 0-16,-2 0 2 15,3 0 0-15,-3 0 1 16,0 0-2-16,0 0 1 16,0 0 2-16,0 0 0 0,0-2 2 15,0 0 35 1,0 2-15-16,0 0-6 16,0 0-1-16,0 0 5 0,0 0-16 15,0 0-5-15,0 0-4 16,0 0 2-16,0 16 0 15,0 10 5-15,0 5-2 16,-3 9 2-16,1 1 4 16,0 6-3-16,2 0 7 15,0 0-9-15,0-5 2 16,0 0-2-16,0-10-2 16,0-2 2-16,0-8-4 15,0-6-2-15,0-4-3 16,0-2 0-16,-2-2 1 15,2-4-17-15,0-2-101 0,0-2-120 16,0 0-80 0,-3-11-289-16</inkml:trace>
  <inkml:trace contextRef="#ctx0" brushRef="#br0" timeOffset="94918.08">5595 4225 649 0,'0'0'37'16,"0"0"37"-16,0 0 13 0,0 0-54 0,0 0-20 15,0 0-8-15,103-48 2 0,-62 44-4 16,9-1 6 0,6 1 2-16,0-1 6 0,0 0 9 15,-10 2 6-15,-13 0-17 16,-6 1-6-16,-14 2-9 15,-3 0 0-15,-6 0-2 16,-4 0-5-16,0 0-27 16,0 0 17-16,0 8-64 15,-9 5-58-15,-5-3-142 16</inkml:trace>
  <inkml:trace contextRef="#ctx0" brushRef="#br0" timeOffset="95817.07">5523 6176 983 0,'0'0'24'0,"0"0"36"0,0 0-20 0,0 0-21 0,0 0-12 15,0 0 3-15,159-40-4 0,-114 40 3 16,-10 0-3 0,-10 0-4-16,-12 0 3 0,-6 0-4 15,-7 0 3-15,0 0 28 16,0-2 40-16,0-4 29 15,0-3-40-15,-7 0-42 16,0 1-5-16,3 6 3 16,2-1 11-16,2 3-16 15,0 0-3-15,0 0-6 16,0 0-3-16,0 3-3 16,-5 25 3-16,1 16 9 15,0 10 1-15,-1 2-2 16,-2-2 0-16,1-1-3 0,1-3 1 15,3-4-2-15,0-8-4 16,2-8 0-16,0-10-4 16,0-7-10-16,0-2-75 15,0-7-168-15,0-4 8 16,0 0-7-16,-8-15-65 16</inkml:trace>
  <inkml:trace contextRef="#ctx0" brushRef="#br0" timeOffset="96034.34">5515 6417 327 0,'0'0'188'0,"0"0"-80"16,0 0-31-16,0 0-44 0,0 0 1 15,0 0 28 1,89-7-11-16,-31 7-33 0,2-3-5 16,3 0 26-16,3-3 20 15,1 2 0-15,5-1-22 16,-8-2-10-16,-5 3-15 15,-15 3-12-15,-15 1-2 16,-16 0-45-16,-13 0-176 16,-15 8-259-16</inkml:trace>
  <inkml:trace contextRef="#ctx0" brushRef="#br0" timeOffset="96766.96">4479 7870 62 0,'0'0'759'0,"0"0"-659"0,0 0 68 0,0 0-2 0,0-117-36 0,-3 104-17 16,1 5-23-16,2 6-12 16,0 2-44-16,0 0-7 0,0 0 21 15,0 0-48 1,0 0-9-16,0 23 9 0,0 8 17 16,0 3-2-16,0 1-4 15,2 3-11-15,4-7-25 16,-4 1 24-16,2 0-26 15,2-5-159-15,-1-5-101 16,-3-10-102-16,-2-12-346 16</inkml:trace>
  <inkml:trace contextRef="#ctx0" brushRef="#br0" timeOffset="97334.76">4546 7654 182 0,'0'0'552'16,"0"0"-467"-16,0 0 45 0,0 0-23 15,-76-111 17-15,63 100-42 16,1 3-13-16,-3 3-6 16,-3 5 1-16,-6 0-54 15,-7 0 10-15,-6 9-15 16,0 13 1-16,1 6-2 15,1 4 13-15,1 7-1 16,3 4-5-16,4 1 4 16,7 0 8-16,7 0-11 15,9 0-4-15,2 1-2 0,2-4 5 16,0 2-9-16,8-5 0 16,15 1-1-16,8-6 1 15,4-4-1-15,5-4-1 16,7-3 8-16,2-6-8 15,7-8 1-15,0-2-1 16,4-6 0-16,0 0-3 16,-4-2 3-16,-3-16 3 15,-8-6-2-15,-8-4 0 16,-8-2 3-16,-4-5 0 16,-8-5-1-16,0-2-3 15,-9-5 3-15,-6-3-2 16,-2 0 1-16,0 0 1 0,-13 6-2 15,-14 1 0-15,-6 9 1 16,-8 4 3-16,-5 3-4 16,-5 5-1-16,-4 7-8 15,3 5 1-15,0 7-23 16,-3 3-72-16,-6 14-126 16,-5 19-61-16,-5 3-243 15</inkml:trace>
  <inkml:trace contextRef="#ctx0" brushRef="#br0" timeOffset="98533.67">6360 9819 1024 0,'0'0'142'0,"0"0"-28"0,0 0-63 0,0 0 30 0,0 0-25 16,0 0-42-16,0 10-12 15,-18 41 26-15,-7 15-3 16,-2 8-11-16,5-6-7 15,0-3-4-15,-1-7 2 16,4-15-1-16,1-9-4 16,5-9 0-16,5-13-1 0,8-8 1 15,0-4 0 1,0 0-3-16,0 0-10 0,10 2 12 16,16 4 0-1,12 2 1-15,4-2-1 0,6 2 0 16,-2-4 0-16,3 1-8 15,-7-2-41-15,-4-3-6 16,-7 0 14-16,-5 0 11 16,-2-10 14-16,-12-13 15 15,0 0 2-15,-7-4 3 16,-5 0 0-16,0-2-2 16,0 1 2-16,-5 2 3 15,-13 6 3-15,1 5 16 16,-1 3 31-16,5 3-29 15,3 5-7-15,3 4-3 0,7 0 2 16,0 0-10-16,0 8-9 16,-2 26 1-16,0 18 5 15,0 10 9-15,-2 2-3 16,2 5-5-16,-4 7 3 16,4 6 11-16,0-3-3 15,2-3-7-15,0-7-3 16,0-14-3-16,-2-6-4 15,2-16-1-15,0-6-5 16,0-9-21-16,0-7-97 16,-5-9-222-16,-8-2-178 15</inkml:trace>
  <inkml:trace contextRef="#ctx0" brushRef="#br0" timeOffset="101336.31">8656 9426 673 0,'0'0'75'0,"0"0"-18"0,0 0 26 0,0 0 14 0,0 0-50 16,0 0-47-16,0 0-3 16,14 0-65-16,4 0-201 15</inkml:trace>
  <inkml:trace contextRef="#ctx0" brushRef="#br0" timeOffset="103250.73">8837 8446 846 0,'0'0'50'0,"0"0"93"0,0 0-73 0,0 0-32 0,-138-77-25 15,104 62 32-15,-2-1-10 16,3 2-13-16,-2 3 1 16,1 4 11-16,1-2-3 15,2 4 0-15,0 1-18 16,2 1 7-16,2 1-11 15,4 2 1-15,2 0-2 16,-2 0-3-16,-2 13-1 0,-2 3-2 16,3 5 1-16,0 6 1 15,2 3 1-15,1 6-1 16,4 1 3-16,5 7 0 16,3 9 3-16,3 4 1 15,4 2 5-15,0 3 34 16,0 1-35-16,2 1-2 15,0 2-1-15,0 4-5 16,0 4 5-16,0 2-7 16,0 5 5-16,0 1 0 0,0-2-4 15,0-3 11 1,0-5-13-16,4 3 0 0,7 0 0 16,-1 6 1-16,2-4-3 15,-3-6 0-15,-1 0-1 16,0-4-1-16,-3 1 2 15,3-2-1-15,-2-2 1 16,2 3-2-16,-4-3-1 16,0 0 1-16,3-4 1 15,-1 1 0-15,1-2-1 16,0 0 0-16,0-1 0 16,-3-8 0-16,0-4 1 15,1-8-2-15,2-4 1 16,4-6 0-16,4-6 0 15,5-1-1-15,7-6-2 16,4 0 3-16,7-6-1 0,9 0 2 16,4-3 2-16,1-5-2 15,49-1-1 1,-55 0 0-16,-6-7-3 16,-1-9-4-16,-2-4-1 15,1-5 2-15,-1-2 1 16,-3-4-3-16,-1-5 6 15,-4-3 0-15,-4-3 0 16,-7-2 2-16,-5-1 1 16,-7-1 3-16,-1-5-4 15,-3-5 1-15,-2-10 0 0,0-12-1 16,0-16 2 0,0-9-1-16,0-3-1 0,0 1-1 15,-11 7 1-15,-4 4 6 16,-8 3 5-16,3-1-7 15,-1 4-1-15,2 2-1 16,3-4-2-16,1-8 0 16,-1-10 4-16,3-1-4 15,-1-3 0-15,3 3-5 16,-2 12 5-16,-1 11 0 16,4 9 0-16,-4 17 0 15,5 8-1-15,-2 5-33 16,2 8-84-16,0 5-88 0,-4 6-76 15,-7 8-390 1</inkml:trace>
  <inkml:trace contextRef="#ctx0" brushRef="#br0" timeOffset="104317.47">4330 6479 474 0,'0'0'95'0,"0"0"-27"0,0 0 10 0,0 0 60 15,0 0-28-15,0 0-7 0,0 0 13 16,13-48-43-16,-13 35-6 15,0 2-18-15,0 1-7 16,-9 2-10-16,-9 1-5 16,1 3-15-16,-5 4-10 15,3 0 3-15,4 0-3 16,-1 0-2-16,7 0 1 16,5 4-3-16,2 8 0 15,2 4-1-15,0 9-3 16,6 1 5-16,17 4-3 15,6 0-1-15,4 0 1 16,-2-2 4-16,-2 2-1 0,-2 0 2 16,-7-3 0-16,-2-2 1 15,-12-3-2 1,-6-1 0-16,0-3 0 16,-4-4 3-16,-25-1 0 0,-9-4-3 15,-7-5 0-15,1-4-7 16,6 0-5-16,9 0 4 15,9-19-14-15,9-7-20 16,11-8-13-16,0-6 10 16,17-2-15-16,17 0-21 15,7 0 15-15,-2 4-19 16,1 4-137-16,-6 3-128 16</inkml:trace>
  <inkml:trace contextRef="#ctx0" brushRef="#br0" timeOffset="107733.96">3067 11147 1140 0,'-150'0'66'0,"5"6"39"0,20 3 6 0,32-2 14 15,30-5-61-15,39 2-22 16,33 3-5-16,80 6-27 16,67-1 3-16,69-1-5 15,42-10-5-15,38-1-3 16,12 0 0-16,-3 0-2 15,-13 0-7-15,-38 0 1 0,-51 0-4 16,-67 0-51-16,-68 0-150 16,-65 0 12-16,-49 0 26 15,-80 0 23-15,-55 0-196 16,-46 12 139-16,-27 6 209 16,-25 4 0-16,-13 0-4 15,-2 0 4-15,5-1 115 16,28-6 129-16,47-1-14 15,68-6 19-15,77 1-97 16,60-5-95-16,99-4-34 16,72 0-14-16,70-4 45 15,60-19-30-15,33-3-19 16,20-6 3-16,-7 2-8 0,-37 2-4 16,-51 6 2-1,-72 0-121-15,-71-1-462 16</inkml:trace>
  <inkml:trace contextRef="#ctx0" brushRef="#br0" timeOffset="109567.28">15521 6548 1041 0,'0'0'95'0,"0"0"62"0,0 0-14 0,0 0-10 0,0 0-51 15,0 0-38-15,-96-106-12 0,57 106-1 16,-11 0-1-16,-6 23-23 16,-2 10 1-16,3 14-2 15,4 3 4-15,13 2-6 16,11 3-4-16,16 3 1 15,11-2 0-15,7 0 0 16,31-2-1-16,11-8-4 16,11-9-22-16,11-10-9 15,7-10-69-15,11-9-109 16,7-5-77-16,7-3-39 16,-1 0-334-16</inkml:trace>
  <inkml:trace contextRef="#ctx0" brushRef="#br0" timeOffset="109819.09">16036 6872 771 0,'0'0'266'0,"0"0"-184"0,-125-26 29 16,114 23-37-16,8 2-3 15,3 1-37-15,8 0-28 16,32 0 25-16,26 1 28 15,17 10-17-15,6-5-18 16,-5-3-16-16,-12 0-8 16,-11 0-1-16,-20-3-2 0,-9 3-63 15,-16 1-116-15,-16-4-115 16,0 0-26-16,-21 0-121 16</inkml:trace>
  <inkml:trace contextRef="#ctx0" brushRef="#br0" timeOffset="110134.42">16234 6734 347 0,'0'0'359'0,"0"0"-181"16,0 0-27-16,0 0-10 15,0 0-35-15,0 0-31 16,-36-35-24-16,36 35-1 16,0 0-22-16,0 18-7 15,0 25 10-15,0 14 58 0,0 12-43 16,5 5-25-1,-1-2-3-15,4 0 19 0,-4 1-24 16,-2-3 1-16,-2-8-13 16,0-4 5-16,0-12-3 15,0-12-2-15,0-9 0 16,0-12-1-16,0-5 0 16,0-2-1-16,0 1-1 15,0-6 1-15,0 3-3 16,0-4-44-16,0 0-67 15,0 0-43-15,0-4-155 16,0-11-127-16</inkml:trace>
  <inkml:trace contextRef="#ctx0" brushRef="#br0" timeOffset="110501.19">16903 6760 835 0,'0'0'72'0,"0"0"63"0,0 0-31 0,0 0 60 0,0 0-47 15,-7-103-30-15,7 101-27 16,0 0 38-16,0 2-63 16,0 0-17-16,0 6-8 15,0 30 4-15,0 14-2 16,7 8 4-16,1-1 14 16,-1-4-26-16,0-5-4 15,0-5-16-15,-3-5 12 16,-4-6 0-16,4-6-91 15,-4-6-191-15,5-9-62 16,4-11-150-16</inkml:trace>
  <inkml:trace contextRef="#ctx0" brushRef="#br0" timeOffset="110700.33">16988 6669 946 0,'0'0'38'16,"0"0"85"-16,0 0-31 15,0 0-23-15,0 0-6 16,0 0-10-16,26-84-39 16,13 80-4-16,2 2-10 15,-5 2 0-15,-10 0-49 16,-5 12-17-16,-13 14-67 16,-8 10-70-16,0 4-222 15</inkml:trace>
  <inkml:trace contextRef="#ctx0" brushRef="#br0" timeOffset="110884.14">16911 6970 702 0,'0'0'87'15,"0"0"-20"-15,0 0 4 16,0 0 14-16,123 0-8 16,-61 0 2-16,1 0-55 15,-5-4 5-15,-13 4-15 16,-13 0-14-16,-14 0-6 15,-15 0-52-15,-3 8-165 16,-27 10-212-16</inkml:trace>
  <inkml:trace contextRef="#ctx0" brushRef="#br0" timeOffset="111033.98">16923 7218 581 0,'0'0'63'15,"0"0"61"-15,0 0 35 16,0 0-71-16,146 51 31 15,-69-51-87-15,2 0-20 16,2 0-12-16,-5-4-6 16,-13-8-341-16</inkml:trace>
  <inkml:trace contextRef="#ctx0" brushRef="#br0" timeOffset="111251.16">17754 7006 1152 0,'0'0'19'0,"0"0"106"15,0 0-46-15,0 0-35 16,0 0-11-16,117-28-5 16,-16 28-7-16,-1 0-7 15,-8 4-13-15,-23-4-2 16,-24 0-6-16,-24 0-85 15,-21 0-153-15,-8 0-176 0</inkml:trace>
  <inkml:trace contextRef="#ctx0" brushRef="#br0" timeOffset="111683.08">18001 6802 767 0,'0'0'112'15,"0"0"23"-15,0 0 8 16,0 0-39-16,0 0-3 15,0 0-21-15,-2-20-34 16,2 49-5-16,0 16 5 16,0 9-2-16,0 3-22 15,5-2-2-15,3-3 1 16,-1-4 18-16,1-6-31 16,-2-3-1-16,-4-7 1 15,-2-2-5-15,0-7 0 0,0-2 19 16,0-5-19-1,0-6 1-15,0-4-4 0,0-2 0 16,0 0-17-16,0-2 16 16,0-2 1-16,0 2 1 15,0-2 1-15,0 2-2 16,0 0 3-16,0 0-3 16,0-2 0-16,0 2 0 15,0-2 2-15,0 0-3 16,0 0 2-16,0 0-1 15,0 0 0-15,0 0 1 16,0 2-1-16,0-2-2 0,0 0-1 16,0 0-46-16,0 0-45 15,0 0-79-15,0-4-177 16,0-13-316-16</inkml:trace>
  <inkml:trace contextRef="#ctx0" brushRef="#br0" timeOffset="112083.99">18777 6717 811 0,'0'0'46'0,"0"0"67"0,0 0 10 0,0 0-43 0,0 0 52 16,0 0-53-16,-14-70-37 15,14 68-1-15,0 2-11 16,0 0 1-16,0 22 0 16,0 20 51-16,0 15-42 15,0 2-8-15,0 4-8 16,2-5-7-16,1-7-6 15,-1-4 0-15,3-5-1 0,-3-8-5 16,-2-7-1 0,2-6-1-16,-2-8 0 0,0-3-2 15,0-4 1-15,0-3-4 16,0 0 0-16,0 1-9 16,0 0-132-16,6 2-160 15,8-6-152-15</inkml:trace>
  <inkml:trace contextRef="#ctx0" brushRef="#br0" timeOffset="112503.2">19400 7010 778 0,'0'0'85'15,"0"0"27"-15,0 0 30 16,0 0-90-16,0 0 35 16,0 0-26-16,31-13-21 15,15 13 38-15,0 0-26 16,1 0 3-16,-3 0-22 15,-4 0 28-15,-7 0-39 16,-6 0-1-16,-13 0-10 0,-7 0-6 16,-5 0-5-16,-2 0 8 15,0 0-5-15,0 0-2 16,0 0 1-16,0 0-2 16,0 0 1-16,0 0-1 15,0 0-8 1,0 0-122-16,0 2-42 0,-18-1-44 15,-6 5-218-15,-10-1-171 16</inkml:trace>
  <inkml:trace contextRef="#ctx0" brushRef="#br0" timeOffset="112766.69">19360 7132 553 0,'0'0'72'0,"0"0"-8"16,0 0 7-16,0 0 24 15,0 0-7-15,0 0 80 16,40 36-103-16,-4-29-14 16,7-4 12-16,5-3-11 15,2 0-1-15,0 0 2 16,-5 0-24-16,-7 0 1 16,-11 0-14-16,-12 0 1 15,-8 0-9-15,-7 0-8 16,0 0 4-16,0 0-4 15,0 0-16-15,-7 0-105 16,-15 0-82-16,-5 0-277 16</inkml:trace>
  <inkml:trace contextRef="#ctx0" brushRef="#br0" timeOffset="113634.99">21780 6807 846 0,'0'0'52'0,"0"0"149"0,0 0-33 0,0 0-89 0,0 0 14 16,0 0-36-16,-16-47-35 15,14 47-14-15,-5 1-8 16,0 23 2-16,3 4 0 16,4 5-2-16,0-3 4 15,0-2-4-15,18 2-2 16,7-4 2-16,3-2 0 15,6-2 2-15,5-4 2 16,2-2-4-16,2-2 6 16,-3 2-5-16,-9 0 1 0,-6 1 1 15,-10-2 1-15,-11 2 1 16,-4 1 7-16,0 0-3 16,-17-1 26-16,-12-2-20 15,-9-1-5-15,2-6-9 16,0-2-1-16,3-4-1 15,2-2-52-15,-1 0-127 16,8-8-109-16,4-18-110 16</inkml:trace>
  <inkml:trace contextRef="#ctx0" brushRef="#br0" timeOffset="113917.04">21827 6772 793 0,'0'0'51'0,"0"0"87"16,0 0-54-16,0 0-35 16,0 0-29-16,118-41-8 15,-47 33 2-15,0 1 15 16,-4-4 34-16,-9-1 35 16,-11 3-32-16,-18-3 6 15,-12 7-40-15,-9-1-17 16,-8 2-1-16,0 2-5 15,0 0-7-15,0 2-2 16,0 0-38-16,-12-2-90 0,-5 2-48 16,-8 0-52-1,-2 0-53-15,0 0-297 0</inkml:trace>
  <inkml:trace contextRef="#ctx0" brushRef="#br0" timeOffset="114699.81">21604 7613 918 0,'0'0'42'0,"0"0"155"0,0 0-95 0,0 0-56 0,0 0 27 0,0 0-54 16,221-20 8-16,-90 20-18 15,-6 0-9-15,-11 0 5 16,-19 4 1-16,-24 1-4 16,-28-3 1-16,-26 0-3 15,-17-2-17-15,-22 5-136 16,-35 3-116-16,-19 3-117 16,-12 5 115-16,1-5 146 15,6-2-92-15,2-3 217 0,10-6 19 16,5 0 244-16,12 0-83 15,19 0 2-15,16 0-28 16,15 0-17-16,2 0-17 16,17 0-42-16,30 0-18 15,15 0 28-15,14 0-27 16,9-2-24-16,0 2 15 16,1 0 41-16,-4 0-28 15,-9 0-24-15,-12 0-8 16,-14 0-13-16,-20 0-8 15,-14 0-6-15,-11 0-5 16,-2 0 1-16,0 2-2 16,0-2-16-16,0 0-35 15,-11 0-44-15,-9 0-81 0,-4 0-21 16,-7 0-132-16</inkml:trace>
  <inkml:trace contextRef="#ctx0" brushRef="#br0" timeOffset="116833.95">15982 8499 1150 0,'0'0'77'0,"0"0"92"0,0 0-49 0,-158-105-53 0,102 103 3 0,-6 2-31 0,-5 42 34 15,7 21-53-15,4 10 8 16,19 7-2-16,18-5-3 16,17-3-20-16,2-4 6 15,22-4-9-15,28-8-5 16,19-6-38-16,16-14-85 16,13-15-93-16,6-16-101 15,1-5-263-15</inkml:trace>
  <inkml:trace contextRef="#ctx0" brushRef="#br0" timeOffset="117016.93">16252 8897 1195 0,'0'0'124'16,"0"0"31"-16,0 0-113 16,0 0 0-16,0 0-7 15,0 0-6-15,136-8-4 16,-45 8-18-16,-4-4-7 15,-12-5-28-15,-7 4-107 16,-15-1-102-16,-14 0-57 16,-24-2-46-16</inkml:trace>
  <inkml:trace contextRef="#ctx0" brushRef="#br0" timeOffset="117234.21">16651 8650 753 0,'0'0'165'16,"0"0"51"-16,0 0-33 15,0 0-33-15,0 0-54 16,0 0-32-16,-22-26-26 16,22 65-15-16,0 13 67 15,10 9-45-15,4 1-21 16,-3 1-8-16,-1-2-15 16,-6-4-2-16,-2-2-8 0,-2-3-72 15,0-9-106-15,0-8-144 16,0-15-247-16</inkml:trace>
  <inkml:trace contextRef="#ctx0" brushRef="#br0" timeOffset="117616.9">17422 8795 224 0,'0'0'1014'16,"9"-137"-939"-16,-9 72 58 15,0 6-74-15,0 13-16 16,-13 12 12-16,-10 16-4 0,-4 10-45 16,-4 8 1-1,-2 0 1-15,2 23-8 0,6 12 0 16,12 11-1-16,13 4-7 16,4 9-5-16,36 0-24 15,12-1-2-15,3 1 14 16,-2-7-8-16,-8-3 5 15,-11-8 25-15,-12-5 3 16,-13-6 7-16,-9-8 3 16,0-3 19-16,-25-7 11 15,-13-7 0-15,-7-5-8 16,3 0-3-16,3-5-10 16,10-20 3-16,15-7-6 15,14-13-16-15,7-6-3 0,44-11-92 16,25-2-106-1,9 9-178-15,-3 11-539 0</inkml:trace>
  <inkml:trace contextRef="#ctx0" brushRef="#br0" timeOffset="117834.1">17925 8847 12 0,'0'0'1122'0,"0"0"-1032"16,0 0 39-16,0 0-96 16,113-4 51-16,-27 2-34 0,-4-1-29 15,-8 2-21-15,-14-1 0 16,-18-2-28-16,-13-1-136 16,-20 0-118-16,-9-3-323 15</inkml:trace>
  <inkml:trace contextRef="#ctx0" brushRef="#br0" timeOffset="118049.98">18197 8601 1012 0,'0'0'77'16,"0"0"116"-16,0 0-96 16,0 0-28-16,0 0-5 15,0 0 25-15,-6 121 31 0,8-50-44 16,11 4-40-16,3-2 8 15,-3-1-37-15,-7-3-7 16,2-15-10-16,-6-8-78 16,2-10-82-16,5-10-92 15,2-13-88-15,7-13-498 16</inkml:trace>
  <inkml:trace contextRef="#ctx0" brushRef="#br0" timeOffset="118267.17">18862 8556 1150 0,'0'0'64'15,"0"0"100"-15,0 0-35 0,0 0-44 16,0 0-22-16,0 0-41 16,-25 10-12-16,25 50 27 15,0 7-11-15,0-3-19 16,0-4-2-16,-4-2-5 15,-4-4-17-15,4-7-92 16,4-10-204-16,0-15-293 16</inkml:trace>
  <inkml:trace contextRef="#ctx0" brushRef="#br0" timeOffset="118534.62">19810 8738 1292 0,'0'0'7'16,"0"0"38"-16,0 0 4 15,0 0-36-15,0 0 19 16,0 0-6-16,120 17-10 15,-64-7-14-15,-2-1-2 16,-14-4-26-16,-9-2-82 16,-19 2-86-16,-12 3-215 0</inkml:trace>
  <inkml:trace contextRef="#ctx0" brushRef="#br0" timeOffset="118668.16">19693 8985 864 0,'0'0'77'16,"0"0"-20"-16,160-11 12 16,-78-1-50-16,7-1-19 15,7 1-38-15,-5-1-166 16</inkml:trace>
  <inkml:trace contextRef="#ctx0" brushRef="#br0" timeOffset="119534.28">22259 8604 897 0,'0'0'141'0,"0"0"25"0,0 0-32 0,0 0-65 0,0 0-40 16,0 0-12-16,-110 2-9 15,89 23 3-15,7 1-9 16,10-1-2-16,4 1-1 15,0 1-1-15,18 1 4 16,13 2 0-16,7 1 0 16,4 2-2-16,1-1 3 15,-4 3-2-15,-3-4 1 0,-7-1 0 16,-7-3 5 0,-11-7 19-16,-6-6 21 0,-5-3-6 15,-5 1 8 1,-28 1-11-16,-16-2-23 0,-9-3-7 15,3-3-8-15,5-5 0 16,17 0-1-16,12 0-99 16,15-24-134-16,6-11-193 15</inkml:trace>
  <inkml:trace contextRef="#ctx0" brushRef="#br0" timeOffset="119767.73">22248 8650 967 0,'0'0'58'0,"0"0"105"0,0 0-83 15,0 0-16-15,0 0-5 16,169-50 6-16,-84 41-29 16,-3-2 9-16,-10 1-1 15,-16 0-6-15,-23 1-14 16,-20 9-18-16,-13-1-6 15,0 1-17-15,-25 0-95 16,-19 0-127-16,-14 20-253 16</inkml:trace>
  <inkml:trace contextRef="#ctx0" brushRef="#br0" timeOffset="120183.77">21835 9501 993 0,'0'0'114'0,"0"0"20"0,0 0-70 0,0 0-10 0,0 0 14 16,0 0-46-16,206-4-8 15,-84 4-8-15,7 0-3 16,-6 0 1-16,-13 0 0 16,-26 0 0-16,-29 2-4 15,-30 2-73-15,-25 1-168 16,-49 4-75-16</inkml:trace>
  <inkml:trace contextRef="#ctx0" brushRef="#br0" timeOffset="120350.69">21920 9593 784 0,'0'0'151'16,"0"0"-33"-16,150-5-52 15,-52-2-19-15,16 1 2 16,1-2 4-16,-1 4 0 16,-16 2-25-16,-20 0-28 15,-30-4-180-15,-32-3-563 16</inkml:trace>
  <inkml:trace contextRef="#ctx0" brushRef="#br0" timeOffset="133269.43">4486 4095 388 0,'0'0'553'0,"0"0"-473"0,0 0 55 0,0 0-26 16,4-103 30-16,-12 93-59 15,-4 4-20-15,-3 1 11 16,-10 5-40-16,-2 0-20 0,-8 17-5 15,-7 11-1-15,1 2 4 16,-1 5-8-16,4 1 5 16,9 0-5-16,7 0 6 15,11 0-7-15,9 2 0 16,2-3 0-16,0 3 1 16,26-1 0-16,12-5-1 15,13-8-28-15,5-5 22 16,2-11-4-16,-2-7-1 15,-10-1-15-15,-5 0 7 16,-12-9 19-16,-10-11 2 0,-7-5 0 16,-10-2 3-1,-2-4 0-15,0 3-1 0,-7 3 11 16,-13 8 23-16,-2 7-25 16,-5 4-10-16,-2 6-1 15,-2 0 0-15,-1 0-2 16,-1 8-10-16,4 11-26 15,0 8-122-15,0 9-79 16,5 1-6-16,-3-2-236 16</inkml:trace>
  <inkml:trace contextRef="#ctx0" brushRef="#br0" timeOffset="139085.79">1792 14043 20 0,'0'0'647'0,"-129"58"-530"0,77-31 30 0,10-2-26 0,14-7-25 15,18-11-31-15,6-7-6 16,4 0-29-16,14 0 1 16,39-25 8-16,36-31-15 15,31-26-2-15,20-21-14 16,14-13-8-16,6-11 5 16,8-13 13-16,8-6 18 0,7-3-11 15,-1 6-1-15,-11 22-8 16,-12 16-5-16,-26 23-1 15,-23 24-7-15,-30 20 4 16,-31 17-7-16,-27 14 0 16,-20 7-3-16,-2 0 0 15,-24 5-1-15,-30 22-46 16,-15 15-60-16,-10 14-32 16,-6 8-79-16,-5 2-139 15</inkml:trace>
  <inkml:trace contextRef="#ctx0" brushRef="#br0" timeOffset="139485.04">1436 14275 687 0,'0'0'36'16,"0"0"37"-16,0 0-49 16,0 0-5-16,0 0 4 15,0 0 16-15,178-111-9 16,-74 38-3-16,28-16 11 0,21-13 19 16,22-9 12-16,16-14 40 15,12-10-52-15,6-1-8 16,-6 4-19-16,-18 11 7 15,-15 15-2-15,-20 18 19 16,-20 15 7-16,-23 14-45 16,-29 20 2-16,-32 16-12 15,-25 12-1-15,-19 9 3 16,-2 2-5-16,0 0 31 16,-33 13-31-16,-12 16-6 15,-6 9-140-15,-3 8-32 16,4-3-84-16,2-7-218 15</inkml:trace>
  <inkml:trace contextRef="#ctx0" brushRef="#br0" timeOffset="166218.56">7478 10226 302 0,'0'0'270'0,"0"0"-219"0,0 0-36 0,0 0-11 16,0 0 0-16,0 0-4 15,0 0-137-15,0-15-219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2:55:38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1475 12440 518 0,'-160'18'619'0,"19"-4"-535"0,31 0 33 15,33-7-75-15,35-2-4 16,38-5-4-16,28 0-19 0,83-4-8 16,67-24 4-1,72-11 4-15,54-4 0 0,48 3 2 16,24 10 9-16,6 7 11 15,-3 10 13-15,-23 3-2 16,-36-2-17-16,-39 0-19 16,-64-2-9-16,-50 2-3 15,-59 2-2-15,-48 4 2 16,-29 4 0-16,-25-1-13 16,-2 3-63-16,-4 0-70 15,-14 0-199-15,7 0-299 16</inkml:trace>
  <inkml:trace contextRef="#ctx0" brushRef="#br0" timeOffset="649.04">8683 12559 1121 0,'0'0'50'0,"-147"25"81"0,128-16 2 0,27-3-65 0,84-6-35 16,90 0-6-16,110 0-3 15,99-6-2-15,90-6-18 16,59 6-2-16,53 6 4 16,29 0 7-16,17 6 16 15,-1 10 23-15,-23 1 6 16,-36-6 27-16,-47-3-50 0,-64-4-25 16,-76-4-10-1,-76 0-4-15,-83-10-4 0,-77-14-93 16,-78-8-160-16,-78-5-315 15</inkml:trace>
  <inkml:trace contextRef="#ctx0" brushRef="#br0" timeOffset="2532.94">3621 10261 910 0,'0'0'119'0,"0"0"61"0,5-108-66 0,-17 73-11 0,-16 7-15 15,-6 4-12-15,-2 9-27 16,1 8-9-16,-5 7-17 16,-1 0-8-16,-1 10-10 15,4 14 2-15,5 2-7 16,8 4 0-16,10 0 0 15,6 0-1-15,9 1-6 16,0-5 1-16,0-1-15 16,20-8-22-16,5-5-6 0,6-10 24 15,3-2 2-15,3 0 13 16,-2-19 10-16,-8-4 0 16,-4-2 2-16,-8 6 2 15,-5 2 6-15,-4 7 17 16,-6 4 11-16,2 0 10 15,-2 5-12-15,0 1-8 16,0 0-7-16,0 0 41 16,0 0-52-16,0 0-4 15,4 9-6-15,3 30 3 16,-1 14 21-16,2 8-8 16,-8-3-10-16,2-4-6 0,-2-3 2 15,0 0-8-15,0-1 6 16,0-4-42-16,7 1-129 15,3-9-144-15,9-12-190 16</inkml:trace>
  <inkml:trace contextRef="#ctx0" brushRef="#br0" timeOffset="2985.27">4488 10112 1163 0,'0'0'43'0,"0"0"-5"0,0 0-21 0,0-124 9 0,0 108 22 0,-12 10 21 16,-2 3 5-16,-7 3-38 15,-13 0-29-15,-3 15 0 16,-3 8-6-16,7 6 0 15,12-3-1-15,10 2-1 16,11 2-4-16,11 2-2 16,29 6 2-16,16 4 5 15,2-6 1-15,-2 1-1 16,-8-4 0-16,-14 0 2 16,-12-1 0-16,-13-3 2 0,-9 2-2 15,0 1 1-15,-31-2 5 16,-7-2-4-16,-2-4-1 15,7-9 0-15,4-11 6 16,6-4 21-16,6-3 0 16,5-31 2-16,12-20-27 15,0-20-5-15,34-19-8 16,24-5-47-16,16 13-82 16,3 10-114-16,-8 29-171 15</inkml:trace>
  <inkml:trace contextRef="#ctx0" brushRef="#br0" timeOffset="3499.42">5423 9974 1117 0,'0'0'79'0,"0"0"24"0,0 0 13 0,0 0-28 0,0 0-53 16,0 0-22-16,-42-36-8 15,42 36-4-15,0 21 0 16,5 13 8-16,6 3-1 16,2 3-6-16,3-4-2 0,2-2 0 15,2-3-1-15,2-8-2 16,2-5-7-16,-1-9 1 15,-4-5-11-15,2-4 11 16,-3 0-9-16,-5-17 18 16,1-9 2-16,-3-2 3 15,-8-4-4-15,0 6 1 16,-3 6 2-16,0 6 2 16,0 8 10-16,0 4 14 15,0 2-14-15,0 0 5 16,0 0 3-16,0 0-5 15,0 0-6-15,0 16-6 16,5 15-1-16,1 11-1 16,1-1 8-16,0 0-5 0,-1-1 4 15,-1-4-10-15,-1 0 0 16,1 1-4-16,-3-4-5 16,3 3-93-16,3-5-133 15,3-10-141-15</inkml:trace>
  <inkml:trace contextRef="#ctx0" brushRef="#br0" timeOffset="3870.18">6451 9957 960 0,'0'0'195'0,"0"0"-121"0,0 0-9 0,0 0-19 16,0 0-34-16,0 0-4 16,-122-45-5-16,112 59 0 15,4 6-6-15,6 2 0 16,0 3 1-16,0 2 2 16,18 2 0-16,5 0 1 15,2-1 4-15,0 3-3 16,-5-4-1-16,-2 2 4 15,-2-1 15-15,-8-6 45 16,-3-7-3-16,-5-4 0 16,0-5-11-16,0 1-5 0,-5 4-21 15,-22 1-17-15,-8 2-8 16,-3-7-4 0,3-7-139-16,6 0-158 0,6-17-157 15</inkml:trace>
  <inkml:trace contextRef="#ctx0" brushRef="#br0" timeOffset="4016.83">6389 9924 1128 0,'0'0'58'0,"0"0"-24"0,0 0-16 15,162-28-4-15,-75 12-14 16,-5 1-265-16</inkml:trace>
  <inkml:trace contextRef="#ctx0" brushRef="#br0" timeOffset="4437.31">7239 10026 909 0,'0'0'44'0,"0"0"115"15,0 0-98 1,0 0-29-16,0 0-21 0,69-126-1 16,-24 109-7-16,-5 8 8 15,-4 9 12-15,-12 0 2 16,-10 6 15-16,-12 23-1 15,-2 12-2-15,-11 8-24 16,-21 2 5-16,-10 0-1 16,-3-2 12-16,1-9 17 15,0-5 6-15,5-13 0 16,10-7-12-16,10-8-1 0,13-2-18 16,2-5-15-16,4 0-1 15,10 0-4-15,28 0-1 16,20 0 7-16,8 0-7 15,8 0-1-15,2-12-45 16,1-12-78-16,2-3-161 16,-4-3-300-16</inkml:trace>
  <inkml:trace contextRef="#ctx0" brushRef="#br0" timeOffset="4714.38">8226 9863 936 0,'0'0'131'16,"0"0"24"-16,0 0-13 16,0 0-4-16,0 0-52 15,0 0-33-15,-8-66 10 16,8 66-18-16,0 4-20 15,0 35-9-15,2 13 45 16,6 13-37-16,2 8-18 16,-6 1-6-16,-1 4 0 15,-3 5-84-15,0-7-263 16,-32-5-409-16</inkml:trace>
  <inkml:trace contextRef="#ctx0" brushRef="#br0" timeOffset="10731.89">8264 10726 928 0,'0'0'129'0,"0"0"-35"0,0 0-36 0,0 0 6 0,0 0 9 0,0 0-20 16,0 0-6-1,161-25-27-15,-115 16-15 0,-8 3-5 16,-7 4-1-16,-8 2-5 16,-5 0-49-16,-9 0-71 15,-5 8-1-15,-4 6-58 16,-4 4 8-16,-25 2-70 16,-9 2 36-16,-7-1-38 15</inkml:trace>
  <inkml:trace contextRef="#ctx0" brushRef="#br0" timeOffset="10865.91">8264 10726 145 0,'36'136'161'0,"-49"-130"-53"16,8-4 23-16,5-2-1 16,0 2-14-16,5-2-81 15,26 0 39-15,14 0-1 16,10-6-2-16,1-6-59 16,4 2-12-16,-4 0-114 15,0-4-394-15</inkml:trace>
  <inkml:trace contextRef="#ctx0" brushRef="#br0" timeOffset="18117.58">8289 4253 0 0,'0'0'848'0,"0"0"-740"0,0 0 74 0,0 0-117 16,0 0-4-16,0 0 3 15,0 0-1-15,14-40-51 16,9 36-1-16,6-1-9 15,-2 5-1-15,0 0 1 16,0 0-2-16,-2 0 2 0,-8-1-2 16,-3-4 0-16,-8 3 0 15,3-3 1-15,-2 0 8 16,0 1-8-16,-3 3 0 16,-4 1 3-16,0 0 5 15,0 0-8-15,0 0 3 16,0 0 1-16,0 0 4 15,0 0-5-15,0 0 0 16,0 0-3-16,0 0 5 16,0 0-3-16,0 0 0 15,0 0-3-15,0 0 0 16,0 0 0-16,0 17 0 16,-8 14 5-16,-2 9 19 0,1-2 1 15,3-3-12 1,2 5-9-16,1-5 4 0,1-3-2 15,2-2 2-15,0-3-8 16,0-7 3-16,0 2-3 16,0-6 0-16,-5-1-5 15,1 0-12-15,-3-5-31 16,1-3-173-16,-3-4 3 16,-5-3-136-16,-6 0-231 15</inkml:trace>
  <inkml:trace contextRef="#ctx0" brushRef="#br0" timeOffset="18298.18">8282 4452 485 0,'0'0'22'0,"0"0"53"0,0 0 5 0,114-33-11 0,-70 27 1 0,4 2-20 16,2 4-32-16,0 0-18 15,-6 0-4-15,-6 10-94 16,-7 3-223-16</inkml:trace>
  <inkml:trace contextRef="#ctx0" brushRef="#br0" timeOffset="19081.59">8106 6011 828 0,'0'0'41'0,"0"0"0"0,0 0-13 0,0 0-7 16,0 0 27-16,120-52 21 16,-75 48-52-16,-5 4-11 15,-2-2-5-15,-7 1 2 16,-8-4-1-16,-6 1-3 16,-8 2 4-16,-6-3 3 15,-3 0-2-15,0-1 10 0,0-2 5 16,0 0 11-1,0 2 7-15,-5 4-13 0,1-2-12 16,-1 4 17-16,5 0-15 16,0 0-7-16,0 0-6 15,-5 0 6-15,-3 19-5 16,-3 14 3-16,-7 11 24 16,3 6-8-16,-1-1 30 15,-3 3-24-15,6-2-11 16,0-4 1-16,4-4-5 15,5-10-7-15,4-4-5 16,0-3-2-16,0-7-4 16,0-5-20-16,0-2-113 15,0-7-90-15,0-4-27 16,0 0-212-16</inkml:trace>
  <inkml:trace contextRef="#ctx0" brushRef="#br0" timeOffset="19248.97">8168 6253 478 0,'0'0'77'0,"0"0"24"16,0 0-1-16,0 0-67 15,0 0-12-15,0 0-7 16,114-43-10-16,-51 36-4 16,12-4-7-16,1 3-161 15,-9-3-262-15</inkml:trace>
  <inkml:trace contextRef="#ctx0" brushRef="#br0" timeOffset="20049.21">8423 7277 758 0,'0'0'35'0,"0"0"132"0,0 0-75 0,0 0-42 0,0 0-8 0,0 0-22 0,-33-30-6 16,59 30-8-16,12-3 0 15,4 1-2-15,-6-4-3 16,-3 3 0-16,-6-1 2 16,-10-3-3-16,-3 6 1 15,-8-3-1-15,-3 2 2 16,-1 0-1-16,-2 2 5 0,0-2 10 16,0 2 20-16,0-2 9 15,0 2-9-15,0 0-18 16,0 0-1-16,0 0-7 15,0 0-3-15,0 0-6 16,0 0 1-16,0 4 2 16,-11 21-4-16,-6 14 18 15,-1 8-4-15,1 1 6 16,2 4-9 0,2-1 2-16,2-1-5 0,6-3 7 15,3-9-15-15,2-8 2 16,0-4-4-16,0-8-5 15,0-3-26-15,0-8-114 0,0-6-47 16,0-1-202-16,-2 0-51 16</inkml:trace>
  <inkml:trace contextRef="#ctx0" brushRef="#br0" timeOffset="20235.37">8340 7552 474 0,'0'0'38'0,"0"0"65"15,0 0-77-15,0 0 7 16,114-20 12-16,-45 20-17 16,6-3-7-16,6 3 0 15,2-5 8-15,0-2-8 16,5 1-13-16,-10-2-8 16,-18 4-116-16</inkml:trace>
  <inkml:trace contextRef="#ctx0" brushRef="#br0" timeOffset="21249.1">6834 8470 761 0,'0'0'56'0,"0"0"105"0,0 0-104 0,0 0-27 0,0 0 16 16,0 0-38-16,-13-101 11 16,37 83-14-16,3 7-4 15,2 0 2-15,0 10 2 0,-5 1 7 16,-3 0-4 0,-10 0 1-16,-7 12 1 15,-4 10 7-15,0 2-6 0,0 2-3 16,-13 2-3-16,-5-5-2 15,-3 0 1-15,2-3 2 16,-2-4-4-16,1-4 3 16,3-2 1-16,3-4 4 15,3 0-5-15,3-6 6 16,5 0-1-16,3 0-4 16,0 0 5-16,0 0-4 15,0 0 1-15,0 0 10 16,0 0-13-16,0 0-5 15,15 0 5-15,10 0 5 0,13 0 6 16,7-7-6 0,3-2-2-16,4 1 9 0,-6 4-10 15,-5 0-7-15,-14 0-7 16,-10 2-2-16,-7 2-31 16,-10 0-78-16,0 0 7 15,0 0-99-15,-25 0-145 16</inkml:trace>
  <inkml:trace contextRef="#ctx0" brushRef="#br0" timeOffset="21849.32">7057 8209 4 0,'0'0'559'0,"0"0"-447"0,0 0 51 0,0 0-90 0,0 0 17 0,0 0 28 15,-74-73-62-15,50 69 19 16,-3 3-46-16,-7 1-5 16,-1 0 0-16,-5 0 21 15,-1 10-22-15,2 12 6 16,-1 1 1-16,6 9-14 15,8 1-3-15,3 5 2 0,6 6 1 16,5 3-7-16,3 3-6 16,3 4 8-16,2-1-7 15,4-2-3-15,0-2 4 16,0-8-3-16,4-1 2 16,17-1-4-16,8-5 1 15,10-4 0-15,3-2 3 16,8-6-4-16,0-8 1 15,2-4-1-15,1-6 0 16,-2-4 1-16,-2 0 0 16,-4-8 2-16,-5-12-3 15,-4-4 0-15,-7-2 3 16,-2-4-2-16,-6-3-1 16,0-4 2-16,-4-8 0 15,-5-5 1-15,-4-4-3 0,-3-4 1 16,-5 0 0-16,0 3-1 15,-2 5 3-15,-21 5-2 16,-8 2-1-16,-9 5 0 16,-6 6-9-16,-8 7-45 15,-2 4-43-15,0 9-50 16,6 9-7-16,0 3-77 16,4 0-133-16</inkml:trace>
  <inkml:trace contextRef="#ctx0" brushRef="#br0" timeOffset="22415.02">7004 8472 610 0,'0'0'109'0,"0"0"-1"0,0 0-2 0,0 0-61 15,0 0 77-15,0 0-80 16,-3 0-20-16,3 0-11 16,0 0-5-16,0 0-2 15,0 0-4-15,0 0-2 16,0 0-14-16,0 2-52 15,0 10-52-15,0 3-102 16,5 2-193-16</inkml:trace>
  <inkml:trace contextRef="#ctx0" brushRef="#br0" timeOffset="22915.18">8608 10644 680 0,'0'0'118'0,"0"0"-48"0,0 0-67 0,0 0-3 15,0 0-21-15,0 0-81 16,0 0-121-16</inkml:trace>
  <inkml:trace contextRef="#ctx0" brushRef="#br0" timeOffset="24865.49">19367 3367 892 0,'0'0'92'0,"0"0"88"0,0 0-120 0,-58-123 5 16,31 98 16-16,-4 6 3 15,-5 9-15-15,-3 6-36 16,-7 4-18-16,2 6-9 15,-1 21 1-15,8 6-2 16,3 7-5-16,12-1-2 0,13-1-1 16,9-5-2-16,0-4-8 15,20-6-32-15,16-6-43 16,8-7 22-16,3-10-2 16,-3 0 9-16,-1-2 23 15,-7-16 20-15,-9 0 16 16,-8-2 0-16,-5-2 4 15,-7-1 3-15,-3 2 11 16,-2 1 18-16,0 2 0 16,-2 3 0-16,0 7 13 15,0 3 2-15,0 2 10 16,0 2-13-16,0 1-2 16,0 0-15-16,0 0-2 0,0 0-4 15,0 0-12 1,0 20-6-16,0 15-3 0,-6 15 9 15,-1 9 6-15,5-1-6 16,0 6-4-16,2 1-2 16,0-8-2-16,0-6-5 15,0-13 0-15,0-10-3 16,0-8-10-16,9-4-73 16,13-10-93-16,5-6-79 15,6-10-142-15</inkml:trace>
  <inkml:trace contextRef="#ctx0" brushRef="#br0" timeOffset="25132.5">19574 3531 1094 0,'0'0'66'0,"0"0"76"0,0 0-83 0,0 0-23 0,0 0-6 0,0 0-17 0,53-8 3 16,34 4-2-16,14-2 2 15,4-2-10-15,-14-1-5 16,-10 6 0-16,-24-1-1 16,-21 3-11-16,-19 1-19 15,-17 0-118-15,-10 0-29 0,-33 0-385 16</inkml:trace>
  <inkml:trace contextRef="#ctx0" brushRef="#br0" timeOffset="25382.39">19909 3313 1029 0,'0'0'23'15,"0"0"158"-15,0 0-86 16,0 0-3-16,0 0-8 0,0 0-45 15,-23-15-18 1,23 62-8-16,0 15 14 0,0 15 6 16,0-2 22-16,0 0-47 15,5-2-1-15,-1-7-3 16,2-5-4-16,2-13-4 16,0-6-7-16,5-7-134 15,5-14-150-15,5-9-108 16</inkml:trace>
  <inkml:trace contextRef="#ctx0" brushRef="#br0" timeOffset="25982.41">20793 3498 990 0,'0'0'1'0,"0"0"62"16,0 0 18-16,0 0-53 15,6-124 38-15,-6 96-15 16,-17 5 26-16,-6-2-5 16,-10 7-23-16,-3 7-13 15,-3 5-12-15,-6 6-13 16,0 0-4-16,5 13-6 15,4 15-1-15,11 2-3 16,12 7 0-16,11-1-5 0,2-4 1 16,9-4-13-16,20-6-38 15,4-9-1-15,6-4 11 16,-1-7 13-16,-3-2 16 16,-4 0 10-16,-2-12 5 15,-6-8 1-15,-6 2 3 16,-3-2 5-16,-5 0-2 15,-3 4 9-15,-4 1 19 16,-2 4 20-16,0-1 6 16,0 3-5-16,0 3-23 15,0 3 2-15,0 3 33 16,0 0-35-16,0 0-7 16,0 0-12-16,0 0-1 15,0 0-7-15,0 1-1 0,0 28 0 16,0 8 7-16,0 16-5 15,0 3 6-15,0 2 0 16,0 5-4-16,0-5-4 16,0-7 0-16,2-2-1 15,11-13-6-15,6-5-14 16,3-4-126-16,7-11-81 16,2-11-29-16,-2-5-271 15</inkml:trace>
  <inkml:trace contextRef="#ctx0" brushRef="#br0" timeOffset="26234.3">21013 3613 1004 0,'0'0'118'0,"0"0"11"0,0 0-85 0,0 0-1 0,0 0-4 0,0 0-34 16,58-22 5-16,2 13 4 15,10 0-9-15,-3-1-1 16,-7 2-3-16,-9-1-1 16,-11 2-2-16,-16 3-6 15,-10 3-77-15,-10-2-34 16,-4 1 13-16,0 0-49 16,-22 0-162-16,-7-6-264 15</inkml:trace>
  <inkml:trace contextRef="#ctx0" brushRef="#br0" timeOffset="26482.24">21232 3423 631 0,'0'0'178'16,"0"0"53"-16,0 0-114 15,0 0-16-15,0 0-28 16,0 0 7-16,-12-16-21 16,12 16-25-16,0 10-10 15,3 21 35-15,8 16 1 16,0 9-25-16,-2 6-24 15,0 1-4-15,0-5-6 0,2-6 1 16,-3-12-1-16,2-7-1 16,-1-10 0-16,-3-5-7 15,4-5-7-15,-2-5-95 16,5-3-96-16,8-5-33 16,3 0-238-16</inkml:trace>
  <inkml:trace contextRef="#ctx0" brushRef="#br0" timeOffset="27050.43">21842 3517 726 0,'0'0'131'16,"0"0"18"-1,0 0-67-15,0-122 26 0,0 87-59 16,-2 7-3-16,-9 6 0 15,-5 8-8-15,-6 5 9 16,-9 6-12-16,-10 3-30 16,-3 0-5-16,-5 12 0 15,7 15 0-15,6 7-2 16,10 4-2-16,17-1 0 16,9 2-1-16,2-8-2 15,29 1-31-15,11-14-17 16,8-5 18-16,-2-9 0 15,-1-4-14-15,-7 0 12 16,-9-12 8-16,-6-10 18 0,-8-2-3 16,-1-2 16-16,-7 0 5 15,-3 2 40-15,-2 3-20 16,-4 8 31-16,0 4-1 16,0 4 6-16,0 3-11 15,0-1-10-15,0 3-5 16,0 0-10-16,0 0-8 15,0 0-8-15,0 10-2 16,0 21-5-16,0 11 10 16,-4 10 0-16,2 4 2 15,0 6 5-15,2-2 7 16,0-2 4-16,0-5-15 16,2-11 1-16,6-6 0 15,-4-10-5-15,0-8-7 0,-1-8-1 16,-1-6-3-16,0-2-2 15,0-2-3-15,0 0-50 16,10 0-98-16,5-16-101 16,8-16-158-16</inkml:trace>
  <inkml:trace contextRef="#ctx0" brushRef="#br0" timeOffset="27315.82">22314 3538 1058 0,'0'0'29'0,"0"0"115"0,0 0-76 0,0 0-48 0,0 0 5 0,0 0-14 0,28-9 1 16,21 5 4-16,7-2-8 15,-4 0-5-15,-11 4-3 16,-12 2-17-16,-16 0-127 16,-13 0-105-16,0 16-200 15</inkml:trace>
  <inkml:trace contextRef="#ctx0" brushRef="#br0" timeOffset="27465.32">22332 3707 913 0,'0'0'49'0,"0"0"121"0,0 0-111 16,0 0-43-16,0 0-2 16,0 0-1-16,154-12-13 15,-73-10-21-15,-4-6-276 16</inkml:trace>
  <inkml:trace contextRef="#ctx0" brushRef="#br0" timeOffset="27932.19">22968 3429 789 0,'0'0'39'0,"0"0"100"15,0 0-34-15,0 0-70 16,-27-106 15-16,27 74-24 16,9 5 10-16,11 7-15 15,2 6-11-15,2 4-2 16,1 9 1-16,-1 1 1 16,1 0-1-16,0 7-7 0,-6 19 9 15,-5 9-1 1,-14 5 15-16,0 4-1 0,-2-1-18 15,-23 2 1-15,-6-2 19 16,-4-4 3-16,1-3-1 16,1-6 7-16,6-8-4 15,7-6-8-15,9-8-5 16,5-2-6-16,6-6-12 16,0 3-3-16,0 2 3 15,12-1 6-15,15-2 1 16,9-2-4-16,6 0-2 15,7 0-1-15,5 0-7 0,3-7-45 16,11-14-118-16,-2-1-97 16,-1-5-368-16</inkml:trace>
  <inkml:trace contextRef="#ctx0" brushRef="#br0" timeOffset="28318.15">23502 3296 950 0,'0'0'36'15,"0"0"93"-15,0 0-74 0,0 0 1 0,0 0-13 0,0 0-29 0,35-89-5 16,2 78 4 0,-4 5-8-16,-4 2 2 15,-3 2 11-15,-1 2 8 0,-5 0 13 16,3 2-5-16,-4 19 3 15,2 10-5-15,-3 7 1 16,-5 9 13-16,-5 3-14 16,-3 0-9-16,-3 0 0 15,-2-2-2-15,0-4-4 16,0-4-3-16,0-6-5 16,0-7-2-16,0-4-1 15,0-9-4-15,0-4-4 16,0-3 0-16,0-4-9 15,0 0-64-15,0-2-58 16,0-1-75-16,0-10 16 0,0-19-140 16,0-8-134-16</inkml:trace>
  <inkml:trace contextRef="#ctx0" brushRef="#br0" timeOffset="28534.78">23701 3527 212 0,'0'0'316'15,"0"0"-120"-15,0 0-57 16,0 0-73-16,0 0-11 15,0 0-11-15,-87-34 37 16,87 29-55-16,22-2-5 16,9-3 4-16,14 2 0 15,2-3-2-15,6 2 4 16,5-2 4-16,0 0 1 0,0 1 4 16,-7 0-9-16,-7 1-9 15,-12 4-11-15,-14 3-7 16,-10 2-9-16,-8 0-41 15,0 0-104-15,-24 4-113 16</inkml:trace>
  <inkml:trace contextRef="#ctx0" brushRef="#br0" timeOffset="28915.55">22702 4219 925 0,'0'0'77'16,"-164"0"46"-16,116 0-67 15,27 0-23-15,21 0 38 16,44-6-28-16,52-6-33 16,44-7 7-16,33 1-8 15,28 5-9-15,9-6 2 0,2 4 1 16,-3-1 13-16,-19-1 1 16,-26 1 40-1,-35 2-42-15,-46 4-13 0,-41 3-2 16,-30 0-26-16,-12 5-59 15,-41 0-131-15,-23 2-402 16</inkml:trace>
  <inkml:trace contextRef="#ctx0" brushRef="#br0" timeOffset="34952.01">6946 4204 847 0,'0'0'88'0,"0"0"100"0,0 0-78 0,0 0-38 0,0 0 43 16,0 0-46-16,0 0-16 16,-21-58-18-16,19 58-13 15,0 0 3-15,2 0-10 0,-4 0-9 16,-4 25-2 0,0 8 2-16,1 9-4 0,5 1-2 15,2-3 0-15,0-2-2 16,0 0 0-1,11-9-2-15,11-7-9 0,7-6-9 16,3-9 2-16,1-4 8 16,-2-3-4-16,-2 0-4 15,-2-15 12-15,-8-7-4 16,0 0 9-16,-9-3 3 16,-2-2-4-16,-2 1 4 15,1 2 0-15,-3 4 5 16,0 5-5-16,-4 8-1 15,0 1 1-15,0 0 3 0,0 0-2 16,0 0 3 0,0 2 2-16,0 1 5 0,0 0 8 15,0 3-10-15,0 0-3 16,0 0-1-16,0 0-2 16,0 0 1-16,-2 0 2 15,2 0 2-15,0 0 0 16,0 0-1-16,0 0-1 15,0 0-4-15,0 0 0 16,0 0-1-16,0 0 2 16,0 0-2-16,0 3 0 15,0 18-1-15,0 5 4 16,0 7 3-16,0-2-2 16,0 1 3-16,-2 3-5 0,2-4 1 15,0 1-2-15,0 2-1 16,0-1 1-16,0-1-1 15,0-3-1-15,0 2 0 16,0-1 0-16,0 1 0 16,0 4-14-16,0 7-120 15,-7 0-175-15,-7-3-309 16</inkml:trace>
  <inkml:trace contextRef="#ctx0" brushRef="#br0" timeOffset="36165.78">5375 8711 406 0,'0'0'164'0,"0"0"7"0,0 0-37 0,0 0-24 16,22-112 43-16,-29 104-61 0,-8 4-7 15,-8-1-22-15,-10 5-20 16,-5 0-29-16,-5 2-9 16,-3 18 0-16,-1 13 2 15,1 6-2-15,1 20 12 16,0 19 2-16,8 16 6 16,0 20 1-16,8 11 1 15,8 7-17-15,9 4-2 16,10 3 1-16,2 1 0 15,2 0 2-15,23-3-9 16,6-7 4-16,6-8-5 16,9-10 4-16,5-11-5 15,4-15-1-15,10-11 0 0,4-12 1 16,5-15-1-16,-1-11-5 16,-3-19 6-1,-12-16-9-15,-12-2 2 0,-6-20-2 16,-2-21 1-16,-5-11 7 15,-1-17 1-15,-3-18 2 16,-9-19-2-16,4-18 3 16,-4-13-2-16,-9-15 0 15,-9-9 0-15,-2-7 1 16,-6-7 0-16,-28 2-1 16,-13 4 6-16,-11 7-4 15,-9 15-2-15,-10 26 5 16,-6 25-6-16,4 29 0 15,0 27-22-15,15 19-82 0,8 19-125 16,6 2-156-16</inkml:trace>
  <inkml:trace contextRef="#ctx0" brushRef="#br0" timeOffset="39016">6930 5821 816 0,'0'0'54'0,"0"0"103"0,0 0 5 0,0 0-81 0,0 0 3 16,0 0-24-16,0 0-24 16,-7 20-14-16,7 17 25 15,0 4-17-15,0-1-23 16,0-4 0-16,0-6-1 16,0-9-6-16,0-7-1 15,0-7 1-15,0-5 1 16,0-2 0-16,0 0 1 15,0 0 0-15,0 0 3 0,0-15 5 16,0-17-6-16,0-6-4 16,0-1 1-16,-2 5-1 15,-2 12 2-15,2 5 2 16,2 8 1-16,-3 5-2 16,3 0 4-16,-3 4 39 15,3 0-37-15,0 0-5 16,0 0-4-16,0 0-9 15,0 12 9-15,0 16-3 16,0 8 6-16,0-1-3 16,0-4 0-16,0-6 1 15,0-8-1-15,3-6 0 0,-3-5 0 16,0-5 0 0,0-1-1-16,0 0 5 0,0 0-7 15,0 0 8-15,0-22 21 16,0-7-26-16,0-10 5 15,0 3-5-15,-5 4 0 16,3 8 1-16,0 8-2 16,2 8 2-16,0 4-1 15,0 2 5-15,0 2 2 16,0 0-6-16,0 0-2 16,0 2-2-16,0 23-19 15,0 6 21-15,0 5 0 16,0-5 1-16,0-6-1 0,0-9 5 15,2-4-8 1,-2-7 3-16,0-4 1 0,0-1 2 16,0 0-1-16,0 0 1 15,0-4 23-15,0-19-23 16,0-9 0-16,0-2 1 16,0 3-2-16,-2 5-1 15,0 6 0-15,-1 8 4 16,1 6-2-16,2 4 0 15,-2 2-1-15,2 0 7 16,0 0-7-16,0 0-1 16,0 16 0-16,0 13-3 0,0 4 4 15,0-3-1 1,0-4 3-16,0-2-3 0,0-1-32 16,2-5 29-16,-2-2-61 15,0-3-59-15,2-1-115 16,-2-1 25-16,0-1-162 15</inkml:trace>
  <inkml:trace contextRef="#ctx0" brushRef="#br0" timeOffset="39965.58">6801 7172 859 0,'0'0'50'0,"0"0"107"0,0 0 14 0,0 0-108 0,0 0 52 0,0 0-16 15,-36-88-45-15,36 88-28 16,0 0-10-16,0 10-11 16,0 20 1-16,-4 6 1 15,4 4-4-15,0-4 3 16,0-7-6-16,0-8-7 0,0-6 7 16,0-7-17-16,0-4-10 15,0-4 0-15,0 0 15 16,0 0 8-16,0 0 4 15,0-6 0-15,2-13 1 16,4 2-1-16,3 4 0 16,1 2 1-16,3 0-1 15,2 4 0-15,5 0 0 16,1 3 0-16,-2 4-2 16,3 0 2-16,1 4 2 15,0 15 1-15,-8 5 3 16,-1 3-3-16,-10 2 5 15,-4-1-2-15,0-2-1 0,-10 0-4 16,-9-5-2 0,-4-4-2-16,1-3-42 0,5-8-122 15,0-6-67 1,7 0-63-16,1-18-149 0</inkml:trace>
  <inkml:trace contextRef="#ctx0" brushRef="#br0" timeOffset="40183.6">6776 7070 636 0,'0'0'102'0,"0"0"8"0,0 0-55 0,0 0-23 0,0 0 8 16,0 0 12 0,110-100-7-16,-66 84 35 0,1 4-34 15,-10 6 13-15,-6 0-44 16,-14 4-7-16,-8 2-8 15,-5 0-9-15,-2 0-22 16,0 0-112-16,0 14-37 16,-6 5-94-16</inkml:trace>
  <inkml:trace contextRef="#ctx0" brushRef="#br0" timeOffset="44748.67">7086 6707 318 0,'0'0'22'0,"0"0"34"0,0 0 6 0,0 0-24 0,0 0 13 16,0 0 16-16,0 0-16 15,34-44-9-15,-34 44 14 16,0 4-26-16,-12 18-13 15,-10 12-15-15,-10 18 2 16,-3 16 1-16,-7 19-2 16,-3 11-1-16,-7 9-4 15,0-1-2-15,-4-2-20 16,0-4-20-16,5-2-6 16,4-8-76-16,9-10 30 15,5-13-108-15</inkml:trace>
  <inkml:trace contextRef="#ctx0" brushRef="#br0" timeOffset="45899.27">7665 4177 507 0,'0'0'2'0,"0"0"30"0,38-118 35 0,-34 93 24 0,-2 9-18 0,-2 8-15 16,0 8-13-16,-13 0-18 16,-27 20-17-16,-15 31-9 15,-24 29 3-15,-10 24-4 16,-18 17 0-16,-7 13-1 16,-1 2-17-16,4 0-59 15,5-1 11-15,8-3 11 16,7 0-14-16,7 0-13 15,8-2-20-15,9-9-17 0</inkml:trace>
  <inkml:trace contextRef="#ctx0" brushRef="#br0" timeOffset="46317.1">7054 5606 442 0,'0'0'11'0,"0"0"5"0,-145 145 1 0,88-71-10 0,-1 8-5 16,2 4-2-16,-2 0-47 0,0-4-30 16,0-3-184-16</inkml:trace>
  <inkml:trace contextRef="#ctx0" brushRef="#br0" timeOffset="48899.1">6876 8329 18 0,'0'0'313'0,"0"0"-248"0,0 0 14 0,0 0-33 0,0 0 35 0,0 0 35 16,0 0 0-1,-24 45 33-15,22-45-71 0,-3 0-16 16,-2 0-23-16,-1-8-9 16,1-2 10-16,3 0-17 15,-1-3 3-15,5 4-17 16,0-3-2-16,0 1-5 15,0 6-2-15,0 1-2 16,9 4 2-16,0 0 5 16,2 0-5-16,3 8 10 15,-4 14-5-15,-3 7-3 16,-3 10 1-16,-4-1 0 0,0-3 0 16,0 2-2-1,-6-3-1-15,-12-6 2 0,-2-3 1 16,2-8-1-16,0-4 1 15,5-4-1-15,2-4-1 16,6-4 1-16,5-1 4 16,0 0-1-16,0 0-5 15,13 0-14-15,21-12 14 16,13-2 0-16,9-1-2 16,4 0-20-16,5 5-2 15,-1 2-4-15,0 1-10 16,-1 5-41-16,-14-3-171 15,-15 4-248-15</inkml:trace>
  <inkml:trace contextRef="#ctx0" brushRef="#br0" timeOffset="49515.53">6132 8343 852 0,'0'0'116'0,"0"0"73"0,0 0-83 0,0 0-14 0,0 0 42 15,0 0-44-15,-33-77 7 16,33 77-56-16,0 0-10 16,0 0-17-16,0 6-3 15,0 14-6-15,0 7-3 16,0 5 0-16,0 0 0 0,4 3-4 16,3-3-6-16,2-2-124 15,2-4-79-15,-3-6-73 16,0-9-273-16</inkml:trace>
  <inkml:trace contextRef="#ctx0" brushRef="#br0" timeOffset="50048.94">6215 8131 803 0,'0'0'130'0,"0"0"-34"0,0 0 8 16,0 0-51 0,0 0 7-16,0 0-12 0,-92-38-5 15,68 38-26-15,-10 12-6 16,-6 12 8-16,-3 6 13 16,-1 4-8-16,5 4 3 15,2 0-7-15,9 0 3 16,6 5-12-16,5 1-4 15,7-2-1-15,10 2-4 16,0-2 0-16,0-2-4 16,2-1 3-16,16-3-1 15,4-6 2-15,7-6-2 16,2-4 0-16,6-6-1 16,9-7 0-16,3-2 1 0,2-5 2 15,0 0 3-15,1-5-5 16,-6-10 2-16,-1-8-2 15,-7-3 2-15,-5-4-2 16,-6-4 4-16,-8 0-1 16,-5-6-1-16,-7-4-1 15,-7-4 2-15,0-7-1 16,0 0-1-16,-7-1 1 16,-12 3-1-16,-5 8-1 15,-5 3 0-15,-10 13-1 16,-13 8-22-16,-5 13-49 15,-3 5-59-15,-1 3-53 16,3 3-91-16,3 14-308 0</inkml:trace>
  <inkml:trace contextRef="#ctx0" brushRef="#br0" timeOffset="51934">6223 8711 189 0,'0'0'0'0,"0"0"-117"0</inkml:trace>
  <inkml:trace contextRef="#ctx0" brushRef="#br0" timeOffset="55715.92">5996 4289 643 0,'0'0'133'15,"0"0"10"-15,0 0-52 16,0 0 34-16,0 0-31 16,0-110-21-16,-8 95-6 15,-6 5-31-15,1 2 4 16,-3 4 0-16,-1 4-25 15,-4 0-6-15,-1 0-4 16,-3 4-2-16,3 14-1 16,1 3-2-16,7 1-2 15,2 2 2-15,3 0 0 16,7-1-1-16,2-3 0 16,0 3-2-16,2-3-1 15,14 2 3-15,3-1-2 0,7-2-1 16,1 1 4-16,-1-2-1 15,0 0 1-15,1 2 0 16,-4 0 3-16,-3 3-6 16,-5-3 3-16,-3-1 0 15,-6-2 0-15,-3-7 0 16,-3 2 0-16,0-2-3 16,-5 0 3-16,-17 0 0 15,-3-2 3-15,-1-4-1 0,6-4 0 16,2 0 2-1,5 0-4-15,3 0-1 0,3-14 0 16,7-12-1-16,0-3-14 16,0-2 16-16,5-1-3 15,11 4 0-15,-1 2-1 16,1 2 3-16,-3-1 0 16,1 3 1-16,-5 4 1 15,-1 2-1-15,-1 1 1 16,-2 7-1-16,-1-5 0 15,1 1 0-15,-3 4 0 16,0 2 0-16,-2 2-1 16,0 3-20-16,0-2-84 0,0 3-56 15,-4 0-151 1,-13 0-95-16</inkml:trace>
  <inkml:trace contextRef="#ctx0" brushRef="#br0" timeOffset="60699.84">6152 10692 1069 0,'0'0'89'0,"0"0"7"0,0 0-50 0,0 0-18 16,0 0-10-16,0 0 7 15,0 0 24-15,96 9-7 16,-47-18-17-16,-11-3-7 0,-9 4-9 15,-14 2-4-15,-5 3-1 16,-8 3-2-16,-2 0-1 16,0 0 1-16,0 0-2 15,-10 0-1-15,-17 0-9 16,-3 9 2-16,-2 1 8 16,4 2 0-16,1-3 2 15,3 1-2-15,7-1 1 16,9-5 0-16,4-4 0 15,4 2-1-15,0 0-3 16,6 0 0-16,19 0 3 16,3-2 1-16,6 0 4 15,-1 0-2-15,3-6-2 16,-3-4 5-16,-6-1-3 16,-9 4-3-16,-9 3-7 0,-9 2-61 15,0 0 30-15,-2 2 3 16,-25 0-84-16,-9 0-6 15,-1 0 76-15,3 7 30 16,5 0 12-16,11-4-11 16,11-3-23-16,7 0-83 15,0 0-192-15,9-2-140 16</inkml:trace>
  <inkml:trace contextRef="#ctx0" brushRef="#br0" timeOffset="67132.92">15194 6161 288 0,'0'0'622'0,"0"0"-478"16,0 0 56-16,0 0-76 0,0 0 17 0,0 0-41 0,0 0-27 16,-27-82-26-16,25 82 38 15,-1 0-57-15,-6 7-13 16,-6 29-10-16,-3 18-1 15,3 12 0-15,8 6-4 16,7 3 2-16,0-3 0 16,18-4-2-16,15-11 0 15,11-8-4-15,9-9 2 16,10-10 2-16,4-10 0 16,3-11-4-16,-6-9 2 15,-3 0-3-15,-13-18 1 0,-1-14 3 16,-9-16 1-16,-7-9 2 15,-4-11-1-15,-16-7 0 16,-7-2 0-16,-4 0 1 16,0 6-1-16,-15 14 0 15,-8 13 3-15,4 12-2 16,1 10 0-16,2 5-2 16,7 7-8-16,4 4-115 15,4 6-84-15,1 0-149 16,0 15-275-16</inkml:trace>
  <inkml:trace contextRef="#ctx0" brushRef="#br0" timeOffset="67415.66">16072 6517 1090 0,'0'0'38'0,"0"0"103"0,0 0-36 0,0 0-61 0,0 0-13 15,0 0 25-15,166-4 18 16,-63-4-35-16,-7-3-21 0,-11 3-2 16,-16 3-9-1,-19 5-7-15,-13 0-5 0,-15 0-50 16,-11 0-136-16,-11 0-79 15,0 0 6-15,-14-9-20 16,-7-4-78-16</inkml:trace>
  <inkml:trace contextRef="#ctx0" brushRef="#br0" timeOffset="67665.6">16512 6297 433 0,'0'0'148'16,"0"0"74"-16,0 0 30 15,0 0-115-15,0 0 0 16,0 0-12-16,-66-47-51 15,66 47-30-15,-2 0-18 16,2 22-5-16,-3 20 8 0,3 16 44 16,0 11-1-1,0-1-45-15,0 1-14 0,0-4 4 16,0-6-4-16,3-12-11 16,3-4 1-16,2-7-3 15,-2-8 0-15,0-2-4 16,3-5-85-16,3-8-93 15,7-6-125-15,6-7-48 16,8 0-485-16</inkml:trace>
  <inkml:trace contextRef="#ctx0" brushRef="#br0" timeOffset="67960.02">17462 6282 1168 0,'0'0'25'0,"0"0"120"16,0 0 7-16,0 0-62 15,0 0-11-15,0 0-18 16,-17-100 25-16,17 100-67 16,0 0-13-16,0 22-3 15,0 21 10-15,0 13-1 16,2 1-2-16,4 1-5 15,1-8-4-15,-1-1-1 0,-2-7-5 16,-1-4-4 0,-3-6-96-16,0-4-63 15,-7-7-106-15,-12-8-61 0,-8-11-323 16</inkml:trace>
  <inkml:trace contextRef="#ctx0" brushRef="#br0" timeOffset="68133.67">17072 6280 869 0,'0'0'63'16,"0"0"96"-16,0 0-80 15,36-116-58-15,24 90 13 16,16 4 7-16,11 8-19 16,6 8-12-16,1 6-2 15,-14 0-8-15,-17 26-14 0,-19 13-167 16,-22 9-329-16</inkml:trace>
  <inkml:trace contextRef="#ctx0" brushRef="#br0" timeOffset="68431.98">17970 6591 1171 0,'0'0'17'15,"0"0"72"-15,0 0 19 16,0 0-45-16,0 0-6 16,0 0-37-16,-60-50-14 0,120 50 4 15,20 0-4-15,11 0-3 16,1 0 1-16,-5 0-1 16,-16-2 2-16,-13-6-5 15,-21 0-2-15,-14 4-62 16,-12 0-112-16,-11-2 24 15,0 0 11-15,-11-3-67 16,-18 0-24-16,-7-4 74 16,-1-2-241-16</inkml:trace>
  <inkml:trace contextRef="#ctx0" brushRef="#br0" timeOffset="68681.95">18177 6391 558 0,'0'0'131'0,"0"0"48"15,0 0-17-15,0 0-41 16,0 0-43-16,0 0-16 15,-27 27 0-15,27 12 50 16,14 13-50-16,-3 6-17 16,-5 9-14-16,-1 4-9 15,0-1-1-15,-5 1-8 16,0-8 1-16,2-13-10 16,-2-6 0-16,2-19-2 15,-2-6 2-15,0-7-4 16,0-10-1-16,0 1-2 15,2-3-6-15,-2 0-63 16,2 0-107-16,5 0-101 16,-1-20-226-16</inkml:trace>
  <inkml:trace contextRef="#ctx0" brushRef="#br0" timeOffset="69133">19043 6298 958 0,'0'0'54'0,"0"0"132"0,0 0-63 16,0 0-15-16,0 0 3 15,0 0-51-15,-35-58-18 16,35 58-11-16,0 13-10 16,0 22 1-16,0 13 78 0,7 8-77 15,-3-1-14 1,-1-8-5-16,-1 0-4 0,-2-4 0 16,0-8-1-16,0-3-87 15,0-5-72-15,0-6-150 16,0-13-72-16</inkml:trace>
  <inkml:trace contextRef="#ctx0" brushRef="#br0" timeOffset="69316.88">18754 6294 927 0,'0'0'76'0,"0"0"30"0,0 0 1 15,0 0-59-15,36-122-12 16,8 103 4-16,13 2 2 15,5 7-18-15,4 7-16 16,1 3-8-16,-4 13-10 16,-7 23-137-16,-12 6-147 15,-11 5-278-15</inkml:trace>
  <inkml:trace contextRef="#ctx0" brushRef="#br0" timeOffset="69584.43">19494 6534 1213 0,'0'0'4'0,"0"0"79"15,0 0 33-15,0 0-68 16,0 0-13-16,0 0-9 16,98-43-2-16,-32 37-4 15,8 0-6-15,-3-1-11 16,-10 2-1-16,-14-1 22 15,-14 4-24-15,-8-3-1 16,-10 5-27-16,-4 0 10 16,-2 0-86-16,-4-1-168 15,-5-2-21-15,0 0-216 16</inkml:trace>
  <inkml:trace contextRef="#ctx0" brushRef="#br0" timeOffset="69882.7">19708 6324 920 0,'0'0'86'16,"0"0"129"-16,0 0-89 15,0 0-23-15,0 0-17 16,0 0-29-16,-15-10-24 16,15 10-12-16,0 8-11 15,6 20 9-15,11 13 33 16,2 3-22-16,-2 6 1 15,1 0-11-15,-4 0-16 16,-5-4 2-16,-3-4-4 16,-4-2 0-16,-2 0-2 0,0-4 0 15,0-3-3-15,0-5-9 16,0-5-46-16,0-4-40 16,0-2-48-16,-2-9-95 15,-2-3 14-15,-3-5-172 16</inkml:trace>
  <inkml:trace contextRef="#ctx0" brushRef="#br0" timeOffset="71165.47">20487 6297 719 0,'0'0'109'0,"0"0"65"0,0 0-9 0,0 0-60 16,0 0 1-16,0 0-11 15,-19-55-24-15,19 55-15 16,0 0-17-16,0 0 20 16,0 11-39-16,0 18 5 0,0 11 27 15,0 2-30-15,0-3-12 16,4-6-5-16,5-6 1 16,-5-11-6-16,0-6 0 15,-4-7 0-15,0-1 1 16,0-2 0-16,0 0 1 15,0 0 0-15,0-8 3 16,0-21-3-16,0-11 2 16,0-7-4-16,-4 4 3 15,0 7-2-15,-1 9 0 16,1 11-1-16,4 8 1 16,-2 6 6-16,2 2 0 15,0 0 0-15,0 0-5 16,0 0 0-16,-2 9-2 0,0 18 0 15,0 8 2-15,-2 3-1 16,4-3-1-16,0-3 1 16,0-4 0-16,0-7-1 15,0-9-3-15,0-6 2 16,0-3 1-16,0-3 2 16,0 0-2-16,0 0 0 15,0-9 6-15,0-22-6 16,4-9 0-16,-4-5 0 15,2 2 1-15,0 13-2 16,-2 10 2-16,0 13-1 16,0 2 0-16,0 5 4 0,0 0-4 15,0 0 0-15,0 0-2 16,0 6 0-16,0 25 2 16,0 10 0-16,0 8 2 15,0-1-1-15,0 0 1 16,0-2-2-16,0-4 5 15,0-8 16-15,0-8-13 16,0-8-6-16,0-10 1 16,0-4 3-16,0-2-6 15,0-2 1-15,0 0 2 16,0 0 0-16,0 0 2 16,0 0 3-16,0 0-6 15,0 0-1-15,0 0-1 0,0 0-2 16,0-14-49-16,0-12-88 15,0-5-147-15,0 2-151 16</inkml:trace>
  <inkml:trace contextRef="#ctx0" brushRef="#br0" timeOffset="71615.95">20626 6066 968 0,'0'0'14'0,"0"0"63"0,0 0 44 0,0 0-60 0,0 0 5 0,-133-88-1 0,106 88 7 0,-4 0-24 16,-8 0-14-16,-10 28-10 16,-2 13-8-16,-1 21-1 15,6 7-10-15,11 13 11 16,10 2-7-16,16 3 0 15,9-3 0-15,0-4-7 16,27-8-2-16,17-5-1 16,14-9-8-16,9-10 8 15,6-8 0-15,5-14 1 16,1-19 0-16,-2-7 0 16,0-10 1-16,-6-30 10 0,-7-7-2 15,-10-13-5-15,-8-11-2 16,-12-11 2-16,-12-12-2 15,-13-11 2-15,-9 4-4 16,-25 4 0-16,-30 13 1 16,-19 19-1-16,-10 14 0 15,-5 15-10-15,4 13-6 16,9 17-22-16,10 6-43 16,11 11-104-16,7 22-78 15,8 7-273-15</inkml:trace>
  <inkml:trace contextRef="#ctx0" brushRef="#br0" timeOffset="72032.2">21682 6485 915 0,'0'0'78'0,"0"0"74"0,0 0-9 0,0 0-78 0,0 0 16 0,0 0-40 15,2-10-6-15,33 10 25 16,8 0 18-16,4 0-54 16,2 0-15-16,-3 0 0 15,-1 0-9-15,-5-7-21 16,-9 4-149-16,-12 3-101 15,-15 0-7-15,-4 0-119 0</inkml:trace>
  <inkml:trace contextRef="#ctx0" brushRef="#br0" timeOffset="72168.45">21702 6578 758 0,'0'0'182'0,"0"0"-15"15,0 0-94-15,0 0-20 16,0 0-17-16,0 0-4 15,100 35-28-15,-2-35-4 16,14-4-138-16,-1-19-297 16</inkml:trace>
  <inkml:trace contextRef="#ctx0" brushRef="#br0" timeOffset="72715.53">23144 5931 430 0,'0'0'65'0,"0"0"155"16,0 0-36-16,0 0-50 0,0 0-3 16,0 0-34-16,-72-56-17 15,58 56-3-15,-5 0-7 16,-4 9-28-16,-5 18-5 16,-6 14-8-16,0 4 1 15,3 8-14-15,2 7 9 16,10 3-18-16,7 6 0 15,8 5 3-15,4-4-7 16,4-2 0-16,25-9 0 16,10-11-3-16,3-8-1 15,9-12 1-15,4-8 2 16,5-10 2-16,10-10-2 16,1 0 1-16,4-18 4 15,-1-14 17-15,-3-12-10 0,-6-8 0 16,-16-8-7-16,-9-7 2 15,-19 1-4-15,-19 0 4 16,-2 4-6-16,-34-2-3 16,-28 5-23-16,-19 4-12 15,-16 4-43-15,-6 10-162 16,-4 5-82-16,3 13-334 16</inkml:trace>
  <inkml:trace contextRef="#ctx0" brushRef="#br0" timeOffset="75066">23058 6052 711 0,'0'0'45'0,"0"0"124"0,0 0-40 0,0 0-55 16,0 0 12-16,0 0-14 15,-93-23-46-15,93 23 0 16,3 0-6-16,26 0-7 15,8 0 12-15,11 0-3 16,-7 0-22-16,-5 0-3 0,-9 0-131 16,-16 0-153-16,-11 0-254 15</inkml:trace>
  <inkml:trace contextRef="#ctx0" brushRef="#br0" timeOffset="75382.53">23058 6052 562 0,'47'-123'182'0,"-51"117"0"15,2-1-46-15,-3 0-52 16,-1 1 8-16,0 0-11 15,-8 2-21-15,-4 2-29 16,-6 2-15-16,-5 0 5 16,-7 2-9-16,-3 18-5 15,4 2-6-15,6 4 0 16,10 1-1-16,9-1 0 16,10-2-10-16,0-2-4 15,5 0-53-15,21-7-54 16,5-2-47-16,0-7-300 15</inkml:trace>
  <inkml:trace contextRef="#ctx0" brushRef="#br0" timeOffset="75833.39">23159 5875 470 0,'0'0'173'0,"0"0"-3"0,0 0 1 16,0 0-51-16,0 0-49 15,0 0-2-15,-71-50-43 16,57 48 14-16,1 2-18 16,-1 0-13-1,8 0 7-15,1 0 16 0,5-2-11 16,0 2-12-16,11 0 1 16,34 0-4-16,18 0 6 15,12 0-11-15,8 0 1 16,-3 0 3-16,-2 0-3 0,-16 0 0 15,-12 0 3 1,-21 0-5-16,-19 0-1 16,-10 0 0-16,-6 0-81 0,-38 0-134 15,-16 0-117-15,-12 15-120 16</inkml:trace>
  <inkml:trace contextRef="#ctx0" brushRef="#br0" timeOffset="76266.27">23159 5875 710 0,'-114'-8'130'0,"112"8"147"0,2 0-166 16,0 0-21-16,0 0-21 15,0 2-9-15,0 22-18 16,0 18 23-16,-7 16 4 16,-3 13-34-16,-2 1-12 0,1 2-13 15,0-2-7-15,4-6 3 16,3-7-6-16,4-13-4 15,0-13 4-15,0-12-7 16,0-11-6-16,0-6-10 16,0-4 7-16,0 0 13 15,0-12 3-15,11-20 2 16,16-6-1-16,4-1-1 16,11 3 0-16,12 6-1 15,8 6 1 1,12 11-3-16,4 8 3 0,-5 5-1 15,-4 24 1-15,-10 30 0 0,-8 17 10 16,-14 11 5 0,-10 6 6-16,-18-4 0 0,-9-6 1 15,-23-5 56-15,-46-8-63 16,-37-6-8-16,-31-3-7 16,-9-8-30-16,-3-9-49 15,12-16-82-15,17-18-98 16,20-5-77-16,24-44-459 15</inkml:trace>
  <inkml:trace contextRef="#ctx0" brushRef="#br0" timeOffset="76849.39">23709 5835 1094 0,'0'0'34'0,"0"0"60"0,0 0-22 0,0 0-5 0,0 0-18 0,-64-106-24 15,12 106-19-15,-14 0-3 16,-7 0 0-16,-8 6 4 16,0 7 9-16,8 2 1 15,6-3 2-15,16-1 2 16,13 1-11-16,11 7-2 15,10 6-6-15,8 8 2 16,9 11 4-16,0 10-8 16,0 7 9-16,6 9-2 0,6 2 2 15,-8 6-8-15,-4-4 1 16,0-5 0-16,0-12 2 16,-2-13-4-16,-9-11-4 15,2-13 4-15,2-8 0 16,5-8-1-16,2-2-2 15,0-2-1-15,0 0-17 16,0-14 10-16,22-18 6 16,10-6 2-16,7 0-4 15,6 4-12-15,6 7 10 16,12 8 2-16,13 2 2 16,8 14 1-16,7 3 3 15,-4 0 1-15,-6 31 7 0,-12 12 3 16,-16 7 14-16,-21 0 0 15,-26-2 4-15,-6 0-1 16,-42-4 2-16,-26-3-18 16,-16-4-1-16,-9-3-10 15,-10-4-5-15,5-1-39 16,4-14-97-16,12-8-126 16,13-7-179-16</inkml:trace>
  <inkml:trace contextRef="#ctx0" brushRef="#br0" timeOffset="77483.23">23714 5841 829 0,'0'0'5'0,"0"0"101"0,0 0-2 0,0 0 13 0,-2-110-40 0,-21 97-8 16,-10 8-38-16,-11 5 0 16,-12 0-25-16,-11 0 3 15,-9 9-1-15,3 10 9 16,-1-1-8-16,14 2 9 16,15-2-8-16,12 0-7 15,8 3 0-15,10 6 1 0,1 3 3 16,5 5-3-16,1 7 4 15,-2 4 1-15,2 7-4 16,-1 1 10-16,-2 3-7 16,4-1-2-16,-2-1 0 15,5-4-5-15,2-7 1 16,2-5 1-16,0-14-5 16,0-4 2-16,0-13-7 15,0-3 0-15,0-4-16 16,0-1 6-16,0 0 8 15,0-1 7-15,4-22-9 16,21-7-2-16,6 2 11 0,11-1-3 16,9 8-12-16,10 4 10 15,10 5-1-15,9 10 2 16,0 2 6-16,3 8 0 16,-10 25 1-16,-6 14 2 15,-14 8 8-15,-17-1 7 16,-16-2 28-16,-20-10 0 15,-2-4 3-15,-42-3-21 16,-24 1-7-16,-12-6-14 16,-15-3-7-16,-6 0 0 15,9-8-38-15,8-6-96 16,18-13-83-16,14 0-112 16,19-38-364-16</inkml:trace>
  <inkml:trace contextRef="#ctx0" brushRef="#br0" timeOffset="78032.98">23790 5903 1010 0,'0'0'12'0,"0"0"46"0,0 0 39 0,0 0-64 0,-121-102-7 15,74 96 3-15,-1 3-11 0,-4 3-6 16,-6 0 2 0,-4 0-3-16,0 5 6 0,1 7-2 15,8 0-6-15,9 3-1 16,6 6-1-16,7 3-1 16,6 8 8-16,5 8-6 15,2 10-4-15,4 8 10 16,1 4 5-16,0 3-2 15,2 0-4-15,2-7-7 16,0-1-5-16,4-8 2 16,5-12-3-16,0-10-8 15,0-11 1-15,0-12-15 16,0-2-7-16,0-2-1 0,0 0 23 16,2-12 4-1,19-14-3-15,8-8-1 0,11 1-2 16,9 7 5-1,11 2-15-15,9 10 7 0,6 10 4 16,6 4 4-16,0 2 1 16,-6 33 3-16,-6 12 2 15,-13 11 7-15,-17 1 8 16,-18-5 4-16,-21-5 46 16,-5-5-13-16,-44-6-22 15,-22-1-13-15,-25 2-15 16,-13-3-4-16,-6 2-20 15,-1-4-113-15,8-6-60 16,8-12-400-16</inkml:trace>
  <inkml:trace contextRef="#ctx0" brushRef="#br0" timeOffset="88799.33">15829 8076 658 0,'0'0'161'0,"0"0"73"0,0 0-106 0,53-104-21 15,-50 75-8-15,-3-1-4 16,0 2-31-16,-19 3 5 16,-10 8-34-16,-6 4-13 15,-13 13 6-15,-2 0-24 16,-6 0 3-16,5 19 1 0,13 6-8 16,11 9 4-16,18 8-4 15,9 9-2-15,14 3 1 16,35 4-4-16,15 3 1 15,3-2 4-15,-5 0-11 16,-8-4-5-16,-16 2 13 16,-14-7 3-16,-14-3-1 15,-10-10 2-15,-12-9 0 16,-19-7 4-16,-9-14 1 16,3-5 0-16,-2-2 3 15,10-2 4-15,12-24-3 16,12-16-10-16,5-12 0 15,31-14-46-15,25-4-93 16,15-3-85-16,9 9-52 0,-2 10-315 16</inkml:trace>
  <inkml:trace contextRef="#ctx0" brushRef="#br0" timeOffset="88999.86">16446 8203 655 0,'0'0'498'0,"0"0"-407"16,0 0 54-16,0 0-38 16,0 0-58-16,0 0-28 0,155-18 0 15,-63 7-13 1,-5 2-8-16,-12 5 0 0,-10 2-22 16,-13 2-96-16,-17 0-129 15,-17-4-61-15,-18-4-197 16</inkml:trace>
  <inkml:trace contextRef="#ctx0" brushRef="#br0" timeOffset="89185.35">16805 7941 529 0,'0'0'167'0,"0"0"64"16,0 0-30-16,0 0-86 16,0 0-38-16,0 0-36 15,-25 47 38-15,23 16 50 16,2 8-66-16,0 0-17 15,0 4-30-15,0 4-16 0,9 6-4 16,9-7-85-16,1-6-203 16,8-11-125-1</inkml:trace>
  <inkml:trace contextRef="#ctx0" brushRef="#br0" timeOffset="89633.97">17642 7913 980 0,'0'0'79'15,"0"0"113"-15,0 0-60 16,0 0-14-16,0 0-61 15,0 0-8-15,-39-46-14 16,18 47-18-16,-6 24-14 16,0 9 1-16,6 7-2 15,5 8 1-15,11 3 0 16,5 3-5-16,3-4 2 16,24-2 0-16,10-7 10 15,8-8-2-15,2-10-8 16,0-12 0-16,-1-12 0 0,-4 0 1 15,-8-11 2 1,-6-17-1-16,-7-12 7 0,-9-4-1 16,-10-8-1-1,-2 0 5-15,-16 0-9 0,-18 3 9 16,-1 13-12-16,-3 11 0 16,2 9-1-16,5 7-28 15,7 9-103-15,3 3-144 16,8 21-105-16</inkml:trace>
  <inkml:trace contextRef="#ctx0" brushRef="#br0" timeOffset="89882.79">18311 8262 1304 0,'0'0'9'0,"0"0"16"0,0 0 30 0,0 0-22 0,0 0 0 0,181-46-15 16,-106 43-5-16,-4-1-13 16,-11 2 0-16,-19 0-64 15,-17 0-157-15,-22-4-3 16,-2-2-232-16</inkml:trace>
  <inkml:trace contextRef="#ctx0" brushRef="#br0" timeOffset="90049.34">18534 7957 761 0,'0'0'187'16,"0"0"0"-16,0 0-100 16,0 0-46-16,0 0-22 15,0 0 62-15,-19 158-6 16,19-87-34-16,0 6-27 15,-2 3-14-15,0 5-26 16,2-7-206-16,0-14-106 16</inkml:trace>
  <inkml:trace contextRef="#ctx0" brushRef="#br0" timeOffset="90415.4">19273 7943 1053 0,'0'0'60'15,"0"0"69"-15,0 0-25 16,0 0-40-16,0 0-18 16,0 0-36-16,-87 48 0 15,56 14 6-15,9 4-6 16,11-4-2-16,9-5-4 15,2-6-1-15,2-11-2 16,20-6 4-16,7-11-3 0,5-10 2 16,6-13 5-16,7 0 3 15,-1-11 2-15,-6-21 20 16,-7-8 52-16,-12-10-50 16,-15 0-19-16,-6-5 2 15,-6 7-11-15,-28 6-8 16,-8 7 0-16,-3 16-20 15,-3 9-113-15,0 10-194 16,9 0-358-16</inkml:trace>
  <inkml:trace contextRef="#ctx0" brushRef="#br0" timeOffset="90633.5">19855 8219 1327 0,'0'0'19'15,"0"0"9"-15,165-33 73 16,-87 28-73-16,-5 0-18 16,-4 1-4-16,-13 1-6 15,-16 2-16-15,-18-8-232 16,-22-1-199-16</inkml:trace>
  <inkml:trace contextRef="#ctx0" brushRef="#br0" timeOffset="90816.05">20136 7950 1012 0,'0'0'100'0,"0"0"-15"15,0 0 37-15,-25 105 24 16,16-47-59-16,7 1-16 15,2-2-41-15,0 6-14 16,7 1-16-16,9 2-14 16,-6-4-148-16,-3-12-198 15,-3-16-337-15</inkml:trace>
  <inkml:trace contextRef="#ctx0" brushRef="#br0" timeOffset="91034.55">20828 7944 1373 0,'0'0'7'15,"0"0"66"-15,0 0 11 16,0 0 12-16,0 0-72 16,0 0 12-16,37 103 15 15,-24-45-26-15,-3-2-19 16,2 2-6-16,-8 1-7 0,-4-4-168 15,0-8-245 1,0-9-633-16</inkml:trace>
  <inkml:trace contextRef="#ctx0" brushRef="#br0" timeOffset="91400.08">21619 8235 1266 0,'0'0'28'0,"0"0"49"15,0 0 14-15,0 0-36 16,0 0-30-16,0 0-14 0,108-17-3 16,-44 17-8-16,-6 4-8 15,-11-2-40-15,-14 0-142 16,-19 5 4-16,-14 7-122 15,-10 8 49-15,-32 5 104 16,-14 1-46-16,-6-2 167 16,2-4 34-16,4-6 219 15,12-4-45-15,17-6 45 16,16-2-9-16,11-2-113 16,2-1-32-16,38 4-9 15,23-1 10-15,17-4-37 16,14 0-29-16,6 0-64 15,-2-18-320-15</inkml:trace>
  <inkml:trace contextRef="#ctx0" brushRef="#br0" timeOffset="92016.27">23757 8107 975 0,'0'0'134'0,"0"0"28"0,-29-110-47 0,2 78-36 0,-2 3-23 0,2 11-9 15,2 7-23-15,-2 7 0 16,0 4-18-16,-4 5-6 16,2 25-1-16,6 7 0 15,4 1-1-15,11 0-4 16,8-1 2-16,0-6 1 0,0-9-3 15,19-4-9 1,8-5 11-16,0-10 3 16,4-3 1-16,-2 0 1 0,-2-1 2 15,0-18 0-15,-8-4-3 16,-3 2 9-16,-5-2-6 16,-7 10 5-16,-3 1 0 15,-1 6 37 1,0 4-25-16,5 2-6 0,-3 0-5 15,-2 0 0-15,0 0-3 16,0 0-4-16,0 26 0 16,0 12 4-16,0 15 9 15,0 1-4-15,0 3-6 16,0 3-2-16,0-2-2 0,0-2-1 16,4-6-1-1,-2-6-20-15,-2-2-160 0,0-13-195 16,-18-2-762-16</inkml:trace>
  <inkml:trace contextRef="#ctx0" brushRef="#br0" timeOffset="94067.35">6339 10597 1116 0,'0'0'33'0,"0"0"65"0,0 0-12 0,0 0-60 16,0 0-8-1,0 0-8-15,0 0-10 0,-20 29 10 16,82-29-10-16,6 0-3 15,-8-11-1-15,-11-1-104 16,-16 5 6-16,-15 4 25 16,-16 3-73-16,-2 0-42 15,-18 0-16-15,-22 13 74 16,-11 5 102-16,-7 2 32 16,0 4 107-16,3-2 21 15,3 0 13-15,8-4-12 16,15-5-32-16,13-7 29 0,16-5-90 15,18-1-16-15,42 0-15 16,30-20-5-16,20-11-25 16,11-9-195-16,-9 3-112 15</inkml:trace>
  <inkml:trace contextRef="#ctx0" brushRef="#br0" timeOffset="96666.14">16475 9599 1145 0,'0'0'42'0,"0"0"68"0,-54-120 38 16,19 84-76-16,-12 3-16 15,-9 10-12-15,-2 8-8 16,-6 11-10-16,4 4-12 16,10 0-7-16,15 22-5 0,17 6-1 15,18 12-1 1,3 7-1-16,39 9-1 0,20 4 2 15,11 0 0-15,3 2-1 16,-5-5-11-16,-17-7 0 16,-17-10 12-16,-14-11-1 15,-21-6 2-15,-2-9 2 16,-22-4 3-16,-20-2 0 16,-7-8 4-16,0 0-4 15,1-4 5-15,13-20 3 16,15-13-3-16,20-18-11 15,20-14-23-15,49-11-66 0,25 0-151 16,11 14-145-16</inkml:trace>
  <inkml:trace contextRef="#ctx0" brushRef="#br0" timeOffset="96917.12">16961 9771 1423 0,'0'0'53'0,"0"0"31"0,0 0-63 0,0 0 40 0,166-34-23 15,-74 30-21-15,-5 2-16 0,-14 2-1 16,-17 0-83-16,-15-2-135 15,-20-2-70-15,-21-6-280 16</inkml:trace>
  <inkml:trace contextRef="#ctx0" brushRef="#br0" timeOffset="97082.59">17315 9414 1076 0,'0'0'58'0,"0"0"48"16,0 0-15-16,0 0-31 0,-40 141 90 15,31-51-62 1,7 0-41-16,2 0-29 0,0 3-17 16,6-1-1-16,12 2-73 15,-2-10-253-15,-8-11-349 16</inkml:trace>
  <inkml:trace contextRef="#ctx0" brushRef="#br0" timeOffset="97332.55">18001 9487 1295 0,'0'0'14'0,"0"0"102"0,0 0 14 15,0 0-61-15,0 0-1 16,0 0-49-16,-9 74 10 15,29-4 17-15,-2 4-41 16,-2-4-5-16,0-2-45 16,-8-4-144-16,-1-5-152 15,-7-11-190-15</inkml:trace>
  <inkml:trace contextRef="#ctx0" brushRef="#br0" timeOffset="97533.16">18540 9828 1432 0,'0'0'16'0,"0"0"23"16,0 0-10-16,150-59 11 16,-55 50 9-16,7 2-39 15,-3 5-6-15,-17-2-4 16,-17 0-38-16,-25-2-132 15,-27-2-127-15,-13-6-207 16</inkml:trace>
  <inkml:trace contextRef="#ctx0" brushRef="#br0" timeOffset="97699.53">18916 9461 879 0,'0'0'151'15,"0"0"5"-15,0 0-31 0,0 0-38 16,0 0-8-16,0 0 42 15,-12 154-52-15,12-84-32 16,0 2-14-16,0 3-19 16,2-6-4-16,6 2-48 15,0-9-274-15,-4-6-195 16</inkml:trace>
  <inkml:trace contextRef="#ctx0" brushRef="#br0" timeOffset="97932.78">19554 9368 1375 0,'0'0'43'0,"0"0"-26"16,0 0 43-16,0 0 9 16,0 0-24-16,0 0-33 15,0 76 65-15,0-3-33 16,0-2-37-16,0-4-6 15,0-3-1-15,0-8-36 16,0-6-160-16,0-10-140 16,0-11-197-16</inkml:trace>
  <inkml:trace contextRef="#ctx0" brushRef="#br0" timeOffset="98183.58">20009 9707 387 0,'0'0'941'16,"0"0"-908"-16,0 0 41 15,0 0 3-15,0 0 11 16,0 0-66-16,124-31 14 16,-50 31-16-16,2 0-9 15,-3 0-6-15,-6 0-2 16,-18 0-2-16,-14 0-1 15,-14-1-4-15,-12 0-46 0,-9-8-169 16,0-1-46-16,0-4-208 16</inkml:trace>
  <inkml:trace contextRef="#ctx0" brushRef="#br0" timeOffset="98516.14">20350 9394 821 0,'0'0'31'0,"0"0"70"16,0 0 28-16,0 0-37 16,0 0-15-16,0 0-36 15,-11-9 8-15,11 9-19 16,0 0-7-16,0 0-8 16,0 0-5-16,0 0 5 15,0 0 7-15,0 0-5 0,0 0 1 16,0 0-5-16,0 0 1 15,0 0-1-15,0-3-4 16,0 3 5-16,0 0-1 16,0 0 3-16,0 0-1 15,0 0-3-15,0 0 2 16,0 0-5-16,0 0 1 16,0 0-10-16,0 0-3 15,0 0-3-15,0 0-77 16,-5 0-195-16,-15 11-120 0</inkml:trace>
  <inkml:trace contextRef="#ctx0" brushRef="#br0" timeOffset="100699.99">7966 9039 423 0,'0'0'89'0,"0"0"81"0,0 0-10 0,0 0-24 0,0 0-2 15,0 0-57-15,0 0 13 16,13-64-17-16,-13 64-19 15,0 0 4-15,0 0-8 0,0 0-10 16,0 0-17-16,0 13-10 16,-19 18-5-16,-8 16-2 15,-7 9-5-15,3 0 4 16,0 4-4-16,3-4 3 16,7-6-4-16,6-6 2 15,3-11-2-15,7-10 0 16,3-6-1-16,2-10-3 15,0-4 0-15,0-3 3 16,0 0-4-16,0 0-1 16,0 0-4-16,0 0 7 15,7-22-4-15,11-14 4 0,4-10 0 16,2-9 2-16,5 0 0 16,-4 5-3-16,0 6 4 15,-8 13-1-15,-3 6 1 16,-3 11-1-16,-7 7 1 15,0 0 4-15,-4 7-3 16,0 0-1-16,0 0 0 16,0 0 0-16,0 0 0 15,0 0 0-15,2 0-3 16,6 13 3-16,3 17 0 16,-1 11 16-16,2 6-16 15,-3-3 3-15,-3-2-2 16,-1 0 0-16,0-4 1 15,-3-4-2-15,0-6 0 16,0-8 0-16,-2-6 0 0,0-5 0 16,0-3 0-16,3-5 0 15,-3-1 0-15,0 0 0 16,0 0 0-16,0 0 1 16,0 0-1-16,0-3-2 15,-11-11-7-15,-7-4 5 16,-7 0 0-16,-2 1 3 15,-4 3-26-15,-3 4-35 16,-1 6-27-16,-1 4-10 16,1 0-43-16,2 0-172 15,1 4-175-15</inkml:trace>
  <inkml:trace contextRef="#ctx0" brushRef="#br0" timeOffset="101399.34">8322 9865 700 0,'0'0'56'0,"0"0"99"0,0 0-29 0,0 0-50 0,0 0 16 16,0 0-13-16,-9-94-24 0,9 94-17 15,0 0 2 1,-2 0 3-16,2 0-1 0,0 0-23 16,-2 4-5-16,-2 24-6 15,-1 9 2-15,-2 9 7 16,5 2-4-16,2 2-6 16,0 3-4-16,0-3-1 15,0-3-2-15,0-3-8 16,4-4-28-16,4-1-132 15,-6-9-90-15,-2-6-378 16</inkml:trace>
  <inkml:trace contextRef="#ctx0" brushRef="#br0" timeOffset="106100.8">7231 10666 1005 0,'0'0'82'0,"0"0"2"0,0 0-5 0,0 0-52 0,0 0-9 0,0 0-7 16,0 0-8-16,40 16 5 16,13-16-8-16,-1 0-4 15,-6-4-4-15,-13 0-22 16,-8-1-72-16,-15 5 10 0,-10 0-68 16,0 0-8-16,-21 0-57 15,-17 15 39-15,-4 2 117 16,-2-2 69-16,-1 1 23 15,5-2 43-15,9-7 9 16,8 0 36-16,14-5 12 16,9 0-41-16,3 0-43 15,28-2-26-15,15 0 0 16,10 0-13-16,6-9-63 16,3-5-219-16</inkml:trace>
  <inkml:trace contextRef="#ctx0" brushRef="#br0" timeOffset="108866.05">5876 5985 711 0,'0'0'26'0,"0"0"117"0,0 0 9 15,0 0-99-15,0 0 14 0,0 0 3 16,0 0-7 0,-78-10 0-16,78 5-34 0,0-6 3 15,0-3-6-15,0-3-12 16,16-2-3-16,6 5-4 16,4-2-2-16,3 4-3 15,-2 6 1-15,0 2-2 16,-5 4-1-16,-7 0-1 15,-3 0-2-15,-3 4 2 16,-5 19 0-16,-4 4 1 16,0 3 3-16,0-1-2 15,-8-4 0-15,-9-3 1 0,-2-1-4 16,-6-3 3 0,-1-5-1-16,1 2 0 0,8-7 0 15,3-3-2-15,5-2 1 16,5-1-2-16,-1 0 2 15,5-2-7-15,0 0-10 16,0 0 5-16,0 0-3 16,0 0-5-16,22 0 11 15,5 0 10-15,4 0 1 16,4-2 3-16,2 2-1 16,1 0-1-16,-3 0-1 15,-4 0 4-15,-8 0-1 16,-8 9-3-16,-9 2 1 0,-6 1 3 15,0 2 6 1,-4 2 4-16,-25 0-4 0,-13 0-11 16,-12-1-3-16,-5 0-5 15,8-7-16-15,1-2-36 16,10-6-28-16,5 0-16 16,6 0-51-16,2-12-186 15</inkml:trace>
  <inkml:trace contextRef="#ctx0" brushRef="#br0" timeOffset="110168.52">5820 7274 798 0,'0'0'49'0,"0"0"88"0,0 0-37 0,0 0-55 16,0 0-1-16,0 0 10 0,-27-53-37 16,32 35-16-16,9 1 1 15,-2 3 1-15,5 2 0 16,0 2-2-16,5 2 2 15,5 1 5-15,2 4 5 16,-2 2-4-16,-5 1 0 16,-4 0-1-16,0 0 8 15,-5 11 5-15,-2 1-10 16,-2 2-5-16,-6 3-2 16,-3-2-1-16,0 3 0 15,-7 2-1-15,-11 0 3 16,-5 1-5-16,-4-1 3 0,2-4-3 15,-4 0 0 1,2-5 0-16,6 0 0 0,8-7 0 16,6 0-2-16,3-2-6 15,4-2 3-15,0 0 1 16,0 0-3-16,0 0-4 16,0 0-13-16,0 0 5 15,0 0 15-15,14-2 3 16,9-4 2-16,6 0-1 15,2 4 1-15,4 2 0 16,-2 0 6-16,3 0 6 16,-5 8-4-16,-2 9 15 15,-11 0-15-15,-5 1-3 0,-11 0 2 16,-2 4-4-16,-2-2 11 16,-25 5-7-16,-10-7-3 15,-13-3-5-15,-4-2-3 16,-2-5-8-16,2-8-28 15,4 0-70-15,6-8 19 16,3-20-38-16,8-7-203 16</inkml:trace>
  <inkml:trace contextRef="#ctx0" brushRef="#br0" timeOffset="111250.43">6199 4670 463 0,'0'0'11'0,"0"0"20"0,0 0-4 0,0 0-10 0,0 0 15 16,0 0-6-16,-3 0-16 0,3 0-5 15,0 0-4 1,0 0-1-16,0 0-9 0,0 0-29 16,0 0-86-16,0 0-230 15</inkml:trace>
  <inkml:trace contextRef="#ctx0" brushRef="#br0" timeOffset="111717.09">6058 6011 23 0,'0'0'524'0,"0"0"-510"0,0 0 27 0,0 0-41 0,0 0-1 15,0 0-20-15,16-14-25 16,-6 14-120-16</inkml:trace>
  <inkml:trace contextRef="#ctx0" brushRef="#br0" timeOffset="112182.35">6128 7503 242 0,'0'0'508'0,"0"0"-445"0,0 0 66 0,0 0-108 16,0 0-10-16,0 0 6 15,0 0-17-15,0 0-13 0,0 0-110 16,0 0-55-16,0 0-154 16</inkml:trace>
  <inkml:trace contextRef="#ctx0" brushRef="#br0" timeOffset="117567.12">5021 8243 901 0,'0'0'120'0,"0"0"32"0,0 0-20 0,0 0-42 16,0 0-8-16,0 0-36 0,0 0-4 15,-32-21-14-15,32 21 18 16,0 0-32-16,0 0 7 16,0 0-8-16,0 3 11 15,0 21 21-15,0 5 2 16,0 5-20-16,0-6-15 16,0-2-7-16,0 0-1 15,0-8 0-15,0-8-3 16,0-2-1-16,0-6 0 15,0 0-6-15,0 0-32 16,0-2-108-16,0 0-2 16,-6 0-115-16,-11-6-35 15,-2-10-220-15</inkml:trace>
  <inkml:trace contextRef="#ctx0" brushRef="#br0" timeOffset="118348.29">4991 8065 455 0,'0'0'230'0,"0"0"-137"16,0 0 39-16,0 0-33 16,0 0-29-16,0 0-9 15,-31-24-6-15,22 21 21 0,-5 3-30 16,-3 0-12-1,-5 0-16-15,-5 0 10 0,2 5 9 16,-1 9-4-16,1 4-2 16,1 6-12-16,1 3 1 15,0 4-9-15,4 1-2 16,5 1 0-16,4-2-3 16,3-1 3-16,3 3-2 15,2-2-1-15,2 2 2 16,0-1-5-16,0-2 3 15,0-4-2-15,8 0 2 16,10-4-1-16,0-1 2 16,4-4-3-16,3 1 3 15,2-2-3-15,1-3-1 16,6-4 2-16,0-2-5 0,1-4 2 16,-2-3-1-16,1 0 1 15,-5 0-2-15,-2 0 2 16,-5 0 0-16,-2 0 3 15,-4-10-5-15,-3-1 1 16,-3-1 4-16,0-7 0 16,1-2 8-16,-3-6-5 15,2 0-3-15,1-6-2 16,-5 3-1-16,2 0 0 16,-2 4 0-16,-4 6 3 15,1 6 0-15,-3 2 4 16,0 2 1-16,0 2 4 15,0-1-5-15,0-3-7 0,0-2 6 16,-3 1-5-16,-3-4-3 16,-4 3 4-16,2-1-4 15,-5 0 3-15,3 0 1 16,-1 4-1-16,1 1 21 16,2 2-19-16,-1-2-4 15,1 4 0-15,-4 0 2 16,3-3-2-16,-4 5-1 15,-5-5 2-15,1 1-2 16,-6 2 0-16,1 2 0 16,-1 2-12-16,2 0-10 15,0-3-4-15,-1 5-30 0,-3 0-60 16,-4 0-119-16,-2 0-100 16,-5 7-511-16</inkml:trace>
  <inkml:trace contextRef="#ctx0" brushRef="#br0" timeOffset="119199.68">6508 10732 508 0,'0'0'171'0,"0"0"-11"0,0 0 2 0,0 0-43 0,0 0 23 0,0 0-65 0,-86-26 26 16,79 26-13-16,2 0-14 15,5 0-23-15,-2 0-9 16,2-3-17-16,0 3-9 16,0-2-8-16,0 2-4 15,12 0 3-15,12 0-3 0,3 0-3 16,2 0 1-16,-3 0-4 16,6 0 1-16,-1 0-1 15,0 0 0-15,-4 0-19 16,-5-1-22-16,-4 0-13 15,-7-2-52-15,-4 1-78 16,-7 2 13-16,0 0-2 16,0 0-8-16,-12 0-70 15,-16 0-24-15</inkml:trace>
  <inkml:trace contextRef="#ctx0" brushRef="#br0" timeOffset="119251.35">6508 10732 470 0</inkml:trace>
  <inkml:trace contextRef="#ctx0" brushRef="#br0" timeOffset="119416.25">6508 10732 470 0,'-158'50'127'0,"137"-42"49"0,2 2-20 0,11-6-66 0,1-1 37 0,7-3-58 16,0 0-34-16,0 0-21 15,11 0 20-15,16 0 23 16,11 0 2-16,1-6-20 16,7-8-18-16,-2-7-7 15,-1 1-6-15,-4 4-6 16,-5 4-2-16,-5 0-4 15,-9 2-31-15,-5 0-59 16,-6 0-91-16,-9 3-288 16</inkml:trace>
  <inkml:trace contextRef="#ctx0" brushRef="#br0" timeOffset="123332.57">5045 4401 679 0,'0'0'82'15,"0"0"87"-15,0 0-10 0,0 0-88 0,0 0 27 0,0 0-23 16,0 0-8-16,-52-15-8 16,52 13-19-16,0-6-4 15,0-5-17-15,2 3-12 16,15-4-4-16,0 4-2 16,8 2 1-16,1 4-1 15,1 4 1-15,-5 0 3 0,-2 0-3 16,-8 15-1-16,-6 12-1 15,-3 7 1-15,-3 2 2 16,0 1 1-16,-11-5-4 16,-14-4 0-16,0-4 4 15,-1-7-4-15,-1 0 0 16,5-7 0-16,4-4 0 16,9-2 0-16,5-4 0 15,4 0 0-15,0 0 0 16,0 0-4-16,0 0-2 15,0 0-4-15,17 0 4 16,10-10 6-16,4 4 1 16,3 2 0-16,1 4-1 0,1 0 2 15,0 0 0 1,-3 20 0-16,-9 6 4 0,-8 3-2 16,-14-2-3-16,-2 3 4 15,-8-4 3-15,-26-2 2 16,-9-2-1-16,-1-4-9 15,-3-6 0-15,2-6-1 16,8-6-8-16,6 0 1 16,2-4-69-16,7-18-65 15,-1-8-123-15,-2-2-365 16</inkml:trace>
  <inkml:trace contextRef="#ctx0" brushRef="#br0" timeOffset="124035.9">6275 6601 514 0,'0'0'94'0,"0"0"77"0,0 0 9 0,0 0-104 15,0 0-18-15,0 0-24 16,-16-6-7-16,16 6 8 16,0 0-14-16,0 0-4 0,0-3-9 15,0 3 1 1,0-1-8-16,0 1-1 0,0-2 2 16,9-1-2-16,11 2-3 15,7 0 0-15,0-4-2 16,2 4-22-16,-3-4-106 15,-5-3-286-15</inkml:trace>
  <inkml:trace contextRef="#ctx0" brushRef="#br0" timeOffset="124315.89">6275 6601 739 0,'-23'74'3'0,"57"-83"9"0,9-6-11 16,3 5-1-16,-6 0-33 15,-11 4-20-15,-9 4 25 16,-13 2-52-16,-7 0 27 16,-3 0 1-16,-23 6 51 15,-8 4 1-15,1-2 21 16,4 0 34-16,12 0 27 15,7-5-8-15,10-2-28 16,5-1-34-16,37 0-10 16,16-4-2-16,7-14-203 15</inkml:trace>
  <inkml:trace contextRef="#ctx0" brushRef="#br0" timeOffset="128932.81">5338 10839 1069 0,'0'0'65'0,"0"0"93"0,0 0-71 0,0 0-31 15,0 0-6-15,0 0-7 16,0 0 3-16,99 4-18 0,-37-4-7 16,-15-3-11-1,-16-3-4-15,-13 2-4 0,-11 4-1 16,-7 0-1-16,0 0 3 15,0 0 5-15,-23 0-6 16,-14 0-2-16,-7 4-5 16,-4 6 5-16,4 0 0 15,9-2 6-15,12-4-6 16,11-2 1-16,10-2-2 16,2 0 1-16,0 0-7 15,25 0-6-15,18 0 13 0,5 0 0 16,-8-4 0-16,-9 0 0 15,-12 0 0-15,-11 2 5 16,-6 2-1-16,-2 0 0 16,-2 0 8-16,-31 0-12 15,-13 4-2-15,-10 12-2 16,2 0 4-16,12-3 3 16,17-4-2-16,12-7 2 15,13 1-3-15,2-3-2 16,45 0-9-16,24 0 11 15,18-13 0-15,2-4 0 16,-8-4 0-16,-12 5 0 16,-22 6 3-16,-15 2 13 15,-23 6-15-15,-11 2 1 0,-22 0 15 16,-36 4-17-16,-18 16-7 16,-15 7 7-16,3-4 3 15,11-2 1-15,12-6-1 16,25-5-3-16,22-6 0 15,18-4-4-15,27 0-43 16,38-10-21-16,22-24-121 16,6-12-73-16,1 0-465 15</inkml:trace>
  <inkml:trace contextRef="#ctx0" brushRef="#br0" timeOffset="130865.92">5114 5881 834 0,'0'0'138'0,"0"0"35"0,0 0-72 0,0 0-14 0,0 0 14 0,0 0-31 16,-29-30-26-16,20 30-10 15,-4 0-18-15,-3 4-10 16,-2 19-3-16,3-2 1 15,1 8 0-15,5-2-1 16,5 2 2-16,4-2-4 16,0 0-1-16,0-4 1 0,20 0-1 15,2-7 1 1,3-5 3-16,4-5-2 0,0-6 0 16,0 0 4-16,0 0-4 15,-2-8 1-15,-5-11-2 16,-5-4 3-16,-5 2-1 15,-8-2 4-15,-1 2 5 16,-3 0-3-16,0 1 1 16,-19 0-3-16,-5 2-2 15,-8 4-5-15,-3 4-5 16,-3 8-19-16,-2 2-48 16,-2 0-99-16,-5 19-113 15,-4 6-343-15</inkml:trace>
  <inkml:trace contextRef="#ctx0" brushRef="#br0" timeOffset="131949.43">5172 7197 529 0,'0'0'155'0,"0"0"47"0,0 0-75 0,0 0 20 16,0 0-32-16,0 0-9 15,6-25-18-15,-6 25-13 16,0 0-16-16,-2 0-10 0,-13 0-35 15,-3 0-13-15,-3 0 13 16,4 9-11-16,-1 1-1 16,3 2 1-16,3 2-1 15,6 0-1-15,1 2 0 16,5 2 1-16,0 0 1 16,0 2-2-16,5 1 1 15,8-3 0-15,5-1-2 16,2-2 0-16,1-8 0 15,-2-2 0-15,1-2 0 16,3-3 1-16,-5 0 0 16,4 0 4-16,-5-8-2 15,0-8 0-15,2 0 1 16,-3-4-2-16,0-2 7 16,-10 1-3-16,1 4 1 0,-7-1 2 15,0 2 2-15,0-1 1 16,-9-1-8-16,-11 4-1 15,-5 0-3-15,3 5-5 16,-2 6-11-16,-5 3-42 16,-3 0-88-16,-7 17-165 15,-11 9-315-15</inkml:trace>
  <inkml:trace contextRef="#ctx0" brushRef="#br0" timeOffset="133861.31">5243 6109 364 0,'0'0'0'0,"0"0"-55"0,0 0-203 0</inkml:trace>
  <inkml:trace contextRef="#ctx0" brushRef="#br0" timeOffset="135383.03">5566 10940 963 0,'0'0'158'0,"0"0"21"16,0 0-72-16,0 0-9 0,0 0-36 15,0 0-39-15,-93 0-16 16,135 0 8-16,14 0-9 16,4 0 0-16,-9-8-6 15,-15 2-11-15,-17 2-13 16,-13 4-11-16,-6 0-10 15,-16 0-32-15,-38 15-94 0,-21 9 56 16,-10 5 82 0,-2 0 33-16,16-5 14 0,19-6 9 15,21-10 5-15,24-2 31 16,7-6-34-16,58 0-17 16,34-16 12-16,28-24-20 15,14-15-120-15,2-9-283 16</inkml:trace>
  <inkml:trace contextRef="#ctx0" brushRef="#br0" timeOffset="143282.54">4143 4167 677 0,'0'0'187'0,"0"0"-8"0,0 0-35 0,0 0-36 0,0 0 1 0,0 0-17 0,0 0-29 0,0-63-30 0,0 63-7 0,0 0-7 15,0 20-3-15,0 10-3 16,0 11-1-16,0-5-6 16,-4-6-5-16,4-7-1 15,-4-12 1-15,4-5 0 0,0-4 0 16,0 0 0 0,0-2-1-16,0 0 3 0,0 0-2 15,0 0 4-15,0-21 4 16,0-15-4-16,0 1-3 15,0 1-2-15,0 12 1 16,0 10 1-16,0 6 1 16,0 6 25-16,0 0-28 15,-2 0 4-15,2 0-17 16,0 0 3-16,-2 0 7 16,2 0-3-16,0 15-1 15,0 6 6-15,0-1-4 16,0-6-12-16,0-4-18 0,0-4 8 15,0-2 16-15,0-4 1 16,0 0 9-16,0 0 1 16,0 0 6-16,0-6 3 15,0-14-3-15,0-4-3 16,0-4 3-16,0 1-2 16,0 10 3-16,0 5 9 15,0 8 14-15,0 4 21 16,0 0-37-16,0 0-14 15,0 0-7-15,0 4 7 16,0 22 1-16,0 14 6 16,0 3-5-16,0 6-2 15,0-4 2-15,2-2 0 16,0-5-2-16,2-8 0 0,-4-5-2 16,2-10 1-16,-2-3 0 15,0-6-24-15,2-3-67 16,-2-3-23-16,4 0-54 15,3-7-17-15,-1-17-322 16</inkml:trace>
  <inkml:trace contextRef="#ctx0" brushRef="#br0" timeOffset="144199.94">4010 5865 1001 0,'0'0'51'0,"0"0"52"0,0 0 15 0,0 0-61 0,0 0-9 16,0 0-46-16,19-58 4 16,8 46 1-16,4 3 0 15,0 7 0-15,-6 2 13 16,-4 0 13-16,-7 0-12 15,-5 14-11-15,-7 13 7 16,-2 3-9-16,0 4 0 16,-6 5 0-16,-17-10-6 15,-4-1 2-15,-4-3-3 16,4-7 0-16,3-4 2 0,6-6-2 16,5-4 0-1,6-1-1-15,7-3 0 0,0 0 0 16,0 0-1-16,0 0 1 15,0 0-6-15,5 0 4 16,15 0 2-16,4-5 0 16,5 3 0-16,2 2 0 15,1 0 3-15,1 0 2 16,-6 16 7-16,-5 0 4 16,-7 2 2-16,-10-2-5 15,-5 2 3-15,0 2 2 16,-29-1 1-16,-9 2-4 15,-8-4-14-15,-6-4-1 0,3-9 2 16,3-4-2 0,3 0-18-16,5-11-44 0,5-16-100 15,4-3-105-15,4 0-278 16</inkml:trace>
  <inkml:trace contextRef="#ctx0" brushRef="#br0" timeOffset="146215.94">7322 3717 956 0,'0'0'83'0,"0"0"87"0,0 0-80 0,0 0-26 0,0 0 2 0,0 0-50 16,-14 18-4-16,19 14 22 15,6 1-9-15,-4-12-16 16,-1-6-7-16,2-9-1 15,0-6 3-15,10 0 3 16,11-25 17-16,18-22-19 16,17-20-3-16,19-10-2 15,13-7-32-15,15-4-142 16,0-2-65-16,-8 8-294 0</inkml:trace>
  <inkml:trace contextRef="#ctx0" brushRef="#br0" timeOffset="147450.44">4027 7003 746 0,'0'0'124'0,"0"0"109"0,0 0-91 0,0 0-30 0,0 0-2 0,0 0-20 16,0-42-40-16,0 42-13 16,0 0 3-16,-2 17-21 15,-5 23-6-15,-2 10-2 16,-7 4-1-16,-2-5-10 16,1-7 3-16,-3-8-1 15,3-6-2-15,5-11 0 16,3-6-1-16,7-7 1 15,2-4-8-15,0 0-5 0,0 0-1 16,0 0-19-16,13 0-1 16,14 0 29-1,6 0 5-15,5 0-14 0,0 0-7 16,-4-4 2-16,-9 2-1 16,-9-2-6-16,-7-1 9 15,-1-2 15-15,-6-4 2 16,-2-5 4-16,0-4-2 15,0-3 2-15,0-6-2 16,0 3 0-16,0 4 3 16,0 8-4-16,0 7 6 15,0 4 13-15,0 3 1 16,0 0 1-16,0 0-5 16,0 0 4-16,0 8-12 0,-6 27-1 15,2 11-3-15,0 6-2 16,2 0-3-16,2 4-3 15,0 5-19-15,-3 0-132 16,-3 0-69-16,-8-5-60 16,-10-6-274-16</inkml:trace>
  <inkml:trace contextRef="#ctx0" brushRef="#br0" timeOffset="150382.54">3632 7047 491 0,'0'0'133'0,"0"0"-13"0,0 0-34 0,0 0-35 0,0 0-2 0,0 0 29 16,0 0-65-16,0 0 3 16,5-27-3-16,37-1-13 15,7-11-4-15,7-10-192 16,-2-8-138-16</inkml:trace>
  <inkml:trace contextRef="#ctx0" brushRef="#br0" timeOffset="151233.24">3624 5861 364 0,'0'0'45'0,"0"0"34"0,0 0 2 0,0 0-14 0,0 0-9 0,0 0-20 16,-10 0-1 0,20-14 13-16,14-5-35 0,12-8-15 15,6-5-3-15,11-3-19 16,6-8-116-16,-4-3-130 16</inkml:trace>
  <inkml:trace contextRef="#ctx0" brushRef="#br0" timeOffset="154067.49">3786 4123 42 0,'0'0'427'0,"0"0"-384"0,0 0 4 0,0 0-16 16,0 0 1-16,0 0-6 15,0 0 1-15,83-49-15 16,-48 32-11-16,9-3-1 16,8-1-33-16,2-1-139 15</inkml:trace>
  <inkml:trace contextRef="#ctx0" brushRef="#br0" timeOffset="155302.38">4479 9874 708 0,'0'0'194'0,"0"0"-52"0,0 0-55 0,0 0 10 0,0 0 17 16,0 0-30-16,3 0-14 16,-3 0-23-16,0 0-12 15,0 0-14-15,0-5-5 16,-6 5 7-16,-9-1 9 15,-1 1-16-15,-3 0 4 0,-2 0-12 16,-1 12-1-16,0 9-6 16,4 8 0-16,5 0-1 15,1 6 0-15,8-3 0 16,4-2 0-16,0-4 0 16,0 0-2-16,12 3 2 15,9-2-1-15,4-1 1 16,0 2 0-16,1-3 0 15,4-3 1-15,-4 0 0 16,0 0 0-16,3 0-1 16,-2 0 1-16,-2 4 2 15,-3-2 1-15,-4 4 0 0,-4 3 3 16,-8-4 4 0,-4 2-9-16,-2-5 1 0,0-3 1 15,-13-1-2-15,-11-2-2 16,-3-7 1-16,0-5 1 15,2-6-2-15,4 0-5 16,0 0-15-16,7-25 6 16,6-9-1-16,5-7 3 15,3-12-11-15,0 0 1 16,17-6 15-16,6-1-13 16,2 1 2-16,2 1-1 15,-2 2 12-15,-8 6 7 16,-3 6 0-16,-6 11 0 15,-8 8 1-15,0 6-1 16,0 4-13-16,0-1-124 0,-10 4-103 16,-17 6-259-16</inkml:trace>
  <inkml:trace contextRef="#ctx0" brushRef="#br0" timeOffset="163418.47">2934 7345 552 0,'0'0'156'0,"0"0"45"0,0 0-55 0,0 0-5 0,0 0-69 0,0 0-18 16,0 0-5-16,-46-3-19 15,46 3-4-15,0-1-5 16,0 1-5-16,0-3 1 15,0 0 6-15,0 0-6 16,0 0 4-16,0-2-14 16,5-2-7-16,7-1 0 15,5 2 0-15,-5 6 0 16,5 0-1-16,-5 0 1 16,5 4 2-16,-7 17-2 15,-3 6 0-15,-7 4 6 16,0 7-3-16,0-5-3 15,-11-2 0-15,-12-6 1 0,0-3 0 16,-2-5 1-16,0-3-1 16,7-8 0-16,9-4 1 15,3-2-1-15,6 0 3 16,0 0-4-16,0 0 0 16,0 0-4-16,0 0 3 15,0 0-8-15,11-5 6 16,5-3 3-16,1 3 0 15,6 2-2-15,-1 3 5 16,3 0-3-16,-1 0 9 16,-4 22 2-16,-7 3 2 15,-3 3-3-15,-10 1-2 0,0 2 4 16,-14-3 2-16,-20 0-1 16,-12-4-4-16,-3-4-8 15,-2-4-1-15,10-10 0 16,8-6 0-16,6 0-32 15,8-17-76-15,5-20-145 16,9-8-100-16,5-3-233 16</inkml:trace>
  <inkml:trace contextRef="#ctx0" brushRef="#br0" timeOffset="164016.31">2886 7391 741 0,'0'0'45'0,"0"0"161"0,0 0-119 0,0 0-24 0,0 0-12 0,0 0-16 16,-6-28-24-16,14 16-5 15,5-1 0-15,3 4 11 16,5-1 10-16,2 0-13 16,0 6 2-16,-3 2-9 0,-5 2 3 15,-5 0 4 1,1 10-3-16,-9 13 6 0,-2 6 1 16,0 1-14-1,-7 3-1-15,-13-2 0 0,-5-1 0 16,-2 0-1-16,-2-3 0 15,0-7-1-15,4-3-1 16,2-3 1-16,9-7 0 16,8-4 0-16,3 0 2 15,3-3-3-15,0 0-3 16,0 0-8-16,0 0 9 16,10 0 0-16,9 0 2 15,4-4 2-15,0 2 3 16,-4 2-4-16,4 0 2 15,-1 0 4-15,0 3 14 0,0 14 10 16,-4 1 4-16,-5 0-3 16,-8-6-9-16,-5 4-2 15,0 2-1-15,-25 4-1 16,-19 4-19-16,-14-2-1 16,-7-3-29-16,3-9-46 15,2-7-44-15,4-5-87 16,7 0-19-16,4-12-321 15</inkml:trace>
  <inkml:trace contextRef="#ctx0" brushRef="#br0" timeOffset="168632.69">3278 4355 480 0,'0'0'116'0,"0"0"91"0,0 0-54 0,0 0 6 0,0 0-46 16,0 0-23-16,0 0 6 15,-31-80-31-15,15 80-25 16,-6 0-21-16,-2 4-3 16,-3 15-6-16,2 6 4 15,1 7-4-15,3-1 1 16,6 11-4-16,6 0 2 15,4-1-4-15,5 2-1 16,0-3-3-16,0-6-1 0,21-1 2 16,3-4 0-16,3-5-1 15,4-8 0-15,3-6 4 16,-1-8-2-16,-2-2-3 16,-4 0-2-16,-2 0 2 15,-10-12 1-15,-3-2-1 16,-6 1 1-16,-4-4-1 15,-2 1 3-15,0 0-2 16,0 2 0-16,-4 2-1 16,-12 4 0-16,-1 2-2 15,-6 3-7-15,-2 3 4 0,-2 0 0 16,1 0-4-16,4 11-14 16,0 1-40-16,5 2-49 15,2 4-70-15,-1 2-109 16,-1 3-278-16</inkml:trace>
  <inkml:trace contextRef="#ctx0" brushRef="#br0" timeOffset="169999.69">3537 10799 963 0,'0'0'163'0,"0"0"-27"0,0 0-70 0,0 0-52 0,0 0-5 16,0 0 5-16,51 2-13 15,1-2-1-15,0-7-9 16,-10 0-118-16,-15 0-60 16,-11 5-11-16,-16 2-24 15,0 0-62-15</inkml:trace>
  <inkml:trace contextRef="#ctx0" brushRef="#br0" timeOffset="170104.18">3557 10846 324 0,'0'0'148'0,"0"0"23"0,0 0-42 15,0 0-79-15,0 0-35 0,0 0 11 16,82 16-26-16,-16-27-21 16,6-10-265-16</inkml:trace>
  <inkml:trace contextRef="#ctx0" brushRef="#br0" timeOffset="171765.69">2884 10355 669 0,'0'0'139'0,"113"-152"-20"0,-68 93-33 0,-18 21-28 0,-16 20 24 16,-11 12-26-16,0 6 53 16,-27 12-6-16,-29 38-58 15,-24 32-44-15,-18 26 5 0,-16 21 7 16,-13 15-1 0,-11 9 11-16,-8 8-2 0,-6 2 9 15,-6-2 14-15,6-6 8 16,7-11-16-16,16-12-15 15,24-15-10-15,23-19-5 16,20-17-6-16,21-16 0 16,17-20 0-16,12-19-9 15,10-11-19-15,2-9-43 16,0-6-60-16,9 0-12 16,18-14 20-16,8-28-15 15,8-23 9-15,11-17-89 16,3-10-42-16,13-8-195 0</inkml:trace>
  <inkml:trace contextRef="#ctx0" brushRef="#br0" timeOffset="172165.46">3026 10037 417 0,'0'0'44'15,"0"0"94"-15,0 0-18 16,85-113-5-16,-77 107-10 16,-8 6-16-16,0 0 10 15,-2 16 19-15,-35 32-32 0,-19 24-77 16,-20 27 16-16,-11 15 28 16,-13 12-18-16,-14 14 9 15,-15 9-5-15,-11 6-5 16,-5 2 13-16,-4 2 9 15,2-3-7-15,2-6-15 16,9-9-6-16,14-4-17 16,14-19 19-16,20-9-21 15,14-17-5-15,13-19 0 16,17-18-3-16,17-19-1 16,9-10 0-16,10-10-24 15,3-6-16-15,5-4-45 16,0-1-71-16,0-5-38 15,13 0 33-15,10-15-106 0,-1-13-169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3:05:07.7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3724 11805 974 0,'0'0'129'0,"0"0"38"0,0 0-111 0,0 0 29 0,0 0-19 0,0 0-41 0,-23 50-8 15,23 16 9 1,-9 14-17-16,-6-6-5 0,-7-5-2 16,-3-16 0-16,0-6 0 15,3-13-2-15,5-12 0 16,6-12-1-16,5-6 1 16,4-4-2-16,2 0-21 15,0 0-8-15,0 0 9 16,8-2 7-16,15-6 15 15,16 0-2-15,5-2 0 16,8 4-4-16,-4 4-20 16,4-2-16-16,2-2-7 0,-6 0 0 15,-1-4-2 1,-11-1-11-16,-12 0 36 0,-11-1 25 16,-8-4 1-16,-5-2 8 15,0-4-5-15,0-4 30 16,-13-2-10-16,-4-2 0 15,5 5 12-15,-1 3-10 16,3 6 0-16,6 9 8 16,0 0 20-16,4 7-7 15,0 0-18-15,0 0-5 16,-3 0-4-16,3 0 4 16,0 13-9-16,0 32 2 15,0 18 7-15,5 11-8 16,3 8 1-16,0-2-9 15,-4-4-7-15,-2 2 1 0,0-7 1 16,-2-11 0 0,0-8-1-16,0-12-1 0,0-6-9 15,5-10-29-15,6-8-75 16,7-4-83-16,9-12-66 16,4 0-123-16</inkml:trace>
  <inkml:trace contextRef="#ctx0" brushRef="#br0" timeOffset="717.3">5083 11871 622 0,'0'0'59'0,"0"0"103"0,0 0-79 0,0 0-16 0,0 0 53 16,0 0-34-16,-20-68-10 15,20 68-18-15,0 0-8 16,-3 0 6-16,3 0-16 15,0 0-18-15,-2 0 5 16,2 0-5-16,0 0 3 16,0 0-6-16,0 0-1 15,0 0-7-15,0 6 0 16,0 10 7-16,0 8-9 0,0 3 1 16,5 0-4-16,2 3 8 15,-1 1-10-15,1-4 1 16,-1 5 4-16,-1 4-4 15,-2 5 1-15,-1-1-1 16,0 2 2-16,-2 0-3 16,0-2-3-16,0-2 7 15,0-6-5-15,0-6-3 16,0-8 0-16,0-5 0 16,0-4 2-16,0-5 2 15,0-2-7-15,0-2 3 16,0 0 0-16,0 0 2 15,0 0-2-15,0 0-1 0,0 0-7 16,0 0-9-16,0 0-52 16,0 0-71-1,0 0-99-15,8 0-120 0,9-12-504 16</inkml:trace>
  <inkml:trace contextRef="#ctx0" brushRef="#br0" timeOffset="1489.27">6825 11955 814 0,'0'0'78'0,"0"0"63"0,0 0 6 0,0 0-37 0,0 0-14 16,0 0-21-16,-91-56-29 15,87 56-6-15,-4 23-11 16,0 19-5-16,-1 6-17 0,-2 2 9 16,6-6-16-16,1-4 9 15,1-2-9-15,3-6 1 16,0-7-3-16,0-6 2 15,3-5-1-15,15-5-6 16,9-9 7-16,4 0 3 16,0 0-3-16,0-7-1 15,-2-11 1-15,-5-4 2 16,-6-5 0-16,-3 0 2 16,-3-2-1-16,-8-6 1 15,-4 0-1-15,0-7 1 16,0-4 2-16,-10 6-2 15,-9 0 1-15,-1 12-1 0,-2 10-4 16,0 6 3-16,-8 10-3 16,-5 2-26-16,-2 6-43 15,-2 20-40-15,8 9-121 16,5 2-136-16</inkml:trace>
  <inkml:trace contextRef="#ctx0" brushRef="#br0" timeOffset="2316.53">8216 11634 1052 0,'0'0'79'0,"0"0"59"0,0 0-53 0,0 0 29 16,0 0-31-16,0 0-27 0,-11-22-26 15,3 63-9 1,-6 13 4-16,1 15-12 0,-4 4-13 16,-3-8 9-16,0-10-7 15,0-9-2-15,2-14 1 16,7-14-1-16,7-10 1 16,1-8-3-16,3 0-1 15,0 0-7-15,0 0-7 16,0 0 14-16,13-9-5 15,12-3 8-15,4 1-5 16,4 9-3-16,9 0-1 16,6 2 5-16,5 0 3 15,-4-2-4-15,-4-2 1 16,-12-2-12-16,-11-3-12 0,-6 5 23 16,-10-2 5-16,-2-7 1 15,-4-1 3-15,0-3 1 16,0-12-3-16,0 4 6 15,-10 0-3-15,-3-3 1 16,1 7 12-16,-1 3-1 16,2 3-4-16,2 7 1 15,5 4 6-15,1 4-8 16,1 0-3-16,2 0 4 16,0 0-2-16,-2 0-2 15,2 0 3-15,0 26-8 16,-2 25 6-16,2 16 4 15,0 15-2-15,0-4-6 16,0 1 0-16,0 1 20 16,-2-2 1-16,-3-4-20 0,0-3-2 15,1-12 0-15,0-10 0 16,-2-7-1-16,5-9-1 16,-3-12-2-16,2-5-1 15,-4-8 1-15,4-6-1 16,0-2-3-16,0 0-2 15,2 0-54-15,-2 0 1 16,0-4-33-16,-5-25-119 16,-9-15-205-16</inkml:trace>
  <inkml:trace contextRef="#ctx0" brushRef="#br0" timeOffset="3649.35">8409 7082 863 0,'0'0'67'0,"0"0"92"0,0 0-85 0,0 0 37 0,0 0 12 16,0 0-37-16,0 0-39 15,0-60-3-15,0 60-2 16,0 0-13-16,0 0 2 15,0 0-1-15,0 0 1 16,0 2-7-16,-4 33-9 16,-11 15 1-16,-7 12-15 15,5 2 8-15,6-13-5 0,7-9-3 16,4-9 0-16,0-9-1 16,0-6 0-16,19-4-1 15,8-7-5-15,11-7 1 16,7 0 5-16,-1-2-2 15,3-17-1-15,-5-2-5 16,-6 4-7-16,-7 3 11 16,-7-1-1-16,-10 10 1 15,-5 2-5-15,-3 0 3 16,-4 3 6-16,0-6 0 16,0-2 0-16,0-6-3 15,-4 0 3-15,-10 0 0 16,3 3 0-16,2 4 0 15,-1 3 2-15,6-1 0 16,2 4 4-16,0 1-2 0,2 0-1 16,0 0 11-1,0 0-8-15,0 0 4 0,0 0 2 16,0 0-4-16,-2 0-4 16,2 0-4-16,0 12 2 15,0 18 5-15,0 8 0 16,0 4 3-16,0-2-10 15,0 2 2-15,0 5-1 16,0 0 1-16,0-4 15 16,0-9-14-16,0-6-3 15,0-9 3-15,0-2-3 16,0-7-18-16,0-4 18 16,0-2 0-16,0 0 0 0,0-2 0 15,0-1-1-15,0-1 1 16,0 0 0-16,0 0 0 15,0 0 0-15,0 0 4 16,0 0-4-16,0 0-1 16,0 0-1-16,0 0 1 15,0 0 1-15,0 0 3 16,0 0-3-16,0 0-8 16,0 0 0-16,0 0-11 15,0 0-29-15,0 0-67 16,0 0-139-16,-11 0-167 15</inkml:trace>
  <inkml:trace contextRef="#ctx0" brushRef="#br0" timeOffset="5366.27">6640 8649 821 0,'0'0'98'0,"0"0"5"0,0 0 22 0,0 0-6 0,0 0-26 16,0 0-28-16,-6-23-8 0,6 23-12 15,0 0-4-15,-5 0-15 16,0 17-4-16,-5 16 4 15,-1 13-15-15,-3 3-6 16,3-9 10-16,5-4-12 16,0-4-2-16,6-6-1 15,0-5-2-15,0-2 2 16,16-5-5-16,9-2 1 16,8-2-6-16,3-8 1 15,-1-2-16-15,0 0 4 16,-5 0 5-16,-5-9 8 15,-3-8-2-15,-7 1 8 16,-6-1 2-16,-4-2 0 0,-5 1 0 16,0 2-1-1,0 2 1-15,-2 0 1 0,-8 3 5 16,0 4-4-16,1 1 0 16,2 0 0-16,-2 4 1 15,5 0 5-15,-1 2-5 16,3 0 11-16,2-2-5 15,0 2 11-15,0-2-4 16,-2 2 8-16,2 0-9 16,0 0-3-16,0 0 5 0,0 0-6 15,-2 0-6 1,2 6 3-16,-2 21-7 0,-1 9 12 16,3 5-2-16,0 3-8 15,0 0 0-15,0 4 1 16,0 2-4-16,-3-2 8 15,1-1-5-15,0-5 0 16,-2-6-1-16,-1-9 0 16,3-8 3-16,0-5-3 15,0-8 1-15,0-3-2 16,0-2-1-16,0-1 1 16,-2 0 4-16,2 0-3 15,0 0 2-15,-1 0 0 16,3 0 1-16,-1 0-2 15,1 0 0-15,0 0-3 0,0 0 2 16,0 0 17-16,0 0-11 16,0 0-7-16,0 0 2 15,0 0 1 1,0 0-2-16,0 0 2 0,0 0-3 16,0 0 5-16,0 0-6 15,0 0-1-15,0 0 1 16,0 0 1-16,0 0 0 15,0 0-1-15,-2 0 5 16,2 0-4-16,0 0-1 16,0 0-1-16,0 0 1 15,0 0-11-15,0 2-41 0,0-2-41 16,0 3-94-16,0-3-147 16,-3 0-250-16</inkml:trace>
  <inkml:trace contextRef="#ctx0" brushRef="#br0" timeOffset="6699.62">6406 7413 144 0,'0'0'272'0,"0"0"-149"0,0 0 10 0,0 0-13 0,0 0-12 16,0 0-35-16,-2-14-11 15,2 14 35-15,-2 0-43 16,0 0 2-16,-3 4-8 0,1 21-2 16,-1 8-24-16,-2 9 12 15,3 5 6-15,0-4 13 16,-1 4-20-16,3-7-6 15,0 0 1-15,2-3 7 16,-2-1-14-16,2-7-5 16,0-7 1-16,0-6-2 15,0-8-8-15,0-4 1 16,0-2-6-16,0-2 3 16,0 0-3-16,0 0-1 15,0 0 0-15,0 0 0 16,0 0-1-16,0 0 0 15,0 0-10-15,0 0-81 0,0 0-105 16,0-18-24 0,0-8-150-16,0-5-129 0</inkml:trace>
  <inkml:trace contextRef="#ctx0" brushRef="#br0" timeOffset="6986.23">6204 7492 678 0,'0'0'79'15,"0"0"38"-15,0 0-17 0,0 0-18 16,0 0 19 0,0 0-81-16,-10-40-3 0,33 24 2 15,6 4 4-15,2-3-5 16,2 5-7-16,-1 2 4 15,-3 3-11-15,-3 1-2 16,-5 4-2-16,-6 0-2 16,-6 0-5-16,-5 0-20 15,-1 4-35-15,-3 13-132 16,0 4-51-16,-5 4-186 16</inkml:trace>
  <inkml:trace contextRef="#ctx0" brushRef="#br0" timeOffset="7300.3">6142 7893 674 0,'0'0'95'16,"0"0"25"-16,0 0-26 16,0 0 14-16,0 0-54 15,0 0-5-15,57 11-5 16,-6-22-1-16,3-5 2 15,4-5-9-15,4 1 20 16,-4 0-9-16,-5 1-9 16,-8 2-1-16,-11 5-10 15,-19 5-16-15,-6 6-6 16,-9 1-2-16,0 0 4 0,0 0 8 16,0 0-14-16,0 0-1 15,0 0-7-15,0 0-30 16,-4 0-71-1,-6 1-94-15,-3 4-92 0,-5-1-538 16</inkml:trace>
  <inkml:trace contextRef="#ctx0" brushRef="#br0" timeOffset="8816.33">6763 11955 180 0,'0'0'64'0,"0"0"-6"0,0 0-43 0,0 0-2 0,0 0-4 0,0 0 18 15,-4-4 28-15,4 2 51 16,-2 0 1-16,2-4-2 16,0 2-2-16,-4-2 5 15,4 0-26-15,-2 0 34 16,-3 2-47-16,4-2 0 0,-4 5 8 16,1-2 2-16,-2 3-8 15,-2 0-15-15,4 0-13 16,-3 0-7-16,-3 0-18 15,-2 6-7-15,-1 16-9 16,-5 3 3-16,5 4-4 16,-1 0 2-16,3 2-1 15,2-3 2-15,5 0-1 16,4-3-1-16,0-1 1 16,0 0-2-16,0 0 1 15,7 0 0-15,1-2-1 16,4 0 0-16,1-4 1 15,2-4-2-15,3-2 0 0,0-4-3 16,0-6 3-16,2-2 0 16,-5 0 2-16,1 0-1 15,-3-4 0-15,1-12 0 16,1 0 2-16,-5-2-1 16,1-4 0-16,-1-4-2 15,-3-3 2-15,0 0 1 16,0-1-2-16,-5 0 0 15,-2-4-1-15,0 3 2 16,0 6-1-16,-2 0 1 16,-5 7 3-16,-4 4 0 15,0 0 0-15,2 4-5 16,0 4 2-16,2-3-3 16,1 8 5-16,1-3-1 0,-1 1-2 15,1 0 0-15,-2 3-1 16,3 0 3-16,-3 0-3 15,-1 0 3-15,0 0-2 16,0 0-1-16,-3 0 1 16,-1 0-1-16,-1 10 3 15,-3 4-2-15,1 6-1 16,-1 0 0-16,3-4 1 16,2 2 0-16,-3-2-1 15,6-4 1-15,1 0 0 16,3 1-1-16,1 0 0 15,3 5 1-15,0 3-1 16,0 3 0-16,0 0 1 0,0 0 1 16,9-2-1-16,0 0 0 15,2 0 0-15,3-2-1 16,1-2 0-16,3-5-2 16,-1-6 2-16,4-3-3 15,-3-4 3-15,1 0 1 16,2 0 0-16,-1-6 0 15,-1-7 0-15,2-8 0 16,-1-1-1-16,-3-2 0 16,0-2 0-16,-5-1 3 15,-3 2-1-15,-7-5-2 16,-2-1 5-16,0 1-1 0,0-7-4 16,0 8 2-16,-6 4-1 15,-7 0-1-15,-5 7 0 16,-2 2 0-16,-4 6-5 15,-8 6-12-15,-3 4-50 16,-6 0-88-16,-3 8-158 16,-8 16-223-16</inkml:trace>
  <inkml:trace contextRef="#ctx0" brushRef="#br0" timeOffset="20300.05">6892 6903 813 0,'0'0'87'0,"0"0"22"0,0 0 33 0,0 0-59 16,0 0-14-16,0 0 39 15,0 0-54-15,-31-11-21 16,20 25-17 0,-5 22-3-16,-4 10 5 0,2 4-5 15,7 0-4-15,2-6-1 16,9-4-3-16,0-3-5 16,0-8 0-16,6-4-5 15,17-7 5-15,2-4 3 16,2-4-3-16,-1-10-1 15,3 0-3-15,-3 0 8 16,-3 0-4-16,-5-10 0 16,-7-8 0-16,-2-1 0 15,-4-1 3-15,-5-1-2 16,0 3 4-16,0 0-4 0,0 4-1 16,-12 4 1-16,-3 3-3 15,-8 7-11-15,-3 0-21 16,-6 0-31-16,-1 18-76 15,-5 14-108-15,-9 4-243 16</inkml:trace>
  <inkml:trace contextRef="#ctx0" brushRef="#br0" timeOffset="21333.19">4969 9918 277 0,'0'0'575'0,"0"0"-456"0,0 0 31 0,-22-105-33 16,20 85 8-16,2 5-13 0,-2 0-48 15,2 5-19-15,0 6 7 16,0 4-14-16,-2 0 18 16,2 0-31-16,-4 0-25 15,4 0 6-15,-2 14-6 16,0 19 0-16,0 7 16 16,0 4-11-16,0-6-4 15,2-7 2-15,0-4-3 16,0-2 0-16,0-4-4 15,0-5-6-15,0-5-41 16,0-6-99-16,0-5-109 16,0 0 1-16,0 0-178 15,0-20-182-15</inkml:trace>
  <inkml:trace contextRef="#ctx0" brushRef="#br0" timeOffset="21849.88">4976 9571 750 0,'0'0'55'16,"0"0"79"-16,0 0 34 15,0 0-60-15,0 0-22 16,0 0-38-16,-122-60 0 16,99 60-19-16,-4 20-3 15,-2 8 2-15,2 8-12 16,0 6 1-16,1 2 1 0,2 4 0 15,3 4 2-15,6-1-3 16,6-1-2-16,4-2-1 16,5-4-5-16,0-4-2 15,0 0-6-15,14-4 1 16,12-2-2-16,3-2 0 16,8-4-4-16,0-4 1 15,3-3 3-15,5-10-3 16,-1-7 3-16,4-4-3 15,-2 0 3-15,1-18 0 16,-5-12 1-16,-4-4 0 16,-7-6 0-16,-4-2 0 15,-5 0 2-15,-4-2-3 16,-4-1 0-16,-10-3 4 0,-4 1 1 16,0-6 1-16,0 1-3 15,-24-4 7-15,-2 4-7 16,-7 6 1-16,-7 6-1 15,-2 9 0-15,-5 8-3 16,1 10-3-16,-4 12-23 16,-3 1-26-16,-3 7-60 15,-2 25-148-15,-7 5-81 16</inkml:trace>
  <inkml:trace contextRef="#ctx0" brushRef="#br0" timeOffset="23100.25">6807 11875 435 0,'0'0'128'0,"0"0"10"0,0 0-31 0,0 0-15 16,0 0-19-16,0 0 0 16,-35-74 26-16,22 71-38 15,-3 3-27-15,-3 0-8 16,0 3-8-16,-6 18-7 0,-2 10-10 16,3 11 1-16,0 2 1 15,4 2 2-15,1 2 1 16,11-2-2-16,3 1 1 15,5-7-1-15,0-4-2 16,8-6 0-16,16-6-1 16,2-4 0-16,8-10 0 15,3-6 0-15,1-4 1 16,-1 0 1-16,-4-20-1 16,-4-6 4-16,-3-9 0 15,-6-2 27-15,-7-7-7 16,-1-1-1-16,-10-1-11 15,-2-2-4-15,0 6-3 0,-12 3-5 16,-9 6-2-16,-10 13-11 16,-5 12-83-16,-5 8-43 15,-3 4-104-15,-1 21-353 16</inkml:trace>
  <inkml:trace contextRef="#ctx0" brushRef="#br0" timeOffset="24584.14">4943 6816 780 0,'0'0'85'0,"0"0"116"0,0 0-74 0,0 0-63 0,0 0 19 15,0 0-30-15,0 0-20 16,-52-27-2-16,41 35-20 16,-3 17-5-16,-1 7 3 15,0 2-4-15,8 6 10 16,0-1-9-16,3 0 8 16,4-3-8-16,0-4-1 0,0-7-4 15,2-6-1-15,11-2-1 16,8-10 1-16,-2 1 2 15,3-5-2-15,-1-3 1 16,-2 0 0-16,0 0 4 16,-1-15-2-16,-1-5 3 15,-6-7-3-15,3-5 1 16,-3-5-1-16,-2-3 0 16,-5 0 0-16,-4 1-1 15,0 3 0-15,0 9-2 16,-13 3 0-16,-7 8-1 0,-5 5-2 15,1 6-28-15,-1 5-19 16,-2 0-79-16,-2 0-44 16,-4 13-55-16,-5 12-313 15</inkml:trace>
  <inkml:trace contextRef="#ctx0" brushRef="#br0" timeOffset="25883.93">4833 8554 434 0,'0'0'339'0,"0"0"-176"0,0 0-40 0,0 0-4 0,0 0-26 15,0 0-4-15,-15-40-22 16,12 40-6-16,-6 0-29 16,-6 0-14-16,-1 10-8 15,-6 16-6-15,4 4-1 16,4 3 0-16,4 3 3 0,7 0-5 15,3 1-1-15,0-2-1 16,5-4 1-16,15-4-1 16,5-5-1-16,1-6-1 15,0-4 2-15,0-3-2 16,0-7-2-16,-3-2 2 16,-4 0 2-16,-3 0-1 15,1-13 2-15,0-7 2 16,1-8-1-16,-5-2 1 15,-3-2 1-15,-2-3-2 16,-6 2 1-16,-2 1 0 16,0 1 0-16,0 9 1 15,-20 4-1-15,-5 4-2 16,-10 6-6-16,-7 8-54 16,-6 0-137-16,-5 12-59 0,0 16-460 15</inkml:trace>
  <inkml:trace contextRef="#ctx0" brushRef="#br0" timeOffset="26784.78">4904 6988 601 0,'0'0'8'0,"0"0"-4"0,0 0-4 0,0 0-5 0,0 0-22 0,0 0-34 16,14-14-80-16</inkml:trace>
  <inkml:trace contextRef="#ctx0" brushRef="#br0" timeOffset="27267.59">4900 8771 575 0,'0'0'61'0,"0"0"48"0,0 0-85 0,0 0-6 0,0 0-4 16,0 0-14-16,6-4-22 15,-3 4-172-15,-3 0-215 16</inkml:trace>
  <inkml:trace contextRef="#ctx0" brushRef="#br0" timeOffset="28716.27">5020 11853 755 0,'0'0'131'0,"0"0"57"0,0 0-64 0,0 0-39 0,0 0 34 0,0 0-39 15,-11-66-35-15,11 66-11 16,3 24-1-16,17 26 28 16,4 15-16-16,0 10-33 15,-5 2 15-15,-4-8-26 0,-3-4 12 16,-4-3-12-16,-1-12-1 15,-3-14 0-15,-2-12-11 16,-2-14 11 0,0-8 5-16,0-2-5 0,0 0-5 15,0 0 5-15,0-40 26 16,-19-25-24-16,-6-20 0 16,-2-12-2-16,2 9 2 15,3 8-2-15,9 15 3 16,2 20-2-16,1 12-1 15,8 19 1-15,0 8 1 16,2 6-1-16,0 0 2 16,0 0 1-16,0 27-4 0,2 33 4 15,17 14-6 1,1 8 4-16,-3-10-1 0,1-13 5 16,-2-9-4-16,-8-12-2 15,0-14-1-15,-6-10-5 16,-2-8 6-16,0-6 0 15,0 0 4-15,0 0 10 16,0-12-14-16,-7-30-2 16,-11-20 1-16,-7-19 1 15,3 0 2-15,2 10-2 16,6 21 1-16,8 22-1 16,2 14 26-16,4 12-20 15,0 2 0-15,0 0 4 16,0 23-9-16,0 27 2 0,10 12 3 15,11 9-4-15,-3-9-2 16,-1-7-2-16,-3-5-6 16,-1-2-101-16,-4-6-67 15,-7-7-150-15,-2-14-132 16</inkml:trace>
  <inkml:trace contextRef="#ctx0" brushRef="#br0" timeOffset="31886.67">3294 6663 1116 0,'0'0'92'0,"0"0"83"0,0 0-87 16,0 0-2-16,0 0 3 0,0 0-56 0,0 0-19 15,0 0 5-15,-9 144 1 16,13-90-10-16,1-2-1 16,-5-6-9-16,0-6 3 15,0-13-2-15,0-9-1 16,0-8 1-16,0-8 1 16,0-2-1-16,0 0-1 15,0-22 1-15,0-26 2 0,0-15-1 16,-9 0-2-16,-1 6 1 15,4 14-1-15,-1 12 1 16,3 11 2-16,2 10-2 16,2 6 4-16,-2 4-1 15,2 0 22-15,0 0-24 16,0 0 3-16,0 12 3 16,0 26-8-16,0 10 2 15,0 11 2-15,0-5-3 16,2-6-1-16,0-3 1 15,0-14-1-15,-2-11 0 16,0-9-3-16,0-2 3 0,0-9 0 16,0 0 4-16,0 0-4 15,0-21 0-15,0-22 2 16,0-15-2-16,-4-2 1 16,-5 8 0-16,0 13-1 15,2 17 1-15,5 10 0 16,0 10 12-16,2 2-2 15,0 0-4-15,0 0-3 16,0 0-3-16,0 17 2 16,0 16-2-16,0 10-1 15,4 1-2-15,3-6 2 16,2-11 1-16,-2-4 1 16,-5-10-1-16,0-8-1 0,-2-5 0 15,0 0 0-15,0 0 1 16,0 0-1-16,0-4 2 15,0-26-2-15,0-10 2 16,-2-10-2-16,-7 2-3 16,2 4 3-16,0 12 1 15,5 11-1-15,0 11 4 16,2 7-4-16,0 3 0 16,-2 0 1-16,2 0-3 15,0 0 2-15,0 23-3 16,0 11 3-16,0 10 1 15,2-1-1-15,2-3 1 16,1-2-1-16,-1-4 1 16,-2-8-1-16,1-8 0 0,-1-8 0 15,-2-6 0-15,3-2 0 16,-1-2 0-16,-2 0 1 16,2 0-1-16,-2 0 0 15,0-2 1-15,0-28 1 16,0-13-1-16,0-10-1 15,-9-1-2-15,2 8 1 16,0 8 1-16,5 5-1 16,0 11 0-16,2 4 0 15,0 4-2-15,0 7-4 16,0 2-13-16,0 4-43 16,0 1-8-16,0 0-98 15,0 0-127-15,0 9-228 0</inkml:trace>
  <inkml:trace contextRef="#ctx0" brushRef="#br0" timeOffset="32899.72">3835 9453 777 0,'0'0'70'0,"0"0"14"0,0 0-84 0,0 0-4 15,0 0-66-15,0 0-30 16,11-28-225-16</inkml:trace>
  <inkml:trace contextRef="#ctx0" brushRef="#br0" timeOffset="33050.21">3835 9453 721 0,'-14'58'40'0,"8"-58"-5"0,6 0-17 15,0 0-18-15,0 0-140 16,0 0-89-16</inkml:trace>
  <inkml:trace contextRef="#ctx0" brushRef="#br0" timeOffset="33934.03">3906 12756 963 0,'0'0'91'0,"0"0"-91"0,0 0-11 0,0 0-110 0,0 0 35 0,0 0-140 16,-10 0-214-16</inkml:trace>
  <inkml:trace contextRef="#ctx0" brushRef="#br0" timeOffset="34117.99">3906 12756 855 0,'32'-9'83'15,"-37"9"-53"-15,5 0-30 16,0 0-100-16,0 0-30 16,0 0-70-16</inkml:trace>
  <inkml:trace contextRef="#ctx0" brushRef="#br0" timeOffset="34285.4">3998 12737 764 0,'0'0'74'0,"0"0"6"15,0 0-80-15,0 0-105 16,0 0-90-16,0 0-55 15</inkml:trace>
  <inkml:trace contextRef="#ctx0" brushRef="#br0" timeOffset="38199.98">3750 9674 732 0,'0'0'70'0,"0"0"-70"0,0 0-35 16,0 0-159-16,0 0-16 15</inkml:trace>
  <inkml:trace contextRef="#ctx0" brushRef="#br0" timeOffset="38350.15">3750 9674 699 0,'67'13'0'0,"-67"-15"-27"16,0-14-218-16</inkml:trace>
  <inkml:trace contextRef="#ctx0" brushRef="#br0" timeOffset="39070.32">4110 12882 201 0,'0'0'0'0,"0"0"-33"0</inkml:trace>
  <inkml:trace contextRef="#ctx0" brushRef="#br0" timeOffset="39250.14">4110 12882 749 0,'25'5'97'0,"-29"-5"5"0,4 0-102 16,0 0-57-16,0-15-41 16,8-5-42-16,4 4-139 15</inkml:trace>
  <inkml:trace contextRef="#ctx0" brushRef="#br0" timeOffset="39366.32">4149 12883 79 0,'0'0'171'0,"0"0"-171"0</inkml:trace>
  <inkml:trace contextRef="#ctx0" brushRef="#br0" timeOffset="40801.17">3265 8829 596 0,'0'0'146'0,"0"0"27"0,0 0-41 0,0 0-53 0,0 0-5 0,0 0-14 15,-42-36-21-15,42 28-4 16,0-2-13-16,0-4-3 15,0-3 2-15,6-2-7 16,12 1 0-16,0 5-11 16,2 6 3-16,-3 1 0 15,-1 6 3-15,-3 0-3 16,1 0-2-16,-3 12-4 16,-2 8 12-16,-4 5-6 0,-5 2-6 15,0 1 7 1,0-2-5-16,-16 0-1 0,-3-2 0 15,2-2 1-15,-1-4-2 16,5-6 1-16,4-4 0 16,2-5-1-16,5-3 4 15,0 0-2-15,2 0-2 16,0 0-1-16,0 0-6 16,0 0 3-16,0 0 0 15,14 0 4-15,7 0-1 16,6-6 1-16,2 4 4 15,2 2-2-15,3 0 0 0,-3 2 3 16,0 19 0-16,-9 1 1 16,-11 1 1-16,-11 3-5 15,0-1 11-15,-21 6 9 16,-22-1-1-16,-1-4-8 16,-8-2-11-16,0-6 0 15,6-10-4-15,4-8 1 16,4 0-27-16,9-29-76 15,9-16-136-15,6-15-108 16</inkml:trace>
  <inkml:trace contextRef="#ctx0" brushRef="#br0" timeOffset="42317.21">3771 15324 321 0,'-157'72'637'0,"15"-6"-451"0,13 1-56 0,21-8-42 16,24-10-3-16,21-13-11 15,28-14-13-15,22-18-11 16,13-4-21-16,37-16-23 15,46-34-1-15,42-35 9 0,45-22-5 16,38-18-4 0,33-15-4-16,22-1-1 0,4 1-2 15,2 11 2-15,-16 13 0 16,-21 9 2-16,-30 17-2 16,-42 14 0-16,-46 20-11 15,-51 26-57-15,-47 18-77 16,-26 12 27-16,-61 23 63 15,-41 30-162-15,-32 19-239 16,-17 13 209-16,-8 7 231 16,-12 2-195-16</inkml:trace>
  <inkml:trace contextRef="#ctx0" brushRef="#br0" timeOffset="42634.45">3165 15898 974 0,'0'0'83'16,"0"0"74"-16,0 0-113 16,0 0-15-16,189-157 32 15,-54 57 0-15,26-14 1 16,29-9-2-16,19-9-7 16,7-11 0-16,9-1-15 15,0-4-25-15,-11 11 0 16,-11 11-5-16,-16 7-4 15,-25 22 1-15,-28 18-5 16,-35 21-2-16,-39 24 2 0,-31 16 3 16,-18 10-1-16,-11 8 0 15,0 0 8-15,-16 0-10 16,-20 10-4-16,-12 12-98 16,-2 4-101-16,4 0-43 15,5-5-246-15</inkml:trace>
  <inkml:trace contextRef="#ctx0" brushRef="#br0" timeOffset="42767.23">5550 14458 1117 0,'0'0'0'15,"0"0"-263"-15,0 0-591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3:10:16.4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4281 10167 1083 0,'0'0'10'0,"0"0"71"0,0 0-25 0,0 0-45 0,10-133 16 0,38 103-2 0,5 14-1 0,0 8-2 16,-8 8-18-16,-9 6-3 16,-12 26-1-16,-11 12 4 15,-13 8-4-15,0 6 4 16,-17-1-4-16,-16-7 4 15,-1-8-1-15,5-14 3 16,9-12 4-16,9-7 22 16,6-8-14-16,5-1-9 15,0 0-9-15,0 0-11 16,7 0 0-16,22-7 11 16,9 2-3-16,4 5 5 15,1 8-2-15,-1 22 2 0,-9 4 4 16,-10 5 7-16,-15 0 0 15,-8 4 5-15,-13-2 25 16,-32 2-13-16,-17-3-5 16,-11-8-19-16,-3-8 0 15,0-14 0-15,12-10-1 16,10 0-5-16,12-37-1 16,22-21-85-16,20-15-202 15,2-4-334-15</inkml:trace>
  <inkml:trace contextRef="#ctx0" brushRef="#br0" timeOffset="615.65">5606 9774 1235 0,'0'0'19'0,"0"0"26"0,0 0-21 0,0 0 7 0,0 0 35 16,0 0-24-16,-31 132-26 16,16-62-11-16,-5-6 3 0,-5-5-5 15,2-8-1-15,2-13-2 16,5-14-2-16,8-14 1 15,7-7 1-15,1-3-21 16,0 0-16-16,0-14 18 16,18-9 17-16,6 6 2 15,5 4-5-15,2 13-1 16,5 0-10-16,2 2 3 16,6 20-7-16,4-1-56 15,-2-6-6-15,-8-2 26 16,-9-10-28-16,-9-3 57 15,-7 0 19-15,-6-3 8 0,-7-20 10 16,0-3 62-16,0-3-26 16,-18-6-3-16,3 4 1 15,1 4 6-15,3 7 6 16,7 8 14-16,-1 6-19 16,3 2-16-16,2 4-2 15,0 0-15-15,0 0-1 16,0 14-2-16,0 34-1 15,0 25 9-15,5 12 15 16,1 3-13-16,-1-2-14 16,-5-13 0-16,0-5-3 15,0-14-7-15,0-10 0 16,0-13-1-16,0-12-28 0,15-13-149 16,5-6-251-1</inkml:trace>
  <inkml:trace contextRef="#ctx0" brushRef="#br0" timeOffset="1148.53">7070 10018 344 0,'0'0'695'0,"0"0"-676"0,0 0 3 0,-49-105-18 0,60 66 3 16,20 1 16-16,12 8-2 15,3 9 0-15,2 10 4 16,-4 6 29-16,-6 5-39 15,-7 12 4-15,-7 22 8 16,-8 13-1-16,-12 7 4 16,-4 2-15-16,-6 4-1 15,-25-2 3-15,-12-2 5 16,-3-8 7-16,-4-5 5 16,4-11-9-16,8-10 5 0,9-6-14 15,11-8 6-15,9-6 11 16,7-2-8-16,2 0-21 15,0 0-3-15,2 0-1 16,18-6 0-16,11-8 3 16,2-2-2-16,8 4-1 15,-1 1 4-15,-2 4-4 16,2 0-3-16,0 3 1 16,0 2-7-16,3 1-62 15,-1-4-99-15,-4 4-170 16,-3 1-357-16</inkml:trace>
  <inkml:trace contextRef="#ctx0" brushRef="#br0" timeOffset="1564.97">8293 9950 1062 0,'0'0'64'0,"0"0"15"0,0 0-38 0,0 0-10 0,0 0 8 16,0 0-8-16,-71 54-24 16,71-8-3-16,0 4-1 15,4 3-2-15,10 2 1 0,1-2-2 16,6-5 1-16,6-4 1 15,4-15-1-15,6-6-1 16,5-10 2-16,6-13-2 16,-4 0 2-16,-1-21 3 15,-8-13 4-15,-4-10 26 16,-6-4 3-16,-10-6-9 16,-9-1 3-16,-6 1-9 15,-1 3-7-15,-29 8-7 16,-9 9-5-16,-11 10-4 15,-7 14-2-15,-6 6-30 0,-2 4-129 16,5 0-185-16,5 14-573 16</inkml:trace>
  <inkml:trace contextRef="#ctx0" brushRef="#br0" timeOffset="2214.89">9949 10078 1087 0,'0'0'59'0,"0"0"21"0,0 0-9 0,-41-119-22 0,21 98 23 0,-2 9-14 0,0 5-32 15,-2 7-5-15,1 0-9 16,4 11-3-16,3 9-8 15,11 2-1-15,5 7 0 16,7 10-2-16,30 5 1 16,11 4 0-16,5 4 1 15,-4-4 1-15,-4-1-1 16,-10-7 1-16,-12-6 0 0,-14-6 1 16,-9-6-1-1,0-4 0-15,-27-4 0 0,-9-4 1 16,-1-10-2-16,0 0 3 15,4-8 0-15,9-26-1 16,8-10-2-16,16-12 0 16,0-4-13-16,33-1-56 15,21 7-162-15,6 13-173 16</inkml:trace>
  <inkml:trace contextRef="#ctx0" brushRef="#br0" timeOffset="2732.09">10854 9865 928 0,'0'0'85'0,"0"0"100"0,0 0-26 0,0 0-64 0,0 0-32 0,0 0-31 16,-39-6-24-16,39 48-5 15,14 13 5-15,8-1-5 16,5-2 0-16,6-4-3 16,-2-4 0-16,0-8-1 0,-2-9-2 15,-2-15-13-15,-2-12-34 16,-3 0-11-16,0-14 17 15,-4-19 2-15,-2-6 25 16,-5-10 17-16,-7 1 2 16,-4 3 5-16,0 6 5 15,0 11 5-15,0 10 24 16,0 8 2-16,0 5-2 16,0 5-6-16,0 0-24 15,0 21 4-15,0 27-11 16,0 12 16-16,0 6 20 15,3 6-7-15,1-3-16 0,0-3 7 16,2-6 22-16,-2-11-41 16,2-10-5-16,1-9-15 15,7-5-1-15,7-12-55 16,6-7-221-16,4-6-195 16</inkml:trace>
  <inkml:trace contextRef="#ctx0" brushRef="#br0" timeOffset="3181.8">12197 9797 445 0,'0'0'441'0,"0"0"-347"0,0 0 74 0,0 0-110 0,0 0 5 16,0 0 35-16,-100-28-38 15,91 51-39-15,-3 9 2 16,4 6-10-16,1 1-6 16,3 6 9-16,2 3-13 15,2 1 5-15,0 1-1 16,0 1-5-16,17-7 0 15,12-3 0-15,7-12 2 16,7-12-2-16,-1-13 0 0,2-4 0 16,-1-10 2-16,-4-22 7 15,-1-12 16-15,-11-5 4 16,-7-5-1-16,-11-4-6 16,-9-2-8-16,0 0-7 15,-20 2-8-15,-12 7 0 16,-10 11-1-16,-7 10-21 15,-8 15-85-15,-15 6-169 16,-8 9-349-16</inkml:trace>
  <inkml:trace contextRef="#ctx0" brushRef="#br0" timeOffset="11798.3">12177 4073 428 0,'0'0'418'0,"0"0"-327"0,0 0 57 0,0 0-76 0,0 0-10 16,0 0-11-16,0 0-4 15,-114 1-21-15,108 20-11 16,-1 2 7-16,4 4 22 15,3 3-12-15,0-2-24 16,0 0 2-16,0 4-2 16,0-4-4-16,10-2 2 15,3-2-2-15,5-4 0 0,2-3 1 16,2-6-2-16,5-2-2 16,2-8-1-16,-2-1 1 15,0 0-1-15,-1-4 1 16,-4-9 0-16,-4-10 0 15,-2 0 1-15,-5-4-1 16,-4-3 1-16,-3-1-2 16,-4 2 1-16,0 2 1 15,0 3-2-15,0 1 4 16,-4-1-3-16,-8 1 2 16,-1 6-1-16,-3 0 1 15,3 4 0-15,-2 3-1 0,-1-1 3 16,1 5-1-1,-1 5-3-15,-3-2 1 0,4 3-2 16,-3 0-4-16,3 0 4 16,-2 0 3-16,3 0-2 15,0 6 1-15,1 5 0 16,0 0-2-16,-1 4 3 16,3 6-3-16,0 2 1 15,2 5 4-15,5 4-3 16,0 2-2-16,4 4 4 15,0-2-4-15,0-4 4 16,0-5-4-16,8-6 0 16,6-5 1-16,1-2 1 0,5-1-2 15,2-8 1-15,3-1 0 16,4-4 0-16,-3 0 1 16,1 0-2-16,0 0 1 15,-5-4-1-15,0-4 1 16,-3-3-2-16,-4-2 1 15,-1-3 0-15,-4-3 2 16,-1-6-1-16,-2-1 0 16,0-4-1-16,-5 0 1 15,-2 1-1-15,0 4 1 16,0 2 2-16,-9 3-2 16,-7 5 2-16,-4 0 0 0,-2 4-1 15,-4-2-1 1,-3 2-1-16,-5 1-1 0,-11 8-47 15,-10 2-222-15,-12 0-389 16</inkml:trace>
  <inkml:trace contextRef="#ctx0" brushRef="#br0" timeOffset="13982.08">11954 7597 256 0,'0'0'486'0,"0"0"-422"0,0 0 14 0,0 0-49 0,0 0-16 15,0 0-4-15,-13 3-5 16,42-3 0-16,2 0 0 16,1-3-4-16,-2-1-56 15,-5 1-80-15,-8-1-30 16,-8 4-20-16,-9 0-17 16</inkml:trace>
  <inkml:trace contextRef="#ctx0" brushRef="#br0" timeOffset="14116.03">11954 7597 35 0,'-25'69'45'0,"25"-67"152"0,0-2-166 15,10 0-8-15,17 0 8 16,6 0-16-16,11-8-15 16,1-3-116-16</inkml:trace>
  <inkml:trace contextRef="#ctx0" brushRef="#br0" timeOffset="16648.91">12295 9733 161 0,'0'0'577'0,"0"0"-470"0,0 0 4 0,0 0 7 0,0 0-58 0,-118-20 0 0,102 20-11 15,3 0-2-15,4 0 0 16,-2 0-23-16,2 5-6 16,-2 10 12-16,-2 3-9 15,1 5-5-15,1 3 7 16,0-1-6-16,5 7-5 15,-2 3 0-15,6-8-1 0,2 4-6 16,0-1 6 0,0 2-7-16,0-1 2 15,7-2-1-15,9-1 0 0,-1-2-3 16,3 1-1-16,0-4 1 16,-3 0 0-16,2-7-2 15,-2 0 1-15,1-4 1 16,-1-2-2-16,1-5 0 15,1-1 1-15,6-4-1 16,-2 0 0-16,7 0 0 16,-2-11 2-16,-1-8 0 15,-1-2 1-15,-1-3-2 16,-4-3-1-16,2-1 3 16,-5-4-2-16,-1 0 2 15,1-2-2-15,-7 1 1 0,-3 4 0 16,-4-1-1-16,-2 0 2 15,0 4-3-15,0 2 2 16,0 4-1-16,-13 3 2 16,2-1 2-16,-2 4-2 15,-1 0-2-15,-1 3-1 16,2 3 9-16,-3-1-6 16,1 3 3-16,-2 3 3 15,4-4-6-15,-3 5 2 16,1 0-2-16,-3 0 0 15,2 2 1-15,1-3 1 16,-1 3-4-16,1 0-1 0,2 0 4 16,-1 0 0-16,3 0 3 15,1 0-3 1,2 0-4-16,-1 5 4 0,-2 1 1 16,2-1-5-16,0 0 2 15,1 1-3-15,-3 1 3 16,3 1-2-16,2-2 2 15,-1 3-1-15,0 4-1 16,0 1 1-16,3 0 5 16,0 4-5-16,-1-3 0 15,3 4 0-15,0-1-1 16,2-3 1-16,0 2 0 16,0 1 0-16,0 0-1 0,0 0 1 15,0 3-1 1,0 0 2-16,11-3-1 0,-2-2-1 15,0-2 0-15,0-4 0 16,-1 0 1-16,1 0-1 16,5 0 0-16,-1 2 0 15,1-2 0-15,-1 1 0 16,1-4 1-16,1 1 0 16,3-2-1-16,1 1 0 15,2-3 0-15,4-4 0 16,4 0 0-16,0 0-2 15,-2 0 3-15,-2-8-3 16,0-6 4-16,-5-1-2 16,-4-3 0-16,0-2 0 0,-3-2 1 15,-2 0-1-15,0-2 0 16,-2 2 0-16,0 0-1 16,-6 2 1-16,-1-4-2 15,-2-1 2-15,0 2 1 16,0-4 0-16,-5 4 1 15,-9 1 2-15,-3-1-4 16,-3 5 1-16,-3 0-1 16,-6 4 1-16,2 2-2 15,-2 4 1-15,-2 2 0 16,-4 6 0-16,-1 0-5 16,-1 0-23-16,3 0-46 15,5 0-60-15,0 12-140 0,2 2-141 16</inkml:trace>
  <inkml:trace contextRef="#ctx0" brushRef="#br0" timeOffset="38667">5959 15637 899 0,'0'0'76'0,"0"0"46"0,0 0 49 0,0 0-100 0,0 0-5 15,0 0-18 1,0 0-25-16,-60-35 32 0,52 51-50 16,4 21 1-16,-1 9-4 15,5 9 2-15,0 0-2 16,0-1 0-16,21-4-1 15,12-2-1-15,7-7 0 16,12-8 0-16,4-4-33 16,6-15 27-16,0-7 5 15,3-7 1-15,-1 0 11 16,-1-21-3-16,-7-11-5 16,-8-9 4-16,-7-3-4 15,-14-6 5-15,-14-7 1 0,-13-6 3 16,0-4 23-1,-17 0-29-15,-20 6 4 0,-12 11 2 16,-9 14 8-16,-12 11 23 16,-7 10-28-16,-9 15 0 15,-2 0-13-15,6 0-2 16,11 15 0-16,20 10-2 16,12 1-3-16,17 15-8 15,11 9-33-15,11 12-78 16,0 17-50-16,4 7-191 15,21 8-312-15</inkml:trace>
  <inkml:trace contextRef="#ctx0" brushRef="#br0" timeOffset="38915.96">7048 16248 1174 0,'0'0'161'0,"0"0"-33"0,0 0-103 0,0 0-20 15,0 0 34-15,-9 161-34 16,-11-85-5-16,0 4-55 0,-6-3-172 15,-1-10-286 1</inkml:trace>
  <inkml:trace contextRef="#ctx0" brushRef="#br0" timeOffset="39348.6">7661 15651 355 0,'0'0'647'0,"0"0"-566"16,0 0 140-16,0 0-80 15,0 0-58-15,0 0 8 16,-45-68-31-16,40 109-29 15,1 20-5-15,0 10-16 0,4 6-9 16,0-5-1 0,0-1-3-16,4-7-13 0,19-6-127 15,10-14-164-15,7-13-253 16</inkml:trace>
  <inkml:trace contextRef="#ctx0" brushRef="#br0" timeOffset="39549.08">8309 16218 1017 0,'0'0'106'0,"0"0"-51"16,0 0 59-16,0 0-97 15,-9 138-13-15,-15-79-4 16,-5 11-12-16,-5-6-249 15,4-12-534-15</inkml:trace>
  <inkml:trace contextRef="#ctx0" brushRef="#br0" timeOffset="40031.89">8866 15927 403 0,'0'0'617'16,"0"0"-606"-16,54-112 48 0,-19 99-23 15,-4 13-6-15,-2 13 1 16,-4 33-4-16,-3 16 2 16,-6 8 12-16,-10 3-41 15,-6-8 3-15,-6-2 12 16,-25-7-4-16,-9-8 2 15,-1-8-1-15,1-10 23 16,3-5-16-16,10-9 9 16,8-10 5-16,11-3 12 15,8-3-6-15,0 0-11 16,0 0-19-16,36-9-3 16,28-9 9-16,19 1-15 15,10 8-39-15,1 5-244 0,-9 4-23 16,-12 4-318-1</inkml:trace>
  <inkml:trace contextRef="#ctx0" brushRef="#br0" timeOffset="40215.8">9671 16506 416 0,'0'0'650'0,"0"0"-525"16,0 0 15-16,0 0-108 15,0 0-2-15,-36 119 21 16,34-71-12-16,2 1-37 0,0 9-2 16,-3-1-133-1,-8 2-374-15</inkml:trace>
  <inkml:trace contextRef="#ctx0" brushRef="#br0" timeOffset="40748.65">10185 16110 857 0,'0'0'50'0,"0"0"39"0,-58-114-23 16,58 81-30-16,2 1 20 15,29 6-2-15,9 8-8 16,8 8-5-16,-4 10 25 16,-4 2-49-16,-8 32-15 15,-5 7 1-15,-15 9 6 16,-9-2-9-16,-3 2 10 15,-15-6-6-15,-22-9-1 16,-5-2-1-16,2-7-1 16,5-8-1-16,10-9 1 0,11-5 0 15,10-4-1-15,4 0-24 16,12 0-62-16,27 0 86 16,17-4 3-16,3 4 2 15,3 4 1-15,-12 15 2 16,-7 3 31-16,-15-1 9 15,-14-2 13-15,-14 3-14 16,-2 1 41-16,-38 7-61 16,-18-6-16-16,-12-7-4 15,-1-8 0-15,5-9-7 16,8-4-8-16,15-18-25 16,15-2-96-16,14-2-218 15,14 12-501-15</inkml:trace>
  <inkml:trace contextRef="#ctx0" brushRef="#br0" timeOffset="40948.65">10947 16727 1405 0,'0'0'43'0,"0"0"-6"0,0 0-37 0,0 0-3 0,-18 110-3 0,18-68-58 16,0 3-187-16,0-5-273 0</inkml:trace>
  <inkml:trace contextRef="#ctx0" brushRef="#br0" timeOffset="41398.31">11459 15919 1080 0,'0'0'9'0,"0"0"38"15,0 0 107-15,0 0-67 16,0 0-13-16,-115-6-46 0,115 51-22 15,0 10 4 1,28 6 0-16,17-4-8 16,9-7 1-16,3-8-3 0,1-11-12 15,0-9-14-15,0-14-34 16,-4-8-14-16,-8 0-8 16,-7-26 16-16,-8-6 59 15,-14-13 7-15,-6 6 5 16,-6 3 60-16,-5 9-9 15,0 6 21-15,0 11 9 16,0 5-3-16,0 5-14 16,0 0-28-16,0 11-24 15,0 27 2-15,0 16 11 0,9 8-12 16,4 1-8-16,-1 4-6 16,-1 4-4-16,-3-3-8 15,-6 3-72-15,-2-8-390 16</inkml:trace>
  <inkml:trace contextRef="#ctx0" brushRef="#br0" timeOffset="41581.78">12843 16651 582 0,'0'0'831'0,"0"0"-798"0,0 0-33 0,0 0 0 0,0 0-13 16,-73 111-49-16,35-65-163 15,0-2-467-15</inkml:trace>
  <inkml:trace contextRef="#ctx0" brushRef="#br0" timeOffset="41898.75">13734 16026 1131 0,'0'0'0'16,"0"0"0"-16,0 0 12 15,0 0-6-15,-131 58 13 16,129-18 90-16,2 9-58 16,31 4 15-16,17 1 12 15,0-5-24-15,-11-4-25 16,-12-8-7-16,-18-7 26 16,-7-4-46-16,-25-4-2 15,-21-5-133-15,-12-2-180 16,0-15-153-16</inkml:trace>
  <inkml:trace contextRef="#ctx0" brushRef="#br0" timeOffset="42031.85">13647 16074 903 0,'0'0'105'15,"145"-70"5"-15,-58 38-78 16,3 9-32-16,-13 10-124 15,-12 13-582-15</inkml:trace>
  <inkml:trace contextRef="#ctx0" brushRef="#br0" timeOffset="42182.78">14237 16798 1158 0,'0'0'73'0,"0"0"7"15,0 0-80-15,-39 126-5 16,34-96-183-16,-1-8-258 16</inkml:trace>
  <inkml:trace contextRef="#ctx0" brushRef="#br0" timeOffset="42564.95">15357 15940 1238 0,'0'0'92'0,"0"0"-92"16,0 0-16-16,0 0 7 16,0 0 9-16,0 0 20 15,-143 19 11-15,109 58-21 16,16 11 0-16,18 2-3 15,0 2-7-15,29-11-3 16,18-13-3-16,14-24 5 0,3-18 1 16,3-20 2-1,-3-6 10-15,-8-14-1 16,-9-26 14-16,-19-8 16 16,-11 2 2-16,-17-3 0 0,0 13-11 15,-32 14 3-15,-19 17-1 16,-12 5-30-16,-10 2-4 15,2 31-53-15,9 8-99 16,8 9-241-16,17 0-366 16</inkml:trace>
  <inkml:trace contextRef="#ctx0" brushRef="#br0" timeOffset="42715.49">15760 16681 1255 0,'0'0'63'0,"0"0"75"16,0 0-117-16,0 0-21 16,42 105-156-16,-42-57-172 15,-9 5-421-15</inkml:trace>
  <inkml:trace contextRef="#ctx0" brushRef="#br0" timeOffset="43033.47">16074 15963 179 0,'0'0'859'0,"0"0"-774"15,8-121 43-15,29 104-50 16,7 17 17-16,10 12-8 16,4 43-7-16,4 21-15 15,-7 14-41-15,-12 4-4 16,-10 2-7-16,-12-6-9 16,-8-10-3-16,-7-7-1 15,-4-10-2-15,-2-19-11 0,0-15-52 16,0-8-174-16,0-14-278 15</inkml:trace>
  <inkml:trace contextRef="#ctx0" brushRef="#br0" timeOffset="43201.77">16061 16473 1111 0,'0'0'152'16,"0"0"-41"-16,142-85-99 15,-26 45 3-15,27-6-3 16,11 2-12-16,14 9-32 0,7 4-413 16</inkml:trace>
  <inkml:trace contextRef="#ctx0" brushRef="#br0" timeOffset="43481.94">17451 16556 1004 0,'0'0'185'0,"0"0"-62"15,0 0 21-15,0 0-38 16,0 0-35 0,73 107-33-16,-55-65-25 0,-5 7-13 15,-1 5-32-15,-8-2-270 16,-4-2-355-16</inkml:trace>
  <inkml:trace contextRef="#ctx0" brushRef="#br0" timeOffset="43915.06">18549 16248 1315 0,'0'0'0'15,"27"-106"-5"-15,-27 51-22 16,-9 2 16-16,-35-4 11 15,-10 16 18-15,0 10 17 16,3 18-10-16,-4 13 2 16,-1 0 21-16,0 17-27 15,7 14 0-15,15 6-16 16,21 12-5-16,13-1 0 16,25 2-1-16,30-1-11 15,21 1 12-15,11 7 0 16,7 1 4-16,-5 1-1 15,-13 3-3-15,-25-12 5 0,-22-3-2 16,-22-10 1-16,-7-11 4 16,-25-8 3-16,-19-9 0 15,-4-9 2-15,2 0 19 16,5-19 8-16,8-19-5 16,14-12 0-16,11-16-35 15,8-6-1-15,21 5-12 16,30 17-76-16,7 18-150 15,2 20-72-15,-5 12-241 16</inkml:trace>
  <inkml:trace contextRef="#ctx0" brushRef="#br0" timeOffset="44066.41">18910 16902 760 0,'0'0'372'0,"-17"106"-248"15,7-58-87-15,2-6-37 16,-5-2-45-16,-10-1-190 16,0-7-507-16</inkml:trace>
  <inkml:trace contextRef="#ctx0" brushRef="#br0" timeOffset="44532.38">20192 16293 147 0,'0'0'693'0,"0"0"-679"15,17-159 21-15,-37 99 90 16,-23-2-11-16,-7 8-22 15,-4 14 49-15,-2 18-40 16,-2 9-18-16,-2 13-56 16,0 13 8-16,7 22-12 0,12 24-13 15,20 5-10-15,21 2-9 16,0-5 6-16,42-8-23 16,20-3 1-16,13-13-2 15,6-11-4-15,-1-17 9 16,-2-9 22-16,-9-4 13 15,-9-24-9-15,-11-8 2 16,-16-4 2-16,-14 15 5 16,-13 10 12-16,-3 11 27 15,-3 4 10-15,0 27-12 16,2 53-16-16,4 36-5 16,1 13-13-16,2 11-14 15,2-6-2-15,-4-6-28 0,-7-2-178 16,-11-1-449-1</inkml:trace>
  <inkml:trace contextRef="#ctx0" brushRef="#br0" timeOffset="47131.84">10775 14941 716 0,'0'0'40'0,"10"-125"111"0,-10 98-25 0,0 12-26 0,0 15 97 15,0 0-92-15,0 0-41 0,-12 50-34 16,-12 37 0-16,-10 39-22 16,-6 42 42-16,-5 41 2 15,-5 32-32-15,-15 40-6 16,-13 27-9-16,-11 9-5 15,-11-12-2-15,-3-16 2 16,2-43 3-16,8-41 0 16,15-31 3-16,16-31-5 15,13-31-1-15,20-24 0 16,16-30-17-16,13-30-57 16,15-28-69-16,34-17-146 0,14-38-77 15,1-21-1 1</inkml:trace>
  <inkml:trace contextRef="#ctx0" brushRef="#br0" timeOffset="48150.78">12373 14959 685 0,'0'0'44'0,"0"0"24"0,9-107 7 0,-9 98-11 0,0 9 57 0,0 0-13 15,-7 22 5-15,-17 42-57 16,-14 38-38-16,-12 44-5 16,-4 29 17-16,-12 21-6 15,-9 17-10-15,-6 2-9 16,-6-1 1-16,-1-3-6 15,1-14 6-15,6-15-4 16,8-22 4-16,13-16-3 16,6-23 0-16,12-22 0 15,13-20-2-15,9-17-1 0,13-21-5 16,7-14-46-16,0-14-65 16,2-9-13-16,21-4-20 15,-1 0-86-15,-2-22-37 16</inkml:trace>
  <inkml:trace contextRef="#ctx0" brushRef="#br0" timeOffset="49199.88">9820 14913 707 0,'0'0'64'0,"0"0"55"0,0 0-18 0,0 0-1 0,0 0 4 16,0 0 38-1,-87-45-68-15,38 139-65 0,-11 46-5 16,-10 42 18-16,-3 24 3 16,-5 20-2-16,-11 17-5 15,-10 16-10-15,-11-4-2 16,-4-10-6-16,7-21 2 16,11-33-1-16,18-25 0 15,11-28-1-15,14-27-5 16,9-22-7-16,12-26-8 15,14-23 2-15,14-22-22 16,4-18-40-16,19 0-160 16,22-32-5-16,5-20-196 15</inkml:trace>
  <inkml:trace contextRef="#ctx0" brushRef="#br0" timeOffset="49936">7253 14624 630 0,'0'0'15'0,"0"0"126"0,0 0 6 0,0 0-41 0,0 0-39 0,-149 59-41 16,55 30 49-1,-15 44-39-15,-16 31 15 0,-13 39-17 16,-18 19 1-16,-11 11-9 16,-6-6-5-16,5-8 7 15,14-13-5-15,16-20-5 16,8-20 8-16,13-18-11 16,16-29-12-16,17-15-3 15,26-19 1-15,25-23-2 16,12-18-6-16,21-20-53 15,0-16-24-15,36-8-62 16,24-14 24-16,13-30-143 16,12-11-494-16</inkml:trace>
  <inkml:trace contextRef="#ctx0" brushRef="#br0" timeOffset="51683.12">18732 14734 816 0,'0'0'82'0,"0"0"-39"0,0 0-15 0,0 0 34 15,0 0 12-15,-42 181 45 16,-10-9-42-16,-19 53-27 16,-10 37 20-16,-7 20-2 15,-11 14-27-15,1-7 22 16,-8-21-38-16,-4-23-9 16,6-31-6-16,13-27-4 0,17-34-6 15,21-27-1 1,16-29-8-16,11-30-75 0,10-27-47 15,10-22-66-15,2-18-45 16,-1 0-303-16</inkml:trace>
  <inkml:trace contextRef="#ctx0" brushRef="#br0" timeOffset="66582.08">13420 17513 1245 0,'0'0'138'0,"0"0"-35"0,0 0-93 0,0 0 4 0,0 0 7 0,140 0 12 16,-74 0-16-16,-2-5-10 15,-6-8-7-15,-12-1-5 16,-14 5-80-16,-19 0-135 16,-13 5-33-16,-5 4-4 15,-32 0-191-15</inkml:trace>
  <inkml:trace contextRef="#ctx0" brushRef="#br0" timeOffset="66734.73">13429 17543 568 0,'0'0'177'0,"0"0"-15"0,0 0-73 15,0 0-47-15,0 0-11 16,0 0-3-16,118 67 28 16,-33-67-45-16,13-17-8 15,2 0-3-15,0 3-49 16,-7-5-92-16,-12 2-331 16</inkml:trace>
  <inkml:trace contextRef="#ctx0" brushRef="#br0" timeOffset="69915.73">12357 9718 813 0,'0'0'64'0,"0"0"78"0,0 0-86 0,0 0-4 0,0 0-6 15,0 0 9-15,-113-29-20 16,101 31-10-16,2 12-14 16,-1 7 9-16,1 9 10 15,1 1-9-15,5 10-1 16,0-1 4-16,0-1-7 0,4 4-1 15,0-3-4-15,0-2-4 16,0-2-4-16,12 0 0 16,11-5-2-16,4-4-1 15,2-3 1-15,-1-6-1 16,-2-6 0-16,2-6 0 16,1-6-1-16,0 0 1 15,2-11 3-15,2-20-3 16,1-1 3-16,-3-2-3 15,-2-4 1-15,-4 0-1 16,-9 0 0-16,-10-2 4 16,-4-3-2-16,-2-1 3 0,0 0 7 15,-12-2-3 1,-9 6-2-16,-8 2-1 0,-4 8-3 16,-5 8 1-16,-7 5-5 15,-5 14-1-15,0 3-3 16,-4 3-33-16,2 24-90 15,6 3-93-15,1 2-226 16</inkml:trace>
  <inkml:trace contextRef="#ctx0" brushRef="#br0" timeOffset="77415.07">10840 10961 805 0,'0'0'277'0,"0"0"-147"0,0 0-60 0,0 0-63 0,0 0-6 15,0 0 9-15,47 0 1 16,13-4-7-16,-3-7-4 16,-5 2-11-16,-7-2-41 15,-11 3-73-15,-13 4 0 16,-16 2-39-16,-5 2-68 15,-14 0 2-15</inkml:trace>
  <inkml:trace contextRef="#ctx0" brushRef="#br0" timeOffset="77532.48">10969 10972 4 0,'0'0'341'15,"0"0"-203"-15,0 0 4 16,0 0-33-16,0 0-29 16,0 0-57-16,-56 54 12 15,119-54-7-15,15 0-28 16,11-15-56-16,3-9-196 15,-10-1-180-15</inkml:trace>
  <inkml:trace contextRef="#ctx0" brushRef="#br0" timeOffset="79033.95">11130 4673 749 0,'0'0'9'0,"0"0"29"16,0 0 5-16,0 0-18 15,0 0 12-15,0 0-5 16,-9-13-13-16,9 13-17 16,0 0-2-16,0 0-16 15,0 0-15-15,0 0-38 16,0 0-70-16,0 0-93 15</inkml:trace>
  <inkml:trace contextRef="#ctx0" brushRef="#br0" timeOffset="81952">12861 6592 453 0,'0'0'103'0,"0"0"36"0,0 0-23 0,-116 33-22 0,96-27 2 0,7-2-19 15,8-3 11-15,5-1-44 16,0 0-24-16,0 0-14 16,18 0 1-16,20 0 0 15,15-5-6-15,7-7-1 16,0 0-58-16,-12 2-3 15,-14 4-61-15,-10 1-8 16,-16 5-16-16,-8 0-66 16,0 0 16-16</inkml:trace>
  <inkml:trace contextRef="#ctx0" brushRef="#br0" timeOffset="82082.06">12861 6592 260 0,'-101'97'109'0,"77"-91"-19"0,11-2 14 16,8-1-31-16,5-3-27 15,0 0-22-15,18 0-5 16,18 0 36-16,12 0-48 16,8-5-7-16,2-8-144 15,0-4-143-15</inkml:trace>
  <inkml:trace contextRef="#ctx0" brushRef="#br0" timeOffset="90131.81">12471 6161 813 0,'0'0'97'0,"0"0"53"0,0 0-19 0,0 0-64 0,0 0 18 15,0 0-8-15,0 0-30 16,-60-79-16-16,26 83-6 16,1 20-17-16,0 10 0 15,2 2-5-15,6 6-3 16,4 0-1-16,11 4 1 0,8 0 0 15,2-2-2-15,6-2 0 16,23-5-11-16,7-7-20 16,4-10-47-16,2-10 9 15,0-7 27-15,-1-3 15 16,-10 0 9-16,-7-6 7 16,-6-9 13-16,-7-5 3 15,-6-2 0-15,-5 0-1 16,0-3 10-16,0 6-4 15,-18 3 14-15,-2 1 1 16,0 7-7-16,-5 4 0 16,-1 4 1-16,1 0 8 0,-2 0-15 15,5 15-10-15,2 3-2 16,7 4-5-16,6 3-33 16,5 6-95-16,-1-3-184 15,1-6-241-15</inkml:trace>
  <inkml:trace contextRef="#ctx0" brushRef="#br0" timeOffset="90599.12">12496 6377 536 0,'0'0'354'0,"0"0"-312"0,0 0-12 0,0 0-30 0,0 0-61 0,0 0-111 16,22-33-481-16</inkml:trace>
  <inkml:trace contextRef="#ctx0" brushRef="#br0" timeOffset="90886">12440 4201 42 0,'0'0'46'0,"0"0"-46"16</inkml:trace>
  <inkml:trace contextRef="#ctx0" brushRef="#br0" timeOffset="92148.57">12369 9695 286 0,'0'0'547'0,"0"0"-452"0,0 0-18 0,0 0-10 0,0 0-4 16,0 0 37-16,-81-26-23 15,70 26 3-15,-3 0-37 16,-5 0-18-16,-3 20-5 16,-5 10-12-16,0 8 4 15,2 5 2-15,4 3-4 16,4 2 2-16,4-4-2 15,7-2-4-15,6 0-1 16,0-4 4-16,2-2-7 16,20 0-1-16,5-6 5 15,4-4-2-15,4-6-2 0,2-10-1 16,-4-6 1-16,0-4 0 16,1 0 1-16,1-10 5 15,1-15-1-15,-3-8-1 16,0-4 5-16,-1-2-2 15,-6-2 1-15,-3-6-2 16,-6 1 2-16,-7 2-6 16,-10 1 4-16,0 4 8 15,-16-1-11-15,-15 4-3 16,-9 3-2-16,-5 6 0 16,-6 13 0-16,-5 8-6 15,-4 6-41-15,-2 6-119 0,-5 21-260 16,0 3-335-16</inkml:trace>
  <inkml:trace contextRef="#ctx0" brushRef="#br0" timeOffset="94349.19">10666 3940 223 0,'0'0'658'0,"0"0"-568"0,0 0 84 0,0 0-78 15,0 0-6-15,0 0-6 16,0 0-16-16,-14-88-31 16,14 88-1-16,0 0-15 15,0 0-2-15,-1 0-3 16,-8 19-5-16,-1 13 7 16,0 5-6-16,-3-1-6 15,3-2 0-15,2-3-5 16,-3-4 0-16,1 0 1 15,2-8 2-15,1-5-4 16,5-3-2-16,2-4-1 16,0 0 2-16,0-1-9 0,6-1 6 15,17-1-2 1,10 1 0-16,4-1-4 0,8-4-9 16,0 0 3-16,-7 0-1 15,-5 0 2-15,-9-4-2 16,-10-2-5-16,-7-2 11 15,-5-3 8-15,-2 0 3 16,0-3 1-16,-2-2 1 16,-12 4-2-16,-1 1 3 15,3 1-2-15,2 2 4 16,3 2-1-16,5 5 0 16,0-1 5-16,2 2-1 15,0 0-1-15,0 0-1 16,0 0-1-16,0 0 2 15,0 0-5-15,0 0 3 16,0 0-2-16,0 0 1 0,0 0-3 16,0 0 3-16,0 0-3 15,0 7 3-15,0 11 0 16,0 3 2-16,0 3 2 16,0-3-1-16,0 6 0 15,0 2 0-15,0 1 2 16,0 1-1-16,0-1-1 15,0 0 0-15,0 2-2 16,0-3-1-16,0 2 0 0,0-7 0 16,0-4-3-1,0-3 1-15,0-6-1 0,0-1 1 16,0-6 0-16,0-1-2 16,0-3 0-16,0 0 1 15,0 0-1-15,0 0 2 16,0 0 2-16,0 0-3 15,0 0 2-15,0 0-1 16,0 0-2-16,0 0 1 16,0 0-2-16,0 0 1 15,0 0-14-15,0 0-95 16,0 0-158-16,0 0-156 16</inkml:trace>
  <inkml:trace contextRef="#ctx0" brushRef="#br0" timeOffset="95281.82">10659 3900 499 0,'0'0'102'0,"0"0"39"0,0 0-48 0,0 0-7 0,0 0 44 15,0 0-61-15,0-29-20 16,0 29-5-16,-10 17-4 16,-11 16-13-16,0 12-6 15,0-1-6-15,3-1 7 16,5-5-16-16,3-6 2 16,6-4-4-16,4-8-1 15,0-5 0-15,0-3-3 16,18-3 2-16,18-5-1 15,13-4 3-15,4 0-2 16,3 0 0-16,-11-8-2 16,-14-3 0-16,-9 4-10 15,-13-1-31-15,-6-1 31 0,-3 2 9 16,0-3 1-16,-5-4-6 16,-13 1 2-16,5 3 2 15,-3 0 2-15,7 4 2 16,3 0-1-16,4 2 2 15,2 4-3-15,-2-1 4 16,2 1 1-16,0 0 0 16,0 0 4-16,0 0 0 15,0 11 12-15,0 15-5 16,0 11 15-16,0 3-9 16,0 5 1-16,0 1-2 15,0 1-3-15,0-2 2 0,0-6-8 16,0-5 3-16,0 1-2 15,0-7-5 1,2-6 0-16,0-3-3 0,-2-7-1 16,2-1-2-16,-2-7-1 15,0-2 0-15,0 0 0 16,0-2 1-16,0 0-1 16,0 0-1-16,0 0-2 15,0 0-24-15,2-16-145 16,0-14-181-16,-2-2-442 15</inkml:trace>
  <inkml:trace contextRef="#ctx0" brushRef="#br0" timeOffset="96566.2">15631 5895 881 0,'0'0'86'0,"0"0"-49"0,0 0 47 0,0 0-36 15,0 0 33-15,-116-46 35 16,105 18-43-16,3-7-34 16,8 4 3-16,0-2-24 15,3 6-13-15,19 0 5 16,9 7-10-16,5 8 7 15,-1 8-6-15,0 4 7 0,-7 0-8 16,-6 15 2-16,-4 13-1 16,-5 6 2-16,-10 5 4 15,-3 4-2-15,0 1 0 16,-27-4 2-16,-9-2 3 16,-6-4 6-16,-5-2 3 15,-1-8-7-15,0-2 2 16,8-8-2-16,5-1-4 15,12-5 2-15,13-4-4 16,2-2-3-16,8-2-1 16,0 0-1-16,0 0-1 15,25 0 0-15,16 1 7 0,9-1-2 16,4 0-2-16,2 0-1 16,0 0-1-16,-1 0 0 15,-4 0 2-15,-7 0-3 16,-7-3 0-16,-13-9 0 15,-6-5-28-15,-7-2-84 16,-9-8-192-16,-2-1-28 16,0-2-255-16</inkml:trace>
  <inkml:trace contextRef="#ctx0" brushRef="#br0" timeOffset="97215.56">15849 5388 583 0,'0'0'206'0,"0"0"-107"0,0 0 52 0,-81-110-36 0,59 88-41 0,0 4-13 16,0 3 14-16,-3 5 20 15,0 4-27-15,-7 2-55 16,0 4-3-16,1 0 12 15,-3 0-8-15,-2 8-11 16,1 10 12-16,0 9-6 16,-6 6-1-16,1 14 1 0,3 3 2 15,-1 4-1 1,5 3 0-16,4-4-2 0,2 6-3 16,4 3 0-16,5 2-2 15,7 2 2-15,7 0-2 16,4-2-2-16,0-3 3 15,2-1-3-15,21-2 1 16,5-2 2-16,6-2-4 16,8-2 2-16,7-2-2 15,4-5 0-15,5-8 1 16,2-5 0-16,0-9 0 16,5-11 0-16,-3-8 1 15,-1-4 0-15,-6 0 0 16,-1-8 0-16,-8-12 0 0,-1-6 1 15,0-4 3-15,0-5-2 16,-2-5-1-16,1-2 32 16,-6-6-27-16,-7-2-3 15,-7 0 7-15,-6-4-7 16,-10-1 23-16,-8-1-19 16,0-2-1-16,-2 2 0 15,-19-2-3-15,-11 0-1 16,-3-2-4-16,-6-5 0 15,-3 0-1-15,-8-2 1 16,-6 3-3-16,-10 4-36 16,-20 10 9-16,-14 16-81 15,-20 17-85-15,-13 17-130 0,-7 0-254 16</inkml:trace>
  <inkml:trace contextRef="#ctx0" brushRef="#br0" timeOffset="98532.2">10746 9671 822 0,'0'0'136'0,"0"0"36"0,0 0-80 0,0 0-24 0,0 0 16 0,0 0-22 16,-13-34-27-16,13 34-6 15,0 0-10-15,5 31-1 16,3 13 11-16,-1 13 1 16,-3 6-1-16,-4-1-8 0,0 0-12 15,2-4-1 1,6-8-3-16,5-6-3 0,9-9-1 15,7-10-1-15,5-6-3 16,-1-12 3-16,0-7 2 16,-1 0-2-16,-3-10 0 15,-5-16-3-15,-4-12 3 16,-6-6-2-16,-8-6-1 16,-6 0 3-16,0 6 5 15,0 4-4-15,0 10 1 16,0 8 0-16,-2 7-2 15,-2 9 4-15,1 2 2 16,1 4 7-16,2 0-8 16,0 0-1-16,0 0-3 0,0 0 0 15,0 0-1-15,-2 14 1 16,2 16-1-16,0 11 5 16,0 8 1-16,0 2 1 15,0 9 36-15,0 8-30 16,2 3 6-16,9 1 18 15,0-5-19-15,0-6-13 16,0-3 8-16,-2-8-7 16,1-7-5-16,-2-11 3 15,-3-5-4-15,-3-7 1 16,0-5-3-16,-2-6-3 16,0-3-44-16,0-6-44 0,0 0-33 15,-2-31-95-15,-23-19-118 16,-8-13-145-16</inkml:trace>
  <inkml:trace contextRef="#ctx0" brushRef="#br0" timeOffset="99082.84">10744 9813 837 0,'0'0'101'0,"0"0"82"0,0 0-98 0,0 0-14 16,0 0 1-16,0 0-39 0,-4-17-15 16,4 24-10-1,6 23 9-15,11 9 9 0,0 7-10 16,1-1-10-16,1 2-3 16,4-3 0-16,2-4-2 15,2-3-1-15,4-10 0 16,2-7 0-16,-2-10-4 15,0-10 3-15,-4 0-1 16,-7-10-7-16,-2-19 2 16,-7-8 7-16,-7-5-1 15,-4-4 1-15,0 0 1 16,0 2-1-16,0 6 2 16,0 7-1-16,-2 12 2 15,-2 5 6-15,1 6 0 0,3 5 11 16,0 1-1-16,0 2 0 15,0 0-5 1,0 0-9-16,0 0-1 16,0 21 3-16,0 15 1 0,0 14 31 15,7 8-6-15,3 8-13 16,-2 6 5-16,-1-1 2 16,2-3 33-16,0-8-38 15,-3-6-8-15,-1-11-9 16,-1-10-2-16,0-9-1 15,-1-6 1-15,-3-8-3 16,3-4-4-16,-3-2-30 16,0-4-72-16,0 0-69 15,-8-28-133-15,-18-20-288 16</inkml:trace>
  <inkml:trace contextRef="#ctx0" brushRef="#br0" timeOffset="99664.68">10802 9762 952 0,'0'0'82'0,"0"0"51"0,0 0-66 0,0 0-4 16,0 0-9-16,0 0-28 15,-10-23-14-15,10 23-3 16,0 21 0-16,0 12 5 15,0 6 9-15,0 3-3 0,2 2-13 16,2 1-6-16,7-1 5 16,3 0-6-16,3-2 0 15,6-9-4-15,1-6 3 16,7-8-3-16,5-7-5 16,2-12-35-16,-1 0-4 15,-3-9 14-15,-5-23-2 16,-9-5 20-16,-5-9 12 15,-3-2 4-15,-10-2-1 16,-2 0 1-16,0 7 2 0,0 7 2 16,0 9 1-1,-2 8 18-15,-2 6-5 0,1 4 2 16,1 4 10-16,2 5 2 16,0 0-6-16,0 0-5 15,0 5-14-15,0 31 3 16,0 14 5-16,0 21 18 15,0 8-4-15,0 13 2 16,0 3 23-16,0-2-28 16,0-11-7-16,0-16-6 15,7-12-11-15,-1-16 5 16,-2-12-7-16,1-10-1 16,-5-10-5-16,2-4-5 15,-2-2-91-15,0-14-48 16,0-28-65-16,0-20-108 0,-24-10-211 15</inkml:trace>
  <inkml:trace contextRef="#ctx0" brushRef="#br0" timeOffset="100432.17">10813 9691 753 0,'0'0'77'0,"0"0"101"0,0 0-88 0,0 0-36 0,0 0-2 0,0 0-22 16,-9 6-18 0,9 36 2-16,5 8 14 0,1 3-9 15,4-1-8-15,-1-2-4 16,3-8-1-16,7-2-1 16,3-6-4-16,4-7-1 15,5-10 0-15,6-7-5 16,3-10 4-16,-5 0-3 15,-2 0-12-15,-6-21-7 16,-6-8 20-16,-8-5 3 16,-2-6 0-16,-4-4-1 15,-5-2 3-15,-2 3-1 16,0 10 0-16,0 6 12 16,0 11 6-16,0 9 2 0,0 1 32 15,0 6 15 1,-2 0-20-16,2 0-26 15,0 10-12-15,-2 27-2 0,-3 22-1 16,2 16 10-16,3 6 7 16,0 7 3-16,0 1 0 15,0-3-1-15,10-10 29 16,5-14-8-16,-1-14-28 16,0-9-2-16,-4-11-13 15,-3-12 3-15,-3-9-4 16,-1-2-3-16,-3-4 1 15,0 2 4-15,0-2-5 16,0-1 6-16,0 0-2 0,0 0 26 16,0 0-22-16,0 0-2 15,0 0 1-15,0 0-4 16,0 0 4-16,0 0-5 16,0 0 1-16,0 0-1 15,0 0-1-15,0 0 1 16,0 0-1-16,0 0 6 15,0 0-7-15,0 0 5 16,0 0-3-16,0 0 3 16,0 0-2-16,0 0 4 15,0 0-7-15,0 0 1 16,0 0 2-16,0 0-3 0,0 0 3 16,0 0-3-1,0 0 0-15,0 0-1 16,0-5-7-16,-5-6-27 0,-7-1-66 15,0-4-103-15,3-7-59 16,-1-8-64-16,-1-11-681 16</inkml:trace>
  <inkml:trace contextRef="#ctx0" brushRef="#br0" timeOffset="103198.67">9215 6003 946 0,'0'0'60'0,"0"0"34"0,0 0-69 0,0 0-14 15,0 0 14-15,154-48 5 16,-82 29-17-16,-3 6 34 15,-9 3-34-15,-16 4-7 16,-15 2-6-16,-17 4 0 16,-12 0-1-16,-12 0-39 15,-34 0-3-15,-16 14 8 16,-8 3 35-16,1 2 0 0,9-2 9 16,9-2 2-16,10-3-2 15,16-3 13-15,17-8-2 16,8 2-4-16,0-3-14 15,27 0-2-15,22 0 1 16,14-11 42-16,6-7-41 16,-6-2 1-16,-2 2-1 15,-17 6 9-15,-19 3 43 16,-13 4-26-16,-12 5-18 16,-20 0 27-16,-36 0-23 0,-15 6-11 15,-10 14-3 1,8-2 2-16,11-1-1 15,12-3 6-15,19-7-7 0,15-3 8 16,16-4-6 0,0 0-2-16,39 0 0 0,21-1 1 15,15-20 1-15,8 1-1 16,-5 0 1-16,-7 4-2 16,-19 4 23-16,-21 4 24 15,-14 6-22-15,-17 2-15 16,0 0 19-16,-35 0 13 15,-25 10-34-15,-9 11-8 16,2-2 0-16,11 0 1 16,13-6 5-16,14-3-6 15,12-3-2-15,10-6 2 0,7-1-6 16,7 0-3-16,28 0 9 16,13-1 0-16,7-13 2 15,0-4 0-15,-1 1-1 16,-2 3 1-16,-12 0 4 15,-16 5 9-15,-10 4 1 16,-10 3-8-16,-4 2-2 16,0 0 1-16,-22 0-4 15,-19 0-3-15,-7 8-3 16,-2 4 1-16,6-2 1 16,6 0 1-16,6-2 3 15,9 1-3-15,2-5-1 0,10-2 0 16,6-1-3-16,1-1-14 15,4 0-9-15,0 0-15 16,0 0 10-16,0 0 7 16,0 0 7-16,0 0 12 15,0 0 4-15,0 0 2 16,0 0 0-16,0 0 1 16,12 0 1-16,5 0 0 15,5 0-2-15,1-1 0 16,-1-4 2-16,2 1-2 15,-8 0-1-15,-1 4-3 16,-3 0-112-16,-12 0-184 16,0 0-344-16</inkml:trace>
  <inkml:trace contextRef="#ctx0" brushRef="#br0" timeOffset="104873.92">15517 6603 1034 0,'0'0'75'0,"0"0"46"0,0 0 11 0,0 0-93 0,0 0-29 0,0 0 13 16,80 12 43-16,23-12-30 15,11-10-26-15,1-6-5 16,-1-2 3-16,-12 0-8 16,-19 6 3-16,-32 5-3 15,-29 1-21-15,-22 6-56 16,-15 0 9-16,-50 0-69 0,-28 14-50 16,-17 13 78-1,-6 1 63-15,5-2 36 0,11-4 10 16,17-1 4-16,27-8 36 15,29-3 39-15,27 0-31 16,12-2-40-16,51-4 9 16,26-4 32-16,22 0 32 15,15-9-73-15,9-9-4 16,0-5 1-16,-14 3-5 16,-26-2 0-16,-34 0-156 15,-41 4-484-15</inkml:trace>
  <inkml:trace contextRef="#ctx0" brushRef="#br0" timeOffset="105733.75">9704 10830 1091 0,'0'0'101'0,"0"0"-4"0,0 0-11 0,0 0-78 0,0 0 2 0,0 0 24 15,74 16 58-15,3-18-44 16,6-20-15-16,-3-4-15 16,-18 4-7-16,-19 8-3 15,-26 5-6-15,-15 9 1 16,-2 0-3-16,-44 0-1 16,-29 17-63-16,-21 15 19 15,-9 7 36-15,8-2 9 16,12-1 3-16,23-8 5 0,24-7 4 15,27-6-3 1,14-7-5-16,55-8-1 0,38 0-3 16,32-20 4-16,14-22-4 15,-1-2-77-15,-23-4-125 16,-38 2-343-16</inkml:trace>
  <inkml:trace contextRef="#ctx0" brushRef="#br0" timeOffset="112202.4">15814 15436 20 0,'17'-110'313'0,"5"-12"-276"0,7-9 20 0,2 7 31 16,1 13 5-16,-8 21 45 0,-4 19-13 16,-8 27-3-1,-8 17-33-15,-4 17 21 0,0 10-9 16,0 4-22-16,-27 52-28 15,-15 45-11-15,-12 64-26 16,-10 54 12-16,-8 63 44 16,-14 49-18-16,-15 17-23 15,-14 18-14-15,-8-4-7 16,1-19-1-16,8-21-6 16,11-41 10-16,16-26-5 15,19-32 0-15,14-35 0 16,18-32-6-16,18-40-4 15,14-36-20-15,4-41-67 0,0-28-27 16,22-11-59 0,12-33-142-16,-3-27 17 0,-4-27-341 15</inkml:trace>
  <inkml:trace contextRef="#ctx0" brushRef="#br0" timeOffset="130884.92">9432 4217 67 0,'0'0'495'0,"0"0"-385"0,0 0 39 0,0-104-46 16,0 83 6-1,0 3 6-15,0 7-25 0,0 1 8 16,0 5-17-16,-3 1-28 16,3 2 6-16,0 2-22 15,0 0-4-15,-2 0-13 16,2 0-13-16,-2 6-7 16,0 20 0-16,-2 9 6 15,-5 7 0-15,2-2-6 16,-2 0 1-16,0-2-1 15,5-6 0-15,-2-8 0 16,2-10 0-16,4-7-3 0,0-7-7 16,0 0 0-1,0 0 0-15,0 0 1 0,0-4-1 16,0-25 10-16,-2-13 1 16,0-6-1-16,2 2-1 15,-2 6 1-15,2 4 0 16,0 5 0-16,0 7 0 15,0 4 2-15,0 10-1 16,0 4 1-16,0 5 4 16,0 1 6-16,0 0-5 15,0 0 3-15,0 0-6 16,0 0-4-16,0 1-2 16,0 27-5-16,0 11 7 0,0 7 4 15,0-1-3 1,0 0-2-16,0-5 0 0,0-9-2 15,2-10 0 1,-2-11-4-16,2-6-15 0,-2-4 9 16,0 0 13-16,0 0 0 15,0-10 1-15,0-26-1 16,0-10-6-16,0-8 6 16,0 4 0-16,0 8-1 15,0 3 2-15,0 7-1 16,0 10 1-16,0 8 1 15,2 7-2-15,-2 6 3 16,0 1-2-16,4 0 0 16,-4 0 1-16,0 0 1 0,0 0-3 15,0 4-2-15,0 24 2 16,0 6-1-16,0 8 1 16,0 2-7-16,0 2-36 15,0 3-191-15,8-3-123 16</inkml:trace>
  <inkml:trace contextRef="#ctx0" brushRef="#br0" timeOffset="131483.79">12386 6226 903 0,'0'0'72'0,"0"0"31"0,0 0-47 0,0 0-13 16,0 0 0-16,0 0-23 16,0 0-20-16,2 2 0 15,0-2-14-15,4 0-61 16,-4 0-128-16,-2-4-170 16</inkml:trace>
  <inkml:trace contextRef="#ctx0" brushRef="#br0" timeOffset="131898.4">9067 4586 534 0,'0'0'192'0,"0"0"-24"0,0 0-28 15,0 0-86-15,0 0 2 16,0 0 4-16,-16 0-18 16,16 0-22-16,-2 0-20 15,2 0-16-15,-2 0-61 16,-3 0-86-16,-1 0-418 15</inkml:trace>
  <inkml:trace contextRef="#ctx0" brushRef="#br0" timeOffset="134349.31">16337 4798 658 0,'0'0'59'0,"0"0"3"0,0 0 60 0,0 0-52 16,0 0 109-16,0 0-77 15,0 0-37-15,0 0-27 16,-62 13-19-16,-8 39-12 15,-19 21 4-15,-20 20 2 16,-16 27 11-16,-11 31 3 16,-6 21 8-16,-3 23 2 15,0 13 4-15,-2 3-12 16,4 0-2-16,10-11-1 0,11-16-3 16,16-13-9-16,19-23-3 15,14-21-4-15,13-27-1 16,14-26-2-16,16-24-3 15,12-19-1-15,14-14-6 16,4-11 3-16,0-6-4 16,0 0-51-16,0 0-71 15,4-8-52-15,12-15-127 16,2-6-264-16</inkml:trace>
  <inkml:trace contextRef="#ctx0" brushRef="#br0" timeOffset="137402.26">9973 9868 897 0,'0'0'164'0,"0"0"-42"0,0 0 0 0,0 0 5 0,0 0-38 15,0 0-33-15,-49-50 3 16,18 47-53-16,-7 3 4 16,-2 0-5-16,-5 9 6 15,3 10 1-15,0 7-6 16,6 5 0-16,12 5 2 16,10 2-3-16,14 2-5 0,0 0 1 15,23 0 12 1,23-2-4-16,10-3-6 15,6-3-2-15,3-2-1 0,-3-2 3 16,-6-1 1-16,-11 4-2 16,-12-5 0-16,-15-4 0 15,-11 0-2-15,-7-2 3 16,-2 4 1-16,-29 2 3 16,-8-2-7-16,-5-4 0 15,-1-7-13-15,3-7 12 16,4-6 1-16,3 0 14 15,1-25-14-15,8-9-7 16,5-10-10-16,13-3 7 16,8-6-2-16,0-4 3 15,19 2 0-15,20-2 8 16,9 7-2-16,4 5 3 0,-1 12 2 16,-7 5-2-16,-8 6 1 15,-7 4 0-15,-11 4 0 16,-5-3 0-16,-6-1 0 15,-5 0 1-15,-2-3 1 16,0-8 0-16,-5-1 1 16,-12 1 1-16,-1 6-2 15,0 3 1-15,-2 8 1 16,0 2-4-16,-3 4-1 16,0 2-13-16,-3 4 13 15,-2 0-1-15,-3 14 0 16,-5 15 1-16,1 7 0 15,-2 4-3-15,4 1 2 16,4 0 1-16,5-5 2 0,10-4-2 16,12 1 0-16,2 0-2 15,7-1 0-15,26-4-1 16,10-4 3-16,10 1 21 16,2-8-18-16,3 1-3 15,-2 0-1-15,-4 1 1 16,-10 3 3-16,-4 3-2 15,-14 10 0-15,-5 5 2 16,-11 2-1-16,-8 4-2 16,0-3-12-16,-18-5 12 15,-13-2 4-15,-7-7-3 16,-6-4 0-16,1-12-1 0,1-9 1 16,2-4-1-16,2-12 10 15,6-24-10-15,9-11-17 16,11-8 6-16,12-3-1 15,0-2-13-15,16-1 8 16,17 3 15-16,5-1 3 16,7-4-1-16,-1 8 1 15,-6 2 1-15,-7 11-2 16,-8 10 1-16,-10 9-1 16,-6 2 3-16,-7 5-3 15,0 1 0-15,-18 4-106 16,-26 3-223-16,-19 1-389 15</inkml:trace>
  <inkml:trace contextRef="#ctx0" brushRef="#br0" timeOffset="140431.76">8149 3863 882 0,'0'0'59'0,"0"0"102"0,0 0-79 0,0 0-27 0,0 0 11 15,0 0-6-15,0 0-21 0,0 0-10 16,-60 7-17-16,50 19-3 16,4 10 4-16,-1 2 9 15,5 2-8-15,2-2 1 16,0-2-2-16,0 1-3 16,9-4-6-16,9-2-3 15,1-5-1-15,6-8 4 16,2-5-4-16,2-7 1 15,2-6 3-15,2 0-1 16,1-13 4-16,1-11-3 16,-2-6-4-16,-3-5 6 15,-6 2-3-15,-6-3 1 16,-7-3-3-16,-6 2 0 16,-5-5 1-16,0 3 2 0,-3 1 0 15,-12 2 6-15,-7 7 5 16,-1 4 2-16,-2 9-5 15,2 2 1-15,-4 5 3 16,0 5-10-16,-2 4-6 16,2 0 0-16,0 0 0 15,-2 18 0-15,0 4 1 16,0 10-1-16,1 3 1 16,3 3 0-16,1 4-1 15,3 0 0-15,6-2 0 16,7-5 0-16,4-4 2 15,4-2-2-15,0-1 0 16,8-1 1-16,9-4-1 16,-1-7 0-16,-1-4 0 0,6-2-1 15,-1-4 1-15,4-2 1 16,1-1 0-16,-1-3 0 16,1 0 0-16,0 0 0 15,-2-1 0-15,2-13-1 16,2-6 3-16,0-5-3 15,-5-3 2-15,-2-2-2 16,-4 1 3-16,-3-3-1 16,-7-1 0-16,0 4-1 15,-6-2 2-15,0 5-2 16,0 3 3-16,-3 5-1 16,-8-1 2-16,-2 2-2 0,-1 0 4 15,3 5 1 1,2 0-7-16,2 2 2 0,-2 4-1 15,3 0-2-15,-3 0 4 16,-2 0-4-16,0 0 4 16,-1 4-1-16,1 2-2 15,-2 0-1-15,-1 0 2 16,-3 0-2-16,-5 0-1 16,-3 9 0-16,-2 4-1 15,2 1 2-15,1-5-3 16,2 8-9-16,2 0-23 15,4 0-48-15,3 3-85 16,8 1-90-16,-1 2-86 16</inkml:trace>
  <inkml:trace contextRef="#ctx0" brushRef="#br0" timeOffset="140966.46">12643 6330 1095 0,'0'0'10'0,"0"0"32"0,0 0-28 0,0 0-10 0,0 0-4 16,0 0-13-16,-14 0-49 15,14 0-200-15,0-14-219 16</inkml:trace>
  <inkml:trace contextRef="#ctx0" brushRef="#br0" timeOffset="141401.13">8810 4389 740 0,'0'0'32'15,"0"0"0"-15,0 0 121 16,0 0-128-16,0 0 0 16,0 0-11-16,-2-11-14 15,2 11-1-15,0 0-57 0,-2 0-220 16,-5 0-326-16</inkml:trace>
  <inkml:trace contextRef="#ctx0" brushRef="#br0" timeOffset="142799.24">8577 9865 795 0,'0'0'95'0,"0"0"74"0,0 0-84 0,0 0 21 0,0 0 3 15,0 0-17-15,-103-18-6 16,81 18-47-16,-5 0-7 0,-2 16-17 16,-4 11-6-1,2 1 7-15,4 3-10 0,4-4 9 16,12 3 3-16,4 2-8 15,7 2 0-15,0 4-2 16,0-2 22-16,7 2-8 16,11-4-16-16,6-5-5 15,5-2-1-15,7-10 1 16,-1-7 0-16,-1-4-1 16,-3-6 0-16,-2 0-4 15,-2-6 4-15,2-21 2 16,-2-10 9-16,-5-6-3 15,-2-5-4-15,-4-2-3 16,-5 0 5-16,-5 4-3 16,-6 5 1-16,0 8 3 0,0 6 0 15,-9 4 8-15,-10 3-3 16,-4 6-7-16,-3 1 10 16,-6 8-12-16,1 2 0 15,-2 3 3-15,2 0-6 16,-3 0 1-16,1 11-1 15,2 3 3-15,2 3-3 16,0 3 0-16,2 3 5 16,2 1-4-16,3 0 0 15,2 4 0-15,4 4-1 16,8 3 1-16,3 3 8 16,5 3-1-16,0 2-4 0,0-2-3 15,17 1-1 1,6-8 2-16,6-3-1 0,2-5 0 15,0-6-1-15,1-4 2 16,1-8-2-16,-2-6 0 16,2-2 0-16,5 0 0 15,-1-12 0-15,-1-14 2 16,-4-3 0-16,-3-8-2 16,-6-3 1-16,-6-4 0 15,-6-3 1-15,-4 3 1 16,-7 4-3-16,0 6 0 15,0 6 2-15,-13 0 1 16,-9 0 0-16,-3 6-3 0,-2 6 10 16,-2 4-9-1,2 7 11-15,1 2-12 0,-6 3 2 16,-1 0 3-16,-2 10-5 16,0 12 0-16,5 4-2 15,8 2-4-15,4-3-2 16,7 0-29-16,11-1-29 15,0-2-152-15,8-10-151 16,13-6-185-16</inkml:trace>
  <inkml:trace contextRef="#ctx0" brushRef="#br0" timeOffset="145365.72">7070 10068 917 0,'0'0'65'0,"0"0"13"16,0 0-32-16,0 0-6 0,0 0 27 16,0 0 14-16,-83 0-19 15,77-22-20-15,0-10-19 0,-2 0 8 16,6 4-21-16,2-2 4 15,0 6 15-15,0 0-19 16,0 4-6-16,0 4 4 16,2 5-7-16,8 3 3 15,0 0-4-15,2 2 2 16,1 5-2-16,3-4 0 16,2 4 1-16,2 1 0 15,-3 0 0-15,-3 0 3 16,-3 0-2-16,-2 0-2 15,-6 0 0-15,2 0 0 16,-1 0-1-16,-2 0-4 16,-2 0 4-16,0 0-7 0,0 0-1 15,0 0-54-15,0 0-61 16,0 0-77-16,-2 0-47 16,-15 0-195-16</inkml:trace>
  <inkml:trace contextRef="#ctx0" brushRef="#br0" timeOffset="146349.37">6823 4961 334 0,'0'0'233'0,"0"0"-82"0,0 0-17 0,0 0-49 16,0 0 23-16,0 0-26 16,0-69-38-16,-2 69 12 15,2 0-12-15,0 0 10 16,0 0-26-16,0 0 2 16,0 3-10-16,0 16 12 0,0 8 11 15,0 1-14 1,11 0 3-16,2 3-10 0,5-4-10 15,-1-3-1 1,6-2-11-16,2-4 1 0,-3-3-1 16,3-4-19-16,-1-3-99 15,0-6-93-15,3-2-19 16,-4 0-237-16</inkml:trace>
  <inkml:trace contextRef="#ctx0" brushRef="#br0" timeOffset="147049.37">7308 4803 493 0,'0'0'118'15,"0"0"73"-15,0 0-43 16,0 0 0-16,0 0-52 16,0 0-47-16,0 0-20 15,-46-2-8-15,25 17 2 16,0 5 5-16,-2 0-6 15,-6 6-12-15,-2 2-6 16,-4 3 9-16,1 1 2 16,1-2 1-16,8 1 5 15,5-2-7-15,7-3 0 16,5 0-4-16,6-2 1 16,2 3-1-16,0-2 5 15,0 1 0-15,0 0-1 0,0-2-5 16,0-2 0-16,6 0 6 15,-4-1 4-15,0-5 0 16,0-3-4-16,2-2-5 16,-4 1 2-16,0 0-5 15,0 1-1-15,0 1 1 16,0 7-1-16,0-1-4 16,0 2 2-16,0-2 1 15,0-2-2-15,0-4 0 16,0-2 2-16,0-3-5 15,0-4 2-15,-2-1 0 16,2-4-2-16,0 0 1 0,0 2-1 16,0-2 1-1,0 0-1-15,0 0 2 0,0 0-1 16,0 0-1-16,0 0 0 16,0 0 2-16,0 0-1 15,0 0-1-15,0 0 0 16,0 0 3-16,0 0-2 15,0 0 0-15,0 0 2 16,0 0 3-16,0 0-5 16,0 0 3-16,0 0 0 15,0 0-4-15,0 0 2 16,0 0-2-16,0 0 1 16,0 0 2-16,0 0-6 0,0 0 3 15,0 0 0 1,0 0 0-16,0 0-3 0,0 0-39 15,0 0-127-15,0 0-175 16,0 0-834-16</inkml:trace>
  <inkml:trace contextRef="#ctx0" brushRef="#br0" timeOffset="148631.87">7179 9906 706 0,'0'0'108'0,"0"0"41"0,0 0-79 0,0 0-2 0,0 0 0 16,0 0 4-16,-54 30-28 16,41-30-1-16,1 0-2 15,0 0 2-15,-1 0 3 16,1 0-14-16,-1-20-1 16,2-6-2-16,2-7-20 15,9 1-3-15,0 0-2 0,0 2-3 16,9 4 14-16,13 4-15 15,9 4 0-15,2 2-7 16,8 6 7-16,-1 7 1 16,-2 3 4-16,-5 0 0 15,-5 3 0-15,-2 21 6 16,-6 7-7-16,-5 14 2 16,-5 5-2-16,-8 5 2 15,-2-1 2-15,0-2 0 16,-12-2-2-16,-9-2 3 0,-8-2 6 15,-5-4-7 1,0-7-3-16,3-6-3 16,-3-4-1-16,5-8 4 0,4-7-3 15,2-1-2-15,11-5 5 16,6-2-2-16,1 0-1 16,5-2 3-16,0 0-5 15,0 0 22-15,0 0-20 16,0 0 1-16,0 0 0 15,0 0-3-15,0 0 0 16,0 0-5-16,0 0 5 16,21-8 7-16,14-4-4 15,15-2 0-15,9-2 0 16,9 3 1-16,0 0 1 16,3 3 1-16,-2 2 18 0,-6 0-15 15,-14 5 2 1,-13 1-6-16,-16 2 5 0,-9 0 5 15,-9 0-5-15,-2 0-4 16,0 0 4-16,0 0-3 16,0 0-4-16,0 0-3 15,0 0-2-15,0 0-17 16,-11 0-86-16,-11 0 10 16,-12-7-111-16,-6-5-100 15,-9-3-57-15</inkml:trace>
  <inkml:trace contextRef="#ctx0" brushRef="#br0" timeOffset="149349.71">7110 9869 580 0,'0'0'101'0,"0"0"-9"0,0 0-15 0,0 0 64 0,0 0-45 0,0 0-39 16,-75-15-10-1,63-7-16-15,6-7 5 0,1 1 22 16,5 0-19-16,0 0-21 15,0 4 14-15,7 3-15 16,11 4-5-16,6 5-1 16,3 6 1-16,2 4-5 15,2 2 8-15,4 0-2 16,2 22 14-16,-3 8-9 16,-1 7-5-16,-10 8 0 15,-4 5 1-15,-13-2-2 16,-6 2-1-16,0-1-4 15,-13-5 1-15,-18 1-1 16,-9-2-2-16,-3-3 1 0,-1-5-6 16,3-6 3-16,8-7-1 15,9-8 1-15,10-5 2 16,6-7-2-16,8-2 1 16,0 0 0-16,0 0 2 15,0 0-1-15,0 0-2 16,0 0-3-16,0 0 7 15,2-7-5-15,15-3 8 16,12-3-2-16,14-5-8 16,11 3 5-16,8 2 6 15,5-2 16-15,2 5-4 16,-5 0-10-16,-4 1 13 16,-12 2-16-16,-13 3-3 0,-13 4 2 15,-14 0-5-15,-5 0 2 16,-3 0-6-16,0 0-14 15,0 0 14-15,0 0-4 16,0 0-34-16,0 0-59 16,-16 0-50-16,-8 0-60 15,-10-6-53-15,-6-14-213 16</inkml:trace>
  <inkml:trace contextRef="#ctx0" brushRef="#br0" timeOffset="149949.78">6994 9797 756 0,'0'0'90'0,"0"0"32"0,0 0-110 0,0 0 43 0,16-123 35 15,15 98-58-15,7 5 13 16,3 4 0-16,1 10 0 16,-2 4 5-16,-5 2-6 15,-8 4-14-15,-4 24-11 16,-8 14 5-16,-4 12-11 16,-2 6-5-16,-7-2-2 15,-2-3-4-15,0-5-1 0,0-5 6 16,-16-2-5-16,-5-5 4 15,-8-6 0-15,0-8-6 16,0-4 5-16,-1-6-1 16,6-4-3-16,3-4 2 15,8-4 1-15,7 1-1 16,4-3 8-16,2 0 2 16,0 0-9-16,0 0 3 15,0 0-5-15,0 0 26 16,0 0-24-16,6 0 3 0,19-6-4 15,10-5 0 1,7 3-1-16,10 0 4 0,6 4 13 16,0 1 11-16,4 3-5 15,-3 0-3-15,-7 0-10 16,-4 0 6-16,-11 0 4 16,-12 0-11-16,-10 0 7 15,-8 0-7-15,-4 0-9 16,-3 0-2-16,0 0-16 15,0 0 11-15,0 0-53 16,-14 0-127-16,-13-9-147 16,-4-9-5-16</inkml:trace>
  <inkml:trace contextRef="#ctx0" brushRef="#br0" timeOffset="150499.84">7092 9810 750 0,'0'0'60'0,"0"0"58"0,0 0-52 0,0 0-7 0,0 0 8 16,0 0-20-16,-48-92-28 15,56 69-9-15,13 3 1 0,3 7 2 16,-1 4 0-16,7 7 4 16,-1 2 8-16,2 0 27 15,3 23-21-15,1 12-7 16,-6 13 10-16,-6 7 8 16,-9 1-22-16,-10 0-8 15,-4-4 6-15,0 0 0 16,-12-6 3-16,-12-3-13 15,-7-7-1-15,-5-7-3 16,2-3 6-16,5-5-5 16,6-7 1-16,7-6 0 15,9-6 3-15,3-1-5 16,4-1 1-16,0 0-5 0,0 0 3 16,17 0 9-1,22-5 2-15,16-7-6 0,14-3-2 16,5 0 0-16,4 1-3 15,-3 2 29-15,4 2-2 16,-6 1 27-16,-4 1-42 16,-9 3 0-16,-20 0 3 15,-16 4-11-15,-12 1-4 16,-12 0-3-16,0 0-1 16,-7 0-78-16,-33 13-204 15,-18 2-394-15</inkml:trace>
  <inkml:trace contextRef="#ctx0" brushRef="#br0" timeOffset="153999.09">8523 14437 901 0,'0'0'21'0,"0"0"38"0,0 0 33 0,0 0-11 0,-166 125-61 0,80 11 47 15,-15 43 32-15,-7 35-4 16,-10 32-16-16,-7 14-8 16,0-2-10-16,3-7-16 15,3-14-12-15,3-13 4 16,12-7-14-16,15-21 10 15,18-25-26-15,23-23 0 16,19-38-7-16,14-30 3 16,11-21-3-16,4-27 0 15,0-14-27-15,0-10-9 16,0-4-33-16,0-4-59 16,10 0-67-16,11-12-9 0,-4-10-200 15</inkml:trace>
  <inkml:trace contextRef="#ctx0" brushRef="#br0" timeOffset="166866.69">13618 15329 1035 0,'0'0'23'0,"0"0"8"0,0 0 15 0,0 0-35 0,-17-183-9 16,38 76 0-16,20-10 4 15,19-15 16-15,24-19 7 16,35-16-10-16,34-8 15 16,32 0-6-16,27 17-5 15,11 24 1-15,5 26 3 16,-2 30-5-16,4 34 0 16,2 35 3-16,13 18 27 0,4 53-17 15,6 34 2-15,-9 26 6 16,-24 19 6-16,-35 16-27 15,-46 8-13-15,-31 4-4 16,-35-7 3-16,-23-3 5 16,-16-13-1-16,-14-10-7 15,-9-11-2-15,-8-24-2 16,-5-9 1-16,0-23-2 16,0-10 2-16,-7-23-2 15,-2-18 0-15,3-10 0 16,4-7 1-16,2-1-1 15,-2-1-1-15,0-42-2 0,2-25-1 16,0-30 2-16,19-18 2 16,26-14-5-16,17-13-2 15,24-8-12-15,24-1 2 16,26 6 6-16,23 13 9 16,28 13-1-16,21 26 1 15,27 29 4-15,16 28-2 16,1 37 7-16,1 16 1 15,-16 52 0-15,-16 26 7 16,-27 20-3-16,-42 10-5 16,-44 13-3-16,-45 12-4 15,-47 1-1-15,-18 3-3 16,-52-5-84-16,-21-10-194 0,-12-12-177 16</inkml:trace>
  <inkml:trace contextRef="#ctx0" brushRef="#br0" timeOffset="174999.05">6886 4074 69 0,'0'0'269'0,"0"0"-235"0,0 0 26 0,0 0 23 0,0 0-26 0,0 0-12 0,0 0-4 16,0 0-11-16,-6-33 1 0,6 33-2 16,0 0-9-16,-2 0 8 15,0 0-20-15,2 0-7 16,-2 0-1-16,2 0 8 15,0 0-8-15,0 0 1 16,-2 3-1-16,-1 7 0 16,1-1-2-16,2-2 2 15,0 4-1-15,0-1 0 16,-2 0 1-16,2-1-1 16,-2-1-8-16,2 1 3 15,0-4-10-15,0 2-1 16,0 0 5-16,0-2-8 0,0 1 6 15,0-4-5 1,0 2-3-16,0-3 10 0,0 2 0 16,0-3-10-16,0 0 12 15,0 0 3-15,0 0 7 16,0 0 9-16,0 0 1 16,0 0-2-16,0 0 4 15,2 0-9-15,2-4-3 16,1-2 2-16,-1 0-1 15,6 0 5-15,-4 0-6 16,3-1 5-16,0 2-1 16,2 1-1-16,-2-1 7 15,3 4-5-15,-4-2-1 0,-1 2 4 16,1 1-3 0,0 0-4-16,-6 0 4 0,2 1-1 15,-2 12 10 1,1 2-7-16,1 0-2 0,-2 1-2 15,0-3-1-15,0-1-1 16,-2-3-1-16,0-1 0 16,0 0 0-16,0 0 5 15,-6 2-3-15,-17-3-2 16,4 2-9-16,-1 1-47 16,1-4-68-16,8 0-48 15,3-4-134-15</inkml:trace>
  <inkml:trace contextRef="#ctx0" brushRef="#br0" timeOffset="175365.45">6905 4059 5 0,'0'0'18'0,"0"0"-18"0,0 0 161 0,0 0-128 0,0 0 6 15,0 0-2-15,0-2-9 16,0 2 4-16,0-3 4 15,0 0-19-15,12-2 24 16,5 0 1-16,6-4-7 16,3 0-20-16,10-1-15 15,4-2-5-15,5-1-44 16,-3 3 3-16,-2 3 10 16,-9 0-115-16</inkml:trace>
  <inkml:trace contextRef="#ctx0" brushRef="#br0" timeOffset="177683.06">7177 10669 552 0,'0'0'103'0,"0"0"14"0,0 0-24 0,0 0-16 0,0 0 9 16,0 0 8-16,-85 0-50 15,85 0-15-15,0 0-14 16,0 0-11-16,0 0-4 16,10 0-60-16,17 0 60 15,8 0 3-15,5 0 17 16,0-1-20-16,5-8 0 16,-3 0 0-16,-5-4 1 15,0 2-2-15,-6 0 1 16,-9 2-21-16,-6 3-26 0,-8 2-20 15,-6 4-16 1,-2 0 1-16,0 0-61 0,-17 0-169 16</inkml:trace>
  <inkml:trace contextRef="#ctx0" brushRef="#br0" timeOffset="178066.51">7048 10718 53 0,'0'0'528'15,"0"0"-444"-15,0 0-20 0,0 0-13 16,0 0 16-16,0 0-7 16,-25 0-13-16,30-5-28 15,15-1 12-15,7 0-11 16,8-1-4-16,9-5-6 15,4-2 5-15,1-1-2 16,0 2-3-16,0-3 2 16,-5 4 4-16,-6 0-10 15,-9 4-2-15,-9 2-4 16,-7 3 1-16,-5 3 1 16,-6-1-1-16,-2 1 1 15,2 0 3-15,-2 0 9 16,0 0-2-16,0 0-12 0,0 0-10 15,0 0-23 1,0 0-40-16,0 0-59 0,-15 0-67 16,-6 0-127-16</inkml:trace>
  <inkml:trace contextRef="#ctx0" brushRef="#br0" timeOffset="178449.47">7004 10730 458 0,'0'0'101'16,"0"0"5"-16,0 0-56 0,0 0-3 16,0 0 22-1,0 0 8-15,6 0-39 0,21-2 1 16,11-6-23-16,6-5-7 15,7-2-5-15,8-1-3 16,-4-3 3-16,6-1 1 16,-4 2 3-16,-6 2 4 15,-11 5 0-15,-11 2-9 16,-9 5-3-16,-11 3 1 16,-5 1 3-16,-4 0-2 15,0 0 8-15,0 0-10 16,0 0-12-16,-10 0 8 0,-5 4-31 15,-6 0-19-15,-4 2-1 16,-1-1-37-16,-8 4-83 16,-6-2-26-16,-2 4-238 15</inkml:trace>
  <inkml:trace contextRef="#ctx0" brushRef="#br0" timeOffset="178716.21">7028 10736 122 0,'0'0'155'0,"0"0"-93"16,0 0-20-16,0 0-17 16,0 0 25-16,0 0 26 15,-22 7-14-15,22-7 11 0,9 0-40 16,11-5 16 0,6-3-19-16,7 0 0 0,8-5-3 15,1 0 10-15,5-1-1 16,2-2-4-16,0 0-3 15,-5-1-5-15,-5 6-8 16,-8 1-9-16,-7 4-7 16,-8 1-10-16,-5 1-16 15,-9 0-55-15,-2 4-83 16,0 0-252-16</inkml:trace>
  <inkml:trace contextRef="#ctx0" brushRef="#br0" timeOffset="181915.98">15847 17034 862 0,'0'0'480'0,"0"0"-273"0,0 0-145 0,0 0-41 0,0 0 14 15,113 36-8-15,9-36 2 16,19-12-10-16,4-8-15 15,-13 5-3-15,-31 0-1 16,-28 7 2-16,-34 6-3 16,-30-2 1-16,-18 4 0 0,-57 0-3 15,-42 0 1-15,-34 10 4 16,-19 9 3 0,7-2 4-16,25 1-1 0,42-2 22 15,43-6-17 1,32-2-10-16,12-3-3 0,52-5-27 15,31 0 27-15,28 0 13 16,9-17-9-16,0-1-1 16,-22 4-3-16,-34 4 0 15,-33 10-3-15,-31 0 6 16,-25 0 27-16,-51 0-4 16,-35 10-10-16,-14 9-10 15,13-2 1-15,32-4 7 16,40-8 1-16,38-1-7 15,13-4-8-15,61 0 0 0,34 0 8 16,18-9 0-16,4-9-8 16,-23 6-3-16,-36 3 1 15,-34 7-2-15,-28 2 3 16,-7 0-2-16,-42 0-4 16,-14 2 1-16,0 7 9 15,18-2-6-15,23-7-9 16,15 0-47-16,18-26-288 15,15-14-178-15</inkml:trace>
  <inkml:trace contextRef="#ctx0" brushRef="#br0" timeOffset="183371.37">6749 3890 884 0,'0'0'29'0,"0"0"108"0,0 0-35 0,0 0-55 0,0 0-9 0,118-113 9 16,-57 85 19-16,-6 6-23 15,-6 8-34-15,-11 0-5 16,-11 8-2-16,-12 2-1 16,-7 3 0-16,-5 1 0 15,-3 0-1-15,0 0 8 16,0 0 5-16,0 0 15 16,0 0 6-16,0 0-5 15,0 0-4-15,0 0-9 0,0 0 0 16,0 0 3-16,0 0 29 15,0 0-27-15,0 0 0 16,0 0-3-16,0 0-4 16,-3 15 6-16,-2 17-15 15,-4 15 7-15,0 9-5 16,0 4 13-16,2 5 2 16,3 0-18-16,0 8 4 15,1-1-1-15,1-4-2 16,2-6-1-16,0-6 1 15,0-12-2-15,0-8 1 16,0-12-2-16,0-9-2 0,-2-8-1 16,-1-3-2-16,3-1-2 15,0-3-31-15,-2 0-70 16,-9-3-132-16,-11-19-100 16,-12-4-120-16,-3 1-176 15</inkml:trace>
  <inkml:trace contextRef="#ctx0" brushRef="#br0" timeOffset="183599.53">6694 4335 638 0,'0'0'62'0,"0"0"82"0,0 0 9 0,0 0-28 0,0 0-96 0,0 0-4 16,102-118 5-16,-46 90 9 15,4-2 7-15,9-1-2 16,2 6-10-16,2-1-4 15,-3 3-8-15,-11 6-20 16,-13 0-2-16,-20 6-9 16,-10 3-30-16,-13-3-84 15,-3 1-65-15,-6-3-169 16,-23 3-184-16</inkml:trace>
  <inkml:trace contextRef="#ctx0" brushRef="#br0" timeOffset="183948.6">6861 3717 688 0,'0'0'99'0,"0"0"-4"16,0 0-17-16,0 0-17 16,98-110 4-16,-58 91-1 15,0 2 41-15,-4 9-54 16,-7 8 12-16,-10 0-8 15,-3 19-19-15,-5 25-1 16,-7 21 0-16,0 20 2 16,-4 10-14-16,0 8-1 15,0-4-4-15,0-4 2 16,0-4-1-16,-4-9 1 0,2-14 15 16,2-11-25-16,-2-16-3 15,2-10-3-15,0-12-4 16,0-10-1-16,0-5-30 15,0-2 19-15,0-2-36 16,0-5-66-16,0-28-74 16,0-13-125-16,0-6-199 15</inkml:trace>
  <inkml:trace contextRef="#ctx0" brushRef="#br0" timeOffset="184182.83">6738 4309 551 0,'0'0'72'16,"0"0"67"-16,0 0-22 0,0 0-6 16,0 0-31-16,0 0-41 15,154-102-8-15,-81 66-3 16,8 2 50-16,6-5-24 16,0 4-7-16,-10 0-13 15,-10 8-9-15,-20 6-20 16,-22 8-5-16,-16 12-3 15,-9 1-26-15,-9 0-97 16,-34 5-118-16,-15 10-272 16</inkml:trace>
  <inkml:trace contextRef="#ctx0" brushRef="#br0" timeOffset="184516.98">6867 3786 423 0,'0'0'280'0,"0"0"-178"0,0 0-7 16,0 0-36-16,0 0-10 15,85-119-2-15,-45 105-1 16,0 9 5-16,1 2-8 16,-8 3 57-16,-4 17-62 15,-10 24 15-15,-7 22-6 16,-12 19 0-16,0 14-8 15,0 4-8-15,-18 4-10 0,3-7-5 16,1-10-5 0,5-16-3-16,3-15-3 0,4-12-5 15,0-12-2 1,2-11-7-16,0-10-28 0,-6-5-147 16,-7-6-92-16,-7 0 39 15,-13-19-176-15</inkml:trace>
  <inkml:trace contextRef="#ctx0" brushRef="#br0" timeOffset="184782.8">6678 4321 437 0,'0'0'56'0,"0"0"59"0,0 0-15 16,0 0-29-16,0 0 42 16,0 0-39-1,145-73-21-15,-53 46-10 0,14-2 0 16,19-4 7-1,8 1-1-15,1-3-2 0,-1 3-2 16,-10 2 19-16,-19 4-26 16,-31 10-31-16,-31 8-4 15,-26 6-3-15,-16 2-3 16,0 0-24-16,-21 10-5 16,-12 11-16-16,-8 2-34 15,5 4-54-15,3-2-17 16,5 0-101-16,-1 3-281 0</inkml:trace>
  <inkml:trace contextRef="#ctx0" brushRef="#br0" timeOffset="185982.79">18933 5943 611 0,'0'0'143'0,"0"0"-44"0,0-112 58 0,-3 90-9 0,-1 4-26 16,-3 8 1-16,2 7-29 16,1 0-30-16,-2 3-11 15,-3 17-53-15,-3 25 23 16,6 9-4-16,4 3-19 15,2-8-2-15,8-6 1 16,21-1-6-16,9-11-23 16,9-6-2-16,5-13-28 15,-1-6-39-15,1-3-10 16,-4-10 24-16,-8-20 37 0,-13-9 36 16,-10-6 12-16,-13-8 1 15,-4-3 18-15,0 5 17 16,-8 10 33-16,-5 11 50 15,-1 14-39-15,8 6-11 16,3 7-13-16,3 3-21 16,0 0-22-16,0 5-10 15,0 32-1-15,0 15 10 16,11 19 7-16,5 1 4 16,-2 5-9-16,6 1-1 15,-8-3 2-15,0-4 0 16,-4-3-4-16,-3-7-4 15,0-11-4-15,-1-8-1 0,-1-14-2 16,1-10 0 0,-2-10-6-16,1-4-6 0,-1-4-15 15,0 0-62-15,0-14-240 16,-2-16-344-16</inkml:trace>
  <inkml:trace contextRef="#ctx0" brushRef="#br0" timeOffset="187054.12">7135 9980 669 0,'0'0'62'0,"0"0"86"0,0 0-47 0,0 0-14 0,-114 32 33 16,99-32-37-16,3-18-17 15,5-8-1-15,6-10-17 16,1-6-16-16,0-8-19 15,6 2-11-15,19 3 3 16,8 7-2-16,5 14 0 16,-1 13-1-16,4 11-1 15,-5 0 0-15,-1 35 0 0,-6 18 0 16,-8 13 16 0,-17 7-2-16,-4 4-8 0,-20-1 1 15,-20-2 1-15,-10-3 49 16,-2-5-37-16,-2-7-6 15,2-8-4-15,15-8-3 16,10-16-5-16,12-13 5 16,11-10-4-16,4-4-4 15,19 0-3-15,43-8 3 16,32-22 16-16,26-14-5 16,11-6-10-16,4 0-1 15,-4-2 0-15,-9 4 0 16,-17 5 3-16,-29 15-2 15,-34 14-1-15,-38 12-8 16,-15 2-91-16,-60 24-357 0</inkml:trace>
  <inkml:trace contextRef="#ctx0" brushRef="#br0" timeOffset="190949.44">5635 5801 368 0,'0'0'574'0,"0"0"-455"0,0 0 27 0,-118 4-75 16,111-2 30-16,7-2-26 16,0 0-48-16,21 0-1 15,23 0-17-15,16 0 0 16,3-4-3-16,-5-4-5 16,-11-1 2-16,-12 7-2 15,-3-3 4-15,-11 1-5 0,-5 0 2 16,-9 2-5-16,-7 2 6 15,0 0-3-15,-2 0 2 16,-28 0 0-16,-9 0-3 16,-13 0 2-16,-4 0 1 15,3 6-1-15,0 4-1 16,4 0 1-16,13-2 0 16,13-2-2-16,15-4 1 15,8-2-1-15,0 0-1 16,4 0-9-16,27 0 11 15,14 0 1-15,11-4 2 16,-1-8 0-16,-3 1-4 0,-5-2 1 16,-5 1 0-1,-2 1 0-15,-7 2 4 0,-10 4-4 16,-11 2 0-16,-6 1 1 16,-6 2 2-16,0 0 5 15,-23 0 11-15,-22 0-12 16,-10 0-7-16,-5 6 0 15,-2 6 2-15,1 2-2 16,1 0-1-16,7-4 1 16,15-3 2-16,15-1-2 15,17-3 0-15,6-3-2 16,0 0 2-16,2 0-14 16,29 0 14-16,15 0 4 0,17-3-4 15,2-9 0 1,0-1 0-16,-5 1 4 0,-3-1-4 15,-5 4 1 1,-7-1 5-16,-14 6-4 0,-16 0-2 16,-11 4 0-16,-4 0 2 15,0 0 5-15,-6 0-6 16,-25 0 43-16,-9 0-43 16,-5 0 0-16,-4 4 0 15,2 0 0-15,-1 2-1 16,-2 0 0-16,8-2-1 15,6-2-28-15,8-2 15 16,12 1-51-16,5 2-66 0,1 7-88 16,4 2-166-16</inkml:trace>
  <inkml:trace contextRef="#ctx0" brushRef="#br0" timeOffset="192949.43">16842 14937 736 0,'0'0'102'0,"54"-166"31"0,-34 95-28 0,-6 12 12 0,-8 20 51 0,0 13-66 0,-3 14 8 15,-3 12-45 1,-5 70-22-16,-48 80-12 0,-29 87 60 16,-28 66-16-16,-17 41-39 15,0 14-14-15,3-1-10 16,10-17-5-16,18-25-7 16,25-28-2-16,17-36 2 15,17-43-1-15,12-25 1 16,12-31-1-16,6-29-8 15,7-28-14-15,0-34-56 16,0-35-77-16,0-26-123 16,0-41-56-16,0-49-100 15</inkml:trace>
  <inkml:trace contextRef="#ctx0" brushRef="#br0" timeOffset="194866.11">5600 5736 905 0,'0'0'105'0,"0"0"17"0,0 0-12 0,0 0-8 15,0 0-47-15,0 0-12 0,-13 6-30 16,99-17-3 0,21-9-7-16,9 0-2 0,-9 2 1 15,-14 2 2-15,-26 6-4 16,-26 2 3-16,-24 4-3 16,-17 4 1-16,-30 0 2 15,-40 0 9-15,-21 12-12 16,-11 5 2-16,-2 1 1 15,11-2 0-15,11 1 0 16,12-5-2-16,26-5 9 16,22-5-5-16,17-2-5 15,5 0-5-15,23 0 5 16,26 0 4-16,24 0 0 0,5-14-4 16,3 3-4-1,-15 0 3-15,-10 3-2 0,-14 5 3 16,-17 0-43-16,-12 3-12 15,-11 0-5-15,-2 0 31 16,0 0 9-16,-2 0 14 16,-13 0 5-16,1 0 1 15,5 0 16-15,5 3-14 16,2-3 4-16,-3 2-4 16,1-1-2-16,-7 2 0 15,6-1 1-15,-2-2 5 16,5 1 8-16,0 1 3 15,0 1-4-15,0-3 7 16,0 0-2-16,-2 0-4 0,4 0 3 16,0 0-4-16,0 0-3 15,0 0-2-15,0 0-2 16,0 0 1-16,0 0-4 16,0 0 4-16,0 0-2 15,0 0-2-15,0 0 0 16,0 0-3-16,0 0 5 15,0 0-5-15,0 0 1 16,0 0 1-16,0 0-2 16,0 0 2-16,0 0-4 15,0 0 4-15,0 0-1 16,0 0-1-16,0 0 0 16,0 0 0-16,0 0 1 0,0 0-1 15,0 0 0-15,0 0 0 16,0 0 1-16,0 0-1 15,0 0 0-15,0 0 0 16,0 0 0-16,0 0 0 16,0 0 0-16,0 0 0 15,0 0 0-15,0 0 0 16,0 0 1-16,0 0-2 16,0 0 1-16,0 0 0 15,0 0 1-15,0 0-1 16,0 0 1-16,0 0-3 15,0 0 4-15,0 0-2 16,0 0 1-16,0 0-1 16,0 0 0-16,0 0 1 0,0 0-1 15,0 0 0-15,0 0 1 16,0 0-1-16,0 0 0 16,0 0 0-16,0 0 1 15,0 0-1-15,0 0-1 16,0 0 1-16,0 0 1 15,0 0-1-15,0 0 0 16,0 0 2-16,0 0-2 16,0 0-2-16,0 0 1 15,0 0-1-15,0 0 2 16,0 0-13-16,0 0-102 16,12 0-78-16,-3 0-338 15</inkml:trace>
  <inkml:trace contextRef="#ctx0" brushRef="#br0" timeOffset="196450.83">12649 6703 195 0,'0'0'278'0,"0"0"-162"0,0 0 17 0,0 0 8 0,0 0-43 0,0 0 36 16,0 0-57-16,-102-10-2 15,102 8-16-15,0 0-18 16,0-2-36-16,24-6-5 16,19-2 17-16,15-4 1 15,2 0-14-15,-1 2-4 16,-7 0 3-16,-11 2 1 15,-8 2-1-15,-16 7-2 16,-10-2 1-16,-5 5-1 16,-2 0 0-16,0 0 3 15,0 0-2-15,-31 0-1 16,-11 0-1-16,-14 13 1 16,-2 2-4-16,-2-1 5 15,-1-1-3-15,11 0 2 0,9-3 0 16,17-4-1-16,14-4 0 15,10 0 0-15,0 0-14 16,8-2 3-16,28 0 11 16,16 0 5-16,12 0-3 15,-7 0-2-15,-3-6 0 16,-11 0 0-16,-10 0 4 16,-9 2 4-16,-8-1-4 15,-8 5 2-15,-6-1 10 16,-2 1 3-16,0 0 16 15,0 0-7-15,0 0-8 16,0 0-7-16,0 0-4 0,0 0 2 16,0 0-7-1,0 0-2-15,0 0 0 0,0 0-1 16,0 0-1-16,0 0 2 16,0 0-1-16,0 0 3 15,0 0-2-15,0 0-1 16,0 0 1-16,0 0-1 15,0 0 1-15,0 0 2 16,0 0-3-16,0 0-1 16,0 0-1-16,0 0 1 15,0 0 29-15,0 0-27 16,0 0-2-16,0 0 3 16,0 0-5-16,0 0 5 15,0 0-5-15,0 0 5 0,0 0-5 16,0 0 5-16,0 0-1 15,0 0-2-15,0 0 0 16,0 0 0-16,0 0 4 16,0 0 2-16,0 0-6 15,0 0 5-15,0 0-3 16,0 0 0-16,0-1-1 16,0 1 2-16,0 0-3 15,0 0 1-15,0 0 1 16,0 0-2-16,0 0-2 15,0 0 2-15,0 0 2 0,0 0-2 16,0 0-5 0,0 0-104-16,0 0-93 0,-12 2-196 15</inkml:trace>
  <inkml:trace contextRef="#ctx0" brushRef="#br0" timeOffset="197416.37">5893 9541 669 0,'0'0'173'0,"0"0"-18"0,0 0-19 0,-131-103-32 0,49 79-8 16,-18 4-29-16,-21 11 37 15,-17 9 8-15,-16 0-65 16,-20 28 25-16,-13 26-28 15,-11 22-16-15,-5 30 5 16,8 30 1-16,14 33 3 16,27 20-13-16,38 9 5 0,45 4-17 15,51-17-4-15,22-14-4 16,62-26-3-16,33-24-1 16,28-29-4-16,33-26-1 15,27-27-4-15,19-28-11 16,6-11 5-16,-3-23 10 15,-5-27 5-15,2-15 0 16,-13-19 4-16,-8-23-3 16,-16-19-1-16,-25-20 1 15,-23-13-6-15,-32-13 7 16,-38-8-2-16,-38 6 1 16,-25 6 2-16,-68 24-3 15,-50 22 1-15,-43 16-1 0,-46 24-27 16,-22 21-15-16,-22 33-35 15,-18 28-219-15,-14 5-261 16</inkml:trace>
  <inkml:trace contextRef="#ctx0" brushRef="#br0" timeOffset="201181.93">5504 4135 632 0,'0'0'397'0,"0"0"-312"15,0 0 37-15,0 0-16 0,-29-107 16 0,27 105-7 16,0 2-55-16,0 0-29 16,-1 4-13-16,3 26-7 15,-2 14 10-15,-1 15-15 16,1-1-2-16,0-4-1 15,-3-1-2-15,0-14 0 16,4-13 0-16,-1-8 4 0,2-12-5 16,0-6-7-16,0 0 7 15,0 0-11-15,0 0 7 16,0-24 1-16,8-8 5 16,9-6-2-16,4 1 0 15,6 6 0-15,4 5-4 16,5 6 3-16,2 7-1 15,2 12 2-15,0 1 0 16,-7 18 2-16,-3 15-2 16,-2 10 1-16,-7 2 2 15,-8-3 3-15,-9-1-6 0,-4-6 9 16,0-5-5 0,-19-5 0-16,-11-3-3 0,-5-5-1 15,4-6-12-15,-1-8-113 16,6-3-79-16,0-4-117 15,4-24-103-15</inkml:trace>
  <inkml:trace contextRef="#ctx0" brushRef="#br0" timeOffset="201449.5">5515 4051 708 0,'0'0'26'0,"0"0"66"0,0 0 10 0,0 0-22 0,0 0 35 16,0 0-72-16,2-55-18 0,31 45 5 16,8-2 12-16,3 1-15 15,5 1 3-15,0-3 19 16,3 1-17-16,-6 0 5 16,-4 0-14-16,-8 4-6 15,-7 4-13-15,-14 2-3 16,-7 2-1-16,-2 0-15 15,-4 0-62-15,0 6-105 16,0 11-26-16,0-2-64 16,0-3-265-16</inkml:trace>
  <inkml:trace contextRef="#ctx0" brushRef="#br0" timeOffset="202099.53">5437 10816 760 0,'0'0'123'0,"0"0"-42"0,0 0-10 0,0 0-71 0,0 0-29 0,0 0-104 16,10-66-122-16</inkml:trace>
  <inkml:trace contextRef="#ctx0" brushRef="#br0" timeOffset="202949.37">20948 4640 170 0,'0'0'767'0,"0"0"-702"0,0 0 48 0,0 0 20 15,0 0-29 1,0 0-40-16,-162-26-42 0,29 144 20 16,-50 64 16-1,-49 70 28-15,-53 58-15 0,-31 43-26 16,-16 12-13-16,4-8-24 16,32-28-7-16,37-32 5 15,36-35-4-15,41-41 2 16,34-32-4-16,28-37-17 15,28-29-16-15,26-34-39 16,17-24-16-16,14-33-81 16,7-26-172-16,9-6-251 15</inkml:trace>
  <inkml:trace contextRef="#ctx0" brushRef="#br0" timeOffset="204082.78">4436 11199 1304 0,'-207'23'12'0,"9"8"36"0,17-1 74 0,34-6-50 0,41-10-13 16,46-6-30-16,60-8 8 15,75-8-4-15,87-26-2 16,84-14-25-16,56-9-6 16,35 0 0-16,24 1 0 15,-2 6 3-15,-18 9 2 16,-42 13-5-16,-75 17-34 15,-88 11-136-15,-105 0-12 0,-83 25 29 16,-125 22-23-16,-99 13-42 16,-69 8 55-16,-52 7 163 15,-33 4 15-15,-2 1 54 16,27-6 115-16,54-5 72 16,95-21-41-16,115-22-115 15,130-19-53-15,114-8-35 16,152-45 3-16,119-30-15 15,93-25-7-15,63-8-47 16,21 2 47-16,-27 14 7 16,-79 11-160-16,-115 12-650 15</inkml:trace>
  <inkml:trace contextRef="#ctx0" brushRef="#br0" timeOffset="206885.2">4062 11319 1338 0,'0'0'52'0,"-158"18"-17"0,158-18-31 0,27 0 11 0,75-23-9 16,63-23 1-16,54-15-5 0,41-9-1 15,19 0 5-15,10 4-4 16,-11 9 5 0,-8 12-7-16,-27 12-3 0,-47 11-60 15,-53 8-135-15,-74 10 4 16,-69 4 80-16,-84 11 73 16,-92 30-48-16,-76 20-99 15,-51 7 169-15,-27 3 19 16,-15 4 78-16,4 1 64 15,13 1-11-15,25-10 21 16,55-12-30-16,75-21-35 16,88-18-17-16,94-16-70 0,140-27 15 15,121-37-35 1,120-26-34-16,95-18-180 0,62-3 47 16,14 9 4-16,-35 13-156 15</inkml:trace>
  <inkml:trace contextRef="#ctx0" brushRef="#br0" timeOffset="209483.13">11106 12633 721 0,'-185'82'416'0,"2"-8"-284"0,27-5 17 0,27-11-64 0,42-16-34 0,40-20 3 15,47-20-4 1,35-10-19-16,90-50-2 0,71-39-16 16,71-37-7-16,59-30-6 15,31-18-19-15,30-16 10 16,5 4 9-16,-9 12 0 15,-20 13-7-15,-39 24-3 16,-59 27-29-16,-69 28 29 16,-73 34-25-16,-77 31-36 15,-48 25-32-15,-92 19 92 16,-59 51-52-16,-57 35-94 16,-48 28-66-16,-34 21 94 15,-31 19-118-15,-14 10 22 0,-1 9 57 16,1-2 168-1,28-16 280-15,22-10-39 0,27-19-66 16,40-25-44-16,39-24-3 16,50-26-80-16,53-31 20 15,63-32 72-15,46-14-49 16,89-62-19-16,76-41-36 16,70-42 1-16,63-35-29 15,52-22-7-15,38-14-1 16,13-1 14-16,-11 18 18 15,-33 19 2-15,-51 29-17 16,-61 31-11-16,-72 31 0 16,-71 36-6-16,-76 28-29 15,-57 24-67-15,-61 8 31 16,-52 35-130-16,-36 22-170 0,-21 11-376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3:17:39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4010 11637 1112 0,'0'0'53'0,"0"0"-38"0,0 0 4 0,0 0-18 0,0 0 30 0,0 0-14 0,148-44 12 0,-65 31-16 0,-6 3-6 16,-12 2 0-16,-12 0-2 16,-10 1-4-16,-11 3 1 15,-11 0 1-15,-9-1-2 16,-6 4 0-16,-3 1-1 15,-3 0 3-15,2 0 10 16,-2 0 28-16,0 0-15 16,0 0-7-16,0 0 0 0,0 0-3 15,0 0-7 1,0 0-3-16,0 0-2 0,0 0 4 16,0 0 4-16,0 10 6 15,6 21 1-15,2 15 45 16,2 10-26-16,-1 7-14 15,2-5-7-15,1-2 3 16,-2-4-14-16,2-6 3 16,-3-6 2-16,-3-8-3 15,1-12-2-15,-3-4-3 16,-2-4-2-16,1-4-1 16,-1-4-3-16,1-1-8 15,1-3-18-15,9 0-74 16,9 0-62-16,7-18-173 0,7-7-464 15</inkml:trace>
  <inkml:trace contextRef="#ctx0" brushRef="#br0" timeOffset="569.04">5402 11520 883 0,'0'0'109'0,"0"0"-75"0,0 0 67 0,0 0-74 0,0 0 51 0,0 0-24 0,-21-23-9 15,21 23-27-15,0 3-6 16,0 30 8-16,13 12 55 15,8 10-31-15,-1-4-27 16,2-1-11-16,5-3-5 16,2-9 3-16,2-6-4 15,0-11-3-15,-2-6-1 16,-2-13-8-16,0-2-21 16,-3 0 1-16,0-28 5 15,-6-11 14-15,-5-12-10 0,-3-6 11 16,-10 3-9-1,0 10 14-15,0 11 7 0,0 10 7 16,0 13 7-16,-2 4 14 16,2 6 2-16,-2 0 1 15,2 0-2-15,0 0-4 16,0 0-10-16,0 26-14 16,0 16 15-16,2 8 9 15,6 0-4-15,1 3-12 16,-2-6 0-16,0-2 11 15,-3-5-13-15,1-6-4 16,-1-6-2-16,0-6-2 16,6-6-4-16,3-5-10 0,2-3-30 15,5-3-48 1,7-5-88-16,2 0-106 0,0 0-268 16</inkml:trace>
  <inkml:trace contextRef="#ctx0" brushRef="#br0" timeOffset="1066.83">6761 11500 1163 0,'0'0'39'0,"0"0"-14"0,0 0-15 0,-105-110 7 0,83 98 15 0,4 10 46 16,-5 2-50-16,-2 0-28 16,-4 18-5-16,-2 7 5 15,12 2 2-15,7 3-2 16,12 4-7-16,0 2 3 16,25-2 0-16,12 0 1 15,11-2-2-15,-1-2-1 16,-3 2 3-16,-4 0 3 15,-7-1 2-15,-6-1 4 16,-4-5 5-16,-10 0-3 16,-4-7-3-16,-7 0 1 0,-2-2-2 15,-2-4-2-15,-20-1 16 16,-10-2-18-16,-3-7 2 16,2-2 3-16,-1-2 3 15,5-22-2-15,5-6 0 16,7-2 5-16,15-5-3 15,2 1-8-15,5 0-9 16,26-4-2-16,7 7 6 16,0-1 4-16,0 7-42 15,-5 10-44-15,-6 4-42 16,-7 5-208-16</inkml:trace>
  <inkml:trace contextRef="#ctx0" brushRef="#br0" timeOffset="1567.53">7879 11428 998 0,'0'0'9'0,"0"0"-9"0,0 0 76 0,0 0-16 0,0 0 27 15,0 0-18-15,-98-27-47 16,80 54-11-16,-5 9 3 16,6 1 8-16,1 8 10 15,7 3-12-15,5 2 11 16,4 2-1-16,0-5-6 15,13-6-21-15,18-6-3 16,8-9 0-16,1-7-3 16,2-12 0-16,-4-6 3 15,-4-1 0-15,-5 0 0 16,-6-15 1-16,-4-8 1 16,-9-2 2-16,-5-8-1 0,-5 8 16 15,0 0-13 1,-2 6 8-16,-16 5 23 0,-2 2-9 15,-3 5-23-15,-3 4-4 16,0 3 4-16,-3 0-5 16,2 1-17-16,2 16 1 15,2 2-43-15,8 7-75 16,7 1-101-16,2-4-219 16</inkml:trace>
  <inkml:trace contextRef="#ctx0" brushRef="#br0" timeOffset="2133.44">8725 11453 3 0,'0'0'830'0,"0"0"-750"0,0 0 3 0,0 0 10 0,0 0-15 0,0 0 3 15,-17-44-37 1,17 44-16-16,0 0-11 0,-2 0 18 15,-5 3 5-15,-4 21-10 16,2 8-14-16,-2 6 2 16,3 0 2-16,8-2-10 15,0 2 1-15,0 0 6 16,12-4-9-16,6-6-7 16,6-2 3-16,3-8-3 15,2-4-1-15,2-7 2 16,5-7 2-16,-2 0-1 15,3-5 1-15,-4-16 3 16,-2-8 26-16,-2-5 8 0,-6 0-12 16,-11-2 26-16,-8 1-36 15,-4-3 16-15,0 1-33 16,-7 5 6-16,-8 3-2 16,-6 8-5-16,-6 1-1 15,-2 4-30-15,-6 7-83 16,-3 9-45-16,-2 0-174 15,-5 0-343-15</inkml:trace>
  <inkml:trace contextRef="#ctx0" brushRef="#br0" timeOffset="3633.91">8884 6982 218 0,'0'0'482'16,"0"0"-411"-16,0 0 65 0,0 0-23 0,0 0 0 0,0 0-32 15,-41-34-6-15,39 34 7 16,2 0-23-16,-2 0-15 16,2 0-14-16,0 0-4 15,-2 0-11-15,-4 5-9 0,-1 18-3 16,0 4 15-16,0-2 2 15,7 0-9 1,0-4-1-16,0-1-9 0,2 3 7 16,14-2-8-16,4 0 0 15,7-3 0-15,4-3 4 16,2-3-2-16,0-3-3 16,0-5 1-16,-2-4-3 15,-5 0 2-15,-2 0 1 16,1-8-1-16,-7-10 2 15,-3-5-1-15,-4-3 0 16,-2-3 2-16,-4-4-2 16,-3-3 6-16,-2 2-4 0,0 2 5 15,0 2-7-15,-10 5 4 16,-9 8 0-16,-3 3-4 16,-3 2-2-16,-3 4-3 15,-3 2-11-15,-6 6-35 16,0 0-130-16,-7 0-93 15,-6 16-310-15</inkml:trace>
  <inkml:trace contextRef="#ctx0" brushRef="#br0" timeOffset="12533.52">7744 12247 383 0,'0'0'559'0,"0"0"-448"0,0 0-88 0,0 0-17 0,0 0 2 15,0 0 17-15,153 0-6 16,-109-3-9-16,-2-2-7 16,-5-2-1-16,-9 3 1 0,-8 0-6 15,-9 2-4-15,-8 2-16 16,-3-2-51-16,0 2 42 15,-20 0-88-15,-11 0-115 16,-9 2 50-16,-3 8 168 16,-1 2 17-16,3-3 10 15,5 4-2-15,10-5 36 16,10-2 27-16,12-3 14 16,4-3-36-16,0 0-19 15,15 0 13-15,19 0-4 16,6 0-13-16,5 0-23 15,2-11-3-15,-1-1-1 16,-5-1-7-16,-1 0-64 0,-9-1-223 16</inkml:trace>
  <inkml:trace contextRef="#ctx0" brushRef="#br0" timeOffset="56366.23">9047 7419 690 0,'0'0'31'0,"0"0"-10"0,0 0 28 0,0 0-9 0,0 0-7 0,0 0-17 0,0 0-8 0,71-37-3 0,-36 20-5 16,4 1 0-1,-6 2-32-15,-2 3-150 0,-4 4-70 16,-13 7-136-1</inkml:trace>
  <inkml:trace contextRef="#ctx0" brushRef="#br0" timeOffset="56550.44">9082 7463 38 0,'0'0'294'0,"0"0"-261"0,0 0-11 15,0 0 12 1,0 0-13-16,0 0-14 0,147-41-7 16,-98 22-34-1,0-2-232-15</inkml:trace>
  <inkml:trace contextRef="#ctx0" brushRef="#br0" timeOffset="58968.45">7592 6778 360 0,'0'0'477'0,"0"0"-377"0,0 0-19 0,0 0 17 0,0 0-31 16,0 0 3-16,-10-18-32 16,10 18-2-16,0 0-5 15,0 0-17-15,0 0-8 16,0 28-2-16,0 6 6 15,0 7 0-15,0-1-4 16,0-9-4-16,0-5 0 0,0-6 1 16,0-6-2-16,0-8 1 15,0-3-2-15,0-3 0 16,0 0 0-16,0 0 2 16,0 0 7-16,0 0-1 15,0-6 27-15,-4-28-15 16,0-9-15-16,2-1-4 15,-1 4 1-15,3 6-2 16,0 10 3-16,0 3-1 16,0 7-1-16,0 6-1 15,0 4 2-15,0 4 1 16,0 0-1-16,0 0-2 16,0 0 1-16,0 0-1 0,0 0-4 15,0 14 0 1,0 14 4-16,0 9 5 0,0 3-5 15,0 0 2-15,0-4-1 16,0-2 1-16,0-8-2 16,0-6 0-16,0-8-2 15,0-6 2-15,0-2 2 16,0-4-2-16,0 0 1 16,0 0 3-16,0 0-1 15,0-4 1-15,0-28 9 16,0-12-13-16,0-8 1 15,0 2-1-15,0 11 0 16,0 7-1-16,0 10 2 16,0 11-1-16,0 3 1 0,0 5 0 15,0 3-1-15,0 0-1 16,0 0 1-16,0 0-5 16,0 0-3-16,0 26-3 15,0 14 11-15,0 13 2 16,0 6 3-16,0-7-5 15,0 1-1-15,0-7 1 16,0-7 0-16,0-14 0 16,0-11 0-16,0-8-4 15,0-6 4-15,0 0 0 16,0 0 7-16,0 0-3 16,0-13 5-16,0-27 0 15,0-17-9-15,0-11-1 0,0 0 1 16,0 12 1-16,0 10-1 15,0 13 0-15,3 17 0 16,-3 7 1-16,0 6 0 16,0 3-2-16,0 0 1 15,0 0-6-15,0 3-5 16,0 26-2-16,2 10 13 16,0 11 4-16,-2-2-3 15,0-2-1-15,0-6 0 16,0-8 0-16,0-12-1 15,0-6 1-15,0-9 0 16,0-5 0-16,0 0 1 0,0 0-1 16,0 0 5-16,0-12 1 15,0-28 0-15,0-13-6 16,0-3-1-16,0 3 1 16,0 16 1-16,0 9 0 15,0 13-2-15,0 9 1 16,0 5 0-16,0 1 0 15,0 0-1-15,0 0-9 16,0 22-1-16,0 12 11 16,2 9 3-16,-2-2-2 15,2-3-1-15,0-4 0 16,-2-3-2-16,2-6-13 16,4 1-108-16,-4-6-125 0,0-2-268 15</inkml:trace>
  <inkml:trace contextRef="#ctx0" brushRef="#br0" timeOffset="60750.44">7462 9149 34 0,'0'0'281'0,"0"0"-281"0,0 0-315 0</inkml:trace>
  <inkml:trace contextRef="#ctx0" brushRef="#br0" timeOffset="61092.53">7462 9149 514 0</inkml:trace>
  <inkml:trace contextRef="#ctx0" brushRef="#br0" timeOffset="61133.86">7462 9149 514 0,'51'125'152'0,"-57"-125"-152"0,4 0-55 0,2 0-122 0,0-4-3 16</inkml:trace>
  <inkml:trace contextRef="#ctx0" brushRef="#br0" timeOffset="61284.18">7580 9270 395 0,'0'0'59'0,"0"0"-59"16,0 0-160-16</inkml:trace>
  <inkml:trace contextRef="#ctx0" brushRef="#br0" timeOffset="61449.82">7580 9270 299 0,'25'12'259'0,"-29"-12"-259"15,4 0-34-15,0 0-103 16,0 0-127-16</inkml:trace>
  <inkml:trace contextRef="#ctx0" brushRef="#br0" timeOffset="62449.78">7859 12197 485 0,'0'0'179'0,"0"0"-56"0,0 0-41 0,-115 33-54 0,85-24 56 15,6-4 22-15,10-2-39 16,7 2-21-16,7-1-13 16,0 2-25-16,27-2-4 15,21 0 6-15,12-4-4 16,9 0 3-16,2 0-7 15,-3-10 5-15,-3-6-6 16,-9 2-1-16,-15 2 0 16,-18 3 0-16,-9 3 1 15,-14 5 1-15,0 1 2 16,-31 0 3-16,-23 0-7 16,-15 0-4-16,-9 16 3 15,-9 5 1-15,1-2 1 0,3 3 3 16,14 2 2-16,18-4 30 15,22-5-14-15,18-7-14 16,11-1-8-16,17-5-1 16,39-2-7-16,22 0 3 15,22-23-33-15,11-10-59 16,8-5-59-16,-8 2-198 16</inkml:trace>
  <inkml:trace contextRef="#ctx0" brushRef="#br0" timeOffset="68683.23">7592 8360 300 0,'0'0'407'0,"0"0"-302"0,0 0 72 0,0 0-47 15,0 0-76-15,0 0 9 16,0 0 34-16,0 0-26 16,-14-97-28-16,14 97-22 15,0 0-2-15,0 0-10 16,0 0-9-16,0 0 2 15,0 15-2-15,0 4 7 16,0 3-3-16,0 1-4 0,0-5 3 16,0 0-3-16,0-6 0 15,0-2-3-15,0-4-5 16,0-5-9-16,0 2-16 16,0-3 8-16,0 0 18 15,0 0-5-15,0 0 1 16,0 0-27-16,4 0 36 15,8 0 2-15,3-9 6 16,8 2-6-16,-1 1-6 16,2 4 4-16,3 2 2 15,2 0 0-15,2 0 1 0,-2 15-1 16,-2 6 6 0,-7-1 18-16,-7 1-12 0,-8 2-3 15,-5 1-5-15,0 0 11 16,-15 0-3-16,-15-2-3 15,-1-8-8-15,0 0 0 16,4-8-1-16,3-3-9 16,6-3-74-16,4-9-80 15,6-21-199-15,3-5-403 16</inkml:trace>
  <inkml:trace contextRef="#ctx0" brushRef="#br0" timeOffset="68933.78">7594 8253 162 0,'0'0'565'0,"0"0"-503"0,0 0 29 0,0 0-39 0,0 0-35 15,0 0 5-15,-14-8-6 16,43 8 22-16,9 0 5 15,-2 0-26-15,-2 0-6 16,-5 0-8-16,-10 0-3 16,-3 0-8-16,-5 0-90 15,-5 0-224-15</inkml:trace>
  <inkml:trace contextRef="#ctx0" brushRef="#br0" timeOffset="73500.48">6676 7965 454 0,'0'0'194'0,"0"0"-127"0,0 0-30 0,0 0-34 0,0 0-2 15,0 0-1-15,0 0-23 16,4 2-45-16,-2-1-118 15,-2 2-201-15</inkml:trace>
  <inkml:trace contextRef="#ctx0" brushRef="#br0" timeOffset="74700.45">6568 12244 426 0,'0'0'513'0,"0"0"-331"0,0 0-68 0,0 0-54 16,0 0 8-16,0 0-10 0,-64 20-10 15,76-20-31 1,23 0-7-16,11-2 0 0,6-8-5 15,-3-1-2-15,-4 2-2 16,-14 3 1-16,-9 0-2 16,-11 4-5-16,-9 2 2 15,-2 0 3-15,0 0 0 16,-11 0-48-16,-20 0-4 16,-14 2 10-16,-5 12 34 15,-2 2 8-15,4 0 1 16,5 1 1-16,9-6 1 15,16-3 5-15,14-4 9 16,4-2-7-16,18 0-9 16,34-2 8-16,19 0-9 15,16-8-1-15,6-16-107 0,1-4-78 16,-7-2-149-16</inkml:trace>
  <inkml:trace contextRef="#ctx0" brushRef="#br0" timeOffset="90199.75">5521 11071 441 0,'0'0'218'0,"0"0"-120"0,0 0-46 16,0 0-15-16,0 0 24 16,0 0-22-16,0 0 0 15,-11-24-5-15,11 24 4 16,-2 0-1-16,0-3-12 16,0 3-1-16,2 0 32 15,0 0-39-15,0 0-1 0,0 3 3 16,0 17 1-16,13 6-3 15,3 3-3-15,-1 0-14 16,-1-5-1-16,-3-2 1 16,-4-1-29-16,2-6-56 15,-5-1-85-15,-4-2-19 16,0-2-59-16,0-6-129 16</inkml:trace>
  <inkml:trace contextRef="#ctx0" brushRef="#br0" timeOffset="90434.86">5469 11222 56 0,'0'0'327'0,"0"0"-205"0,0 0-28 15,0 0-31-15,0 0-3 16,0 0-1-16,-12-13-19 16,12 13-14-16,0 0-8 15,12 10 10-15,7 4-6 16,6 0-13-16,-1-4-5 15,1-2-2-15,0-5-2 16,-4-3-10-16,3 0-13 16,4-11 6-16,-1-15-18 15,2-6-113-15,-8-2-237 16</inkml:trace>
  <inkml:trace contextRef="#ctx0" brushRef="#br0" timeOffset="104671.07">6665 6713 573 0,'0'0'112'16,"0"0"-16"-16,0 0 23 15,0 0-44-15,0 0 4 16,-47-106-32-16,20 104 14 0,-4 2-38 16,-3 0 0-1,-1 8-15-15,0 14 1 0,3 2-6 16,8 3-3-16,5 4-4 16,9-1-3-16,7-2-1 15,3-1-35-15,0-7 15 16,16-6-3-16,8-7-8 15,7-4-16-15,1-3 8 16,1-3-6-16,-2-17 34 16,0-3 13-16,-6-2 2 15,-2-1 3-15,-8 2 2 16,-4 2 7-16,-2 3 5 16,-5 4 11-16,1 1 6 0,-3 6 9 15,-2 4 9 1,2 2-12-16,-2 2-15 0,0 0-2 15,0 0-8-15,0 0-4 16,0 0 0-16,0 0-4 16,0 18 1-16,0 7 6 15,0 8 36-15,0 3-27 16,0 4-4-16,-4 5-9 16,-1-3 6-16,1 0-1 15,0-5-6-15,-3-6-4 16,5-7-1-16,2-2 0 15,0-4-1-15,0 0-3 0,0-2-14 16,0 2-83 0,0-2-74-16,0-2-162 0</inkml:trace>
  <inkml:trace contextRef="#ctx0" brushRef="#br0" timeOffset="105467.74">6680 8562 844 0,'0'0'53'0,"0"0"100"0,0 0-64 0,-46-126-28 15,26 96-8-15,-1 4 5 16,4 8-20-16,1 7-4 16,-1 6-8-16,-6 5-18 15,0 0-8-15,-1 5 0 16,0 20-10-16,6 9 3 16,5 5 3-16,8 2 0 0,5 1-12 15,0-6-27-15,5-8-3 16,19-11-2-16,5-12 5 15,4-5 7-15,0 0 11 16,2-22 5-16,-10 0 11 16,0-3 6-16,-4-2 3 15,-6 4 2-15,-1 0 0 16,-6 3 4-16,-1 6 0 16,-3 6 2-16,-2 2 2 15,-2 4 6-15,0 2 4 16,0 0-2-16,0 0-6 15,0 0-3-15,1 0-1 16,-1 0-1-16,0 0-7 16,0 20 1-16,0 10 2 0,0 8-1 15,0-1-1 1,0 6-1-16,0 1-2 0,0 0-19 16,0 0-116-16,0 1-125 15,-5-3-265-15</inkml:trace>
  <inkml:trace contextRef="#ctx0" brushRef="#br0" timeOffset="106416.21">5357 9689 673 0,'0'0'140'0,"0"0"16"0,0 0-19 0,18-108-60 0,-18 98-1 16,2 6 21-16,-2 4-32 15,0 0-9-15,0 0-18 16,0 0-12-16,0 0-7 16,0 26-7-16,-2 7-3 15,-10 12-6-15,4 2-1 0,3-5 1 16,5-1-3-16,0-2-2 15,0-7-5 1,0-5-56-16,7-8-108 0,7-7-24 16,3-10-183-16</inkml:trace>
  <inkml:trace contextRef="#ctx0" brushRef="#br0" timeOffset="106933.89">5384 9457 877 0,'0'0'35'0,"0"0"69"0,0 0-45 16,0 0 19-16,-122-26-39 16,101 26 4-16,-1 0-9 15,0 0-6-15,-5 15-8 16,-2 7 0-16,2 4-6 15,0 9 0-15,3 3 10 16,2 8-11-16,-1 4-4 16,5 6-3-16,5 3-2 15,6-5 4-15,7-3-6 16,0-2-2-16,7-7 0 16,20 0-1-16,10-8-3 0,9-6-2 15,4-7-17 1,8-14-36-16,5-7 8 0,3 0 7 15,2-18 11-15,-4-10 13 16,-11-4 13-16,-10-2 1 16,-12-6 5-16,-11-5 1 15,-9-7 8-15,-6-5 0 16,-5-8-4-16,0 1 8 16,-19 2 2-16,-11 4 9 15,-4 10-6-15,-8 8 6 16,-7 9-14-16,-7 16-6 15,-7 8-2-15,-1 7-1 0,1 0-44 16,3 27-96-16,5 7-50 16,-3 3-253-16</inkml:trace>
  <inkml:trace contextRef="#ctx0" brushRef="#br0" timeOffset="109567.84">5272 8664 695 0,'0'0'101'0,"0"0"13"0,0 0-18 0,12-121 9 0,-12 96-43 0,0 1-10 16,-16 2-6-16,0 4-11 16,-6 4-26-16,-3 8-1 15,3 2-6-15,-2 4 2 16,1 0 0-16,1 12-4 16,2 9 2-16,6 6-3 15,7 3 1-15,7 4-1 16,0 3-4-16,12-2-3 15,17-1-2-15,6-1-11 16,4-5-4-16,1-2-2 16,0-4 12-16,-7-4 12 15,-6-4 1-15,-7 0 2 0,-11-4-1 16,-7 2 1-16,-2 4-2 16,0-1 2-16,-23-1 0 15,-3 1 2-15,0-3 2 16,-1-6 0-16,6-3-1 15,4-3-3-15,1 0 4 16,7-23-4-16,5-9-1 16,4-7-12-16,0-9 0 15,16 7-40-15,16-3-106 16,6 6 1-16,3 3-135 16</inkml:trace>
  <inkml:trace contextRef="#ctx0" brushRef="#br0" timeOffset="110602.07">7902 8782 362 0,'0'0'338'0,"0"0"-234"0,0 0-10 0,0 0-53 0,0 0-17 0,0 0-5 15,21 0-7 1,16 0 12-16,1 0-24 0,-1-7-8 16,-6 6-130-16,-6-2-67 15,-15 3-67-15</inkml:trace>
  <inkml:trace contextRef="#ctx0" brushRef="#br0" timeOffset="110766.15">7885 8874 87 0,'0'0'458'16,"0"0"-395"-16,0 0-20 0,0 0-31 15,0 0 27 1,0 0-16-16,125-11-23 0,-67-1-39 15,0-2-159-15,-4 2-190 16</inkml:trace>
  <inkml:trace contextRef="#ctx0" brushRef="#br0" timeOffset="111802.75">4998 6916 938 0,'0'0'36'0,"0"0"122"0,0 0-48 0,0 0-1 0,0 0-3 15,0 0-64-15,-55-57-25 16,55 57-10-16,0 25-7 16,0 17 0-16,0 12 5 15,0-2-3-15,0-7-2 16,0-12-10-16,-2-7-7 16,-4-9-10-16,2-10-3 15,4-4-22-15,0-3 23 16,0 0 2-16,0 0 17 15,0 0 0-15,0-16-1 16,0-7 5-16,6-4-7 16,13 0 13-16,1 4-2 15,2 4 1-15,0 7 1 0,1 7 1 16,1 5-1-16,0 0 0 16,3 15-1-16,-2 13 1 15,-1 6 10-15,-5 2-2 16,-8-1-2-16,-7-6-1 15,-4-4-2-15,0-5 7 16,-21-2-1-16,-8-2-9 16,-4-4-41-16,-2-6-96 15,1-6-138-15,3 0-109 16</inkml:trace>
  <inkml:trace contextRef="#ctx0" brushRef="#br0" timeOffset="112049.68">4969 6906 722 0,'0'0'36'0,"0"0"54"0,0 0-40 0,0 0-6 0,0 0-13 0,0 0-9 15,98-50 3-15,-47 40-10 16,-2 2-9-16,-4 2-6 15,-12 3-12-15,-8 3-63 16,-11 0-50-16,-14 9-134 16,0 5-269-16</inkml:trace>
  <inkml:trace contextRef="#ctx0" brushRef="#br0" timeOffset="114419.51">5047 7359 370 0,'0'0'49'0,"0"0"-45"0,0 0 0 0,0 0-2 16,0 0 4-16,0 0 0 15,0 0-2-15,0 0-4 16,0 0 0-16,2 0-36 16,0 0-116-16,-2 0-105 15</inkml:trace>
  <inkml:trace contextRef="#ctx0" brushRef="#br0" timeOffset="114934.07">5326 9071 501 0,'0'0'0'0,"0"0"-58"0,0 0-42 0,0 0-84 0</inkml:trace>
  <inkml:trace contextRef="#ctx0" brushRef="#br0" timeOffset="115375.01">5471 10020 143 0,'0'0'461'0,"0"0"-461"0,0 0-436 0</inkml:trace>
  <inkml:trace contextRef="#ctx0" brushRef="#br0" timeOffset="129634.69">4285 9453 1090 0,'0'0'75'0,"0"0"40"0,0 0 11 0,0 0-82 0,0 0 18 0,0 0-37 16,0 0-14-16,0 0 30 15,9 108-16-15,0-74-24 16,-2-4 0-16,-3-8-1 16,-2 0 0-16,0-9-7 15,0-2-43-15,0-5-74 16,2-6-104-16,-2 0-123 15,-2 0-222-15</inkml:trace>
  <inkml:trace contextRef="#ctx0" brushRef="#br0" timeOffset="130066.75">4214 9312 305 0,'0'0'531'0,"0"0"-461"0,-114-11 54 15,74 11-48-15,2 0 50 16,3 17-60-16,4 9 36 16,6 12-30-16,7 12-43 15,3 6-7-15,3 9-8 16,3 1 1-16,7-3-9 16,2-2 2-16,0 2-5 15,15-7-1-15,20-6-2 0,7-6 3 16,9-7-3-16,12-8 0 15,7-11 0-15,6-12 4 16,2-6-3-16,-5-6-1 16,-6-24 1-16,-7-8-2 15,-10-12 3-15,-11-7 0 16,-12-8 6-16,-11-14-7 16,-13-3 4-16,-3-4 3 15,-3 1-6-15,-26 7 4 16,-10 14 0-16,-9 12-5 15,-14 14 10-15,-9 15-8 16,-10 11-3-16,-1 12-4 16,1 0-4-16,8 25-9 15,8 15-32-15,12 14-111 16,4 8-140-16,0 5-297 0</inkml:trace>
  <inkml:trace contextRef="#ctx0" brushRef="#br0" timeOffset="130817.77">5635 12436 1098 0,'0'0'42'0,"0"0"101"0,0 0-6 0,0 0-87 0,0 0-15 15,0 0-24-15,-56 14 2 16,119-14 28-16,11-10-20 15,-1-9-17-15,-4-4-4 16,-11 3-13-16,-13 6-42 16,-18 4-35-16,-16 10-110 0,-11 0-53 15,-11 4 11-15,-30 16-129 16</inkml:trace>
  <inkml:trace contextRef="#ctx0" brushRef="#br0" timeOffset="130950.07">5698 12534 220 0,'0'0'144'16,"0"0"0"-16,0 0-15 15,0 0-52-15,0 0-42 16,0 0 25-16,26 65 28 16,55-93-52-16,17-12-36 15,11-7-33-15,-2 2-73 16,-16-3-101-16</inkml:trace>
  <inkml:trace contextRef="#ctx0" brushRef="#br0" timeOffset="133533.84">4245 8149 892 0,'0'0'49'0,"0"0"113"0,0 0-84 0,0 0-12 0,-125-14 27 0,101 24-10 15,3 10-20-15,6 6-31 16,6 8-11-16,2 3-10 16,7 2-8-16,0 2 4 15,0-1-3-15,0 2-3 16,20-4 0-16,5-3-1 15,4-8 0-15,7-4 0 16,-1-8-1-16,-2-7 0 16,-1-8-1-16,-9 0-1 15,-3 0 3-15,-12-4 1 0,-1-11 3 16,-7-2-1-16,0-3 3 16,0 3-5-16,-11 0 6 15,-14 0-5-15,-4 5-1 16,-2 5 1-16,2 3-2 15,2 4-3-15,6 0-56 16,-4 0-183-16,2 17-207 16</inkml:trace>
  <inkml:trace contextRef="#ctx0" brushRef="#br0" timeOffset="136333.43">4225 13972 502 0,'0'0'408'0,"-212"119"-324"0,105-63-33 0,10-4-18 0,14-8 78 0,14-12-62 15,19-10-25-15,21-11-9 16,29-11 6-16,11-6 25 16,61-38-31-16,40-23 34 15,42-23-10-15,39-21-18 16,32-13-20-16,29-15 1 16,9-5 4-16,11-2-1 0,-11 7 4 15,-16 12-5-15,-21 14-4 16,-44 14-1-16,-42 23 1 15,-48 25-7-15,-43 21-56 16,-38 19-24-16,-11 11 61 16,-44 17 25-16,-33 31-39 15,-25 15-102-15,-18 18 67 16,-11 5 13-16,-12 5-5 16,-15 4-39-16,-11 8-133 15</inkml:trace>
  <inkml:trace contextRef="#ctx0" brushRef="#br0" timeOffset="136606.67">3869 14227 507 0,'-152'82'137'0,"23"-14"71"0,32-23-86 15,43-20-66-15,31-19-18 16,25-6 1-16,67-45-26 16,49-26-3-16,47-33 8 15,46-22-10-15,35-17-7 16,26-13 32-16,13-5 13 15,5 7 14-15,-14 8 43 16,-20 13-34-16,-26 19-34 16,-45 20-14-16,-45 18 0 15,-47 24-4-15,-43 17-5 16,-33 17-9-16,-17 11 0 16,-11 7-3-16,-26 0-19 15,-13 7-84-15,-4 20-141 0,4-1-162 16</inkml:trace>
  <inkml:trace contextRef="#ctx0" brushRef="#br0" timeOffset="144519.51">7462 6592 722 0,'0'0'118'0,"0"0"20"0,0 0-12 0,0 0-65 0,0 0 6 0,0 0 14 15,0 0-31 1,-94-21-5-16,68 21-32 0,-8 0 0 16,-6 15-3-16,3 6 3 15,-1 1 12-15,7 2-6 16,2 2-7-16,6 4 1 16,3 4 25-16,0 8-27 15,0 5-2-15,0 3 1 16,0 6-1-16,4 0-6 15,1 0-1-15,3 0 1 16,4-3-1-16,-1 1 0 16,5 2 1-16,-4 3 2 15,5 4-1-15,3 3 0 16,0-1 3-16,0-1-4 16,0-6 2-16,17-3-1 0,6-5-2 15,3-6 2-15,1-7 0 16,-1-4-2-16,1-5-2 15,0-6 3-15,2 0-2 16,2-4 0-16,5-3-1 16,1-2 0-16,-1-3 0 15,7-4 0-15,-6-4 0 16,6-2 3-16,-1 0-1 16,-2 0-2-16,0-2 0 15,-3-9 0-15,-4 1 0 16,-4-1-2-16,-3-1 2 0,1-5 0 15,0 2-1 1,-1-6 1-16,-1-2 1 0,0-4 4 16,-1-7-4-16,0-4 1 15,-1-4-3-15,-1-4 1 16,-7-4 0-16,-1-4-1 16,-5-3 4-16,-2 2-2 15,-6 3-1-15,2 4 2 16,-3 3-2-16,0 4 1 15,0 2-1-15,0-1 2 16,-4-2-1-16,-5-1-1 16,0 1 0-16,-3 0 0 15,2 2 0-15,-1 0 3 16,1 6-2-16,0 2-1 16,-4 1 1-16,3 6-2 0,-4 0 2 15,1 0-1-15,-1 0 1 16,-4 4-2-16,7-2 2 15,-5 7 0-15,2-1-1 16,-1 4 0-16,3-1 0 16,-3 4 0-16,3 2 0 15,-3 2 1-15,1 2 1 16,1 1 0-16,-1 0-2 16,1 1 0-16,1-2 2 15,1 2-2-15,2 0 0 16,-3-2 2-16,3 2-2 15,-3 0 0-15,2 0 1 16,-3 2-1-16,4 0-1 0,-2 0 0 16,-3 0 1-16,-1 0 0 15,-4 4 0-15,0 4 3 16,-3 0-3-16,6 2-3 16,1-2 3-16,5 0 0 15,0-2 0-15,0 0 3 16,2 0-3-16,0 0-1 15,-2 4 1-15,0 0 0 16,-5 0 0-16,1 4-1 16,1-2 1-16,3-4 0 15,2 5-1-15,-2-4 1 16,0 2-1-16,4 1 1 0,-3-3 0 16,2 1 0-16,2 3 0 15,-3-4 0-15,3 4 0 16,-4-1 0-16,3-1 0 15,-1 0 0-15,1 1 0 16,2 0 0-16,-1 1 0 16,-1 0-1-16,1 3 1 15,-1 0 0-15,2 4 2 16,-2-2-2-16,1 1-1 16,2-2 0-16,-3 2 2 15,2-6-1-15,-2 1 1 16,-1 0-2-16,1 1 2 0,1-1 0 15,-2 1-1 1,2 3-1-16,-1 0 1 0,1 2 0 16,2 1 1-16,-4 1-1 15,4 2 0-15,-3 2-1 16,3 0 2-16,4-1-1 16,-2-2 0-16,0 1 0 15,0 0 2-15,-2-2-2 16,2 2 0-16,2 1 0 15,0-2 2-15,0-3-2 16,0 5 0-16,0-4 0 16,0 6 0-16,0-6 0 15,0 1 1-15,0 1-1 0,8-1 0 16,-2-1 2 0,3-2-1-16,-1-1-1 0,2 0 0 15,1 0 0 1,0-2 0-16,3 0 2 0,-4-2-2 15,4-2 0-15,-1 1 0 16,3-2 0-16,-3 3 1 16,0 0-1-16,3-2 0 15,-1-2 0-15,1 0 0 16,1-3 0-16,-5 0 0 16,7 0-1-16,0-1 1 15,2 0 0-15,-2-3-1 16,-1 1 1-16,3-4-1 15,-4 0 1-15,3 0 0 16,3 0 0-16,-4 0 0 0,4 0-2 16,-3 0 2-1,2 0 0-15,-2-4 1 0,3-2-1 16,-1-2 0-16,-5 0 0 16,4 1 3-16,-4-1-3 15,1-1 0-15,0 2-1 16,0-4 1-16,0 2-1 15,-1-1 1-15,4 1 1 16,-6 1 4-16,1-1-5 16,-5 2 0-16,3 0 0 15,-1-2 0-15,1 1 0 16,-2-2 1-16,1 0-3 0,1-2 4 16,-1-5-1-16,0 3-1 15,1-9-2-15,-2 2 1 16,1-4-2-16,-2 1 3 15,0 0 3-15,-2-2-2 16,0 1 0-16,-3 2-1 16,-1-4 0-16,0 0 0 15,-1-1 0-15,-2-1 1 16,0-1 0-16,1 0 0 16,-3-4-1-16,1 2 0 15,-1-2 0-15,0 2 0 16,0 1 1-16,0 1-1 15,0 2 0-15,0 0 2 16,0 1-2-16,-4-5 0 0,-2-5 0 16,-3-3 0-16,-3-1 1 15,2 2-1-15,-4 5 0 16,1 4 0-16,-3 3 1 16,1 0-1-16,-6 3 3 15,-2-1-3-15,-4 6-1 16,-12-2 1-16,-7 3-3 15,-10 1-88-15,-11-4-179 16,-9 3-452-16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3:23:45.04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15625 2508 864 0,'0'0'97'0,"0"0"12"0,0 0 6 0,-8-108-38 0,-7 84 22 15,1 6-44 1,-3 4 2-16,0 3-9 0,2 7-30 15,-5 2-12-15,-5 2-5 16,-4 0 3-16,-2 6-3 16,-2 17-1-16,4 3 3 15,7 6-3-15,2 4-6 16,9-2 5-16,8 5-1 16,3-4 0-16,7-1-3 15,27 1-4-15,10-1-1 16,7-1 6-16,7-6-2 15,-2 3 3-15,-3 0 3 16,-6 2 2-16,-7 1-1 16,-13 4-1-16,-14-3 2 15,-11 1 1-15,-2-5 1 0,-24 0 3 16,-23-4 0-16,-15-4-4 16,-11-6 5-16,-4-10-5 15,0-6 2-15,3 0-1 16,11-13-2-16,15-23-2 15,14-12-10-15,21-11-78 16,13-8-130-16,13-1-232 16</inkml:trace>
  <inkml:trace contextRef="#ctx0" brushRef="#br0" timeOffset="332.96">16304 2504 1136 0,'0'0'48'0,"0"0"37"0,0 0-21 0,0 0 29 0,0 0-31 15,0 0-8-15,-14-24-33 16,14 60-6-16,6 17 17 16,6 13 9-16,-8 0-29 15,1-4 1-15,-3-6-11 0,2-4-1 16,1-6-1-16,-1-7-1 16,1-6-33-16,-3-6-131 15,-2-14-117-15,0-13-87 16,0 0-152-16</inkml:trace>
  <inkml:trace contextRef="#ctx0" brushRef="#br0" timeOffset="484.58">15967 2519 117 0,'0'0'793'0,"0"0"-734"0,0 0 42 15,0 0-76 1,0 0-19-16,0 0-4 0,157-113 25 15,-53 103-27-15,3 4-64 16,-9 6-283-16</inkml:trace>
  <inkml:trace contextRef="#ctx0" brushRef="#br0" timeOffset="902">16809 2501 833 0,'0'0'49'16,"0"0"94"-16,0 0-66 15,0 0-32-15,0 0 6 0,0 0-20 16,-45-23-21-16,41 49-7 16,-3 12 1-16,1 12-3 15,-3 7 2-15,0-2-2 16,6 2-1-16,3-7 1 15,0-4 0-15,7-5-1 16,24-10 0-16,10-8-6 16,7-9 6-16,2-10 0 15,-1-4 1-15,-5 0 1 16,-4-14 1-16,-9-10 1 16,-6-5-2-16,-8-9 7 15,-9-6-7-15,-8-10 10 0,0-6 11 16,-16-2 11-1,-13 8-1-15,-5 7 0 0,-1 13 3 16,-3 14-15-16,0 6-19 16,3 8-2-16,-2 6-50 15,8 0-65-15,6 24-86 16,4 8-291-16</inkml:trace>
  <inkml:trace contextRef="#ctx0" brushRef="#br0" timeOffset="1266.64">17362 2504 1003 0,'0'0'63'0,"0"0"24"0,0 0-28 0,0 0 13 16,0 0 16-16,0 0-26 16,-14-38-27-16,14 38-14 15,0 0-3-15,0 26-7 16,0 20-5-16,0 18 24 16,-3 5 3-16,2 1-10 0,-4-6-8 15,5-6-3 1,0-8-8-16,0-7-4 0,0-10-4 15,2-6 2-15,12-10-23 16,-3-2-82-16,-4-9-133 16,-5-6 7-16,-2 0-171 15</inkml:trace>
  <inkml:trace contextRef="#ctx0" brushRef="#br0" timeOffset="1485.58">17297 2523 524 0,'0'0'124'16,"0"0"-114"-16,0 0-1 0,0 0 20 16,152-107 73-1,-110 107 0-15,0 4 0 0,-6 20 1 16,-14 8-64-16,-13 5-16 16,-9 4-3-16,0 1-9 15,-31 3-5-15,-12-5-2 16,-7-4-4-16,-4-4-28 15,5-8-172-15,2-9-152 16</inkml:trace>
  <inkml:trace contextRef="#ctx0" brushRef="#br0" timeOffset="1733.83">17941 2963 1041 0,'0'0'18'0,"0"0"19"16,0 0-6-16,0 0-4 16,0 0 30-16,142 0 3 15,-63 0-34-15,-2 0-14 16,-9 0-10-16,-11 3-2 15,-10-2-24-15,-14-1-132 16,-12 0-294-16</inkml:trace>
  <inkml:trace contextRef="#ctx0" brushRef="#br0" timeOffset="2233.75">18821 2457 981 0,'0'0'50'0,"0"0"105"0,0 0-50 0,0 0-12 16,0 0-23-16,0 0-32 15,-27-5-25-15,27 61 10 0,0 20 38 16,2 3-34-16,3 2-10 16,-5-6-14-16,0-5-2 15,0-3-1-15,0-9-7 16,0-12-27-16,0-10-81 15,0-12-88-15,5-12-22 16,5-12-164-16</inkml:trace>
  <inkml:trace contextRef="#ctx0" brushRef="#br0" timeOffset="2466.8">18779 2501 714 0,'0'0'12'0,"0"0"12"15,0 0 1-15,0 0 3 16,151-88 30-16,-102 88 10 16,2 0-8-16,-3 23 47 15,-11 7-48-15,-10 8-3 16,-17 2-13-16,-10 4-16 16,-8 3-13-16,-29-3-13 15,-13 0-1-15,-8-4-36 16,0-4-159-16,2-3-61 15,5-12-177-15</inkml:trace>
  <inkml:trace contextRef="#ctx0" brushRef="#br0" timeOffset="2950.36">19465 2557 1094 0,'0'0'39'0,"0"0"65"16,0 0-12-16,0 0-15 15,0 0-28-15,0 0-32 16,-38 21-13-16,30 42 6 16,-4 11 2-16,-2 0-6 15,1-8-6-15,-2-8-1 16,1-9 1-16,3-19-1 0,5-12-4 15,1-12 0-15,3-6-6 16,-2 0-4-16,-2-14 5 16,-2-26-62-16,1-19 11 15,7-6 50-15,0-4 8 16,0 1 6-16,23 6-8 16,6 10 10-16,-1 9-4 15,-1 15 0-15,0 13 3 16,0 6 10-16,-3 9 2 15,5 0 20-15,5 27-14 16,3 20 36-16,6 11-17 16,-3 9-18-16,-4 1-11 0,-7-4-5 15,-5-5-7-15,-9-3 0 16,-3-6-8-16,-10-6 0 16,-2-6-81-16,0-6-54 15,-2-11-35-15,-21-8-90 16,-8-9-125-16</inkml:trace>
  <inkml:trace contextRef="#ctx0" brushRef="#br0" timeOffset="3116.2">19337 2966 636 0,'0'0'136'0,"0"0"-9"0,0 0-37 0,0 0-51 0,0 0-8 16,0 0-25-1,90-57-6-15,-15 42-24 0,12 3-160 16,3-1-178-16</inkml:trace>
  <inkml:trace contextRef="#ctx0" brushRef="#br0" timeOffset="3500.64">20352 2601 684 0,'0'0'66'0,"0"0"89"16,0 0-66-16,0 0-27 16,0 0 29-16,-148-94-61 0,111 94-4 15,3 0-9 1,5 19-12-16,9 7-4 0,7 6 1 16,11 7-4-16,2-4 0 15,4 2 0-15,27-1-4 16,9-2-1-16,8-3 2 15,7-2 4-15,-2-3 0 16,-1-1 1-16,-8-2 0 16,-11 1 2-16,-12-2 1 15,-16 4 17-15,-5 1 18 16,-12 1 6-16,-28 0 17 16,-13-5-26-16,-5-8 4 0,0-7-12 15,4-6-3 1,5-2-14-16,4-10-10 0,12-20-1 15,9-15-72-15,21-6-71 16,3-6-139-16,3 3-474 16</inkml:trace>
  <inkml:trace contextRef="#ctx0" brushRef="#br0" timeOffset="3783.05">20774 2577 1064 0,'0'0'14'0,"0"0"83"0,0 0-32 0,0 0-39 0,0 0 37 16,0 0 2-16,10 50-1 15,-4 8 2-15,-3 8-19 16,-3-2-18-16,0-8-22 15,0-6-7-15,0-4 4 16,0-10-4-16,0-3-5 16,0-7-9-16,0-9-83 15,0-2-126-15,0-9-8 16,0-6-199-16</inkml:trace>
  <inkml:trace contextRef="#ctx0" brushRef="#br0" timeOffset="3966.55">20408 2591 843 0,'0'0'60'0,"0"0"75"16,0 0-87-16,0 0 3 16,0 0-25-16,153-49-18 15,-57 45-8-15,8 4-5 16,-6 0-169-16,-11 0-350 15</inkml:trace>
  <inkml:trace contextRef="#ctx0" brushRef="#br0" timeOffset="4216.42">21357 2838 707 0,'0'0'50'0,"0"0"96"16,0 0-95-16,0 0 49 15,0 0-81-15,0 0-2 16,13 13 5-16,49-11-12 16,11-2-5-16,-1 0-5 0,-9 0-5 15,-15 0-75 1,-17 0-88-16,-17 0-191 0</inkml:trace>
  <inkml:trace contextRef="#ctx0" brushRef="#br0" timeOffset="4350.12">21318 3042 700 0,'0'0'32'15,"0"0"53"-15,0 0-72 16,0 0-9-16,172-15-4 15,-85 0-82-15,5-3-210 16</inkml:trace>
  <inkml:trace contextRef="#ctx0" brushRef="#br0" timeOffset="4800.18">22192 2396 874 0,'0'0'121'0,"0"0"89"15,0 0-120-15,0 0-13 16,0 0-54-16,0 0-3 15,-29 117 80-15,29-39-46 16,0 2-15-16,3-2-16 16,7 0-16-16,-3-6-7 15,-4-8-2-15,-3-6-9 16,0-9-42-16,0-6-114 0,0-18-83 16,0-15-193-16</inkml:trace>
  <inkml:trace contextRef="#ctx0" brushRef="#br0" timeOffset="5018.83">22163 2464 708 0,'0'0'19'16,"0"0"27"-16,132-62 1 16,-72 52-10-16,0 8 21 15,0 2 5-15,-8 6 33 16,-15 25-36-16,-17 12-30 0,-20 7-13 15,-17 8-8-15,-42 3-9 16,-21 1-5-16,-11-6-107 16,-5-8-19-16,9-8-100 15,14-14-63-15</inkml:trace>
  <inkml:trace contextRef="#ctx0" brushRef="#br0" timeOffset="5484.3">22856 2510 894 0,'0'0'78'0,"0"0"45"16,0 0-64-16,0 0-26 15,0 0 15-15,0 0 5 16,-13-44-15-16,4 44-28 16,-5 24-10-16,-3 12 0 15,-3 12 0-15,1 5 0 16,9 2 0-16,3 4-1 16,7-5-6-16,0-4-7 15,9-10-29-15,15-8 6 0,10-10 8 16,1-8 17-1,3-8 4-15,3-6 5 0,-4 0-1 16,-3-14 4-16,-3-14 0 16,-6-10 3-16,-4-8 4 15,-7-10 9-15,-12-4 2 16,-2-3 1-16,0 5-4 16,-8 8-3-16,-18 12 2 15,-6 10 8-15,-4 11-7 16,-7 4-15-16,3 9-23 15,1 4-63-15,0 0-37 16,8 11-183-16,2 8-401 0</inkml:trace>
  <inkml:trace contextRef="#ctx0" brushRef="#br0" timeOffset="5983.18">23529 2595 424 0,'0'0'373'0,"0"0"-318"0,0 0 15 0,4-119-8 0,-17 106 16 0,-9 4-34 0,-3 5 11 16,1 4-39-16,-1 0-10 0,3 0-5 16,-4 19 0-16,5 4-1 15,3 8-3-15,8 3 2 16,4 0 0-16,6-1-7 16,0 1-22-16,19-5 30 15,10-5 23-15,4-2-22 16,7-6-1-16,5-2-15 15,-3-6 15-15,3 2 6 16,-7 0 2-16,-9 1-4 16,-8 2-3-16,-11 1 1 15,-10-2 4-15,0 2 10 0,-16 2 12 16,-22 1-3-16,-14-2-5 16,-6-2-8-16,-1-6-3 15,1-3-8-15,2-4-1 16,9 0-16-16,12 0-114 15,14-20-123-15,15-8-342 16</inkml:trace>
  <inkml:trace contextRef="#ctx0" brushRef="#br0" timeOffset="6302.28">24028 2392 972 0,'0'0'122'0,"0"0"-25"0,0 0-75 0,0 0 7 0,0 0-5 15,0 0 7-15,-9 96 54 16,9-40-29-16,0 2-26 15,0 1-19-15,0-1 6 16,0-6-6-16,0-8-6 16,0-10-5-16,0-6-2 15,0-10-4-15,0-6-64 0,0-6-93 16,0-6-28-16,0 0-141 16,0-25-286-16</inkml:trace>
  <inkml:trace contextRef="#ctx0" brushRef="#br0" timeOffset="6466.52">23774 2413 779 0,'0'0'52'16,"0"0"58"-16,0 0-88 16,0 0 16-16,114-33-37 15,-18 24 4-15,20 1 10 16,8-3-15-16,3 1-168 0,-14-3-183 15</inkml:trace>
  <inkml:trace contextRef="#ctx0" brushRef="#br0" timeOffset="19099.9">14773 4087 962 0,'0'0'23'0,"0"0"53"0,0 0 65 0,-116-113-95 0,89 99 15 15,2 8 4-15,6 6-17 16,0 0-30-16,-1 3-16 16,-1 22-2-16,-2 11-4 15,0 9 2-15,10 1 1 16,5 4 1-16,6 0-2 16,2-6 1-16,0-2 0 15,23-5-6-15,13-6-7 16,6-1 6-16,7-4 4 15,-4 0 3-15,0 1 2 0,-10-3 3 16,-8 0-4-16,-13-2 3 16,-12-3 4-16,-2 4 3 15,-18-1 6-15,-24 0-1 16,-16-2-1-16,-9-7-9 16,-2-7 1-16,-2-6-5 15,10 0-1-15,13-8 0 16,10-23-23-16,20-9-82 15,18-13-86-15,0 0-261 16</inkml:trace>
  <inkml:trace contextRef="#ctx0" brushRef="#br0" timeOffset="19416.9">15114 4167 1099 0,'0'0'12'0,"0"0"13"0,0 0 70 0,0 0-48 0,0 0 42 16,0 0-29-16,-16-60-34 15,16 90-10-15,0 31-2 16,0 25 19-16,-5 8 22 0,3-5-35 15,0-8-2 1,2-6-9-16,0-8-7 0,0-9-4 16,0-8-2-16,0-12-14 15,0-10-160-15,0-15-110 16,-4-13-262-16</inkml:trace>
  <inkml:trace contextRef="#ctx0" brushRef="#br0" timeOffset="19583">14802 4185 1066 0,'0'0'27'0,"0"0"22"0,0 0-19 16,0 0-20 0,164-93-5-16,-66 92-5 0,10 1-14 15,-6 13-144 1,-15 20-302-16</inkml:trace>
  <inkml:trace contextRef="#ctx0" brushRef="#br0" timeOffset="19966.66">15606 4339 874 0,'0'0'27'0,"0"0"113"15,0 0-65-15,0 0-44 0,0 0 17 16,0 0-14-16,-89 0-25 16,73 39-7-16,1 6 2 15,6 8-2-15,5-3-1 16,4-3 0-16,0 0-1 16,0-6 0-16,14-6-3 15,16-9-3-15,7-10 0 16,3-12-1-16,5-4 5 15,-3 0 0-15,-1-12 4 16,-10-11 1-16,-9-11 1 16,-6-1 6-16,-10-7-3 15,-6-4 13-15,0-1 1 16,-18 3 6-16,-10 4 12 0,-3 7-15 16,-3 14-5-16,2 7-16 15,3 12-3-15,4 0-37 16,0 23-70-16,2 15-98 15,8 3-327-15</inkml:trace>
  <inkml:trace contextRef="#ctx0" brushRef="#br0" timeOffset="20300.05">15998 4382 1122 0,'0'0'10'0,"0"0"42"0,0 0 32 0,0 0-21 0,0 0 28 0,0 0-45 0,-22-57-29 16,22 57-3-16,0 16-7 15,0 28 3-15,0 16 29 16,0 6-16-16,0 2-6 15,0-5-10-15,0-5-5 16,0-5-2-16,2-8-1 16,9-5-7-16,5-10-37 15,-1-6-125-15,3-15-29 16,0-9-2-16,-7-3-82 16,-4-31 25-16</inkml:trace>
  <inkml:trace contextRef="#ctx0" brushRef="#br0" timeOffset="20499.28">16016 4496 359 0,'0'0'114'0,"0"0"71"16,-23-129-40-16,23 103-80 16,10 8-43-16,19 2 0 15,11 5 26-15,7 10-5 16,1 1 1-16,2 1-1 16,-13 24 18-16,-8 5-23 15,-18 8-11-15,-11 7 12 0,-21 5-21 16,-40 0-13-1,-19-2-5-15,-3-7-48 0,8-8-37 16,10-9-107-16,16-14-154 16</inkml:trace>
  <inkml:trace contextRef="#ctx0" brushRef="#br0" timeOffset="20766.48">16959 4667 1046 0,'0'0'24'0,"0"0"4"0,0 0 9 16,0 0-18-16,0 0 12 15,0 0-12-15,71 0 9 16,-11 5-28-16,-4-1-7 16,-10 0-103-16,-15-2-187 15,-17 2-98-15</inkml:trace>
  <inkml:trace contextRef="#ctx0" brushRef="#br0" timeOffset="20889.79">16896 4860 635 0,'0'0'45'0,"0"0"69"16,0 0-58-16,0 0-45 0,0 0-1 16,165 3-10-16,-56-19-67 15,4-3-252-15</inkml:trace>
  <inkml:trace contextRef="#ctx0" brushRef="#br0" timeOffset="21315.77">18106 4328 838 0,'0'0'24'0,"0"0"162"16,0 0-77-16,0 0 15 15,0 0-4-15,0 0-36 0,-16-65-59 16,11 107-10-16,1 22-3 16,4 19 36-16,-2 0-29 15,2-2-13-15,0-7-5 16,0-5-1-16,0-10-23 16,0-10-90-16,11-12-160 15,-2-14-105-15</inkml:trace>
  <inkml:trace contextRef="#ctx0" brushRef="#br0" timeOffset="21533.12">18083 4357 729 0,'0'0'7'0,"0"0"11"16,110-118 25-16,-43 96 2 15,6 12 52 1,-1 10-14-16,-12 8 30 0,-16 28-65 15,-21 14-36-15,-23 8 0 16,-21 9-6-16,-39 3 0 16,-20-2-6-16,-11-6-49 15,-5-10-162-15,7-14-111 16</inkml:trace>
  <inkml:trace contextRef="#ctx0" brushRef="#br0" timeOffset="21984.43">18732 4459 692 0,'0'0'243'0,"0"0"-191"16,0 0 27-16,0 0-11 15,0 0-21-15,0 0-4 16,0-31-27-16,-3 31-4 16,-5 21-7-16,-5 18 3 15,-3 7-7-15,5 4 1 0,3 0-2 16,8-4 0 0,0-4-2-16,10-5-4 0,15-8-3 15,4-8-10-15,6-10 7 16,5-7 5-16,-2-4 2 15,-1 0 1-15,-5-13 2 16,-10-14 2-16,-4-6 0 16,-10-11 2-16,-3-10-1 15,-5-7 0-15,0 3 1 16,-10 3 0-16,-13 12 5 16,-4 14 17-16,0 6 3 15,-2 8-16-15,-4 9-11 16,0 6-13-16,-1 0-62 15,-3 10-113-15,5 12-120 0,3 2-387 16</inkml:trace>
  <inkml:trace contextRef="#ctx0" brushRef="#br0" timeOffset="22418.25">19425 4630 874 0,'0'0'46'0,"0"0"31"0,0 0-39 0,29-119-6 0,-29 93 47 0,-12 7-61 15,-11 6 6-15,-4 5 2 16,-2 6-18-16,-3 2-6 15,3 0 0-15,3 6-2 16,3 17-2-16,6 8-2 16,7 9 0-16,8 5 2 15,2 1 0-15,0-4-1 16,14-1-3-16,13-4-1 16,6-5 3-16,5-7 4 15,4 0-1-15,3-5 1 16,-8 1 0-16,-1-6 2 0,-11-4 0 15,-10-4 7 1,-8-3-6-16,-7-1 2 16,0 1 26-16,-20-2 10 0,-22 2-37 15,-16 0-4-15,-7-4-9 16,1 0-53-16,8 0-136 16,4-14-240-16</inkml:trace>
  <inkml:trace contextRef="#ctx0" brushRef="#br0" timeOffset="22733.05">19886 4405 1119 0,'0'0'13'0,"0"0"60"0,0 0 20 0,0 0-70 0,0 0 12 16,0 0-1-16,-27 48 13 15,27 25 11-15,2 1-41 16,-2-1-9-16,0-4-7 16,3-8-1-16,-1-13-6 15,4-10-18-15,2-13-92 16,-2-7-61-16,1-14-26 15,-5-4-155-15,-1-11-101 0</inkml:trace>
  <inkml:trace contextRef="#ctx0" brushRef="#br0" timeOffset="22866.94">19639 4443 672 0,'0'0'24'15,"0"0"88"-15,0 0-9 16,0 0-66-16,0 0-32 15,0 0-5-15,171-38-13 16,-59 34-196-16,4-2-220 16</inkml:trace>
  <inkml:trace contextRef="#ctx0" brushRef="#br0" timeOffset="23116.96">20360 4707 805 0,'0'0'32'15,"0"0"57"-15,0 0-58 16,0 0 68-16,0 0-53 16,0 0-22-16,-8-11-13 15,83 11 1-15,10 0-9 16,6 0-2-16,-2-4 1 0,-4-6-1 15,-11 1-2 1,-12 2-1-16,-17-3-161 0,-23-2-276 16</inkml:trace>
  <inkml:trace contextRef="#ctx0" brushRef="#br0" timeOffset="23316.82">20637 4457 753 0,'0'0'73'16,"0"0"30"-16,0 0-84 16,0 0 54-16,0 0 54 15,-5 129-71-15,18-71-22 16,1 7-13-16,1 2-12 16,1 4-9-16,-3-4-17 0,-1-6-99 15,-3-8-221-15</inkml:trace>
  <inkml:trace contextRef="#ctx0" brushRef="#br0" timeOffset="23650.08">21237 4323 930 0,'0'0'140'0,"0"0"-18"0,0 0-58 15,0 0-15-15,0 0 4 16,0 0-10-16,-12 12-19 16,12 37 37-16,0 3-7 15,0 5-23-15,0-4-19 16,0-5-6-16,0 0-3 15,4-4-1-15,6-2-2 16,1-6-7-16,-5-6-30 16,-2-6-105-16,-4-1-73 15,0-10-12-15,0-8-184 16</inkml:trace>
  <inkml:trace contextRef="#ctx0" brushRef="#br0" timeOffset="23849.41">21225 4405 608 0,'0'0'10'0,"0"0"4"16,0 0-5-16,134-82 15 15,-94 80 55-15,2 2-3 16,-3 0-3-16,-8 14-18 16,-8 4-1-16,-11 0 41 15,-12 4-59-15,-2 4-17 16,-45 7-3-16,-16 3-16 0,-12 4-103 15,-3-4-135-15,2-4-167 16</inkml:trace>
  <inkml:trace contextRef="#ctx0" brushRef="#br0" timeOffset="24351.58">21823 4369 1103 0,'0'0'23'0,"0"0"44"16,0 0 5-16,0 0-65 16,0 0 18-16,0 0-4 15,-5 44 15-15,10 16 42 16,1 2-56-16,-2-5-16 15,-4-5-3-15,0-10-3 16,0-11-3-16,-8-10-2 16,-4-11-14-16,3-10-1 15,-1 0 13-15,3-28-18 16,2-19-7-16,5-15 1 16,0-6 7-16,0 1 19 15,18 7 2-15,5 5 0 0,3 15 1 16,-2 14 4-1,3 10-2-15,-4 12 2 0,-1 4 2 16,-3 0 1-16,4 23 9 16,-3 15 8-16,0 10 29 15,2 4-18-15,1 1 7 16,-8 1-30-16,1-3-4 16,-7-5-2-16,-3-6-4 15,-4-3 0-15,-2-3-55 16,0-7-93-16,-10-7-78 15,-13-9-234-15</inkml:trace>
  <inkml:trace contextRef="#ctx0" brushRef="#br0" timeOffset="24483.17">21762 4622 745 0,'0'0'53'0,"0"0"90"0,0 0-63 0,0 0-68 0,0 0-10 15,0 0-2-15,202-20-19 16,-98 12-281-16</inkml:trace>
  <inkml:trace contextRef="#ctx0" brushRef="#br0" timeOffset="24849.19">22727 4298 852 0,'0'0'54'0,"0"0"26"16,0 0-14-16,-145-56 7 16,109 56-15-16,7 0 2 15,8 9-37-15,4 11-20 16,9 5-1-16,8 4-2 16,0 3-3-16,15 2 2 15,16-2 1-15,8-2 0 16,1-1-2-16,2-5-1 15,-3-1 3-15,-4 0 1 16,-2-2 0-16,-9-2 6 16,-2 0 0-16,-3 0 9 15,-9-1 16-15,-5-5 25 0,-5-2 17 16,-5-1-30 0,-32-2-11-16,-19-4-25 0,-9-2-3 15,-6-2-5-15,1 0-3 16,8-18-58-16,11-10-130 15,16-2-98-15,19-2-448 16</inkml:trace>
  <inkml:trace contextRef="#ctx0" brushRef="#br0" timeOffset="25167.29">23204 4235 1056 0,'0'0'2'0,"0"0"114"16,0 0-37-16,0 0-14 15,0 0 8-15,0 0-28 16,19-39-19-16,-12 68-12 16,0 13 35-16,-2 8-12 15,-4 2-14-15,-1-2-10 16,3-3-2-16,-1-7 0 15,-2-7-4-15,0-6 0 16,0-7-5-16,0-4-2 16,0-7-4-16,0 0-14 15,0-6-69-15,0-3-89 16,0 0 14-16,0 0 3 0,0-17-222 16</inkml:trace>
  <inkml:trace contextRef="#ctx0" brushRef="#br0" timeOffset="25350.16">22910 4245 781 0,'0'0'119'16,"0"0"24"-16,0 0-133 16,0 0 12-16,113-49-3 0,-33 38-18 15,16 3 7 1,18-5-5-16,1 3-6 0,-6-5-94 15,-15-3-192 1</inkml:trace>
  <inkml:trace contextRef="#ctx0" brushRef="#br0" timeOffset="26416.62">18407 6970 798 0,'0'0'44'0,"0"0"130"0,0 0 1 0,0 0-71 0,0 0 50 16,0 0-62-16,0 0-41 15,-23-101-24-15,23 128-13 16,0 30 1-1,14 20 50-15,-5 15-41 0,-3 3 17 16,-1-1-39-16,-1-4 14 16,3-6-16-16,2-8-1 15,4-13-8-15,3-11-62 16,1-12-99-16,-5-18-161 16,-5-16-201-16</inkml:trace>
  <inkml:trace contextRef="#ctx0" brushRef="#br0" timeOffset="26634.14">18420 6878 886 0,'0'0'15'0,"0"0"24"16,187-90 19-16,-91 81 4 16,2 9 65-1,-6 13-35-15,-21 35 14 0,-25 18-56 16,-32 10-30-16,-14 3-13 15,-60 1 0-15,-32-4-7 16,-19-7-56-16,-10-8-75 16,8-13-93-16,15-15-264 15</inkml:trace>
  <inkml:trace contextRef="#ctx0" brushRef="#br0" timeOffset="27099.5">19514 6922 981 0,'0'0'83'0,"0"0"-73"16,0 0 19-16,0 0-13 0,0 0 9 15,0 0-3-15,-105-44-12 16,88 75 0-16,-6 13 3 16,3 6 2-16,2 6-2 15,4-1-6-15,8 3-3 16,6 1-1-16,0-4 0 16,4-5-1-16,23-8-2 15,9-9 1-15,7-11-1 16,-1-10 1-16,0-12-1 15,-2 0 3-15,-2-9-1 16,0-20 4-16,-9-11 1 16,-7-6 2-16,-11-6 13 0,-11-8-6 15,0-2 30 1,0 1-27-16,-13 5 11 0,-9 6 3 16,-3 12-13-16,-4 6-18 15,-2 12-2-15,-5 12-43 16,-6 8-52-16,-3 6-87 15,-6 22-211-15</inkml:trace>
  <inkml:trace contextRef="#ctx0" brushRef="#br0" timeOffset="27549.41">20630 7074 1271 0,'0'0'10'0,"0"0"11"0,2-136 2 0,-12 102 9 0,-13 3 28 0,-4 17-8 15,-4 7-37-15,-4 7-15 16,-3 0-4-16,-3 11 2 15,1 18-1-15,3 5 0 16,8 10 0-16,8 6-3 16,13-2 0-16,8 4-15 15,6-5-21-15,30-7 11 16,15-3 20-16,9-6-6 0,5-1 15 16,-1 0-1-16,-6-2 3 15,-14 2 0-15,-11-4 0 16,-16 0 6-16,-17 1-2 15,0-4 19-15,-27 1 29 16,-27 0-18-16,-12-7-8 16,-10-5-10-16,-2-9-12 15,7-3-4-15,9-1 0 16,8-27-5-16,14-12-73 16,17-9-72-16,13-3-131 15</inkml:trace>
  <inkml:trace contextRef="#ctx0" brushRef="#br0" timeOffset="27850.23">21715 6997 1274 0,'0'0'87'0,"0"0"48"0,0 0-101 0,0 0 15 0,0 0-13 0,0 0-18 15,0 120 8 1,10-33 15-16,-2 4-25 0,-6-8-8 16,-2-9-5-16,0-10-3 15,0-14-2-15,-13-12-32 16,0-14-169-16,2-20-173 15,1-4-435-15</inkml:trace>
  <inkml:trace contextRef="#ctx0" brushRef="#br0" timeOffset="28018.39">21448 6988 1151 0,'0'0'2'0,"0"0"66"0,0 0-43 15,165-21-3-15,-30 13 36 16,35-7-52-16,22-1-6 16,-1-6-84-16,-19-4-485 15</inkml:trace>
  <inkml:trace contextRef="#ctx0" brushRef="#br0" timeOffset="28617.23">18710 8530 1207 0,'0'0'27'0,"0"0"101"0,0 0 31 0,0 0-76 0,0 0 29 0,0 0-57 16,-31-92-39-16,31 126-7 16,0 41-2-16,-6 21 7 15,-2 14-4-15,1-4-7 16,5-10-3-16,2-4-1 15,0-9-100-15,5-13-25 16,11-19-142-16,-1-22-134 16</inkml:trace>
  <inkml:trace contextRef="#ctx0" brushRef="#br0" timeOffset="28834.87">18609 8582 1031 0,'0'0'0'0,"0"0"0"0,105-126 57 16,-23 108-6-16,9 16 24 16,-1 2 4-16,-12 20 1 15,-18 24-32-15,-26 12-37 16,-28 6-7-16,-9 2 1 16,-54 1-5-16,-26-9-21 15,-13-8-85-15,1-12-16 16,8-10-72-16,18-13-142 15</inkml:trace>
  <inkml:trace contextRef="#ctx0" brushRef="#br0" timeOffset="29283.1">19483 8606 1228 0,'0'0'44'0,"0"0"67"16,0 0-37-16,0 0-31 15,0 0-12-15,0 0-18 16,-14 94 20-16,14-15-8 16,0-1-18-16,0-4-4 15,0-10-3-15,-6-16-1 16,-7-12-4-16,1-18-8 0,1-8-12 15,3-10-13 1,-2-10 27-16,3-34-30 0,1-20-22 16,6-10 57-16,0-4 6 15,15-2 0-15,14 10 4 16,0 11-3-16,2 22 8 16,0 12 1-16,3 15 10 15,2 10 12-15,4 16-1 16,6 32 18-16,2 17-5 15,-6 7 26-15,-9 2-52 16,-6-2-7-16,-7-1-11 16,-3-7 1-16,2-6-1 0,-9-8-5 15,-4-10-125 1,-6-8-156-16,0-14-124 0</inkml:trace>
  <inkml:trace contextRef="#ctx0" brushRef="#br0" timeOffset="29450.96">19369 9057 1026 0,'0'0'55'15,"0"0"96"-15,0 0-83 16,0 0-55-16,0 0 1 16,225-91-8-16,-78 68-6 15,11 4-56-15,-13 0-278 16,-26 3-609-16</inkml:trace>
  <inkml:trace contextRef="#ctx0" brushRef="#br0" timeOffset="29799.76">20896 8644 966 0,'0'0'4'15,"0"0"97"-15,0 0 11 16,-87-114-48-16,46 104-33 15,1 10-2-15,2 2-13 16,5 27-10-16,6 11-5 16,14 4-1-16,10 3 0 15,3 0-2-15,21-2-4 0,18-4-2 16,5-5-7-16,6 0 8 16,-5-4 7-16,-7-2-1 15,-9 0 1-15,-7-3 3 16,-7-4 20-16,-5-5 36 15,-10-8 14-15,0 2-3 16,-10-3-15-16,-29-1-25 16,-14-2-20-16,-8-6-6 15,-2 0-4-15,1-6-7 16,4-18-51-16,12-10-132 16,6-9-71-16,13-3-460 15</inkml:trace>
  <inkml:trace contextRef="#ctx0" brushRef="#br0" timeOffset="30116.12">21746 8632 1058 0,'0'0'58'0,"0"0"83"0,0 0-47 0,0 0-25 0,0 0 16 0,0 0-40 16,0 40 2-16,0 23 28 16,0 9-41-16,0 0-25 15,0-10-5-15,0-6-2 16,0-7-2-16,0-12-3 15,0-7-43-15,0-5-172 16,0-14-71-16,-4-11-167 16</inkml:trace>
  <inkml:trace contextRef="#ctx0" brushRef="#br0" timeOffset="30302.28">21495 8622 282 0,'0'0'695'0,"0"0"-627"0,0 0-32 16,0 0-19-16,172-42 24 16,-72 36-9-16,21 0-21 15,14-2-11-15,8-1-1 16,-6-2-77-16,-21 1-306 16</inkml:trace>
  <inkml:trace contextRef="#ctx0" brushRef="#br0" timeOffset="30868.12">16620 9631 928 0,'0'0'11'0,"-168"-6"16"0,97 6-7 0,13 0-1 0,18 0 33 16,22 0-36-16,18 7-5 16,16 2 3-16,53-3-12 15,54 2 12-15,57-8-14 16,59 0 0-16,50 0-18 15,43 0-25-15,38-10 38 16,38-4 5-16,33 2 4 16,22 2 6-16,16 2 31 0,1-2 1 15,-6 1 56 1,-6 2-24-16,-20 6 19 0,-23 1-21 16,-33 0-33-16,-57 0-21 15,-70 0-8-15,-80 0-10 16,-85-3-2-16,-69-11-48 15,-39-2-152-15,-71-1-135 16,-41-4-621-16</inkml:trace>
  <inkml:trace contextRef="#ctx0" brushRef="#br0" timeOffset="31550.18">18616 10253 1213 0,'0'0'9'0,"0"0"55"0,-38-115 13 0,14 91 17 0,-5 4-75 0,0 8 4 15,0 12-7 1,2 0-15-16,5 14 0 0,4 21-2 15,9 5-1 1,9 6 0-16,0 2-3 0,22 2-3 16,14 0 0-16,7 4 5 15,3 3-1-15,-4 2 4 16,-1 3 3-16,-8-2-2 16,-14-8 2-16,-7-8 1 15,-12-8 7-15,0-13 8 16,-22-5-1-16,-22-8 9 15,-21-1-9-15,-9-9-8 16,-1 0-4-16,5-9-4 16,10-13 2-16,16-3-2 0,14-8-2 15,20-5-32 1,10-6-90-16,27-5-156 0,25 7-349 16</inkml:trace>
  <inkml:trace contextRef="#ctx0" brushRef="#br0" timeOffset="31833.7">19367 10303 1178 0,'0'0'80'16,"0"0"64"-16,0 0-48 15,0 0 11-15,0 0-54 0,0 0-39 16,-13 10-9-16,15 53 17 16,9 16 9-16,-5 8 20 15,-1-3-43-15,-1-9-3 16,-1-4-3-16,-1-17-2 16,0-16-1-16,1-13-60 15,1-15-150-15,0-10-138 16,-2-27-287-16</inkml:trace>
  <inkml:trace contextRef="#ctx0" brushRef="#br0" timeOffset="31983.36">19068 10194 1008 0,'0'0'222'0,"0"0"-158"15,0 0 12-15,0 0-67 16,0 0 13-16,217-41-6 15,-75 38-16-15,8 3-24 16,-16 0-284-16</inkml:trace>
  <inkml:trace contextRef="#ctx0" brushRef="#br0" timeOffset="32400.64">20408 10229 865 0,'0'0'17'0,"0"0"147"16,0 0-101-16,0 0-29 16,0 0-20-16,0 0-9 15,-27 22-2-15,18 30-2 16,2 10 3-16,7-1-1 15,0 6-2-15,0-7 0 16,20-4-1-16,7-9 3 16,6-15-3-16,1-11 0 15,-3-10 0-15,4-11 6 16,-1 0 1-16,4-17 16 0,0-14 27 16,-5-9 25-16,-4-10 1 15,-11-7 6-15,-13-5-23 16,-5-2-21-16,-14 3-13 15,-28 10-12-15,-14 11-5 16,-6 14 6-16,-1 12-14 16,10 11-6-16,6 3-29 15,9 18-75-15,12 17-150 16,5 2-180-16</inkml:trace>
  <inkml:trace contextRef="#ctx0" brushRef="#br0" timeOffset="32767.17">21439 10232 1123 0,'0'0'43'0,"0"0"64"0,0 0-14 0,0 0 4 0,0 0-3 16,0 0-36-16,-3-95-36 15,3 95-10-15,0 9-2 0,0 27-3 16,0 20 68-16,5 13-14 16,2 3-36-16,2-2 4 15,2 0 10-15,3-2-23 16,1-5-9-16,1-7-5 15,-1-11-2-15,-1-9 0 16,-5-13-7-16,-5-9-51 16,-4-8-129-16,0-6-124 15,-7 0-20-15,-15-20-420 16</inkml:trace>
  <inkml:trace contextRef="#ctx0" brushRef="#br0" timeOffset="32983.71">21484 10072 805 0,'0'0'31'16,"0"0"3"-16,167-16 32 15,-93 16 26-15,-8 26 56 16,-1 12-41-16,-11 6-23 16,-17 7-15-16,-24 1-32 15,-13 0-27-15,-48 3-10 16,-37-5-3-16,-25-6-102 15,-19-9-86-15,-6-10-284 16</inkml:trace>
  <inkml:trace contextRef="#ctx0" brushRef="#br0" timeOffset="34566.47">10464 2844 501 0,'-183'0'304'0,"2"0"-280"0,5 0 133 0,20 1-30 0,27-1-42 0,42 0 46 16,43 0-34-16,44 0 2 15,64 0-43-15,86 0-45 16,77-4-3-16,67-10-8 15,54-2 2-15,40 1 1 16,23 2-3-16,15 3 0 16,-5 2 0-16,-27 6 3 0,-49 0-3 15,-73 0-1-15,-98-2-34 16,-93-5-102-16,-81-2-53 16,-123 5 102-16,-84 2-249 15,-82 4-333-15</inkml:trace>
  <inkml:trace contextRef="#ctx0" brushRef="#br0" timeOffset="34734.14">11322 2802 237 0,'-426'33'200'16,"21"1"72"-16,41-2-27 16,63-6-34-16,87-5-110 15,89-12-31-15,99-3 13 16,86-6-17-16,125-4-14 16,105-20-43-16,99-10-6 15,72-4-2-15,54 0 2 16,18 8-3-16,-8 4-6 15,-39 6 0-15,-76 2-168 0,-99-5-341 16</inkml:trace>
  <inkml:trace contextRef="#ctx0" brushRef="#br1" timeOffset="48583.38">18170 6679 483 0,'0'0'22'0,"0"0"59"0,0 0-24 0,0 0-37 0,0 0-20 0,0 0-115 16,0 0-413-16</inkml:trace>
  <inkml:trace contextRef="#ctx0" brushRef="#br1" timeOffset="91500.48">19581 6978 180 0,'0'0'248'0,"0"0"-182"0,0 0 44 0,0 0 0 0,0 0-5 16,0 0 6-16,0 0-33 16,0 0-10-16,-21-105 28 15,11 98-47-15,-1 1 1 16,-3-2-18-16,3 2-9 16,-3 0 31-16,3 2-21 15,1 0-7-15,0 1-13 16,6 2 9-16,2 1 5 15,-1 0-11-15,3-3-6 16,-2 3-1-16,2 0-5 16,-6 0-1-16,-6 0 2 0,-3 15-5 15,-5 5 1-15,2 0 3 16,2 4-3-16,3 4 1 16,-1-1-1-16,4 2 3 15,3-1-4-15,3-4 2 16,1 4 0-16,3-2-2 15,0 2 1-15,0-1 0 16,0-1 1-16,5 2 1 16,7-2-2-16,2 2 2 15,2-4-1-15,2-2-2 16,2-1 5-16,0-9-3 16,3 1-1-16,-2-5 1 15,2-2 1-15,1-2 0 16,-1-4-2-16,-4 0 0 15,1 0 1-15,-2 0-1 0,-2-8 1 16,-3-4 0-16,1-4 1 16,-1-2 3-16,1-3-1 15,-1 0-5-15,1-1 3 16,-6 0 3-16,-3-1-4 16,-5-3 7-16,0 1-6 15,0-6 6-15,-7-5-3 16,-13 0 2-16,-4 0-8 15,-1 2-2-15,-9 4-9 16,-6 3-47-16,-2 8-109 0,-7 5-144 16,-3 8-415-16</inkml:trace>
  <inkml:trace contextRef="#ctx0" brushRef="#br1" timeOffset="119101.37">18449 5917 1004 0,'0'0'40'0,"0"0"106"0,0 0-13 0,0 0-78 0,0 0 6 15,0 0-40-15,0 0 2 16,-38 125 4-16,9-67-13 16,0-2-6-16,-4-8-4 15,2-5 0-15,2-12-4 16,6-12 6-16,9-10-6 16,9-5-3-16,5-4 3 15,0 0-1-15,0 0-9 16,13 0-48-16,24 0 21 15,17-1 37-15,8 1-33 16,1 0-15-16,-1 0-33 16,-8 0 18-16,-14 0 7 0,-9 0 27 15,-16 0-9 1,-10-6 38-16,-5-13 5 0,0-6 19 16,0-8-6-16,-14 1 3 15,1-1 6-15,2 6 8 16,4 4 67-16,5 9-65 15,0 7 32-15,2 5-11 16,0 2-20-16,0 0-22 16,0 9-4-16,0 30-8 15,0 15 13-15,0 9 41 0,0-2-30 16,0-3-16 0,0-3-7-16,0-7 1 0,0-6-6 15,-2-11 0-15,-3-6-3 16,5-7-55-16,0-8-226 15,0-10-186-15</inkml:trace>
  <inkml:trace contextRef="#ctx0" brushRef="#br1" timeOffset="119535.23">19429 6109 1122 0,'0'0'34'0,"0"0"50"0,13-120-55 0,-13 88 40 0,0 6-12 0,-4 12-29 16,-15 6-10-16,-8 8-15 16,-7 0-2-16,1 0 0 15,0 14 0-15,8 6-1 16,9 3 0-16,14 0-3 15,2 4 3-15,10 0-3 16,23 2-2-16,4 1 0 16,3-2-4-16,0 2 6 15,1 2 3-15,-6 0 0 16,-6 3 0-16,-7-2 2 0,-8 2 11 16,-10-8-12-16,-4-4-1 15,0-6 2-15,-23-2 1 16,-10-10-3-16,-5-5 0 15,1 0 2-15,3-5-2 16,8-22 4-16,5-7-3 16,13-8-1-16,8-10-1 15,8-8-16-15,37 0-22 16,16 5-114-16,5 11-229 16</inkml:trace>
  <inkml:trace contextRef="#ctx0" brushRef="#br1" timeOffset="120036.16">20753 6150 964 0,'0'0'56'0,"0"0"55"0,-18-139-68 0,1 101-26 0,-4 6 16 16,-4 13-10-16,-4 8-2 0,-2 11 16 16,-7 0-37-16,3 14-22 15,2 18 21-15,6 4 1 16,12 5-4-16,9-2-3 0,6-3-11 16,0-9-23-16,25-7 15 15,6-10-7-15,5-9-8 16,2-1 18-16,-2 0 21 15,-3-13 2-15,-6-9 8 16,-5 0 10-16,-10 4 13 16,-4 1-1-16,-8 8 26 15,0 3 31-15,0 0 19 16,0 6-50-16,0 0-14 16,0 0-17-16,0 0-17 15,0 25-2-15,0 15 7 16,0 13 57-16,0-1-38 15,0 2-9-15,0-4-12 16,0-4-6-16,0-3-3 0,-2-7-4 16,-4-4 2-1,3-6 0-15,1-3-93 0,2-10-143 16,0-13-200-16</inkml:trace>
  <inkml:trace contextRef="#ctx0" brushRef="#br1" timeOffset="120552.92">21976 6260 536 0,'0'0'327'0,"0"0"-289"0,0 0 78 0,0 0-22 0,0 0-51 0,-16-126-7 15,50 89 0-15,8 12-19 16,5 5 30-16,-4 10-34 16,-3 10-3-16,-5 0 3 15,-8 12 11-15,-10 24 1 16,-9 8-15-16,-8 6-2 15,-8 0 0-15,-25-6-4 16,-9-4 0-16,-10-5-1 16,2-10 7-16,0-3 1 0,6-9 4 15,13-8 13-15,8-2 3 16,13-3 24-16,6 0-44 16,4 0-6-16,10 0-5 15,41 0-9-15,25-7 9 16,20 0 0-16,8 3 1 15,1 4-1-15,-7 0 4 16,-9 0-4-16,-13 0 5 16,-18 0-5-16,-21 1 4 15,-18 4 10-15,-15-4 6 0,-4 3-25 16,0 4 5 0,-31 5-21-16,-13-1-255 0,-14 2-256 15</inkml:trace>
  <inkml:trace contextRef="#ctx0" brushRef="#br1" timeOffset="121739.42">22330 8135 63 0,'0'0'714'0,"0"0"-679"0,0 0 101 0,0 0-32 0,-89-127-9 0,84 98-42 16,5 0-6-16,0 4-9 16,12 3-16-16,22 5 0 15,10 8-15-15,9 9-7 16,-2 0 0-16,-4 9-1 16,-7 22-5-16,-9 5 5 15,-12 8 2-15,-15 4-3 16,-4 2 4-16,-18-2-3 15,-22-6 4-15,-4-5 1 16,-4-10-2-16,2-2 7 0,3-10 3 16,8-7 1-16,6-2 3 15,11-3-4-15,9-3 6 16,7 0 3-16,2 0-3 16,0 0-7-16,0 0-11 15,0 0 0-15,22 0 1 16,12 0 4-16,15-5-3 15,6 0-2-15,5 1 0 16,6 1 1-16,2 3-1 16,3 0 0-16,0 0 1 15,-3 0 3-15,-9 0-2 16,-9 0 3-16,-13 0-4 0,-14 0 10 16,-12 0-2-1,-9 0-4-15,-2 0 5 0,0 0 14 16,0 0-7-16,0 0-15 15,-2 0-2-15,-11 0-47 16,-12 0-152-16,-4 0-304 16</inkml:trace>
  <inkml:trace contextRef="#ctx0" brushRef="#br1" timeOffset="123250.49">22110 11222 692 0,'0'0'458'0,"0"0"-294"0,0 0-51 0,0 0-37 0,0 0-40 16,0 0 7-16,-9-79-4 16,9 79-12-16,-4 22 22 15,-10 25-16-15,-6 10-14 0,-2 6-7 16,-3-8-3 0,-2-5-4-16,2-5-1 0,4-9-1 15,3-10-3-15,9-12 1 16,3-8-1-16,6-4 1 15,0-2-2-15,0 0-4 16,0 4-37-16,13 4 33 16,16 4 6-16,8-1 2 15,8 0-19-15,2-7 12 16,-2-2-8-16,-1-2 10 16,-2 0 6-16,-11 0 0 15,-8 0 1-15,-10-2-1 16,-8 0 6-16,-3-6-1 15,-2-4 1-15,0-4-3 16,0-4-1-16,0-1 0 16,0-4 1-16,0 3-2 15,-10-2-1-15,4 5 4 0,-1 4-3 16,3 2 0-16,2 8 6 16,0 3 3-16,2 2 2 15,0 0 2-15,0 0-4 16,0 0 1-16,-2 0 15 15,2 0-22-15,0 10 4 16,0 19 5-16,0 13-1 16,0 4-5-16,4 8-2 15,2-1-1-15,3 8 3 16,-2-3-2-16,0-4-3 16,-3-8 3-16,3-6-4 0,-3-10-1 15,2-6 0-15,1-7 0 16,-2-6-3-16,-3-5-2 15,1-2-13-15,-3-4-65 16,0 0-90-16,0 0-254 16,-29-26-549-16</inkml:trace>
  <inkml:trace contextRef="#ctx0" brushRef="#br1" timeOffset="124634.1">18449 6034 56 0,'0'0'361'0,"0"0"-279"0,0 0 70 0,0 0-39 0,64-117-16 15,-52 101-9-15,-8 6 3 16,-1 5-17-16,-3 4 10 15,0 1-23-15,0 0-5 16,0 0-3-16,-12 0-28 16,-10 12-22-16,-7 20-3 15,-4 12 0-15,4 8 3 16,2 7 1-16,3-1 0 16,6-2 0-16,2-6-1 0,7-10-2 15,7-8 1-15,2-10-3 16,0-5 2-16,9-8-2 15,18-5-3-15,12-4 4 16,13 0-3-16,10 0 3 16,3-5-2-16,-7-8 2 15,-8 1 0-15,-9-2-12 16,-14 0 4-16,-12-2-5 16,-8-2 13-16,-7-2 1 15,0-2 0-15,-22 1-1 16,-3 4 0-16,1 3 11 0,1 1-5 15,8 4-4 1,3 4 0-16,8 2 5 0,2 1-4 16,2 1 1-16,0 1-3 15,0 0 6-15,0 0-3 16,0 0 2-16,0 6 1 16,0 21 2-16,0 15 10 15,0 10 0-15,2 0-2 16,2 5-4-16,3-2-9 15,-2 2-2-15,-3-3-2 16,-2 0-5-16,0-2-43 16,0 3-97-16,-11-2-143 15,-18-3-138-15</inkml:trace>
  <inkml:trace contextRef="#ctx0" brushRef="#br1" timeOffset="126634.42">21018 8239 741 0,'0'0'202'0,"0"0"-91"0,0 0-10 0,0 0-50 0,-60-114 42 0,35 94-13 0,-1 6-1 15,-3 5-31-15,-5 6-14 16,3 3-2-16,4 0-23 0,7 7 31 15,7 12-40 1,6 1-32-16,7 2 31 16,0 3-8-16,5-6-2 0,18-1-6 15,5-8-7-15,3-4 5 16,-2-6-23-16,-1 0 29 16,-1 0 9-16,-6-1 2 15,-6-12 2-15,-6 1 1 16,0 2 2-16,-5-3 0 15,-1 6 9-15,-1 1 0 16,-2 4 2-16,0 0 9 16,0 2-2-16,0 0-4 15,0 0-4-15,0 0-3 16,0 0-2-16,0 0-7 16,0 6 4-16,0 18 12 0,4 5 32 15,3 2-42-15,-2 2-7 16,3-2-10-16,1 2 0 15,1-1 8-15,0 3-6 16,4 3-20-16,-5 5-79 16,-9 0-203-16,0-10-417 15</inkml:trace>
  <inkml:trace contextRef="#ctx0" brushRef="#br1" timeOffset="127933.66">19572 9418 172 0,'0'0'647'0,"0"0"-530"0,0 0 72 0,0 0-79 0,0 0-26 0,0 0 20 0,-41-86-31 0,41 86-33 15,0 0-15-15,0 0-5 16,0 0-3-16,0 24 5 15,0 10 36-15,0 7-18 16,0-1-24-16,0-3-9 16,0-4-4-16,0-5-3 0,0-9-5 15,0-2-16-15,0-7-29 16,0-4-73-16,3-3-118 16,-1-3-65-16,-2 0-173 15</inkml:trace>
  <inkml:trace contextRef="#ctx0" brushRef="#br1" timeOffset="128766.75">19592 9274 687 0,'0'0'68'0,"0"0"76"15,0 0-35-15,0 0 5 16,0 0 20-16,0 0-41 15,-78-94-37-15,58 92-28 16,3 2-5-16,-4 0-3 16,-4 0-3-16,1 12-5 15,-1 8-2-15,1 2 0 16,2 6 9-16,-1 2-1 16,6 6 3-16,3 1-2 15,5 0 1-15,7 3-9 16,2 2-1-16,0 2 0 15,0 1-5-15,2-1-1 16,10-2 1-16,3-4-4 0,2-2 1 16,3-5 1-16,8-8-1 15,3-1-1-15,7-8 0 16,1-3 19-16,7-6-17 16,0-5-2-16,3 0 3 15,3-1-4-15,-4-17 1 16,-1-4-4-16,-7-6 4 15,-2-5-1-15,-7-1 2 16,-5 1 2-16,-5-6-4 16,-8 3 1-16,-3-6 5 15,-8-2-4-15,-2 2 1 16,0-1-3-16,-7 8 5 16,-15 4 0-16,-5 5-2 0,-2 3 5 15,-6 4-3-15,-3 1-5 16,-3 4 0-16,-5 2 0 15,1 2 1-15,-1 6 3 16,-2 2-4-16,9 2 0 16,-1 0 0-16,1 0 0 15,6 10 0-15,-1 3-2 16,3 8 2-16,2 6 1 16,0 2-1-16,8 3 0 15,2 7 0-15,6 2-1 16,6 4 2-16,3 2 0 15,4-3-1-15,0-1-1 16,0-7 0-16,20 0 1 16,5-3 1-16,8-6 0 0,9 0-1 15,5-9 0-15,8-8 0 16,5-6 0-16,8-4 2 16,1 0 1-16,-5-18-2 15,-6-6-1-15,-11-7-2 16,-14-5 2-16,-10-6 0 15,-9-8 3-15,-12-4-3 16,-2-4 0-16,-12-1-30 16,-19 6-111-16,-11 2-92 15,-12 16-82-15,-10 6-400 0</inkml:trace>
  <inkml:trace contextRef="#ctx0" brushRef="#br1" timeOffset="129771.57">20900 11526 107 0,'0'0'879'0,"0"0"-747"0,0 0-4 0,4-125-19 0,-4 88-20 16,0 1-8-16,-4 5-4 0,-14 7-32 16,-2 8-8-16,-4 6-2 15,-3 6-23-15,0 4 1 16,0 0-7-16,5 10 0 16,2 15-5-16,8 3-1 15,8 3-1-15,4 4-4 16,0 1 4-16,18 0-10 15,16 0 5-15,5-4 1 16,4 0 5-16,2-2 5 16,-4-3-5-16,-2 3-3 0,-3-5 3 15,-10 2 3-15,-6-3-1 16,-11-5 2-16,-9-2 0 16,0-2-2-16,-13-1 3 15,-23 1 2-15,-6-4-7 16,-5-2-2-16,3-9 2 15,2 0 2-15,10 0-2 16,5-18 0-16,7-4-2 16,11-8 1-16,9-4-7 15,0-5 7-15,16-3-5 16,13 0 3-16,2 2 0 16,4 3 1-16,-1 6 2 15,-3 6-1-15,0 6 0 0,-4 7-1 16,-7 4 2-1,-11 6 0-15,-7 2 1 0,-2 0-2 16,0 0-7-16,0 0-45 16,-2 0-163-16,-18 3-120 15,-9 6 10-15,-5-4-461 16</inkml:trace>
  <inkml:trace contextRef="#ctx0" brushRef="#br1" timeOffset="131167.12">19610 6916 659 0,'0'0'78'0,"0"0"115"0,0 0-57 0,0 0-67 0,0 0-19 16,0 0 13-16,-52-43 50 16,44 39-48-16,-6 2-14 15,1 2 0-15,0 0-25 16,1 0-11-16,1 0 7 16,1 11 29-16,-7 9-37 15,1 8 3-15,-3 6 2 16,1 5 7-16,-2 2-8 0,4 1-2 15,1 0 1 1,6-2-2-16,2 3-10 0,4 1-2 16,3-3 3-16,0 2 1 15,0-6-5-15,0-6 3 16,12-3-3-16,2-7-2 16,1-6 0-16,3-4 4 15,2-6 4-15,6-3-1 16,2-2-6-16,7 0 2 15,1-4 3-15,-5-10-4 16,-5-4 1-16,-3-2-3 16,1-2 5-16,-3-3-4 0,-6 0-1 15,-3-7 2-15,-6 2 1 16,-4-4-2-16,-2 2 0 16,0 3 0-16,0 4 1 15,-4-1 2-15,-14 1-2 16,-3 1-2-16,-5-2 3 15,2 6-3-15,-3 0 1 16,-2 2 1-16,6 1-2 16,2 2-4-16,0 1 2 15,3 3-13-15,5 0-64 16,1 1-115-16,2 2-202 16,-3-2-353-16</inkml:trace>
  <inkml:trace contextRef="#ctx0" brushRef="#br1" timeOffset="135924.51">19774 11414 918 0,'0'0'63'0,"0"0"74"0,0 0-91 0,-120 5-25 0,103-5 39 0,10 0-7 0,2 0-35 15,1 0-6-15,-5 0 6 16,0-13 2-16,2-7 23 16,3 2-21-16,1 1-13 15,3 5 2-15,0 6 0 16,0 2 12-16,0-2-11 15,3 1 0-15,15-4-11 16,7 1 1-16,4 4 1 16,4 3 2-16,-4 1-1 0,0 0 3 15,-5 1 0 1,-4 23-2-16,-4 11-2 0,-7 9 5 16,-1 6-1-16,-5 0 0 15,-3-3-3-15,0 0-1 16,-3-4 4-16,-19-6-5 15,-7-3 0-15,-7-2 0 16,-1-7-2-16,-3-6 0 16,4-9 3-16,5-6-3 15,7-4 0-15,1 0-1 16,8-9 1-16,3-19-6 16,4-7-6-16,1-2-1 15,5 2 13-15,2 7 3 16,0 12-3-16,0 3 0 15,0 9-1-15,0 0 1 0,0-1 0 16,6 5 0-16,5 0-1 16,5 0-1-16,4 0 2 15,4 0 1-15,3 9 1 16,4 8 2-16,3 1 2 16,-2 4 1-16,2 0-2 15,-2 2 7-15,-8 2-7 16,-3-1 0-16,-2-1-2 15,-3-1-1-15,-3-5-1 16,-1-4 0-16,-3-3-1 16,-4-5 0-16,5-2-20 15,1 0-62-15,4-4-147 0,1 0-109 16,0-12-199-16</inkml:trace>
  <inkml:trace contextRef="#ctx0" brushRef="#br1" timeOffset="136884.26">19539 8608 758 0,'0'0'64'0,"0"0"32"0,0 0-43 0,0 0-34 0,0 0 5 0,0 0-18 0,-10-7-6 16,10 7-91-16,0 0-123 16,0 0-131-16</inkml:trace>
  <inkml:trace contextRef="#ctx0" brushRef="#br1" timeOffset="138833.67">19574 12290 602 0,'0'0'281'0,"0"0"-212"0,0 0-18 0,0 0-14 15,0 0 26-15,0 0-32 0,-47-4-18 16,70 4-4-16,8 0-2 16,4-2 7-16,4-6-6 15,-1-2-4-15,-5 0-4 16,-11 1-1-16,-9 2-18 16,-6 1-69-16,-7 4-1 15,0 2-42-15,-25 0-296 16</inkml:trace>
  <inkml:trace contextRef="#ctx0" brushRef="#br1" timeOffset="138967.06">19574 12290 536 0,'-72'134'54'0,"113"-134"-6"0,14-16-6 15,11-9-22-15,7-6-14 16,2 3-6-16,-5 0 0 15,-12 2-303-15</inkml:trace>
  <inkml:trace contextRef="#ctx0" brushRef="#br1" timeOffset="147050.29">19508 8107 410 0,'0'0'417'0,"0"0"-346"0,0 0 35 0,0 0-52 16,0 0-30-16,0 0 1 0,0 0-3 15,-3-108-4 1,19 95 32-16,2 2-30 16,1 3 5-16,6-1-1 15,0 8-4-15,-3 1-12 0,-2 0-3 16,-4 0 1-16,-1 11 2 15,-9 9 0-15,0 0-7 16,-6 7 11-16,0-3 10 16,-8-1-16-16,-11 0-1 15,-4-4 0-15,1-7-2 16,2 1-3-16,4-3-1 16,8-6 1-16,3-2 2 15,3 1 2-15,2-3-4 16,0 0-1-16,0 0-3 15,0 0 0-15,0 0-18 16,15 0 13-16,10 0 9 0,6 0 2 16,2 0 2-16,3 0-4 15,-1 0 0-15,-3 4 0 16,-1 10 4-16,-7 7-3 16,-7 3 4-16,-9 2 1 15,-8-1 5-15,0-4-8 16,-6 1 6-16,-23-1 4 15,-12-4 0-15,-5-2-4 16,-4-5-6-16,4-8 4 16,3-2-6-16,7 0-1 15,7-2-1-15,8-14-35 0,9-5-65 16,8-1-108 0,2 3-287-16</inkml:trace>
  <inkml:trace contextRef="#ctx0" brushRef="#br1" timeOffset="148700.2">17968 9382 42 0,'0'0'915'15,"0"0"-801"-15,0 0 45 0,0 0-59 0,0 0 0 0,0 0-20 16,-31-42-26-16,31 42-22 16,0 0-7-16,0 23-12 15,0 17 11-15,6 7-3 16,1 2-17-16,-5-7-1 15,0-9-2-15,-2-8 1 16,0-9 0-16,0-7-2 16,0-7-1-16,0-2 1 0,0 0 0 15,0 0 1-15,0-15 0 16,0-20 9-16,0-10-9 16,-6-4 1-16,-1 7-2 15,0 8 1-15,5 13-1 16,-1 6 4-16,3 9-3 15,0 2 6-15,0 4 5 16,0 0-8-16,0 0 6 16,0 0 1-16,0 0-8 15,0 10 2-15,0 19-5 16,0 4 6-16,5 3 0 0,2-5-6 16,0-6 1-1,-3-8 0-15,-4-5-1 0,0-6 1 16,0-2-1-16,0-4 0 15,0 0 3-15,0 0 0 16,0 0-2-16,0-8 2 16,0-21 1-16,-4-7-2 15,-12 0-3-15,3 4 2 16,4 10-1-16,3 7 4 16,5 4-1-16,-2 7-1 15,3 2 3-15,-2 2 1 16,2 0 2-16,0 0 17 15,0 0-21-15,0 13-3 16,0 10 12-16,14 5-3 16,-3 1-5-16,-2-3-1 0,-2-5-2 15,0-3 0-15,-5-3 0 16,0-5-1-16,-2-2 0 16,0-2-1-16,0-2 3 15,0-2-3-15,0 1 1 16,0-3-1-16,2 0 0 15,-2 0 0-15,0 0-1 16,0 0-15-16,0 0 6 16,0-17 1-16,0-11-9 15,-13-4 11-15,1 3 4 0,2 5 3 16,3 8 3 0,0 6-3-16,4 2 2 0,1 4-1 15,0 4-1-15,2 0 23 16,0 0-15-16,0 0 0 15,0 0 10-15,0 0-18 16,0 0 0-16,0 11 0 16,0 12 2-16,0 5-2 15,0 1-2-15,2-2 0 16,4-2 1-16,0 1-57 16,1 0-51-16,-5-3-105 15,0-6-82-15,0-9-62 16,-2-8-220-16</inkml:trace>
  <inkml:trace contextRef="#ctx0" brushRef="#br1" timeOffset="149401.31">17970 9244 362 0,'0'0'121'0,"0"0"-8"0,0 0 18 0,0 0 4 0,0 0-20 0,0 0 12 0,-2-114-47 15,-7 100 3-15,-4-1 5 16,-6 4-6-16,-5 3 0 15,-8 4-25-15,-1 4-13 16,-2 0-19-16,-1 4 3 16,1 15 1-16,1 6 14 15,-1 11-16-15,4 3-16 16,-1 9 1-16,8 2-1 16,3 0 0-16,6 1-4 15,1 2 4-15,8-1-1 16,4-4-2-16,2 0-6 15,0-6 5-15,2-4-5 0,18-1 3 16,4-10-2 0,5-1-2-16,7-5 2 0,4-6-2 15,7-4 1-15,8-8 0 16,8-3 0-16,-3 0 1 16,0 0-2-16,-6-9-2 15,-6-16 0-15,-3-2 1 16,-3-9 0-16,-6-6 1 15,-5-3 0-15,-8-4 3 16,-9-4-3-16,-8-6-1 16,-6 1 2-16,0 3 0 15,0 2 0-15,-4 7 0 0,-14 6-1 16,-5 2 7 0,-6 3 3-16,-7 2-5 0,-8 3-5 15,-5 4 1-15,-5 7-1 16,-1 8-1-16,-1 4-5 15,0 7-3-15,3 0-22 16,2 0-11-16,2 22-85 16,-1 14-40-16,2 13-85 15,-6 9-31-15,-6 2-137 16</inkml:trace>
  <inkml:trace contextRef="#ctx0" brushRef="#br1" timeOffset="150316.38">19603 12347 980 0,'0'0'126'0,"0"0"-16"0,0 0-52 0,0 0-41 0,0 0 6 0,0 0-2 0,45-33 12 15,-6 15-18-15,2 6-15 16,-10 6-44-16,-6 4-62 16,-10 2-88-16,-11 0-81 15,-4 14-40-15</inkml:trace>
  <inkml:trace contextRef="#ctx0" brushRef="#br1" timeOffset="150457.84">19502 12527 700 0,'0'0'154'0,"0"0"-93"16,0 0-37-16,0 0-4 15,141-77-15-15,-60 37-5 0,1-4-3 16,-4 2-121-16,-7 2-363 15</inkml:trace>
  <inkml:trace contextRef="#ctx0" brushRef="#br1" timeOffset="152533.81">20929 6007 822 0,'0'0'66'0,"0"0"80"0,0 0 8 0,0 0-51 0,0 0-27 0,0 0-38 0,-43-19-20 16,43 42-6-16,0 5 32 16,0-6-21-16,0-10-17 15,0-7-1-15,0-5-2 16,0 0 5-16,0 0 9 15,2 0 10-15,12-11 1 16,13-28 2-16,15-17-26 0,23-25-4 16,22-7-7-1,24-8-81-15,18-16-165 0,5-13-285 16</inkml:trace>
  <inkml:trace contextRef="#ctx0" brushRef="#br1" timeOffset="153667.07">18328 11453 615 0,'0'0'367'0,"0"0"-209"0,0 0-39 0,0 0-41 0,0 0-19 15,0 0-13-15,-60-77 8 16,45 58-1-16,1 8-11 15,-3 1 3-15,-1 6-16 16,-5 4 34-16,2 0-44 16,0 0-11-16,1 24 3 15,7 6-10-15,4 6 0 16,7 4-1-16,2-5 0 16,0 1-11-16,11-9-18 15,11-7-30-15,5-7 5 0,2-12 12 16,7-1 12-16,-1-4 10 15,1-22 9-15,-5-5 5 16,-4-2 6-16,-12-1 3 16,-3 4 7-16,-10 3-8 15,-2 5 16-15,0 7 4 16,0 2 15-16,0 7 6 16,0 3 8-16,0 0 8 15,0 3-20-15,0 0-17 16,0 0-5-16,0 0 5 15,0 0-2-15,0 3-12 16,0 23-6-16,0 16 8 16,0 12 3-16,6 2-4 0,5 6-6 15,2 4-3-15,5 11-2 16,-2 9-59-16,-3 3-235 16,-7-6-158-16</inkml:trace>
  <inkml:trace contextRef="#ctx0" brushRef="#br1" timeOffset="154818.01">18567 5697 686 0,'0'0'90'0,"0"0"90"0,0 0-67 0,0 0 40 0,0 0-20 0,0 0-29 0,-64-79-17 16,61 79-26-16,3 0-31 16,0 0-11-16,0 0-6 15,0 10-6-15,0 21 8 16,11 7 28-16,-4 0-5 15,0-6-31-15,-3-8-2 16,1-8 4-16,-3-10-7 0,0-6-2 16,0 0 1-16,-1 0 0 15,7 0 1-15,12-28 7 16,14-22-3-16,15-26-6 16,13-23-3-16,14-27-54 15,13-19-125-15,4-13-292 16</inkml:trace>
  <inkml:trace contextRef="#ctx0" brushRef="#br1" timeOffset="156135.2">18130 8097 768 0,'0'0'88'0,"0"0"41"0,0 0 12 0,0 0-23 0,0 0-1 16,0-106-11-16,0 101-11 15,0 5-8-15,0 0-36 16,-2 0-15-16,2 0-12 15,0 7-14-15,-4 17-1 16,-6 10 0-16,-3 1 0 16,-3 4-8-16,1-7 0 15,1-10 0-15,4-8 0 16,2-6-1-16,7-6 0 0,-1 0-1 16,2-2-5-16,0 2-3 15,2 4-12-15,23 3 5 16,12 2 11-16,5-1-12 15,3-4-30-15,0-2 4 16,-6-4 6-16,-2 0 10 16,-9 0 7-16,-7 0 7 15,-6-2 9-15,-8-14 4 16,-7-3 8-16,0-6-6 16,0-1 1-16,-5 2 2 15,-8 1 1-15,2 2 7 16,2 3-1-16,-1 6-5 15,6 4 12-15,0 4 0 16,2 2 9-16,2 2 2 0,0 0-2 16,0 0-11-1,-2 0-8-15,2 0-4 0,0 21-1 16,0 10 2-16,0 11 8 16,0 4 0-16,0 0-6 15,0 3-6-15,0-1 4 16,0-2 1-16,0 0-6 15,0-4-1-15,0-8 0 16,0-6-3-16,0-9-26 16,0-2-148-16,0-9-187 15,0-8-164-15</inkml:trace>
  <inkml:trace contextRef="#ctx0" brushRef="#br1" timeOffset="156484.18">18509 6330 469 0,'0'0'0'0,"0"0"-4"0,0 0-46 0,0 0 43 0,0 0-35 0</inkml:trace>
  <inkml:trace contextRef="#ctx0" brushRef="#br1" timeOffset="156884.7">18382 8253 820 0,'0'0'85'0,"0"0"-19"16,0 0-53-16,0 0 41 15,0 0-13-15,0 0-30 16,13-14-10-16,-6 10-1 16,2-2-22-16,-2 3-76 15,-3 3-216-15</inkml:trace>
  <inkml:trace contextRef="#ctx0" brushRef="#br1" timeOffset="157272.29">18048 9565 821 0,'0'0'10'0,"0"0"-10"0,0 0-31 0,0 0-85 0,0 0-126 15</inkml:trace>
  <inkml:trace contextRef="#ctx0" brushRef="#br1" timeOffset="158153.17">18338 11414 384 0,'0'0'420'0,"0"0"-264"0,0 0 9 0,0 0-77 0,0 0-41 0,0 0 27 16,-41-63-13-16,26 49 3 15,-1 5 12-15,-1 4-36 16,-10 5-4-16,-2 0 5 15,-7 13-22-15,-4 20-10 16,4 14-5-16,7-1 0 16,15 0-2-16,14-3-2 0,0-4 0 15,22-5-2-15,11-5 1 16,7-11-1-16,4-8-4 16,1-10-3-16,-1 0-3 15,-1-13 4-15,-10-15 1 16,-6-2 3-16,-10-2 4 15,-10-3 4-15,-5 0 2 16,-2 5 2-16,0 3 2 16,0 10-1-16,-2 6 8 15,-2 7 1-15,1 3 32 0,1 1-17 16,2 0-13 0,0 0-9-16,0 24-1 0,0 27-6 15,0 18 4-15,0 13-1 16,2 0-7-16,17 1 6 15,-2-5-4-15,3-10 0 16,1-11-3-16,-6-10 1 16,1-6-21-16,-3-8-179 15,-9-2-164-15,-4-11-284 16</inkml:trace>
  <inkml:trace contextRef="#ctx0" brushRef="#br1" timeOffset="159383.88">4590 13964 772 0,'-173'93'112'0,"-22"9"56"0,-14 8 33 0,-20 4-62 0,-10-1-29 0,-4-5-7 15,8-14-72-15,27-18 61 16,36-21-47-16,59-29-14 16,55-22-7-16,58-12 0 15,98-59 2-15,85-33-19 16,84-38-3-16,76-25-3 15,74-17 4-15,56-15-5 16,48-7-2-16,32-8 2 0,10 11-1 16,-6 14 1-16,-33 31 0 15,-61 30-5-15,-78 31 0 16,-88 31-53-16,-94 28-11 16,-91 24 27-16,-80 10 21 15,-59 26-60-15,-90 31 24 16,-64 19-24-16,-49 16 16 15,-37 6-7-15,-34 12-5 16,-20 11-9-16,-18 11-1 16,-12 10-20-16,-10 9-33 15,-11 0 46-15,-3 6 31 16,5 4 31-16,11-1 32 0,16-5 69 16,21-11 83-1,32-15-30-15,42-15-10 0,48-17 10 16,55-30-33-16,56-23-7 15,53-31-22-15,41-16 6 16,84-55-22-16,58-36-20 16,69-32 8-16,53-35 9 15,48-13-11-15,35-23-11 16,16 0 34-16,20 5-31 16,0 6 19-16,-3 15-13 15,-18 19-20-15,-32 20-1 16,-46 26-4-16,-48 27 1 15,-56 22-4-15,-63 24-6 16,-53 16-26-16,-59 17-90 16,-26 9-64-16,-63 31-105 0,-36 8-223 15</inkml:trace>
  <inkml:trace contextRef="#ctx0" brushRef="#br1" timeOffset="190567.06">13233 1530 970 0,'0'0'26'0,"0"0"32"0,-107-107-13 0,31 67 28 0,-17 6-42 0,-30 6 27 0,-22 9 4 16,-24 16 6-16,-34 3-60 15,-22 2 6-15,-28 29-2 16,-27 8-10-16,-13 16 2 16,-6 11 1-16,3 16 3 15,16 14-7-15,18 18 2 16,33 16 27-16,33 17-7 15,44 8-10-15,50 0-8 16,55-2-1-16,47-10-4 16,60-11-4-16,74-8-4 0,60-11 8 15,51-26-1-15,49-18 5 16,45-31-7-16,35-22 3 16,25-16-3-16,4-8-30 15,-6-30-13-15,-19-20 39 16,-24-20 0-16,-30-24-34 15,-50-21 20-15,-49-14 21 16,-53-13 0-16,-52-12 8 16,-49 1 13-16,-48 5 39 15,-31 8-23-15,-85 19-14 16,-66 10-23-16,-61 18-3 0,-65 19-8 16,-56 26-29-16,-53 21-153 15,-52 21-188-15</inkml:trace>
  <inkml:trace contextRef="#ctx0" brushRef="#br1" timeOffset="191984.24">16510 6182 712 0,'-195'4'329'0,"-4"4"-299"0,7 8 42 0,28 0 54 0,39 0-53 16,40-5-19-16,43-5-12 16,40 3-13-16,28 5 10 15,71 2-13-15,47 2-12 16,57-6-8-16,34-8 1 16,37-4-6-16,23 0-1 15,-6 0-1-15,-10 0-6 16,-41-14-105-16,-46-18-200 15,-58-16-91-15,-57-12-271 16</inkml:trace>
  <inkml:trace contextRef="#ctx0" brushRef="#br1" timeOffset="192183.86">17457 5903 775 0,'0'0'165'0,"0"0"-31"0,-124 19-88 15,124 12-17-15,31 11-2 16,29 5-12-16,18-1-2 15,13-2-10-15,6-4 6 16,1-2 1-16,-17-4-4 16,-21-4 3-16,-30 2-8 15,-30 4-1-15,-47 11 0 16,-44 8-4-16,-36 12-22 16,-22 8-68-16,-12 0-218 15</inkml:trace>
  <inkml:trace contextRef="#ctx0" brushRef="#br1" timeOffset="-200096.83">11939 1482 1005 0,'0'0'61'0,"0"0"-28"0,0 0 8 0,0 0 5 15,0 0-15-15,0 0-20 16,-12 32-6-16,22 6 22 16,7 0-10-16,1-7-6 15,5-8-7-15,-4-9 1 16,4-8 32-16,3-6 12 15,3 0 9-15,5-30-12 16,6-14 1-16,-1-14-14 16,4-15 19-16,2-4-37 15,2-16-2-15,7-9-5 0,3-4-1 16,2 3-4 0,0 17-3-16,-8 21 6 0,-15 21-3 15,-11 19-2-15,-15 13 5 16,-7 5-6-16,-3 6 0 15,0-1-3-15,0-1-2 16,0 3-3-16,0 0-57 16,4 0-3-16,3 23-116 15,-2 7 65-15,-5-2-157 16,0-4-498-16</inkml:trace>
  <inkml:trace contextRef="#ctx0" brushRef="#br1" timeOffset="-198213.03">15958 6444 1014 0,'-169'-17'32'0,"15"8"7"0,20 8 84 0,36 1-58 0,42-3-15 0,34-1 22 16,25 4-27-16,65 0 13 15,55-1-35-15,53-4-16 16,53-7-4-16,41-6 0 15,33 0 1-15,24 0-4 16,3 4-6-16,-20 4 6 0,-49 6-1 16,-61 3-14-1,-73-5-196-15,-65-9-144 0,-52-9-291 16</inkml:trace>
  <inkml:trace contextRef="#ctx0" brushRef="#br1" timeOffset="-197996.55">17248 5835 1057 0,'0'0'18'15,"0"0"-7"-15,0 0 12 16,118-37 10-16,-45 37 24 16,6 13 0-16,-4 33-16 15,-7 26 2-15,-20 24-17 0,-17 19-16 16,-29 13-7-16,-10 11-3 15,-59 9-6-15,-38 8-51 16,-30-1-116-16,-19-10-268 16</inkml:trace>
  <inkml:trace contextRef="#ctx0" brushRef="#br1" timeOffset="-195945.43">18875 6250 842 0,'0'0'21'0,"0"0"-13"0,0 0-4 0,0 0-4 16,0 0-107-16,0 0-102 16,0 0-202-16</inkml:trace>
  <inkml:trace contextRef="#ctx0" brushRef="#br1" timeOffset="-195729.46">21511 6661 1033 0,'0'0'19'16,"0"0"-19"-16,0 0-81 16,0 0-57-16,0 0-230 15</inkml:trace>
  <inkml:trace contextRef="#ctx0" brushRef="#br1" timeOffset="-195542.18">22646 6722 1017 0,'0'0'16'16,"0"0"-32"-16,0 0 12 15,0 0-153-15,0 0-207 16</inkml:trace>
  <inkml:trace contextRef="#ctx0" brushRef="#br1" timeOffset="-194576.54">22805 5895 521 0,'0'0'108'0,"0"0"48"0,0 0-53 0,-2-109-2 16,-37 65-49-16,-13-6 12 0,-18-6-4 15,-24-2-15 1,-35-9-18-16,-45-8-16 0,-61-9-3 16,-64-8-6-1,-67 8 1-15,-64 13-3 0,-56 27 0 16,-32 31 5-16,-17 13 28 16,13 38 4-16,37 33 5 15,48 21 5-15,65 26-7 16,62 21-13-16,65 9-6 15,70 7-3-15,67-5-15 16,75-3-1-16,60-6-2 16,108-14 5-16,89-16-5 0,92-18-3 15,89-22 3 1,90-13-27-16,62-9-20 0,49-9-19 16,15-11-20-16,-24-12 37 15,-35-17 14-15,-52-23 21 16,-64-40 13-16,-65-30 1 15,-65-31 9-15,-64-24 31 16,-68-17 2-16,-70-15 34 16,-80-7-10-16,-77 1-27 15,-114-5-39-15,-109 9-1 16,-117 21-67-16,-119 27-88 16,-123 32-501-16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09T13:31:52.197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10669 3017 801 0,'0'0'11'0,"-134"0"8"0,96 0 22 0,15 0-10 15,21 3 52-15,7 3-83 16,53 1 5-16,42 6-5 16,53-3 3-16,42-2 1 15,43-3-4-15,31-5 0 16,20 0 5-16,6 0-4 15,0 0 2-15,-21 0-1 16,-25 0 5-16,-35 0-6 16,-51 0-2-16,-47 0 0 15,-47 0-30-15,-42 0-169 0,-27 0-45 16,-23-3-144-16</inkml:trace>
  <inkml:trace contextRef="#ctx0" brushRef="#br0" timeOffset="2147.69">12763 4041 304 0,'0'0'603'0,"0"0"-574"0,0 0 30 0,0 0 50 16,0 0-65-16,-122-47-4 0,79 60 16 15,3 24-6-15,0 11-16 16,2 11 9-16,9 1-9 15,5-4-8-15,10-2 29 16,12-2-43-16,2-4 3 16,16-3-14-16,30-8 6 15,19-6-7-15,17-5-17 16,10-4-146-16,1-10-136 16,-8-12-209-16</inkml:trace>
  <inkml:trace contextRef="#ctx0" brushRef="#br0" timeOffset="2548.16">13456 4114 681 0,'0'0'22'15,"0"0"73"-15,0 0 105 16,0 0-133-16,0 0-10 15,0 0-22-15,-114-23-21 16,94 53-1-16,-2 8-1 16,1 1 1-16,4 5-5 15,3-2-1-15,8-1-4 16,6-1-2-16,0-4-1 16,16-3 1-16,13-6 1 0,11-3 5 15,2-7-5-15,3-8-2 16,1-9 3-1,-1 0 0-15,-1-4-2 0,-4-21 2 16,-3-12 1-16,-14-7 5 16,-4-8-4-16,-15-6 4 15,-4 1 0-15,0-2 2 16,-25 7 3-16,-8 7-2 16,-3 13-8-16,-1 12-4 15,1 10-8-15,5 10-106 16,4 0-272-16</inkml:trace>
  <inkml:trace contextRef="#ctx0" brushRef="#br0" timeOffset="3030.87">14093 4081 566 0,'0'0'376'0,"0"0"-365"0,0 0 49 0,0 0-19 0,0 0 50 0,0 0-46 0,-9-65-26 15,9 65-7 1,-2 2-7-16,2 26-3 15,0 13 1-15,-3 4 2 0,3 5-4 16,0-1 0-16,0-1 0 16,0-4 0-16,8-8-1 15,11-4 1-15,7-7-1 16,8-9 1-16,6-12-1 16,10-4 1-16,3 0-1 15,0-8 5-15,1-19-3 16,-9-7 2-16,-7-8 0 15,-14-8 4-15,-13-6 1 16,-7 0 3-16,-4-3 2 16,-4 8 0-16,-21 5-6 0,-1 9 2 15,-3 11-6-15,5 10-4 16,6 9-2-16,7 7-13 16,1 9-103-16,4 20-254 15,-3 4-454-15</inkml:trace>
  <inkml:trace contextRef="#ctx0" brushRef="#br0" timeOffset="3300.71">14910 4081 673 0,'0'0'281'16,"0"0"-167"-16,0 0 8 0,0 0-16 0,0 0-30 0,0 0-48 16,0-43-16-16,0 83-4 15,0 10 4-15,0 8-7 16,-8-2-5-16,1 0-2 16,-2-1-38-16,-1-9-200 15,5-13-85-15,-4-17-380 16</inkml:trace>
  <inkml:trace contextRef="#ctx0" brushRef="#br0" timeOffset="3481.69">14860 4117 773 0,'0'0'20'0,"0"0"42"15,0 0-21-15,0 0-30 0,0 0 7 16,162 42 3-16,-106-5-11 15,7 8-6-15,-3-2-4 16,0-4-2-16,-5-3-72 16,-8-9-123-16,-11-10-130 15</inkml:trace>
  <inkml:trace contextRef="#ctx0" brushRef="#br0" timeOffset="3714.39">15423 3996 526 0,'0'0'68'16,"0"0"79"-16,0 0 28 16,0 0-110-16,-35-108 39 15,35 106 18 1,0 2-65-16,0 0-43 0,0 24-11 16,0 20 10-16,0 15 22 15,0 5-22-15,0 0-7 16,4-1-6-16,7-2-1 15,1-3-9-15,-6-2-59 16,-4-6-178-16,-2-13-228 16</inkml:trace>
  <inkml:trace contextRef="#ctx0" brushRef="#br0" timeOffset="3981.98">15826 4023 132 0,'0'0'685'0,"0"0"-560"15,0 0 3-15,0 0-101 0,0 0-5 16,0 0 42 0,-10 43 12-16,10 4-31 0,0 1-19 15,0-2-18-15,0-2-4 16,0-6-3-1,0-2-1-15,0-4-2 0,0-4-13 16,0-4-117-16,-6-12-152 16,-4-12-255-16</inkml:trace>
  <inkml:trace contextRef="#ctx0" brushRef="#br0" timeOffset="4148.08">15568 4020 756 0,'0'0'25'0,"0"0"42"0,0 0-47 15,0 0-14-15,0 0-5 16,176-49-1-16,-100 49-6 16,-1 0-254-16</inkml:trace>
  <inkml:trace contextRef="#ctx0" brushRef="#br0" timeOffset="4398.62">16433 4328 572 0,'0'0'348'0,"0"0"-259"0,0 0 2 15,0 0-30-15,0 0-40 16,0 0-12-16,113-30-1 16,-24 27 5-16,2-1-13 15,-6 2 1-15,-9 2-1 16,-14 0-1-16,-13 0-8 16,-20 0-214-16,-12-4-354 15</inkml:trace>
  <inkml:trace contextRef="#ctx0" brushRef="#br0" timeOffset="4948.67">18218 3716 819 0,'0'0'42'0,"0"0"58"0,0 0-27 0,-156 7 22 0,100 27-25 0,0 11 10 0,4 3-26 16,13-2-2-16,14-2-26 15,12-4 3-15,13-4-5 16,0-4-11-16,8-2-3 16,28-1 3-16,16-4-10 15,12-3-6-15,15-3 3 16,4-1-121-16,5-5-146 15,-1-6-148-15</inkml:trace>
  <inkml:trace contextRef="#ctx0" brushRef="#br0" timeOffset="5314.79">18703 3890 754 0,'0'0'68'16,"0"0"-8"-16,0 0 55 15,0 0-59-15,0 0 68 16,-125-88-58-16,114 88-29 16,0 15-25-16,-1 20-3 15,4 5-7-15,4 10 8 16,1-2-7-16,3 3-3 16,0-1 1-16,0-6-1 15,3-6-1-15,14-10-8 16,7-8 7-16,6-12-2 15,9-8 2-15,4 0 2 0,6-8 4 16,2-27-2 0,-6-6 0-16,-9-12 2 0,-15-5 0 15,-11-5 4-15,-10 5-2 16,-12 1 4-16,-21 11 0 16,-7 9 11-16,-2 16-14 15,1 11-7-15,6 10-4 16,8 0-15-16,8 25-152 15,3 15-315-15</inkml:trace>
  <inkml:trace contextRef="#ctx0" brushRef="#br0" timeOffset="5585.74">19180 3906 897 0,'0'0'64'0,"0"0"84"0,0 0-21 0,0 0-41 16,0 0-36-16,0 0-30 16,-4-24-14-16,4 68 3 15,0 12 4-15,0 4-11 16,0 1-2-16,0-5-24 15,0-6-97-15,0-6-103 16,-3-13-32-16,-1-19-346 0</inkml:trace>
  <inkml:trace contextRef="#ctx0" brushRef="#br0" timeOffset="5982.77">19296 3934 540 0,'0'0'73'15,"0"0"25"-15,0 0-4 16,0 0 10-16,0 0-49 16,0 0-24-16,11-18-24 15,-5 18-3-15,1 0-4 16,-2 10-1-16,-5 8-27 16,0-2-97-16,0-2-58 0,-8-6-58 15,-2-4 55-15,3-4 19 16,5 0 145-16,2 0 22 15,0-4 131 1,0-8-35-16,0 1 1 0,0 0 38 16,2 1-34-16,0 4-15 15,1 2-1-15,-1 2-6 16,-2 2-1-16,0 0-22 16,0 0-6-16,0 0-12 15,0 0-11-15,0 0-8 16,0 0-10-16,2 0-5 15,0 0-4-15,4 4 0 16,2 12-4-16,3 1 3 0,2-2-70 16,-2-1-154-16,0-3-113 15</inkml:trace>
  <inkml:trace contextRef="#ctx0" brushRef="#br0" timeOffset="6105.66">19296 3934 646 0</inkml:trace>
  <inkml:trace contextRef="#ctx0" brushRef="#br0" timeOffset="6232.74">19296 3934 646 0,'96'-13'26'0,"-99"1"104"0,-1 3 5 0,4 5-48 0,0 2 10 0,0 2-46 16,0 0-16-16,0 0-23 0,0 23-4 15,0 13 21-15,2 5 21 16,-2 6-39-16,0-4-10 15,0 4-1-15,0-3-4 16,0-6-23-16,0-3-19 16,-7-2-121-16,-4-13-101 15,0-12-196-15</inkml:trace>
  <inkml:trace contextRef="#ctx0" brushRef="#br0" timeOffset="6432.92">19407 4001 679 0,'0'0'40'16,"0"0"74"-16,0 0-56 0,0 0-20 16,0 0-13-1,0 0 16-15,129 33-18 0,-73 3-17 16,6 3-4-16,5-2-1 16,-7-1-1-16,-9-3-23 15,-13-9-95-15,-13-8-45 16,-9-14-118-16</inkml:trace>
  <inkml:trace contextRef="#ctx0" brushRef="#br0" timeOffset="6630.8">19928 3926 434 0,'0'0'74'16,"0"0"49"-16,-8-122 10 0,8 102-45 16,-3 6 6-16,3 10 0 15,0 4 23 1,0 0-67-16,0 5-35 0,0 24-4 15,0 11 53-15,0 6-20 16,0 0-26-16,0 4-9 16,0 0-8-16,0 0-2 15,0 3-5-15,3 1-37 16,-3-7-210-16,0-12-230 16</inkml:trace>
  <inkml:trace contextRef="#ctx0" brushRef="#br0" timeOffset="6848.72">20285 4060 831 0,'0'0'117'0,"0"0"3"15,0 0-86-15,0 0-19 16,0 0-14-16,158-34-1 15,-91 34 0-15,-18 0-152 16,-18 0-139-16,-24 16-149 16</inkml:trace>
  <inkml:trace contextRef="#ctx0" brushRef="#br0" timeOffset="6948.71">20289 4229 319 0,'0'0'341'0,"0"0"-292"16,0 0 10-16,0 0-40 0,0 0 0 15,116-10-19-15,-28-14-229 16</inkml:trace>
  <inkml:trace contextRef="#ctx0" brushRef="#br0" timeOffset="7497.99">21505 3806 836 0,'0'0'57'0,"0"0"81"15,0 0-68-15,0 0-25 16,-158-97-13-16,112 97-5 15,8 29-2-15,7 4-17 16,13 8-2-16,14-1-5 16,4 0 1-16,6-2-1 15,28-4 2-15,5 3-3 16,11-1 2-16,-1 0-1 16,-5 0-1-16,-4-3 3 15,-15-4 0-15,-11-9 3 16,-12-8 53-16,-2-2-10 15,-27-2 22-15,-23 2-35 0,-14 0-27 16,-5-5-3 0,5-3-6-16,12-2-6 0,17 0-60 15,12-3-194-15,17-25-181 16</inkml:trace>
  <inkml:trace contextRef="#ctx0" brushRef="#br0" timeOffset="7698.9">21840 3820 465 0,'0'0'485'0,"0"0"-312"16,0 0-99-16,0 0-46 16,0 0 37-16,0 0-30 0,-5 47-13 15,1 7-10-15,4 7-12 16,0 5-3-16,-2 0-64 15,-4-9-264-15,-8-17-353 16</inkml:trace>
  <inkml:trace contextRef="#ctx0" brushRef="#br0" timeOffset="7897.73">21775 3867 900 0,'0'0'29'0,"0"0"85"15,0 0-37-15,0 0-35 16,0 0-15-16,0 0 50 0,113 21-25 16,-34 11-36-16,1 1-16 15,-1-2-1 1,-8 3-28-16,-13-4-117 0,-14-4-64 16,-13-9-245-16</inkml:trace>
  <inkml:trace contextRef="#ctx0" brushRef="#br0" timeOffset="8114.32">22344 3746 330 0,'0'0'372'0,"0"0"-317"16,0 0 82-16,-27-112-39 0,23 101 0 16,2 9-2-16,2 2-29 15,0 0-55-15,0 34-12 16,0 13 49-16,3 8-6 15,9 2-10-15,-4-4-33 16,2 1 0-16,-1-4-3 16,-3-1 2-16,-4-1-49 15,0-7-167-15,-2-11-140 16</inkml:trace>
  <inkml:trace contextRef="#ctx0" brushRef="#br0" timeOffset="8481.98">22564 3792 810 0,'0'0'26'15,"0"0"75"-15,0 0-1 16,0 0 2-16,0 0-13 16,0 0-66-16,0-54-21 15,0 86 0-15,0 14 2 16,0 5 2-16,7 6-5 15,4 1-1-15,3-3 0 16,5-4-2-16,8-7-3 16,4-9-1-16,6-7 0 15,0-14-5-15,5-10-9 0,0-4 10 16,-1-10 10 0,-3-22 3-16,-7-15 2 0,-9-9 1 15,-7-9 14 1,-8-6 5-16,-7 5 24 0,0 6-25 15,-13 11 13-15,-12 13 13 16,0 8-40-16,0 14-10 16,2 8-8-16,0 6-120 15,1 12-231-15</inkml:trace>
  <inkml:trace contextRef="#ctx0" brushRef="#br0" timeOffset="8782.16">23253 3746 1004 0,'0'0'81'0,"0"0"61"0,0 0-95 0,0 0-21 0,0 0 12 0,0 0-11 16,0 20-2-16,0 24 32 16,0 2-31-16,0-2-20 15,0 2-4-15,0-4-2 16,0 0-2-16,0-6-50 0,0-4-131 16,0-12-78-16,0-10-148 15</inkml:trace>
  <inkml:trace contextRef="#ctx0" brushRef="#br0" timeOffset="9264.86">23275 3788 106 0,'0'0'575'16,"0"0"-512"-16,0 0 55 16,17-122-80-16,20 101-11 15,7 8-12-15,5 8 4 16,2 5-2-16,-6 0-8 15,-7 7-3-15,-9 18 4 0,-11 7-6 16,-9 4 9 0,-9 3 1-16,0-7 3 0,0-1 1 15,-12-1-4-15,-12-9 1 16,-7 2 0-16,-8-9-14 16,-1-1 6-16,-2-3-6 15,0-2-1-15,6-3 1 16,9 1-1-16,10-5 2 15,13-1-2-15,4 3 0 16,0-3-7-16,4 0-4 16,31 0-1-16,14 0 12 15,7 0 0-15,-3 0 0 0,-3 0 0 16,-8 0 0 0,-2 0 1-16,-7 15 1 0,-6 11 3 15,-5 7 4-15,-5 7 1 16,-9 1 11-16,-4 0 13 15,-4-9 13-15,0-10-16 16,-16-6 47-16,-23-3-49 16,-15-4-14-16,-11-7-13 15,-4-2-2-15,-4 0-8 16,1-22-182-16,1-14-78 16,9-13-364-16</inkml:trace>
  <inkml:trace contextRef="#ctx0" brushRef="#br0" timeOffset="11019.95">13636 5624 649 0,'0'0'282'16,"0"0"-207"-16,0 0 50 0,-138-20-79 0,89 25 29 0,-4 17 13 16,1 10-23-16,4 8-8 0,0 8-6 15,13 4 27-15,8-2-25 16,12 0-31-16,8-4-5 15,7-2-1-15,0-3-6 16,26-6-7-16,22-2 0 16,10-9-3-16,13-6-5 15,7-9-101-15,-2-9-32 16,8 0-78-16,-4-7-66 16,-6-13-185-16</inkml:trace>
  <inkml:trace contextRef="#ctx0" brushRef="#br0" timeOffset="11414.64">14033 5841 809 0,'0'0'70'0,"0"0"77"16,0 0-26-16,0 0-63 16,0 0 17-16,-114-30-23 15,101 30-18-15,6 17-18 16,0 4-7-16,5 9-1 15,2 4 7-15,0 5-15 16,0 1 6-16,9 0-6 16,7-3-2-16,4-2 2 15,2-3 0-15,5-4-5 16,2-8-3-16,2-6 7 16,0-9-8-16,2-5-6 15,3 0 15-15,-3-25 3 0,-6-5 1 16,-9-9 4-16,-7-9-1 15,-11-7 8-15,0-4-5 16,0 3 10-16,-21 7-4 16,-8 14 13-16,-5 12 8 15,-2 6-24-15,0 11-11 16,-1 6-4-16,1 6-17 16,3 24-117-16,4 9-81 15,6 3-269-15</inkml:trace>
  <inkml:trace contextRef="#ctx0" brushRef="#br0" timeOffset="11864.89">14655 5786 1103 0,'0'0'26'0,"0"0"85"0,0 0-34 0,0 0-38 0,0 0-9 0,0 0-18 0,-20-15-5 16,20 15-6 0,0 13 1-16,0 16-2 0,0 15 15 15,0 4-12 1,0 4 6-16,0-2-9 0,13 0 2 15,4-5-2-15,6-7 0 16,4-8-1-16,8-8 1 16,7-11-3-16,3-11 8 15,2 0 2-15,0-7 1 16,-3-19-4-16,-10-8 1 16,-6-6-2-16,-9-9 9 15,-11-3 4-15,-8-7 4 16,0 1 6-16,0 1-10 15,-17 7 1-15,-6 13 1 0,3 7-3 16,5 15-15 0,6 7-4-16,6 8-69 0,3 1-148 15,0 26-332-15</inkml:trace>
  <inkml:trace contextRef="#ctx0" brushRef="#br0" timeOffset="12149.73">15483 5755 1078 0,'0'0'31'0,"0"0"148"0,0 0-31 0,0 0-68 0,0 0-17 16,0 0-27-16,-20-28-21 15,20 54-13-15,0 13 2 16,0 14 9-16,0 3-12 16,0-2-1-16,0-3-4 15,0-7-65-15,0-4-87 16,0-7-93-16,-6-10-159 16</inkml:trace>
  <inkml:trace contextRef="#ctx0" brushRef="#br0" timeOffset="12348.3">15405 5829 555 0,'0'0'317'15,"0"0"-222"-15,0 0-41 16,0 0-44-16,0 0 20 16,0 0 37-16,114 84 5 15,-56-45-48-15,2-6-19 16,3-1-4-16,-5-6-1 15,-8-3-42-15,-5-3-125 16,-11-9-135-16,-14-8-386 16</inkml:trace>
  <inkml:trace contextRef="#ctx0" brushRef="#br0" timeOffset="12585.4">15900 5642 681 0,'0'0'53'15,"0"0"110"-15,0 0-63 16,0 0 29-16,0 0-30 16,0 0-6-16,-20-74-36 15,20 74-28-15,0 0-14 16,0 20-4-16,0 16 25 16,9 8 4-16,-1 6-12 15,-3 3-15-15,-5-1-5 16,0 3-4-16,0-4-4 15,0 1-1-15,3-4-12 0,-1-4-131 16,7-6-83-16,4-11-137 16</inkml:trace>
  <inkml:trace contextRef="#ctx0" brushRef="#br0" timeOffset="12897.61">16408 5735 931 0,'0'0'41'16,"0"0"118"-16,0 0-61 0,0 0 0 16,0 0 13-16,0 0-65 15,-20-54-23-15,20 59-13 16,0 24-2-16,16 9 22 15,-1 6-8-15,-3 4-13 16,-6-4-2-16,-2 1-4 16,1-7 2-16,-5-4-5 15,0-6-14-15,0-2-11 16,0-4-98-16,0-4-62 16,-7-4-60-16,1-9-114 15</inkml:trace>
  <inkml:trace contextRef="#ctx0" brushRef="#br0" timeOffset="13097.92">16159 5765 806 0,'0'0'31'0,"0"0"102"16,0 0-36-16,0 0 20 15,0 0-17-15,0 0-31 16,4-86-56-16,58 74-11 15,11 4-2-15,12 3-13 16,2 4-10-16,3 1-173 16,-11 0-100-16,-13 0-393 15</inkml:trace>
  <inkml:trace contextRef="#ctx0" brushRef="#br0" timeOffset="13349.08">17108 5939 994 0,'0'0'40'16,"0"0"115"-16,0 0-75 16,0 0-48-16,0 0-2 15,0 0-20-15,51-5 10 0,0 5-16 16,3 0-4-1,-1 0-4-15,-8 0-115 0,-12 0-25 16,-18 0-140-16,-15 9-324 16</inkml:trace>
  <inkml:trace contextRef="#ctx0" brushRef="#br0" timeOffset="13480.97">16985 6176 712 0,'0'0'81'15,"0"0"-11"-15,0 0-20 16,156-12-13-16,-85 1-23 16,14-2-14-16,2-1-14 15,-3-3-330-15</inkml:trace>
  <inkml:trace contextRef="#ctx0" brushRef="#br0" timeOffset="14097.16">18782 5707 932 0,'0'0'64'16,"0"0"115"-16,0 0-87 16,0 0-9-16,-157-97-54 15,108 97 5-15,5 0-16 0,4 0-3 16,11 10-13 0,10 9 4-16,11 2-6 0,8 8 0 15,0 7 1-15,11 2 0 16,22 4 6-16,10 0-7 15,10 0 0-15,-2 0 0 16,5-1 0-16,-7-3 0 16,-4 2 1-16,-10 0 0 15,-10-4 0-15,-17-2 1 16,-8-6 2-16,-4-5 1 16,-36-4 24-16,-16-2 12 15,-18-8-14-15,-1-6-13 16,-3-3-6-16,11-3-5 15,11-23-2-15,14-14-1 0,17-8-37 16,19-10-92-16,6-9-180 16,11 2-445-16</inkml:trace>
  <inkml:trace contextRef="#ctx0" brushRef="#br0" timeOffset="14414.92">19120 5767 1084 0,'0'0'94'0,"0"0"62"0,0 0-105 0,0 0 23 0,0 0-28 16,0 0-28-16,-5 67 5 16,1-8 11-16,2 5-25 15,0-4-9 1,-5-8-3-16,7-10-11 0,0-7-116 16,0-11-106-16,0-12-136 15,0-12-213-15</inkml:trace>
  <inkml:trace contextRef="#ctx0" brushRef="#br0" timeOffset="14614.62">19093 5835 886 0,'0'0'36'0,"0"0"103"16,0 0-56-16,0 0-77 16,0 0 47-16,0 0-22 15,64 66 42-15,-6-18-20 16,7-2-36-16,2-2-4 15,-3-4-8-15,-5-8-5 16,-4-5-5-16,-3-5-52 16,-8-2-139-16,-7-10-81 15,-12-8-268-15</inkml:trace>
  <inkml:trace contextRef="#ctx0" brushRef="#br0" timeOffset="14831.66">19621 5745 442 0,'0'0'389'0,"0"0"-243"16,0 0 46-16,0 0-74 15,0 0-45-15,0 0-56 16,-36 18-11-16,36 30 46 16,0 6-10-16,0 0-22 15,11 0-15-15,3-2-5 0,-1-2 0 16,1-3-54-1,-3-3-127-15,-5-7-130 0,-5-16-339 16</inkml:trace>
  <inkml:trace contextRef="#ctx0" brushRef="#br0" timeOffset="15250.4">19896 5807 926 0,'0'0'87'15,"0"0"124"-15,0 0-163 16,0 0 16-16,0 0-24 0,0 0-39 16,-12 10 9-16,12 26-10 15,0 12 14-15,0 0-14 16,0 5-2-16,0-3 1 15,15-2 0-15,6-2 1 16,3-4-3-16,7-8 3 16,1-9-8-16,3-11-4 15,3-9 5-15,-1-5 7 16,4 0 8-16,-1-18-1 16,-4-16-5-16,-3-10 9 15,-2-10 14-15,-8-10 12 16,-8-9-2-16,-8 3 1 0,-7 6-11 15,0 8-9 1,-7 14 18-16,-8 12-20 0,-2 8-14 16,7 9-32-16,1 13-89 15,-1 0-165-15,4 13-539 16</inkml:trace>
  <inkml:trace contextRef="#ctx0" brushRef="#br0" timeOffset="15531.6">20655 5722 833 0,'0'0'283'0,"0"0"-110"0,0 0-94 0,0 0-30 0,0 0 7 15,0 0-32-15,2 91 56 16,5-35-44-16,-3 0-24 16,0 0-9-16,-2-3-3 15,-2-5-1-15,0-8-53 16,0-9-89-16,-6-8-57 16,-1-9-71-16,3-14-84 15,2 0-196-15</inkml:trace>
  <inkml:trace contextRef="#ctx0" brushRef="#br0" timeOffset="15997.95">20653 5791 611 0,'0'0'85'0,"0"0"23"15,0 0-37-15,53-112-34 16,-17 97-11-16,4 11-7 16,0 4-5-16,-3 0 4 15,-2 15-3-15,-12 13 10 16,-7 8 2-16,-9 3 12 15,-7 2 20-15,0-1-39 16,-7-6 0-16,-15-2 17 16,-7-5 0-16,-2-9-18 15,-3-4-6-15,3-6-3 16,4-5-5-16,10-1-3 0,1-2 2 16,8 0-2-1,7 0-2-15,1 0 0 0,0 0 3 16,0 0-3-16,13 0 4 15,18 0-4-15,15 0-9 16,6 0 7-16,2 0 0 16,-2 0 2-16,-4 9 1 15,-5 8-1-15,-10 10 0 16,-10 2 0-16,-10 6 8 16,-11-1 8-16,-2 0 18 15,-2-2 5-15,-23-6 17 16,-13-5-6-16,-8-4 1 15,-12-7-21-15,-2-4-14 0,2-6-12 16,6 0-4-16,10-8-4 16,11-18-104-16,15-8-148 15,16-8-268-15</inkml:trace>
  <inkml:trace contextRef="#ctx0" brushRef="#br0" timeOffset="16282.39">21430 5984 1079 0,'0'0'23'0,"0"0"80"0,0 0-67 0,0 0 3 15,0 0 25-15,0 0-11 16,150 0-18-16,-102 0-17 16,-1 0-10-16,-5-3-4 15,-4 3-3-15,-2-3-1 16,-7-3-4-16,-9 0-45 16,-6-3-118-16,-14-3-174 15,0-2-172-15</inkml:trace>
  <inkml:trace contextRef="#ctx0" brushRef="#br0" timeOffset="16480.59">21651 5731 789 0,'0'0'64'16,"0"0"98"-16,0 0-106 16,0 0 20-16,0 0-39 15,0 0 33-15,4 82 16 16,8-32-45-16,-2 3-25 15,-1 4-11-15,5-1-5 16,-5-1 0-16,-3-3-11 16,-2-2-94-16,-4-4-171 15,-6-10-410-15</inkml:trace>
  <inkml:trace contextRef="#ctx0" brushRef="#br0" timeOffset="18130.62">22556 5654 804 0,'0'0'116'0,"0"0"25"0,0 0-3 15,0 0-30-15,0 0-76 16,0 0 9-16,-126-37-6 0,84 68-1 16,4 10 5-1,2 4-13-15,8-1-3 0,10-1-6 16,7-1-3-16,11-4 1 15,0 0-7-15,9-5-4 16,24-3 6-16,12-7-10 16,13-1-1-16,4-5-82 15,12-3-82-15,-3-6-120 16,-3-8-144-16</inkml:trace>
  <inkml:trace contextRef="#ctx0" brushRef="#br0" timeOffset="18515.41">22932 5709 680 0,'0'0'38'0,"0"0"132"16,0 0-105-16,0 0-5 16,0 0-14-16,-120-9 67 15,104 36-73-15,0 7 13 16,5 6-38-16,4 4-5 15,7 2-3-15,0 2 3 16,0-3-10-16,12-6 0 16,5-5 0-16,8-7 0 15,4-7-1-15,2-7 1 0,5-8 4 16,-5-5-3 0,0 0 5-16,-4-6 7 0,-2-18 1 15,-4-8-8-15,-5-11 19 16,-9-7 10-16,-7-1 3 15,0-2-1-15,-2 7-11 16,-21 8-2-16,-1 7-1 16,-3 10-15-16,-2 5-8 15,0 12-1-15,3 4-27 16,-6 11-123-16,5 22-144 16,-2 5-280-16</inkml:trace>
  <inkml:trace contextRef="#ctx0" brushRef="#br0" timeOffset="18832.59">23402 5767 1065 0,'0'0'126'0,"0"0"41"0,0 0-69 16,0 0-3-16,0 0-31 15,0 0-1-15,-7-32-32 16,7 33-20-16,0 26-11 0,0 11 12 16,0 8-8-16,0 0-3 15,0 2-1-15,-4-4-7 16,-3-1-50-16,-1-4-112 15,5 0-30-15,3-13-100 16,0-16-204-16</inkml:trace>
  <inkml:trace contextRef="#ctx0" brushRef="#br0" timeOffset="19031.66">23545 5869 826 0,'0'0'135'16,"0"0"-22"-16,0 0 69 15,0 0-42-15,0 0-84 0,0 0-28 16,0-24-13-16,0 48-12 16,2 10 9-16,2 4-8 15,-1-1-4-15,-1-5 0 16,0 1-9-16,-2-4-132 16,0-4-109-16,0-11-76 15,0-9-84-15</inkml:trace>
  <inkml:trace contextRef="#ctx0" brushRef="#br0" timeOffset="19248.66">23558 5893 549 0,'0'0'148'0,"0"0"-18"0,0 0-48 0,0 0-40 16,0 0-25 0,0 0 13-16,118 23 2 0,-74 4-21 15,-1 2-10-15,-1-2 7 16,-4-4-8-16,-5-3 1 15,-4-6-4-15,-4-6 2 16,-5-6-14-16,-3-2-30 16,-5 0-83-16,-4-14-42 15,-3-13-74-15,-5-10-35 16</inkml:trace>
  <inkml:trace contextRef="#ctx0" brushRef="#br0" timeOffset="19417.93">23934 5704 474 0,'0'0'200'15,"0"0"-41"-15,0 0-41 0,0 0-29 16,0 0-13-16,0 0-66 16,-8 57 29-16,12-7 20 15,8 2-39-15,-4 1-12 16,1 1-6-16,-1-4-2 16,6-1-26-16,-3-8-198 15,-4-9-364-15</inkml:trace>
  <inkml:trace contextRef="#ctx0" brushRef="#br0" timeOffset="20414.41">19477 8460 1053 0,'0'0'28'0,"0"0"38"0,-117-86 9 0,72 74-42 0,-1 6 17 15,1 6-15-15,7 0-9 16,7 0-9-16,6 13-7 15,10 12-7-15,7 3-1 16,8 7-1-16,0 7 2 16,13-1 2-16,22 3-1 15,12 0 1-15,8-4-1 16,5 0 1-16,-1-4-4 16,-8 1 3-16,-8 1-1 15,-3 0-1-15,-16 2 2 16,-10 4 8-16,-14-2 5 15,0-1 20-15,-36-5 9 16,-13-6 37-16,-12-7-30 0,-4-6-37 16,-3-9-8-16,4-8 5 15,6 0-5-15,6-22-1 16,12-16-7-16,9-12-3 16,13-4-110-16,13-1-61 15,5 4-213-15,0 7-461 16</inkml:trace>
  <inkml:trace contextRef="#ctx0" brushRef="#br0" timeOffset="20664.78">19866 8663 1291 0,'0'0'85'0,"0"0"62"0,0 0-88 0,0 0 49 0,0 0-72 16,0 0-26-16,-17 75 9 15,21-2 8-15,7 1-22 16,-5-6-5-16,-4-2 0 16,-2-6-30-16,0-7-163 15,0-17-127-15,0-18-223 16</inkml:trace>
  <inkml:trace contextRef="#ctx0" brushRef="#br0" timeOffset="20864.87">19851 8735 260 0,'0'0'827'16,"0"0"-729"-16,0 0-51 15,0 0-44-15,0 0 44 16,124 96 19-16,-50-48-48 15,4-1-11-15,-3-2-7 16,-6-4-3-16,-9-3-53 16,-6-9-185-16,-12-11-195 15</inkml:trace>
  <inkml:trace contextRef="#ctx0" brushRef="#br0" timeOffset="21080.94">20416 8593 952 0,'0'0'0'0,"0"0"113"16,0 0 18-16,0 0-17 15,0 0 12-15,0 0-79 16,-51-59-32-16,56 105-8 16,8 18 32-16,-2 7 0 15,0 2-23-15,0 0-12 16,0-5-4-16,-1-2-3 15,-2-5-4-15,-3-1-106 16,-5-14-206-16,0-16-453 16</inkml:trace>
  <inkml:trace contextRef="#ctx0" brushRef="#br0" timeOffset="21514.8">20902 8628 1052 0,'0'0'128'0,"0"0"35"16,0 0-88-16,0 0-10 0,0 0-35 16,0 0-20-16,-27 4-7 15,27 39 14-15,3 7-12 16,7 4-4-16,0 4 2 15,1 2-2-15,5-2 0 16,3-1-1-16,12-7-2 16,7-11 2-16,9-7 0 15,3-9-3-15,-2-10-19 16,-1-13 8-16,-2 0 14 16,-4-7 10-16,-4-23-9 15,-8-9 15-15,-5-8-8 16,-10-14 9-16,-10-6 14 15,-4-6 5-15,0 2-13 0,-20 4 22 16,-4 10 2 0,-1 13-28-16,5 10-13 0,-1 12-6 15,8 9-5-15,5 8-38 16,0 5-160-16,-1 15-138 16,3 12-465-16</inkml:trace>
  <inkml:trace contextRef="#ctx0" brushRef="#br0" timeOffset="21830.89">21974 8543 1274 0,'0'0'66'0,"0"0"51"0,0 0-81 0,0 0 44 16,0 0-16-16,0 0-40 15,2 61 48-15,7 2-29 16,1 1-23-16,2-4-9 16,-3-6-9-16,-2-4 0 15,-5-8-2-15,-2-4-2 16,0-6-21-16,0-6-152 15,0-3-113-15,0-13-87 16,0-10-309-16</inkml:trace>
  <inkml:trace contextRef="#ctx0" brushRef="#br0" timeOffset="22315.94">21964 8601 838 0,'0'0'23'16,"0"0"10"-16,0 0-19 15,119-104 14-15,-68 89 16 16,1 7 7-16,-8 8-7 16,-4 0 32-16,-3 16-40 15,-7 12-17-15,-8 8 17 16,-13 4-14-16,-9 4-8 16,0-1-6-16,-11-2-4 15,-16-2 6-15,-2-9-5 0,-2-6 7 16,4-10 3-16,3-6 6 15,6-4 9-15,5-4-17 16,1 0-6-16,6 0-5 16,4 0-2-16,0 0-1 15,2 0-3-15,0-3 2 16,4-3-2-16,23 0-14 16,12-3 7-16,11 3 1 15,1 4 2-15,0 2 7 16,-4 0 1-16,-7 16 1 15,-4 14 0-15,-7 10 1 16,-9 8 20-16,-9 2 3 16,-9 3-3-16,-2-6 20 0,-2-8 9 15,-27-5-8 1,-14-10-10-16,-12-7-2 0,-10-6-13 16,-3-7-12-16,-4-4-6 15,5-4-14-15,5-26-68 16,8-8-49-16,12-11-110 15,4-5-386-15</inkml:trace>
  <inkml:trace contextRef="#ctx0" brushRef="#br0" timeOffset="22948.47">19596 10369 685 0,'0'0'325'0,"0"0"-228"0,0 0 49 0,0 0-69 0,-131-75-25 0,79 75 3 16,-7 15 12-16,-1 25-8 16,2 16-12-16,4 10 6 15,14 5 7-15,15 0-29 16,17-4-17-16,8-3-8 16,4-8 4-16,35-6-8 15,20-10 5-15,15-12-7 16,14-7-9-16,6-11-141 15,4-9-80-15,3-1-91 0,-6-7-189 16</inkml:trace>
  <inkml:trace contextRef="#ctx0" brushRef="#br0" timeOffset="23333.46">20202 10485 888 0,'0'0'71'0,"0"0"74"15,0 0-35-15,0 0-35 16,-118-34-4-16,99 34-26 16,5 28-28-16,1 12 7 15,3 12-11-15,8 5 3 16,2 1-15-16,0 0 4 0,0 2-5 16,2-2 0-16,19-8 0 15,3-5 0-15,7-13 0 16,9-10-2-16,12-12 4 15,8-10-1-15,13-6 7 16,3-27-1-16,-7-9 4 16,-8-8-10-16,-15-6 9 15,-19-4 10-15,-16-8-4 16,-11 2 3-16,-11 8-9 16,-33 7 17-16,-10 15-14 15,-4 12-10-15,-2 8-2 16,4 10-1-16,7 6-2 15,6 6-77-15,8 30-93 0,6 4-188 16</inkml:trace>
  <inkml:trace contextRef="#ctx0" brushRef="#br0" timeOffset="23747.95">21297 10431 800 0,'0'0'61'0,"0"0"134"0,0 0-20 0,0 0-34 0,0 0-22 16,0 0-16-16,4-94-48 15,-4 94-17-15,0 0-15 16,0 12-9-16,2 36 12 0,0 20 11 15,-2 10-22-15,0 3-11 16,0-9-1-16,5-8-6 16,-1-6 0-1,8-8-84-15,5-8-117 0,8-15-190 16,8-15-308-16</inkml:trace>
  <inkml:trace contextRef="#ctx0" brushRef="#br0" timeOffset="23981.79">21920 10485 1165 0,'0'0'147'0,"0"0"38"0,0 0-119 16,0 0 0-16,0 0 17 15,0 0-68-15,-14 62 10 16,14-3 2-16,0 1-18 15,0-6-7-15,0-4-4 16,0-4-21-16,0-2-160 16,-10-10-137-16,-1-16-189 15</inkml:trace>
  <inkml:trace contextRef="#ctx0" brushRef="#br0" timeOffset="24148.1">21906 10600 837 0,'0'0'112'0,"0"0"-71"16,0 0-10-16,0 0 67 16,170 99-39-16,-97-58-7 15,2-1-41-15,-2-8-11 16,-9-1-15-16,-10-10-35 16,-16-7-121-16,-18-10-200 15</inkml:trace>
  <inkml:trace contextRef="#ctx0" brushRef="#br0" timeOffset="24331.8">22444 10399 863 0,'0'0'155'0,"0"0"30"0,0 0-53 16,0 0-69-16,0 0-43 15,0 0 11-15,-4 122 11 16,28-51-22-16,2 5-18 15,-1 6-2-15,-9 0-89 16,-16-6-302-16</inkml:trace>
  <inkml:trace contextRef="#ctx0" brushRef="#br0" timeOffset="24997.54">17266 11544 645 0,'0'0'144'0,"-178"-5"-69"0,134 0 85 0,27 1-30 0,17 2-67 16,54 2-23-16,59 0-3 16,75 0-17-16,79 0-5 15,74-4-12-15,74 2-1 16,61 0-2-16,50 2 1 16,42 0 3-16,18 0 18 15,5 0 9-15,-10 0 7 16,-32 0 7-16,-46 0-30 15,-67 0 9-15,-83-12-3 16,-93-6-21-16,-104 0-1 16,-96-7-40-16,-71 6-87 15,-102 5-181-15,-64 1-306 0</inkml:trace>
  <inkml:trace contextRef="#ctx0" brushRef="#br0" timeOffset="25647.87">17952 12370 953 0,'0'0'114'0,"0"0"53"0,0 0-82 0,-125-68-4 16,78 68-28-16,-1 0 4 15,-6 18-5-15,0 20 15 16,1 12-2-16,6 6-36 15,7 2 2-15,13 4-11 16,15-1-9-16,12-5 1 0,0-4 1 16,23-6-8-16,29-8 1 15,14-6-6-15,19-7-1 16,18-11-36-16,13-8-121 16,6-6-127-16,3-6-220 15</inkml:trace>
  <inkml:trace contextRef="#ctx0" brushRef="#br0" timeOffset="26715.2">19133 12314 810 0,'0'0'98'0,"0"0"54"0,0 0-15 0,0 0-47 16,0 0-27-16,0 0-26 15,-118-56-2-15,96 70-10 0,-4 20-7 16,7 10 0-16,1 9-9 16,10 5 1-16,5 0 0 15,3 0-2-15,0-7-2 16,20-2-3-16,7-7 0 15,8-9 1-15,5-10-2 16,7-9 6-16,-2-12-2 16,4-2 0-16,3-6-1 15,-2-23-1-15,-3-11-3 16,-7-5 14-16,-13-10 4 16,-16-2 0-16,-11-5 9 15,-4-1-10-15,-34 7-18 16,-16 15-2-16,-10 14 0 15,-7 19-4-15,0 8-28 16,3 22-104-16,10 20-117 0,12-4-266 16</inkml:trace>
  <inkml:trace contextRef="#ctx0" brushRef="#br0" timeOffset="27215.86">20094 12289 1147 0,'0'0'13'0,"0"0"110"0,0 0-2 0,0 0-54 0,0 0 3 0,0 0-44 0,-21-36-19 0,19 69-4 16,0 14 6-16,-2 10 0 16,4 10-8-16,0-2 4 15,0 0-2-15,15-1-3 16,12-7 0-16,6-9 0 15,7-8 1-15,7-13-1 0,5-9 0 16,0-12 0-16,6-6 5 16,-2-4 1-16,-2-21-5 15,-3-12 8-15,-6-9-5 16,-10-8 14-16,-10-11 15 16,-14-4 42-16,-11-7-50 15,0-1-10-15,-18 7-8 16,-11 6 5-16,-2 16-12 15,7 16 0-15,3 16-5 16,10 16-129-16,0 0-192 16,2 16-554-16</inkml:trace>
  <inkml:trace contextRef="#ctx0" brushRef="#br0" timeOffset="27566.4">21443 12166 1203 0,'0'0'1'0,"0"0"127"0,0 0-10 0,0 0-85 0,0 0 31 0,0 0-28 16,-9 54 0-16,5 6 20 15,2 0 13-15,2-2-57 16,0-2-2-16,-6-3-8 16,-4-5-1-16,-3-4-1 15,-2-4-57-15,1-7-76 16,1-8-154-16,1-14-166 15</inkml:trace>
  <inkml:trace contextRef="#ctx0" brushRef="#br0" timeOffset="27748.83">21414 12320 928 0,'0'0'30'0,"0"0"85"15,0 0-94-15,0 0 6 16,128 57 82-16,-64-16-61 15,10 5-25-15,4-2-10 16,-3-1-13-16,-2-7-4 16,-5-7-44-16,-8-10-172 15,-16-13-262-15</inkml:trace>
  <inkml:trace contextRef="#ctx0" brushRef="#br0" timeOffset="27981.41">22036 12141 788 0,'0'0'8'0,"0"0"118"0,0 0 37 15,0 0-85-15,0 0-19 16,0 0-16-16,-67 39 24 16,67 11-8-16,0 3 3 15,3-3-34-15,8 0-5 16,-5 1-13-16,5-1-6 15,-1 0-4-15,3-1-1 16,3-1-52-16,-3-8-230 16,-2-8-332-16</inkml:trace>
  <inkml:trace contextRef="#ctx0" brushRef="#br0" timeOffset="28298.43">22762 12272 1225 0,'0'0'8'16,"0"0"166"-16,0 0-78 16,0 0-48-16,0 0 9 15,0 0-33-15,12 6 5 16,5 36 68-16,-1 4-68 15,-6 0-16-15,2 3-3 0,-2-3 2 16,-4-5-4-16,0-2-4 16,-3-5-1-16,-1-4-2 15,-2-6-1-15,0-2-5 16,0-4-23-16,0-4-96 16,0-4-53-16,-5-4-88 15,-5-6-39-15,-6 0-77 16,5-20-120-16</inkml:trace>
  <inkml:trace contextRef="#ctx0" brushRef="#br0" timeOffset="28551.65">22638 12320 525 0,'0'0'139'0,"0"0"27"15,0 0-48-15,0 0-41 16,0 0 23-16,0 0-41 15,62-20 14-15,-4 16-34 16,9-2-24-16,-1-4-5 16,2-4 17-16,-1-2 22 15,-7-2-6-15,-7 4-3 16,-10 2-9-16,-12 3-21 16,-18 8-10-16,-9 1 0 15,-4 0-7-15,-2 1-105 16,-29 18-125-16,-16-3-220 15</inkml:trace>
  <inkml:trace contextRef="#ctx0" brushRef="#br1" timeOffset="33251.08">5455 12974 981 0,'-156'-18'80'0,"37"3"-10"0,28 8-27 0,36-1-8 0,24 1-5 15,31 0 44-15,48-3 14 16,73 2-50-16,75 4-25 16,68-3-9-16,57 2-3 15,45-5-1-15,16-8-1 16,7 0 1-16,-1-3 7 15,-14 1-7-15,-19 2 0 16,-45 1-4-16,-57 0 0 16,-57 3-75-16,-62 3-95 15,-65 0-23-15,-67 3-274 0</inkml:trace>
  <inkml:trace contextRef="#ctx0" brushRef="#br1" timeOffset="110415.75">19347 7663 890 0,'0'0'38'0,"0"0"31"0,0 0 27 15,0 0-43-15,-121-121 23 0,79 103-21 16,0 5-5-16,-3 8-18 16,3 5-20-16,4 0-4 15,2 7-5-15,10 18-2 16,6 3-1-16,9 3 0 16,6 4-3-16,5-1-3 15,0 0-3-15,14-4-12 16,8-4-19-16,4-10-28 15,1-6 31-15,0-8 20 16,0-2-7-16,-3 0 19 0,1-12 5 16,-3-10 2-1,-4-2 1-15,2-3 1 16,-5 2-2-16,-1 1 0 0,-1 4 4 16,-4 6 2-16,-3 5 6 15,-3 8 9-15,-3 1 47 16,0 0-41-16,0 0-5 15,0 0-5-15,0 4-2 16,0 28-3-16,0 12 9 16,0 6 1-16,0 0-15 15,0-4-6-15,0 0-3 16,0 1-1-16,0 3-9 16,7 1-115-16,8-8-180 15,3-9-411-15</inkml:trace>
  <inkml:trace contextRef="#ctx0" brushRef="#br1" timeOffset="110848.51">19932 7736 1162 0,'0'0'32'0,"0"0"65"0,0 0-24 0,0 0-46 0,0 0-15 0,0 0-12 15,-44 28 1-15,44 18-1 16,0 0 1-16,0-3-1 16,0-4 0-16,0-9-2 15,0-7-8-15,0-9 2 16,0-11-9-16,0-3 6 15,0 0 4-15,0 0-1 16,0-3-17-16,11-17 25 16,10-4 1-16,7-1-1 15,4 7 0-15,1 8 0 16,0 9 0-16,-1 1 2 16,-1 0-1-16,-2 14 4 15,-7 8 5-15,-7 2 11 0,-10 0-2 16,-5 0-6-1,-7 2 4-15,-20 2-14 0,-2 0-3 16,-2-1-61-16,4-8-176 16,4-9-143-16</inkml:trace>
  <inkml:trace contextRef="#ctx0" brushRef="#br1" timeOffset="110998.9">19938 7703 924 0,'0'0'55'16,"0"0"23"-16,0 0-54 0,148-97-15 16,-61 81-9-1,7 12 0-15,-5 4-117 0,-18 2-500 16</inkml:trace>
  <inkml:trace contextRef="#ctx0" brushRef="#br1" timeOffset="111435.69">21245 7688 1043 0,'0'0'36'16,"0"0"52"-16,0 0-41 0,-129-18-25 15,100 26-4 1,2 18-5-16,0 8-6 0,7 8-1 16,5 6 1-16,4 2-7 15,11-1 0-15,0-4 2 16,0-4-4-16,17-5 6 16,8-10-6-16,4-6 5 15,-2-8 0-15,-2-10-2 16,-4-2 6-16,-2 0 0 15,-4-10 1-15,-4-7 3 16,-2-2 8-16,-7 1 12 16,-2 2-4-16,0 4 1 15,0 3 19-15,-11 2 7 16,-15 0-20-16,-10 6-27 0,-7 1-7 16,5 0-2-1,7 6-9-15,11 16-132 0,13 0-61 16,7 0-283-16</inkml:trace>
  <inkml:trace contextRef="#ctx0" brushRef="#br1" timeOffset="111948.43">21849 7760 1031 0,'0'0'51'0,"0"0"28"0,0 0-75 0,0 0-4 0,115-50 11 0,-36 40-4 16,1 6-3-16,-2 0 0 15,-11 2-2-15,-16 2 0 16,-20 0-2-16,-16 0 2 16,-9 0 1-16,-6-2 1 15,0 0 50-15,0-6 19 0,-14-2-35 16,-3 2-31 0,3 0 10-16,5 5 19 0,5 0-6 15,4 1-14-15,0 2-5 16,0 0-5-16,0 0 0 15,0 0-1-15,0 22-5 16,-14 28 1-16,1 12 61 16,-1 4-1-16,3-7-34 15,5-5-9-15,1-4-5 16,0-6-4-16,3-7-4 16,0-6-4-16,2-7-1 15,0-6-5-15,0-7-56 16,0-7-108-16,0 1-42 15,0-5-82-15,-7 0-30 16</inkml:trace>
  <inkml:trace contextRef="#ctx0" brushRef="#br1" timeOffset="112098.65">21931 8036 628 0,'0'0'119'0,"0"0"25"15,0 0-90-15,0 0-36 16,197-33 27-16,-72 16-22 15,12-2-19-15,11-10-4 16,-2-10-63-16,-14-6-605 16</inkml:trace>
  <inkml:trace contextRef="#ctx0" brushRef="#br1" timeOffset="113830.9">22767 10040 333 0,'0'0'327'0,"0"0"-216"0,0 0 28 0,0 0-27 0,0 0-19 15,-36-106 56-15,36 98-41 16,0 4-30-16,0 4-19 16,0-3-21-16,0 3-12 15,0 0-13-15,0 0-5 16,0 0-5-16,-2 21-3 16,0 13 3-16,0 8-3 15,-1-1 3-15,3-4-1 16,0-7-2-16,0-10 0 15,0-4-3-15,0-8-4 0,0-1-11 16,0-6 6-16,0-1-7 16,0 0 4-16,0 0 9 15,0 0 0-15,0 0-5 16,0-1-3-16,0-12-6 16,9-3 7-16,9 2 4 15,5 0 6-15,3 4 2 16,5 3 1-16,5 5 0 15,0 2 0-15,-1 0 2 16,-1 0 3-16,-7 7 2 16,-5 7 5-16,-11-2-2 15,-5 0-3-15,-6 0-5 0,0 0 3 16,0 7 0-16,-13-2 0 16,-11 4-2-16,-3-6-3 15,2-1-3-15,-2-3-34 16,0-5-134-16,2-3-65 15,-2-3-84-15,0 0-194 16</inkml:trace>
  <inkml:trace contextRef="#ctx0" brushRef="#br1" timeOffset="114100.06">22731 9984 700 0,'0'0'118'0,"0"0"15"0,0 0-28 0,0 0-62 0,0 0-23 15,116-90 8-15,-64 70 30 16,-4 2-20-16,2 2-8 16,-13 1-5-16,-13 9 0 15,-8 0-12-15,-12 6-10 16,-4 0-3-16,0 0-2 15,0 0-46-15,-8 11-118 16,-21 8-193-16,0 3-281 16</inkml:trace>
  <inkml:trace contextRef="#ctx0" brushRef="#br1" timeOffset="130230.92">21314 11159 879 0,'0'0'73'0,"0"0"95"0,0 0-79 0,0 0-21 0,0 0 24 0,0 0-14 0,0 0-32 16,-2-37-1-16,2 37-18 15,0 0-5-15,0 0-2 16,0 13 0-16,0 9 27 16,0 6 57-16,2-1-86 15,8-4-5-15,-4 1-7 16,3 0 0-16,-1 0-6 15,4 1-5-15,-1-1-56 16,0-4-78-16,-2-4-131 16,-2-11-57-16,-7-5-374 15</inkml:trace>
  <inkml:trace contextRef="#ctx0" brushRef="#br1" timeOffset="130731.89">21443 11007 429 0,'0'0'267'16,"0"0"-91"-16,0 0-42 15,0 0-6-15,0 0-47 16,0 0-27-16,-98-81 55 16,83 81-76-16,-3 0 4 15,-5 11-26-15,0 9 5 16,-6 5-5-16,0 5-4 15,-5 5 6-15,1 2 7 16,2 4 7-16,6 2-6 0,5 1 10 16,4 0-6-1,7 0-8-15,7-2-4 0,2-2-6 16,0 0 0-16,6 0-6 16,16-1 1-16,10-3-1 15,1-7 1-15,10-5-4 16,3-8 4-16,4-10 7 15,0-6-5-15,0 0-2 16,-6-11-2-16,1-12 2 16,-3-9 2-16,-1-8-4 15,-3-7 0-15,-1-6-1 16,-6-6 2-16,-4-5-1 16,-6 2 0-16,-14 3 0 15,-7 8 2-15,0 9-2 0,-19 4 6 16,-25 6-6-16,-16 5-4 15,-15 8-12-15,-8 6-21 16,-2 12-48-16,-1 1-114 16,5 4-37-16,-2 15-253 15</inkml:trace>
  <inkml:trace contextRef="#ctx0" brushRef="#br1" timeOffset="131948.74">22910 13730 804 0,'0'0'74'0,"0"0"75"0,0 0-27 0,0 0-56 0,0 0-21 16,-61-119-25-16,61 91 9 15,16 3-3-15,10 2-8 0,5 4-7 16,1 8-1-16,-1 3-5 16,-4 8 2-16,0 0-1 15,-3 8-2-15,-3 22 0 16,-8 8 2-16,-5 11 10 15,-8 1 4-15,0 4-1 16,0-2-1-16,-21-4-5 16,-6-4 6-16,-11-4-4 15,-5-9 0-15,-1-6 2 16,-3-5-10-16,3-4 20 16,1-10-20-16,12-2 1 15,15-4 2-15,8 0-3 16,8 0-2-16,0 0-4 0,0 0-1 15,29 0 1-15,24-5-1 16,15-4 2-16,9 0-1 16,0 3-1-16,4 0 2 15,2 1 0-15,1 1 0 16,0-2-2-16,-5 2 3 16,-15 0-3-16,-17 0 0 15,-18 4-1-15,-18-2-2 16,-8 2 2-16,-3 0-29 15,-7 0-125-15,-37 4-209 0,-13 6-412 16</inkml:trace>
  <inkml:trace contextRef="#ctx0" brushRef="#br1" timeOffset="135016.12">21590 13505 791 0,'0'0'119'0,"0"0"33"0,0 0 17 0,0 0-79 16,0 0 22-16,0 0-17 15,-10-78-48-15,10 78-25 16,0 0-12-16,0 12-9 16,-3 20 1-16,-1 11 8 15,-1 2-4-15,0-1-6 16,-1-7 2-16,0-8-2 16,3-7 1-16,1-5-1 0,0-11-3 15,2-2 1 1,0-4-1-16,0 0 2 15,0 0 0-15,0 0-5 0,0 0-1 16,17-19 6-16,8 2-5 16,6 3 6-16,5-2-4 15,-1 5 1-15,8 6 3 16,-1 2-2-16,5 3 2 16,-3 0 1-16,-4 3-1 15,-6 14 1-15,-10 7 0 16,-8 2 2-16,-13 1 0 15,-3-1 0-15,0-2 4 16,-29 2-1-16,-7-4 2 16,-5-4-5-16,-1 0-1 0,5-12-2 15,1-2-36-15,7-4-121 16,1 0-92-16,9-30-72 16</inkml:trace>
  <inkml:trace contextRef="#ctx0" brushRef="#br1" timeOffset="135248.1">21727 13355 829 0,'0'0'80'0,"0"0"54"0,0 0-87 0,0 0-25 0,0 0 8 0,0 0-5 0,100-43-3 0,-40 25-7 15,0 2 15-15,-4 3-23 16,-10 5-7-16,-12 5-3 16,-14 3-30-16,-13 0-40 15,-7 8-177-15,-7 2-389 16</inkml:trace>
  <inkml:trace contextRef="#ctx0" brushRef="#br1" timeOffset="136282.21">20196 8343 106 0,'0'0'253'0,"0"0"-208"0,0 0 63 0,0 0 11 0,0 0 4 0,-38-119-39 16,38 102-7-16,0 3-14 16,0 6 4-16,0 4-1 15,0 2-14-15,0 2-23 16,0 0-14-16,0 0-7 15,0 0-2-15,0 7 1 16,0 16 7-16,0 6 1 16,0-1-13-16,0 2 3 15,5-1-5-15,3 0-3 16,6 0-6-16,-3-2-106 16,-3-5-106-16,-8-4-122 15,0-8-112-15</inkml:trace>
  <inkml:trace contextRef="#ctx0" brushRef="#br1" timeOffset="136583.81">20196 8343 396 0,'-94'70'21'16,"94"-82"63"-16,0 1 10 16,0 3-9-16,0 2 22 15,-2 2-21-15,2 4-11 16,0 0-19-16,0 0-34 15,0 0-19-15,0 20 0 16,0 6 2-16,0 2-1 16,9-4 1-16,5-6-1 0,3-6-1 15,-1-6-1 1,3-6 4-16,0 0-1 0,1-5-4 16,2-18 3-16,0-11-3 15,-1-6 1-15,-2-1-2 16,1-3-2-16,5 10-13 15,-1 6-89-15,1 6-140 16,-5 6-402-16</inkml:trace>
  <inkml:trace contextRef="#ctx0" brushRef="#br1" timeOffset="136967.13">20133 8229 446 0,'0'0'19'0,"0"0"95"0,0 0-27 0,0 0 15 0,0 0-37 16,0 0-20-16,-6-66-6 0,6 66-23 16,0 0-10-16,4 16 5 15,-2 12 23-15,-2 7-2 16,0 5-10-16,0 0-10 16,0-5-2-16,0-2-5 15,0-7-1-15,0-6-3 16,3-2-1-16,1-4-2 15,0-2-77-15,-4-6-126 16,0-6-146-16</inkml:trace>
  <inkml:trace contextRef="#ctx0" brushRef="#br1" timeOffset="137231.99">19991 8312 436 0,'0'0'23'0,"0"0"54"15,0 0 19-15,0 0-2 16,0 0-9-16,0 0-28 16,0-40-42-16,0 61-5 15,0 15 9-15,0 7 4 16,6-8-15-16,10-2-1 16,0-11-6-16,6-12 5 15,-2-6-2-15,7-4-2 16,2 0 2-16,4-25-4 15,5-8 1-15,4-9-2 16,3-5 1-16,1 3-11 16,-3 10-37-16,-5 12-72 0,-5 6-175 15</inkml:trace>
  <inkml:trace contextRef="#ctx0" brushRef="#br1" timeOffset="141364.97">21667 14293 906 0,'0'0'88'0,"0"0"-3"0,0 0-51 0,0 0-10 0,0 0 2 16,0 0-7-16,0 0-10 0,0 0 16 16,86-4-11-16,-48 4-14 15,-6 0-13-15,-11 0-36 16,-5 0-3-16,-5 0-55 15,-9 0-78-15,-2 0-110 16,0 0-85-16</inkml:trace>
  <inkml:trace contextRef="#ctx0" brushRef="#br1" timeOffset="141481.63">21667 14293 294 0,'-12'22'135'0,"5"-22"-3"0,7 0-28 16,0 0-21-16,0 0-26 15,19 0-10-15,17 0-2 0,14 0-23 16,6 0-22-16,-1 0-2 16,-1-16-117-16,-5 0-287 15</inkml:trace>
  <inkml:trace contextRef="#ctx0" brushRef="#br1" timeOffset="145898.26">21274 9843 19 0,'0'0'267'0,"0"0"-172"0,0 0-20 0,0 0 5 0,0 0-10 0,0 0 18 0,0 0-20 15,9-68-10-15,-9 61 2 16,0-4-19-16,0-1-1 16,-11 2 21-16,-3 0-23 15,1 3-16-15,-3 1-3 16,1 1-3-16,-1 5 47 16,1 0-37-16,-3 0-1 15,5 0-18-15,-3 0 1 0,3 12-3 16,2 4 6-1,1 5-4-15,6 2-2 0,4 4 0 16,0-1-5-16,0-2 2 16,16 0 4-16,6-3-3 15,4-3-1-15,3-1-2 16,3-2 1-16,-1 0 0 16,0-1-1-16,0 0 1 15,0-4-1-15,-2 0 3 16,-6 0-5-16,-10-6 3 15,-6 0-2-15,-4-2 1 16,-3 4-1-16,-5 4-1 16,-22 2-3-16,-6 2 4 15,0-3 0-15,0-8 1 16,5-3 0-16,2 0-5 16,5 0 2-16,6-12-2 15,8-6-3-15,7-5-48 0,0-8 45 16,0-5 4-16,11 2 4 15,4-1-7-15,4 8 9 16,-4 4 0-16,1 4 1 16,1-1 0-16,-3 5 0 15,-3 5 0-15,1 2-11 16,-4 4-112-16,-3 0-139 16,-5 1-455-16</inkml:trace>
  <inkml:trace contextRef="#ctx0" brushRef="#br1" timeOffset="156432.01">20173 11265 845 0,'0'0'119'0,"0"0"18"0,0 0-84 0,0 0 17 0,0 0-19 0,0 0 10 15,0 0-35 1,-2-14-13-16,2 14 2 0,0 8 19 15,4 12 7-15,3 2-14 16,-4 5-6-16,1-2 5 16,1 0-7-16,-3-3-6 15,2-6 4-15,0-4-16 16,1-4 3-16,-3 0-4 16,1-2 0-16,4-3-1 15,-3 3-23-15,0 3-105 16,1-1-133-16,-5-4-234 15</inkml:trace>
  <inkml:trace contextRef="#ctx0" brushRef="#br1" timeOffset="157048.09">20227 11126 721 0,'0'0'67'0,"0"0"17"15,0 0-4-15,0 0-28 16,0 0 4-16,0 0 36 16,-47-33-35-16,38 33-13 15,-4 0-23-15,-7 0-12 16,-5 2 11-16,0 14-3 15,0 4 1-15,0 2 1 0,2 0-3 16,8 6-4-16,-1 0 2 16,7 5 1-16,3-1 1 15,1 0-7-15,3 2 7 16,2-2-5-16,0 2-4 16,0 0 0-16,9-2-2 15,11 0-2-15,2-2-2 16,3 1 4-16,0-6-5 15,4 0 4-15,2-8 2 16,2 0-5-16,0-7 1 16,-1-4-2-16,-3-4 0 15,0-2 6-15,0 0-4 0,-1-6 4 16,1-15-1-16,2-4-3 16,-2-8 0-16,0-3 2 15,-4-2 0-15,-3-2-1 16,-5-3 2-16,-7 4 1 15,-3-1 7-15,-7 0 1 16,0-1-5-16,0 3-2 16,-17 3 1-16,-4 0-3 15,-6 7-5-15,-6 2 1 16,-6 6-3-16,-3 4-7 16,-2 3-1-16,-5 8-29 0,0 5-46 15,2 0-44 1,-5 24-161-16,-4 2-215 0</inkml:trace>
  <inkml:trace contextRef="#ctx0" brushRef="#br1" timeOffset="161365.44">21274 8172 437 0,'0'0'148'0,"0"0"-21"0,0 0-15 0,0 0-12 16,0 0 33-16,0 0-64 15,0 0-14-15,-23-47-27 16,23 47-10-16,0 0-6 16,0 11 7-16,3 8 4 15,3 2-3-15,0 4-9 16,-4-1-5-16,0 4-4 15,-2-2-1-15,0 1-1 16,2 0-3-16,-2-4-21 16,0-3-133-16,0-6-127 15,0-8 10-15,-16-6 29 16</inkml:trace>
  <inkml:trace contextRef="#ctx0" brushRef="#br1" timeOffset="161601.96">21172 8360 149 0,'0'0'146'0,"0"0"-54"16,0 0 16-16,0 0 1 0,0 0-4 15,0 0-19-15,-49-54-52 16,49 54-16-16,6 16 1 16,9 8 3-16,1 4-8 15,0-1-4-15,-3-4-4 16,3-5-3-16,-1-6 3 16,-1-9 5-16,3-3 23 15,2 0 7-15,8-23 13 16,4-10-54-16,4-2-1 15,7-3-34-15,6 3 32 16,2-1-33-16,2 4-189 0,-10 6-383 16</inkml:trace>
  <inkml:trace contextRef="#ctx0" brushRef="#br1" timeOffset="162716.16">20645 13483 727 0,'0'0'152'0,"0"0"-27"0,0 0 14 0,0 0-73 0,0 0-3 16,0 0-22-16,-57-56-6 15,39 54-6-15,-5 2-5 16,0 0-12-16,-8 6-5 0,-2 14 3 16,2 6 6-16,0 6-5 15,0 5-1-15,7 3-4 16,2 1 1-16,5 1-3 16,11 3-2-16,4-1 1 15,2 4 0-15,0-2 1 16,12-2 25-16,9-4-51 15,4-5 23-15,6-4-1 16,2-11 2-16,4 1-2 16,7-9 6-16,-2-6-6 15,-2-5 6-15,-7-1-1 16,-4 0-2-16,-6-1-1 16,-5-13 1-16,-5-6 36 15,-1-5-33-15,-8 0 6 0,-2-6-2 16,-2 3-1-16,0 4 8 15,0 0-7-15,-6 8 1 16,-11 2-3-16,-5 7 7 16,-8 2-10-16,0 3-1 15,-6 2-4-15,7 0 1 16,5 0 0-16,6 0-1 16,4 0 0-16,1 7 0 15,1 1-1-15,-2 5 0 16,-1 3 1-16,3 3-5 15,3 0-13-15,5 3-99 16,-1 2-130-16,3-7-127 16,-3-5-430-16</inkml:trace>
  <inkml:trace contextRef="#ctx0" brushRef="#br1" timeOffset="167998.53">20127 9807 636 0,'0'0'71'0,"0"0"65"0,0 0-29 0,0 0-20 0,0 0 43 0,0 0-41 16,0 0-17-16,-25-50-20 15,25 50-11-15,0 0 26 16,0 0-44-16,0 0-14 16,0 0 7-16,0 0-10 15,-2 0-5-15,0 5 0 16,0 16 7-16,0 8-8 16,2 2 7-16,0 2-4 15,4 3-3-15,13 1 2 16,1-6 0-16,0-5 0 15,0-4-2-15,0-7 0 16,-3-8 2-16,4-6 1 0,2-1-1 16,2 0 0-16,4 0 1 15,-1-8-2-15,-1-7-1 16,-3 1 2-16,-4-1-1 16,-5-2-1-16,-1-3 0 15,-4 0 4-15,-1-4-3 16,-5-4 0-16,0 1 1 15,-2-3-1-15,0 3-1 16,0 0 2-16,0 4-2 16,0 2 0-16,-6 4 3 15,-3 0-1-15,-3 5-2 16,1-1 2-16,-2 5-2 16,-3-1 1-16,3 3 0 15,-3 0-1-15,3 4 1 0,-1-2-1 16,6 2 1-16,-1 0-1 15,1 2 1-15,-2-2-2 16,4 2 3-16,-3 0-3 16,-3 0 4-16,1 0-6 15,1 0 2 1,0 0 1-16,1 0 4 0,1 0-4 16,-1 4-2-16,4 0 2 15,-2 2 1-15,3 2-1 16,2 0-1-16,-2 3-2 15,-1 2 3-15,3 1 2 0,0 1-2 16,-1 0 0 0,3 1 0-16,0 6-8 0,3 3-54 15,14-6-207-15,-3-2-320 16</inkml:trace>
  <inkml:trace contextRef="#ctx0" brushRef="#br1" timeOffset="169698.9">20111 8131 235 0,'0'0'39'0,"0"0"-33"0,0 0 0 0,0 0 0 0,0 0-5 16,0 0-1-16,-30-9-48 15,29 9-121-15</inkml:trace>
  <inkml:trace contextRef="#ctx0" brushRef="#br1" timeOffset="170131.62">20304 9615 356 0,'0'0'14'0,"0"0"-13"0,0 0 2 16,0 0-1-16,0 0-2 0,0 0-63 0,0 0-163 0</inkml:trace>
  <inkml:trace contextRef="#ctx0" brushRef="#br1" timeOffset="170481.84">20408 11524 67 0,'0'0'176'16,"0"0"-176"-16,0 0-32 15</inkml:trace>
  <inkml:trace contextRef="#ctx0" brushRef="#br1" timeOffset="171832.01">20661 13419 521 0,'0'0'137'0,"0"0"-41"0,0 0 9 0,0 0-7 16,0 0 9-16,0 0-36 15,-6-26 31-15,-4 24-45 16,-3 2-20-16,-7 0-9 15,-6 0-12-15,-5 0-2 16,-3 12 4-16,-2 6 1 16,3 2 1-16,2 4 0 15,2 2-2-15,4 4-5 16,5 1-4-16,2 0-1 16,5 4 2-16,1 2 31 0,6 5-34 15,4 2 0-15,2 1 2 16,0-3-1-16,0-6-6 15,4-2 4-15,14-4-3 16,3-1 2-16,0-6-4 16,2-1 5-16,4-8-1 15,0-2-2-15,-4-3 7 16,4-3-8-16,0-6 1 16,0 0 0-16,-2 0-3 15,-1 0 2-15,-2 0-1 16,-2-15 1-16,-4 2 0 15,-3-5-1-15,-4-1 0 16,-3-5 2-16,0 0-1 16,-4-2 0-16,-2-1-1 0,0-3 0 15,0 9 4-15,0 1-2 16,-14 0 2-16,-3 4 3 16,-4 2-3-16,-8 4-3 15,-2 4 0-15,-6 6-2 16,-5 0-1-16,-4 0-8 15,-1 16-25-15,-3 14-153 16,-6 8-150-16,2-2-267 16</inkml:trace>
  <inkml:trace contextRef="#ctx0" brushRef="#br1" timeOffset="176182.03">19278 13668 643 0,'0'0'264'0,"0"0"-123"0,0 0-43 0,0 0 29 0,0 0-53 15,0 0-21-15,-40-42-8 0,36 42-27 16,-6 0 3-16,-9 21-14 16,-4 12 6-16,-4 5-3 15,5 6-4 1,4 0 3-16,3-9 32 0,8 4-35 16,5-7 0-16,2-4 3 15,0-2-3-15,9-6 0 16,19-2 6-16,1-1-2 15,7-5-4-15,-3-6-4 16,-2-2 3-16,4-4-2 16,-7 0 0-16,-4 0 1 15,-3-9-4-15,-6-10 5 0,1-2 0 16,-5-2-1 0,-5-9-3-16,2-3 9 0,-6-3-7 15,-2-2 4-15,0 5-5 16,0 2 3-16,-4 7 5 15,-15 2-5-15,-3 2 10 16,-5 5-7-16,3 3-7 16,-1 6 3-16,1 5 3 15,3 0-5-15,2 3-1 16,-4 0 0-16,-1 0 0 16,-1 6-1-16,-1 15 0 15,-1 2 0-15,2 8 0 16,3 0 0-16,7 5 0 15,3-5 0-15,6 3 1 0,1 1 0 16,3-2 0-16,2-1-1 16,0-3 3-1,0-4-3-15,15 1 2 0,1-3-1 16,5-3 0-16,0-4 0 16,4 0-1-16,3-4 0 15,4-2 2-15,-3-6-2 16,2-2 3-16,-4-2-3 15,2 0 2-15,0 0-1 16,0-15 0-16,0-5 0 16,-7-5 2-16,0-4-2 15,-3 2-1-15,-6-4 3 16,-6 7-1-16,0 2 3 16,-7 0 0-16,0-2 12 15,0 0-14-15,0 0 0 0,-8 0 3 16,-5 4-6-16,-1-3 3 15,1 6 13-15,-3 3-7 16,-1 6-7-16,-1 3 1 16,-6 2-1-16,-3 3-1 15,-4 0-1-15,-6 0 0 16,4 10 0-16,2 4 0 16,2 2-1-16,10-2-1 15,5-2 2-15,7 0-3 16,7 4-32-16,0 0-156 15,0-8-305-15</inkml:trace>
  <inkml:trace contextRef="#ctx0" brushRef="#br1" timeOffset="177631.7">20341 9733 13 0,'0'0'351'0,"0"0"-269"0,0 0 10 0,0 0-12 0,0 0-19 0,0 0-8 16,0 0 2-16,-29-48 12 15,21 44-13-15,-2-2-14 16,-5 2 37-16,-4-2-50 16,-1 4 0-16,1 1-1 15,2-2 4-15,7 3 3 16,-2 0-4-16,3 0-12 16,-1 12-5-16,-2 8 8 15,3 7 0-15,0-2-2 16,3 1-12-16,4 1 3 15,2-5-1-15,0-3 10 16,0 0-5-16,0-1 3 16,13-2 3-16,3 3 2 15,1-2-9-15,6-1-6 0,-3-4 3 16,4-4-4-16,3-7 1 16,2-1-2-16,-1 0-1 15,4 0 5-15,-3-9-4 16,0-7 0-16,-2-6 1 15,-2 0-5-15,-10 4 8 16,-1-2-3-16,-8 1 4 16,-6 1 4-16,0-1 1 15,0-3 8-15,0 0 40 16,-12-5-58-16,-5 5 2 16,-6 2-1-16,3 7-2 15,1 2 0-15,-2 3 0 16,1 4 0-16,3 0 0 0,-6 4-3 15,-2 0 1-15,2 0 0 16,-6 0 0-16,4 0-1 16,2 8 0-16,6 6-5 15,3 2-14-15,1 8-117 16,-5 0-258-16,-5 5-553 16</inkml:trace>
  <inkml:trace contextRef="#ctx0" brushRef="#br1" timeOffset="178649">19265 13712 11 0,'0'0'625'0,"0"0"-503"0,0 0-12 0,0 0-15 0,0 0-23 16,0 0 35-16,-14-18-55 16,3 14 0-16,-3 0-6 15,-1 0-18-15,-5-1-8 16,-5 5-11-16,1 0-1 16,2 0 4-16,-1 0-6 15,4 13-1-15,-2 5 0 16,3 6 0-16,3 10 0 15,1 2-1-15,8 3 3 16,6 9 0-16,0-4 2 16,0-3 4-16,15-3-2 0,5-6-8 15,5-7 2-15,-3-7 1 16,3-4-3-16,-1-6 1 16,-2-2 2-16,5-6 1 15,0 0 1-15,0 0 1 16,6-13-1-16,-4-9 3 15,0-1 39-15,-7-1-30 16,-4-2 11-16,-7-1-9 16,-6-3 4-16,-5-4-12 15,0-4-5-15,-12 0-9 16,-32 6-1-16,-34 13-54 16,-38 8-498-16</inkml:trace>
  <inkml:trace contextRef="#ctx0" brushRef="#br1" timeOffset="183166.21">18972 9984 764 0,'0'0'157'0,"0"0"-46"0,0 0 59 0,0 0-41 16,0 0-7-16,0 0-21 15,0 0-52-15,0 0-23 16,-22-54-14-16,22 54 4 0,0 19-10 15,5 10 8 1,6 5-1-16,0-8 4 16,3-2-9-16,-6-6-8 0,-1-4 4 15,-3-7 3-15,-2 0-3 16,-2-5-3-16,0-2 2 16,0 0-1-16,0 0 4 15,0-4-1-15,0-26 38 16,0-8-38-16,0-7-3 15,0 1 0-15,-4 2-2 16,2 11 3-16,0 11-6 16,-1 7 7-16,3 10-1 15,0 3-2-15,0 0 6 16,0 0-7-16,0 7 0 16,0 28 1-16,0 13-1 0,0 8 3 15,0-2-1-15,0-10-1 16,0-8 0-16,0-10-1 15,0-10 1 1,0-10 0-16,0-3-1 0,0-3 1 16,0 0 0-16,0 0 1 15,0 0 1-15,0-27 2 16,0-11 3-16,0-4-6 16,0 2-1-16,0 15 1 15,0 6-1-15,0 13 0 16,0 6 3-16,0 0-1 15,0 0-2-15,0 0 0 0,0 0-1 16,0 12 0 0,0 14 0-16,9 2 1 0,3-6-1 15,1-2 0-15,-5-2 0 16,2 2-1-16,-6 0-4 16,-4 4-14-16,0 0-144 15,0-5-284-15,-18-15-194 16</inkml:trace>
  <inkml:trace contextRef="#ctx0" brushRef="#br1" timeOffset="184766.47">17809 13525 541 0,'0'0'313'0,"0"0"-123"0,0 0-58 0,0 0 38 16,0 0-47-16,0 0-29 15,0-42-5-15,0 42-52 16,0 0-9-16,0 6-3 0,0 24-3 16,0 12 35-16,2 5-28 15,4-5-19-15,-2-5-3 16,0-2 2-16,3-8 0 16,-3-4-7-16,-2-11 0 15,-2-6 1-15,2-5-2 16,-2 2-1-16,0-3 1 15,0 0 1-15,0 0 4 16,0 0-3-16,0-14-1 16,0-19 0-16,-6-11-2 15,-5 0 5-15,-1 4-5 16,6 8-4-16,1 9 4 16,2 8 0-16,2 7 0 0,-1 4 2 15,2 4-1-15,0 0-2 16,0 0 1-16,0 0-1 15,0 16-7-15,0 20 8 16,0 15 3-16,0 3-3 16,0-2 0-16,2-7 1 15,-2-8-1-15,0-9 0 16,0-12 0-16,0-8 1 16,0-4 1-16,0-4-1 15,0 0 0-15,0 0 1 16,0-12 1-16,0-26-3 15,-13-16-1-15,-1-10-7 0,1 1 8 16,2 12 0-16,4 10 0 16,3 19 0-16,2 12 0 15,2 10 1-15,0 0 1 16,0 0-4-16,0 8 1 16,0 26-7-16,6 17 8 15,12 9 6-15,0-3-5 16,-2-6-1-16,-1-11 0 15,-3-10-3-15,-2-12 3 16,-5-7-1-16,-1-9 1 16,-4-2 0-16,2 0 0 15,-2 0-8-15,0 3-98 16,0 3-212-16,0-2-296 16</inkml:trace>
  <inkml:trace contextRef="#ctx0" brushRef="#br1" timeOffset="185615.08">17593 14744 29 0,'0'0'817'0,"-173"4"-602"0,84 6-120 0,6 3-4 0,14-4 3 0,20 0-10 16,20-5-12-16,20-4 0 15,9 0-55-15,9 1-2 16,53 3-5-16,45 0 27 15,58-4-27-15,51 0-3 16,47-5-4-16,45-12-1 16,39 8-2-16,29 0 1 15,23 8-1-15,5 1 11 16,2-7 6-16,-8-7-12 16,-14-8 2-16,-15-6 4 15,-23-4 3-15,-30 1-8 0,-30 0-5 16,-47 5 0-16,-48 3 0 15,-64 10 1-15,-59 3-2 16,-49 4 0-16,-31 6-8 16,-73 0-54-16,-48 4-208 15,-44 14-324-15</inkml:trace>
  <inkml:trace contextRef="#ctx0" brushRef="#br1" timeOffset="186514.71">12498 12853 532 0,'-118'38'288'0,"-3"3"-125"0,1 1-66 0,7-6-4 0,12-6 2 15,30-12-1-15,27-8-32 16,25-8-19-16,19-2 50 16,42-26-60-16,50-34-7 15,44-28-26-15,40-17 8 16,29-7-5-16,11-5 0 16,7-2-3-16,-2-2 5 15,-14 8-5-15,-9 6 10 16,-20 8 1-16,-27 12 5 15,-23 12-3-15,-28 15-1 0,-29 13-1 16,-26 17-5-16,-23 16-6 16,-16 13 0-16,-6 1 0 15,-15 14-10-15,-38 36-37 16,-31 19-121-16,-28 18-109 16,-21 3-152-16</inkml:trace>
  <inkml:trace contextRef="#ctx0" brushRef="#br1" timeOffset="186881.28">11658 13333 754 0,'0'0'29'16,"0"0"10"-16,-132 102-14 0,132-96-3 15,2-6 39 1,54-16 35-16,33-37 30 0,42-25-48 15,31-20-35-15,23-15-24 16,21-12 23-16,22-10 31 16,13-9-2-1,10-2-30-15,-8 2-17 0,-14 7-6 16,-25 13 37-16,-29 12-35 16,-28 15 2-16,-24 11-2 15,-28 11-6-15,-23 20-2 16,-21 16 3-16,-26 18-1 15,-16 11-1-15,-9 10 21 0,0 0-24 16,0 0 9-16,-3 0-18 16,-24 13-2-16,-10 17-2 15,-17 19-152-15,-6 7-161 16,-9 6-169-16</inkml:trace>
  <inkml:trace contextRef="#ctx0" brushRef="#br1" timeOffset="-112728.73">18177 8279 294 0,'0'0'132'0,"0"0"-106"0,0 0-26 0,0 0-30 0,0 0-160 0</inkml:trace>
  <inkml:trace contextRef="#ctx0" brushRef="#br1" timeOffset="-92681.71">1471 13622 748 0,'0'0'21'0,"0"0"69"0,0 0 7 0,-129-47-6 0,98 55-36 0,2 28-29 15,6 18-7-15,8 17 0 0,8 9 6 16,7 2-4-16,0-2-5 16,16-5-7-16,17-12-4 15,11-6-1-15,8-11 0 16,8-9 0-16,2-16 0 16,-1-9 0-16,-1-12 1 15,-6-6-3-15,-8-26 3 16,-6-11 0-16,-6-9-2 15,-15-11 1-15,-14-11-3 16,-5-7 39-16,-15-1-33 16,-30 4-2-16,-10 12-1 15,-6 14 8-15,-6 16-3 16,2 13-4-16,5 16-3 16,7 7-2-16,13 0-2 0,13 24-1 15,16 12-16-15,11 11-142 16,4 2-82-16,27-1-303 15</inkml:trace>
  <inkml:trace contextRef="#ctx0" brushRef="#br1" timeOffset="-92398.07">2200 13952 922 0,'0'0'8'16,"0"0"64"-16,0 0 10 0,0 0-59 16,0 0 12-16,0 0 8 15,115-58-13-15,-1 32-7 16,7-1-13-16,-1 2-5 16,-14 0-1-16,-21 6 1 15,-24 5 0-15,-26 3 0 16,-21 10-5-16,-14 1 3 15,0 0 27-15,0 0-30 16,-8 3-30-16,-4 14-185 16,3-7-123-16,7-10-366 15</inkml:trace>
  <inkml:trace contextRef="#ctx0" brushRef="#br1" timeOffset="-91997.09">3365 13519 761 0,'0'0'123'0,"5"-105"-5"16,-5 48-25-16,-8 5 6 15,-21 8-60-15,-8 16-14 16,-7 17 10-16,-10 11-19 16,-2 21-9-16,-2 27-1 15,9 13-1-15,11 2-5 16,21-3 1-16,17-4-2 15,8-8-1-15,39-5-2 0,18-15 2 16,4-16-2-16,0-12-9 16,-7 0 0-16,-10-26 11 15,-13-7 2-15,-10-9 1 16,-4 4 4-16,-10 6 0 16,-7 10 11-16,-4 14 27 15,-4 8 47-15,0 0-60 16,0 36-20-16,4 19 31 15,7 15-25-15,5 2-9 16,5 2-7-16,0-1 0 16,-3 8 0-16,-3-1-51 15,-7 1-131-15,-8-5-144 16,0-14-198-16</inkml:trace>
  <inkml:trace contextRef="#ctx0" brushRef="#br1" timeOffset="-91680.73">814 14997 1112 0,'-194'38'28'0,"44"2"22"0,59-10 5 0,49-16 19 0,42-14-17 0,69-10 16 0,92-34-47 15,101-36-20 1,93-24 0-16,77-16-3 0,61-8 3 16,28-2 5-16,20 13-10 15,-1 6 28-15,-24 14-3 16,-37 16 2-16,-49 14-27 16,-74 14-2-16,-79 12-16 15,-81 15 5-15,-91 10 3 16,-81 16-56-16,-53 4-223 15,-83 26-193-15</inkml:trace>
  <inkml:trace contextRef="#ctx0" brushRef="#br1" timeOffset="-78047.75">1504 13214 593 0,'0'0'60'0,"0"0"49"0,0 0-33 0,0 0 39 15,0 0-43-15,0 0-12 16,0 0 12-16,-80 4-23 15,71-10 19-15,-8-16-28 16,-3-8 1-16,-3-8-25 16,-2-6 11-16,4-8-9 15,0-6 37-15,1-4-44 0,9-1 1 16,9-1 3 0,2 0-11-16,0 2 12 0,29 0-9 15,22 2-6-15,18 0 5 16,15 1-6-16,15 1-1 15,3 8 1-15,10 6 6 16,3 8-4-16,1 14-1 16,-6 11-1-16,-14 11-8 15,-9 0 8-15,-8 31 0 16,-4 13 0-16,-9 6 0 0,-1 11 1 16,-5 1 1-1,-4 3 6-15,-8 6-7 16,0-5 5-16,-7 1-3 0,-5-9 4 15,-3-1-3-15,-4-7 1 16,-6-7 0-16,-5-12-2 16,-5-4 1-1,-4-10 1-15,-5-2-1 0,1-9 3 16,-3-4-2-16,-2-2 0 16,0 0 3-16,0 0 14 15,0 0 33-15,0 0-30 16,0 0 4-16,0 0-7 15,-6-12-7-15,-14-20-5 16,-7-15-9-16,-7-7-1 16,-1-6 2-16,-1-2-1 0,-2 0-1 15,0-1 0-15,-4 2 1 16,1 1-1-16,2 5 0 16,-1 7 2-1,4 8-2-15,0 4-2 16,5 5 2-16,-3 4 5 0,1 3-5 15,0 2-1-15,-3 6 0 16,3 0 2-16,-1 3-2 16,1 6 1-16,-2-1 0 15,-4 3 0-15,1 5 0 16,1 0 0-16,1 0 0 16,-5 0 0-16,8 6 0 15,0 3 2-15,4 1-2 16,5-2-2-16,-5 0 2 15,2 0-2-15,4-1 0 16,1 2 2-16,2 1 0 0,-2 2 0 16,-3 4 0-16,-4 8-1 15,0 6 1-15,-4 4 0 16,0 3 0-16,1 0 0 16,3-2 2-16,2-2-2 15,1-4 0-15,8-10 0 16,7-9 0-16,4-6 0 15,7-4 0-15,0 3 1 16,0-3 0-16,0 8-2 16,-2 8 1-16,-5 10 0 15,1 6 1-15,4 0-1 0,0-2 1 16,2 0-1 0,0-2 1-16,0 2-1 0,0-4 1 15,0 1 4-15,0-2-4 16,0 4-1-16,2-3 1 15,2-1-1-15,0-2 1 16,3-1-1-16,-1 0 1 16,0-2-1-16,0-1 0 15,-1 0 1-15,1-2 0 16,0-4-1-16,0-3 0 16,-2 0 1-16,-2-6-1 15,-2-2 1-15,2 0-1 0,-2-2 0 16,0 0 0-1,0 0 0-15,0 0 1 0,0 0-1 16,0 0 2-16,0 0-1 16,0 0 0-16,0-12 1 15,0-22-2-15,0-14 2 16,0-8-2-16,-4-4 1 16,-8-2-1-16,2-3-1 15,-4 3 0-15,5 2 1 16,0 2 0-16,7 8 1 15,2 1-2-15,0 5 1 16,0 1-1-16,25-6 0 16,10-3 0-16,16-2 1 15,9 2 0-15,14 4 0 16,13 5 1-16,5 6-1 0,-6 10 0 16,-1 9-3-1,-16 12 1-15,-9 6 2 0,-4 4-1 16,-9 22 1-16,1 6-1 15,2 8 1-15,-2 5-1 16,2 5 1-16,1 2 1 16,0 4-1-16,-2 4 0 15,1 2 1-15,-4 1 0 16,-4-7 0-16,-1-2-1 16,-8-8 1-16,-4-5 0 15,-2 1-1-15,-3-10 1 16,-4-3 2-16,-4-4-2 15,-3-6 0-15,-4-5 0 0,-5-1 0 16,1-6-1-16,-3-1 1 16,-2-1-1-16,0-5 2 15,0 0-2-15,0 0 1 16,0 0-1-16,3 0 1 16,-3 0-1-16,0 0-1 15,0 0 0-15,0 2-5 16,2 0-118-16,2-2-179 15,3-16-223-15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2194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72994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4156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67123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78879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8938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087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73537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8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04619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40372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E60A1-5030-485E-A11A-C20C9C5D8F0A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153B5-BE41-44E6-B790-57637742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25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189264-184E-4462-AF84-9EC2CD918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739" y="2727269"/>
            <a:ext cx="7106112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400" b="1" dirty="0">
                <a:solidFill>
                  <a:prstClr val="black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CRYPTARITHMETIC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5510E-BCA1-42FF-8015-B89C016AA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739" y="2894120"/>
            <a:ext cx="9144000" cy="1662344"/>
          </a:xfrm>
        </p:spPr>
        <p:txBody>
          <a:bodyPr/>
          <a:lstStyle/>
          <a:p>
            <a:r>
              <a:rPr lang="en-US" dirty="0"/>
              <a:t>                              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3EDD0B-DCBA-FAA3-3D91-5A755F89DB44}"/>
                  </a:ext>
                </a:extLst>
              </p14:cNvPr>
              <p14:cNvContentPartPr/>
              <p14:nvPr/>
            </p14:nvContentPartPr>
            <p14:xfrm>
              <a:off x="920160" y="664200"/>
              <a:ext cx="7558560" cy="5352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3EDD0B-DCBA-FAA3-3D91-5A755F89DB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0800" y="654840"/>
                <a:ext cx="7577280" cy="537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605536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0E30-74EC-46FE-BC27-0F51241E8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52" y="204188"/>
            <a:ext cx="4314548" cy="532660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CRYPTARITHMETIC</a:t>
            </a:r>
            <a:endParaRPr lang="en-IN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F8469-C967-4A84-B67E-D1DF94C90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8709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1A0B-DB90-4794-9697-9A4AEAC9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1F4F-8DCF-42B2-B8EF-C83987E60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724" y="3124939"/>
            <a:ext cx="9084076" cy="30786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value of PASTE.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(a) 10658	(b) 10258	(c) 10758	(d) 10958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8562AF7-12AD-4827-A4E5-C74F7C267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87" y="498319"/>
            <a:ext cx="3447108" cy="224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671C56-753A-F86C-97C7-731746900014}"/>
                  </a:ext>
                </a:extLst>
              </p14:cNvPr>
              <p14:cNvContentPartPr/>
              <p14:nvPr/>
            </p14:nvContentPartPr>
            <p14:xfrm>
              <a:off x="475920" y="352800"/>
              <a:ext cx="8367120" cy="5877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671C56-753A-F86C-97C7-7317469000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560" y="343440"/>
                <a:ext cx="8385840" cy="589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09470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BDC61-7B4E-4154-A12D-7C75AB33E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2" y="568170"/>
            <a:ext cx="9212061" cy="42536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1. Decrypt the code P A S C A L. </a:t>
            </a:r>
          </a:p>
          <a:p>
            <a:pPr marL="0" indent="0">
              <a:buNone/>
            </a:pPr>
            <a:r>
              <a:rPr lang="en-IN" dirty="0"/>
              <a:t>	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(a) 142345		(b) 108204 </a:t>
            </a:r>
          </a:p>
          <a:p>
            <a:pPr marL="0" indent="0">
              <a:buNone/>
            </a:pPr>
            <a:r>
              <a:rPr lang="en-IN" dirty="0"/>
              <a:t>(c) 126523		(d) None of these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98763-8E3D-4D6D-A6DE-373663ECA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97" y="1294557"/>
            <a:ext cx="3448156" cy="23741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7EEFE5-8CF5-6891-A9B8-9B1F11854EC2}"/>
                  </a:ext>
                </a:extLst>
              </p14:cNvPr>
              <p14:cNvContentPartPr/>
              <p14:nvPr/>
            </p14:nvContentPartPr>
            <p14:xfrm>
              <a:off x="344160" y="1138680"/>
              <a:ext cx="8777880" cy="3618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7EEFE5-8CF5-6891-A9B8-9B1F11854E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800" y="1129320"/>
                <a:ext cx="8796600" cy="36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72284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F21B-ABFB-4B70-8774-5C6A2C3F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14" y="568171"/>
            <a:ext cx="9119586" cy="4287914"/>
          </a:xfrm>
        </p:spPr>
        <p:txBody>
          <a:bodyPr>
            <a:noAutofit/>
          </a:bodyPr>
          <a:lstStyle/>
          <a:p>
            <a:br>
              <a:rPr lang="en-IN" sz="2400" dirty="0">
                <a:latin typeface="+mn-lt"/>
              </a:rPr>
            </a:br>
            <a:br>
              <a:rPr lang="en-IN" sz="2400" dirty="0">
                <a:latin typeface="+mn-lt"/>
              </a:rPr>
            </a:br>
            <a:r>
              <a:rPr lang="en-IN" sz="2400" dirty="0">
                <a:latin typeface="+mn-lt"/>
              </a:rPr>
              <a:t>2. Decrypt the code F O L D E R. </a:t>
            </a:r>
            <a:br>
              <a:rPr lang="en-IN" sz="2400" dirty="0">
                <a:latin typeface="+mn-lt"/>
              </a:rPr>
            </a:br>
            <a:br>
              <a:rPr lang="en-IN" sz="2400" dirty="0">
                <a:latin typeface="+mn-lt"/>
              </a:rPr>
            </a:br>
            <a:br>
              <a:rPr lang="en-IN" sz="2400" dirty="0">
                <a:latin typeface="+mn-lt"/>
              </a:rPr>
            </a:br>
            <a:br>
              <a:rPr lang="en-IN" sz="2400" dirty="0">
                <a:latin typeface="+mn-lt"/>
              </a:rPr>
            </a:br>
            <a:br>
              <a:rPr lang="en-IN" sz="2400" dirty="0">
                <a:latin typeface="+mn-lt"/>
              </a:rPr>
            </a:br>
            <a:br>
              <a:rPr lang="en-IN" sz="2400" dirty="0">
                <a:latin typeface="+mn-lt"/>
              </a:rPr>
            </a:br>
            <a:r>
              <a:rPr lang="en-IN" sz="2400" dirty="0">
                <a:latin typeface="+mn-lt"/>
              </a:rPr>
              <a:t>	 </a:t>
            </a:r>
            <a:br>
              <a:rPr lang="en-IN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r>
              <a:rPr lang="en-IN" sz="2400" dirty="0">
                <a:latin typeface="+mn-lt"/>
              </a:rPr>
              <a:t>(a) 236481		(b) 248915 </a:t>
            </a:r>
            <a:br>
              <a:rPr lang="en-IN" sz="2400" dirty="0">
                <a:latin typeface="+mn-lt"/>
              </a:rPr>
            </a:br>
            <a:r>
              <a:rPr lang="en-IN" sz="2400" dirty="0">
                <a:latin typeface="+mn-lt"/>
              </a:rPr>
              <a:t>(c) 154987		(d) None of these </a:t>
            </a:r>
            <a:br>
              <a:rPr lang="en-IN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AF8F8-E554-40F3-B644-8E685127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37" y="1549407"/>
            <a:ext cx="3541012" cy="23254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8C7B75-0A24-BCF8-4600-49A231758DD5}"/>
                  </a:ext>
                </a:extLst>
              </p14:cNvPr>
              <p14:cNvContentPartPr/>
              <p14:nvPr/>
            </p14:nvContentPartPr>
            <p14:xfrm>
              <a:off x="477360" y="763560"/>
              <a:ext cx="8148960" cy="437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8C7B75-0A24-BCF8-4600-49A231758D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000" y="754200"/>
                <a:ext cx="8167680" cy="439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086053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79DD-9615-4580-9E08-5AC7A43E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50" y="1242874"/>
            <a:ext cx="9332650" cy="3346881"/>
          </a:xfrm>
        </p:spPr>
        <p:txBody>
          <a:bodyPr>
            <a:noAutofit/>
          </a:bodyPr>
          <a:lstStyle/>
          <a:p>
            <a:r>
              <a:rPr lang="pt-BR" sz="2800" dirty="0"/>
              <a:t>3. Decrypt the code E U R O P A. </a:t>
            </a:r>
            <a:br>
              <a:rPr lang="pt-BR" sz="2800" dirty="0"/>
            </a:br>
            <a:r>
              <a:rPr lang="pt-BR" sz="2800" dirty="0"/>
              <a:t>	 </a:t>
            </a:r>
            <a:br>
              <a:rPr lang="pt-BR" sz="2800" dirty="0"/>
            </a:br>
            <a:br>
              <a:rPr lang="pt-BR" sz="2800" dirty="0"/>
            </a:br>
            <a:br>
              <a:rPr lang="pt-BR" sz="2800" dirty="0"/>
            </a:br>
            <a:br>
              <a:rPr lang="pt-BR" sz="2800" dirty="0"/>
            </a:br>
            <a:br>
              <a:rPr lang="pt-BR" sz="2800" dirty="0"/>
            </a:br>
            <a:br>
              <a:rPr lang="pt-BR" sz="2800" dirty="0"/>
            </a:br>
            <a:br>
              <a:rPr lang="pt-BR" sz="2800" dirty="0"/>
            </a:br>
            <a:r>
              <a:rPr lang="pt-BR" sz="2800" dirty="0"/>
              <a:t>(a) 984521		(b) 948563 </a:t>
            </a:r>
            <a:br>
              <a:rPr lang="pt-BR" sz="2800" dirty="0"/>
            </a:br>
            <a:r>
              <a:rPr lang="pt-BR" sz="2800" dirty="0"/>
              <a:t>(c) 984556		(d) 9484586 </a:t>
            </a:r>
            <a:br>
              <a:rPr lang="pt-BR" sz="2800" dirty="0"/>
            </a:b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5C3D1-8CB7-4556-8B10-00ED97BB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32" y="1714192"/>
            <a:ext cx="2383188" cy="19611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BDE86A-EA46-2E56-8B59-E90EFCFBFE15}"/>
                  </a:ext>
                </a:extLst>
              </p14:cNvPr>
              <p14:cNvContentPartPr/>
              <p14:nvPr/>
            </p14:nvContentPartPr>
            <p14:xfrm>
              <a:off x="338760" y="1146240"/>
              <a:ext cx="8436240" cy="3403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BDE86A-EA46-2E56-8B59-E90EFCFBFE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400" y="1136880"/>
                <a:ext cx="8454960" cy="34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610964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BD79BC-E682-4124-9FDC-91F612CE25CB}"/>
              </a:ext>
            </a:extLst>
          </p:cNvPr>
          <p:cNvSpPr txBox="1">
            <a:spLocks/>
          </p:cNvSpPr>
          <p:nvPr/>
        </p:nvSpPr>
        <p:spPr>
          <a:xfrm>
            <a:off x="452760" y="497150"/>
            <a:ext cx="6710039" cy="55194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4. Decrypt the code L H A L. </a:t>
            </a:r>
          </a:p>
          <a:p>
            <a:pPr marL="0" indent="0">
              <a:buNone/>
            </a:pPr>
            <a:r>
              <a:rPr lang="en-IN" dirty="0"/>
              <a:t>	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(a) 5105		(b) 3543 </a:t>
            </a:r>
          </a:p>
          <a:p>
            <a:pPr marL="0" indent="0">
              <a:buNone/>
            </a:pPr>
            <a:r>
              <a:rPr lang="en-IN" dirty="0"/>
              <a:t>	(c) 4104		(d) None of these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171C0-279F-4F2F-B5CE-FC784540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42" y="1319386"/>
            <a:ext cx="2512655" cy="30548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013718-A017-1901-EB64-86A0E39BB339}"/>
                  </a:ext>
                </a:extLst>
              </p14:cNvPr>
              <p14:cNvContentPartPr/>
              <p14:nvPr/>
            </p14:nvContentPartPr>
            <p14:xfrm>
              <a:off x="1094400" y="2398680"/>
              <a:ext cx="2040840" cy="3324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013718-A017-1901-EB64-86A0E39BB3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5040" y="2389320"/>
                <a:ext cx="2059560" cy="33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89853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837C98-29E4-44D3-8953-46F0B455257D}"/>
              </a:ext>
            </a:extLst>
          </p:cNvPr>
          <p:cNvSpPr txBox="1">
            <a:spLocks/>
          </p:cNvSpPr>
          <p:nvPr/>
        </p:nvSpPr>
        <p:spPr>
          <a:xfrm>
            <a:off x="470516" y="559293"/>
            <a:ext cx="6692283" cy="5414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5.	Decrypt the code J O H N S O N. </a:t>
            </a:r>
          </a:p>
          <a:p>
            <a:pPr marL="0" indent="0">
              <a:buNone/>
            </a:pPr>
            <a:r>
              <a:rPr lang="en-IN" dirty="0"/>
              <a:t>	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(a) 3546456		(b) 3420840 </a:t>
            </a:r>
          </a:p>
          <a:p>
            <a:pPr marL="0" indent="0">
              <a:buNone/>
            </a:pPr>
            <a:r>
              <a:rPr lang="en-IN" dirty="0"/>
              <a:t>	(c) 3215425		(d) None of these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4A753-3DBD-4DBD-A883-9A46380F0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59" y="1544392"/>
            <a:ext cx="3422627" cy="2190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8A27866-11DD-773D-0AA0-21BFD4DF00E9}"/>
                  </a:ext>
                </a:extLst>
              </p14:cNvPr>
              <p14:cNvContentPartPr/>
              <p14:nvPr/>
            </p14:nvContentPartPr>
            <p14:xfrm>
              <a:off x="1129320" y="1282680"/>
              <a:ext cx="6412320" cy="5501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8A27866-11DD-773D-0AA0-21BFD4DF00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960" y="1273320"/>
                <a:ext cx="6431040" cy="552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790624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D1A39E-D816-4ADD-B45A-3EDF85248B1B}"/>
              </a:ext>
            </a:extLst>
          </p:cNvPr>
          <p:cNvSpPr txBox="1">
            <a:spLocks/>
          </p:cNvSpPr>
          <p:nvPr/>
        </p:nvSpPr>
        <p:spPr>
          <a:xfrm>
            <a:off x="577048" y="568171"/>
            <a:ext cx="6585751" cy="5405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6.	Decrypt the code T Y S O L. </a:t>
            </a:r>
          </a:p>
          <a:p>
            <a:pPr marL="0" indent="0">
              <a:buNone/>
            </a:pPr>
            <a:r>
              <a:rPr lang="en-IN" dirty="0"/>
              <a:t>	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(a) 74860		(b) 74682</a:t>
            </a:r>
          </a:p>
          <a:p>
            <a:pPr marL="0" indent="0">
              <a:buNone/>
            </a:pPr>
            <a:r>
              <a:rPr lang="en-IN" dirty="0"/>
              <a:t>	(c) 74398		(d) 74895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FD19A-5523-4D77-B711-C818F00B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42" y="1492593"/>
            <a:ext cx="2132460" cy="27317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ECC759-B601-E569-3353-E25B1F9CE4C5}"/>
                  </a:ext>
                </a:extLst>
              </p14:cNvPr>
              <p14:cNvContentPartPr/>
              <p14:nvPr/>
            </p14:nvContentPartPr>
            <p14:xfrm>
              <a:off x="1229040" y="2365560"/>
              <a:ext cx="2129040" cy="2837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ECC759-B601-E569-3353-E25B1F9CE4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9680" y="2356200"/>
                <a:ext cx="2147760" cy="285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142369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41AF-300C-4378-94A0-D436775922DE}"/>
              </a:ext>
            </a:extLst>
          </p:cNvPr>
          <p:cNvSpPr txBox="1">
            <a:spLocks/>
          </p:cNvSpPr>
          <p:nvPr/>
        </p:nvSpPr>
        <p:spPr>
          <a:xfrm>
            <a:off x="674702" y="577049"/>
            <a:ext cx="6488097" cy="53967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7. Decrypt the code P O S T. </a:t>
            </a:r>
          </a:p>
          <a:p>
            <a:pPr marL="0" indent="0">
              <a:buNone/>
            </a:pPr>
            <a:r>
              <a:rPr lang="en-IN" dirty="0"/>
              <a:t>	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(a) 9284		(b) 4392</a:t>
            </a:r>
          </a:p>
          <a:p>
            <a:pPr marL="0" indent="0">
              <a:buNone/>
            </a:pPr>
            <a:r>
              <a:rPr lang="en-IN" dirty="0"/>
              <a:t>	(c) 4892		(d) None of these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B5B4D-A342-44F2-89E8-9B4B04368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85" y="1402577"/>
            <a:ext cx="2846915" cy="24189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251101B-4067-AB27-6426-6C481BAD3A85}"/>
                  </a:ext>
                </a:extLst>
              </p14:cNvPr>
              <p14:cNvContentPartPr/>
              <p14:nvPr/>
            </p14:nvContentPartPr>
            <p14:xfrm>
              <a:off x="905760" y="263880"/>
              <a:ext cx="7901640" cy="5184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251101B-4067-AB27-6426-6C481BAD3A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6400" y="254520"/>
                <a:ext cx="7920360" cy="520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473064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8714C7-7CE0-4648-B4D7-9B8907048BD6}"/>
              </a:ext>
            </a:extLst>
          </p:cNvPr>
          <p:cNvSpPr txBox="1">
            <a:spLocks/>
          </p:cNvSpPr>
          <p:nvPr/>
        </p:nvSpPr>
        <p:spPr>
          <a:xfrm>
            <a:off x="914400" y="629815"/>
            <a:ext cx="8229600" cy="517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8. Decrypt the code SNUB. </a:t>
            </a:r>
          </a:p>
          <a:p>
            <a:pPr marL="0" indent="0">
              <a:buNone/>
            </a:pPr>
            <a:r>
              <a:rPr lang="en-IN" dirty="0"/>
              <a:t>	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(a) 6795		(b) 9567</a:t>
            </a:r>
          </a:p>
          <a:p>
            <a:pPr marL="0" indent="0">
              <a:buNone/>
            </a:pPr>
            <a:r>
              <a:rPr lang="en-IN" dirty="0"/>
              <a:t>	(c) 9805		(d) 5790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E0B6F-AC50-4FBE-81ED-06BA4A62D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465" y="1690061"/>
            <a:ext cx="2855421" cy="19253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218BE8-DA7B-F874-4DB8-8C6068462948}"/>
                  </a:ext>
                </a:extLst>
              </p14:cNvPr>
              <p14:cNvContentPartPr/>
              <p14:nvPr/>
            </p14:nvContentPartPr>
            <p14:xfrm>
              <a:off x="121320" y="1086120"/>
              <a:ext cx="8537040" cy="4357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218BE8-DA7B-F874-4DB8-8C60684629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60" y="1076760"/>
                <a:ext cx="8555760" cy="437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0266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</TotalTime>
  <Words>339</Words>
  <Application>Microsoft Office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Office Theme</vt:lpstr>
      <vt:lpstr>               CRYPTARITHMETIC</vt:lpstr>
      <vt:lpstr>CRYPTARITHMETIC</vt:lpstr>
      <vt:lpstr>PowerPoint Presentation</vt:lpstr>
      <vt:lpstr>PowerPoint Presentation</vt:lpstr>
      <vt:lpstr>  2. Decrypt the code F O L D E R.              (a) 236481  (b) 248915  (c) 154987  (d) None of these  </vt:lpstr>
      <vt:lpstr>3. Decrypt the code E U R O P A.           (a) 984521  (b) 948563  (c) 984556  (d) 9484586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Pavithra Kura</dc:creator>
  <cp:lastModifiedBy>Pavithra Kura</cp:lastModifiedBy>
  <cp:revision>9</cp:revision>
  <dcterms:created xsi:type="dcterms:W3CDTF">2021-11-24T07:55:21Z</dcterms:created>
  <dcterms:modified xsi:type="dcterms:W3CDTF">2024-12-10T13:36:04Z</dcterms:modified>
</cp:coreProperties>
</file>