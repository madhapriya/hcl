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4"/>
  </p:notesMasterIdLst>
  <p:sldIdLst>
    <p:sldId id="257" r:id="rId2"/>
    <p:sldId id="506" r:id="rId3"/>
    <p:sldId id="436" r:id="rId4"/>
    <p:sldId id="505" r:id="rId5"/>
    <p:sldId id="464" r:id="rId6"/>
    <p:sldId id="465" r:id="rId7"/>
    <p:sldId id="466" r:id="rId8"/>
    <p:sldId id="467" r:id="rId9"/>
    <p:sldId id="468" r:id="rId10"/>
    <p:sldId id="469" r:id="rId11"/>
    <p:sldId id="470" r:id="rId12"/>
    <p:sldId id="471" r:id="rId13"/>
    <p:sldId id="472" r:id="rId14"/>
    <p:sldId id="473" r:id="rId15"/>
    <p:sldId id="474" r:id="rId16"/>
    <p:sldId id="475" r:id="rId17"/>
    <p:sldId id="476" r:id="rId18"/>
    <p:sldId id="477" r:id="rId19"/>
    <p:sldId id="478" r:id="rId20"/>
    <p:sldId id="479" r:id="rId21"/>
    <p:sldId id="480" r:id="rId22"/>
    <p:sldId id="481" r:id="rId23"/>
    <p:sldId id="482" r:id="rId24"/>
    <p:sldId id="483" r:id="rId25"/>
    <p:sldId id="484" r:id="rId26"/>
    <p:sldId id="485" r:id="rId27"/>
    <p:sldId id="486" r:id="rId28"/>
    <p:sldId id="487" r:id="rId29"/>
    <p:sldId id="489" r:id="rId30"/>
    <p:sldId id="490" r:id="rId31"/>
    <p:sldId id="491" r:id="rId32"/>
    <p:sldId id="492" r:id="rId33"/>
    <p:sldId id="493" r:id="rId34"/>
    <p:sldId id="494" r:id="rId35"/>
    <p:sldId id="495" r:id="rId36"/>
    <p:sldId id="496" r:id="rId37"/>
    <p:sldId id="497" r:id="rId38"/>
    <p:sldId id="498" r:id="rId39"/>
    <p:sldId id="499" r:id="rId40"/>
    <p:sldId id="500" r:id="rId41"/>
    <p:sldId id="501" r:id="rId42"/>
    <p:sldId id="463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979" autoAdjust="0"/>
  </p:normalViewPr>
  <p:slideViewPr>
    <p:cSldViewPr snapToGrid="0">
      <p:cViewPr varScale="1">
        <p:scale>
          <a:sx n="62" d="100"/>
          <a:sy n="62" d="100"/>
        </p:scale>
        <p:origin x="20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03:04.009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6776 5421 900 0,'0'0'360'0,"0"0"-219"0,-4-151 59 0,4 133-60 0,0 9-72 0,0 9-29 16,0 0 10-16,0 0-37 15,11 21-8-15,15 25 16 16,3 17-19-16,1 6 13 16,-6 2-14-16,-3 1 6 15,-16 2-15-15,-5 5-23 16,0-5-44-16,0-5 8 15,-26-9-147-15,-14-16-110 16,-10-21-254-16</inkml:trace>
  <inkml:trace contextRef="#ctx0" brushRef="#br0" timeOffset="190.85">6684 5389 1047 0,'0'0'87'0,"0"0"22"15,151-185 84-15,-47 122-112 16,23 12-62-16,3 9-4 0,-15 18-15 16,-30 15-46-16,-30 9-119 15,-46 25-207-15,-9 27-107 16</inkml:trace>
  <inkml:trace contextRef="#ctx0" brushRef="#br0" timeOffset="333.77">6868 5627 809 0,'0'0'75'16,"0"0"44"-16,0 0 109 0,0 0-88 0,385 0-77 15,-216-28-6-15,-15 2-35 16,-39 6-22-16,-30 7-10 16,-38 13-104-16,-42 0-148 15,-5 25-151-15</inkml:trace>
  <inkml:trace contextRef="#ctx0" brushRef="#br0" timeOffset="476.88">6885 6173 773 0,'0'0'151'0,"0"0"-114"16,0 0 134-16,0 0-43 15,431-105-92-15,-214 54-26 16,-19 13-10-16,-45 17-97 15,-47 21-343-15</inkml:trace>
  <inkml:trace contextRef="#ctx0" brushRef="#br0" timeOffset="683.27">8561 6104 1133 0,'0'0'170'16,"0"0"-42"-16,0 0 63 15,0 0-92-15,0 0-48 16,0 0-46-16,26 110-3 16,-24-37-4-16,-2 10-12 15,-2 7-63-15,-62-2-121 0,-6-10-199 16,4-19-268-16</inkml:trace>
  <inkml:trace contextRef="#ctx0" brushRef="#br0" timeOffset="906.96">9761 5404 1335 0,'0'0'46'0,"0"0"68"16,0 0 103-1,0 0-158-15,0 0-32 0,0 0-25 16,-78-12 10-16,78 83-3 15,12 12-9 1,-5 7 0-16,2-10-6 0,-9-2-26 16,0-13-32-16,0-8-102 0,-9-15-98 15,-36-18-191-15</inkml:trace>
  <inkml:trace contextRef="#ctx0" brushRef="#br0" timeOffset="1081.97">9179 5466 1134 0,'0'0'62'0,"0"0"35"15,0 0 74-15,297-149-121 16,-128 119-46-16,1 15-4 0,-24 15-21 16,-35 3-171-1,-68 45-235-15</inkml:trace>
  <inkml:trace contextRef="#ctx0" brushRef="#br0" timeOffset="1239.8">9179 6314 1126 0,'0'0'114'0,"0"0"-97"16,0 0 103-16,0 0-7 15,408-121-92-15,-187 68-21 16,-11 6-19-1,-31 10-169-15,-47 17-228 0,-42 14-386 0</inkml:trace>
  <inkml:trace contextRef="#ctx0" brushRef="#br0" timeOffset="1429.18">11065 6147 1213 0,'0'0'135'0,"0"0"-21"16,0 0 55-16,0 0-58 15,0 0-107-15,0 0 2 0,-7 148-6 32,-15-61-3-32,-1-7-5 15,-10 3-77-15,-12-8-132 16,-7-15-158-16,0-25-324 16</inkml:trace>
  <inkml:trace contextRef="#ctx0" brushRef="#br0" timeOffset="1651.93">12090 5538 1297 0,'0'0'54'0,"0"0"95"16,0 0 36-16,0 0-133 15,0 0-26-15,0 0-26 16,-96 78 0-16,103 11 3 15,19-6-3-15,-10-6-25 16,-14-1-65-16,-2-15-158 0,0-12-171 16,0-26-386-16</inkml:trace>
  <inkml:trace contextRef="#ctx0" brushRef="#br0" timeOffset="1811.23">12177 5553 1166 0,'0'0'73'0,"0"0"1"0,0 0 72 16,0 0-50-16,0 0-43 16,0 0-45-16,326 166-8 15,-244-109-31-15,-11 0-114 16,-12-15-206-16,-21-15-203 16</inkml:trace>
  <inkml:trace contextRef="#ctx0" brushRef="#br0" timeOffset="1986.15">13368 5400 1024 0,'0'0'41'0,"0"0"125"16,0 0-51-16,-281 10-81 16,218 37-34-16,-3 19 7 15,7 6-19-15,16 5-90 16,-1 1-128-16,-1-19-172 15</inkml:trace>
  <inkml:trace contextRef="#ctx0" brushRef="#br0" timeOffset="2203.41">13342 5427 1037 0,'0'0'99'16,"0"0"51"-1,0 0 39-15,0 0-63 0,0 0-90 16,0 0-33-16,10 143 69 0,11-48-63 16,-17 2-6-16,-4-3-3 31,0 2-19-31,-30 5-61 16,-36 3-112-16,7-4-173 0,16-11-171 15</inkml:trace>
  <inkml:trace contextRef="#ctx0" brushRef="#br0" timeOffset="2367.38">14068 6456 1377 0,'0'0'49'16,"0"0"-7"-16,0 0 130 15,0 0-130-15,-54 153-30 16,28-74-12-16,2-4-13 15,-9 2-65-15,-9 2-150 16,-22-18-242-16</inkml:trace>
  <inkml:trace contextRef="#ctx0" brushRef="#br0" timeOffset="2828.32">15127 5678 1138 0,'0'0'10'0,"0"0"6"0,0 0 84 15,0 0-18 1,-271 18-65-16,226 53-16 16,19 12 22-16,21 4-23 0,5-3 0 15,19-3-4-15,38-10 1 16,20-11-9-16,15-25 12 15,0-14-8-15,7-21 4 16,5 0 4 0,5-41 0-16,-13-19 9 0,-4-18-4 15,-21-5-2-15,-29-10-3 16,-21-11 5-16,-21 9-2 16,0 8-3-16,-63 17-10 15,-41 30 6-15,-14 15-21 0,-4 25 25 16,13 0 0-16,20 10 2 15,39 32-5-15,34 17 3 16,16 16 0-16,59 10-6 16,49 9 13-16,26-8-7 15,5-2 1-15,-18-4 3 16,-25-9 12-16,-23-5 1 16,-28-9-1-16,-19-3-16 0,-23-7-24 15,-3 7-92-15,0 3-364 16</inkml:trace>
  <inkml:trace contextRef="#ctx0" brushRef="#br0" timeOffset="3050.31">16570 6573 1020 0,'0'0'414'0,"0"0"-414"0,0 0 107 0,0 0 18 0,-38 199-107 0,38-131-11 16,0 4-7-16,-19 7-50 16,-31-2-107-1,-30-8-249-15,-9-26-472 0</inkml:trace>
  <inkml:trace contextRef="#ctx0" brushRef="#br0" timeOffset="3400.07">17513 5663 1167 0,'0'0'16'0,"0"0"43"16,0 0 95-16,0 0-11 0,0 0-120 0,0 0-12 31,0 2-2-31,7 91 6 15,14 14-15-15,10 2 9 16,6-6-5-16,8-7-4 16,9-15 0-16,19-19-6 15,-2-19 1-15,9-26 5 16,-9-17 0-16,0 0 9 16,-1-43-5-16,-1-16 14 15,-10-22 4-15,-15-8-2 16,-10-4 29-16,-20 10-40 15,-14 2-5-15,0 18 10 0,0 10-10 16,0 15-8-16,-14 14-30 16,-20 11-117-16,-15 13-203 15,-17 0-855-15</inkml:trace>
  <inkml:trace contextRef="#ctx0" brushRef="#br0" timeOffset="3605.9">18892 6662 1612 0,'0'0'0'16,"0"0"-33"-16,-76 155 33 16,29-81 10-16,-2 4-10 15,-6 3-77-15,-15-13-130 16,-6-11-276-16</inkml:trace>
  <inkml:trace contextRef="#ctx0" brushRef="#br0" timeOffset="3971.66">21249 5828 1164 0,'0'0'20'0,"0"0"52"15,0 0 86-15,125-156-70 16,-45 147-18-16,1 9-30 0,-15 0-1 16,-15 42 17-16,-18 17-50 15,-28 13 13 1,-5 11-18-16,-23 9 16 0,-69 16-34 16,-24 12-57-16,-28-7-199 15,15-11-257-15</inkml:trace>
  <inkml:trace contextRef="#ctx0" brushRef="#br0" timeOffset="4082.99">21032 7052 1364 0,'0'0'108'16,"0"0"-29"-16,0 0 96 0,0 0-175 16,0 0-7-1,0 0-245-15</inkml:trace>
  <inkml:trace contextRef="#ctx0" brushRef="#br1" timeOffset="8066.49">6795 3948 1162 0,'0'0'89'0,"0"0"97"0,0 0-25 0,0 0-90 0,0 0-25 0,0 0-43 16,-49-57 6-16,49 57-9 16,4 14 13-16,18 23-11 15,-4 10-2-15,-6 9 0 16,-5-4 1-16,-7-1 6 15,0-13-7-15,0-10 0 16,0-11-1-16,0-11-11 16,0-3 8-16,0-3-4 15,0 0-2-15,26 0-4 16,24 0 14-16,21 0 0 16,13 0 8-16,13 0-11 0,-5 0 3 15,-2 6 0-15,-13 21 8 16,-22 9 1-16,-22 3-6 15,-24-1 6-15,-9 7-1 16,-26 3 5-16,-49-4-13 16,-22-5 0-16,-11-9 1 15,11-10-1-15,14-7-34 16,15-13-71-16,28 0-119 16,21-51-145-16,12-20-362 0</inkml:trace>
  <inkml:trace contextRef="#ctx0" brushRef="#br1" timeOffset="8282.96">7007 3905 1013 0,'0'0'147'0,"0"0"8"16,0 0-10-16,0 0-49 16,0 0-83-16,0 0 19 0,213-29 25 15,-133 26-55 1,-14-3 12-16,-24 3-14 0,-23 1 7 15,-7-2-18-15,-12 4-14 16,0 0-62-16,0-7-8 16,-31 1-114-16,-28-5-135 15,3-4-107-15</inkml:trace>
  <inkml:trace contextRef="#ctx0" brushRef="#br1" timeOffset="11153.39">10155 4282 973 0,'0'0'23'0,"0"0"77"15,0 0 69-15,0 0-67 0,-212-155-42 0,160 134-34 0,2 3 33 16,-4 12-33 0,2 6-15-16,7 0 8 0,0 12-16 15,1 21-3-15,15 9 0 0,13 8 9 16,16-2-15-16,0 2 6 31,12-7-1-31,40-11-10 16,-3-4 1-16,5-17 0 0,-7-5-4 0,-4-6 1 15,-10 0 6 1,12-3 2-16,2-22 5 16,2-7-1-16,-2-3 6 0,-4-4-5 15,-15 3 0-15,-2 12 4 16,-9 9 4-1,-17 9 3-15,0 6 13 0,0 0 20 0,0 0-25 16,0 0 10-16,0 0-9 16,0 35-19-16,0 19 43 31,0 12-24-31,0 2-11 16,0 4 24-16,0 3-31 15,0-4 16-15,0-7-7 0,0-11-6 16,0-12 10-16,0-4-15 15,0-11 0-15,0-10 2 16,0-8 2-16,0-8-4 16,0 0 0-16,0 0 4 15,0 0-5-15,0 0 1 16,0 0 0-16,0 0-8 16,0 0 12-16,0 0-4 15,0 4 0-15,0-4 1 0,0 0-5 16,0 0 4-1,0 0 0-15,0 0-3 0,0 0 7 16,0 0-4-16,0 0 0 16,0 0 5-16,0 0-8 15,0 0 3-15,0 0 0 16,0 0-3-16,0 0 9 16,0 0-6-16,0 0 0 15,0 0 0-15,0 0-13 0,0 0 13 16,0 0-18-1,0 0 16-15,0 0-42 0,0 0-27 16,-12 0-105 0,-21 0-233-16,-17 0-646 15</inkml:trace>
  <inkml:trace contextRef="#ctx0" brushRef="#br1" timeOffset="12549.85">12489 4132 936 0,'0'0'209'0,"0"0"-112"0,0 0 79 0,0 0 5 0,0 0-103 0,0 0-32 31,0 0-5-31,-64-69-26 16,64 97 14-16,0 40-17 15,0 16 11-15,0 6 20 16,0-10-37-16,0-9-6 16,0-1 0-16,0-12-12 15,0-7-1-15,0-2-46 16,5-15-96-16,2-12-199 0,19-18-370 16</inkml:trace>
  <inkml:trace contextRef="#ctx0" brushRef="#br1" timeOffset="13053.35">12812 4354 1016 0,'0'0'83'0,"0"0"-30"0,0 0 108 16,0 0-67-16,0 0-86 15,0 0 12-15,-10-146-20 16,72 97 6-16,1 13 3 15,-9 7-9-15,3 8 0 16,7 11 4-16,2 10 5 16,-3 0-5-16,3 19 15 15,-11 26-18-15,-22 14 25 0,-24 3-24 16,-9 1-2 0,-5-9 1-16,-49-12 10 15,-21-9-10-15,-6-7-1 0,6-8 3 16,21-5-2-16,16-10-1 15,22 0 0 1,11 0 0-16,5-3 9 0,0 3-18 16,0-1 7-1,0 4-4-15,38 6 1 0,16 2 6 16,9 11-1-16,-8 1 21 16,-6 5-13-16,-11-7 30 15,-12-7 20-15,-19-5-23 0,-7-5 18 16,-5 10-33-16,-66 10 0 15,-25-1 0-15,-3-1-17 16,7-13 2-16,19-12-5 16,18 0-20-16,13 0 7 15,21-24-128-15,21-23-182 16,0-5-425-16</inkml:trace>
  <inkml:trace contextRef="#ctx0" brushRef="#br1" timeOffset="13348.02">14882 4114 1282 0,'0'0'38'0,"0"0"56"0,0 0 113 0,0 0-93 0,0 0-59 0,0 0-29 16,-50-65-21-16,67 124 40 16,8 19-19-1,-13 14-6-15,-7-5-9 0,-5-9-1 16,0-4-20 0,0-11 10-16,0-3-53 15,0-13 5-15,0-7-88 0,0-14-187 0,0-18-279 16</inkml:trace>
  <inkml:trace contextRef="#ctx0" brushRef="#br1" timeOffset="13654.96">15049 4263 1147 0,'0'0'42'0,"0"0"49"0,0 0 25 31,0 0-34-31,278-66-55 16,-169 64-23-16,-17 2 40 16,-24 0-32-16,-30 2 1 15,-10 29 12-15,-21 4-15 16,-7 16 44-16,0 10-16 16,0 4-24-16,-24 6 33 15,-13 1-33-15,1-3 0 16,13-4 6-16,-1-8-15 15,10-13-2-15,9-10-3 16,5-11-11-16,0-7 9 0,0-7-52 16,0-8-104-16,0-1-125 15,0 0-300-15</inkml:trace>
  <inkml:trace contextRef="#ctx0" brushRef="#br1" timeOffset="13816.59">15280 4666 1189 0,'0'0'121'0,"0"0"8"0,0 0 7 15,0 0-69-15,0 0-67 16,0 0-1-16,434-95-34 16,-250 56-146-16,-17-9-188 15</inkml:trace>
  <inkml:trace contextRef="#ctx0" brushRef="#br1" timeOffset="14349.78">17402 4454 45 0,'0'0'1235'0,"0"0"-1230"15,0 0 97-15,0 0 32 16,0 0-108-16,0 0-15 0,-29-53-7 16,136 29 3-16,-11 9-7 15,-25 13 3-15,-10 2-4 16,-18 0 1 0,-10 9 0-16,-14 25 22 0,-19 21-19 15,0 13 19-15,-45 9-9 16,-26-2-6-16,-4-9 6 15,13-15-13 1,18-15 2-16,18-9 1 0,21-10-3 0,5-8 0 31,23-6-4-31,55-3-25 0,19-3 19 16,0-39-25-16,6-14 8 16,-4-16 26-16,-19 1-13 15,-6 2 14-15,-30 15 0 16,-22 16 5-16,-22 10 5 15,0 11-1-15,0 8 18 16,0 3 29-16,0 6-34 0,0 0 19 16,0 32-10-1,-17 17-22-15,-4 14 34 16,16-1-36-16,5-9-3 0,0-2 4 0,0-6-8 31,17-1-2-31,4-2-38 0,-21-5-169 0,0-17-366 16</inkml:trace>
  <inkml:trace contextRef="#ctx0" brushRef="#br1" timeOffset="15166.65">6670 3718 875 0,'0'0'88'0,"0"0"-83"0,0 0 107 0,0 0-6 0,0 0-95 0,0 0 0 16,182-208-6-16,-8 126-5 15,45-1 0-15,34-1 7 16,32 13 13-16,12 17 23 16,-7 25 37-1,-9 29 31-15,-8 2-42 16,-30 67 6-16,-29 23-8 16,-44 10-40-16,-52 2 20 0,-45-18-37 0,-45-4-5 15,-18-21 15 1,-10-6-7-16,0-16-12 0,0-16-1 15,0-8-3-15,0-9-6 16,0-4-50-16,0-2-109 16,0-11-17-16,0-43-186 15,0-29-227 1</inkml:trace>
  <inkml:trace contextRef="#ctx0" brushRef="#br1" timeOffset="15399.12">8361 2886 975 0,'0'0'51'16,"0"0"137"-16,0 0-19 15,0 0-134-15,0 0 14 0,0 0-11 16,457-16 5-1,-257 4-28-15,-28-2-4 0,-44 3-22 16,-58-2-48-16,-39-6-180 16,-31 2-134-16,-5-6-257 15</inkml:trace>
  <inkml:trace contextRef="#ctx0" brushRef="#br1" timeOffset="15589.19">8830 2596 894 0,'0'0'160'0,"0"0"11"16,0 0 21-16,0 0-46 16,0 0-59-16,0 0-33 15,14 211-46-15,19-148 8 16,-7-4-32-16,-3 5 4 16,-13-7-117-16,2-4-41 15,-12-11-183-15,0-18-126 16</inkml:trace>
  <inkml:trace contextRef="#ctx0" brushRef="#br1" timeOffset="15948.7">9400 2743 825 0,'0'0'129'0,"0"0"52"16,0 0 59-16,0 0-81 15,0 0-79-15,0 0-32 16,0-39-48-16,0 75 18 15,19 13-18-15,16 14-4 16,8-8 2-16,4-10-62 0,-14-7 5 16,-2-15-18-1,-8-7-36-15,-9-10 40 0,-6-6 10 16,-4 0 60-16,-4-36-4 16,7-17 14-16,-2-4 4 15,0 6 40-15,-1 19 5 16,-4 10 53-16,0 16-17 0,0 6-13 31,0 0 7-31,5 0-51 16,2 3-9-16,5 33-4 0,14 20-17 0,7 6 5 15,0 2-10 1,12-1-28-16,-19 2-29 16,-5 4-170-16,-21-10-215 15</inkml:trace>
  <inkml:trace contextRef="#ctx0" brushRef="#br1" timeOffset="16259.06">10202 3870 1039 0,'0'0'64'0,"0"0"-19"0,-123-180 106 0,159 106-44 0,93-9-90 15,46 3-5-15,44 8 12 32,19 12-18-32,21 15 28 15,-13 18-16-15,-15 25 6 16,-31 2 44-16,-33 32-38 16,-30 27 11-16,-21 16-6 15,-31 3-31-15,-19 5 17 16,-7-7-21-16,-1 1 3 15,1 3-14-15,3-2-20 0,11-10-72 16,-19-23-120-16,-14-26-366 16</inkml:trace>
  <inkml:trace contextRef="#ctx0" brushRef="#br1" timeOffset="16497.66">11824 3050 1056 0,'0'0'93'0,"0"0"-4"16,0 0 57-16,0 0-20 16,266-37-60-16,-98 31-27 15,-20 0-39-15,-6 1-4 16,-34-1-35-16,-33-3-184 15,-27-3-177-15,-48-5-358 16</inkml:trace>
  <inkml:trace contextRef="#ctx0" brushRef="#br1" timeOffset="16666.61">12213 2833 939 0,'0'0'161'0,"0"0"-2"16,0 0 54-16,0 0-85 15,-116 179-38-15,116-109-67 0,26 1-6 16,12-2-17-16,-5 0-51 16,-7-3-111-16,-21-13-229 15,-5-16-269 1</inkml:trace>
  <inkml:trace contextRef="#ctx0" brushRef="#br1" timeOffset="17005.81">12753 2870 1202 0,'0'0'57'0,"0"0"96"0,0 0 19 15,0 0-107-15,0 0-62 16,0 0 12 0,-52 150-15-16,90-91-17 15,9-5-10-15,-10-15-67 0,-4-15-21 16,-21-10-12-16,2-14-43 15,-7 0 63-15,3-32 66 16,2-27 39 0,4-10 2-16,-6 12 3 0,-10 18 47 0,0 14 87 31,4 20 9-31,-4 5-15 0,0 0-35 0,5 5-48 16,7 45 15-16,9 12 0 31,12 10-35-31,7 2-19 0,-5-2-9 15,-9-1-20-15,-26 3-119 16,0-7-179-16,-35-14-300 0</inkml:trace>
  <inkml:trace contextRef="#ctx0" brushRef="#br1" timeOffset="17283.18">12647 3894 1030 0,'0'0'53'0,"0"0"71"15,42-191 23-15,71 121-93 0,45 15-4 16,21 16-12-16,10 12-7 16,-10 19 44-16,-19 8-22 15,-6 0-12-15,-15 17-6 16,-14 18-27-16,-12 8 7 15,-16 3-15-15,-22 3 10 16,-16-4-24-16,-7 2 13 16,-17-8-54-16,-9 3-82 15,-16-7-228-15,-10-13-344 16</inkml:trace>
  <inkml:trace contextRef="#ctx0" brushRef="#br1" timeOffset="17546.89">13835 3204 822 0,'0'0'151'0,"0"0"-76"15,0 0 122-15,0 0-83 16,259-95-35-16,-80 87-31 15,-7 2 21 1,-7 6-27-16,-23 0-27 0,-41 0-8 16,-35 14-7-16,-40 4-50 15,-26 7-123-15,-42-11-203 16,-50-8-250-16</inkml:trace>
  <inkml:trace contextRef="#ctx0" brushRef="#br1" timeOffset="17716.62">14191 2954 873 0,'0'0'287'0,"0"0"-192"0,0 0 87 15,0 0 5-15,12 153-99 16,42-85-69-16,-2-2-19 0,-3-3 0 16,-11-8-22-16,-24-4-106 15,-14-8-134 1,0-17-305-16</inkml:trace>
  <inkml:trace contextRef="#ctx0" brushRef="#br1" timeOffset="18066.21">14882 2895 1173 0,'0'0'80'0,"0"0"34"0,0 0 88 15,0 0-93-15,0 0-70 31,0 0-39-31,-5 104 0 0,5-45-1 16,0-4-12-16,26-10-48 16,0-10-44-1,-5-15-49-15,0-7 12 16,-9-13-33-16,14 0 68 16,-5-39 67-16,12-15 37 15,-9 3 3-15,-5 7 45 16,-8 19 63-16,-1 11 87 0,-10 11-53 15,0 0-12-15,0 3-17 16,7 0-65-16,5 33-18 16,14 23 4-16,11 14-25 15,-4 0 5-15,-2 6-14 16,-19 1-55-16,-12 1-148 16,-43-10-273-16</inkml:trace>
  <inkml:trace contextRef="#ctx0" brushRef="#br1" timeOffset="18373.78">14636 3989 1098 0,'0'0'54'0,"0"0"-9"0,99-227 69 16,69 144-21-1,56 0-59-15,47 8-34 0,12 15 14 16,4 21 21-16,-13 19-3 16,-43 20 8-16,-28 0-25 15,-34 38-2-15,-32 21 27 16,-31 16-40-16,-26 7 19 16,-14 4-17-16,-7-3 10 15,-7 0-24-15,0 5 1 16,9-5-86-16,1-8-38 0,6-19-130 15,-9-23-414 1</inkml:trace>
  <inkml:trace contextRef="#ctx0" brushRef="#br1" timeOffset="18616.66">16728 3056 1016 0,'0'0'3'0,"0"0"127"16,0 0 40-16,370-66-126 16,-215 63-13-1,-11 3-31-15,-24 0-12 0,-37 0-56 16,-45 9-252-16,-38-9-411 15</inkml:trace>
  <inkml:trace contextRef="#ctx0" brushRef="#br1" timeOffset="18787.65">16921 2847 1100 0,'0'0'119'0,"0"0"-90"0,0 0 165 16,-28 191-67-1,72-120-81 1,8-2-13-16,-14-6-33 16,-5 0-26-16,-14-10-61 15,-19-6-229-15,0-20-308 0</inkml:trace>
  <inkml:trace contextRef="#ctx0" brushRef="#br1" timeOffset="19152.04">17546 2865 1175 0,'0'0'77'15,"0"0"40"-15,0 0 96 0,0 0-111 16,0 0-102 0,0 0 24-16,63 116-24 0,-30-50 0 15,-7-10-7-15,-7-7-53 16,2-16-60-16,-11-14-22 15,-6-10-37-15,-4-9 17 16,0 0 75-16,12-41 79 16,5-30 8-16,9-10 0 15,-10 2 52-15,5 20 44 16,-7 18 33-16,-2 23 35 16,-12 9-33-16,0 9-31 15,7 0-13-15,-2 19-64 0,9 34 4 16,5 17 27-16,7 15-46 15,0-7 13-15,7-1-21 16,-21 0-14-16,-12-3-4 16,0-5-166-16,-45-6-296 15</inkml:trace>
  <inkml:trace contextRef="#ctx0" brushRef="#br1" timeOffset="19517.81">17793 3974 737 0,'0'0'236'0,"0"0"-231"0,87-163 151 0,-2 97-9 0,17-2-110 0,27 4 20 16,34 7-38 0,21 6-2-16,23 13-14 15,10 11 9-15,35 15 0 0,8 12 5 16,4 0 1-16,-19 19 33 16,-49 38-30-16,-38 19 16 0,-57 26-2 15,-28 15-32 1,-35 8 15-16,-10-4-18 15,-21-12-36-15,-7-9-41 0,0-4-147 16,0-9-145-16,0-15-231 16</inkml:trace>
  <inkml:trace contextRef="#ctx0" brushRef="#br1" timeOffset="19946.06">19123 3088 1033 0,'0'0'137'0,"0"0"-86"0,0 0 95 0,0 0-67 0,0 0-36 0,259-18-40 15,-73 1 4-15,-4-4 0 16,-22-4-7-16,-37 2-21 16,-52-5-97-16,-38-4-181 15,-33-6-118-15</inkml:trace>
  <inkml:trace contextRef="#ctx0" brushRef="#br1" timeOffset="20120.5">19587 2746 933 0,'0'0'73'0,"0"0"142"16,-89 181-47-16,89-103-46 15,7-1-60-15,42-1-45 16,1-12 2-16,-3-5-19 15,-9-7-50-15,-22-17-124 16,-16-19-300-16</inkml:trace>
  <inkml:trace contextRef="#ctx0" brushRef="#br1" timeOffset="20470.43">20221 2667 1122 0,'0'0'111'0,"0"0"65"0,0 0-3 16,0 0-119-16,0 0-9 16,24 180-7-16,21-111-37 15,0-4-1-15,2-11 0 16,-7-13-38-16,-10-14 1 16,-13-15-37-16,-8-12 1 15,6 0 35-15,10-20-2 16,20-37 15-16,7-14 16 15,-2-1 7 1,-13 18 2-16,-11 19 7 0,-16 16 24 0,-6 16 50 16,3 3-20-16,-2 9-4 15,-2 53-26 1,1 18 1-16,-4 26 7 16,0-2-37-16,0 0 7 15,0 0-18-15,-23-7-116 0,-50-20-156 16,-29-14-589-16</inkml:trace>
  <inkml:trace contextRef="#ctx0" brushRef="#br1" timeOffset="21773.71">21129 4666 1216 0,'0'0'27'0,"0"0"-11"0,0 0 65 0,0 0 47 0,-302 15-96 15,279-15-31-15,11 0 24 16,12 0-25-16,0-24 4 16,0-18-9-16,35-2 1 15,27 2 4-15,-3 13 0 0,-5 17 2 16,-5 12-1-16,3 0 3 15,-2 38-4-15,-8 36 37 16,-18 26-17 0,-24 12 9-16,-5-4-26 15,-66-13 5-15,-21-20-3 16,0-24-5-16,5-9 0 16,7-21-12-16,26-10 13 0,11-11-1 0,20 0 0 15,9-21-12 1,14-35 9-1,0-13-10-15,33 3 13 0,30 18-5 16,1 16 11-16,2 21-6 0,-2 11 12 16,-15 0-12-16,1 14 23 15,-6 27-22-15,6 4-1 16,9 1 3-16,2-14 3 16,7-15-6-16,3-10 0 15,-12-7 2-15,5 0 2 0,-12-30-4 31,4-17 0-31,-11-13 1 0,-3-16 6 16,-18 2-7 0,-12 2 0-16,-12 17 2 0,0 18-5 0,0 20 3 15,0 14 0-15,0 3-8 32,0 0 5-32,0 46 3 15,0 18 10-15,0 17-5 16,35-3 31-16,12-13-23 0,-9-5 12 15,-10-22 20-15,-14-8-38 16,-14-9 3-16,0-9-10 16,-4-1-24-16,-50-2-34 15,-15-9-200-15,3 0-239 16</inkml:trace>
  <inkml:trace contextRef="#ctx0" brushRef="#br1" timeOffset="21999.78">21692 4744 1154 0,'0'0'130'0,"0"0"5"0,307-116 58 0,-156 71-111 0,2 3-27 16,-16 1-53-16,-41 4 14 16,-32 8-16-16,-36-2 7 15,-18 5-20-15,-10 3 11 0,0-2-43 16,0 13-16-1,0 12-106-15,-52 0-108 0,-23 26-272 16</inkml:trace>
  <inkml:trace contextRef="#ctx0" brushRef="#br1" timeOffset="22297.49">20716 6148 1140 0,'0'0'282'0,"0"0"-199"15,0 0 56-15,0 0-8 16,0 0-105-16,0 0 15 15,83 222-15-15,-19-115-26 16,-3-11-21-16,0-9 19 0,1-25-80 16,-11-9-127-1,-1-16-183-15,-3-23-231 16</inkml:trace>
  <inkml:trace contextRef="#ctx0" brushRef="#br1" timeOffset="22601.07">22058 6030 998 0,'0'0'93'16,"0"0"60"-16,0 0 0 0,0 0-70 0,-304-62-15 15,217 84-32-15,9 36-1 16,-2 22 25-16,16 25-34 16,12 16-4-1,12 13 20-15,16 4-35 16,3 4 20-16,-2 11-1 0,4 9-11 15,-7 10 28-15,-7 13-18 16,-10-2-5 0,-6-11 11-16,-1-5-19 0,-1-2 3 15,-8-16-12-15,14-6 9 16,12-17-24-16,9-26-2 0,17-19-39 16,7-24-8-16,0-24-51 15,-12-21-155-15,-14-12-230 16</inkml:trace>
  <inkml:trace contextRef="#ctx0" brushRef="#br1" timeOffset="23732.18">3539 3172 340 0,'0'0'745'0,"0"0"-616"0,0 0-14 0,-266 60 13 0,99 41-37 16,-36 42-47-16,-31 25 23 16,-34 19-31-16,-32 13-32 0,-16-3 11 15,5-12-12 1,38-30-3-16,44-34 0 16,62-27-43-16,56-31 6 15,64-22-56-15,47-33-69 0,9-8-88 16,102-40-126-16,30-43-141 15</inkml:trace>
  <inkml:trace contextRef="#ctx0" brushRef="#br1" timeOffset="23933.37">3478 3062 611 0,'0'0'96'0,"344"-218"68"0,-252 161-28 15,-61 37 32-15,-31 20-80 16,-71 40-14-16,-96 75-21 15,-85 58-44 1,-81 57 29-16,-53 41-35 16,-67 33 4-16,-33 6-4 15,-30-5-3-15,14-16-41 0,66-39-79 16,65-26-129-16,86-30-106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04:47.890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9388 5604 1142 0,'0'0'36'0,"0"0"109"0,0 0 48 0,-245-160-129 0,184 148-10 0,-3 12-29 16,-18 0-21-16,-10 27 17 16,7 18-21-16,5 12 0 15,26 0 0-15,37 3 3 0,17 0-3 16,12-4 0-16,78-3 5 15,30-10-7-15,24-3 2 16,-3-2 0-16,-4-6-1 16,-26-2 4-16,-36-4-3 15,-33-1 0-15,-37-8 5 0,-5 4 5 32,-47 7 2-32,-50-2 3 15,-28-6 18-15,-21-11-26 0,0-9 4 0,5-3-11 16,37-35-7-16,33-7-16 15,52-6-82-15,19 10-162 32,62 13-238-32</inkml:trace>
  <inkml:trace contextRef="#ctx0" brushRef="#br0" timeOffset="189.96">10218 6282 567 0,'0'0'1028'16,"0"0"-981"-16,0 0 57 15,0 0-28-15,0 0-72 16,0 0 5-16,-179 189-9 16,146-109-39-16,3-9-12 15,8-10-168-15,1-19-249 16</inkml:trace>
  <inkml:trace contextRef="#ctx0" brushRef="#br0" timeOffset="698.98">10923 5648 1282 0,'0'0'33'0,"0"0"141"15,0 0-64-15,0 0-61 16,0 0-42-16,0 0 0 16,-247 96-2-16,209-19 1 15,7 0-3-15,17 1-3 16,14-9 0-16,0-6-2 16,19-16 4-16,54-11-4 15,10-16 0 1,6-8-13-16,8-12 5 0,-12 0-8 15,4-21 17-15,-13-26-5 0,-22-10 10 16,-16-11-4-16,-24-10 0 16,-14 1 5-16,0 3-4 15,-52 4-1-15,-23 17 0 16,-13 14-8-16,-8 18 8 16,-1 19 0-16,0 2 1 15,5 2 6-15,12 39-2 16,19 13-5-16,26 15 0 15,35 8 8-15,0 1-6 16,44-7 11-16,46-2 3 0,0-10-12 16,6-4 21-16,-4-13-15 15,-21-10-8-15,-7-2-1 16,-20-5-1-16,-11 3-37 16,-11 9-104-16,-18 4-224 15,-4 1-307-15</inkml:trace>
  <inkml:trace contextRef="#ctx0" brushRef="#br0" timeOffset="890.8">11645 6462 1216 0,'0'0'106'0,"0"0"45"0,0 0 49 0,0 0-158 0,0 0-36 0,0 0 7 16,21 126-13-1,-21-67-2-15,0-6-41 16,0-4-118 0,0-10-110-16,0-13-249 15</inkml:trace>
  <inkml:trace contextRef="#ctx0" brushRef="#br0" timeOffset="1240.6">12430 5943 1090 0,'0'0'10'15,"0"0"153"-15,0 0-33 16,0 0-89-16,0 0-36 16,0 0 5-16,-179 99-7 15,164-25-3-15,11 9 0 16,4-6-5-16,0-1-1 0,0-11-10 15,33-17 5-15,23-14-16 16,15-23 17-16,12-11 2 16,-3 0 8-16,-10-42 17 15,-1-15-1-15,-24-14 22 16,-24-12 16 0,-21-4 1-16,-7-6 8 0,-64 1-18 15,-14 12-24-15,-4 20-4 16,-8 20-17-1,14 36-6-15,6 4-42 0,-1 44-128 16,7 27-280-16</inkml:trace>
  <inkml:trace contextRef="#ctx0" brushRef="#br0" timeOffset="1446.42">13125 6683 1566 0,'0'0'6'0,"0"0"22"0,0 0 49 0,-49 170-60 15,30-75-17-15,0-6-18 16,-7 7-85-16,-12-9-164 16,-16-18-361-16</inkml:trace>
  <inkml:trace contextRef="#ctx0" brushRef="#br0" timeOffset="1636.24">13766 6068 1394 0,'0'0'12'15,"0"0"126"-15,0 0 20 16,0 0-140-16,0 0-18 15,0 0-5-15,-28 131 1 16,28-29-29-16,0 2-146 16,-35-4-121-16,-15-23-302 15</inkml:trace>
  <inkml:trace contextRef="#ctx0" brushRef="#br0" timeOffset="1817.33">13809 6059 1207 0,'0'0'98'16,"0"0"35"0,0 0 61-16,0 0-131 0,0 0-59 15,0 0-6-15,259 105 2 16,-162-42-88-16,-5-3-142 0,-24-19-258 16</inkml:trace>
  <inkml:trace contextRef="#ctx0" brushRef="#br0" timeOffset="1970.89">14757 5875 1109 0,'0'0'105'0,"0"0"121"0,0 0-49 16,0 0-146-16,0 0-31 15,0 0-1-15,-22 38 1 16,-25 34-32-16,-14 2-103 15,-7-3-124-15,-10-4-230 16</inkml:trace>
  <inkml:trace contextRef="#ctx0" brushRef="#br0" timeOffset="2224.87">14886 5988 951 0,'0'0'125'16,"0"0"65"-16,0 0 40 16,0 0-132-16,0 0-54 15,0 0-16-15,-33 23-25 16,21 49 25-16,-2 15-25 16,3 2-1-16,-1 0-4 0,-2-4-26 15,2-5-45-15,0-14-51 16,-2-6-140-16,-3-14-232 15</inkml:trace>
  <inkml:trace contextRef="#ctx0" brushRef="#br0" timeOffset="2431.17">15476 6611 1139 0,'0'0'208'15,"0"0"-119"-15,0 0 105 0,0 0-120 16,0 0-51-16,-24 168-6 16,24-107-17-16,0 2-13 15,0-3-28-15,-35-3-124 16,-12-9-140-16,-10-19-339 16</inkml:trace>
  <inkml:trace contextRef="#ctx0" brushRef="#br0" timeOffset="2652.93">16244 5930 1300 0,'0'0'57'15,"0"0"41"-15,0 0 114 0,0 0-145 16,0 0-51-16,0 0-16 15,106-2 8 1,-106 82 5-16,0 10-13 0,-11-8-9 16,-22-3-14-16,2-7-84 15,0-12-132-15,8-22-225 16</inkml:trace>
  <inkml:trace contextRef="#ctx0" brushRef="#br0" timeOffset="2971.02">16874 5841 948 0,'0'0'180'15,"0"0"-78"-15,0 0 81 16,0 0-87 0,0 0-96-16,0 0 20 15,-55-29-26-15,-27 88 6 16,-15 11-30-16,8-11 1 0,11-8-30 15,14-9 26-15,22-13 29 32,21-11 4-32,21-3-2 0,0 0 6 15,30 3 4-15,57 11 43 16,15 4-1-16,13 4 8 16,3-2-6-16,-16-5-12 15,-10 3-7-15,-17-1-33 16,-16-4 0-16,-17-2-49 15,-16-3-178-15,-16-12-262 16</inkml:trace>
  <inkml:trace contextRef="#ctx0" brushRef="#br0" timeOffset="3161.68">17777 6239 1334 0,'0'0'92'15,"0"0"86"-15,0 0-34 16,0 0-115-16,-33 215-9 16,33-153-20-16,0 1-17 15,-15-3-50-15,-27-14-207 0,-12-6-426 16</inkml:trace>
  <inkml:trace contextRef="#ctx0" brushRef="#br0" timeOffset="3432.09">19151 5681 1328 0,'0'0'14'0,"0"0"76"16,0 0 61-16,0 0-91 15,321-143-29-15,-213 145 1 16,-35 40-7-16,-37 20-17 16,-36 16-8-16,-12 5 0 0,-85 8-3 15,-25-2-85 1,-8-3-183-16,17-10-296 0</inkml:trace>
  <inkml:trace contextRef="#ctx0" brushRef="#br0" timeOffset="3558.52">19243 6516 1300 0,'0'0'113'16,"0"0"90"-16,0 0-58 15,0 0-117-15,0 0-28 16,0 0-25-16,80 0-209 16,-110 0-653-16</inkml:trace>
  <inkml:trace contextRef="#ctx0" brushRef="#br1" timeOffset="8490.87">8205 4538 729 0,'0'0'117'0,"-12"-163"1"0,12 76 102 0,0 13-62 0,0 11-41 15,0 20 9-15,0 17-32 0,7 14-38 16,-7 12-5-16,0 0-38 16,0 0 16-16,0 12-29 15,0 48 9-15,0 23 17 16,0 18-20-16,0-5 3 16,10-9-5-16,6-10 8 15,-2-11-13-15,5-12 1 16,2-7-28-16,1-8 5 15,-1-6-54-15,7-16-97 0,-2-13-120 16,5-4-263 0</inkml:trace>
  <inkml:trace contextRef="#ctx0" brushRef="#br1" timeOffset="8920.43">8950 4509 970 0,'0'0'111'15,"0"0"100"-15,0 0-51 16,-35-198-94-16,23 150-20 0,-7 10-28 16,0 15-9-16,-12 7 6 15,-16 13-15-15,-7 3-7 16,-12 19 3-16,0 27-2 16,19 11-1-16,23 3 7 15,24-3-21-15,0-7 15 16,14-7-12-16,50-15-5 15,-10-5 21-15,5-18-24 0,0-5 26 16,-12 0 0-16,-9-5 4 16,0-26 7-16,-15-7-10 15,1-7 15 1,-5 6 20-16,-12 9-13 0,-2 12 14 16,2 9 0-16,-7 9-3 15,0 0 6-15,0 0-40 16,9 32 1-16,1 23 7 15,6 13-3-15,-7 7 11 16,6-4-16-16,4 4 2 16,-8-3-3-16,6-7 1 15,4-5-31 1,-7-3-92-16,0-6-96 0,5-7-150 0,-14-14-299 16</inkml:trace>
  <inkml:trace contextRef="#ctx0" brushRef="#br1" timeOffset="10947.5">10475 4475 948 0,'0'0'171'0,"0"0"57"0,0 0-60 0,0 0-86 16,0 0 1-16,0 0-55 15,-35-55-15-15,35 93 18 16,0 21-27-16,0 16 25 15,21 5-12-15,0-8-10 16,-6-4 7-16,-1-5-14 0,-3-9 0 16,4-6-10-16,1-13 0 15,3-10-32-15,9-14-79 16,1-11-114 0,6 0-158-16,-2-36-243 0</inkml:trace>
  <inkml:trace contextRef="#ctx0" brushRef="#br1" timeOffset="11202.94">10775 4663 900 0,'0'0'137'0,"0"0"78"0,0 0-102 16,0 0-65-16,0 0-13 16,0 0-15-16,212-152 31 15,-184 152-40-15,3 0 7 16,-8 0 1-16,3 18-16 15,0 21 45-15,0 12-15 0,-12 5-13 16,5 3 20 0,-7 2-35-16,0-1 4 0,-12-7-9 15,0-6 10-15,0-7-23 16,0-11 5-16,0-5-100 16,0-8-36-16,0-7-120 15,-12-9-141-15,-19 0-121 31</inkml:trace>
  <inkml:trace contextRef="#ctx0" brushRef="#br1" timeOffset="11360.29">10949 5003 596 0,'0'0'242'16,"0"0"-54"-16,0 0 46 0,0 0-110 0,0 0-39 31,0 0-53-31,135-110-16 16,-36 78-16-16,23 5-76 15,-2-3-200-15,3 0-333 16</inkml:trace>
  <inkml:trace contextRef="#ctx0" brushRef="#br1" timeOffset="11629.49">12451 4541 518 0,'0'0'572'15,"0"0"-465"-15,0 0 98 0,0 0-63 16,0 0-86 0,0 0 11-16,-64-18-52 0,76 72 20 15,14 21 0-15,-9 11-27 16,-6-9 3-16,-1-1-11 15,-6-12-19-15,-4-7 1 16,12-9-127-16,-2-16-107 16,-3-17-247-16</inkml:trace>
  <inkml:trace contextRef="#ctx0" brushRef="#br1" timeOffset="11820.06">12845 4649 991 0,'0'0'88'0,"0"0"112"16,0 0-83-1,0 0-86-15,0 0-26 0,0 0-5 16,231-24-18-16,-187 24-79 16,-15 0-174-16,-20 6-93 15,-9-3-217-15</inkml:trace>
  <inkml:trace contextRef="#ctx0" brushRef="#br1" timeOffset="12169.83">12845 4649 608 0,'-59'-30'177'15,"59"30"-35"-15,0 0-10 16,0 9-54-16,0 26-5 16,0 16 9-16,0 7-64 15,0-9-2-15,0-1-16 0,0-11 3 16,0-11-4-16,0-12 1 15,0-5-11 1,0-6 7-16,0-3-12 16,0 0 14-16,0 0 0 15,11 0-35-15,15-17 35 0,15-10 2 16,15 4 0-16,5 4 17 16,10 14-13-1,12 5 37-15,-1 0 8 0,-11 24 6 16,-19 20 21-16,-33 4-49 15,-19 6-5-15,0-1 11 0,-62-2-19 16,-25-6 10-16,-21-1-24 16,2-8 5-1,9-10-16-15,21-5-61 0,17-15-73 16,17-6-79-16,30-15-245 16</inkml:trace>
  <inkml:trace contextRef="#ctx0" brushRef="#br1" timeOffset="12456.61">14262 4606 1068 0,'0'0'70'0,"0"0"88"0,0 0 9 0,0 0-80 0,0 0-61 0,0 0 47 15,0 155-14-15,4-61-34 16,-4-3-5-16,0-10-14 16,7-12-4-16,3-7-2 15,2-7-41-15,-8-10-61 16,-1-13-152-16,-3-18-220 0</inkml:trace>
  <inkml:trace contextRef="#ctx0" brushRef="#br1" timeOffset="12854.15">14660 4842 289 0,'0'0'717'0,"0"0"-675"0,0 0 143 16,54-176-72-1,17 147-80-15,0 17 3 0,-8 12-16 16,-23 0-15-16,-9 12 7 16,-24 32-12-16,-7 13 0 15,0 9 7-15,-26-3-7 16,-33-10 0-16,0-12 0 16,-9-7 4-16,28-17-13 15,14-5 5-15,21-9-31 16,5 1 25-16,0 2-46 15,43-2 56-15,16 3 0 16,7 9 5-16,2 4 15 0,-9 10 11 16,-5 8 18-16,-23 2 10 15,-19-6-1-15,-12 0 0 16,-10-2 0-16,-70-1-22 16,-33-1 4-1,-12-13-40-15,2-8 1 0,20-9-2 16,27 0-39-16,34-26-77 15,32-29-121-15,10-13-275 16</inkml:trace>
  <inkml:trace contextRef="#ctx0" brushRef="#br1" timeOffset="13140.22">16695 4592 1317 0,'0'0'63'0,"0"0"48"0,0 0 46 0,0 0-58 0,0 0-86 16,0 0-8-16,0 60 14 15,0 32-12-15,0 0 2 16,0-10-9-16,0-11-11 15,0-8 7 1,0-17-60-16,0-15-94 0,11-13-58 0,20-18-182 16,4 0-392-1</inkml:trace>
  <inkml:trace contextRef="#ctx0" brushRef="#br1" timeOffset="13331.27">17126 4687 415 0,'0'0'682'0,"0"0"-505"16,0 0 9-16,0 0-55 0,0 0-71 16,0 0-45-1,12 114 21-15,9-52-36 0,0 1 5 16,-7-3-10-16,-14-5-92 16,0 0-84-16,-37-13-179 15,-53-13-422-15</inkml:trace>
  <inkml:trace contextRef="#ctx0" brushRef="#br1" timeOffset="15782.49">8158 4276 755 0,'0'0'33'0,"0"0"29"0,0 0 94 0,0 0-107 15,0 0-28-15,42-179 15 16,17 92-35 0,33-12 24-16,31-5-3 15,28 2-15-15,42 4 54 16,21 15 14-16,15 12 21 15,12 20 22-15,1 33-43 16,-10 18 20-16,-11 32-45 0,-28 43-44 16,-42 24 33-16,-28 14-33 15,-41 12-2-15,-27-5 30 16,-20-11-32-16,-18-15 17 16,-6-26-11-16,-6-11-4 15,2-19 22-15,-7-15-26 16,7-10 0-16,-7-7 7 15,0-6-1-15,7 0-6 16,-7 0 0-16,0 0 11 16,0 4-13-16,0-4 2 0,0 0 0 15,0 0 2-15,0 0 4 16,0 0-6-16,3 0 0 16,-3 0 5-16,0 0-17 15,0 0 12-15,0 0 0 16,0 0-12-16,0 0 15 15,0 0-3-15,0 0 0 16,0 0 6-16,0 0-17 16,0 0 11-16,0 0 0 15,0 0-14-15,0 0 16 16,0-23-4-16,0-17-4 16,0-20-8-16,0-14 1 0,14-16 11 15,40-12-7-15,10-5-5 16,28 3 0-16,23 17 8 15,8 19 5-15,11 13-1 16,-4 17-8-16,4 13 10 16,10 9 0-16,-3 12-6 15,-2 4 6-15,5 9 0 0,-14 29-1 16,-15 13 12-16,-25 15-15 16,-19 12 4-16,-12 12 0 15,-31 2 5 1,-19 0 7-16,-9-2-12 15,0-15 5-15,0-4 5 0,-4-17 0 16,-18-13-10 0,4-1 0-16,6-17 2 15,5-3-2-15,0-8 0 0,7-8 0 16,0-4 12 0,0 3-18-16,0-3 6 0,0 0 0 15,0 0-10-15,-10-19 10 16,6-28-2-16,-4-15-2 0,8-12-6 15,0-2 0-15,0 6 7 16,22-2 3 0,22-3-18-16,15 5 18 0,5 3-9 15,12 10 2-15,11 7-27 16,5 4 29-16,9 8-20 0,-4 4-7 16,-1 8 31-16,-8-2-22 15,-15 14 22-15,-14 2-1 31,-19 6-21-31,-10 6 20 16,-4 0-4-16,5 0-3 16,4 18 0-16,3 18 3 15,0 6 7-15,-1 2-3 0,13 10 7 16,-1 6-6-16,20 9 2 16,2 2 0-16,-1 1 0 15,-11-7 0-15,-12-1 0 16,-16-5 0-16,-19-3 11 15,-12 1-6-15,0-9-5 16,0-7 1-16,-38 1 31 16,3-10-31-16,6-4 13 15,4-7-3-15,8-10-2 16,5-5-3-16,12-3-6 0,0-3 0 16,0 0 1-16,0 0 0 15,0 0-1-15,0-18 0 16,0-27-20-1,17-14 14-15,28-13 6 0,6-3-34 16,4 1 32 0,-1 0-25-16,-2-1 24 0,-3 3-1 15,5 3-6-15,10 5 2 16,0 7 3-16,21 6-19 0,9 6 21 16,0 3-21-1,12 4 24-15,5 10-6 0,-12 7 12 16,-12 7-2-16,-9 11 11 15,-19 3-13-15,2 0 30 16,-2 6-29-16,21 26 20 16,3 7-1-16,18 13-20 15,8 4 23-15,9 10-11 16,4 6-12-16,-4 5 22 16,-9 0-22-16,-6-1-2 0,-25-8 9 15,-26-6-2-15,-14-11-2 16,-24-1-5-16,-14-7 4 15,0 2 14 1,0-1-17-16,-5-2 12 16,-16-7 3-16,14-10-9 15,2-10-1-15,5-7-6 16,0-5 1-16,0-3-2 0,0 0 1 16,0 0 0-16,0 0-2 15,0 0 9-15,0 0-7 16,0 0 0-16,0 0 4 0,0 0-2 15,0 0 2-15,0 0-4 16,0 0 17-16,0 0-11 16,0 0 11-16,0 0 0 15,0 0-13-15,0 0 40 16,0 0-39 0,0 0 8-16,0 0 11 0,0 0-22 15,0 0 22-15,0 0-19 0,0 0 2 16,0 0-1-16,0 0-5 31,0 0-1-31,0 0 0 16,0 0-7-16,0 0 6 0,0 0-11 15,0 0-26-15,0-11 34 16,0-16-36-16,24-6 1 16,9-9 23-16,-3 4-15 15,13-5 30-15,6-5 0 0,15 1 1 0,11 2-2 31,24 1 2-31,38-10 0 0,24 0 5 16,39 0 3-16,17-2-7 16,14 17-1-16,16 10 0 15,-4 12 1 1,-16 15-1-16,-27 2 0 0,-40 14-6 16,-30 37 4-16,-31 21 2 0,-31 11 0 31,-32 8 3-31,-32-5-8 15,-4 0 5-15,0 1 0 0,-40-6-3 16,-2-7 6-16,2-8-6 16,19-16-18-16,11-11-109 15,10-18-3-15,0-10-155 16,0-11-207-16</inkml:trace>
  <inkml:trace contextRef="#ctx0" brushRef="#br1" timeOffset="16882.43">17982 3270 1007 0,'0'0'128'0,"0"0"35"0,0 0 44 0,0 0-87 0,0 0-75 15,0 0-40-15,21-2-5 16,33-2 0-16,26-1-14 0,17-5-94 15,19 2-129-15,-1-7-130 16,3-7-148-16</inkml:trace>
  <inkml:trace contextRef="#ctx0" brushRef="#br1" timeOffset="17151.81">19033 2963 765 0,'0'0'116'16,"0"0"29"-16,0 0 59 0,0 0-80 15,0 0-55-15,295-96-14 0,-241 96 2 32,-16 0-56-32,-17 42 12 15,-16 12-13-15,-5 12 6 0,-26 3 9 0,-28-9-15 16,-15-11 0-16,15-12 1 16,7-13 11-16,19-13-12 15,11-5 0-15,17-6 8 16,0 0-22-16,5 0 8 15,70 0 6-15,55 0-12 16,42-12-10-16,26-14-51 16,7 1-54-16,-23 10-110 0,-29 4-114 15</inkml:trace>
  <inkml:trace contextRef="#ctx0" brushRef="#br1" timeOffset="18060.09">21068 5290 840 0,'0'0'158'0,"0"0"36"0,23-170 30 0,-23 114-99 16,0 4-36-16,0 11-14 0,-40 8-59 15,-26 15-14-15,-23 18 15 16,-20 0-13-1,1 15-4-15,11 21 0 0,26 5 6 16,38 1-20-16,26 0 12 16,7-3-14-16,31-7 2 15,42-11-2-15,5-8 9 16,-3-13 6-16,1 0 0 0,-3 0-3 16,-14-13 4-16,-14-8 0 31,-12 10 22-31,-22 2-10 0,-4 9 23 0,-7 0 6 15,7 0-33 1,5 26 14-16,19 34-19 16,9 24 9-16,7 9 14 15,3 1-26-15,1-1-1 16,-1-3-5-16,-8-4-65 16,-23-3-44-16,-19-17-211 15,-7-18-401-15</inkml:trace>
  <inkml:trace contextRef="#ctx0" brushRef="#br1" timeOffset="19253.04">2830 3862 141 0,'0'0'280'0,"0"0"-182"15,0 0 34-15,0 0 18 0,0 0-13 0,0 0-46 0,63-60 28 16,-63 60-25-16,-56 11-73 16,-41 43 12-16,-49 30-11 15,-59 26-4-15,-43 15 32 16,-25 6-46-16,-17-3-2 16,14-5 14-16,38-4-12 15,45-11 0-15,44-16-4 16,52-21 1-16,46-14-14 15,25-14-40-15,26-15-44 16,0-7-52-16,4-8 1 0,46-13-64 16,9 0-14-16,7-3-293 15</inkml:trace>
  <inkml:trace contextRef="#ctx0" brushRef="#br1" timeOffset="19523.37">2745 4132 233 0,'0'0'298'0,"0"0"-248"0,0 0 88 15,134-167 4-15,-134 159-46 16,0 2 5-16,0 6 6 16,-54 0-58-16,-59 53-29 15,-66 43-11-15,-66 35 25 16,-57 35-12-16,-54 35-16 15,-26 26-4-15,-2 17 6 16,4 10-16-16,36-7-27 16,56-12-88-16,62-23-114 15,66-24-238-15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06:55.938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6498 6704 1056 0,'0'0'250'0,"0"0"-135"0,0 0 98 0,0 0-105 0,0 0-80 32,0 0 13-32,0 0-10 0,0 0-22 15,-7 33 54 1,42 56-41-16,-11 4-9 15,-5 0 9-15,-10-2-12 16,8 3-3-16,-10-11-7 16,7-8-40-16,-7-10 15 15,3-15-80-15,-10-16-13 0,9-20-132 16,-9-14-188-16,0-14-99 16</inkml:trace>
  <inkml:trace contextRef="#ctx0" brushRef="#br0" timeOffset="396.47">6583 6978 690 0,'0'0'150'0,"0"0"-17"16,26-166 85-16,64 109-129 15,25 2-15-15,-7 17-7 16,-4 17-24-16,-19 21-17 16,-33 4-26-16,-28 45 5 0,-24 20 5 15,0 2-9-15,-59 5 1 16,-17-8 2-16,-6-15 10 15,-3-1-17-15,2-15 3 16,10-5 0-16,24-15 7 16,18-11-7-16,24-6-6 15,7 0 5-15,0 0-42 16,28-12 5-16,45-11 32 16,22 3 12-16,11 15 8 15,2 5-7-15,-9 5 18 0,-21 29 14 16,-24 9-10-16,-26-3 29 15,-28 3-14-15,0-5-12 16,-11-5 25-16,-48-3-36 16,-19-7 1-16,-12-4 5 15,-2-10-20-15,3-9-1 16,13 0-6-16,22-21-38 0,35-12-9 16,19 4-138-1,0 4-268-15,47 16-575 16</inkml:trace>
  <inkml:trace contextRef="#ctx0" brushRef="#br0" timeOffset="604.36">8134 7601 1501 0,'0'0'118'0,"0"0"-78"0,0 0 86 0,0 0-101 15,0 0-12-15,0 0-10 16,-198 115-3-16,212-62-29 16,-2-2-5-16,-12 2-90 0,0-8-146 15,-12-16-260-15</inkml:trace>
  <inkml:trace contextRef="#ctx0" brushRef="#br0" timeOffset="873.45">8445 6829 1327 0,'0'0'83'16,"0"0"64"-16,0 0 7 16,0 0-68-16,0 0-69 15,0 0 34-15,175 5-30 0,-97 52-20 16,-12 9 16-1,-3 3-17-15,-13-7-9 0,-12-4-2 16,4-7-62-16,-4-19 7 16,-5-12-123-16,5-17-169 31,-5-3-206-31</inkml:trace>
  <inkml:trace contextRef="#ctx0" brushRef="#br0" timeOffset="1143.68">9535 6722 860 0,'0'0'92'0,"0"0"65"0,0 0 21 15,0 0-106-15,-276-30-22 16,217 75-21-16,9 12 8 16,3 11 27-16,10 4-44 15,-1 6 26-15,12 5 17 16,12 0-19-16,7-3 14 15,7-8-27-15,0-6-9 16,0-9 3-16,0-9-20 16,30-11-10-16,6-3 3 0,-1-11-67 15,3-8-23-15,-3-11-199 16,-2-4-217-16</inkml:trace>
  <inkml:trace contextRef="#ctx0" brushRef="#br0" timeOffset="1285.9">9957 7601 1393 0,'0'0'144'15,"0"0"10"-15,0 0-70 16,-40 168-61-16,35-106-23 16,-12 2-6-16,-6-9-34 15,-8-3-97-15,3-13-119 16,2-19-176-16</inkml:trace>
  <inkml:trace contextRef="#ctx0" brushRef="#br0" timeOffset="1603.03">11230 6900 1121 0,'0'0'18'0,"0"0"150"16,0 0-18-16,0 0-110 16,0 0-6-16,0 0-34 15,-198-54 0-15,115 118 24 0,-9 11-22 16,10 8 18-16,11 12 25 16,21-6-17-16,29-3 21 15,21-7-39 1,21-17-9-16,60-11-2 15,20-18 4-15,17-21-3 0,-3-12 0 16,3 0 4 0,-21-6-13-16,-7-25-62 0,-34-6-81 15,-13 0-194-15,-20 8-405 16</inkml:trace>
  <inkml:trace contextRef="#ctx0" brushRef="#br0" timeOffset="1825.76">12107 7581 1444 0,'0'0'133'16,"0"0"-53"-16,0 0 45 0,0 0-77 0,0 0-17 16,-10 191-31-1,27-143-10-15,-15-4 5 0,-2-5-73 16,0-1-29-1,-2-8-143-15,-36-11-270 0</inkml:trace>
  <inkml:trace contextRef="#ctx0" brushRef="#br0" timeOffset="2238.71">12840 6766 1195 0,'0'0'96'15,"0"0"75"-15,0 0-15 16,0 0-101-16,0 0-50 16,0 0 13-16,-17-9-14 15,62 75 11-15,7 11 21 0,9 1-31 16,8 3 10-16,1-7 3 15,-11-2-14-15,0-13 13 16,-16-11-17-16,-17-11 0 16,2-16 2-16,-21-8 0 15,-2-10-2-15,7-3 0 16,-3-5 4-16,17-46 10 16,2-24-8-16,5-20-1 0,0-2 16 15,-2 6-9-15,-10 16-1 16,-4 18 10-16,-13 19-18 15,-4 15 20 1,0 10-23-16,0 10-9 16,0 3 0-16,0 0-63 0,0 9-38 15,0 36-208-15,-16 12-369 16</inkml:trace>
  <inkml:trace contextRef="#ctx0" brushRef="#br0" timeOffset="2414.26">14038 7458 1445 0,'0'0'75'15,"0"0"76"-15,-8 165-10 16,8-104-127-16,0-1-7 16,0-5-12-16,0-10 5 15,0-7-45-15,0-7-53 0,0-14-179 16,0-17-177-1</inkml:trace>
  <inkml:trace contextRef="#ctx0" brushRef="#br0" timeOffset="2667.79">15216 6694 452 0,'0'0'907'0,"0"0"-809"15,0 0 108 1,0 0-113 0,0 0-62-16,0 0-5 0,-19 72-5 0,38 24 16 15,3-4-37-15,-18-2 7 16,-4-10-14-16,0-12 7 16,0-8-39-16,0-14-13 15,0-12-106-15,0-11-165 16,0-23-274-16</inkml:trace>
  <inkml:trace contextRef="#ctx0" brushRef="#br0" timeOffset="2906.22">15263 6617 1076 0,'0'0'51'0,"0"0"47"15,0 0 98 1,366-131-90-16,-168 131-51 0,-9 36 18 0,-43 33-32 15,-54 14-5 1,-59 3-32-16,-33 5 13 0,-78-5-18 31,-49-3 1-31,-29-8 0 16,-11-10 6-16,-1-11-6 16,17-16-31-16,38-13-45 15,28-16-130-15,40-9-180 16</inkml:trace>
  <inkml:trace contextRef="#ctx0" brushRef="#br0" timeOffset="3097">16480 7461 1539 0,'0'0'137'16,"0"0"-94"-16,0 0 103 15,-50 183-130-15,74-130-8 16,7-9-16-16,-29-1-57 16,-2-5-52-16,-7-7-346 15</inkml:trace>
  <inkml:trace contextRef="#ctx0" brushRef="#br0" timeOffset="3458.46">18149 6399 1281 0,'0'0'2'0,"0"0"27"16,0 0 79-16,0 0-105 16,0 0 3-16,0 0-6 15,-259 15-7-15,235 45 2 16,17-2-25-16,7 1-3 15,0 3 33-15,26 0-12 16,26 4 12 0,9 4 29-16,-2 4 7 0,0 0 49 0,-31-5-1 15,-18-10 8 1,-10-11-21-16,-14-12-50 16,-52-12 25-16,-10-13-24 15,-16-8-17-15,0-3 9 0,12-14-14 16,19-35-20-16,26-13-13 15,30-10-65-15,5 6-190 16,0 20-427-16</inkml:trace>
  <inkml:trace contextRef="#ctx0" brushRef="#br0" timeOffset="3654.76">18606 7241 1569 0,'0'0'84'0,"0"0"-19"0,0 0 46 31,0 0-64-31,0 0-34 16,71 176-2-16,-71-114-22 16,0-5-7-16,0-6-86 15,0-9-70-15,-19-16-378 0</inkml:trace>
  <inkml:trace contextRef="#ctx0" brushRef="#br0" timeOffset="3910.2">19832 6548 1452 0,'0'0'33'16,"0"0"63"-16,0 0 48 15,0 0-56-15,0 0-54 16,0 0-1-16,104 207 23 16,-71-100-46-16,-12-6-6 15,-11-12 3-15,-10-8-7 16,0-16 0-16,0-11-30 0,-12-8-51 16,-14-14 4-16,0-17-180 15,0-15-347-15</inkml:trace>
  <inkml:trace contextRef="#ctx0" brushRef="#br0" timeOffset="4089.26">20059 6543 1260 0,'0'0'106'0,"0"0"5"0,0 0 62 15,0 0-86-15,297-104-78 16,-163 104-1-16,-37 0-8 15,-31 11-33 1,-36 16-75-16,-30 12-129 0,-23 8-99 16,-50 1-125-16</inkml:trace>
  <inkml:trace contextRef="#ctx0" brushRef="#br0" timeOffset="4259.83">20066 6969 252 0,'0'0'678'0,"0"0"-453"16,0 0 19-16,0 0-74 15,0 0-66-15,0 0-41 16,283 34-49-16,-142-46-13 16,-6-10-1-16,-11 5-70 15,-46 8-149-15,-47 9-192 16,-31 0-233-16</inkml:trace>
  <inkml:trace contextRef="#ctx0" brushRef="#br0" timeOffset="4403.1">19962 7468 985 0,'0'0'229'0,"0"0"-72"16,0 0 32-16,0 0-74 15,276 83-91 1,-118-83-4-16,-10-7-20 0,-27-16-96 0,-32-9-143 16,-35 1-448-16</inkml:trace>
  <inkml:trace contextRef="#ctx0" brushRef="#br0" timeOffset="4576.92">21433 7383 1398 0,'0'0'153'0,"0"0"-9"16,0 0-2-16,-87 178-66 0,87-122-57 31,0-3-12-31,0-7-14 0,0-5-36 0,-35-6-92 15,-27-11-214-15,1-5-823 32</inkml:trace>
  <inkml:trace contextRef="#ctx0" brushRef="#br0" timeOffset="4872.67">23180 6361 1336 0,'0'0'15'0,"0"0"41"15,109-153 132-15,1 136-101 0,25 17-26 16,-6 2-31-1,-13 44-10-15,-38 16 24 16,-36 10-37-16,-42 9-5 0,-16 2-2 16,-88 6-14-1,-26 4 1-15,-18 2-79 0,6-3-190 16,24-7-233-16</inkml:trace>
  <inkml:trace contextRef="#ctx0" brushRef="#br0" timeOffset="4989.72">23032 7510 1195 0,'0'0'213'0,"0"0"-40"0,0 0-13 16,0 0-94-16,0 0-66 15,0 0-37-15,103 11-134 16,-103-31-625-16</inkml:trace>
  <inkml:trace contextRef="#ctx0" brushRef="#br1" timeOffset="8570.16">6175 5699 903 0,'0'0'170'0,"0"0"1"0,0 0-32 0,0 0-40 0,0 0-68 0,0 0-7 0,-193-117-10 16,219 64-4-1,33 8 1-15,4 5-11 0,15 14 11 16,7 14 43 0,-10 12-33-16,-1 6-1 0,-25 51-16 15,-16 18 7-15,-26 14-3 16,-7 3-8-16,-5-5 1 15,-49-7 30-15,-12-8-27 16,-5-15 18-16,8-16 7 16,13-13-29-16,20-10 28 0,13-10-26 15,17-5 3-15,0-3-1 16,10 0-4-16,53 0 0 16,41-5-5-16,23-22 10 15,3-12-11 1,16-2-30-16,10-4-51 0,6-4-117 15,-13 7-264-15,4 7-335 16</inkml:trace>
  <inkml:trace contextRef="#ctx0" brushRef="#br1" timeOffset="8944.98">7995 5550 910 0,'0'0'95'0,"0"0"64"0,0 0-87 16,0 0-37-16,0 0-25 0,328-125 12 0,-194 110 26 15,-25 11 27-15,-34 4-6 16,-44 30-68-16,-31 35 13 15,-5 19 23 1,-75 12-23-16,-17 2 25 0,-11-6-6 16,4-11 4-16,14-22 29 15,24-14-50 1,31-20 6-16,19-10-5 0,16-7-14 0,0-2-3 16,59-6 0-16,30 0-1 31,22-14-14-31,7-23-32 15,0-1-84-15,0-7-78 16,-22-1-199-16,-11 0-495 16</inkml:trace>
  <inkml:trace contextRef="#ctx0" brushRef="#br1" timeOffset="9142.95">9066 5538 937 0,'0'0'186'0,"0"0"-26"15,0 0 14-15,0 0-92 16,0 0-72-16,0 0 20 16,174-45-25-16,-59 33 4 15,-23 0-9-15,-28 2-55 16,-19 4-37-16,-19 2-71 16,-26-1-72-16,0 3-48 0,-10 2 20 15</inkml:trace>
  <inkml:trace contextRef="#ctx0" brushRef="#br1" timeOffset="9524.83">9040 5495 589 0,'0'0'255'15,"0"0"-49"-15,0 0 11 16,0 0-89-16,0 0-28 16,-71 192-43-16,71-133-48 0,0 0 21 15,0-5-30-15,7-8 0 16,5-10-1-1,-3-15-2-15,-9-13 2 0,5-4-7 16,0-4-9-16,6 0 8 16,3-12 2-16,12-22 7 15,15-4 2-15,1-2 5 16,-4 11-7-16,9 9 0 0,-2 3 2 16,6 15-2-16,-6 2 7 15,7 0-6 1,-12 39 35-16,-9 15-16 15,-17 5 30-15,-14 1-20 0,0-9-15 16,-7-3 39-16,-43-5-47 16,-9-3-2-16,-7-8 3 15,5-7-8-15,0-10-6 16,4-13-36-16,8-2-92 16,-1 0-90-16,1 0-189 15</inkml:trace>
  <inkml:trace contextRef="#ctx0" brushRef="#br1" timeOffset="11761.74">10869 5678 958 0,'0'0'128'0,"0"0"0"16,0 0 11-16,0 0-16 0,0 0-80 0,0 0-25 0,248-140-4 16,-208 140-13-16,-10 8-1 0,1 35 5 15,-17 10 0-15,-14 1 13 16,0-4-18-16,0-6 0 16,-28-10 7-16,4-11-4 15,5-11-3 1,15-9 0-16,4-3 6 15,0 0-7-15,0 0 1 16,0 0-4-16,9 0-1 16,34 0 10-16,25-3-4 0,3 3 5 15,11 12-3-15,-4 36 24 0,-12 12-16 16,-26 3-8-16,-31-3 23 16,-9-5-22-1,-4-7 18-15,-55-5 6 16,-19-11-17-16,-7-11 23 15,-7-12-20-15,12-9-14 0,-3 0 21 16,20-21-21-16,4-26-3 16,28-10 2-16,22-3-33 15,9 6 4 1,14 7-100-16,43 17-194 0,9 10-333 0</inkml:trace>
  <inkml:trace contextRef="#ctx0" brushRef="#br1" timeOffset="12741.59">12618 5821 761 0,'0'0'217'0,"0"0"-72"0,0 0 27 0,0 0-68 0,0 0-65 16,3-177 3-16,65 143-19 15,-9 13-7-15,-10 10 46 16,-16 11-37-16,-7 0-6 0,-26 34 5 16,0 23-13-1,0 15 19-15,-42 2-12 16,-12-5-11-16,-5-1 37 15,9-12-36-15,10-8 5 16,21-8 5-16,12-14-12 0,7-1-8 16,7-11 2-1,48-8 0-15,13-3-14 0,5-3-5 16,0 0-31-16,-14-13 10 16,0-10-34-16,-26-7 23 15,-7-9 25-15,-12-9 26 16,-9-1-8-16,14-8 8 15,0-1 0-15,14 1 20 0,18 7-18 16,1 9 16-16,10 14-3 16,-13 8-14-16,-2 15 33 15,-4 4-30 1,-15 0 10-16,-7 35-4 0,-7 13 1 0,-14 4-9 16,0 11 5-16,0 0-5 15,-26-5 25 1,-7-5-26-1,-9-12-1-15,0-11 2 0,18-6 5 16,10-12-7 0,7-4 0-16,7-3 3 0,0-5-16 15,0 0 13-15,14 0 0 16,42 0-1-16,15 0 12 16,16-7-11-16,15-14 0 15,11-2-4-15,0 1-3 16,-9 1-8-16,-15 4 0 0,-37 5 8 0,-21 5-12 15,-24 5 1 1,-7-2 2-16,0 4-31 16,0-3-21-16,0 3-93 15,0 0-87-15,0-1-169 0</inkml:trace>
  <inkml:trace contextRef="#ctx0" brushRef="#br1" timeOffset="13767.45">15452 5376 868 0,'0'0'176'0,"0"0"42"0,0 0 35 0,0 0-116 16,0 0-68-1,0 0-11-15,-47-92-52 0,47 143 9 0,0 18 5 16,0 11-20-1,0-3 18-15,0-11-18 16,0-12 0-16,-14-16 1 0,0-13 2 16,7-17-3-1,7-4 0-15,0-4 0 0,0 0-9 16,0 0-4-16,11 0 0 16,44 0 2-16,15 0 17 15,20 0-6 1,2 6 0-16,-10 2 3 15,3-5-16-15,-21 0 10 0,-19-3-2 0,-19 0-3 16,-10 0 8-16,-16-18 0 31,0-9 0-31,0-11 5 16,-16-7-2-16,-15 7-3 16,12 1 0-16,-2 17 13 15,16 7-3-15,0 8-3 16,5 5 3-16,0 0-4 0,0 35 14 15,0 37-20-15,22 17 19 16,15 8 17-16,11-12-33 16,-4-10 8-16,3-12-11 15,-9-16 3-15,-10-11-12 16,-6-9-9-16,-8-3-45 16,0-7-22-16,-2-11-265 15,-12-6-368-15</inkml:trace>
  <inkml:trace contextRef="#ctx0" brushRef="#br1" timeOffset="14593.83">17444 5478 203 0,'0'0'793'0,"0"0"-567"0,0 0-2 16,0 0-55-16,0 0-51 0,0 0-64 0,-35-117-30 15,35 117 31-15,0 37-51 16,0 28 13-16,0 12 11 16,12 5-23-16,-5-8 8 15,-7-6-13-15,4-8 0 16,-4-9-12-16,0-15-22 15,7-6-38-15,8-15-20 16,11-13-139-16,7-2-131 0,4 0-157 16</inkml:trace>
  <inkml:trace contextRef="#ctx0" brushRef="#br1" timeOffset="14959.61">18085 5767 622 0,'0'0'232'16,"0"0"-91"-16,0 0 84 15,26-202-92-15,-26 141-47 16,0 10-13-16,-26 14-42 16,-25 10-1-16,-11 14-7 0,-20 13-20 15,-3 3-3 1,2 43 0-16,20 10 0 16,20 3-7-16,43-2 0 0,0-12-51 15,26-12 36-15,38-12-31 16,7-16 20-16,-8-5 25 15,-4 0 2-15,-14-14 4 16,-12-18 2-16,-2-5 0 16,-10 4 35-16,-9 9-6 15,-5 9 27-15,-7 9 21 16,0 6-33-16,0 0 25 16,0 13-52-16,9 44-4 0,24 20 12 15,3 12-21-15,4-3-4 16,2-7 0-16,-14-5-31 15,-4-6-50-15,-22-4-102 16,-2-6-181-16,0-6-261 16</inkml:trace>
  <inkml:trace contextRef="#ctx0" brushRef="#br1" timeOffset="15836.69">20493 5192 1243 0,'0'0'132'0,"0"0"39"0,0 0-19 0,0 0-87 0,0 0-7 0,0 0-54 16,-104 12 5-16,104 42 18 0,16-8-20 15,10-6-7-15,-5-11 0 16,-4-9 4-16,-1-7-5 15,-11-7 1-15,-5-6 0 16,3 0-10-16,6 0-2 16,7 0 11-16,15 0 1 15,7 0 0-15,7 4 13 16,2 10-11-16,-10 9-1 16,1 11 16-16,-12-2-11 0,-19 5-6 15,-7-8 0 1,0 4 4-16,0-7-12 0,-21-1 1 15,9-7-48-15,0-9-19 16,1-9-180-16,1 0-156 16,-4-9-177-1</inkml:trace>
  <inkml:trace contextRef="#ctx0" brushRef="#br1" timeOffset="16074.48">20563 5254 453 0,'0'0'439'0,"0"0"-287"15,0 0 87 1,0 0-103-16,0 0-54 0,0 0 7 16,236-179-45-16,-139 145 21 15,-8 5-31-15,-9 3-32 16,-16 5 6-16,-7 6-4 0,-17 9-8 16,-10-3 4-1,-4 9-37-15,-12-3-11 0,-6 3-51 16,-8 0-43-16,0 0-98 15,0 0-57-15,-55 6-275 32</inkml:trace>
  <inkml:trace contextRef="#ctx0" brushRef="#br1" timeOffset="17348.95">6055 5585 506 0,'0'0'107'0,"0"0"16"0,0 0 19 0,0 0-45 0,0 0-33 0,0 0 57 0,111-62-42 15,-59 11-38-15,2-9 32 16,5-2-39-16,0-10-18 16,11-8 31-16,20-11-43 15,18-9 9-15,48-12 5 16,37 3-17-16,48-5 47 15,35 2-17 1,23 10-3 0,17 13 31-16,-2 20-31 0,9 26 13 15,-5 34-9 1,-5 9-32-16,3 49 32 0,-26 29-30 16,-30 10 1-16,-48 9 20 15,-59 0-16-15,-45-5-7 16,-44 1 1-16,-21-3 6 15,-20-15 12-15,-16-7-19 16,0-11 0-16,-7-9 15 16,0-10-10-16,3-11-5 0,1-6 0 15,6-6 9-15,-1-4-16 16,-2-5 7-16,-7 0 0 16,5-6-1-16,-5 3 4 15,0-3-3-15,0 0 0 16,0 0 5-16,0 0-15 15,0 0 7-15,0 3-34 16,0-3 30-16,0 0-50 0,0 0-34 16,0-12-63-1,0-11-40-15,-21 8-89 0,-17 7-132 16</inkml:trace>
  <inkml:trace contextRef="#ctx0" brushRef="#br1" timeOffset="20520.65">10942 5490 379 0,'0'0'257'0,"0"0"-133"0,0 0 31 0,0 0-49 0,0 0-1 0,0 0-99 0,109-177 17 16,20 90 38-16,34-19-15 15,42-16 20-15,33-15 0 32,33 3-27-32,17 7 33 0,14 21-25 0,9 21 9 31,-14 32 11-31,-7 30-51 16,0 23 23-16,7 29-13 15,-5 46-22-15,-7 14 23 16,-35 4-27-16,-37-4 0 0,-34-8 1 15,-47-3 13 1,-36-13-14-16,-34-5 0 0,-34-12 4 16,-23-7-3-16,-5-8-1 15,0-4 0-15,0-5-6 16,0-5-7-16,0-7-7 16,0-3-53-16,0-7-86 15,-5 2-57-15,-9 1-213 0</inkml:trace>
  <inkml:trace contextRef="#ctx0" brushRef="#br1" timeOffset="21076.05">15553 5230 939 0,'0'0'78'0,"0"0"48"0,0 0 2 0,0 0-39 0,-4-190-60 16,77 102-6-16,9-9 10 0,27-14-30 15,18-11 14-15,24-6-14 16,38-6 1-16,39-7 14 16,46 1-16-16,49 6 19 31,37 23 27-31,41 22-34 0,38 32 19 0,6 27 5 15,20 28-22-15,-27 2 23 0,-30 60-38 16,-38 23 4 0,-59 12 11-16,-51 7-7 15,-50-13-4-15,-55-9-5 0,-46-11 6 16,-39-6-5-16,-27-10-1 16,-27-6 0-16,-16-4-7 15,0-8-1 1,0-4-26-16,-4-5-59 15,-37-2-67-15,-15-3-57 16,-22-6-199-16</inkml:trace>
  <inkml:trace contextRef="#ctx0" brushRef="#br1" timeOffset="22264.88">8387 8571 1125 0,'0'0'122'0,"0"0"7"0,0 0 25 0,0 0-75 0,0 0-8 0,0 0-62 15,40 72-6-15,87 47 50 16,29 27-51-16,13 9 11 15,22-9-5-15,14-27 2 16,43-23 0-16,37-31-10 16,22-22 0-16,16-29 16 31,-26-14-8-31,-17-8-8 0,-16-49 0 0,-2-24 6 16,2-27 9-16,-19-28-15 0,-4-25 0 15,-32-9 5 1,-20 3 3-16,-22 17-8 0,-32 29 2 15,-22 19 8-15,-33 25-3 16,-21 22-7-16,-26 23 0 31,-16 17-15-31,-8 9 9 16,-9 6-19-16,0 0-2 16,-9 2-90-16,-46 32-57 15,-30 6-180-15,-11 3-347 16</inkml:trace>
  <inkml:trace contextRef="#ctx0" brushRef="#br1" timeOffset="23408.1">12797 8127 890 0,'0'0'97'0,"0"0"60"0,0 0 22 0,-275-51-78 15,268 51-8 1,7 0-44-16,51 39-47 15,77 54 58 1,46 41-1-16,34 32-19 16,18 20 1-16,5-10-33 15,7-18 14-15,21-27-22 0,10-41 8 16,17-30-8 0,6-37 0-16,7-23 0 0,27-17-2 15,20-44 9-15,27-22-7 16,-6-25 0-16,-4-26 6 15,-42-16 9-15,-52-7-15 16,-55 2 0-16,-51 15 0 16,-52 15 6-16,-40 19-6 15,-27 23 0-15,-25 20-11 16,-16 20 8-16,-3 12-40 16,0 19-51-16,-26 12-92 0,-40 0-222 15,-14 12-238-15</inkml:trace>
  <inkml:trace contextRef="#ctx0" brushRef="#br1" timeOffset="24409.17">17847 8330 1024 0,'0'0'202'0,"0"0"-21"0,0 0 18 0,0 0-115 0,0 0-34 16,0 0-30-16,109 137-3 0,79 7 38 16,43 13-49-16,22-6 0 15,15-19 2-15,18-33-3 16,-1-31-5-16,19-15 0 16,36-9 9-16,39-16 0 15,41-15 5-15,28-13-10 0,33-41 14 16,14-43-5-1,-24-33-13-15,-35-29 0 16,-80-18-3-16,-84 3-14 0,-91 14 16 16,-68 25 1-1,-63 18 2-15,-31 23-2 0,-19 16-1 16,0 20-4-16,0 19-41 16,-26 14 22-16,-12 12-46 15,-9 0-111-15,-12 40-123 16,-24 9-296-16</inkml:trace>
  <inkml:trace contextRef="#ctx0" brushRef="#br1" timeOffset="25796.67">23109 6617 1107 0,'0'0'181'0,"0"0"8"0,0 0-12 0,0 0-65 0,0 0-63 15,0 0-41-15,-49-17 29 0,54 102-25 16,32 30 7-16,-8 0 15 16,-3 1-33-16,-5-7 22 15,0-8-17 1,0-10 0-16,-9-12 8 15,4-13-14-15,-6-13 0 0,-5-17 0 16,2-13 10-16,-7-8-11 16,0-11 1-16,0-4-7 0,0-4-8 31,0-45 3-31,-17-29-5 0,-4-24 9 0,9-21-5 16,12-20 13-16,0-9-9 15,17 7 9-15,46 7-9 16,10 27 9-16,5 30 0 15,9 28-4-15,-2 29 15 16,0 22-11 0,-14 2 0-16,-26 47 7 0,-38 37 0 0,-7 16-7 15,-57 9 0-15,-68-14-3 32,-9-14-3-32,-8-20-15 15,27-12-33-15,18-13-27 0,31-13-60 16,19-14-128-16,16-9-153 0</inkml:trace>
  <inkml:trace contextRef="#ctx0" brushRef="#br1" timeOffset="26321.95">23081 4765 818 0,'0'0'187'0,"0"0"68"0,0 0-9 0,0 0-107 0,0 0-39 16,0 0-49-16,-21 7-11 15,21 52 7-15,0 33-28 16,0 16 7-16,0-1-23 16,0-15 7-16,9-15-11 0,13-14 1 15,1-15-25 1,-9-9-3-16,-7-12-58 15,-7-7-60-15,5-20-162 0,0 0-275 16</inkml:trace>
  <inkml:trace contextRef="#ctx0" brushRef="#br1" timeOffset="26668.68">23593 4753 927 0,'0'0'81'0,"0"0"88"15,0 0 27-15,0 0-45 16,0 0-78-16,0 0-54 16,-88-113-1-16,88 122-18 15,0 54 0-15,0 29 0 16,12 18 7-16,5 7 0 16,-3-10-7-16,9-6 0 15,10-14 3-15,0-13-1 0,15-21-2 16,-1-16 0-16,0-17 5 15,-14-11-15-15,0-9 10 16,-17 0 0-16,1-3 38 16,-12-29-25-1,-5-10 14-15,0-2-24 0,-22 4 13 16,-27 17-27-16,-8 14 11 16,-9 9-43-16,0 0-24 0,-14 35-138 15,-7 14-118 1,2 4-215-16</inkml:trace>
  <inkml:trace contextRef="#ctx0" brushRef="#br1" timeOffset="27941.79">2733 4311 680 0,'0'0'230'0,"0"0"-95"0,0 0 53 0,0 0-29 0,0 0-83 0,0 0-8 15,-19-54-33-15,-51 106-20 16,-41 27 11-16,-38 33-24 15,-39 13 4-15,-29 9 23 0,-14 7-27 16,-17-4 26-16,24-7-13 16,29-10-14-16,29-24 18 15,42-20-18 1,27-19-1-16,40-17 0 0,22-18-3 16,25-5 3-16,10-8-49 15,0-9-54-15,41 0 34 16,25 0-71-16,21-19-55 15,9-28 18-15,15-13-107 0,5-14 10 16</inkml:trace>
  <inkml:trace contextRef="#ctx0" brushRef="#br1" timeOffset="28247.96">3167 4171 570 0,'0'0'141'15,"0"0"-71"-15,153-175 70 0,-141 147-19 16,-10 17-11 0,-2 5-5-16,0 6-40 0,0 0 8 15,-28 6-23-15,-64 47-20 16,-40 31-12-16,-28 30 6 16,-50 21-4-16,-38 25 18 15,-37 6-35 1,-17 5 2-16,8-2-4 0,34-14 2 0,41-18-3 15,52-20 0-15,42-19-21 16,47-15-14-16,43-19-51 16,35-14-77-16,0-17-113 31,0-21-150-31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08:19.984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6743 5705 1242 0,'0'0'92'0,"0"0"40"0,0 0 46 16,0 0-103-16,0 0-19 16,0 0-37-16,0 0 1 0,0 0 27 15,19 128-20-15,7-20-2 0,-5-4-16 16,-14-7-8-16,-2-9-2 16,9-4-7-1,-11-4-32 1,1-9-30-16,6-14-65 0,6-13-162 15,-4-31-207-15</inkml:trace>
  <inkml:trace contextRef="#ctx0" brushRef="#br0" timeOffset="238.34">6887 5719 948 0,'0'0'108'16,"0"0"23"-16,0 0 67 0,0 0-75 15,0 0-55-15,432-107-7 16,-263 160-36-16,-37 28-22 16,-42 14 1-16,-50 11-4 15,-40 0-6-15,-19-2 3 16,-78-2-4-16,-27-9 5 16,-16-12-16-16,15-15-5 15,24-28-31-15,23-21-131 16,31-17-155-16,35-35-527 15</inkml:trace>
  <inkml:trace contextRef="#ctx0" brushRef="#br0" timeOffset="509.29">8252 5801 1363 0,'0'0'24'0,"0"0"30"16,0 0 132-16,0 0-120 16,0 0-42-16,0 0 22 15,170 89-15-15,-69-17-3 16,-16-1-28 0,-31 4 0-16,-18-10-1 0,-17-2-40 15,-5-10-33-15,-12-11-107 16,8-19-138-16,6-18-223 15</inkml:trace>
  <inkml:trace contextRef="#ctx0" brushRef="#br0" timeOffset="762.22">9207 5690 949 0,'0'0'68'16,"0"0"100"-16,0 0-54 0,-281 0-54 15,220 35-34 1,5 16 3-16,1 12-1 0,13 3 13 16,2 5 8-16,9 6-1 15,3 4 13-15,4 2-24 16,22 10-4-16,2 0 13 16,0-8-32-16,0 0-1 0,14-13-8 15,10-13-5 1,-3-8-1-16,-5-6-44 15,6-11-72-15,-8-11-165 0,0-12-339 16</inkml:trace>
  <inkml:trace contextRef="#ctx0" brushRef="#br0" timeOffset="975.11">9400 6674 1183 0,'0'0'275'0,"0"0"-154"15,0 0 8 1,0 0-71-16,0 0-30 16,-78 226-22-16,74-148-12 0,-6-6 3 15,-6 2-37 1,9-8-10-16,-7-13-103 0,9-16-203 0,5-22-334 16</inkml:trace>
  <inkml:trace contextRef="#ctx0" brushRef="#br0" timeOffset="1226.66">10633 5976 1270 0,'0'0'64'0,"0"0"97"16,0 0-6-16,0 0-79 15,0 0-69-15,0 0 8 16,-21 138 27-16,28-35-41 16,-7 2 22-16,0-7-23 15,0-8 0-15,0-12-6 16,-7-13-27-16,-5-18-38 16,-7-13-108-16,1-22-261 0,8-12-504 15</inkml:trace>
  <inkml:trace contextRef="#ctx0" brushRef="#br0" timeOffset="1408.78">10504 5958 1182 0,'0'0'74'16,"0"0"92"-16,0 0 34 0,0 0-147 15,0 0-51-15,0 0 12 16,247-105-14-16,-145 105-25 15,-20 0-50-15,-23 0-159 16,-28 3-130-16,-31 25-212 16</inkml:trace>
  <inkml:trace contextRef="#ctx0" brushRef="#br0" timeOffset="1543.59">10497 6399 485 0,'0'0'349'0,"0"0"-153"0,0 0 36 16,0 0-99-16,0 0-56 15,0 0-37-15,308 4-40 16,-173-48-71-16,-39 1-241 16,-37 16-365-1</inkml:trace>
  <inkml:trace contextRef="#ctx0" brushRef="#br0" timeOffset="2025.43">11253 6027 1030 0,'0'0'204'0,"0"0"-35"16,0 0 28-16,0 0-111 16,0 0-79-1,0 0 3-15,-35 126 13 0,35-43-21 16,0 6 4-16,0-9-6 16,0-8-20-16,0-17 19 15,7-24-25-15,-2-15 13 0,9-13 5 16,9-3-17-16,10-22 24 15,15-33 1 1,1-21 0-16,-2-5 12 0,-2 13-12 16,2 11 11-16,-14 22 9 31,-2 17-17-31,-19 12 9 0,-1 6-12 0,6 16 0 16,9 37-1-16,5 13 4 15,-1 5-4 1,-4-5 1-16,2-10-10 15,8-9 9-15,6-10-3 16,-4-13 4-16,4-15 5 0,-2-9-2 0,3 0 6 31,4-36 31-31,-9-21-18 16,-3-14 23-16,-11-15-20 16,-22 1-6-16,-2 4 17 15,0 13-27-15,0 5 6 16,0 9-15-16,0 14-7 0,-7 9-20 15,0 18-53 1,-19 13-115-16,-9 6-381 0</inkml:trace>
  <inkml:trace contextRef="#ctx0" brushRef="#br0" timeOffset="2223.06">12908 6626 1507 0,'0'0'52'0,"0"0"61"0,0 0 3 0,-26 219-104 0,8-136-6 0,3-3-6 16,-15-8-50-16,4-12-29 16,-7-20-226-16,0-23-343 15</inkml:trace>
  <inkml:trace contextRef="#ctx0" brushRef="#br0" timeOffset="2461.23">14068 5833 1456 0,'0'0'62'16,"0"0"92"-1,0 0-41-15,0 0-46 0,0 0-62 16,0 0-3-16,-33 163 11 16,36-61-13-16,1 2-7 0,-4-11-34 15,0-9-37 1,0-15-39-16,0-18-163 0,0-25-192 16</inkml:trace>
  <inkml:trace contextRef="#ctx0" brushRef="#br0" timeOffset="2677.17">14613 5902 1045 0,'0'0'184'15,"0"0"44"-15,0 0 3 0,0 0-130 16,0 0-51-16,0 0-14 16,94-52-35-16,-75 126 25 15,0 17-25-15,2-4 0 16,-7-4-2-1,-4-5-52-15,-1-10-25 16,-9-11-26-16,0-6-157 16,-42-16-141-16,-22-10-226 0</inkml:trace>
  <inkml:trace contextRef="#ctx0" brushRef="#br0" timeOffset="3081.3">14056 6367 811 0,'0'0'102'16,"0"0"3"-16,0 0 9 15,0 0-61-15,340-168-48 16,-173 136 1-16,-16 7-6 16,-33 5-7-16,-38 2 6 15,-21 1-14-15,-31-8 15 16,-6-4 22-16,-1 3 36 0,-14-5 49 16,14 2-11-16,-11 6-16 15,-3 12-12-15,-7 6-15 31,0 5-11-31,0 0-22 16,0 5-20-16,0 40 0 16,0 21 0-16,7 8 2 15,5-2-5-15,9-3-9 16,12-7-4-16,-5-15 9 16,-4-10-5-16,11-14 10 0,7-17 2 15,8-6 0-15,14-6 14 16,-5-32-6-16,4-16 13 15,-16-12 11-15,-2-4-19 16,-28-6 14-16,-6 2-5 16,-11 0-5-16,0 14 2 15,0 11-19-15,-11 17-20 16,-6 22-17-16,-21 10-95 16,-13 7-296-16</inkml:trace>
  <inkml:trace contextRef="#ctx0" brushRef="#br0" timeOffset="3293.43">16023 6537 1556 0,'0'0'37'0,"0"0"85"0,0 0-5 0,-7 163-80 0,7-97-17 0,0-6-20 15,0-6-17-15,-22-6-39 16,-15-13-97-16,-11-13-325 16</inkml:trace>
  <inkml:trace contextRef="#ctx0" brushRef="#br0" timeOffset="3589.21">17239 6024 1100 0,'0'0'73'16,"0"0"123"-16,0 0-55 0,38-188-94 15,63 161-42-15,8 14 15 16,-13 13-15-16,-11 5 31 0,-14 35 3 15,-29 17 0-15,-35 13 16 16,-7 4-34-16,-26 6-16 16,-51 3-5-16,-18 1-4 15,-1-3-47 1,11-9-110-16,12-20-238 0,23-7-560 16</inkml:trace>
  <inkml:trace contextRef="#ctx0" brushRef="#br0" timeOffset="3731.93">17277 6880 913 0,'0'0'460'0,"0"0"-296"16,0 0 7-16,0 0-102 15,0 0-69-15,0 0-17 16,181 51-96-16,-133-51-341 16</inkml:trace>
  <inkml:trace contextRef="#ctx0" brushRef="#br0" timeOffset="3921.81">18908 6845 1608 0,'0'0'22'15,"0"0"64"-15,0 0 25 16,-28 160-87-1,33-91-19 1,2 3-5-16,-7-9-41 16,0-5-23-16,-21-7-167 0,-17-14-230 15</inkml:trace>
  <inkml:trace contextRef="#ctx0" brushRef="#br0" timeOffset="4214.03">19868 5974 1403 0,'0'0'28'0,"0"0"164"16,0 0-81 0,0 0-89-16,0 0 14 15,0 0-14-15,96 162-5 0,-86-68-8 16,-10-4-2-16,0-11-3 15,0-10-4-15,0-15 0 16,0-16-7-16,26-2 7 16,33-10 0-16,14-1-5 15,28-10-31-15,1-3 9 0,6-6-51 16,-11-6-97 0,-17 0-138-16,-14 0-321 0</inkml:trace>
  <inkml:trace contextRef="#ctx0" brushRef="#br0" timeOffset="4775.1">21285 5784 707 0,'0'0'47'16,"0"0"127"-16,0 0-23 15,0 0-70-15,0 0-33 16,0 0 30-16,-50 6-18 16,29 43 4-16,-7 14 1 15,-5 9-29-15,-3 13-3 16,8 9 0-16,7 3-28 16,4-1 16-16,17-6-6 15,0-10-9-15,0-14 20 0,47-16-11 16,29-10-3-16,11-24 18 15,14-10-23-15,8-6 3 16,-5-6-7-16,-3-35-2 16,-4-15 16-16,-10-16-17 15,-16-18 0 1,-15-11 5-16,-25-6-1 16,-22 0-4-16,-9 10 0 0,0 10-8 15,-66 19 5-15,-21 15 3 0,-14 17 0 16,-1 19-6-16,3 17 11 15,10 0-5 1,23 47 1-16,23 21 9 16,36 19-1-16,7 11 2 0,36 10-4 15,44 2 25-15,26-2-24 16,7-8 7-16,5 0 10 16,-3-20-17-1,-4-8-1-15,-14-9-7 0,-26-22-3 16,-17-5-2-16,-26-10-39 0,-21-1-33 15,-7-4-72 1,-59-1-294 0</inkml:trace>
  <inkml:trace contextRef="#ctx0" brushRef="#br1" timeOffset="9177.68">6873 4317 905 0,'0'0'145'0,"0"0"57"0,0 0-4 0,0 0-84 0,0 0-38 15,0 0-33-15,108-115 0 16,-108 121-23-16,0 49-7 0,-4 25 10 15,-34 17-19 1,-9-5 6-16,-3-5-10 0,10-17 4 16,5-4-1-16,7-15-3 15,9-21 0-15,12-8-4 16,0-13-7-16,7-9-2 16,0 0 3-16,0 0-9 15,18 0 17-15,46 0-3 16,0 0 5-16,14 0-3 15,-5 0 7-15,-10 0-4 16,-6-6 0-16,-5-9-7 0,-19-6 3 16,0-9 4-16,-14-6 0 15,-12-2-3-15,-3-2 8 16,-4 5-5-16,0 8 0 16,0 0 2-16,-11 9 9 15,-8 4-11-15,0 3 3 16,9 5 11-16,6 4-13 15,4 2 16-15,0 0-6 16,0 0-11-16,0 0 15 16,0 48-14-16,0 23 4 0,0 18 29 15,0 11-22-15,12-5 5 16,-3 2-5 0,-9-3-12-16,0-14 10 15,0-11-10-15,0-21 0 16,0-19-1-16,0-7 1 15,0-13-10-15,0-8-12 0,0 4-20 16,0-5-1-16,12 0-68 16,25-25-104-16,15-10-134 15,19-5-448-15</inkml:trace>
  <inkml:trace contextRef="#ctx0" brushRef="#br1" timeOffset="9910.54">10919 4484 470 0,'0'0'626'0,"0"0"-470"0,0 0 46 0,0 0-82 0,0 0-66 0,0 0 1 16,-241-32-54-16,175 89 8 15,-9 17-6-15,20 15 5 0,13 7-1 16,28-1-7 0,14 0 0-16,14-12-3 0,57-7 6 15,30-20-3-15,10-20 0 16,-7-19-2-16,4-17-6 15,-18 0 8-15,-13-5 0 16,-25-28-2-16,-23-8 11 16,-25-8-9-16,-4 5 16 15,0 2-10-15,-59 10 31 16,-11 7-22-16,-20 16-13 0,-2 9 11 16,3 0-6-16,11 31-7 15,12 7 0 1,23 7-18-16,22 0-5 15,21-1-65-15,0-1-127 0,28-14-169 16,43-5-620-16</inkml:trace>
  <inkml:trace contextRef="#ctx0" brushRef="#br1" timeOffset="10529.09">14648 4560 1115 0,'0'0'125'0,"0"0"54"0,0 0-29 0,0-183-83 16,0 156-31-16,-38 10-32 0,-25 7 14 16,-13 10-18-16,1 0 2 15,4 19 1-15,19 14-3 16,31 5-3-16,21 7 0 16,5 6-14-1,66 6 15-15,23 5 0 16,-9 4 2-16,-7 1-2 0,-24-1 2 15,-31-6 0 1,-23-9 7-16,0-12-5 16,-26-7 18-16,-37-14-8 0,6-12-5 0,3-6 27 15,14 0-33 1,14-32 17-16,14-23-12 0,12-10-2 16,12-4 4-1,63 3-8-15,13 14-2 0,-4 10-7 16,-1 12-5-16,-24 11-41 15,-12 10-46-15,-16 9-158 16,-24 0-215-16</inkml:trace>
  <inkml:trace contextRef="#ctx0" brushRef="#br1" timeOffset="11358.89">19839 4685 1015 0,'0'0'232'0,"0"0"-95"0,0 0 80 0,0 0-78 0,0 0-84 16,0 0-7-16,0-114-12 15,0 123-19-15,0 54 12 0,0 23-8 16,0 19-7-16,0-4 3 16,-16-15-11-16,7-9-12 15,-3-14 3-15,12-15-57 32,0-5-16-32,0-20-60 15,21-11-191-15,21-12-349 16</inkml:trace>
  <inkml:trace contextRef="#ctx0" brushRef="#br1" timeOffset="11677.27">20184 4780 817 0,'0'0'166'0,"0"0"-59"0,0 0 100 16,0 0-86-16,212-171-40 15,-144 154-15-15,-14 8-35 16,-11 9 14-16,-17 0-23 15,-19 26 1-15,-7 31-3 16,0 9-14-16,-40 11-5 16,-21 1 14-16,-6-4-15 0,18-11 22 15,2-18 2-15,26-16-20 16,21-10 15-16,0-10-17 16,21-3 0-16,50-6 0 15,18 0 5-15,3 0-4 16,5-8-3-1,-1-20-10-15,1 1 1 0,2-5-41 16,7-2-44-16,-9 5-99 16,-22 5-114-16,-39 9-179 15</inkml:trace>
  <inkml:trace contextRef="#ctx0" brushRef="#br1" timeOffset="12744.75">6861 7083 827 0,'0'0'105'16,"0"0"35"-16,0 0 21 0,0 0-5 0,0 0-53 0,0 0-17 0,-186-75-16 16,186 75-32-16,0 0 6 15,0 15-29-15,0 59-14 16,16 43 24-16,43 41-21 15,33 13 12-15,24-2-1 16,37-12-10-16,19-13 6 16,33-19-11-16,17-21 0 0,18-19 6 15,-2-30 2-15,-4-24-7 16,-22-25-1 0,-28-6 8-16,-21-41-3 0,-8-35-5 15,-16-22 0 1,17-19 9-16,7-17-1 0,9-15-8 15,16 3 8 1,-20 9-5-16,-39 20 20 0,-32 34-23 16,-33 26 6-1,-36 25-5-15,-7 14-1 0,-11 15 0 0,-10 3 0 16,4 0-32-16,-4 0 13 16,0 0-23-1,0 0-17-15,0 0-34 0,0 9-166 16,0 14-131-16,-35 11-538 15</inkml:trace>
  <inkml:trace contextRef="#ctx0" brushRef="#br1" timeOffset="13591.73">10612 7163 870 0,'0'0'124'0,"0"0"56"0,0 0-33 0,0 0-37 0,0 0-33 0,0 0-43 0,26 66 32 16,59 35-9-16,12 24-30 15,23 15 21-15,24 9-32 16,16 2 10-16,21-16-15 15,17-9-8 1,17-21 15-16,16-24-17 16,-5-24-1-16,5-31 15 15,-9-26-8-15,-12 0 2 0,-19-43-9 16,-24-27 8-16,-9-21 0 16,0-15-8-16,2-11 0 15,-4-12-2-15,-5-2 14 0,-14-3-12 16,-15 9 0-1,-25 12 1-15,-26 27 1 0,-34 26-2 16,-23 18 0-16,-2 18-5 16,-12 13-11-16,0 1-7 15,0 10-22-15,0 0-37 16,0 4-87-16,-16 34-171 16,-41 19-286-16</inkml:trace>
  <inkml:trace contextRef="#ctx0" brushRef="#br1" timeOffset="14684.03">14495 7124 864 0,'0'0'62'16,"0"0"77"-16,0 0-16 0,0 0-34 0,0 0-36 0,0 0-37 0,-45 36 33 16,45 30 13-16,26 14-7 15,28 10 15-15,29 9-40 16,13 10 23-16,27 5-12 16,23-3-33-16,15-10 14 15,20-15-22-15,24-15 0 16,10-16 4-16,13-21-4 15,-1-17 0 1,-10-17-1-16,-19 0 6 16,-17-37-8-16,-28-17 3 0,-13-12 0 0,-23-4 2 15,-20-20 6-15,-22-11-4 16,-16-7 0-16,-11-2 9 31,-15 11-7-31,-17 22-6 0,-4 17 2 0,-12 22 5 16,0 17-2-1,0 11-5-15,0 7 0 16,0 3-9-16,0 0 9 16,0 0-41-16,5 0-63 15,-5 18-90-15,0 19-108 0,0-3-241 0</inkml:trace>
  <inkml:trace contextRef="#ctx0" brushRef="#br1" timeOffset="19442.91">17751 4815 873 0,'0'0'57'0,"0"0"89"0,0 0 30 0,0 0-74 0,0 0-33 0,0 0-22 16,0 0 6-16,-90-20 0 16,90 20-40-16,0 0 9 15,0 0 3-15,-2 0-22 32,2 0 15-32,0 0-15 0,0 0-1 15,0 0 7-15,0 0-3 16,0 0-6-16,0 0 0 15,0 0 6-15,0 0 1 16,0 0-7-16,0 0 0 16,0 0-2-16,0 0 7 15,0 0-5-15,0 0 0 16,0 0 5-16,0 0-7 16,0 0 2-16,0 0 0 15,0 0-1-15,0 0 3 16,0 0-2-16,0 0 0 0,0 0 3 15,0 0-10-15,0 0 7 16,0 0-6-16,0 0 0 16,0 0-1-16,0 0 4 15,0 0-3-15,0 0-19 16,0 0 22-16,0 0-29 16,0 0-13-16,0 0-12 15,0 0-24-15,0 2 24 16,0 2 7-16,0-1-26 0,0-3-14 15,0 5-32 1,0-2-23-16,0-3 0 16,0 3 46-16,0-3-24 0,0 3 14 15,2-3-110-15</inkml:trace>
  <inkml:trace contextRef="#ctx0" brushRef="#br1" timeOffset="19473.84">17751 4815 101 0</inkml:trace>
  <inkml:trace contextRef="#ctx0" brushRef="#br1" timeOffset="19984.06">17751 4815 101 0,'-78'6'232'0,"78"-6"-90"0,0 0-6 0,0 0 29 0,0 0-19 0,0 0-23 0,0 0 22 16,0 0-37-16,0 0-6 16,0 0-8-16,0 0-31 15,0 0 3-15,0 0-31 16,0 0-13-16,0 0 5 16,19-3-22-16,47-6 8 15,28-3 18-15,24-8-28 16,-10-2 22-1,-16 5-25-15,-16 2 2 0,-34 6-5 16,-18 3 10-16,-20 0-7 16,-4 4 0-16,0 2-15 15,0-4 11-15,-23 4-6 16,-20-2-17-16,6 2 24 0,-6 0-21 16,10 0 24-16,0 0-3 15,7 0 6-15,0 0 0 16,15 0-2-16,-8 0-1 15,5 12 26 1,0 9-24-16,2 7 12 0,7 14-2 0,5 13-7 16,0 16 14-1,0 9-14-15,0 3-5 0,17 8 24 32,-3-8-23-32,7 1 10 0,-2-7 4 15,2-8-11-15,-5-6 20 16,-11-19-23-16,-5-11 1 15,0-8 22-15,0-15-21 16,0 3 0-16,-33-4-3 16,-16-9 2-16,-22 0-6 15,-19-12-18-15,-6-27-22 0,-1 0 15 0,15 3-41 16,4 13-29 0,23 8-66-16,-1 8-90 15,4 7-100-15,3 0-335 0</inkml:trace>
  <inkml:trace contextRef="#ctx0" brushRef="#br1" timeOffset="22645.57">8672 5406 222 0,'0'0'0'0,"0"0"-177"0</inkml:trace>
  <inkml:trace contextRef="#ctx0" brushRef="#br1" timeOffset="23328.33">8188 4792 811 0,'0'0'131'0,"0"0"55"15,0 0-56 1,0 0-38-16,0 0-73 16,0 0 18-16,-30-31 11 0,53 10-36 15,1 4 33-15,-10 11 0 16,0 6-21-16,0 12-2 15,3 39-12-15,-1 21 6 16,-6 2 1-16,-10-2-11 0,0-12 11 31,0-17-17-31,-10-9 2 0,-6-13-3 0,7-10 7 16,9-8-6-16,0-3 0 31,0 0 8-31,0 0-7 0,0 0-1 16,0 0 0-16,35-27-1 0,12-5 11 15,3-4-10 1,8 2 0-16,-8 5 3 16,-3 3-3-16,-9-2 0 15,2 5 0-15,-9 0-3 16,-3 4 8-16,3-2-5 0,2 7 0 16,18 2 7-16,27 12 16 15,-2 0 1-15,-1 6-11 16,-21 33 5-16,-23 8-12 0,-3 1-6 31,-23-3 0-31,-5-3 7 16,0-10-23-16,0-2 5 0,0-13-60 15,0-11-80-15,0-6-105 16,-26 0-111-16,-7-34-326 16</inkml:trace>
  <inkml:trace contextRef="#ctx0" brushRef="#br1" timeOffset="23508.46">8851 4772 604 0,'0'0'122'0,"0"0"53"0,0 0 8 0,0 0-37 15,146-186-19-15,-49 138-57 0,-1 4-23 16,-15 2-35 0,-11 3-2-16,-11 12-14 0,-21 10 4 15,-12 8-71-15,0 9-51 16,-5 0-139-16,-7 0-113 15</inkml:trace>
  <inkml:trace contextRef="#ctx0" brushRef="#br1" timeOffset="24360.59">11897 4863 861 0,'0'0'143'0,"0"0"55"0,0 0-69 0,0 0-87 0,0 0-32 16,97-185 31-16,-20 159-20 16,-8 17 11-16,-32 9-3 15,-11 0-26 1,-19 44 9-16,-7 28-2 0,0 18-9 16,-56 7 40-16,-17-3-35 0,-3-14 23 15,1-12 19 1,9-11-16-16,19-21 11 15,21-16-21-15,21-11-20 0,5-2 3 16,26-7-2-16,45 0-3 16,30 0 0-16,17-16-23 31,5-21-18-31,-8-6-94 0,-18 5-52 0,-19-2-67 16,-27 4-18-16,-20-2 91 15,-29-4 103 1,-2 4 78-1,0-1 67-15,0 3 92 0,0 3-36 0,-2-2 35 16,2-2-37-16,0 0-37 16,0 3-6-1,33 2-28-15,0 11-1 0,-2 8-12 16,-10 13-25-16,-9 0 7 16,4 6-17-1,-6 33-2-15,1 12 11 0,4 6-5 16,8-7 1-16,10-2-7 15,14-4 6-15,8 4 29 16,4-3-11-16,-5-9 10 0,-21-6 5 16,-21-7-36-16,-12 1 9 0,-24 4-12 31,-66 1-6-31,-16-1-5 16,5-8-102-16,9-14-120 15,21-6-170-15</inkml:trace>
  <inkml:trace contextRef="#ctx0" brushRef="#br1" timeOffset="25283.99">15667 4914 831 0,'0'0'119'0,"0"0"25"16,0 0 40-16,0 0-53 16,0 0-46-16,0 0-61 0,-165-134 12 0,233 107-25 15,3 8 7 1,-8 14 19-16,-8 3-17 0,-18 2 2 16,-11 0-22-1,-21 19 10-15,-5 24-8 16,0 10-2-16,-50 6 0 0,-11-5 9 15,7-2-3-15,9-18-6 16,19-2 0-16,26-13 3 16,0-4-15-1,12-2 12-15,54-9 0 16,28-4-8-16,3 0 3 16,2-13 5-16,-5-17-14 0,-16-11-5 0,-12-4 14 15,-14-6 3-15,-14 2 2 31,-19 6 2-31,-12 3 11 16,-7 8-1-16,0 5 20 16,0 8-14-16,0 6 22 15,0 6-18-15,0 5-9 0,0 2 4 16,0 0-14-16,0 22-3 16,0 33 4-16,0 14-4 15,0 2 18-15,11-2-18 16,11-1 0-16,-13-2-4 15,-2 3-12-15,-7-4-35 16,0 1-127-16,0-9-180 16,-45-10-286-16</inkml:trace>
  <inkml:trace contextRef="#ctx0" brushRef="#br1" timeOffset="26381.45">22206 4812 967 0,'0'0'154'16,"0"0"29"-16,0 0-9 0,0 0-45 0,0 0-57 0,0 0-6 0,-21-149-43 15,21 149-16-15,0 33 23 16,0 30-24-16,0 24 25 16,0 2-1-16,0-3-29 15,0-6 31 1,0-11-32-16,-9-9 0 0,4-12 1 16,5-9-1-16,0-9-26 0,0-7-24 15,5-10-56-15,40-11-68 16,11-2-186-1,5-18-174-15</inkml:trace>
  <inkml:trace contextRef="#ctx0" brushRef="#br1" timeOffset="26619.02">22574 4895 746 0,'0'0'120'15,"0"0"31"-15,0 0 7 16,0 0-59-16,135-168-31 0,-43 153 38 15,-12 11-42-15,2 4 3 16,-13 24 3-16,-25 30-48 16,-13 15 15-16,-24 5-31 15,-7-2-2-15,0-4 8 16,0-5-9-16,0-9-3 16,0-10 0-16,-5-4-82 15,-2-14-66 1,-9-5-188-16,-5-15-195 15</inkml:trace>
  <inkml:trace contextRef="#ctx0" brushRef="#br1" timeOffset="26826.02">22560 5201 854 0,'0'0'143'0,"0"0"63"0,0 0-30 15,0 0-100-15,0 0-38 16,387-168 28-16,-189 124-52 15,2-1-1-15,-23 9-9 16,-40 6 7 0,-41 15-22-16,-53 7-29 15,-43 8-94-15,0 0-26 0,-97 0-235 0</inkml:trace>
  <inkml:trace contextRef="#ctx0" brushRef="#br1" timeOffset="28100.5">8530 7629 651 0,'0'0'185'0,"0"0"-19"0,0 0 39 0,0 0-56 0,0 0-56 0,0 0-5 15,-35-119-19-15,35 119-36 32,0 14 4-32,0 60-33 0,21 44 0 0,33 30 35 31,17 18-33-31,26 0 10 15,30-6-13-15,31-2 5 16,31-8 4-16,25-24-12 16,29-23 0-16,21-28 2 0,10-33 8 15,-20-24-10 1,-25-18 0-16,-29-22 2 0,-21-48 2 16,-9-26-4-16,-10-24 0 15,-11-8 11-15,-12-3-2 16,-15-3-3-16,-25 3-2 15,-17-1 3-15,-14 15 5 16,-2 14-12-16,-17 19 0 16,-5 15 2-16,-9 19 11 0,-7 17-13 15,-19 14 0-15,-2 14 6 16,-5 5 3-16,0 0-9 16,0 0 0-16,0 0-7 15,0 0 2-15,0 0 5 16,0 0 0-16,0 0 1 15,0 0-4-15,0 0 3 16,0 0-1-16,0 0-10 16,0 0-4-16,0 0 2 15,0 0-13-15,0 0-45 0,0 9-24 16,0 21-1-16,-5 8-83 16,-21 4-84-16,-4-4-119 15,11-7-204 1</inkml:trace>
  <inkml:trace contextRef="#ctx0" brushRef="#br1" timeOffset="30283.21">12027 7396 716 0,'0'0'129'0,"0"0"-13"0,0 0 48 0,0 0-73 0,0 0-14 0,0 0-9 0,-92-70-30 15,92 70 15 1,0 0-19-16,0-2-24 15,0 2 39-15,0 0-38 0,0 0 3 16,0 0 16-16,0 0-29 16,0 21 17-16,26 38-11 15,30 29 22-15,24 28 24 16,22 17-43-16,20 16 3 16,20 4 22-1,25-9-31-15,22-16 20 16,16-21-13-16,2-24-6 0,1-21 12 15,2-24-17 1,-15-24 0-16,-9-14 9 16,-25-8-2-16,-6-41 7 15,-20-20-6-15,-3-23-4 16,-14-22 20-16,-17-14-24 16,-21-12 0-16,-18 0 0 0,-11 9 10 15,-8 12-16-15,-15 20 6 16,-7 33-29-16,-18 31 25 15,4 21-49-15,-7 10-18 16,0 4-89-16,0 0-153 16,0 29-259-16</inkml:trace>
  <inkml:trace contextRef="#ctx0" brushRef="#br1" timeOffset="31016.45">15117 7453 802 0,'0'0'99'0,"0"0"87"0,0 0 19 0,0 0-85 16,0 0-24-16,0 0-58 15,0 0-29-15,10 68 9 0,60 78 16 16,27 34 25-16,26 9-31 16,30-9-27-1,17-15 30-15,35-17-22 16,23-23-9-16,11-28 27 0,22-35-25 15,17-44 13 1,10-18-9-16,14-46 4 16,-3-34 3-16,-9-18-13 0,-16-13 0 0,-34-14 15 15,-49-21-7-15,-42-15-2 16,-36-2-6 0,-42 3 10-1,-36 27-15-15,-19 26 5 16,-16 35-17-16,0 26 17 0,-33 29-56 15,-35 17-50-15,-40 6-155 16,-22 26-202-16</inkml:trace>
  <inkml:trace contextRef="#ctx0" brushRef="#br1" timeOffset="34568.43">18908 4825 1006 0,'0'0'95'0,"0"0"62"0,0 0-15 0,0 0-85 0,0 0 6 0,-306-108-55 16,240 108 0-16,7 10-3 15,9 22-5-15,13 4 0 16,15 5 0-16,22 7 5 16,0 6-7-16,26 3 2 15,59 6 0-15,26 5 6 16,-3 4 1-16,1 0-7 16,-29-4 21-16,-30-8-17 15,-29-14 32-15,-21-3-21 0,0-14-4 16,-40-7 42-16,-24-10-50 15,-21-12 4-15,10 0-7 16,-5-15-35-16,9-30-29 16,21-15-77-16,13-9-81 15,15-5-64-15,22-4-160 16</inkml:trace>
  <inkml:trace contextRef="#ctx0" brushRef="#br1" timeOffset="34981.68">18729 4297 645 0,'0'0'148'0,"0"-229"-6"16,-19 129 61-16,-33 26-74 16,-11 19-6-16,-32 23-35 15,-25 24-45-15,-47 8 20 16,-31 68-43-16,-14 63-2 15,-19 51 15-15,11 45-33 0,32 23 25 16,37 19-21-16,59 9 2 16,66-6 6-16,26-17-9 15,68-22-3-15,62-30 0 16,33-39 11-16,25-33-13 16,22-36 2-1,16-43 0-15,12-41 14 16,1-11-10-16,-13-77 15 15,-21-43 20-15,-31-40-35 16,-18-55 18-16,-31-32-22 16,-31-38 7-16,-61-22-9 0,-33-7 2 15,-77 11-16-15,-86 16 7 16,-63 58-45-16,-57 61 21 16,-40 88-61-16,-5 80-82 15,-4 34-106-15,18 66-163 0</inkml:trace>
  <inkml:trace contextRef="#ctx0" brushRef="#br1" timeOffset="36001.74">3047 4568 736 0,'0'0'148'15,"0"0"8"-15,0 0-24 0,0 0-17 0,0 0-55 0,0 0-22 0,-385 204 15 0,140-101-29 0,-40 14 21 16,-29 11-26-16,-16 12-10 31,-7 6 26-31,10 4-29 16,32-1 12-16,43-13-11 15,58-15 1-15,76-27-11 16,62-22 3-16,56-20-24 16,0-21-26-16,73-21-68 15,35-10 9-15,22-7-47 16,16-43-56-16,14-16-45 15,13-17-34-15</inkml:trace>
  <inkml:trace contextRef="#ctx0" brushRef="#br1" timeOffset="36226.85">3763 4517 620 0,'0'0'91'0,"0"0"34"16,0 0 23-16,0 0 15 15,0 0-115-15,0 0 4 16,-367 0-33-16,98 117 13 16,-61 32 4-16,-69 33-34 0,-58 33 16 15,-59 35-18-15,-22 30-5 16,-2 31 3-16,5 10-68 16,45 9-125-16,47-11-116 15,61-30-267-15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10:27.13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7677 6465 916 0,'0'0'59'0,"0"0"160"0,0 0-56 0,0 0-74 16,0 0 15-16,0 0-50 15,0 0 16-15,-276-36-24 0,194 99-27 16,-15 21 32-16,3 12-13 16,18 4-13-16,27-10 31 15,23-6-46-15,26-10 12 16,0-11-16-16,54-3 7 16,43-13-15-16,23-11 2 15,24-21-26-15,7-13 15 16,9-2-80-16,-5-11-27 15,-13-16-210-15,-20-6-345 0</inkml:trace>
  <inkml:trace contextRef="#ctx0" brushRef="#br0" timeOffset="254.33">8490 6585 1123 0,'0'0'111'0,"0"0"90"16,0 0-20-16,0 0-109 0,0 0-13 16,0 0-47-16,-42 32 20 15,84 43 40-15,-9 8-59 16,-7 1 20-16,-9 0-33 16,-13-1 4-16,-4-3-12 15,0-6-4-15,0-11-48 16,0-11-29-16,0-17-211 15,0-16-209 1</inkml:trace>
  <inkml:trace contextRef="#ctx0" brushRef="#br0" timeOffset="478.17">8382 6751 1019 0,'0'0'79'0,"0"0"35"15,0 0 81-15,285-57-99 0,-143 57 2 32,-15 49-71-32,-35 10-9 0,-38 10-13 0,-33 12 9 15,-21 2-13-15,-26 0-1 32,-49-3 4-32,-12-1-13 15,-1-18-20-15,4-7-78 16,13-23-198-16,19-19-520 15</inkml:trace>
  <inkml:trace contextRef="#ctx0" brushRef="#br0" timeOffset="686.22">9820 7396 829 0,'0'0'711'0,"0"0"-704"16,-222 191 106-16,218-114-59 16,4-6-48-16,0-7-6 15,28-13-79-15,-2-11-57 16,-5-12-202-16,-12-19-283 0</inkml:trace>
  <inkml:trace contextRef="#ctx0" brushRef="#br0" timeOffset="921.56">11102 6731 1366 0,'0'0'42'15,"0"0"97"-15,0 0 1 0,0 0-92 16,0 0-44-16,0 0 1 15,-186 203 8-15,139-114-13 16,-2-3-20-16,-15-3-37 16,-7-8-115-16,5-18-138 15,-7-17-282-15</inkml:trace>
  <inkml:trace contextRef="#ctx0" brushRef="#br0" timeOffset="1096.86">10558 6886 174 0,'0'0'1148'16,"0"0"-1028"-1,0 0 9-15,0 0-18 0,0 0-54 16,264 154-57-16,-146-91-11 16,-19-3-4-16,-3-3-129 15,-27-10-93-15,-20-14-115 16,-18-12-165-16</inkml:trace>
  <inkml:trace contextRef="#ctx0" brushRef="#br0" timeOffset="1620.45">11638 6779 1018 0,'0'0'169'15,"0"0"29"-15,0 0-43 0,0 0-73 16,0 0-59-16,0 0-2 15,-19 53 3-15,19 10-22 16,0 2 10-16,30-7-12 16,3-8 3-16,-4-9-10 15,1-10 7-15,-4-11-23 16,-7-11 19 0,2-9-41-16,-4 0 22 0,-3-9 18 15,2-27 5-15,1-11 5 0,-1-7-2 31,6 0-3-31,4 13 19 0,-8 10-18 0,1 14 17 16,-12 14 4 0,-2 3-20-16,9 0 5 15,5 26-2-15,7 19-5 16,2 12 9-16,-6 3-2 0,1-5-7 16,8 3 0-1,7-4 1-15,-3-15-14 16,-4-12 13-1,4-10 0-15,-4-17-5 0,9 0 11 16,-5-15-6-16,10-33 16 16,-7-14-14-16,-17-8 33 15,-9 0-25-15,-12-6-5 16,0 8 24-16,0 13-25 16,-5 1 11-16,-9 14-15 15,-12 14-5-15,5 10 2 16,4 14-56-16,-4 2-99 15,-17 9-209-15,0 35-531 16</inkml:trace>
  <inkml:trace contextRef="#ctx0" brushRef="#br0" timeOffset="1796.22">12996 7300 1470 0,'0'0'113'0,"0"0"-11"0,0 0-25 0,-55 198-48 0,55-152-22 0,0 5-14 16,-9 4-27-16,-24-4-106 15,-17-14-173-15,-11-15-331 16</inkml:trace>
  <inkml:trace contextRef="#ctx0" brushRef="#br0" timeOffset="2083.91">13677 6688 1274 0,'0'0'89'16,"0"0"56"-16,0 0 19 15,0 0-105-15,0 0-29 16,0 0-25-16,-24-77 7 15,24 122-1-15,0 18-10 0,10 12 38 16,-6 2-34-16,3-8-3 16,-4-4 8-16,2-5-5 15,2-5-10-15,4-6 3 16,1-7-57-16,9-16-5 16,12-14-164-16,-2-12-230 15,-3 0-273-15</inkml:trace>
  <inkml:trace contextRef="#ctx0" brushRef="#br0" timeOffset="2336.32">14186 6614 993 0,'0'0'83'16,"0"0"41"-1,80-175 22-15,-47 144-32 0,-4 14-91 0,-18 11 25 16,3 6 6-16,-14 20-24 15,0 46 15-15,5 14-2 16,-5 14-38-16,0-17 14 0,0-5-16 16,0-9-6-1,0-10-2 1,5-9-90-16,2-13-30 0,2-8-132 0,-9-13-142 16,12-10-199-16</inkml:trace>
  <inkml:trace contextRef="#ctx0" brushRef="#br0" timeOffset="2558.69">14573 6622 784 0,'0'0'135'0,"0"0"55"16,0 0 35-16,0 0-71 0,0 0-86 16,0 0-24-16,19-94 15 15,-8 151-57-15,-1 18 40 16,-1 5-33-16,-4 0 4 15,4-14-10-15,-6-6-3 16,1-7 0-16,1-12-13 0,-5-4-21 16,0-8-74-1,0-8-68-15,0-11-147 0,0-10-89 16</inkml:trace>
  <inkml:trace contextRef="#ctx0" brushRef="#br0" timeOffset="2685.92">14212 7031 501 0,'0'0'387'0,"0"0"-325"16,0 0 86-16,0 0-81 15,283-100-67-15,-116 60-2 16,-18 2-151-16,-36 2-187 0</inkml:trace>
  <inkml:trace contextRef="#ctx0" brushRef="#br0" timeOffset="2955.38">15075 7209 836 0,'0'0'493'0,"0"0"-354"16,0 0 21-16,0 0-29 15,0 0-103-15,0 0-23 16,26 211 7-16,-26-136-12 0,0-4-26 16,-7-5-56-1,-24-7-174-15,-11-23-209 16</inkml:trace>
  <inkml:trace contextRef="#ctx0" brushRef="#br0" timeOffset="3194.93">15716 6656 1305 0,'0'0'72'0,"0"0"65"15,0 0 25-15,0 0-105 0,0 0-34 16,0 0-18-16,31 209 14 16,-31-120-19-16,0-3-28 15,0-14 4-15,0-12-125 16,-17-15-41-16,-13-19-185 16,4-20-256-16</inkml:trace>
  <inkml:trace contextRef="#ctx0" brushRef="#br0" timeOffset="3497.37">15796 6609 769 0,'0'0'221'0,"0"0"-146"0,0 0 114 16,194-164-71-16,-119 155-97 31,-2 9 4-31,-28 29-25 16,-33 40 1-16,-12 11-16 0,-22 6-7 15,-53-14 14-15,-12-12 3 16,-5-9 10-16,16-19-4 16,10-7 7-16,26-11 11 15,24-11 25-15,11 0-43 16,5 3 17-16,10 8-13 16,56 11 16-16,26 7 30 15,14 2-41-15,2 1-3 16,-9-1-14-16,-5-8 1 15,-18-6-100-15,-8-8-81 16,-9-12-262-16</inkml:trace>
  <inkml:trace contextRef="#ctx0" brushRef="#br0" timeOffset="3783.26">16921 6460 913 0,'0'0'57'16,"0"0"107"-16,0 0-17 15,0 0-107-15,-285 17 1 16,277 25-36-16,8 8-2 16,0 3 13-16,48 5-9 15,20-4 1-15,3-3 17 16,-8-4-12-16,-11 1 44 16,-19-3-5-16,-30-1-14 15,-3-1 37-15,0-9-47 16,-55 0 2-16,-8-11-16 15,-3-11 1-15,2-12-30 16,19 0-5-16,8-32-125 16,15-22-214-16,18-6-443 15</inkml:trace>
  <inkml:trace contextRef="#ctx0" brushRef="#br0" timeOffset="3961.39">17906 7283 1357 0,'0'0'254'0,"0"0"-212"15,0 0 42-15,-136 170-25 16,136-117-59-16,0-8-9 16,-12-3 3-16,-2-6-56 15,-22-7-142-15,-4-14-243 16</inkml:trace>
  <inkml:trace contextRef="#ctx0" brushRef="#br0" timeOffset="4213.68">18394 6539 1342 0,'0'0'64'0,"0"0"26"15,0 0 66-15,0 0-53 0,0 0-58 16,116 218-11-16,-69-137-15 31,-28-4-8-31,-19 1-3 16,0-6-8-16,0-13-43 16,-7-8 20-16,-19-9-110 15,2-18-138-15,3-16-173 16</inkml:trace>
  <inkml:trace contextRef="#ctx0" brushRef="#br0" timeOffset="4435.72">18958 6757 620 0,'0'0'558'0,"0"0"-462"16,0 0 40-16,-281-20-57 15,201 32-62-15,19 24-7 16,11 2-13-16,20 13 3 15,13 0-35-15,17 2 24 16,0 6-18-16,26-1 29 16,35-4-12-16,15-11 9 0,-1-6-2 15,12-8-21-15,3-4-103 16,-12-16-162-16,0-9-538 16</inkml:trace>
  <inkml:trace contextRef="#ctx0" brushRef="#br0" timeOffset="4625.95">19521 6960 748 0,'0'0'525'0,"0"0"-441"16,0 0 70-16,0 0-45 16,0 0-41-16,415-12-67 15,-259 4 9-15,-34-4-10 16,-37 3-51-16,-42-7-81 15,-36-1-127-15,-7-1-144 16</inkml:trace>
  <inkml:trace contextRef="#ctx0" brushRef="#br0" timeOffset="4832.39">19795 6826 587 0,'0'0'151'0,"0"0"12"0,0 0 63 15,82 182-91-15,-11-113-28 16,-5 3 30-16,-9-4-22 15,-17 1-23-15,-26-6-17 16,-14-4-46 0,0-6 10-16,-64-10-21 0,-16-9-14 15,-19-6 13-15,12-10-17 16,-3-9-9-16,15-9-2 0,2-9-57 16,14-31-12-1,11-9-185-15,23 1-270 0</inkml:trace>
  <inkml:trace contextRef="#ctx0" brushRef="#br0" timeOffset="5022.59">20695 7555 1477 0,'0'0'119'16,"0"0"0"-16,0 0-41 0,-59 152-65 0,59-111-13 15,0-2-31-15,0-10-122 16,0-10-297 0</inkml:trace>
  <inkml:trace contextRef="#ctx0" brushRef="#br0" timeOffset="5229.24">21940 6755 1505 0,'0'0'36'15,"0"0"-23"-15,266-127 150 16,-129 127-80-16,-2 13-68 16,-27 40 14-16,-37 13-29 15,-52 6-14-15,-19 8-6 0,-64 7-111 16,-45-6-287-16,-6-3-560 15</inkml:trace>
  <inkml:trace contextRef="#ctx0" brushRef="#br0" timeOffset="5340.32">22032 7641 442 0,'0'0'912'0,"0"0"-730"16,0 0-2-16,0 0-140 15,0 0-40-15,0 0-141 0,-19 35-514 16</inkml:trace>
  <inkml:trace contextRef="#ctx0" brushRef="#br0" timeOffset="9234.78">6790 8087 644 0,'0'0'75'0,"0"0"92"0,0 0 5 0,-73-178-64 0,69 153 21 0,4 14-25 16,0 11-12-16,0 0-20 16,0 0-44-16,0 40 5 15,4 51-28-15,51 43 5 16,32 30 43-16,19 13-46 16,19-5 7-16,26 2 4 15,4-19-14-15,29-26 6 16,12-32-10-16,18-32 2 0,29-27-3 15,19-30 6 1,11-8-5-16,13-63 2 16,-6-32 7-16,-27-30-2 15,-27-18-7-15,-52-7 2 0,-51 3-3 16,-48 14 1-16,-28 5-11 16,-32 16-4-16,3 15-47 15,-1 20-2-15,18 20-91 16,22 17-136-16,28 20-184 15</inkml:trace>
  <inkml:trace contextRef="#ctx0" brushRef="#br0" timeOffset="10382.37">8877 6641 570 0,'0'0'19'0,"0"0"0"15,0 0 43-15,0 0 6 0,0 0 6 0,0 0-33 0,-167-75-8 16,167-23-22-16,23-16 38 16,45-17-26-16,29-11 17 15,16-9 3-15,26-3 53 16,15 2-45-16,27 6 12 15,29 21-13 1,23 26-20-16,13 39-19 0,6 39-6 16,-2 21 6-1,-7 53-9-15,-15 40 8 0,-27 20 0 16,-41 20-3-16,-35 1 15 16,-43 3-22-16,-30-9 0 15,-14 1 3-15,-26-5-3 16,0 5-5-16,-8-7-50 15,-4-2-54-15,0-14-46 16,0-6-72-16,0-17-89 16</inkml:trace>
  <inkml:trace contextRef="#ctx0" brushRef="#br0" timeOffset="11194.66">13856 7873 859 0,'0'0'44'15,"0"0"72"-15,0 0 22 0,0 0-26 0,0 0-39 0,0 0-39 0,-167 22-23 16,167 102 19-16,49 25 24 31,43 7-27-31,31-9-24 0,23-13 26 16,17-28-29-16,9-27 4 15,16-41 9-15,27-38-8 0,18-12 6 16,3-57 1-16,-17-24-9 16,-28-16-6-16,-26-20-4 15,-30-17-52-15,-32-12-30 16,-27-13-73-16,-29-1-90 16,-21-8-90-16</inkml:trace>
  <inkml:trace contextRef="#ctx0" brushRef="#br0" timeOffset="11671.34">14363 6071 92 0,'0'0'450'0,"0"0"-420"0,0 0 25 0,-184-166 26 0,184 76-12 15,0-20-16-15,57-22-40 0,53-9 19 16,37-4 34 0,46 1-27-16,50 13 37 0,44 20 3 15,29 37-18-15,12 51-7 16,-31 31-21-16,-33 92-10 15,-45 46-14-15,-44 29-1 16,-46 13 1-16,-37 3-9 16,-44-7-25-16,-34-4-32 15,-14 1-123-15,-31-7-43 16,-47-13-66-16</inkml:trace>
  <inkml:trace contextRef="#ctx0" brushRef="#br0" timeOffset="12671.75">18456 8064 862 0,'0'0'3'0,"0"0"32"0,0 0 19 0,0 0-18 0,0 0 41 0,0 0-39 15,-144-83-10-15,144 83 8 16,0 0-15-16,0 0 19 15,0 0-5-15,0 0 2 16,0 0 29-16,0 0-32 0,0 0 11 16,0-3 0-16,0 0-35 15,0 3 17-15,0-4-27 16,0 4 0-16,0 0 10 16,0 0-4-16,0 0-6 15,0 0 2-15,-5 0 7 16,5 0 7-16,-2 0-16 15,2 0 0-15,0 7-4 0,0 50 11 16,0 35-7 0,0 36 16-16,7 30-14 0,49 30 22 15,32 18-23-15,18 0 2 16,26-16-1-16,28-37 1 16,19-37-3-16,36-39 0 15,23-35 1-15,19-42-16 16,-5-11 15-16,7-64-7 15,-16-30 1-15,-9-30-10 16,-22-19-5-16,-38-28-114 16,-30-13 12-16,-31 2-19 15,-33 8-158-15,-30 18-302 16</inkml:trace>
  <inkml:trace contextRef="#ctx0" brushRef="#br0" timeOffset="14503.64">22364 5699 524 0,'0'0'84'0,"0"0"93"0,0 0-11 0,0 0-5 15,-49-170-5-15,49 157-69 16,0 4 7-16,0 9-40 16,0 0-19-16,0 28-4 0,0 47-30 15,0 28 47-15,19 14-27 16,0 2-20-16,-8-3 35 15,-1-8-34-15,-10-13-1 16,0-15 8-16,0-17-3 16,0-20 2-16,0-23-8 15,0-12 2-15,0-4 2 16,0-4-2-16,0-15-2 16,-5-45 0-1,-21-29 6-15,-14-25-9 0,5-4 3 0,4-2-11 16,12 6 3-16,19 14 1 15,0 7 7-15,0 21-9 16,33 13 9-16,26 11 0 16,12 6 0-16,7 10 0 15,-1 7-4-15,-13 16 4 16,-14 9 0-16,-17 0-1 16,-17 13 3-16,-11 23-4 15,-5 11 2-15,-17 6-22 16,-46 11-3-16,-20-3-108 15,-2 5-79-15,-11-9-94 0,-13-6-199 16</inkml:trace>
  <inkml:trace contextRef="#ctx0" brushRef="#br0" timeOffset="15077.41">20026 6465 450 0,'0'0'84'0,"0"0"12"0,0 0-5 16,-231-151 16-16,184 51-57 0,9-21-1 0,5-38-10 16,16-37 7-16,17-26 48 15,57 13-28-15,94 34-66 0,35 20-12 16,24 18 12-16,16-3 117 15,-4 6-89 1,16 28 3-16,0 38-24 16,12 26 16-16,14 29-23 0,16 13 0 15,10 46-3-15,-21 29 2 16,-31 14-21-16,-40 13-37 16,-40 4-62-16,-30 6-38 15,-46 1-90-15,-47-12-55 16</inkml:trace>
  <inkml:trace contextRef="#ctx0" brushRef="#br0" timeOffset="15697.33">23656 5705 678 0,'0'0'59'0,"0"0"97"0,0 0-33 15,0 0-36-15,0 0-30 16,0 0-5-16,-219-69-40 0,155 120-8 16,13 12 13-16,6 8-16 0,21 0 9 15,19-1-10-15,5-5 6 16,0-2-4-16,48-11 0 16,11-6-2-16,7-20 2 15,4-10 4-15,-8-16-6 16,-1 0 1-16,-12-16 2 15,-1-34 10 1,-11-18-12-16,-20-21-1 16,-8-13 13-16,-9-13-11 15,0 9 7-15,-42 11-3 0,-22 16-5 0,0 32 18 16,-2 20-18-16,-4 21 3 16,-3 6-4-16,11 20-1 15,13 29 1 1,23 13 0-16,26 13 0 0,0 8-2 15,87 1 2-15,24 3 0 32,14-3 3-32,2-2 1 0,-23 2-4 15,-17 3 0-15,-33 6-12 16,-35-2-40-16,-19 3-105 16,-26-5-84-16,-68-9-185 15</inkml:trace>
  <inkml:trace contextRef="#ctx0" brushRef="#br0" timeOffset="16829.71">2759 4051 156 0,'0'0'331'0,"0"0"-265"0,0 0 77 0,0 0 33 0,0 0-94 0,0 0-41 15,-123 6 14-15,15 48-2 16,-40 24 0-16,-48 15-4 15,-56 19-24-15,-29 23-20 16,-30 14 11-16,-3 9-16 16,8 7 2-16,18-14-1 15,48-13-1-15,46-18 0 16,60-29-19-16,59-19-53 16,53-21-32-16,22-16-25 0,38-19-111 15,38-13-7-15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12:45.060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6746 6802 679 0,'0'0'107'0,"0"0"33"0,-7-161 90 0,7 122-81 16,0 10-23-16,0 10-52 0,0 10 10 15,0 7-12-15,0 2-45 16,0 0 13-16,0 0-23 16,0 14-14-16,0 43 24 15,4 23-14-15,8 17 24 16,9-8-20-16,5-6-7 15,7-2-4-15,0 2-6 0,5-5 2 16,-10-10-16-16,3-9 2 16,-12-10-42-1,-10-13-29-15,1-13-144 0,-10-14-75 16,0-9-128-16,-33-9-31 16</inkml:trace>
  <inkml:trace contextRef="#ctx0" brushRef="#br0" timeOffset="418.8">6868 6859 587 0,'0'0'155'16,"0"0"-72"-16,76-167 75 0,-27 116-32 15,20 10-48-15,1 7-34 16,1 22-30-16,-7 12 6 16,-15 12-20-16,-16 44 0 15,-16 16-6-15,-17 2 6 0,0-8 0 16,-50-9 13-16,-6-5 1 15,-1-21-4-15,17-6-10 16,14-10-3-16,12-9 3 16,14-3 0-16,0-3 4 15,0 0-4-15,0 0-35 16,9 0 35-16,46-3 3 16,18-9 0-16,11 7 0 15,11 5 7-15,-15 0 2 16,-5 47 2-1,-16 9-11-15,-26 10 51 16,-21 3-37-16,-12-10 9 16,-12-8 12-16,-54-6-6 0,-11-12 22 0,-6-9-23 15,-2-9-13 1,5-15 14-16,14 0-31 0,7-7-2 16,12-25 1-16,23-14-77 15,24-7-61-15,0 0-122 16,12 5-245-16</inkml:trace>
  <inkml:trace contextRef="#ctx0" brushRef="#br0" timeOffset="683.93">8111 6685 551 0,'0'0'693'0,"0"0"-644"0,0 0 141 0,0 0-42 0,0 0-126 0,0 0-3 16,-7 64 19-1,47 10-17-15,-7 0 6 16,-10-5-27-16,-4 2 0 0,-7-7 0 16,-10-7-7-16,-2-12-11 15,0-11-71-15,0-9-98 16,0-16-101-16,-2-9-180 15</inkml:trace>
  <inkml:trace contextRef="#ctx0" brushRef="#br0" timeOffset="866.66">8113 6641 848 0,'0'0'55'0,"0"0"97"16,0 0 50-16,0 0-160 15,0 0-40-15,236-170 0 16,-137 149-2-16,-10 13-21 16,-30 8-136-16,-16 0-37 15,-41 32-66-15,-2 13-115 16</inkml:trace>
  <inkml:trace contextRef="#ctx0" brushRef="#br0" timeOffset="1022.17">8247 6897 424 0,'0'0'97'0,"0"0"19"0,0 0 39 16,0 0-39-16,0 0-75 16,0 0 58-16,130 15 3 15,-43-32-67-15,-7 2-26 16,-11 6-9-16,-24 6-61 16,-19 3-85-16,-24 0-130 15,-2 12 2-15</inkml:trace>
  <inkml:trace contextRef="#ctx0" brushRef="#br0" timeOffset="1165.09">8259 7258 332 0,'0'0'250'0,"0"0"-161"15,0 0 69-15,0 0-39 16,0 0-89-16,0 0 47 16,116 68-16-16,-13-73-61 0,6-16-19 15,-17 1-195 1,-24 2-115-16</inkml:trace>
  <inkml:trace contextRef="#ctx0" brushRef="#br0" timeOffset="1383.14">9058 6820 238 0,'0'0'640'16,"0"0"-547"-16,0 0 138 0,0 0-61 31,0 0-103-31,0 0-27 0,-56 3-37 0,56 57 58 15,0 9-46 1,16-1-8-16,-2-2-14 16,1-6-6-16,-8-8-86 15,-3-9-44-15,-4-13-129 0,0-18-99 16,0-12-153-16</inkml:trace>
  <inkml:trace contextRef="#ctx0" brushRef="#br0" timeOffset="1562.37">8974 6919 416 0,'0'0'239'0,"0"0"-102"16,0 0 38-16,0 0-7 0,0 0-101 16,0 0-12-16,141-45-28 15,-77 86-16 1,-3 7-11-16,-4 3-62 0,-13-2-81 16,-1-9-34-1,-8-6-39-15,-7-13-13 16,-16-16-167-16</inkml:trace>
  <inkml:trace contextRef="#ctx0" brushRef="#br0" timeOffset="1751.74">9549 6737 394 0,'0'0'189'16,"0"0"-51"-16,0 0 23 16,0 0-24-1,0 0 26-15,0 0-63 16,0-143-26-16,0 143-35 0,2 38-37 15,3 18 28-15,7 13-15 16,-3-3-10-16,-4 0-10 16,0-1-21-16,2 4-122 0,-7-4-111 15,0-4-123-15</inkml:trace>
  <inkml:trace contextRef="#ctx0" brushRef="#br0" timeOffset="1933.56">10155 7378 952 0,'0'0'182'0,"0"0"-178"16,-168 191 95-16,164-122-57 15,4 0-42-15,0-4-129 16,4-13-166-16,1-12-505 15</inkml:trace>
  <inkml:trace contextRef="#ctx0" brushRef="#br0" timeOffset="2164.71">10864 6832 1209 0,'0'0'10'16,"0"0"68"-16,0 0 103 15,0 0-109-15,0 0-46 0,0 0-23 16,-37 197-3 0,41-106 0-16,1 3-30 0,-5-4-72 15,0-11-114-15,0-13-190 16</inkml:trace>
  <inkml:trace contextRef="#ctx0" brushRef="#br0" timeOffset="2420.06">10822 6731 945 0,'0'0'30'0,"0"0"70"0,0 0 22 15,0 0-56 1,299 44-48-16,-157 26 3 16,-13 19 4-16,-39 6-16 0,-45 0-3 15,-31-2-6-15,-14-10 0 16,-47-5-13-16,-50-12 10 16,-4-9-11-16,-12-9-56 15,14-16-117-15,9-18-127 0</inkml:trace>
  <inkml:trace contextRef="#ctx0" brushRef="#br0" timeOffset="3001.33">12147 6760 672 0,'0'0'354'0,"0"0"-336"16,0 0 65-16,0 0 42 16,0 0-100-1,0 0-24-15,-125-100 20 16,87 140-6-16,3 23-11 16,-1 12-4-16,20 8 8 0,6 8-11 15,10-8 3-15,0-6 0 16,26-14-10-16,29-12 10 15,4-13 0 1,7-17-17-16,7-11-15 16,-3-10 29-16,-11 0 1 15,-9-17-26-15,-17-12 9 16,-28-9-4-16,-5-4 9 16,0 3 10-16,-66 7-30 15,-12 11 29-15,-14 8-10 16,2 13 15-16,5 0 3 0,22 0-1 15,30 0 2 1,21 0-4-16,12 0-21 0,40 0-29 16,50 0 29-16,18 0 21 15,3 0-6-15,-3 0 8 16,-23 0-2-16,-12 0 14 16,-23 0 3-16,-20 13 52 15,-15 19-7-15,-8 19 1 16,-7 12 29-16,0 9-48 15,0-1 7-15,0-2-22 16,0-3-24-16,0-10-1 0,16-9-4 16,5-8-87-1,3-7-55-15,-10-13-157 0,7-16-197 16</inkml:trace>
  <inkml:trace contextRef="#ctx0" brushRef="#br0" timeOffset="3234.24">13052 6954 681 0,'0'0'336'0,"0"0"-312"0,0 0 198 0,0 0-52 0,0 0-126 0,0 0-7 16,-73-35-20-16,75 109 18 15,29 13 20-15,0-1-53 16,2 0 2-16,-5-12-4 15,-4-8-14-15,-6-5-6 16,-18-10-69-16,0-11-73 16,0-6-73-16,-33-19-71 0,-18-15-41 15</inkml:trace>
  <inkml:trace contextRef="#ctx0" brushRef="#br0" timeOffset="3435.02">12958 6883 368 0,'0'0'144'0,"0"0"-53"0,0 0 28 16,356-128 29-16,-252 122-23 16,-8 6-26-16,-25 6 6 15,-26 39-43-15,-45 20-58 16,0 10 23-16,-78 5-27 16,-38-3-8-16,-23 1-41 0,-5-10-183 15,15-16-115-15</inkml:trace>
  <inkml:trace contextRef="#ctx0" brushRef="#br0" timeOffset="3618.43">13663 7518 1221 0,'0'0'7'16,"0"0"51"-1,-118 183 91-15,113-121-118 16,5-1-15-16,0-1-16 16,0-5-68-16,0-7-127 15,0-19-288-15</inkml:trace>
  <inkml:trace contextRef="#ctx0" brushRef="#br0" timeOffset="4164.47">14823 6943 1133 0,'0'0'25'0,"0"0"-19"0,0 0 135 15,0 0-92-15,-307-72-43 16,225 107-4-16,-3 22-2 15,2 11 0-15,15 10 1 16,16-1-1-16,14 4 0 16,29-10-3-16,9-1-6 15,0-14 9-15,33-8-3 16,33-9-26-16,23-15 24 16,3-12-17-16,5-12 9 0,-10 0 1 15,-14 0-9-15,-28-15 10 16,-17-19-11-16,-28 0-11 15,0-6 30-15,-40 5-17 16,-52 4 14-16,-14 14 2 16,-7 8 5-16,21 7-1 15,17-2 6-15,30 4-5 16,33 0 5-16,12 0-6 16,12 0-46-16,71 0 12 15,20 0 8-15,8 0 11 16,-7 0 7-16,-12 0 8 15,-24 0 21-15,-18 6 14 0,-8 20 49 16,-18 11 12-16,-10 13-31 16,-10 14 13-16,-4 4-18 15,0 4-41-15,0-4 11 16,0-5-30-16,0-7-1 16,0-11 1-16,0-13-74 15,8-7-83-15,6-13-145 16,0-12-315-16</inkml:trace>
  <inkml:trace contextRef="#ctx0" brushRef="#br0" timeOffset="4466.54">15313 7184 731 0,'0'0'63'0,"0"0"-55"0,0 0 53 15,0 0 13-15,0 0-62 0,0 0 0 16,-104-60-7-16,92 60 22 0,-2 0 13 16,3 7 8-1,6-1 35-15,2-3-30 0,3-3-8 16,0 0-18-16,33 0-24 16,50 0 63-16,28 0-22 15,9-3-42-15,-2-7 19 16,-17 3-21-16,-21 7-12 15,-35 0-52-15,-26 0-113 0,-19 11-66 16,0 4-214 0</inkml:trace>
  <inkml:trace contextRef="#ctx0" brushRef="#br0" timeOffset="4735.22">15431 7184 644 0,'0'0'96'0,"0"0"64"15,0 0-23-15,0 0-79 0,0 0 10 32,0 0 14-32,9 182-14 0,17-108-29 15,-9 10 7-15,-5 0 3 16,-8-3-33-16,-4-7 18 16,0-13-15-16,0-6-18 15,-4-16 29-15,-29-13-30 16,2-8 0-16,-14-11 3 0,-7-7-3 15,-2 0-42 1,-10-19 33-16,15-22-82 16,-5-10-30-16,11-3-128 15,15 4-154-15</inkml:trace>
  <inkml:trace contextRef="#ctx0" brushRef="#br0" timeOffset="5101.25">16350 7180 945 0,'0'0'18'0,"0"0"-18"0,0 0 150 15,0 0-70-15,0 0-73 16,-273-65-1-16,245 99-3 15,9-3-3-15,19 12 0 16,0 1-18-16,26 1 10 0,37 0-15 16,13 2 23-1,-1 4-7-15,1 0 9 0,-6 4-2 16,-6-8 7-16,-26-5-5 16,-17-8 33-1,-16-6 10-15,-5-5 16 16,-12-1 12-16,-52-4-41 0,-16-3 0 15,-14-10-22-15,4-5-5 16,5 0-10-16,7-23-1 16,17-20-68-16,26-2-93 15,16 7-289-15</inkml:trace>
  <inkml:trace contextRef="#ctx0" brushRef="#br0" timeOffset="5285.2">16796 7784 1059 0,'0'0'236'0,"0"0"-215"15,0 0 120-15,0 155-47 16,-5-96-74-16,-9 2-20 16,-5 1-88-1,-14-8-135-15,-19-16-373 16</inkml:trace>
  <inkml:trace contextRef="#ctx0" brushRef="#br0" timeOffset="5568.99">17729 6997 1130 0,'0'0'17'0,"0"0"38"16,0 0 157-16,0 0-89 0,0 0-92 16,0 0 15-1,81 95-10-15,-44-12 0 0,-11-3-36 32,-14-5 0-32,-7-7-4 15,-5-5-32-15,0-6-49 16,-10-12-93-16,-18-19-168 15,-3-17-254-15</inkml:trace>
  <inkml:trace contextRef="#ctx0" brushRef="#br0" timeOffset="5815.17">18408 7133 242 0,'0'0'657'0,"0"0"-657"16,0 0 85-16,-268 13 68 15,173 33-138-15,6 14-14 16,9 0-1-16,14-8-18 16,18-8-24-16,20-12-17 15,23-8 12-15,5 1 24 0,0-8-10 16,26 1 32 0,47 1 1-16,31-1 12 0,9 2 27 15,-4 3-8 1,9 5-9-16,-22-2 17 0,1-1-39 15,-26-5-88-15,-17-7-228 16</inkml:trace>
  <inkml:trace contextRef="#ctx0" brushRef="#br0" timeOffset="6025.6">18826 7220 1107 0,'0'0'58'0,"0"0"27"16,0 0 118-16,0 0-96 16,0 0-73-16,0 0 50 15,54 184-73-15,-16-124-7 16,-5 0-8-16,-26-3-25 0,-7-6-75 16,0-13-103-1,0-11-171-15,-40-21-212 16</inkml:trace>
  <inkml:trace contextRef="#ctx0" brushRef="#br0" timeOffset="6326.96">18840 7295 952 0,'0'0'96'0,"0"0"-87"0,0 0 181 16,0 0-60-16,290 109-108 15,-179-60-1-15,-12-4-21 0,-5-11-14 16,-23 0-9-16,-22-11-75 15,-23-8-12-15,-24-5 4 16,-2-10 28-16,0 0 46 16,-28 0 32-16,-19-27 7 15,0-24 46 1,7-13 8-16,14-6 20 16,19-6 2-16,7-1-37 15,0 8 25-15,0 9-48 0,0 14-11 16,7 18-4-16,7 17-8 0,-9 11-72 31,-5 0-176-31,0 17-132 0</inkml:trace>
  <inkml:trace contextRef="#ctx0" brushRef="#br0" timeOffset="6819.01">19679 7243 1117 0,'0'0'9'16,"0"0"87"0,0 0 98-16,0 0-140 15,0 0-29-15,0 0-8 0,57 143 2 0,-24-76-19 16,-7-5 11-16,-7-8-26 31,6-19 5-31,-13-7-30 16,2-16 11-16,-7-12-40 0,3 0 33 15,-1-25 19-15,-2-25-24 16,5-13 40-16,2 1 1 16,-2 1 0-16,0 16 15 15,2 16-5-15,-12 15 33 16,3 11 6-16,0 3-42 16,16 8 7-16,5 30-14 15,7 16 0-15,0 1 8 16,9-4-7-16,3-6-1 0,2-7 0 15,-9-9-8-15,0-10 4 16,-10-10 4-16,-4-9 0 16,-5 0 16-16,2-15 1 15,-5-27 24-15,1-15 1 16,-17-9-20-16,0-6 41 16,0-5-51-16,0 5-7 15,-29 13 14-15,-4 14-19 16,3 18-1-16,-1 9-22 15,-4 18-106-15,-8 0-97 16,-4 7-351-16</inkml:trace>
  <inkml:trace contextRef="#ctx0" brushRef="#br0" timeOffset="7009.69">20839 7667 512 0,'0'0'795'0,"0"0"-761"0,0 0 146 0,0 0-29 0,12 197-143 0,-12-143-2 15,0-3-6-15,-33-1-41 16,-5-8-121-16,-11-10-243 0,1-23-569 16</inkml:trace>
  <inkml:trace contextRef="#ctx0" brushRef="#br0" timeOffset="7316.66">22051 7321 103 0,'0'0'987'0,"0"0"-986"16,0 0 167-1,-139-188-33-15,158 138-116 0,56 11 2 16,19 13-17-16,-2 16-4 16,-12 10 8-16,-4 0 3 15,-12 27 3-15,-36 24 22 0,-12 12-12 16,-16 8 20-16,-21 9-43 31,-45 1-2-31,-12-1 1 16,5-9-152-16,10-14-183 0,25-14-435 15</inkml:trace>
  <inkml:trace contextRef="#ctx0" brushRef="#br0" timeOffset="7422.83">22166 7975 1182 0,'0'0'54'0,"0"0"26"0,0 0 102 0,0 0-166 15,0 0-16-15,0 0-128 16,-134 12-441-16</inkml:trace>
  <inkml:trace contextRef="#ctx0" brushRef="#br1" timeOffset="11066.83">6368 5570 1033 0,'0'0'78'0,"0"0"11"0,0 0 126 0,0 0-136 0,0 0-39 0,0 0-24 16,-146-121-8-16,217 84 3 15,19 8-11-15,-1 7 3 0,8 14 10 16,-12 5-10 0,-19 3 14-16,-14 17-11 0,-22 34 7 15,-23 15-11-15,-7 6-2 16,-14 2 8-16,-42-3 8 16,-25-8-12-16,-3-9 12 15,1-7 22-15,8-7-24 16,16-15 20-16,7-6-24 15,28-6-5-15,10-11 12 16,14-2-17-16,0 0-3 0,21 0-1 16,55 0 7-16,39 0-3 15,8-6 0 1,18-11 5-16,-4 0-3 0,-14 1-2 16,-10 0 0-16,-17 5-2 15,-30-2-25 1,-14 4-20-16,-26-3-89 0,-19-5-143 15,-7-8-285-15</inkml:trace>
  <inkml:trace contextRef="#ctx0" brushRef="#br1" timeOffset="12587.54">7705 5370 1010 0,'0'0'152'0,"0"0"36"16,0 0 21-16,0 0-116 0,0 0-25 0,0 0-49 16,-14-23-9-16,14 69 16 0,0 11-25 15,0 3 9-15,0-9-10 16,0-2 8-16,0-15-14 16,0-9 6-16,0-7 0 15,0-15-14-15,0-3 3 16,0 0 4-16,0 0-6 15,0 0-24-15,35 0 35 16,15-9 1-16,14-3 1 0,-1 6 3 16,1 6 4-1,-10 0-7-15,-9 0 3 0,-7 18 4 16,-24 6 20-16,-14 6-21 16,0-3-1-1,-21 5 17-15,-38-5-14 16,-3-1-8-16,3-5 0 0,8-5-14 15,8-8 3 1,17-8-85-16,5 0-92 0,7-24-164 16,-7-29-313-16</inkml:trace>
  <inkml:trace contextRef="#ctx0" brushRef="#br1" timeOffset="12793.9">7797 5287 1034 0,'0'0'128'0,"0"0"-12"16,0 0 99-16,0 0-99 16,0 0-74-16,0 0-15 0,144-93-10 15,-64 85 14 1,-21 2-31-16,-17 3 0 0,-16 3-7 16,-11 0-34-1,-1 0-46-15,-7 0-49 0,2 27-159 16,-2 8-200-1</inkml:trace>
  <inkml:trace contextRef="#ctx0" brushRef="#br1" timeOffset="13081.03">9002 5370 1050 0,'0'0'104'0,"0"0"-26"16,0 0 158-16,0 0-51 16,0 0-123-16,0 0-3 15,-59-83-38-15,59 122-5 0,0 24 39 16,5 14-44-16,4 3 10 16,-4-4-21-16,2-11 2 31,-2-6-11-31,-3-9-28 15,-2-7-35-15,0-14-31 16,0-10-153-16,5-16-130 16,9-3-155-16</inkml:trace>
  <inkml:trace contextRef="#ctx0" brushRef="#br1" timeOffset="13526.79">9405 5376 805 0,'0'0'141'16,"0"0"43"-16,0 0 41 15,0 0-89-15,0 0-72 16,0 0-13-16,-5-53-14 16,-14 91-33-16,-7 11 18 15,5 4-22-15,21-6 0 0,0-1-3 16,0-5 3-16,7-8-10 16,36-4-2-1,6-10-31-15,8-10 31 16,2-9-25-16,-14 0-4 0,-8 0 37 15,-4-12-14-15,-14-13 18 16,-12 2-5-16,-7-5 16 16,0 2-3-16,0 3 8 15,0-2 10-15,0 10 24 0,-12 6-39 16,3 3 20-16,-3 6 11 16,12 0-39-16,0 0 34 15,0 34-30-15,0 26-5 16,0 20 58-16,0 7-45 15,0-10 9-15,0-5 8 16,0-9-30-16,0-10 16 16,0-21-18-1,0-8 0-15,0-8-12 0,0-11-35 16,0 1-29-16,12-6-128 0,-3 0-261 16,8-6-490-1</inkml:trace>
  <inkml:trace contextRef="#ctx0" brushRef="#br1" timeOffset="14673.58">10810 5750 507 0,'0'0'219'0,"0"0"-100"0,0 0 34 0,0 0 7 0,0 0-58 0,0 0-31 16,-87-100-5-16,87 100 20 15,0 0-44 1,0 0-1-16,0 0 8 0,0 0-23 15,0 0 20-15,0 0-16 16,0 0-18-16,0 0 34 16,0 0-45-16,0 0 8 15,0 0 8-15,2 9-13 16,12 4 13-16,-7-7-17 16,-2 3 5-16,0-6 6 0,-5-3-11 15,0 0 0-15,0 0-2 16,0 0 14-16,0 0-14 15,0 0 2-15,0 0 0 16,0 9-3-16,5 5 3 16,-5 14 0-16,0 13-1 15,0 10 13-15,0 0-16 16,0-1 4-16,11-5 0 16,-4-9-3-16,15-6 3 15,4-10 0-15,11-8-4 16,15-6-13-16,-2-6 14 15,-1 0-6-15,5 0 0 16,-6-9-6-16,-8-6 8 16,-14 1 4-16,0-4-2 15,-10 2 0-15,-2-1 5 0,0-1 0 16,-9 0 0-16,-5-3-15 16,0 3 15-16,0-3 0 15,0 1-8-15,0 4 11 16,-5 1-3-16,-16 4 0 15,2 3 3-15,10 4 7 0,-8 4-6 16,10 0-1-16,-2 0 15 16,-1 0-12-16,6 0 8 15,-6 0-9 1,5 0 1-16,-4 0 14 0,4 17-16 16,-2 7-1-1,3 13 8-15,4-2-1 16,0 10-1-16,0 3-3 15,0-4-1-15,0 4 16 0,11 3-20 16,3-3-1-16,-9 2 6 16,-5-5 5-16,0-13-11 15,0-4 0-15,0-10 0 16,0-7-12-16,7-2 6 16,-7-3-26-16,3-3-5 0,1-3-37 15,15 0-82-15,0 0-106 16,7-20-290-16</inkml:trace>
  <inkml:trace contextRef="#ctx0" brushRef="#br1" timeOffset="15103.93">11930 5949 937 0,'0'0'59'0,"0"0"110"0,0 0 7 0,0 0-94 0,0 0-54 16,0 0-3-16,259-102 22 0,-186 91-14 15,-14 8 11-15,-14 3 23 16,-12 0-38-16,-14 38 3 16,-12 19-2-1,-7 9-20-15,0 2 25 0,0 4-28 16,0-7 3-16,-19-5 14 16,12-5-21-16,0-10 9 15,2-13-10-15,1-9 6 0,4-4-6 16,0-13-2-1,0 3 0-15,0-7-2 16,0-2-9-16,0 0-14 0,0 0-10 16,0 0-49-1,0 0-92-15,0 0-149 16,0-11-198-16</inkml:trace>
  <inkml:trace contextRef="#ctx0" brushRef="#br1" timeOffset="15486.55">13210 5850 752 0,'0'0'104'0,"0"0"-23"0,0 0 112 0,0 0-43 0,0 0-91 0,0 0 7 15,0-32 21-15,0 32-39 16,0 6-1 0,0 32 0-16,0 16 8 0,-5 6 11 15,-4 6-39-15,4-10 0 16,-2-1 18-16,7-9-39 0,-5-9 9 15,5-5-15 1,0-7-20-16,0-8 7 0,0-2-53 16,0-9-108-16,0-6-132 31,0 0-278-31</inkml:trace>
  <inkml:trace contextRef="#ctx0" brushRef="#br1" timeOffset="15917.77">13469 5905 724 0,'0'0'86'0,"0"0"-4"15,0 0 123-15,0 0-58 16,0 0-70-16,0 0-16 16,5-104-23-16,-5 104 14 15,0 0-40-15,0 0-7 16,0 0 5-16,-5 23 1 15,-25 24 0-15,-6 10 12 0,1 3-19 16,7-3 25-16,4 0-29 16,22-2 0-16,2-4 4 15,0-2-2-15,0-11-3 16,33-5 1-16,14-7-20 16,-2-10 12-16,4-7 8 15,-4-9 0-15,-12 0 1 0,5 0 2 16,-12-12-3-1,-3-15 22-15,-9 1-20 0,-7-1 28 16,-7 5-13-16,0 5 4 16,-7-1 29-16,-30 5-42 15,-15 4 15-15,-7 0-15 16,14 7 6 0,7 2-26-16,12 0 12 0,10 0-44 15,7 0-37-15,-10 5-86 0,-7 16-227 16</inkml:trace>
  <inkml:trace contextRef="#ctx0" brushRef="#br1" timeOffset="16697.06">14375 6214 697 0,'0'0'463'0,"0"0"-458"0,0 0 118 0,0 0 22 16,351-95-101-16,-254 86 37 16,-20 7-51-16,-39 2 0 15,-24 0-16-15,-14 0-3 16,0 11 6-16,0 31-5 0,0 18 9 15,-23 6 18 1,-3 6-39-16,0-5 19 16,5-1-10-16,14-7 1 0,-1-8 9 15,8-19-19-15,0-6 1 16,0-12 9-16,0-5-3 16,0 0-7-16,0-3 0 15,8-4-12-15,-1 2 9 16,7-4-55-16,-7 0-74 15,7 0-97-15,-2-24-330 0</inkml:trace>
  <inkml:trace contextRef="#ctx0" brushRef="#br1" timeOffset="17224.18">15579 6236 1119 0,'0'0'118'0,"0"0"8"0,0 0 96 0,0 0-74 0,0 0-120 0,0 0 24 15,-47-3-26-15,47 63 1 16,17 10 14-16,-3 3-37 15,2-10-4-15,-4-11 0 16,-5-7-50-16,-2-9 5 0,-5-6-66 16,0-9-176-16,0-12-119 15,0-9-376-15</inkml:trace>
  <inkml:trace contextRef="#ctx0" brushRef="#br1" timeOffset="17510.09">15867 6221 729 0,'0'0'203'0,"0"0"-149"16,0 0 123-16,0 0-48 16,0 0-120-16,0 0 21 15,-33 116-28-15,33-45 6 0,0-8-7 16,0-6 11-16,0-16-11 16,28-16 4-16,3-10 6 15,2-13 43-15,0-2-17 16,-2 0 9-16,-5-23 16 15,-12-14-31-15,-7-9 13 16,-7-11-17-16,-10 0-20 16,-39-3 17-16,-20 16-24 15,8 14-12-15,-3 9-21 0,6 15-77 16,1 6-84-16,12 0-372 16</inkml:trace>
  <inkml:trace contextRef="#ctx0" brushRef="#br1" timeOffset="17780.18">16402 6176 1304 0,'0'0'37'0,"0"0"91"16,0 0 37-16,0 0-73 15,0 0-53-15,0 0-3 16,149 146 24-16,-119-74-51 16,-13-6-2-16,-12-4-7 15,-5-8-6 1,0-13-15-16,0-7-42 0,0-13-130 0,0-13-140 31,0-8-389-31</inkml:trace>
  <inkml:trace contextRef="#ctx0" brushRef="#br1" timeOffset="18112.99">17072 6301 1134 0,'0'0'44'0,"0"0"35"0,0 0 97 16,0 0-143-16,-50-153-23 0,17 153-5 15,-19 0 2 1,-11 13-9-16,8 25 2 0,8 5-2 15,26-5-6-15,19 2-21 16,2-14-5-16,0-9 18 31,28 2-29-31,19-16 25 16,-2-3 10-16,7 0 10 16,-7-3-12-16,-10-12 19 0,-9 0-7 15,-17 9 57-15,-9 6 8 16,0 0 23-16,0 0-3 15,0 24-45-15,0 17 28 16,0 13-41-16,0 0-20 16,0-10-7-16,0-5-4 15,19-7-50-15,-12 2-127 16,-7-10-269-16</inkml:trace>
  <inkml:trace contextRef="#ctx0" brushRef="#br1" timeOffset="18414.36">18126 6276 959 0,'0'0'84'0,"0"0"73"0,0 0 33 0,0 0-46 0,0 0-104 0,0 0-12 16,-10-13 31-16,31 58-19 16,-9 14 14-16,14 13-25 15,-9-4-23-15,-1-9 14 16,-4-5-20-16,2-12-20 16,-2-6-25-16,-8-9-153 15,6-9-172-15,-8-15-258 16</inkml:trace>
  <inkml:trace contextRef="#ctx0" brushRef="#br1" timeOffset="18599.96">18456 6322 453 0,'0'0'579'0,"0"0"-494"16,0 0 86-16,0 0 8 15,0 0-104-15,0 0-9 16,54 183 9-1,-28-125-59-15,-10-1-15 0,-11-5-2 0,-5-9-35 16,0-1-91 0,0-11-198-16,-33-7-374 15</inkml:trace>
  <inkml:trace contextRef="#ctx0" brushRef="#br1" timeOffset="18883.28">19144 6316 958 0,'0'0'108'0,"0"0"67"16,0 0 53-16,0 0-136 31,0 0-9-31,0 0-23 0,42 83-5 15,-20-22-8-15,-8-5-39 0,-5-3 9 0,1-11-17 16,-10 0-10 0,0-10 5-16,0-4-64 0,-10-4-134 15,-6-10-181-15,4-5-334 32</inkml:trace>
  <inkml:trace contextRef="#ctx0" brushRef="#br1" timeOffset="19274.16">19394 6348 917 0,'0'0'41'15,"0"0"45"-15,0 0 159 16,0 0-151-16,0 0-40 16,0 0-21-16,-45-32-28 15,45 79 34-15,0 13-37 16,5-1-1-16,16-9-2 15,12-3-7-15,-7-15-26 16,-2-11-20-16,-3-6-37 16,-2-11 30-16,-5-4-22 0,7 0 51 15,-5-23 22-15,3-23 20 16,0-14-7-16,-2-2 24 16,-8 5-10-16,-4 13 62 15,2 18-11-15,-7 15 32 16,0 5 14-16,0 6-48 15,0 4-7-15,0 43-18 16,0 19-11-16,0 6 21 0,9-4-39 16,10-9-9-16,5-11 6 15,-3-6-9 1,-9-15-2-16,0-8-25 16,-12 1-72-16,0-11-108 0,0-6-243 15</inkml:trace>
  <inkml:trace contextRef="#ctx0" brushRef="#br1" timeOffset="19687.48">20141 6411 896 0,'0'0'41'0,"0"0"29"0,0 0 150 0,0 0-155 0,0 0-44 15,0 0-11-15,177-122-6 16,-123 120 24-16,-7 2-12 16,-18 0 6-16,-6 2 41 15,-16 34-39-15,-7 9 22 16,0 14-21-16,-30-2-20 15,-17 0 19 1,2-9-22-16,7-11 6 16,0-3 30-16,12-13-32 0,5-6 28 15,16-9-11-15,5-4-22 0,0 3 22 16,10-3-23-16,37 0 2 16,24-2 3-16,11 0-5 15,3 0 0 1,7-21-65-16,-12-7-106 0,0-12-139 15,-21 5-307-15</inkml:trace>
  <inkml:trace contextRef="#ctx0" brushRef="#br1" timeOffset="20049.08">20813 6217 1039 0,'0'0'42'15,"0"0"3"1,0 0 128 0,0 0-111-16,0 0-40 15,285-115 5-15,-219 111-6 16,-23 4 28-16,-15 0-36 16,-14 0-3-16,-14 21 16 15,0 15-16-15,0 2-7 0,-9 8-3 16,-19-3 9-16,-3 0-16 15,10-1 7-15,4-6 0 16,17-10-2-16,0 5 10 16,0-5-8-16,26-2 17 15,12 3-17-15,-5-10 41 0,-12-5-22 16,-12-2-6 0,-9-7 21-16,0-3-27 0,0 0-14 15,-70 0-1 1,-32 0-128-16,-37 0-138 0,-7-19-288 15</inkml:trace>
  <inkml:trace contextRef="#ctx0" brushRef="#br1" timeOffset="21668.17">5840 5425 864 0,'0'0'37'0,"0"0"20"0,0 0 117 0,0 0-79 0,0 0-72 0,0 0 17 31,-16-96-33-31,91 31 3 15,22-13-6-15,37-16-4 0,41-15 9 16,32-19-3 0,48 2-6-16,40 9 0 0,44 16 25 0,36 27 49 15,26 17-2 1,-8 27-24-16,-13 22-14 16,-19 8 38-16,-24 35-46 15,-24 31-8-15,-27 20-5 0,-25 22-7 16,-39 8 2-16,-50 9-8 15,-42-2 4-15,-55 0 10 0,-40-11-8 16,-30-4-6 0,-5-10 17-16,-5-8-11 0,-42-18 4 15,14-20-10-15,7-15 7 16,15-17 2-16,11-11-9 31,0 0 0-31,0-5-4 16,0-4 11-16,0 3-6 15,0-3-1-15,0 0 5 16,0 0-5-16,0 0 0 0,0 0 0 16,0 0-3-16,0 0 0 15,0 0 3-15,0 0 0 16,0 0-14-16,0 0 11 16,0-3-31-16,0-10-23 15,7-4-10-15,-3-1-71 16,6-6-46-16,-5 0-113 15,6 7-189-15</inkml:trace>
  <inkml:trace contextRef="#ctx0" brushRef="#br1" timeOffset="23044.09">11121 5599 562 0,'0'0'76'0,"0"0"-26"0,0 0 128 16,0 0-58-1,0 0-53-15,0 0-2 0,0 0 17 16,0 0-20-16,0-4-12 15,0-24-4-15,21-10-38 16,17-13 20-16,12-15-14 16,20-14-14-16,29-13 19 15,29-5-19-15,27-3 0 0,27 5 0 16,23 10 6-16,17 14-6 16,16 15 0-16,19 15 0 15,-5 12 38-15,3 19-8 16,4 11-6-16,-7 11 19 15,5 49-24-15,-9 18 2 16,-17 18 0-16,-40 2-20 16,-45 5 32-16,-45 3-23 15,-37-6 5-15,-38-5 27 16,-26-4-28-16,0-14 13 0,-5-11-3 16,-28-15-24-16,12-16 29 15,9-10-29-15,5-7 3 16,7-4 0-16,-7-5 2 15,7-4-5-15,0-1 0 16,0-4 5-16,0 2-6 16,0-2 1-16,0 0 0 15,0 0-4-15,0 0 9 16,-5 0-5-16,5 0 0 0,0 0-4 16,0 0-8-16,0 0 10 15,0 0 0-15,0 0-10 16,0 0 1-1,0 0 11-15,0 0-2 16,0 0-11-16,0 0 3 16,0 0 7-16,0 0 3 0,0 0-3 15,0 0 6-15,0 0-3 16,0 0 0-16,0 0 8 16,0 0-3-16,0 0-5 15,0 0 0-15,0 0 15 0,0 0-8 16,0 0-5-16,0 0-2 15,0 0 5-15,0 0 0 16,0 0-5-16,0 0 0 16,0 0-3-16,0 0 9 15,0 0-6-15,0 0 0 16,0 0-1-16,-4 0-12 16,4 0-1-16,-8 0-71 0,-20 0-98 31,-19-2-186-31,-21-28-253 15</inkml:trace>
  <inkml:trace contextRef="#ctx0" brushRef="#br1" timeOffset="24128.1">14455 5850 641 0,'0'0'60'15,"0"0"84"-15,0 0 40 0,0 0-80 0,0 0-51 0,0 0 3 16,-5-137-33-16,97 72 0 15,28-18 22-15,34-19-36 0,29-11 15 16,48-13-21 0,26-8 8-16,40 2-9 0,17 16-2 15,-10 23 0-15,-11 29 40 16,-37 25-17 0,-27 21 4-16,-40 18 4 0,-38 12-20 15,-29 48 27-15,-30 23-24 0,-23 12-11 16,-25 10 28-1,-11-7-30-15,-14-9 8 0,-19-5 14 16,0-6-14 0,0-6 24-16,-14-7-18 0,-12-11-9 15,3-10 43-15,8-12-49 16,4-7 15-16,6-10-11 0,-7 1 9 16,12-8-8-1,0-2-5 1,0-3 0-16,0-3 0 0,0 0 1 0,0 0-1 15,0 0 0-15,0 0-24 32,-5 0 21-32,5 0-48 15,0 0-52-15,-7 0 3 16,-12-13-165-16,-14-7-254 16</inkml:trace>
  <inkml:trace contextRef="#ctx0" brushRef="#br1" timeOffset="24844.31">18100 5956 709 0,'0'0'72'0,"0"0"-2"0,0 0 129 0,0 0-34 15,0 0-110-15,0 0 36 0,-135 18-32 16,135-18-19 0,0-6 16-16,17-28-40 15,42-16 3-15,16-25-5 16,38-21-9-16,52-20 15 0,43-15-20 16,44-12 1-16,31-7-5 15,30 10 4-15,22 19-3 0,17 30 3 16,4 31 0-1,-10 28 1-15,1 26-1 16,-20 6 1-16,-4 17 26 16,-35 44-22-16,-24 25-3 0,-49 19-2 15,-72 14 10-15,-70 6-10 16,-61 0 0-16,-12-5 0 16,-52-12 29-16,-23-10-17 15,-1-15 8 1,8-14-8-16,19-16-1 0,20-15-13 15,17-10 2 1,12-12-47-16,0-16-29 16,0 0-164-16,0-16-170 15</inkml:trace>
  <inkml:trace contextRef="#ctx0" brushRef="#br1" timeOffset="25194.7">20096 4517 896 0,'0'0'68'16,"0"0"-23"-16,0 0 174 0,0 0-74 0,0 0-94 0,264-6 8 0,-127 6 7 16,2-5-51-16,-18-4-10 15,-25 0-2-15,-25 5-3 16,-26-5-43-16,-43 0-92 15,-2-5-163-15,-2-10-249 0</inkml:trace>
  <inkml:trace contextRef="#ctx0" brushRef="#br1" timeOffset="25385.67">20478 4228 979 0,'0'0'81'0,"0"0"106"0,0 0 23 15,0 0-63-15,0 0-78 16,0 200-12-16,24-144-6 16,14-2-50-16,-15-6 10 15,3-9-11-15,-7-9-37 0,-14-4-45 16,-5-5-195 0,0-9-246-16</inkml:trace>
  <inkml:trace contextRef="#ctx0" brushRef="#br1" timeOffset="25592">21454 4097 269 0,'0'0'838'0,"0"0"-780"16,0 0 79-16,0 0 32 15,0 0-124 1,0 0-35-16,345-24 19 0,-261 24-29 15,-32 0-2 1,-21 0 1-16,-24 0-117 16,-7 0-87-16,-24 0-228 0</inkml:trace>
  <inkml:trace contextRef="#ctx0" brushRef="#br1" timeOffset="25926.68">21454 4097 710 0,'-51'30'150'15,"29"-9"-43"-15,3 11 140 16,3 13-136-16,11 3-44 16,5 2-12-16,0-4 6 15,5-12-41-15,23-9-7 0,-16-10 2 32,5-9-7-32,-8-6-8 0,5 0 3 0,5 0 4 31,7-15-9-31,7-12 2 15,9 3 0-15,8 1-5 16,11 11-14-16,5 6 17 0,5 6 1 16,-7 0 1-1,-6 1 1-15,-8 33 3 16,-17 2-2-16,-19 3 32 0,-14-7-26 16,0-1 18-16,-73-8-25 15,-35-1 9-15,-34-2-20 16,-35-6-109-16,-4-8-232 15,13-6-345-15</inkml:trace>
  <inkml:trace contextRef="#ctx0" brushRef="#br1" timeOffset="27768.81">22129 9431 957 0,'0'0'50'0,"0"0"80"15,0 0 86-15,0 0-91 0,0 0-29 0,0 0-33 0,0 0-4 16,0-99 18-16,-5 99-67 16,3 0 24-16,-3 0-3 15,-12 16-28-15,1 45 24 16,-10 32-18-16,14 20 1 0,-7 7 38 15,17-5-47 1,2-4 15-16,0-6 1 0,0-13-12 16,0-12 15-16,7-17-20 15,12-12 0-15,-12-19 1 16,-2-7 3 0,-5-7-4-16,7-9 0 0,-7-3 1 15,0-4-15-15,0-2 7 16,0 0 3-16,0 0-15 15,0-26 7-15,-7-37 7 16,-19-26 2-16,7-24-23 16,14-19 18-16,5-8-16 15,0-3 7-15,40 14 4 0,31 25-1 16,19 21 14-16,11 23 0 16,-2 18 7-16,2 10-16 15,-9 9 9-15,-12 18 0 16,-18 5 2-16,-15 0 7 15,-24 39-9-15,-23 3 0 0,0 11 9 16,-59 8-12 0,-49-2 3-16,-12 1-27 0,-15-7 23 15,10-6-75-15,12-4-66 16,7-5-84-16,10-7-142 16,22-8-258-1</inkml:trace>
  <inkml:trace contextRef="#ctx0" brushRef="#br1" timeOffset="30667.85">8474 7763 893 0,'0'0'54'0,"0"0"39"0,0 0 106 0,0 0-88 0,0 0-89 0,0 0 8 15,-33-25 14-15,33 25-31 16,0 6 16-16,7 49-26 16,23 28 20-16,11 31 27 15,1 11-46-15,12 3 8 16,15 1-12-16,15-11 7 15,25-3-6-15,11-18-1 16,26-15 0-16,29-24-8 0,18-25 17 16,38-27-9-1,33-6 0-15,19-36 9 0,9-30 2 16,-9-11-11 0,-40-9 0-16,-40-1 13 0,-43 4-5 15,-40-1-8 1,-28-2 8-16,-28 0-6 0,-10 2 33 15,-16 0-16 1,0 6-7-16,-1 16 29 0,11 5-40 16,-8 16 12-16,-3 11-10 15,-11 11 5-15,-19 11-2 0,-2 4-6 16,0 4 0 0,-5 0-6-16,0 0 6 0,0 0-8 15,0 0-54-15,0 9-119 16,0 20-119-16,-36-9-168 15</inkml:trace>
  <inkml:trace contextRef="#ctx0" brushRef="#br1" timeOffset="31337.38">11854 8028 931 0,'0'0'39'0,"0"0"57"0,0 0 113 0,0 0-98 0,0 0-70 16,0 0 4-16,114-38 19 16,-32 91-40-16,15 23 18 0,7 15-17 15,6 14-15-15,4-1 6 16,10 6-10-16,4-2-6 16,13-11 0-16,15-12 9 15,4-13-14-15,22-19 5 16,18-14 0-16,19-19 5 15,38-20-1-15,14 0-4 16,5-32 0-16,-12-33 7 16,-23-28-11-16,-36-24 4 0,-17-14 0 15,-30-3 1-15,-26 8 3 16,-28 17-4 0,-33 13 8-16,-29 22-6 0,-13 17 43 15,-22 18-25-15,0 12-16 16,-7 12 8-16,4 6-11 15,-4 3-2-15,8 6-7 16,-4 0-71-16,8 0-39 16,9 0-186-16,5 15-271 15</inkml:trace>
  <inkml:trace contextRef="#ctx0" brushRef="#br1" timeOffset="32069.31">15766 8119 695 0,'0'0'140'0,"0"0"-39"0,0 0 78 0,0 0-4 0,0 0-80 0,0 0-66 0,-40-34 5 16,98 79-21-16,13 18 9 16,19 14 18-16,18 12-36 15,10 4 14-15,17 0-9 16,6-4-1-16,15-12-6 0,-8-5-2 16,12-15 2-16,-11-18-6 15,-1-21 4-15,6-18-4 16,4 0-1-16,7-24 5 15,16-26 0-15,20-16 0 16,4-15 2-16,16-9 2 16,-16-8-4-16,-18-1 0 15,-32 1 19-15,-27 0-1 0,-32 7 13 16,-11 8-10 0,-19 11-8-16,-9 13 20 15,-17 15-33-15,-10 7 0 0,-4 14-1 16,-14 8-5-16,-5 6-12 15,-7 6-75 1,0 3-121-16,0 0-151 0,-12 0-512 16</inkml:trace>
  <inkml:trace contextRef="#ctx0" brushRef="#br1" timeOffset="35254.37">23496 9555 962 0,'0'0'135'0,"0"0"-77"0,0 0 99 15,0 0-33-15,64-175-89 0,-64 144 5 0,-7 8-28 16,-41 8 8-16,-6 13 6 31,-5 2-25-31,-9 0 27 0,14 17-16 0,-10 19-5 16,15 11 30-1,6 13-34-15,31 5 8 16,12 7-5-16,0 0 2 0,33-1 2 16,36-5-1-1,4-3-5-15,21-9 28 16,-2-6-26-16,-7-13 18 15,-21-9 10-15,-31-11-30 16,-29-8 13-16,-4-1-17 16,-4 6 1-16,-88 5 12 0,-36-2-13 15,-23 4-14-15,-2-10-13 16,16-9-76-16,3 0-94 16,7 0-141-16,11-13-238 15</inkml:trace>
  <inkml:trace contextRef="#ctx0" brushRef="#br1" timeOffset="37815.29">9275 7470 570 0,'0'0'92'0,"0"0"44"0,0 0 1 0,0 0-20 0,0 0-21 0,0 0 1 16,-14-92-16-16,14 92-24 16,-2 0-4-16,2 0-31 0,0 0-3 15,-19 45 14-15,5 42-32 16,4 35 47-16,6 33-6 15,4 18-33-15,0 9 27 16,54 15-20-16,21 9-7 16,31-4 8-16,19 2-12 15,19-12 0-15,19-20-5 16,16-24 10-16,28-14-10 16,3-17 0-16,5-24 0 15,2-25-3-15,4-23 8 0,-1-33-5 16,1-12 0-16,-4-27 4 15,-2-43-6-15,-3-19 2 16,-14-28 0-16,-5-16 1 16,-4-20 4-16,-22-10-5 15,-14-14 0-15,-21-1 7 16,-11 1-6-16,-32 11-1 16,-9 23 0-16,-23 12 9 15,-17 16 3-15,-9 26-9 0,-12 20-3 16,-5 29 3-1,-14 18 5-15,0 13-8 0,0 7 0 16,0-2 7 0,0 4 2-16,0-2-9 0,0 2 0 15,0 0 1-15,0 0-2 16,0 6 1-16,0-1 0 16,-7-3-2-16,7 2 6 15,0-4-4-15,0 0 0 16,0 0 5-16,0 0-8 0,0 0 3 15,0 0 0 1,0 0-3-16,0 0 7 0,0 0-4 16,0 0 0-16,0 0 6 15,0 0-10-15,0 0 4 16,0 0-11-16,0 0 10 16,0 0-71-16,0 3-64 15,-15 0-117-15,-6 2-92 16,-7 6 7-1,-12-5-186-15</inkml:trace>
  <inkml:trace contextRef="#ctx0" brushRef="#br1" timeOffset="41121.58">13335 7862 644 0,'0'0'110'0,"0"0"-19"0,0 0 81 0,0 0-2 0,0 0-112 0,0 0 2 16,54-81-2-16,-54 81-40 16,0 0 18-16,0 0-22 15,0 11-10-15,0 34 24 16,0 21-8-16,0 12 11 16,0 5-21-16,0 0-3 15,0-2 6-15,0-4-13 16,0 0 0-1,0 12 2-15,0 11 5 16,0 17-1-16,0 14 14 16,0 3-13-16,21 6 22 15,24 0-25-15,33 7 35 16,19-7-14-16,39-5-25 16,20-16 12-16,21-15-12 15,23-21 11-15,-4-20-4 16,-3-18-7-16,-7-27 0 15,-30-18-4-15,-3 0 8 0,-16-24-4 16,0-30 3-16,-3-23 3 16,-11-20 15-16,-3-21-18 15,-21-22-1-15,-2-6 16 16,-15-3-10-16,-11 2-8 16,-12 12 6-16,-14 14 1 15,-12 10 8-15,-3 22-15 16,-4 15 1-16,-12 17 3 15,-2 14 2-15,-5 11-6 16,-7 11 0-16,0 8 8 16,0 5-8-16,0 4 0 15,0 4 0-15,0-2 6 16,0 2-3-16,0 0-3 0,0 0 0 16,0 0 7-16,0 0-8 15,0 0 1-15,0 0 0 16,0 0-6-16,0 0 10 15,0 0-4-15,0 0 0 16,0 0 8-16,0 0-15 0,0 0 7 16,0 0 0-16,0 0-3 15,0 0 6-15,0 0-3 16,3 0 0-16,-3 0 7 16,0 0-10-16,0 0 3 15,0 0 0-15,0 0-6 16,0 0 8-16,0 0-2 15,0 0 0 1,0 0 11-16,0 0-18 16,0 0 7-16,0 0 0 0,0 0-6 15,0 0 8-15,0 0-2 0,0 0 0 16,0 0 7 0,0 2-13-16,0-2 6 0,0 0 0 15,0 0 0 1,0 0 0-16,0 0 0 0,0 0-1 15,0 0 9-15,0 0-11 16,0 0 3-16,0 0 0 16,0 0-4-16,0 0 7 15,0 0-3-15,0 0 0 0,0 0 4 16,0 0-10-16,0 0 6 16,0 0 0-16,0 0-2 15,0 0 9-15,0 0-7 16,0 0 0-16,0 0 5 31,0 0-9-31,0 0 4 0,0 0 0 0,0 0-3 16,0 0 6-1,0 0-3-15,0 0 0 16,0 0 0-16,0 0-4 16,0 0 4-16,0 0 0 0,0 0-4 0,0 0 5 15,0 0-1-15,0 0 0 31,0 0 6-31,0 0-6 16,0 0 0-16,0 0 0 16,0 0-4-16,0 0 6 0,0 0-2 15,0 0 0-15,0 0 4 16,0 0-8-16,0 0 4 16,0 0 0-16,0 0-4 15,0 0 5-15,0 0-1 16,0 0 0-16,0 0 3 15,0 0-3-15,0 0 0 16,0 0 2-16,0 0-7 16,0 0 5-16,0 0 0 15,0 0 0-15,0 0 5 16,0 0-8-16,0 0 3 0,0 0 0 16,0 0-3-16,0 0 3 15,0 0 0-15,0 0-2 16,0 0 10-16,0 0-13 15,0 0 5-15,0 0 0 16,0 0 0-16,0 0 0 16,0 0 0-16,0 0-2 0,0 0 10 15,0 0-14-15,0 0 6 16,0 0 0-16,0 0-2 16,0 0 2-16,0 0 0 15,0 0 0-15,0 0 7 16,0 0-12-16,0 0 5 15,0 0 0 1,0 0 2-16,0 0-2 16,0 0 0-16,0 0-1 0,0 0 5 15,0 0-6-15,0 0 2 16,0 0 0-16,0 0-2 0,0 0 2 16,0 0 0-16,0 0-3 15,0 0 11-15,0 0-11 16,0 0 3-16,0 0 0 15,0 0-1-15,0 0 1 16,0 0 0-16,0 0-1 16,0 0 6-16,0 0-6 15,0 0 1-15,0 0 0 16,0 0-7-16,0 0 9 0,0 0-2 16,0 0 0-16,0 0 1 31,0 0-1-31,0 0 0 0,0 0 1 0,0 0-6 31,0 0 5-31,0 0 0 0,0 0-1 0,0 0 4 16,0 0-3-1,0 0 0-15,0 0 3 16,0 0-5-16,0 0 2 0,0 0 0 16,0 0-1-1,0 0 2-15,0 0-1 0,0 0 0 16,0 0 2-16,0 0-7 15,0 0 5-15,0 0 0 16,0 0-2-16,0 0 8 0,0 0-6 31,0 0 0-31,0 0 1 16,0 0-7-16,0 0 8 0,0 0-2 16,0 0 0-16,0 0 0 15,0 0 0-15,0 0 0 16,0 0 2-16,0 0-5 15,0 0 3-15,0 0 0 16,0 0-1-16,0 0 3 16,0 0-2-16,0 0 0 15,0 0 1-15,0 0-4 16,0 0 4-16,0 0-1 16,0 0 0-16,0 0 1 0,0 0-1 15,0 0 0-15,0 0 2 16,0 0-6-16,0 0 5 15,0 0-1-15,0 0 0 16,0 0 1-16,0 0-1 16,0 0 0-16,0 0 4 15,0 0-10-15,0 0 6 0,0 0 0 16,0 0 0 0,0 0 1-16,0 0-1 15,0 0 0-15,0 0 5 0,0 0-10 16,0 0 5-16,0 0 0 15,0 0-2 1,0 0 0-16,0 0 1 16,0 0 1-16,0 0 0 0,0 0-9 15,0 0 9-15,0 0 0 16,0 0-1-16,0 0 5 16,0 0-6-16,0 0 2 15,0 0 0-15,0 0-1 16,0 0 1-16,0 0 0 0,0 0-5 15,0 0 8-15,0 0-3 16,0 0 0-16,0 0 3 16,0 0-7-16,0 0 4 15,0 0 0-15,0 0-2 16,0 0 9-16,0 0-7 0,0 0 0 16,0 0 0-16,0 0-2 15,0 0 2-15,0 0 0 16,0 0-3-1,0 0 7 1,0 0-4-16,0 0 0 0,0 0 1 16,0 0-4-16,0 0 3 15,0 0 0-15,0 0-3 16,0 0 5-16,0 0-2 0,0 0 0 16,0 0 6-1,0 0-13-15,0 0 7 0,0 0 0 0,0 0 0 16,0 0 3-1,0 0-3-15,0 0 0 16,0 0 2-16,0 0-5 16,0 0 3-16,0 0 0 0,0 0-4 15,0 0 9-15,0 0-7 16,0 0 2 0,0 0 0-16,0 0-2 15,0 0 2-15,0 0 0 16,0 0-2-16,0 0 4 15,0 0-2-15,0 0 0 16,0 0 1-16,0 0-5 16,0 6 4-16,0 6 0 15,0 7 0-15,0 5 4 16,0 6-6-16,0 3 2 16,0 4 0-16,0 12-1 15,0 5 1-15,0 6 0 0,0 8-1 16,4 10 5-16,27 5-4 15,16 0 0-15,-2 4 0 16,4-4 0-16,-1-1 0 16,-4-3 0-16,13 15-3 15,21 3 9-15,11 1-6 16,24-7 0-16,8-19 8 16,6-17-9-16,5-9 1 15,12-12 0-15,-5-6-1 0,2-11 5 16,-6-13-4-1,-1-4 0-15,5 0 1 16,0-6 4-16,-2-24-5 16,7-3 0-16,-24-2-6 15,-2-10 10-15,-17-3-4 0,-9-5 0 16,0-10 1-16,0-14-2 16,-2-17 1-16,6-9 0 15,3-14-2-15,-2-6 6 16,-7-8-4-16,-3-5 0 15,-12 4 2-15,-9 16-4 0,-16 16 2 16,-5 23 0-16,-22 14-2 16,-9 16 6-16,-2 2-4 15,-2 4 0-15,-3-1 0 16,-7 5-1 0,0 5 1-16,0 4 0 0,0 11-3 15,0 2 5-15,0 4-2 0,0 8 0 16,0-3 3-1,0 3-5-15,0 3 2 16,0 0-3-16,0 0-5 0,0 0-22 16,0 0-38-1,0 9-136-15,-38 17-256 16</inkml:trace>
  <inkml:trace contextRef="#ctx0" brushRef="#br1" timeOffset="42586.69">1264 11640 1167 0,'0'0'2'0,"0"0"26"0,0 0 49 0,147-193-59 0,13 140 3 0,17 10 4 15,-24 26 12-15,-30 17 22 16,-60 26-59-16,-42 46 0 16,-21 12 49-16,-21 11-23 15,-52 0 29-15,-14-8 6 0,-10-9-35 16,19-18 42-16,15-13-43 16,25-20-9-16,24-9 7 15,14-12-17 1,7-3-6-16,78-3 0 0,37-3 11 15,39-36-14-15,13-12 3 16,5-2-51-16,-2-2-57 16,-12-2-245-16,-16-2-370 15</inkml:trace>
  <inkml:trace contextRef="#ctx0" brushRef="#br1" timeOffset="42888.52">3106 11214 1190 0,'0'0'56'0,"0"0"97"0,0 0-97 15,0 0-6 1,0 0-46-16,311-132-1 0,-250 175 0 16,-18 26 6-16,-18 8-9 15,-8-3 20-15,4-8-5 16,19-15 40-1,17-10-26-15,9-8-5 16,-2-9 16-16,-22-12-26 0,-21-1 0 16,-21 2-14-16,0 8-4 15,-38 8 3-15,-42 11-97 16,-16 2-126-16,-6-4-95 16,6 1-336-16</inkml:trace>
  <inkml:trace contextRef="#ctx0" brushRef="#br1" timeOffset="43095.06">1536 13117 1059 0,'0'0'102'0,"0"0"43"16,0 0-27-16,386-32-43 15,-129-45-27 1,0-10-41-16,-24 9-4 0,-46 19-6 31,-67 19-9-31,-49 20-136 0,-57 8-193 16,-14 9-168-16</inkml:trace>
  <inkml:trace contextRef="#ctx0" brushRef="#br1" timeOffset="43269.89">2417 12678 1093 0,'0'0'219'0,"0"0"-19"16,0 0-33-16,-37 177-78 16,79-108-63-16,12-1 10 15,10-2-36-15,-1-3-10 16,-4 3 6-16,-21-5-95 16,-5 1-129-16,-14-7-215 0,0-19-412 15</inkml:trace>
  <inkml:trace contextRef="#ctx0" brushRef="#br1" timeOffset="43491.99">3655 12446 1487 0,'0'0'110'0,"0"0"-18"15,0 0 14-15,0 0-81 0,0 0-19 16,257-186-3-16,-113 146-3 15,-24 3-13-15,-26 14-23 16,-25 8-74-16,-41 9-56 16,-28 6-73-16,0 0-107 15,-45 27-154-15</inkml:trace>
  <inkml:trace contextRef="#ctx0" brushRef="#br1" timeOffset="43826.18">3803 12387 307 0,'0'0'371'0,"0"0"-186"15,0 0 12 1,0 0-11-16,-51 161-76 0,51-110-45 16,0 0-35-16,0-4-1 15,0-9-29-15,4-8 0 16,8-9 0-16,-7-15-18 16,0-2 9-16,2-4-12 15,11 0 9-15,15-21 4 16,12-15 8-16,14-4 0 15,12 2-1-15,19 8 7 16,1 6-6-16,1 16 9 0,0 8 26 16,-7 0 57-16,-33 19-32 15,-26 21-15-15,-26 5-3 16,0 8-14-16,-59 7 8 16,-28-3-33-16,-5-3 4 15,0-6-14-15,21-13-3 16,12-11-66-1,0-9-80-15,5-15-54 0,0 0-95 0,-5 0-191 16</inkml:trace>
  <inkml:trace contextRef="#ctx0" brushRef="#br1" timeOffset="44161.35">1302 14417 1072 0,'0'0'68'0,"-361"168"69"0,265-118 3 0,67-16-12 0,29-19-90 0,95-15-21 0,91 0 35 15,78-55-39 1,68-28 3-16,62-25 14 0,26-10-30 15,18-10 21-15,-4-1-17 16,-10 6 0-16,-27 8 25 16,-44 7-26-16,-56 19 7 15,-59 11-5-15,-66 16 5 16,-58 13-11-16,-46 17 1 16,-56 7-28-16,-12 16-36 15,-80 9-193-15,-90 19-207 16</inkml:trace>
  <inkml:trace contextRef="#ctx0" brushRef="#br1" timeOffset="45069.74">2354 14844 1230 0,'0'0'93'0,"0"0"-11"15,0 0 60-15,0 0-75 0,0 0-42 16,143-158-21 0,8 120 1-16,-12 22 18 15,-33 16-7-15,-35 16 3 16,-50 50-19-16,-21 20 3 0,-26 15 3 16,-58 1-4-16,-13-4-2 15,0-12 0-15,10-18 10 16,26-16-8-16,25-20-2 15,20-16 2-15,16-16-11 16,21 0 9-16,66-19 0 0,36-31-5 16,23-9-9-16,19-4 13 15,-2 3 1-15,-8 3 0 16,-13 4 0 0,-20 2 0-16,-25-5 0 0,-26-5-1 15,-26-7 4-15,-15-4-8 16,-25 4 2-1,-5 13-9-15,-14 23-2 0,-57 20 11 0,-16 12-10 16,-10 4 8-16,22 30 7 16,21 12-3-16,30 5 1 31,24-1 0-31,12 1-12 0,70-6 12 16,17-7 0-16,10-1-1 15,-15-5 10-15,-9 2-9 16,-31-9 30-16,-30 9-8 0,-24 4 12 0,0 5-20 15,-45-5-3-15,-14-2-9 16,-5-13 6 0,20-14-16-1,8-9 3-15,13 0-40 0,11-29 25 16,12-28-31-16,0-17 22 0,71-16 26 16,20-15-11-16,1-4 14 15,0-13 0 1,-21 4 3-16,-31-1 15 0,-33 4-14 31,-7 1-3-31,-68 12 0 0,-45 19 4 16,-50 32-5-16,-35 37 0 15,-40 14 3-15,-31 38 22 16,-16 39-3-16,-12 34-2 16,-5 41 10-16,29 36-17 15,34 33 3-15,67 27 1 16,80 8-17-16,81-5 20 15,34-25-20-15,135-32 0 0,71-44-3 16,56-53-4 0,40-52 5-16,29-45 2 0,14-45 0 15,14-65-2-15,-5-44 6 16,-33-44-4-16,-54-39 17 16,-80-24-12-16,-111-23-3 15,-99 10-2-15,-92 21-16 16,-153 41 11-16,-97 57-75 15,-89 65-114-15,-72 72-151 0,-43 27-220 16</inkml:trace>
  <inkml:trace contextRef="#ctx0" brushRef="#br1" timeOffset="53455.06">3023 6030 625 0,'0'0'104'0,"0"0"57"16,0 0-58-16,0 0-9 0,0 0-24 0,0 0 0 0,0 0-12 15,-358 143 0 1,226-83 20-16,-26 17-33 0,-31 12-7 16,-39 17-5-1,-41 17-33-15,-26 4 20 0,3-2-18 0,9-6 6 32,49-12 13-32,41-8-20 15,42-12 0-15,43-22 4 16,46-26-2-16,34-15-6 0,28-21-20 0,0-3-91 15,64-12-92 1,66-50 8-16,25-29-75 0,29-18-235 31</inkml:trace>
  <inkml:trace contextRef="#ctx0" brushRef="#br1" timeOffset="53789.91">3466 6030 379 0,'0'0'292'0,"0"0"-214"16,0 0 78-16,0 0-91 0,0 0-14 15,0 0 1-15,-238 44 11 16,142-16-8-16,-18 6-12 15,-41 18-6-15,-39 17-13 16,-32 20-14-16,-59 27 11 16,-50 22-16-16,-52 13-5 15,-23 10 0-15,-5 1 6 16,33-1-14-16,38 0 8 16,38-2-7-16,42-17-2 15,59-17-101-15,49-17-91 16,59-25-93-16,60-28-167 0</inkml:trace>
  <inkml:trace contextRef="#ctx0" brushRef="#br1" timeOffset="56062.73">24019 9437 1008 0,'0'0'121'0,"0"0"2"0,0 0 14 0,0 0-80 0,0 0-38 0,0 0 7 16,0 0-18-16,0 0-3 15,0-37-2-15,0 52 6 16,-2 33-7-16,-10 15 36 15,-2 15 1-15,-2-2 23 16,-1 8-16-16,5 6-23 0,-11-1 19 16,-1 0-40-16,1-8 7 15,-1-7-9-15,3-4 10 16,14-14-14-16,-5-10 4 16,12-14-24-16,0-14 3 15,0-9-86-15,0-9-25 16,12 0-78-1,16-34-108-15,-4-18-56 0</inkml:trace>
  <inkml:trace contextRef="#ctx0" brushRef="#br1" timeOffset="56520.68">23826 9889 50 0,'0'0'496'0,"0"0"-370"0,0 0 62 15,-28-160-62-15,42 114-26 16,35-3-11-16,32 0-8 15,1 7-22-15,10 10-27 16,5 15 21-16,-15 17-39 16,-16 0 1-16,-16 0-15 0,-13 32-3 15,-15 4 0-15,-18 14 4 32,-4 1-1-32,-11 3 15 15,-53-1-10-15,-16-2-5 16,-7-3 0-16,-3-7 3 15,15-8-3-15,20-12 0 16,18-10 2-16,34-6-9 16,3-5 3-16,0 0-20 15,24 0 8-15,47 0 16 16,25-7 9-16,24-2-6 0,20 6 5 16,3 3 40-1,-8 0-22-15,-24 20 1 0,-29 14-2 16,-42 5-23-16,-35 3 17 15,-5 9-1-15,-71 2-1 16,-37 0 29-16,-31-2-37 16,-19-9 16-16,-3-7-17 15,1-7 0-15,19-16-12 16,18-12 4-16,24 0-75 16,28-37-5-16,26-15-137 15,31-14-205-15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17:10.261"/>
    </inkml:context>
    <inkml:brush xml:id="br0">
      <inkml:brushProperty name="width" value="0.05292" units="cm"/>
      <inkml:brushProperty name="height" value="0.05292" units="cm"/>
      <inkml:brushProperty name="color" value="#002060"/>
    </inkml:brush>
    <inkml:brush xml:id="br1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5602 6376 808 0,'0'0'197'0,"0"0"-131"0,-21-171 145 0,21 154-13 0,0 11-62 0,0 6-60 16,0 0-24 0,0 0-15-16,0 0 12 15,0 20-33-15,0 54-12 16,7 29 49-16,14 17-40 16,-2-8-1-16,-5-12-7 0,12-17 0 15,0-3-10-15,5-11-25 16,0-7-52-16,-6-8 11 15,-22 5-159-15,-3-17-123 16,0-22-211-16</inkml:trace>
  <inkml:trace contextRef="#ctx0" brushRef="#br0" timeOffset="224.56">5581 6656 74 0,'0'0'751'0,"0"0"-731"0,104-196 142 0,-5 159 24 15,19 28-66 1,14 9 6-16,-10 40-42 0,-11 38 8 0,-33 16-56 31,-40 11-30-31,-36-4 17 0,-2-5-22 16,-54-6-1 0,-36-11 0-16,-6-1-41 15,6-16-56-15,5-7-80 16,7-23-163-16,17-19-200 15</inkml:trace>
  <inkml:trace contextRef="#ctx0" brushRef="#br0" timeOffset="518.27">6838 6507 1313 0,'0'0'50'16,"0"0"51"-16,0 0 77 0,0 0-104 16,0 0-57-16,0 0 24 15,-3-113-37-15,15 167 5 16,14 26 14-16,7 12-6 16,-17 1 14-16,1-9-31 15,0-10 5-15,-8-2-5 16,3-7 0-16,-8-10-23 15,-1-9-22-15,2-12-81 16,-1-19-145-16,6-15-167 16,-10-4-381-16</inkml:trace>
  <inkml:trace contextRef="#ctx0" brushRef="#br0" timeOffset="686.67">6918 6486 953 0,'0'0'41'0,"0"0"108"16,0 0 29-16,0 0-99 16,280-172-15-16,-178 153-62 0,-22 17-2 15,-14 2-37-15,-19 0-120 16,-28 21-100-16,-19 11-70 16,0 10-52-16</inkml:trace>
  <inkml:trace contextRef="#ctx0" brushRef="#br0" timeOffset="845.51">7128 6731 621 0,'0'0'115'0,"0"0"20"15,0 0-4-15,0 0-47 0,0 0 14 16,285-12-54-16,-179 4-44 16,-24 1-4-16,-30 7-124 31,-40 0-56-31,-12 11-80 0,-26 25-61 0</inkml:trace>
  <inkml:trace contextRef="#ctx0" brushRef="#br0" timeOffset="989.43">7099 7103 455 0,'0'0'161'0,"0"0"-25"0,0 0 14 16,0 0-20-16,0 0-33 15,342 63-42 1,-193-86-28-16,-13-8-27 15,-22 7-89-15,-34-1-131 16,-33-1-163-16</inkml:trace>
  <inkml:trace contextRef="#ctx0" brushRef="#br0" timeOffset="1212.76">7995 6579 1027 0,'0'0'171'0,"0"0"2"16,0 0 23-16,0 0-129 16,0 0-17-16,0 0 15 15,66 202-56-15,-40-126 9 16,-9-8-18-16,-3-7-9 16,-2 3 8-16,-3-11-86 0,-4-2-76 15,-5-13-83-15,0-10-156 16,0-22-466-16</inkml:trace>
  <inkml:trace contextRef="#ctx0" brushRef="#br0" timeOffset="1388.78">7899 6620 941 0,'0'0'44'16,"0"0"105"-16,0 0-32 0,0 0-99 15,320-143-18-15,-233 134-28 16,-18 6-138-16,-36 3-75 0,-21 0-210 16</inkml:trace>
  <inkml:trace contextRef="#ctx0" brushRef="#br0" timeOffset="1547.83">8080 6859 789 0,'0'0'64'0,"0"0"33"16,0 0 115-16,0 0-111 0,257 6-53 16,-149-18-48-1,-11-3-4-15,-14 0-75 0,-17 12-199 16,-24 3-161-16</inkml:trace>
  <inkml:trace contextRef="#ctx0" brushRef="#br0" timeOffset="1722.81">9261 7246 620 0,'0'0'626'0,"0"0"-532"0,0 0 63 32,-184 156-61-32,165-114-69 0,19-9-27 15,0 0-1-15,0-5-98 16,0-3-130-16,0-16-273 0</inkml:trace>
  <inkml:trace contextRef="#ctx0" brushRef="#br0" timeOffset="2278.81">9789 6731 936 0,'0'0'43'0,"0"0"94"16,0 0 53-16,0 0-114 15,0 0-25-15,0 0-51 16,-73-65 1-16,73 110-1 0,0 12 1 16,0 20 6-16,0-3-7 15,0 4 3-15,0-4-1 16,3-5-2-16,22-11 0 15,6-10-3-15,7-11 5 16,7-16-4-16,7-13 2 16,-1-8 0-16,18 0 5 15,4-14-3-15,-2-35 0 16,2-14 4-16,-17-14 0 0,-16-9-2 16,-9-9-4-16,-31-1 3 15,0 4-8-15,-5 12 5 16,-49 14-15-1,-17 20 15-15,-14 17-22 16,5 20 22-16,2 6 0 0,5 3 0 16,17 3-8-16,16 26 8 15,23 14-1-15,17 16-4 16,0 6 7-16,69 8-2 16,15 7 16-16,1-8-14 15,10-4 39-15,-15-4-20 0,-14-12 33 16,2 2 3-16,-23-9-50 15,-12-7 4 1,-2-4-11-16,-5-8-41 0,-8-12-38 16,8-8-119-16,-4-6-169 15,-6 0-342-15</inkml:trace>
  <inkml:trace contextRef="#ctx0" brushRef="#br0" timeOffset="2532.98">11062 6569 954 0,'0'0'84'0,"0"0"91"0,0 0 23 0,0 0-93 0,0 0-61 0,0 0-25 0,-101 129 62 16,101-39-51-16,26-4-18 15,0-8 2 1,-3-4-5-16,-1-8-14 15,-11-9 5 1,6-9-60-16,-8-10-65 0,-2-18-115 0,-2-13-149 16,-5-7-278-16</inkml:trace>
  <inkml:trace contextRef="#ctx0" brushRef="#br0" timeOffset="2822.01">11058 6626 679 0,'0'0'31'0,"0"0"11"16,0 0 124-16,285-104-75 15,-207 104-21-15,-17 0-26 16,-28 26-36-16,-33 32-6 16,0 13 42-16,-45 1-40 15,-40-4-3-15,0-11 7 0,-2-10-7 16,16-8 7-16,15-6-2 15,16-6-2-15,19-3 3 16,16 3-3-16,5 8-3 16,0 5 13-16,42 0 1 15,24 3 35-15,5-8-25 16,9-4-19-16,0-8 21 16,5-9-25-16,-14-1-4 0,-12-9-33 15,0-4-193 1,-21 0-168-16</inkml:trace>
  <inkml:trace contextRef="#ctx0" brushRef="#br0" timeOffset="3199.57">12345 6692 255 0,'0'0'635'0,"0"0"-596"0,0 0 128 16,0 0-44-16,0 0-65 15,-264-144-50-15,247 144-5 16,-9 3-4-16,5 31 4 16,5 7-3-16,13 13 0 15,3 3 2-15,0 3-6 16,33 2 4-16,29 0 0 16,11-3 7-1,0 5-5-15,-5-7 11 0,-14-4 28 0,-23-4 18 16,-19-6 23-1,-12-9-37-15,0-5-6 16,-21-8 10-16,-29-8-29 16,-18-7 10-16,-3-6-22 15,-7 0-1-15,7-37-14 16,5-11-28-16,22-7-93 0,11-2-100 16,9 20-299-16</inkml:trace>
  <inkml:trace contextRef="#ctx0" brushRef="#br0" timeOffset="3393.76">12743 7483 1419 0,'0'0'45'15,"0"0"-41"-15,0 0 169 16,-61 175-134-16,56-121-38 0,-2 1-1 31,0-9-86-31,-14-6-146 16,-3-17-280-16</inkml:trace>
  <inkml:trace contextRef="#ctx0" brushRef="#br0" timeOffset="3630.74">13276 6700 216 0,'0'0'1107'0,"0"0"-1012"15,0 0 45-15,0 0-7 16,0 0-80-16,0 0-19 16,17 177 4-16,6-97-23 15,-4 3-9-15,-14 1-12 16,-5-3 0-16,0-6-46 15,0-10-108-15,-12-21-259 16,-14-25-505-16</inkml:trace>
  <inkml:trace contextRef="#ctx0" brushRef="#br0" timeOffset="3805.66">13816 6719 1362 0,'0'0'88'15,"0"0"33"-15,0 0 39 16,0 0-113-16,0 0-45 16,28 167 21-16,3-75-23 15,-17 1-3-15,-14-4-23 0,0-8-110 16,0-16-96-16,-33-20-150 16,-7-21-316-16</inkml:trace>
  <inkml:trace contextRef="#ctx0" brushRef="#br0" timeOffset="3979.99">13368 6999 919 0,'0'0'206'16,"0"0"-165"-16,0 0 76 16,0 0-40-16,0 0-77 15,361-36-89-15,-239 36-152 16,-20-3-110-1</inkml:trace>
  <inkml:trace contextRef="#ctx0" brushRef="#br0" timeOffset="4155.09">14165 6814 317 0,'0'0'787'0,"0"0"-647"0,0 0 73 0,0 0-52 15,0 0-100 1,0 0-44-16,21 18 27 15,10 41-32-15,-12 4-3 0,-12 6-18 16,-7 3 5-16,0-7-73 16,0-2-106-16,-7-15-185 15,-12-19-365-15</inkml:trace>
  <inkml:trace contextRef="#ctx0" brushRef="#br0" timeOffset="4416.14">14596 6763 1126 0,'0'0'29'0,"0"0"60"16,0 0 126-16,0 0-140 16,0 0-56-16,0 0 34 0,267-20-25 15,-126 26-2-15,-6-6-18 31,-13 0 0-31,-18 0-16 16,-22 0-5-16,-34 0-111 0,-41 0-101 0,-7 0-235 16</inkml:trace>
  <inkml:trace contextRef="#ctx0" brushRef="#br0" timeOffset="4678.81">15063 6760 958 0,'0'0'117'0,"0"0"-38"0,0 0 131 16,0 0-113-16,0 0-6 31,50 152-24-31,-24-78-31 16,-1-1 5-16,-13 1-32 16,0-9-5-16,-7-5 13 15,-5-6-14-15,0-9 14 16,0-10-8-16,-17-7-4 0,-18-8 14 15,-5-7-17-15,-7-11-1 16,-10-2 1-16,-7 0-2 16,1-20-4-16,-1-17-30 15,15 3-60-15,18 2-42 16,12 9-174-16,5 6-268 16</inkml:trace>
  <inkml:trace contextRef="#ctx0" brushRef="#br0" timeOffset="4885.81">15502 7524 1398 0,'0'0'106'16,"0"0"-6"-16,0 0 40 15,0 0-98-15,-15 165-36 16,15-94 8-16,0-11-14 15,0 2-25-15,0-3-67 16,-40-10-247-16,-9-23-331 16</inkml:trace>
  <inkml:trace contextRef="#ctx0" brushRef="#br0" timeOffset="5253.56">16195 6785 1025 0,'0'0'13'0,"0"0"56"0,0 0 131 15,0 0-114-15,0 0-50 16,0 0-35-16,-76 80 20 16,55 3-19-16,0 6 6 15,4 1-5-15,13 0-3 16,4-9 0-16,0-13-4 15,0-11 2-15,35-12 0 0,19-15 0 16,-2-13 2-16,5-11 3 16,9-6 2-16,11-6 19 15,-6-32 36 1,0-22-25-16,-5-14 12 0,-19-14-9 16,-23-4-27-16,-15 0 23 15,-9 12-20-15,0 10-10 16,-12 20 1-16,-30 17-5 0,-5 9-26 15,-5 18-70-15,-7 6-143 16,2 0-542 0</inkml:trace>
  <inkml:trace contextRef="#ctx0" brushRef="#br0" timeOffset="5666.07">16893 6775 1148 0,'0'0'12'0,"0"0"92"15,0 0 98-15,0 0-123 0,0 0-64 0,0 0 2 0,51 39 32 16,-13 18-14-16,-3 15-11 15,-4 3-2-15,-7 10-3 16,2 2 18-16,2-6-28 16,-2-7 1-16,-10-17 12 15,6-12-19-15,-8-15 6 16,-2-18 0-16,-1-9-3 16,-8-3 20-16,1 0-10 15,22 0 5-15,19-37 15 16,12-29-32-16,20-25 11 15,-10-17-15-15,-11 4 5 16,-6 11-17-16,-20 25-8 16,-4 29-28-16,-9 18-6 15,-17 18-110-15,0 3-270 0,-17 0-656 16</inkml:trace>
  <inkml:trace contextRef="#ctx0" brushRef="#br0" timeOffset="6199.37">17713 6763 831 0,'0'0'353'0,"0"0"-326"16,0 0 50-16,0 0 62 16,0 0-132-16,0 0 25 15,9 189-1 1,-9-95-4-16,0-3-21 15,22-14 0-15,11-14 4 0,-5-19-10 16,7-16 0-16,-2-13 2 0,-16-13 3 16,11-2-5-16,-2 0 13 15,2-42 2 1,15-18 7-16,-10-14-21 16,9-4 3-16,-14 6 18 15,-2 23-15-15,-4 18-1 0,-13 17 6 16,-9 11-12-16,0 3 22 15,0 0-22-15,0 5 0 0,7 40-7 16,7 18 15-16,5 8-7 16,12-1-1-16,6-18 1 15,6-3-4-15,-10-15 3 16,2-9 0-16,1-12-4 31,-10-8 15-31,4-5-11 0,3 0 30 0,10-24-7 16,-3-23 18-16,2-16-27 15,-9-9-4-15,-16-9 20 16,-1 5-28 0,-16 4 6-16,0 12-8 15,0 14-5-15,-38 14-2 16,-13 11-14-16,-18 12-45 0,-11 9-79 16,-9 3-253-16,18 24-547 0</inkml:trace>
  <inkml:trace contextRef="#ctx0" brushRef="#br0" timeOffset="6412.19">19361 7453 1448 0,'0'0'6'0,"0"0"93"0,0 0 46 0,0 0-110 0,0 197-21 16,0-144-14-16,-17 1-1 16,-30-4-80-16,-19-1-224 15,-21-17-294-15</inkml:trace>
  <inkml:trace contextRef="#ctx0" brushRef="#br0" timeOffset="7303.51">21014 6465 1146 0,'0'0'28'0,"0"0"43"0,0 0 103 0,0 0-72 0,0 0-30 16,0 0-37-1,-260 201 21-15,260-104-13 16,0-9-31-16,0-5 13 16,0-12-21-1,0-11-3-15,0-16 8 16,0-13-5-16,0-17-4 15,0-8 0-15,0-3 7 0,3 6-13 16,27-1 6-16,29 2 0 16,24-2-8-16,32-1 7 15,15-7-12-15,16 0-38 16,-7 0-124-16,-9 0-169 16,-34-15-261-16</inkml:trace>
  <inkml:trace contextRef="#ctx0" brushRef="#br0" timeOffset="7876.29">21676 6734 1097 0,'0'0'90'16,"0"0"49"-16,0 0 76 16,0 0-102-16,0 0-63 15,0 0-40-15,-83 149 13 16,83-72-23-16,3-6 10 15,11-5-18-15,2-17 8 16,-11-20-28-16,-5-12 18 0,0-11-38 16,0-6 24-16,0 0 16 15,0-23-9-15,-26-40 5 16,10-18-15-16,-1-4 27 16,17 4 1-1,0 16 5-15,0 16-6 16,17 23 0-16,16 16 7 15,12 10 3-15,16 0-2 0,0 40 7 16,8 19 16-16,-25 13-30 16,-15 2 6-16,-11 1-7 0,-13-13 7 15,-2-16-19-15,-3-14 8 16,0-17-14-16,0-7 14 16,0-8-10-16,0 0 14 15,-22-12-4-15,8-34-7 16,0-20 8-16,14-9-4 15,0-9 7-15,0 14-9 16,24 13 8-16,18 18 1 0,3 24 7 16,7 12-6-16,7 3 34 15,11 18-4-15,3 33 3 16,-11 11 32 0,-22 7-56-16,-21 3 3 0,-19-7-13 15,0 0-9 1,0-1-8-16,-24-12-99 0,-7-3-81 15,8-17-166 1,-3-17-347-16</inkml:trace>
  <inkml:trace contextRef="#ctx0" brushRef="#br0" timeOffset="8332.6">22812 6832 1190 0,'0'0'56'0,"0"0"116"0,0 0-5 0,0 0-96 16,0 0-39-16,0 0-5 0,-11 176 23 31,11-98-49-15,0-4 1-16,0-11 4 0,0-13-1 16,0-17-5-16,0-15 0 15,0-10-13-15,0-8 10 16,0 0-17-16,0-17-1 15,-10-40 11-15,-6-26-32 16,13-6 35-16,3 8 6 16,0 19-2-16,3 19-5 15,13 20 8-15,-6 14 0 0,8 9 2 16,13 6 5-16,11 41-2 16,6 25 6-16,-4 9-3 15,4-3-4-15,-11-13-4 16,3-18 0-16,-4-11-1 15,-1-15 7-15,-9-12-6 16,-5-9 12-16,0 0-1 16,1-24 38-16,8-39-35 15,-1-26-9-15,1-13 4 0,-16-4-7 16,-14 6-4-16,0 22-3 16,0 23-67-1,0 27-74-15,-33 28-288 0,-18 3-545 16</inkml:trace>
  <inkml:trace contextRef="#ctx0" brushRef="#br0" timeOffset="8510.21">23430 7318 1122 0,'0'0'340'0,"0"0"-286"0,0 0 121 0,-90 206-62 0,83-143-107 0,7 0 2 15,0-6-8-15,0-7-65 16,-4-8-132-16,-18-19-298 16</inkml:trace>
  <inkml:trace contextRef="#ctx0" brushRef="#br0" timeOffset="8780.23">24177 7035 336 0,'0'0'776'15,"0"0"-707"-15,0 0 149 16,-101-167-80-16,120 128-79 16,59 10-43-16,9 14-13 15,-2 15 29-15,-7 0-28 0,-15 29 32 16,-16 25 7-16,-21 15-26 15,-26 12 2-15,0 4-19 16,-73 4-14-16,-9 5-32 16,-27-8-182-16,1-11-233 15</inkml:trace>
  <inkml:trace contextRef="#ctx0" brushRef="#br0" timeOffset="8891.04">23708 7939 1106 0,'0'0'212'0,"0"0"1"15,0 0-54 1,0 0-127-16,0 0-32 0,0 0-82 16,104-32-408-16</inkml:trace>
  <inkml:trace contextRef="#ctx0" brushRef="#br1" timeOffset="12920.88">4985 5215 970 0,'0'0'190'0,"0"0"-17"0,0 0 29 0,0 0-51 0,0 0-76 0,0 0-63 16,-81-83 32-16,81 83-39 15,0 29 1 1,0 31 3-16,0 15-1 0,33 2-8 16,15-14 0-16,6-12-8 15,14-13 3-15,-4-10-9 16,7-14-22-16,-10-14 35 0,-7 0-49 15,-7-14 18-15,-16-32 23 16,-12-11 1-16,-15-10 6 16,-4 3 2-16,0 9 0 15,0 12 26-15,0 23-9 16,0 7 22-16,0 11 2 16,-4 2-32-1,4 8 28-15,0 50-24 16,-5 19 2-16,3 12 37 0,-10-6-47 0,12-6 1 15,0 0-6 1,0-16 6-16,0-4-14 16,0-15-21-16,23-12-61 15,32-22-16-15,4-8-265 0,21-14-314 16</inkml:trace>
  <inkml:trace contextRef="#ctx0" brushRef="#br1" timeOffset="13142.79">6170 5272 1073 0,'0'0'293'0,"0"0"-219"0,0 0 65 0,0 0-34 0,0 0-85 0,0 0-18 15,392-99 11-15,-274 78-13 16,-43 10-46-1,-28 8-84-15,-40 3-130 16,-7 0-41-16,-26 0-11 16,-44 0-63-16</inkml:trace>
  <inkml:trace contextRef="#ctx0" brushRef="#br1" timeOffset="13492.63">6472 5173 195 0,'0'0'240'0,"0"0"-43"16,0 0 28 0,0 0-50-16,0 0 20 0,0 0-36 15,-184 72-62 1,182-33-9-16,-3 12-10 15,5-1-52-15,0 1 10 0,0 3-36 16,0-9 7-16,0-7 1 16,0-12-8-1,5-3-9-15,2-15-10 16,5-8-49-16,2 0 40 16,12-14-2-16,12-26 24 15,6-4-8-15,1 5 9 16,7 5 5-16,-7 11 1 15,2 8 8-15,12 6 6 16,5 9-1-16,6 0-1 16,1 9 43-16,-29 20-25 0,-8 11-3 15,-34 2 2-15,0 4-22 16,-38 3 32-16,-38-1-38 16,1-10 4-16,-8-10-12 15,20-13 2-15,-6-13-36 16,15-2-52-16,5 0-101 15,6-27-170-15,13 1-232 16</inkml:trace>
  <inkml:trace contextRef="#ctx0" brushRef="#br1" timeOffset="13905.64">7451 5138 1003 0,'0'0'168'15,"0"0"-68"-15,0 0 76 0,0 0-44 0,0 0-100 0,0 0-5 0,-50-54-23 16,50 105-1-16,0 18 24 16,-5 11-26-16,5-3-1 15,0-2 0-15,0 2 7 16,0-12-9-16,26-1 2 15,12-16 0-15,7-9-6 16,7-12 6-16,-8-13 0 16,-6-8-3-16,-5-6 4 15,-14 0-2-15,-7 0 2 16,-10 0-1-16,-2-6 41 0,0-8-35 16,0-1 6-16,-40 3-7 15,-16 5 6-15,4 4-4 16,-7 3-7-1,12 0-13-15,11 0 7 16,8 6-75-16,7 15-103 16,-1 0-210-16,20-6-545 15</inkml:trace>
  <inkml:trace contextRef="#ctx0" brushRef="#br1" timeOffset="14160.21">8743 5476 509 0,'0'0'737'0,"0"0"-672"16,0 0 106-16,0 0-3 16,0 0-127-16,0 0-7 31,-38-26-1-31,71 77-2 0,-3 24 16 0,-11 5-46 31,-5 2 5-31,-9-2-6 16,-5-8-10-16,0-10-15 0,0-7-63 15,0-17-182-15,0-12-252 16</inkml:trace>
  <inkml:trace contextRef="#ctx0" brushRef="#br1" timeOffset="14412.91">9245 5585 1144 0,'0'0'140'15,"0"0"-44"-15,0 0 96 16,0 0-88-16,0 0-60 16,0 0-3-16,311-128-38 0,-266 178 15 15,-15 16-18-15,-16 3 1 16,-14-4 2-16,0-5 0 15,0-9-3-15,0-4 0 16,-23-10-41-16,9-11-37 16,0-5-85-16,-12-6-66 15,2-9-133-15,-16-6-165 16</inkml:trace>
  <inkml:trace contextRef="#ctx0" brushRef="#br1" timeOffset="14572.06">9355 5970 515 0,'0'0'293'0,"0"0"-141"15,0 0 92 1,0 0-85-16,0 0-69 0,0 0-61 16,8-72 10-16,67 36 6 15,10 2-45-15,0-4-3 16,2 6-2-16,-16-1-84 16,-17 7-130-16,-12 14-195 15</inkml:trace>
  <inkml:trace contextRef="#ctx0" brushRef="#br1" timeOffset="14875.68">10572 5553 852 0,'0'0'117'15,"0"0"-44"-15,0 0 157 0,0 0-57 16,0 0-103-16,0 0 10 16,-19-30-26-16,19 77 10 15,19 22-7-15,-3 5-49 16,-4-3 20-16,-5-5-28 16,5-8 10-1,-2-14-20-15,-6-11 8 16,6-7-51-16,-10-7-103 15,0-7-134-15,0-1-104 16,7-5-413-16</inkml:trace>
  <inkml:trace contextRef="#ctx0" brushRef="#br1" timeOffset="15209.76">11039 5890 254 0,'0'0'697'0,"0"0"-562"0,89-168 60 16,-56 115-30-16,-7 6-76 15,-9 10-47-15,-8 13-17 16,-9 13 24-16,0 5-49 0,-9 6 0 16,-34 0-1-16,-1 2 4 15,13 28 1-15,10 10-4 16,14 3 0-16,7 8-1 16,0-3 1-16,0-1 0 31,26-2-3-31,-8-5 12 15,1-6-9-15,-7-6 5 16,-12-6-5-16,0-11 34 0,0-6-25 16,0-1 2-16,0-4-7 15,0 0 6-15,-12-18-20 16,8-24-5-16,4-5-54 16,0-7 0-16,37 9-132 15,8 9-104-15,-12 9-113 16</inkml:trace>
  <inkml:trace contextRef="#ctx0" brushRef="#br1" timeOffset="15448.21">11682 5627 1004 0,'0'0'229'0,"0"0"-107"15,0 0 103-15,0 0-109 16,0 0-69-16,0 0-23 15,0-15-21-15,3 59 37 0,9 13-37 16,-12-3 6-16,0 3-9 16,0-13 0-16,0 1-1 15,0-2-38-15,-15-14-64 16,-6-3-56-16,0-4-117 16,14-7-100-16,-3-4-121 15</inkml:trace>
  <inkml:trace contextRef="#ctx0" brushRef="#br1" timeOffset="15766.72">12057 5908 754 0,'0'0'173'0,"0"0"-49"15,0 0 50-15,19-192-55 16,-19 163-68-16,-5 5-12 16,-21 16 0-1,-9 8-38-15,-3 0 9 0,1 14-10 16,4 16-11-16,9 6 5 15,22-7-19-15,2-3 2 16,0-4 7 0,0-10-33-16,21-3 28 0,12-9 7 15,-2 0 14-15,6 0-1 0,-13 0 2 16,-3-5 38 0,-7 5 41-16,-2 0-13 0,-5 8 26 15,10 24-22-15,-8 8-37 16,-4-5-5-16,4-2-29 15,-2-7-9-15,-7 2-36 16,0-5-146-16,0-5-151 0,0 1-320 16</inkml:trace>
  <inkml:trace contextRef="#ctx0" brushRef="#br1" timeOffset="16562.04">13314 5962 940 0,'0'0'130'0,"0"0"8"0,0 0 29 0,21-168-103 0,-21 130-23 0,0 1-41 16,-19 14 2-16,-26 17-2 15,-21 6 3-15,-4 3-3 16,6 26 0-16,17 11 7 16,19 1-10-16,28-3 3 0,0 5 0 15,16-5-3 1,48 2 10-16,6-6-7 0,-11 9 0 16,-4-5 3-16,-18-1 8 15,-18-4-10-15,-14-4 10 16,-5-3 8-1,0-1-16-15,-14-8 8 16,-24-4-11-16,0-11 6 0,8-2-5 16,8 0-1-16,11-20-10 15,11-17 5-15,0-1-14 0,4-7 17 16,46 7 2 0,4 2 0-16,10 6 4 0,-15 3 1 15,-20 3-5-15,-4 3 28 16,-8 2-24-16,-8 8 18 15,-4 0-17-15,-5 5 2 16,0 2-3-16,0 2-4 16,0-1-14-16,0 3-9 15,0 0-53-15,0 0-95 16,0 3-161-16,-19 9-194 16</inkml:trace>
  <inkml:trace contextRef="#ctx0" brushRef="#br1" timeOffset="17006.43">14295 5905 997 0,'0'0'70'0,"0"0"-43"0,0 0 91 0,-12-167-55 0,-28 148-46 0,-17 16-17 16,-21 3 0-16,0 13-3 16,8 22 6-16,6 6-4 15,31 4 1-15,14-5-16 32,19-6 13-32,0-6-23 0,12-10 6 0,38-9 1 15,11-9-3 1,-5 0-7-16,-6 0-4 0,-3-11 33 0,-9-10 5 31,-10-2-5-31,-11 10 44 16,-8 0 41-16,-4 7-13 15,-5 6 46-15,0 0-20 16,0 0-48-16,7 19 16 16,5 26-14-16,4 7-9 15,5-1-12-15,-7-2-25 16,8-4-3-16,-11-7-3 0,-11-8-41 15,0-3-23-15,0-10-155 16,-11-11-152-16,-15-6-209 16</inkml:trace>
  <inkml:trace contextRef="#ctx0" brushRef="#br1" timeOffset="17245.02">14799 5812 845 0,'0'0'100'16,"0"0"-17"-16,0 0 169 0,0 0-80 16,0 0-58-16,0 0-31 15,0 0-21-15,78-54 12 16,-73 108-46-16,-5 5-9 16,0 4-7-16,0-12-2 15,0-3-20-15,0-10 10 16,0-11-58-16,0-3-27 0,4-12-150 15,10-12-164-15,-7 0-241 16</inkml:trace>
  <inkml:trace contextRef="#ctx0" brushRef="#br1" timeOffset="17546.73">15183 5803 448 0,'0'0'572'0,"0"0"-507"16,0 0 109-16,0 0-29 0,0 0-117 31,0 0 9-31,-63 119-25 0,60-59 2 16,3-9-14-16,0-7 4 0,3-7-15 15,37-17 1-15,-12-6 3 16,7-9 0-16,3-5-1 16,-5 0 8-16,7-25 7 15,-4-16-3-15,-3-7 36 16,-12-1-1-16,-16 2-2 15,-5 2 8-15,0 6-28 0,-31 8 13 16,-23 12-30-16,4 6-7 16,-9 13-20-16,-4 0-110 15,4 0-108-15,9 9-476 16</inkml:trace>
  <inkml:trace contextRef="#ctx0" brushRef="#br1" timeOffset="18263.81">16074 6130 840 0,'0'0'158'0,"0"0"-110"0,0 0 128 0,0 0-106 0,0 0-45 0,0 0-5 16,213-154-16-16,-154 152 44 15,-17 2-21-15,-18 0-1 16,-20 0-4-16,-4 28-17 15,0 12 17-15,-40 5-5 16,-2-4-17-16,2-12 24 0,16 2-22 16,22-11-2-16,2-1 1 15,0-4 6-15,38-9-7 16,18-6 0-16,-2 0-24 16,-2 0 10-16,-7-15-28 15,-14-13 5 1,2-4 23-16,-22-5-4 0,4-1 18 15,-13 5-2-15,-2 4 5 16,0 8 14-16,0 2-3 0,0 11 18 16,0 2 15-1,0 3-34-15,0 3 17 16,0 0-8-16,0 0-16 0,9 11 26 16,8 26 6-16,4 4 5 15,-11 5 2-15,-6-3-36 16,3-1 4-16,-7-2-13 15,0-11-12-15,0 2-19 16,0-8-138-16,0-8-218 16,-16-12-291-16</inkml:trace>
  <inkml:trace contextRef="#ctx0" brushRef="#br1" timeOffset="18917.06">17036 6021 753 0,'0'0'136'0,"0"0"-114"0,0 0 118 0,0 0-33 0,0 0-68 31,0 0 21-31,276-93-17 0,-262 93 20 0,-14 21-40 16,0 18-13-16,-21 6 27 31,-24 3-33-31,-7-4 25 16,19-2-1-16,10-12-18 15,9-4 28-15,14-7-34 16,0-4-3-16,19-9 4 16,28-6-5-16,14 0-7 15,0-6-37-15,3-21-46 16,-22-4-12-16,-9-4-46 16,-18-1 1-16,-15 1 79 0,0 1 23 15,0 2 45-15,0 5 4 16,0 3-2-16,0 4 30 15,14 1-3-15,12 4 8 16,0 4 17-16,16 2-2 16,-9 3 15-16,5 2 3 15,-10 4-37-15,-7 0 32 16,-11 21-10-16,-6 18-11 0,-4 5 25 16,0 2-24-1,0-7 8-15,-4-4-8 16,-8-11-21-16,-2-7 20 0,9-7-38 15,5-7-1 1,0-3-5-16,0 0-1 0,9 0 1 16,39-9-4-16,11-22-38 15,-3-1-56-15,3-1-89 16,-5 1-274-16</inkml:trace>
  <inkml:trace contextRef="#ctx0" brushRef="#br1" timeOffset="19281.79">18175 6007 848 0,'0'0'112'0,"0"0"-42"0,0 0 129 0,0 0-138 0,0 0-57 0,0 0 20 15,229-123-14-15,-187 123 17 16,-11 0 5-16,-15 3 0 16,-11 26 31-1,-5 11-19-15,0 4-2 0,-19 1 15 16,-14 0-41-16,0-10 20 16,10-12-2-16,8-4-27 15,15-13 20-15,0-3-27 16,0-3 0-16,19 0-2 0,43 0-27 15,13-28-58-15,15-4-76 16,-17-3-111-16,-5 5-104 16,-18 3-172-16</inkml:trace>
  <inkml:trace contextRef="#ctx0" brushRef="#br1" timeOffset="19515.21">18859 5911 620 0,'0'0'149'16,"0"0"-6"-16,0 0 80 0,0 0-89 0,0 0-38 15,0 0 13-15,49-72-46 32,-28 74 5-32,-13 38-28 0,6 3-4 15,-7 9 18-15,12 2-29 0,4-7 8 16,5 1-3 0,3-6-9-16,-5-18 25 0,-12-7-32 0,-14-4-8 15,0-4-6-15,-35 0 0 31,-29-4-23-31,-14-5-20 16,-4 0-34-16,6 0-94 16,6-30-256-16,8-4-549 15</inkml:trace>
  <inkml:trace contextRef="#ctx0" brushRef="#br1" timeOffset="20348.75">20422 5576 855 0,'0'0'190'0,"0"0"0"0,0 0 58 0,0 0-83 16,0 0-104 0,0 0 17-16,-33 162-29 0,33-110-40 15,0-3 18-15,0-10-27 0,0-4-12 32,0-7-8-32,0-1-79 15,0-7-125-15,0-6-148 16,0-5-185-16</inkml:trace>
  <inkml:trace contextRef="#ctx0" brushRef="#br1" timeOffset="20586.66">20594 5767 875 0,'0'0'96'0,"0"0"16"16,0 0 61-16,0 0-79 15,0 0-40-15,302-111-19 16,-276 130 20-16,-26 28-33 15,0 15-13-15,-17 4 19 16,-37-8-26-16,2-14 20 0,14-14 3 16,19-10-11-16,15-14 31 15,4-3-35-15,0 3-7 16,0-6-3-16,37 0-5 16,46 0-4-16,18 0 9 15,17-21-98-15,-14 7-106 16,-40 6-303-16</inkml:trace>
  <inkml:trace contextRef="#ctx0" brushRef="#br1" timeOffset="20865.53">21664 5707 846 0,'0'0'244'0,"0"0"-144"16,0 0 97 0,0 0-17-16,0 0-128 0,0 0 31 15,0 134 4-15,0-70-66 16,0-13 8-16,0-5-28 16,0-6 12-16,0-14-26 15,0-4-6-15,0-8-71 16,0-8-126-1,0-6-295-15</inkml:trace>
  <inkml:trace contextRef="#ctx0" brushRef="#br1" timeOffset="21239.98">21980 5847 845 0,'0'0'71'15,"0"0"39"1,0 0 55-16,0 0-91 16,0 0-56-16,0 0 27 0,45-109 28 0,-33 87-41 15,14 2 9-15,0-7-9 16,9 2-30-16,0 8 33 16,20 6-33-16,-13 5-2 31,12 6 28-31,-11 0-28 0,-8 6 21 0,-16 22 14 31,-19 12-30-31,0 11 35 0,0 2-26 16,-19 0-2-16,12 8 28 15,7-11-34-15,0 5 30 16,26-9-14-16,16-6-21 0,-6-8 40 16,-18-9-32-1,-18-4-6-15,0-1-5 16,-63-4 2-16,-24 4-27 15,-22-5-45-15,-2-10-165 16,5-3-225-16</inkml:trace>
  <inkml:trace contextRef="#ctx0" brushRef="#br1" timeOffset="21509.58">22892 5790 1167 0,'0'0'114'0,"0"0"21"0,0 0 77 0,0 0-149 0,0 0-10 0,0 0 0 15,-25 192-50-15,13-147 3 16,0-4-6-16,-5-7-38 15,8-8-57-15,4-12-177 16,5-14-268-16</inkml:trace>
  <inkml:trace contextRef="#ctx0" brushRef="#br1" timeOffset="21827.29">23145 5707 1061 0,'0'0'180'16,"0"0"-119"-16,0 0 146 15,0 0-103-15,0 0-80 16,0 0 12 0,-146 195-32-16,146-150 3 0,37-10-7 15,-8-10 6-15,1-11-21 16,-11-11 11-16,2-3 0 16,10 0-14-1,7-34 18-15,-5-7-2 0,4 5-1 0,-11 13 3 16,-19 8-4-16,8 11 8 15,-15 4 2-15,0 0 44 16,2 40-38-16,-2 17 47 16,5 8-24-16,11 0-34 15,5-6 19-15,-2-8-20 16,-9-11-6-16,-10-8 2 16,0-4-109-16,-40-8-206 0,-45-11-552 31</inkml:trace>
  <inkml:trace contextRef="#ctx0" brushRef="#br1" timeOffset="23577.4">4744 5239 719 0,'0'0'108'0,"0"0"-57"0,0 0 104 0,0 0-61 0,0 0-46 0,0 0-9 16,54-119-34-16,24 40 32 15,24-12-3-15,30-23-24 16,40-10 27-16,47-5-25 16,61 4-1-16,39 9 54 15,34 17-19-15,8 15-10 16,-26 19 7-16,-22 26-36 0,-23 26 14 16,-26 13-21-16,-25 19 0 15,-16 43-3-15,-10 17 13 16,1 13-10-16,-16 2 6 15,-16 6 6-15,-36-5 57 16,-33-9-18 0,-35-9-26-16,-26-11 0 15,-15-17-17-15,-13-15-2 0,-10-9-3 0,-2-13 7 16,-12-6-5-16,0-3-5 16,5-3 0-1,-5 0-1-15,0 0 9 0,0 0-8 16,0 0 0-1,0 0 6-15,0 0-8 16,0 0 2-16,0 0 0 16,0 0-7-16,0 0 10 15,0 0-3-15,0 0 0 16,0 0 3-16,0 0-17 0,0 0 14 16,0 0 0-16,0 0-7 0,0 0 9 15,0 0-2 1,0 0 0-16,0 0 5 0,0 0-10 0,0 0 5 15,0 0 0 1,0 0-7-16,0 0 7 0,0 0 0 16,0 0 0-16,0 0 6 31,0 0-13-31,0 0 7 16,0 0 0-16,0 0 1 15,0 0 5-15,0 0-6 16,0 0 0-16,0 0 1 15,0 0-5-15,0 0 4 16,0 0 0-16,0 0 0 16,0 0 2-16,-12 0-2 0,12 0 0 15,-5 0 5 1,5 0-9-16,0 0 4 0,0 0 0 16,0 0 0-16,0 0 3 15,0 0-3-15,0 0 0 16,-7 0 8-16,0 0-15 15,0 0 7-15,2 0 0 16,1 0-2-16,1 0 4 16,3 0-2-16,0 0 0 15,0 0 5-15,0 0-9 0,0 0 4 16,0 0 0-16,0 0-4 16,0 0 13-16,0 0-9 15,0 0 0-15,0 0 1 16,0 0-6-16,0 0 5 15,0 0 0 1,0 0-1-16,0 0 4 0,0 0-3 16,0 0 0-16,0 0 4 15,0 0-8-15,0 0 4 0,0 0 0 16,0 0-6 0,0 0 15-16,0 0-9 0,0 0 0 15,0 0 2-15,0 0-7 16,0 0 5-16,0 0 0 15,0 0-4-15,0 0 9 16,0 0-5-16,0 0 0 16,0 0 6-16,0 0-7 0,0 0 1 15,0 0 0-15,0 0-11 16,0 0-2-16,0 0-18 16,0 0-65-1,-26-6-140-15,-33-9-234 0</inkml:trace>
  <inkml:trace contextRef="#ctx0" brushRef="#br1" timeOffset="25327.39">4803 5066 135 0,'0'0'426'0,"0"0"-351"0,0 0 92 0,0 0-46 0,0 0-52 0,0 0 16 15,-101 30-23-15,101-28 28 16,0-2-32-1,0 0-7-15,0 0 11 0,19 0-23 16,14 0-3 0,23-8 24-16,15-16-49 0,21-2 13 15,9-11 3-15,15-1-24 16,2-4 27-16,4-3-30 0,3 1 0 16,7-4 11-16,10 0-3 15,11-1-8 1,28 3 0-16,8-3 9 0,-10 9-10 15,-4 3 1-15,-29 10 0 16,-17 3-3-16,-20 7 9 16,4-1-6-16,0 3 0 15,5-4 6-15,12 2-13 0,11 2 7 32,20 4 0-32,-6-1-3 0,8 5 9 0,-17 5-6 15,-12-5 0-15,-18 7 7 31,-10 0-14-31,-5 0 7 16,3 3 0-16,2 11 0 16,5-1 10-16,19 2-10 0,4-3 9 0,10-1-5 15,-3 2 32-15,1 0-27 16,-8 1-1 0,-9 1 14-1,-7-1-16-15,-17 2-2 0,8 2-4 16,-10 0 4-16,4-1 5 15,6 5-9-15,-5-5 0 16,11 4 13-16,-11-4-4 16,4 8-5-16,-18-4-2 15,-3 2 11-15,-7 1-13 16,-9 3 0-16,0-1 0 16,9-4-4-16,-5-2 8 15,6 1-4-15,-1 1 0 16,2-1 10-16,-6 2-1 0,-1 1-9 15,-4 0 0 1,2-1 4-16,-7-1 0 0,5-1-4 16,2-4 0-16,-3 1 9 15,1 1-10-15,-7-5 1 16,2 4 0-16,-7-4 11 16,-7 5-1-16,-3-4-10 15,-16 2 0-15,10 1 10 16,-6 3-9-16,-6 4-1 0,2-2 0 15,0 5 6-15,-2-5 6 16,-5 0-12-16,-1 2 5 16,1-5-1-16,-4-5 8 15,-6 0-12-15,-9-7 0 16,7 3-5-16,-14-9 15 16,5 4-10-16,-5-2 0 15,0-4 6-15,0 0-6 0,0 0 0 16,0 0 0-16,0 0 13 15,0 0-1-15,0 0-9 16,0 0-1-16,0 0 4 16,0-12 6-1,-12-7-12-15,-18-5 0 16,1 1 9-16,-15-8-1 0,-13-6-8 16,-9-7 0-16,-12 1 3 15,-14-2-1-15,-4-1-2 0,-8 6 0 16,-9 0-6-16,-5 2 13 15,-17 2-7-15,-11 4 0 16,-28-2 5-16,-17 2-17 16,-19-7 12-16,-5-3-7 15,-1-5-3-15,-18-8-31 16,-16 1-19-16,-14 5-19 16,-9 4-152-16,9 11-249 15</inkml:trace>
  <inkml:trace contextRef="#ctx0" brushRef="#br1" timeOffset="29538.63">13201 5317 603 0,'0'0'104'0,"0"0"1"0,0 0 58 0,0 0-65 0,0 0-24 0,0 0 9 16,0 0-21-16,21-36 14 15,-5 21-15-15,-11-4-12 16,2 5 23-16,-2-6-40 16,9 1-20-16,-2 2 22 15,9-4-32-15,-2-3 12 16,12-3-9-16,6 3 4 16,6-9 11-16,6 0-20 15,5-5 1-15,10-10 10 0,11-3-2 16,6-2-9-16,6-4 0 15,-2 3 9-15,2 6-10 16,5 7 1-16,-7 5 0 16,7 3 4-16,-5 3 4 15,-7 10-1-15,-9-4-5 16,-15 8 11-16,-6 4-9 16,-8 1-4-16,3 2 0 15,-2 0-1-15,6-3 8 0,8-4-7 16,-8 7 0-1,13 1 4-15,-1 3-5 16,-2-1 1-16,-7-1 0 16,14 1-3-16,7-7 10 0,2 5-7 15,12-1 0 1,-2-3 9-16,0 1-11 0,-2 2 2 16,1-3 0-16,6-3-5 15,-5 5 11-15,12 1-6 0,-1 1 0 16,10 2 8-1,3 3-13-15,-3 0 5 0,2 3 0 16,-9-3-3-16,-7 3 6 16,-9-3-3-16,-1 0 0 15,-6-2 11-15,-1 1-15 16,5-3 4-16,5 6 0 16,-2-6-4-16,4 3 11 15,3 2-7-15,-8-1 0 16,3 0 7-16,-10 0-10 0,-9 0 3 31,-2 3 0-31,-12 0-2 16,-7 0 10-16,-5 0-8 0,5 0 0 0,-1 0 6 15,8 0-7 1,14 3 1-16,3 8 0 16,8 1-5-16,4 1 11 0,-1 2-6 15,-2-3 0-15,-1 2 7 16,-11 5-12-16,3-1 5 15,1-1 0-15,-4 5 7 16,5-5 5-16,-5 2-12 16,7-2 2-1,3 4 7-15,-1 3 6 0,3 5-15 0,4 5 0 32,-8 1 8-32,-1 2 3 0,-14-5-11 0,-5-2 5 31,-16-6 1-31,-5-4 15 0,-8 4-19 0,-6 1-2 15,-5 7 30 1,-4 7-24-16,-10 3 9 16,0 2-3-16,0-2-5 0,0-7 15 0,0-4-22 31,9-8 0-31,-2-5 17 16,-2-4-7-16,7-3-7 15,-10-3-2-15,10-2 9 16,-5 1 3-16,-2-2-13 15,-3-2 0-15,3 2 1 16,4-5 4-16,-9 4-5 16,0-4 0-16,0 2-20 15,0-2 9-15,-9 0-68 0,-57 0-66 16,-31-11-254-16</inkml:trace>
  <inkml:trace contextRef="#ctx0" brushRef="#br1" timeOffset="32753.78">9884 7757 535 0,'0'0'123'0,"0"0"7"16,0 0 45-16,0 0-35 0,0 0-52 0,0 0-36 0,-26-16 21 15,26 16-20-15,0 0-27 16,0 0 46-16,0 0-42 15,0 0 12-15,0 0 0 16,0 0-33-16,0 0 28 16,0 0-30-16,0 0-5 15,0 0 35-15,0 3-29 0,0 10 15 16,0-1-9-16,0 6-7 16,4 2 20-16,-1 2-27 15,11 5 4-15,-2-4 13 16,7 11-8-16,-1-3-9 15,8 6 4-15,0 1 5 16,3 2 5-16,-4-6-14 16,-1 3 0-16,2-5 5 15,-5 2 1-15,5 1-6 16,12 4 0-16,-5-1 11 16,-3-2-18-1,8 2 7-15,-5-1 0 16,7-4-2-16,7 3 7 0,1 3-5 15,-1 1 0 1,14 4 8-16,-2-1-16 0,14 3 8 16,0-5 0-16,3-3-2 15,-1-4 6-15,3-2-4 16,-7-4 0-16,11-1 8 0,-2-4-15 0,7-6 7 16,10 8 0-1,9-1-3-15,10 0 11 0,6 0-8 16,8-4 0-1,-22 5 8-15,3 2-14 0,-7-1 6 16,9-2 0 0,-2 3-2-16,4-7 6 0,8-4-4 15,-5-5 0-15,7-1 4 16,14-1-11-16,2-3 7 16,-4-1 0-1,2 3 0-15,-14 3 6 0,-9-5-6 0,-20-2 0 16,-18-4 9-16,0 4-20 31,-12-4 11-31,2 0 0 16,-11 0-4-16,7 0 11 0,-5 0-7 0,11 0 0 31,8 0 8-31,7 0-15 16,-3-6 7-16,-4-2 0 15,-14-3-1-15,-5 3 6 16,-10-1-5-16,1 0 0 15,2-3 7-15,-7 1-14 0,6-2 7 16,-6-2 0-16,2-2-1 16,0-1 7-16,-2 2-6 15,-7-2 0-15,4 4 9 16,1-4-8-16,2-3-1 16,2 0 0-16,-5-2 3 15,3 5 2-15,2-7-5 0,-2 3 0 16,2-5 7-1,-4-7-7-15,-10 8 0 16,0-2 0-16,-8 3-1 16,-13 0 3-16,10 4-2 0,-13-3 0 15,0 4 8-15,10-2-14 16,-7-1 6-16,5 5 0 16,4-4-2-16,-7 5 6 15,7-1-4-15,-4-3 0 16,4 2 7-16,-5 2-9 0,1 0 2 15,-1 5 0-15,-2-4 1 16,5 1 2-16,-2-2-3 16,4 2 0-16,-7-1 10 15,0 1-11-15,-2 1 1 16,2-4 0-16,-4 4 5 16,1 1 0-16,6-2-5 15,-10 4 0 1,0-1 6-16,5 3-7 0,-5-6 1 15,5-1 0 1,-3-1-2-16,1-1 8 0,4-1-6 16,-12 2 0-16,8 0 6 15,-3 2-9-15,-3 3 3 16,-4-1 0-16,3 4-1 0,-3 1 5 16,0-1-4-16,7-3 0 15,-2 3 9-15,-5-6-13 16,7-4 4-16,-7 5 0 15,0-4 1-15,4-1 1 0,-4 9-2 16,0-3 0-16,0 4 10 16,0 3-7-16,0 1-3 15,3-1 0-15,-3 3 10 32,0 3-2-32,0-3-8 15,0 3 0-15,0-3 13 0,0 0-10 0,4-1-3 16,-4-1 0-1,10 5 8-15,-5 0-4 16,-5 0-4-16,2 0 0 16,-2 0 13-16,0 0-17 0,0 0 4 0,0 0 0 15,0 0 4 1,0 0 1-16,0 0-5 16,0 15 0-16,0 20 12 0,0 10-11 15,0 6-1 1,0 3 0-16,-47 5-12 15,-12 7-9-15,-31 8-46 0,-14-2-48 0,-23-7-323 16</inkml:trace>
  <inkml:trace contextRef="#ctx0" brushRef="#br1" timeOffset="36300.16">16294 8147 758 0,'0'0'125'0,"0"0"-99"0,0 0 140 0,0 0 4 0,0 0-108 0,0 0-8 0,0 0-20 31,-19-47 22-31,38 47-12 16,-7 0-28-16,-1 15 32 0,6 6-17 15,-5 5-21-15,9 8 34 0,9 4-27 16,8 4 10-16,0 3 1 16,11 2-27-16,6-2 28 0,-4 0-20 31,6-4-8-31,9 5 31 0,2 1-30 0,6 4-2 31,-1 8 11-31,16 1-5 16,-2-3 3-16,20 0-9 15,-8-8 3-15,11 0 11 16,4-1-10-16,-1-4-4 16,-5 1 1-16,17 0 9 15,-9-7-3-15,13 1-7 0,-4-7 1 16,-5-1 1-16,-9-4-1 16,-24-2-1-16,-2 1 0 15,-14-2-1-15,2 0-1 16,5-1 2-16,9-2 0 15,10 2-6-15,0 2 6 16,13-1 0-16,22 0 0 16,7-3 7-16,3-4-9 15,-8-5 2-15,3-1 0 16,-21-5-11-16,-13 5 11 0,-11-9 0 16,-2 1-4-16,-10 0 10 15,0 0-6-15,7 1 0 16,5-2 1-16,7-2-3 15,17 0 2-15,-3 0 0 16,12 0-5-16,-10 0 17 16,-4 0-12-16,5 0 0 15,-13 0 2-15,-1-2-5 16,-5-13 3-16,-10 2 0 16,0-5-1-16,3 4 2 15,2-7-1-15,4-1 0 0,-4-1 2 16,-5-1-4-16,-7 0 2 15,8-2 0 1,-15-1-2-16,-2-1 14 0,-1-1-12 16,1-1 0-16,-7 4 6 15,6-5-4-15,-6 1-2 16,2 7 0-16,-12-5-1 16,-7 5 12-16,1 2-1 15,-15 4-1-15,4-5-7 0,-8 5 36 16,6-10-38-16,0-1 13 15,8-1 3-15,-10-5-8 16,12 2 7-16,-8-4-8 16,-4 6-5-16,-7-3 28 15,0 10-26-15,5-4-1 16,6-9 1-16,-13 9 3 16,2-3-7-16,0 1 0 0,0-2 0 31,5-7 0-31,9-4 0 0,-10 4 0 15,8 4 0-15,-10-1 0 16,3 8 0-16,7-3 0 0,-15 4 0 16,1 1 0-1,2 8 0-15,-5-1 0 16,-7 2 0-16,3 7 0 0,-6 0 0 0,-6 1 0 16,-3 5 0-16,-2 0 0 15,5 0 0-15,2 0 0 16,-7 1 0-1,0 2 0-15,0 0 0 16,0 0 0-16,0 0 0 0,0 0 0 16,0 0-5-16,0 0-63 15,-14 0-19-15,-57 0-59 16,-30 2-294-16</inkml:trace>
  <inkml:trace contextRef="#ctx0" brushRef="#br1" timeOffset="37921.22">812 4282 667 0,'0'0'172'0,"0"0"-1"16,0 0 29-16,0 0-38 0,-264 0-71 0,264 0-16 0,0 0-3 15,16-6-29-15,90 6 24 16,57-7-4-16,47 5-33 16,42 2 17-16,24 0-34 0,9 0-5 15,17 0 6 1,-12 18-7-16,-24 2-9 0,-16 8 2 16,-21-5 0-1,-5-8-9-15,-12-6 9 16,-19-9-2-16,-25 0-1 0,-34 0-14 15,-37-18 8-15,-34 4-17 16,-20-5-19 0,-27 4 23-16,-16-2-78 0,0-4-35 15,-30-1-70-15,-48-1-107 16,-19 0-58-16</inkml:trace>
  <inkml:trace contextRef="#ctx0" brushRef="#br1" timeOffset="38286.32">1231 3476 374 0,'0'0'223'0,"0"0"-99"0,-285-45 58 15,226 36 11-15,21 3-46 16,22 3-44-16,16 0-8 31,0-3-25-31,49-5 1 0,81-4-36 16,82 1 18-16,59 1-16 0,81-2-24 15,34 4 16-15,29 1-18 16,-2 4-8-16,-38 3 17 16,-33 3-19-16,-57 0-1 0,-42 0 1 15,-50 0 5-15,-42 0-6 16,-50 0 0-16,-42 0-16 31,-28 0 13-31,-31 0-59 16,0 0-18-16,-24 0-50 15,-61 0-184-15,-11 3-93 16,-15 30-158-16</inkml:trace>
  <inkml:trace contextRef="#ctx0" brushRef="#br1" timeOffset="38875.55">1038 5794 657 0,'0'0'164'0,"0"0"-40"0,0 0 69 0,0 0-42 0,0 0-59 0,0 0-47 0,97 9 59 16,115-9-3-1,71 0-53-15,61 2-6 0,47-2 17 16,31 0-34-16,-7 0 3 16,-42-9-13-16,-55-3-8 15,-61-2 0-15,-64 0-7 16,-63-1 0 0,-45 3-5-16,-47 2-7 15,-27 7 0-15,-11-3-5 0,-42 1-27 16,-55-4-30-16,-28-3-145 0,-21 0-32 31,-14-12-86-31,4-6-403 16</inkml:trace>
  <inkml:trace contextRef="#ctx0" brushRef="#br1" timeOffset="39145.44">2674 4362 636 0,'0'0'95'0,"0"0"92"16,0 0-6-16,0 0-90 31,-276 96-2-31,83 61 26 0,-64 62-27 15,-40 52-17 1,-47 34-64-16,-10 31 0 0,-7 20-7 16,20-2-119-16,29-22-247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22T06:19:30.54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5852 5871 103 0,'0'0'501'0,"0"0"-403"0,0 0 116 0,0 0-95 0,0 0 6 16,0 0-40-16,0 0-14 0,0 0 21 16,-61-68-29-16,61 68-2 15,0 0 4-15,0 0-34 16,0 0 14-16,0 0-21 15,0 0-14-15,0 0 25 16,0 0-30-16,0 38 3 16,5 23 13-16,23 7 2 0,-12 10 14 15,6 2-10-15,-4 0-19 16,4 7 30-16,1 3-31 16,-11-10 4-16,9-2-2 15,-2-12 1 1,2-9-3-16,3-12-7 15,-1-7-9-15,6-12 9 16,16-7-49-16,-1-11-15 16,11-8-14-16,-6 0-98 0,-6-30-140 15,-15-5-195-15</inkml:trace>
  <inkml:trace contextRef="#ctx0" brushRef="#br0" timeOffset="428.66">6453 6214 802 0,'0'0'137'0,"0"0"77"15,0 0-82 1,0 0-50-16,0 0-56 16,0 0 7-16,-63-44 15 15,63 44-30-15,-5 0 13 0,5 0-24 0,-9 21-7 31,-3 21 18-31,7 14-17 16,5 14 7-16,0-3-8 16,0 1 6-16,26 1-3 15,16-15-3-15,3-11 0 16,9-11 0-16,3-11 0 16,2-12 0-16,-10-9 0 0,3 0 6 15,-7-11-6-15,-7-26 0 16,-3-15 3-16,-11-13 11 15,-22-15-11-15,-2-6 2 16,0-4 5-16,-49 6-5 16,-27 15 35-16,-11 23-16 15,-10 15 4-15,10 19 5 16,12 9-31-16,18 3-4 0,29 0-1 16,11 9-83-16,17 24-101 15,0 3-188 1,43 0-284-16</inkml:trace>
  <inkml:trace contextRef="#ctx0" brushRef="#br0" timeOffset="724.55">7274 6164 973 0,'0'0'126'16,"0"0"-8"-16,0 0 44 0,0 0-46 0,398 0-32 0,-216-7-45 0,-22 3-21 0,-44-2 0 16,-46 1-18-1,-37 5-29-15,-14 0-12 0,-19 0-94 16,0 0-42-1,0 0-116-15,-42 11-44 16,-5-7-150-16</inkml:trace>
  <inkml:trace contextRef="#ctx0" brushRef="#br0" timeOffset="1030.86">7762 6157 540 0,'0'0'163'0,"0"0"45"0,0 0 25 15,0 0-107-15,0 0-53 16,0 0-3-16,-76 100 30 15,76-49-29 1,0 4-41-16,0 11-6 16,12 4 14-16,-5 0-24 15,7-7 2-15,-2-1 0 0,-7-1-14 16,0-8 16-16,-5-8-13 16,0-7-4-16,0-8 21 15,0-8-18-15,0-8 9 16,0-5-2-1,-5-1-10-15,-21-2 19 16,-7-1-20-16,-17 1 0 16,-9-6 6-16,-4 0-6 0,4 0-1 0,9 0-1 31,10-25-18-31,26-13 3 0,14-10-68 16,0 0-207-16,0 4-407 0</inkml:trace>
  <inkml:trace contextRef="#ctx0" brushRef="#br0" timeOffset="1602">8646 6176 833 0,'0'0'124'0,"0"0"83"0,0 0 10 0,0 0-66 0,0 0-84 0,0 0-16 16,0-40 5 0,0 95-41-16,0 11 33 15,0 8-8-15,0 0-33 16,0-11 28-16,0-3-21 15,5-9 0-15,6-19 7 16,-6-15-19 0,-5-4 3-16,5-9-3 15,-5-4 5-15,7 0-1 16,-7 0-6-16,0-39 0 0,0-22 4 16,0-10 1-16,0 0-5 15,-12 8 0-15,-4 22 6 16,4 10-7-16,-2 13 1 15,9 16 0-15,0-2-5 16,5 4 10-16,0 0-5 16,0 0 0-16,0 43 6 15,0 24-6-15,0 15 0 16,10-5 2-16,6-11 9 0,-11-13-5 16,7-2-5-1,-12-9 0-15,0-16 8 16,0-9-11-16,4-6 2 0,-4-11-24 15,10 0-9-15,4 0-70 16,17 0-76-16,6-4-339 16</inkml:trace>
  <inkml:trace contextRef="#ctx0" brushRef="#br0" timeOffset="1824.13">9657 6943 1298 0,'0'0'129'0,"0"0"-2"0,0 0 33 0,0 0-124 0,0 0-35 0,0 0 17 16,-108 125-14-16,120-90-2 0,-1-1-2 16,-11 4-23-1,0-2-12-15,-42-4-113 16,-12-4-167-16,9-19-286 0</inkml:trace>
  <inkml:trace contextRef="#ctx0" brushRef="#br0" timeOffset="2308.64">10419 6397 983 0,'0'0'93'0,"0"0"43"0,0 0-7 16,-78-158-95-1,54 133 6-15,-11 13-33 16,-7 7 3-16,-13 5-9 0,-8 0 4 16,-1 8-2-16,12 20-3 15,3 7 0 1,25 5-6-16,12 4 11 0,12-5-5 15,0-4 0-15,0-11-3 0,47-9-3 16,-2-12-3-16,7-3-8 16,-2 0 13-1,-6-6 4-15,4-20 0 0,-8-11 0 16,-10-1 5-16,8 2 19 16,-12 12-2-1,-14 10-9-15,-3 3 63 16,-9 11-24-16,0 0 3 15,0 0-17-15,0 40-31 16,0 17 31-16,0 15-9 0,0 2-19 0,0-14 7 16,0-5-12-16,0-4-5 31,3-5 0-31,6-9-27 16,12 1-19-16,-2-10-92 15,5-9-141-15,-1-19-217 16</inkml:trace>
  <inkml:trace contextRef="#ctx0" brushRef="#br0" timeOffset="2588.39">10775 6299 783 0,'0'0'197'15,"0"0"-81"-15,0 0 95 0,0 0-100 0,0 0-51 0,0 0-4 0,-50-91-6 16,71 94-12-16,-6 40 15 16,-4 28-21-16,-8 9 0 15,1 3 1-15,-4-2-21 16,0-11 4-16,0-9-16 16,0-10 0-16,0-5-4 15,0-14-33-15,0-8-24 16,0-6-98-16,0-15-118 15,0-3-40-15,0 0-112 0</inkml:trace>
  <inkml:trace contextRef="#ctx0" brushRef="#br0" timeOffset="2938.28">10725 6486 572 0,'0'0'143'0,"0"0"10"0,151-170-50 15,-59 125-7-15,2 13-20 16,-21 14-8-16,-16 14-6 15,-17 4-47-15,-21 13-2 0,-17 31 16 16,-2 10-23 0,-9 9 14-16,-43-6-5 15,-5-4-15-15,1-9 35 0,-3-10-9 16,7-7-5 0,12-11 17-16,5 1-27 0,13-11 10 15,15-4-2-15,0 2-13 16,7-4 22-16,0 2-9 15,0 11 3-15,0 13 13 16,40 7 1-16,24 10 11 0,-5 1-19 16,12-10-9-1,-5-3 20-15,2-8-39 0,-14-4 1 16,-4-4-2-16,-13-6-52 16,-22-4-24-16,-4-5-150 15,-11 0-147-15,5-17-228 16</inkml:trace>
  <inkml:trace contextRef="#ctx0" brushRef="#br0" timeOffset="3319.4">11671 6426 541 0,'0'0'379'0,"0"0"-275"0,0 0 85 16,0 0-73-16,0 0-52 15,0 0-22-15,264-161 10 16,-201 155-2-16,-30 6-29 16,-7 0 7-16,-14 15-14 15,-12 31 9 1,0 13 13-16,-5 4-25 16,-49 0 18-16,5-11-7 15,-8-3-15-15,7-10 21 16,3-7-13-16,14-11-6 15,17-6 12-15,11-6-20 16,5-9 10-16,0 0-11 16,0 3 4-16,33-3 8 15,40 0 3-15,7 0-10 0,8 0 0 16,-8 0-5 0,-2-10-4-16,-5 1-33 0,-10 3-34 15,3 6-54-15,10 0-203 16,-1 0-222-16,22 0 41 15</inkml:trace>
  <inkml:trace contextRef="#ctx0" brushRef="#br0" timeOffset="3526.4">13078 6749 1074 0,'0'0'155'16,"0"0"-23"-16,0 0 68 15,0 0-83-15,0 0-38 16,0 0-56-16,75 185 7 16,-60-133-26-16,-15 2-4 15,0 1 0-15,-19-1-43 16,-35 0-47-16,-12-14-192 16,-5-10-218-16</inkml:trace>
  <inkml:trace contextRef="#ctx0" brushRef="#br0" timeOffset="3987.82">13986 6276 907 0,'0'0'45'15,"0"0"25"-15,0 0 107 16,-85-157-91-16,85 134-46 16,0 10-13-16,0 4 17 0,0 9 0 15,0 0-5-15,-5 0-30 0,-21 24-5 16,0 14 14 0,17 17-15-16,9-2-2 15,0 4-1-15,54 9 6 16,17-4-6-1,4 3 8-15,5-5-6 0,-14-5 27 16,-16-11-23-16,-29-5 5 16,-16-6 6-16,-5-9-15 15,0-7 11-15,-28-8 6 0,-22-5 0 16,-9-4 24 0,2 0-28-16,3-13 4 0,12-22-5 0,16-11-9 15,16-5-10-15,10-4 5 31,17 1-31-31,58 0 3 0,22 12-67 0,26 7-115 16,-8 2-137-16,-2 12-188 16</inkml:trace>
  <inkml:trace contextRef="#ctx0" brushRef="#br0" timeOffset="4241.6">15120 6142 896 0,'0'0'86'0,"0"0"168"16,0 0-76-16,0 0-76 15,0 0-43-15,0 0-25 16,0 0 17-16,-52 46-38 16,-7 46 29-16,-5 7-6 15,-7-7-29-15,1-9 12 0,6-15-19 16,-2-13 3-16,14-13-7 15,19-15-29-15,7-7-58 16,10-18-128-16,11-2-161 16,5-17-80-16</inkml:trace>
  <inkml:trace contextRef="#ctx0" brushRef="#br0" timeOffset="4385.06">14603 6293 515 0,'0'0'528'15,"0"0"-448"-15,0 0 187 0,0 0-80 16,260 201-127-16,-149-141-20 16,-5 0-40-16,-14-8-28 15,-22-3-71-15,-18-7-199 16,-7-2-251-16</inkml:trace>
  <inkml:trace contextRef="#ctx0" brushRef="#br0" timeOffset="4861.5">15188 6230 996 0,'0'0'94'0,"0"0"6"0,0 0 68 16,0 0-109-16,229-185-35 15,-118 164 25-15,-17 12-24 0,-42 9-11 16,-22 0-14-16,-20 18 13 31,-10 30-12-31,-10 7 2 0,-32 2 0 0,9-6 9 16,21-2-7-1,12-9-2-15,5 0 6 16,61-2-6-16,12-1 15 16,4-8-2-16,-16-5-13 0,-28-6 46 15,-26-5-30-15,-12 0-8 16,-24 8 6-16,-56-2-16 15,-21-2-2-15,-3-2-10 16,12-10-83-16,16-5-134 16,18 0-193-1</inkml:trace>
  <inkml:trace contextRef="#ctx0" brushRef="#br0" timeOffset="5083.66">16499 6711 1444 0,'0'0'145'0,"0"0"-128"16,0 0 117-16,0 0-68 16,0 0-41-16,0 0-3 15,40 195-22-15,-14-141-16 16,-10 0-39-16,-16-9-88 15,0-16-236-15,0-22-440 16</inkml:trace>
  <inkml:trace contextRef="#ctx0" brushRef="#br0" timeOffset="5401.82">17357 6314 1001 0,'0'0'44'0,"0"0"110"0,0 0 10 16,0 0-107-16,0 0-23 15,328-13-11 1,-236 13-21-16,-22 0 2 0,-32 0 2 16,-17 0 2-16,-21 0 3 15,0 21 57-15,0 33-41 16,-16 18 48-16,-15 17-25 15,0 0-24-15,17-2 18 16,10-9-30-16,4-7 0 16,0-12-10-16,0-8 4 15,0-9-16-15,4-10 1 0,10-7-49 16,5-10-35 0,-7-13-189-16,2-2-256 0</inkml:trace>
  <inkml:trace contextRef="#ctx0" brushRef="#br0" timeOffset="5902.2">18687 6379 625 0,'0'0'19'15,"0"0"140"-15,0 0-63 0,0 0-25 16,0 0-19-16,0 0 2 16,-19-20 43-16,19 15-22 15,0 5-20-15,0 0 21 16,0 0-28-16,0 0 11 0,0 0-15 16,0-2-26-16,0 2 21 15,0 0-26-15,0 0-10 16,0 0 16-1,0 0-14-15,0 0-5 0,0 0 1 16,0 0 9 0,0 0-6-16,0 0-4 15,0 0 2-15,0 0 23 16,0 0-23-16,0 24 18 0,0 26 13 0,0 16-15 16,0 5 18-1,9-2-15-15,8-1-12 16,6-8 26-16,-4-8-35 15,2-7 10-15,-9-11-10 0,7-10 6 16,-12-8-16-16,-2-7 5 16,-5-6-42-16,0-3-15 15,0 0-115-15,0 0-138 16,-5-31-212-16</inkml:trace>
  <inkml:trace contextRef="#ctx0" brushRef="#br0" timeOffset="6336.85">18543 6420 843 0,'0'0'75'0,"0"0"52"0,0 0 61 0,283-131-96 0,-177 118-50 0,-17 13 22 15,-20 0-18-15,-22 11-25 0,-24 27-5 16,-15 10-9-16,-8 8 0 15,-8-3-7-15,-53 2 7 16,-5-7-2-16,-9-11-5 16,4-3 0-16,17-13-14 15,11-10 14-15,22-1 0 16,14-8-5-16,7-2-19 16,0 4 15-16,45-2-5 15,19 7 14-15,20 1 3 16,8 8 1-16,-9 5-4 15,14 11 15-15,-20 4-1 16,-11 7 44-16,-23 0-10 16,-22-7-4-16,-21-1 13 15,0-5-33-15,-33-8 8 0,-28-6-4 16,-15-9-21-16,-2-3 22 16,10-6-29-16,9 0 0 15,10-4-3-15,18-28-41 16,7-10-30-16,13-12-125 15,11-6-246-15,0 0-376 16</inkml:trace>
  <inkml:trace contextRef="#ctx0" brushRef="#br0" timeOffset="6750.99">19486 6352 1116 0,'0'0'110'0,"0"0"28"0,0 0 28 0,0 0-85 0,0 0-80 0,0 0 14 15,78 110 8-15,-24-27-16 16,5-8 3-16,-5-12-10 0,-4-15-9 16,-3-16 7-16,-3-14-32 15,-6-5 18-15,-7-13 10 16,-3 0-1-16,-2-9 0 15,0-27 7-15,-7-15 0 16,0-8-7-16,-17-1 10 0,-2 0-3 16,0 15 12-1,0 13 2-15,-2 13 28 0,-12 10-19 16,9 9 4-16,-2 3 17 16,0 51-34-16,2 20 22 15,5 15 22-15,0-1-31 16,0-10 19-1,0-10-20-15,0-5-14 0,0-14 4 16,0-3-12 0,0-9-11-16,0-12-52 15,0-7-51-15,0-9-92 0,0-9-317 0</inkml:trace>
  <inkml:trace contextRef="#ctx0" brushRef="#br0" timeOffset="6973.76">20589 7020 833 0,'0'0'458'0,"0"0"-348"0,0 0 112 15,0 0-106 1,0 0-33-16,-21 189-36 16,21-121-7-1,14-8-15-15,-14-8-24 0,0-9 5 0,0-11-6 31,0-7-56-31,0-10-28 16,0-13-162-16,0-2-374 16</inkml:trace>
  <inkml:trace contextRef="#ctx0" brushRef="#br0" timeOffset="7276.07">22063 6411 1157 0,'0'0'49'0,"0"0"98"0,0 0 25 16,143-169-106-16,-34 160-35 15,-10 9 20-15,-5 11-9 16,-23 44-8-16,-26 28 18 15,-19 17-27-15,-26 6 14 16,0-9 0-16,-5-7-21 16,-40-12 10-16,-7-12-28 0,-7-7-1 15,10-11-16-15,-5-9-82 16,11-12-50 0,3-13-287-16,26-8-411 0</inkml:trace>
  <inkml:trace contextRef="#ctx0" brushRef="#br0" timeOffset="7419.24">22218 7286 1037 0,'0'0'247'0,"0"0"-66"0,0 0 22 15,0 0-104-15,0 0-87 16,0 0-12-16,-63 110-18 16,63-110-150-16,-55 0-391 0</inkml:trace>
  <inkml:trace contextRef="#ctx0" brushRef="#br0" timeOffset="8551.31">5944 7578 716 0,'0'0'174'0,"0"0"31"0,0 0-7 0,0 0-44 0,0 0-40 0,0 0-53 15,-87-125 0-15,87 125-3 16,-10 0-44-16,3 24 5 16,7 50-12-16,0 30-6 15,22 31 32-15,74 10-17 0,46 7 5 16,39-5 14 0,36-10-29-1,31-9 22-15,20-10-12 16,1-30-7-16,-9-14 0 0,-20-28-9 0,-23-31 0 15,-3-15 1 1,-6-6 7-16,4-51-11 0,-12-15 3 16,6-11 0-16,-20-12 5 15,-7-10-5-15,-23-9 0 16,-20-5 9-16,-1-6-4 0,-24 0 0 16,-15 8 7-16,-9 7-10 31,-21 12 28-31,-30 14-27 15,-13 15 5-15,-9 25-1 0,-14 16-7 16,0 20 0-16,0 5 0 0,0 3 0 16,0 0 0-16,0 0 0 31,0 0-26-31,0 0-19 0,12 0-40 0,0 24-2 0,-12 14-55 31,0 7-210-31,-42 0-237 16</inkml:trace>
  <inkml:trace contextRef="#ctx0" brushRef="#br0" timeOffset="9061.62">9872 7735 722 0,'0'0'123'0,"0"0"41"0,0 0 38 0,0 0-88 0,0 0-32 0,0 0 6 15,-52-8-31-15,111 82 20 16,19 28 11-1,23 21-46-15,17 4-5 0,4-7 0 16,20-6-30-16,-1-16 19 16,13-16-26-16,4-6 0 15,14-17-2-15,21-20 6 16,0-21-4-16,12-18 0 16,-11 0 6-16,-6-48-9 0,-6-15 3 15,-10-8 0 1,-5-7 2-16,-4-8 8 0,-10-3-7 15,-11-10-3-15,-10-5 7 16,-21-4 13 0,-5 8-19-16,-24 7 1 0,-11 11 0 15,-19 17 6-15,-17 9-16 16,-9 17 5-16,-17 12-40 16,-9 6 2-16,0 12-39 0,0 6-148 15,-37 3-235-15,-32 0-559 16</inkml:trace>
  <inkml:trace contextRef="#ctx0" brushRef="#br0" timeOffset="10102.02">13750 7729 892 0,'0'0'76'0,"0"0"69"0,0 0-3 0,0 0-15 0,-241 192-49 0,324-70 17 16,70 16-13-16,55-4-41 0,42-16 15 16,35-10-31-16,7-18-21 15,22-21 24-15,2-22-27 16,21-29-1-16,28-18 6 31,10-6 4-31,5-45 2 0,-24-18-7 0,-38-16-5 31,-54-8 29-31,-50-12-28 16,-51-4 24-16,-52-8-3 16,-40-9-15-16,-34 4 23 0,-34 12-30 15,-3 14 3-15,0 30 2 16,-36 31-5-16,18 15-7 15,10 14-9-15,8 6-44 16,0 0 8-16,0 14-53 16,0 31-182-16,0 11-174 15</inkml:trace>
  <inkml:trace contextRef="#ctx0" brushRef="#br0" timeOffset="10623.7">18408 7933 575 0,'0'0'53'0,"0"0"114"0,0 0 10 0,0 0-33 0,0 0-25 15,0 0-18-15,-4-24-40 16,34 99-7-16,29 31 68 16,10 17-71-16,18 0 21 0,21-7-48 15,22-14 5 1,37-13-9-16,31-18-13 0,36-17 5 15,28-24-12-15,4-28 0 16,10-2 7 0,-12-38-2-16,-10-28-5 0,-11-11 1 15,-24-7 10-15,-30-3-1 16,-38-8-2-16,-26 1 5 16,-40-3 29-16,-22 5-42 0,-15 12 13 15,-13 5-13-15,-2 10-8 16,-14 5 6-1,-5 5-32-15,0 3-23 16,-9 1-13-16,-5-6-143 0,0-14-200 16,0-25-647-16</inkml:trace>
  <inkml:trace contextRef="#ctx0" brushRef="#br0" timeOffset="11185.06">21806 4768 930 0,'0'0'130'0,"0"0"67"0,0 0-42 0,0 0-57 0,0 0-39 15,0 0-37-15,-205-79 3 0,134 124-21 16,0 18 3-16,5 12 9 16,14 11-15-16,15 10 21 15,25 6-19-15,12 0-2 16,4-2 27-16,67-1-24 16,33-12 3-16,14-15-6 15,11-13 4-15,11-18 8 16,-6-19-13-16,-16-16 1 15,-22-6 28-15,-25-9-26 0,-26-30 23 16,-29-9 6-16,-16-9-26 16,-4 4 19-16,-79 5-25 15,-20 11 0-15,-27 20 1 16,7 11-1-16,5 6-9 16,8 2-14-16,15 42-40 15,-1 12-44-15,-1 9-206 16,3-6-319-16</inkml:trace>
  <inkml:trace contextRef="#ctx0" brushRef="#br0" timeOffset="12185.19">8240 5735 610 0,'0'0'85'0,"0"0"42"0,0 0 41 0,0 0-43 0,0 0-21 0,0 0-19 15,-106-60-56-15,106 7 0 16,33-16 4-16,31-15-22 15,28-18 16-15,33-20-21 0,47-16 6 16,47-8 12-16,36-3-21 16,23 18 46-1,24 16 6-15,7 21-23 0,6 29 20 16,-8 23-35-16,-15 27-5 16,-28 15 9-16,-26 42-17 15,-30 41 4-15,-52 31 4 16,-41 24-10-16,-32 7 24 15,-39 4-11-15,-22-9-4 16,-18-17 12-16,-4-14-21 16,0-18 4-16,12-19-6 15,2-12 7-15,5-20-10 0,2-6 3 16,5-14-21 0,-7-14-3-16,0-3-49 0,-12-3-32 15,14-9-79-15,0-29-127 16,12-12-134-16</inkml:trace>
  <inkml:trace contextRef="#ctx0" brushRef="#br0" timeOffset="12613.12">12522 5589 68 0,'0'0'647'0,"0"0"-557"0,0 0 35 0,-135-164-27 0,135 92-13 0,12-9-28 16,42-5-18-16,31-10-12 15,33-8 1-15,23-10 22 0,41-3-23 16,23 5 4-1,24 10 13-15,21 21-5 16,18 28 13-16,18 26-15 0,-3 27-3 16,-12 3 1-16,-38 59-10 15,-25 31-4-15,-43 21 6 0,-36 11-22 16,-37-1 19-16,-28-4-7 16,-38-9-16-1,-21-10 19-15,-5-11-20 0,0-15 3 16,0-14-5-1,-5-13 2 1,5-2-26-16,0-14-55 16,0-5-150-16,0-15-125 15,0-12-275-15</inkml:trace>
  <inkml:trace contextRef="#ctx0" brushRef="#br0" timeOffset="13042.28">16124 5373 658 0,'0'0'67'0,"0"0"129"0,0 0-27 0,0 0-52 0,-17-181-26 16,93 96-30-16,32-10-28 15,31-5 30-15,34-8-34 16,22 4 8-16,34 4-19 0,16 17-14 16,12 20 23-16,19 25-10 15,-7 29 4-15,-1 11 18 16,-27 73-19-16,-50 35 11 15,-47 30-8-15,-48 10-20 16,-30-1 12-16,-21-5-15 16,-14-20 0-16,-5-9 8 15,-12-21-4-15,5-13 1 16,-15-22-5-16,4-13-7 16,-4-17 6-16,6-8-81 15,-10-15-187-15,0-6-246 0</inkml:trace>
  <inkml:trace contextRef="#ctx0" brushRef="#br0" timeOffset="14061.11">18918 5696 831 0,'0'0'74'0,"0"0"24"0,0 0 87 15,0 0-86-15,-154-218-13 0,244 81-65 0,35-37 4 16,40-26 8-16,40-18-19 16,47-20 17-16,45-16-13 15,38 7-5-15,19 17 28 16,14 30-23-16,-8 45 26 15,-8 43-2-15,-13 31-25 16,-23 39 15-16,-31 33-5 0,-37 9-24 16,-34 29 5-16,-30 37-8 15,-28 5 0-15,-17 1-1 16,-38-6-4-16,-23-6-4 16,-31-6-32-16,-30-8-59 0,-6-1-77 15,-11-5-192 1,0-16-250-16</inkml:trace>
  <inkml:trace contextRef="#ctx0" brushRef="#br0" timeOffset="14363.84">24043 4342 511 0,'0'0'576'16,"0"0"-453"-16,0 0 104 15,0 0-93-15,0 0-57 16,0 0-33 0,92 0-8-16,33-7 14 0,0-8-48 31,-12 4 3-31,-33 2-5 0,-33 3-6 15,-23 6-13 1,-24 0-58-16,0 0-88 0,-19 0-57 16,-40 0-224-16,-14 0-275 15</inkml:trace>
  <inkml:trace contextRef="#ctx0" brushRef="#br0" timeOffset="14751.46">24043 4342 191 0,'-24'-25'636'0,"-20"31"-503"15,4 6 87-15,9 9-62 16,10 17-81-16,14 13 0 16,7 15-18-16,0 3-26 15,0 3-10-15,7-10-19 0,9-11 5 16,-11-10-9-16,-5-16 1 16,0-10-8-16,0-6 4 15,0-6-10-15,0-3 6 16,0 0-8-16,0 0 11 15,9-6 4-15,20-28-8 16,13-4 0-16,19-2 8 16,15 12-1-16,13 3-2 0,8 13 6 15,2 6 11-15,-2 6 5 16,-5 3 1-16,-19 33 34 16,-28 9-4-16,-24-1-8 15,-21 5-14-15,-7-2-21 16,-64-2 15-16,-19-3-22 15,-18-1 2-15,-15-4-8 16,1-9-35-16,-10-3-70 16,0-7-80-16,-15-12-189 0,-6-6-168 15</inkml:trace>
  <inkml:trace contextRef="#ctx0" brushRef="#br0" timeOffset="16241.77">7007 8093 1068 0,'0'0'186'0,"0"0"11"0,0 0-31 0,0 0-62 0,0 0-53 0,0 0-15 0,-169-133 15 16,169 133-47-16,0 0 5 15,0 36-9-15,0 15 6 16,21 14-18-16,12-9 8 15,14-5-36-15,3-3 16 16,13-3-57-16,-4-9-71 16,7-6-96-16,2-13-75 15,-18-11-68-15</inkml:trace>
  <inkml:trace contextRef="#ctx0" brushRef="#br0" timeOffset="16575.49">7396 8219 570 0,'0'0'202'0,"0"0"3"0,0 0 18 15,0 0-75-15,0 0-65 16,0 0-13-16,-33-95-40 16,33 95-24-16,0 32-9 15,0 11 3-15,38 7 0 16,7-14 6-16,7-13-4 16,-3-7-2-16,-2-13 0 0,-7-3 6 15,-9 0 2 1,-5 0-6-16,-7-15 7 15,-10-15 38-15,-9-5-22 0,0-8 1 16,0-5 1-16,-42 1-22 16,-15 6 5-16,-4 9-10 15,0 18 0-15,4 11-8 16,8 3-21-16,6 0-35 16,13 28-28-16,15 10-69 15,15 4-86 1,0-3-150-16</inkml:trace>
  <inkml:trace contextRef="#ctx0" brushRef="#br0" timeOffset="19280.2">5635 5812 784 0,'0'0'126'0,"0"0"-98"0,0 0 2 0,0 0 92 0,0 0-43 0,0 0-40 16,0-56 26-16,52-1-17 16,17-12 5-16,4-11-18 15,9-11 2-15,29-21 19 16,9-17-24 0,19-11-11-16,10-3 8 0,4 12-20 0,-7 16 20 15,-14 29-3-15,-12 24-15 16,-28 24 28-16,-33 14-22 15,-28 14-10-15,-7 10 16 16,11 0-22-16,38 46 9 16,19 37 11-16,19 31-9 15,4 14 21 1,-2 3-23-16,-6-10 3 0,-4-4 9 16,-23-3-15-16,-9-12 6 15,-14-4-13-15,-20-9 5 0,-4-11 3 31,0-10-8-31,-7-11 0 0,3-19-1 0,-8-10 4 16,0-11-8-16,5-7 4 16,-9-7-31-16,8-3 8 15,4 0-36-15,-6-13-28 16,-4-14-60 0,-7 3-133-16,-12 16-82 0,-5 8-136 0</inkml:trace>
  <inkml:trace contextRef="#ctx0" brushRef="#br0" timeOffset="19903.87">7498 7375 977 0,'0'0'156'0,"0"0"15"0,0 0-21 0,0 0-96 0,0 0-4 0,0 0 40 0,346-30-76 15,-244 15-2 1,-27 9-12-16,-25 0-5 0,-29 6-4 16,-21 0-35-1,0 0 9-15,-12 6 2 0,-68 27-5 16,-7 6 36-16,-29 0 1 16,10-2 2-16,5-3 10 15,23-8 10-15,28-7 17 16,29-13 7-16,21 0-40 15,19-3-2-15,59-3 6 0,37 0-4 16,1 0 17-16,-19-15-22 16,-27 0-1-16,-30 6-15 15,-28 6-91-15,-12 3-51 16,-5 0-82-16,-61 0-260 16</inkml:trace>
  <inkml:trace contextRef="#ctx0" brushRef="#br0" timeOffset="22343.04">10169 5725 664 0,'0'0'32'0,"0"0"17"0,0 0 106 0,0 0-50 0,0 0-66 16,0 0 46-16,0 0-15 15,-130 134 13-15,130-134 9 16,19-31-30-16,26-30 15 16,28-25-58-16,7-25-8 15,29-15 25-15,18-26-34 16,14-11 12-16,13-1-3 16,-1 14-7-16,-24 35 34 15,-32 43-15-15,-38 33 1 16,-31 21 24-16,-23 15-32 15,-5 3 14-15,9 21-21 16,13 65 0-16,18 31 7 0,12 20 16 16,7-8-32-1,9-20 32-15,3-6-26 16,6-18 7-16,-6-8-13 16,-7-10 10-16,-5-7-21 15,-7-15 2-15,-8-10-42 0,-11-5 8 16,-2-9-93-16,-14-4-136 0,-17-5-107 31,0-6-216-31</inkml:trace>
  <inkml:trace contextRef="#ctx0" brushRef="#br0" timeOffset="22978.94">10801 7810 1224 0,'0'0'163'0,"0"0"-6"0,0 0-41 16,0 0-45-16,306-92-56 15,-150 52 7-15,-34 14-22 16,-37 12 0-16,-52 8-10 16,-28 6 4-16,-5 0 6 0,-45 0-1 15,-68 26 2 1,-19 11 12-16,-2 1-12 0,30-8 4 16,43-9 30-16,25-13-29 15,36-5 13 1,0-3-19-16,36 0 5 15,48 0-10-15,15 0 5 0,-9 0-38 16,-15-14 13-16,-27-4-106 16,-20-4-222-16,-28 5-435 15</inkml:trace>
  <inkml:trace contextRef="#ctx0" brushRef="#br0" timeOffset="25538.13">13986 6083 330 0,'0'0'571'0,"0"0"-454"0,0 0 69 16,0 0-23-16,0 0-103 0,0 0-7 0,-106 45 6 0,106-45-13 16,0 0 19-1,0 0-32-15,0 0-5 0,0 0 19 16,0 0-41-16,0 0 18 16,0 0 0-16,0 0-22 15,0 0 30-15,9-12-26 16,-4 0-2-16,-3 6 5 15,3 4-1-15,-5-1-8 16,0 3 0-16,0 0 10 16,0 0-11-16,0 0 1 0,0 0 0 15,0 0 8-15,0 0-7 16,0 0-1 0,0 0 0-16,0 0 9 0,0 0-13 15,0 0 4-15,0 0 0 16,0 0 3-16,0 0 2 15,0 0-5-15,0 0 0 16,0-3 2-16,0-25 11 16,26-26-13-16,23-32 6 15,17-33-1-15,24-25-1 16,9-20-4-16,2-12 0 0,10 0 6 16,-12 22-13-1,-23 34 7-15,-13 34 0 0,-25 26 3 16,-12 26 5-16,-5 11-8 15,-9 12 0 1,-12 11 8-16,0 0-9 0,0 0 1 16,12 20 0-16,21 34-5 15,14 23 10-15,21 17-5 0,19 4 0 32,22 5 2-32,18 9-3 15,3-2 1-15,7-3 0 0,-15-2-1 16,-13-10 7-16,-32-9-6 0,-4-14 0 15,-14-13 2 1,-11-14-13-16,-11-15 3 16,-13-9-20-16,2-6-6 15,-10-5-32-15,-4-8-9 0,-5 4-97 0,-7 3-121 32,0 8-79-32,-35 11-318 0</inkml:trace>
  <inkml:trace contextRef="#ctx0" brushRef="#br0" timeOffset="26323.88">14643 7617 1010 0,'0'0'168'0,"0"0"6"16,0 0 45-16,0 0-133 0,0 0-39 16,0 0-7-16,220-39-18 15,-39 16 17-15,-9-2-34 0,-44 7 1 16,-41 12-1-16,-45 1 1 16,-42 5-6-16,0 0 1 15,-92 9 5 1,-47 24 0-16,-23 8-6 15,-6 1 0-15,36-13 10 16,45-8-7-16,49-8 8 16,38-11-11-16,26-2 8 15,83 0-6-15,34 0-2 16,11-15 0-16,-29 0-2 16,-48 6 3-16,-39 7-3 15,-38 2-17-15,-92 0-26 16,-68 34-35-16,-41 17-181 0,-13 4-91 15,-1-1-256-15</inkml:trace>
  <inkml:trace contextRef="#ctx0" brushRef="#br0" timeOffset="29624.05">17378 6370 744 0,'0'0'126'0,"0"0"-30"0,0 0 42 0,0 0-58 0,0 0-49 0,0 0 47 16,109-171-29-16,-24 65-29 15,11-19 49-15,17-19-26 16,8-21 23-16,6-1-5 15,-7 11-34-15,-7 21 43 16,-16 28-31-16,-33 39-9 16,-31 28 18-1,-12 27-39-15,-21 9 13 0,16 3-7 0,22 18-8 16,28 45 7-16,35 26-5 16,34 22-8-1,11-2 2-15,12 0 2 0,2-7-5 16,3-5 0-1,-15 1-14-15,-13-12 2 0,-31-2-40 0,-15-10-19 16,-30-10-46 0,-28-5-159-1,-31-8-52-15,0-15-257 16</inkml:trace>
  <inkml:trace contextRef="#ctx0" brushRef="#br0" timeOffset="32419.49">18764 7890 1072 0,'0'0'145'0,"0"0"13"0,0 0 28 0,0 0-104 0,0 0-65 15,0 0 26-15,257-46 0 0,-122 18-41 16,-27 11 13 0,-32 5-15-16,-41 9 0 0,-23 3-1 15,-12 0 12-15,0 0-7 16,-47 0 1-16,-45 0-5 16,-26 17 15-16,-7 4-15 15,7 4 0-15,31-14 12 16,37-2-11-16,29-7 17 15,21-2-18-15,12 0 10 16,63 0-11-16,22-2 3 0,0-12-2 16,-22 2 0-16,-23 6 3 15,-38 6-10-15,-14 0-11 16,0 0-32-16,0 0-19 16,-33 32-160-16,-31 8-133 15,-6 0-158-15</inkml:trace>
  <inkml:trace contextRef="#ctx0" brushRef="#br0" timeOffset="34138.25">21214 4932 959 0,'0'0'62'16,"0"0"66"-16,0 0-5 0,0 0-55 0,0 0 13 0,0 0-36 0,106-140-1 15,-19 50 11-15,-11-18-35 16,13-17 41-16,-4-27-30 15,0-17-17-15,12 4 28 16,-1 21-42 0,1 32 25-16,4 37 1 15,-9 30-18-15,17 25 32 0,6 20-24 16,36 14-4-16,28 62 30 16,26 31-31-16,10 20 10 15,4-2-16-15,-14-13 8 16,-16-26-12-16,-26-23-1 15,-36-17-11-15,-38-18 7 0,-20-13-34 16,-22-7-5-16,-23-8 0 16,-3 0-47-16,-7-17-26 15,-2-34-130-15,-12-15-214 16</inkml:trace>
  <inkml:trace contextRef="#ctx0" brushRef="#br0" timeOffset="35748.99">19366 1785 693 0,'0'0'109'0,"0"0"30"15,0 0 47-15,0 0-68 0,0 0-32 0,0 0-41 16,16-91-16-16,74 42 26 16,6 1-20-16,-4 11 20 15,-21 8-3-15,-21 18-32 0,-17 11 17 16,-15 0-33-16,-3 5 10 16,3 30 18-16,-11 19-31 15,-7 9 8-15,0 5-3 16,-14-2 1-16,-42-5-2 15,2-14-5-15,-10-6 0 16,10-10 4-16,11-10 1 16,13-4-5-16,22-11 0 15,1-3 7-15,7-3-10 16,0 0 3-16,0 0 0 16,45 0-7-16,40-15 13 0,19-20-6 15,23-16 0-15,3-14 5 16,-17-7-10-16,5-11 5 15,-26 5 0 1,-22 6-12-16,-18 19 15 0,-33 13-3 16,-14 14 7-16,-5 8-5 15,0 2 18-15,0 8-9 16,0 4-1-16,-5 4 6 16,-2 0-10-16,-19 6-6 15,-12 49 0-15,-11 19 1 16,2 24-4-16,16 1 3 15,22-3 0-15,9-13-3 0,0-8 3 16,33-18 0-16,21-13 0 16,12-14-9-16,2-18 5 15,-11-12 4-15,7 0 0 16,-24 0-1 0,-10-9 10-16,-16-22-4 15,-14-7 3-15,0-3-3 0,-14 1 4 0,-42 5-9 31,-3 15 0-31,0 8 0 0,9 7-1 16,15 5-9-16,14 0-25 16,14 23-105-16,7 11-88 15,0 6-182-15,28-11-422 16</inkml:trace>
  <inkml:trace contextRef="#ctx0" brushRef="#br0" timeOffset="35971.39">21256 1905 1010 0,'0'0'160'0,"0"0"33"0,0 0-8 16,0 0-85-16,0 0-74 0,0 0 1 0,267-160-12 16,-126 134-12-16,-11 6 5 15,-17 4-8-15,-21 7-7 16,-28 1 0-16,-24 8-75 0,-21 0-73 31,-19-4-130-31,0 2-87 0</inkml:trace>
  <inkml:trace contextRef="#ctx0" brushRef="#br0" timeOffset="36226.44">21471 1522 752 0,'0'0'160'0,"0"0"-29"0,0 0 103 16,0 0-93-16,0 0-59 15,0 0-24-15,-142 63-16 16,175 3 39-16,17 15-26 16,14-2-30-16,-10-1 20 15,9-4-31-15,-11-5-12 16,-5-4 0-16,-11-1-2 0,-10-5-13 15,-7-4-39 1,2-12-101-16,17-9-110 0,-5-22-194 16,9-12-351-16</inkml:trace>
  <inkml:trace contextRef="#ctx0" brushRef="#br0" timeOffset="36608.33">22237 1365 828 0,'0'0'112'0,"0"0"68"0,0 0 30 16,0 0-80-16,0 0-33 16,0 0-41-16,-174-106-56 15,190 115 2-15,34 31 2 16,27 13-2-16,-1 4 10 16,2-4-12-16,-3-7 0 15,-16-15-3 1,-5-14 7-16,-23-11-4 0,-19-6 0 15,-3 0 3-15,3-12 8 16,14-30-11-16,0-10 3 16,7 1 0-16,-21 19 2 15,-1 11 13-15,-11 13 26 16,0 8-9-16,0 0 1 0,10 0-36 16,9 21 0-16,11 26-2 15,17 12 8-15,-6 9-12 16,-6 8-3-1,-2-1-48-15,-26 3-23 0,-7-1-116 16,-2-2-72-16,-74-4-103 16,-39-2-188-16</inkml:trace>
  <inkml:trace contextRef="#ctx0" brushRef="#br0" timeOffset="36894.03">19549 3103 865 0,'0'0'125'0,"-353"63"36"0,287-51 21 0,66-12-68 16,78 0-25-16,127-39-51 16,108-30 28-16,90-28-8 15,81-15-22-15,39-6 18 0,43-2-19 16,4 6-15-16,-37 3 23 15,-42 16-34-15,-86 7-5 16,-87 13-2-16,-77 15 2 16,-95 12-8-16,-66 16-2 0,-59 4-31 0,-21 11 15 15,-56 17-86 1,-67 0-106-16,-37 39-127 0,-17 26-287 31</inkml:trace>
  <inkml:trace contextRef="#ctx0" brushRef="#br0" timeOffset="37514.24">22645 4792 987 0,'0'0'191'0,"0"0"46"0,0 0-55 0,0 0-118 15,0 0 26-15,0 0-58 0,31 83 18 16,13-8 3-1,4-1-41-15,-11 0 5 0,-4-8-17 16,-7-9 1 0,-2-8-8-16,-3-15-42 15,-7-6-27-15,3-13-52 0,-10-9-177 16,-7-6-72 0,0-36-36-16</inkml:trace>
  <inkml:trace contextRef="#ctx0" brushRef="#br0" timeOffset="37719.79">22723 4926 474 0,'0'0'174'0,"0"0"18"15,0 0-20 1,0 0-13-16,-142-154-36 0,218 143-79 16,46 9 20-16,41 2 7 15,2 6-18-15,-2 35 21 16,-34 11-20-16,-37 4-47 16,-49 7 8-16,-43 6-14 0,-59 5-2 15,-66 10-25-15,-52-4-64 16,-28-3-46-16,-28-2-75 31,-13-12-136-31,8-16-263 0</inkml:trace>
  <inkml:trace contextRef="#ctx0" brushRef="#br0" timeOffset="39110.19">3650 2787 646 0,'0'0'21'0,"0"0"44"0,0 0 48 15,0 0-46-15,0 0-20 0,0 0-42 0,-129-3 3 16,11 84 12-16,-45 23 10 15,-47 28 32-15,-33 16-4 16,-47 22-1 0,-47 24-1-16,-23 24-15 15,-11 8 0-15,6-1-6 0,54-19-21 0,47-28 6 16,63-32-20-16,79-26 5 16,58-34-10-1,59-26-2-15,5-18-30 16,26-15-30-16,45-22-26 15,26-5 19-15,25-35 3 0,17-42 3 16,17-31-19-16,18-27-88 16,13-19-12-16,15-23-181 15</inkml:trace>
  <inkml:trace contextRef="#ctx0" brushRef="#br0" timeOffset="39348.48">4751 2334 590 0,'0'0'65'0,"0"0"53"0,0 0 44 31,0 0-45-31,0 0-71 0,-471 24 33 0,176 122-11 16,-68 56-3 0,-57 55 1-16,-61 48-15 0,-61 47-7 31,-19 24-32-31,-19 16-12 0,26 9-6 15,52-17-49-15,45-7-52 16,68-19-123-16,66-24-109 16,66-31-165-16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44202-1EEC-4390-9184-1A3B469863A8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6F6DC-09F2-42B9-B134-2F0ED7340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769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561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23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lain" startAt="26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0081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49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869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54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931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473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812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02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555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33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76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567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87285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7843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435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382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5320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315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1925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22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3399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8626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6607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6F6DC-09F2-42B9-B134-2F0ED7340B0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37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10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23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25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987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3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198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00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129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684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55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83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BD1B2-7E56-4F90-8383-C36E3886B872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CBAF6-96FC-4471-9A36-D382FBC174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91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4340560" y="6172200"/>
            <a:ext cx="5641641" cy="39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77"/>
              </a:lnSpc>
            </a:pPr>
            <a:endParaRPr lang="en-US" sz="2647" spc="222" dirty="0">
              <a:solidFill>
                <a:srgbClr val="F2EAE7"/>
              </a:solidFill>
              <a:latin typeface="Ali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600" y="3127067"/>
            <a:ext cx="8155700" cy="1217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>
                <a:solidFill>
                  <a:srgbClr val="190C03"/>
                </a:solidFill>
                <a:latin typeface="Canva Sans Bold"/>
              </a:rPr>
              <a:t>Concepts, Solved Examples &amp; Preparation Strategies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F388DD7-92A9-D501-67FD-7918981A4E8F}"/>
              </a:ext>
            </a:extLst>
          </p:cNvPr>
          <p:cNvSpPr txBox="1">
            <a:spLocks/>
          </p:cNvSpPr>
          <p:nvPr/>
        </p:nvSpPr>
        <p:spPr>
          <a:xfrm>
            <a:off x="567027" y="1768040"/>
            <a:ext cx="9024649" cy="1322109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800" b="1" dirty="0">
                <a:solidFill>
                  <a:srgbClr val="002060"/>
                </a:solidFill>
                <a:latin typeface="Footlight MT Light" panose="0204060206030A020304" pitchFamily="18" charset="0"/>
              </a:rPr>
              <a:t>Number series &amp; Letter series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49FA72-5800-39AD-04B8-FB607BCF017E}"/>
              </a:ext>
            </a:extLst>
          </p:cNvPr>
          <p:cNvCxnSpPr>
            <a:cxnSpLocks/>
          </p:cNvCxnSpPr>
          <p:nvPr/>
        </p:nvCxnSpPr>
        <p:spPr>
          <a:xfrm>
            <a:off x="724563" y="2870200"/>
            <a:ext cx="52044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2D9144C-90FC-29B5-40AF-96C5AA8825E3}"/>
              </a:ext>
            </a:extLst>
          </p:cNvPr>
          <p:cNvSpPr/>
          <p:nvPr/>
        </p:nvSpPr>
        <p:spPr>
          <a:xfrm>
            <a:off x="5915530" y="2787848"/>
            <a:ext cx="176634" cy="164704"/>
          </a:xfrm>
          <a:prstGeom prst="ellips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2B2B5-1B25-2F38-EBC7-82405E037410}"/>
              </a:ext>
            </a:extLst>
          </p:cNvPr>
          <p:cNvSpPr txBox="1"/>
          <p:nvPr/>
        </p:nvSpPr>
        <p:spPr>
          <a:xfrm>
            <a:off x="321276" y="5011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2060"/>
                </a:solidFill>
                <a:latin typeface="Footlight MT Light" panose="0204060206030A020304" pitchFamily="18" charset="0"/>
              </a:rPr>
              <a:t>Number series &amp; Letter series</a:t>
            </a:r>
          </a:p>
        </p:txBody>
      </p:sp>
    </p:spTree>
    <p:extLst>
      <p:ext uri="{BB962C8B-B14F-4D97-AF65-F5344CB8AC3E}">
        <p14:creationId xmlns:p14="http://schemas.microsoft.com/office/powerpoint/2010/main" val="410266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8A2D6-6ED6-0086-AE6D-9F8FFE08740D}"/>
              </a:ext>
            </a:extLst>
          </p:cNvPr>
          <p:cNvSpPr txBox="1"/>
          <p:nvPr/>
        </p:nvSpPr>
        <p:spPr>
          <a:xfrm>
            <a:off x="511175" y="467408"/>
            <a:ext cx="81216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Roboto" panose="02000000000000000000" pitchFamily="2" charset="0"/>
              </a:rPr>
              <a:t>Tips to solve number series Questions: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Some steps which may be helpful to solve number series.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Step 1: Check the difference</a:t>
            </a:r>
            <a:b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Step 2: If step 1 does not work, then check the difference of difference. If it also does not work, try to find is there any multiplication or division relationship between numbers?</a:t>
            </a:r>
            <a:b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Step 3: If a difference is sharply increasing or decreasing, then you can guess that it may be due to the multiplication or division pattern of series.</a:t>
            </a:r>
            <a:b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Step 4: If there is more irregularity indifference, then it may be the combination </a:t>
            </a:r>
            <a:b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</a:b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Step 5: If none of the steps works, then try to use the elimination method, which may help you in eliminating 2 to 3 options</a:t>
            </a:r>
          </a:p>
        </p:txBody>
      </p:sp>
    </p:spTree>
    <p:extLst>
      <p:ext uri="{BB962C8B-B14F-4D97-AF65-F5344CB8AC3E}">
        <p14:creationId xmlns:p14="http://schemas.microsoft.com/office/powerpoint/2010/main" val="137177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8A2D6-6ED6-0086-AE6D-9F8FFE08740D}"/>
              </a:ext>
            </a:extLst>
          </p:cNvPr>
          <p:cNvSpPr txBox="1"/>
          <p:nvPr/>
        </p:nvSpPr>
        <p:spPr>
          <a:xfrm>
            <a:off x="341079" y="655807"/>
            <a:ext cx="81216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the place of question mark ‘?’ in the given questions. 1. 999, 728, 511, ?, 215 </a:t>
            </a:r>
          </a:p>
          <a:p>
            <a:pPr marL="342900" indent="-342900">
              <a:buAutoNum type="alphaUcPeriod"/>
            </a:pPr>
            <a:r>
              <a:rPr lang="en-US" dirty="0"/>
              <a:t>124 </a:t>
            </a:r>
          </a:p>
          <a:p>
            <a:pPr marL="342900" indent="-342900">
              <a:buAutoNum type="alphaUcPeriod"/>
            </a:pPr>
            <a:r>
              <a:rPr lang="en-US" dirty="0"/>
              <a:t>342 </a:t>
            </a:r>
          </a:p>
          <a:p>
            <a:pPr marL="342900" indent="-342900">
              <a:buAutoNum type="alphaUcPeriod"/>
            </a:pPr>
            <a:r>
              <a:rPr lang="en-US" dirty="0"/>
              <a:t>125 </a:t>
            </a:r>
          </a:p>
          <a:p>
            <a:pPr marL="342900" indent="-342900">
              <a:buAutoNum type="alphaUcPeriod"/>
            </a:pPr>
            <a:r>
              <a:rPr lang="en-US" dirty="0"/>
              <a:t>143 </a:t>
            </a:r>
          </a:p>
          <a:p>
            <a:pPr marL="342900" indent="-342900">
              <a:buAutoNum type="alphaUcPeriod"/>
            </a:pPr>
            <a:r>
              <a:rPr lang="en-US" dirty="0"/>
              <a:t>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1385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58A2D6-6ED6-0086-AE6D-9F8FFE08740D}"/>
              </a:ext>
            </a:extLst>
          </p:cNvPr>
          <p:cNvSpPr txBox="1"/>
          <p:nvPr/>
        </p:nvSpPr>
        <p:spPr>
          <a:xfrm>
            <a:off x="341079" y="1139808"/>
            <a:ext cx="81216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2. 9, 16, 30, ?, 114, 226 </a:t>
            </a:r>
          </a:p>
          <a:p>
            <a:pPr marL="342900" indent="-342900">
              <a:buAutoNum type="alphaUcPeriod"/>
            </a:pPr>
            <a:r>
              <a:rPr lang="en-US" dirty="0"/>
              <a:t>56</a:t>
            </a:r>
          </a:p>
          <a:p>
            <a:pPr marL="342900" indent="-342900">
              <a:buAutoNum type="alphaUcPeriod"/>
            </a:pPr>
            <a:r>
              <a:rPr lang="en-US" dirty="0"/>
              <a:t>62 </a:t>
            </a:r>
          </a:p>
          <a:p>
            <a:pPr marL="342900" indent="-342900">
              <a:buAutoNum type="alphaUcPeriod"/>
            </a:pPr>
            <a:r>
              <a:rPr lang="en-US" dirty="0"/>
              <a:t>54 </a:t>
            </a:r>
          </a:p>
          <a:p>
            <a:pPr marL="342900" indent="-342900">
              <a:buAutoNum type="alphaUcPeriod"/>
            </a:pPr>
            <a:r>
              <a:rPr lang="en-US" dirty="0"/>
              <a:t>58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921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187315" y="94514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3C10A-8D9A-429E-5BA2-4D5701864D65}"/>
              </a:ext>
            </a:extLst>
          </p:cNvPr>
          <p:cNvSpPr txBox="1"/>
          <p:nvPr/>
        </p:nvSpPr>
        <p:spPr>
          <a:xfrm>
            <a:off x="380623" y="654808"/>
            <a:ext cx="11944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missing number in the given series. </a:t>
            </a:r>
          </a:p>
          <a:p>
            <a:r>
              <a:rPr lang="en-US" dirty="0"/>
              <a:t>3. 32, ?, 92, 134, 184 </a:t>
            </a:r>
          </a:p>
          <a:p>
            <a:pPr marL="342900" indent="-342900">
              <a:buAutoNum type="alphaUcPeriod"/>
            </a:pPr>
            <a:r>
              <a:rPr lang="en-US" dirty="0"/>
              <a:t>58 </a:t>
            </a:r>
          </a:p>
          <a:p>
            <a:pPr marL="342900" indent="-342900">
              <a:buAutoNum type="alphaUcPeriod"/>
            </a:pPr>
            <a:r>
              <a:rPr lang="en-US" dirty="0"/>
              <a:t>60 </a:t>
            </a:r>
          </a:p>
          <a:p>
            <a:pPr marL="342900" indent="-342900">
              <a:buAutoNum type="alphaUcPeriod"/>
            </a:pPr>
            <a:r>
              <a:rPr lang="en-US" dirty="0"/>
              <a:t>64 </a:t>
            </a:r>
          </a:p>
          <a:p>
            <a:pPr marL="342900" indent="-342900">
              <a:buAutoNum type="alphaUcPeriod"/>
            </a:pPr>
            <a:r>
              <a:rPr lang="en-US" dirty="0"/>
              <a:t>66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953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E99F02-DD9D-371E-6486-6FDF02B75157}"/>
              </a:ext>
            </a:extLst>
          </p:cNvPr>
          <p:cNvSpPr txBox="1"/>
          <p:nvPr/>
        </p:nvSpPr>
        <p:spPr>
          <a:xfrm>
            <a:off x="508133" y="716716"/>
            <a:ext cx="74771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4. 2, 12, 30, 56, ?</a:t>
            </a:r>
          </a:p>
          <a:p>
            <a:pPr marL="342900" indent="-342900">
              <a:buAutoNum type="alphaUcPeriod"/>
            </a:pPr>
            <a:r>
              <a:rPr lang="en-US" dirty="0"/>
              <a:t>90</a:t>
            </a:r>
          </a:p>
          <a:p>
            <a:pPr marL="342900" indent="-342900">
              <a:buAutoNum type="alphaUcPeriod"/>
            </a:pPr>
            <a:r>
              <a:rPr lang="en-US" dirty="0"/>
              <a:t>80</a:t>
            </a:r>
          </a:p>
          <a:p>
            <a:pPr marL="342900" indent="-342900">
              <a:buAutoNum type="alphaUcPeriod"/>
            </a:pPr>
            <a:r>
              <a:rPr lang="en-US" dirty="0"/>
              <a:t>70</a:t>
            </a:r>
          </a:p>
          <a:p>
            <a:pPr marL="342900" indent="-342900">
              <a:buAutoNum type="alphaUcPeriod"/>
            </a:pPr>
            <a:r>
              <a:rPr lang="en-US" dirty="0"/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69095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BFF59-4C4D-09D0-68D0-72A37BC437D4}"/>
              </a:ext>
            </a:extLst>
          </p:cNvPr>
          <p:cNvSpPr txBox="1"/>
          <p:nvPr/>
        </p:nvSpPr>
        <p:spPr>
          <a:xfrm>
            <a:off x="558498" y="834743"/>
            <a:ext cx="8180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5. 12, 19, 45, 108, 232, ? </a:t>
            </a:r>
          </a:p>
          <a:p>
            <a:pPr marL="342900" indent="-342900">
              <a:buAutoNum type="alphaUcPeriod"/>
            </a:pPr>
            <a:r>
              <a:rPr lang="en-US" dirty="0"/>
              <a:t>335 </a:t>
            </a:r>
          </a:p>
          <a:p>
            <a:pPr marL="342900" indent="-342900">
              <a:buAutoNum type="alphaUcPeriod"/>
            </a:pPr>
            <a:r>
              <a:rPr lang="en-US" dirty="0"/>
              <a:t>480 </a:t>
            </a:r>
          </a:p>
          <a:p>
            <a:pPr marL="342900" indent="-342900">
              <a:buAutoNum type="alphaUcPeriod"/>
            </a:pPr>
            <a:r>
              <a:rPr lang="en-US" dirty="0"/>
              <a:t>447 </a:t>
            </a:r>
          </a:p>
          <a:p>
            <a:pPr marL="342900" indent="-342900">
              <a:buAutoNum type="alphaUcPeriod"/>
            </a:pPr>
            <a:r>
              <a:rPr lang="en-US" dirty="0"/>
              <a:t>538 </a:t>
            </a:r>
          </a:p>
          <a:p>
            <a:pPr marL="342900" indent="-342900">
              <a:buAutoNum type="alphaUcPeriod"/>
            </a:pPr>
            <a:r>
              <a:rPr lang="en-US" dirty="0"/>
              <a:t>409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72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930D6D-406D-ACC7-4580-1B4832EBE51D}"/>
              </a:ext>
            </a:extLst>
          </p:cNvPr>
          <p:cNvSpPr txBox="1"/>
          <p:nvPr/>
        </p:nvSpPr>
        <p:spPr>
          <a:xfrm>
            <a:off x="453087" y="820515"/>
            <a:ext cx="82378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6. 2, 7, 17, ?, 77, 157 </a:t>
            </a:r>
          </a:p>
          <a:p>
            <a:pPr marL="342900" indent="-342900">
              <a:buAutoNum type="alphaUcPeriod"/>
            </a:pPr>
            <a:r>
              <a:rPr lang="en-US" dirty="0"/>
              <a:t>27 </a:t>
            </a:r>
          </a:p>
          <a:p>
            <a:pPr marL="342900" indent="-342900">
              <a:buAutoNum type="alphaUcPeriod"/>
            </a:pPr>
            <a:r>
              <a:rPr lang="en-US" dirty="0"/>
              <a:t>37 </a:t>
            </a:r>
          </a:p>
          <a:p>
            <a:pPr marL="342900" indent="-342900">
              <a:buAutoNum type="alphaUcPeriod"/>
            </a:pPr>
            <a:r>
              <a:rPr lang="en-US" dirty="0"/>
              <a:t>47 </a:t>
            </a:r>
          </a:p>
          <a:p>
            <a:pPr marL="342900" indent="-342900">
              <a:buAutoNum type="alphaUcPeriod"/>
            </a:pPr>
            <a:r>
              <a:rPr lang="en-US" dirty="0"/>
              <a:t>57 </a:t>
            </a:r>
          </a:p>
          <a:p>
            <a:pPr marL="342900" indent="-342900">
              <a:buAutoNum type="alphaUcPeriod"/>
            </a:pPr>
            <a:r>
              <a:rPr lang="en-US" dirty="0"/>
              <a:t>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833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405ED-759B-FCFD-97B1-A7A3820924B7}"/>
              </a:ext>
            </a:extLst>
          </p:cNvPr>
          <p:cNvSpPr txBox="1"/>
          <p:nvPr/>
        </p:nvSpPr>
        <p:spPr>
          <a:xfrm>
            <a:off x="551138" y="679451"/>
            <a:ext cx="83903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7. 7, 24, 38, 86, 162, ? </a:t>
            </a:r>
          </a:p>
          <a:p>
            <a:pPr marL="342900" indent="-342900">
              <a:buAutoNum type="alphaUcPeriod"/>
            </a:pPr>
            <a:r>
              <a:rPr lang="en-US" dirty="0"/>
              <a:t>259 </a:t>
            </a:r>
          </a:p>
          <a:p>
            <a:pPr marL="342900" indent="-342900">
              <a:buAutoNum type="alphaUcPeriod"/>
            </a:pPr>
            <a:r>
              <a:rPr lang="en-US" dirty="0"/>
              <a:t>269 </a:t>
            </a:r>
          </a:p>
          <a:p>
            <a:pPr marL="342900" indent="-342900">
              <a:buAutoNum type="alphaUcPeriod"/>
            </a:pPr>
            <a:r>
              <a:rPr lang="en-US" dirty="0"/>
              <a:t>324</a:t>
            </a:r>
          </a:p>
          <a:p>
            <a:pPr marL="342900" indent="-342900">
              <a:buAutoNum type="alphaUcPeriod"/>
            </a:pPr>
            <a:r>
              <a:rPr lang="en-US" dirty="0"/>
              <a:t>334 </a:t>
            </a:r>
          </a:p>
          <a:p>
            <a:pPr marL="342900" indent="-342900">
              <a:buAutoNum type="alphaUcPeriod"/>
            </a:pPr>
            <a:r>
              <a:rPr lang="en-US" dirty="0"/>
              <a:t>314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468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8BEA7-76B2-67A7-7DC4-459F69B874F3}"/>
              </a:ext>
            </a:extLst>
          </p:cNvPr>
          <p:cNvSpPr txBox="1"/>
          <p:nvPr/>
        </p:nvSpPr>
        <p:spPr>
          <a:xfrm>
            <a:off x="414615" y="621524"/>
            <a:ext cx="8163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at the place of question mark (?) in the following number series? </a:t>
            </a:r>
          </a:p>
          <a:p>
            <a:r>
              <a:rPr lang="en-US" dirty="0"/>
              <a:t>8. 6, 23, 47, ?, 130, 189 </a:t>
            </a:r>
          </a:p>
          <a:p>
            <a:pPr marL="342900" indent="-342900">
              <a:buAutoNum type="alphaUcPeriod"/>
            </a:pPr>
            <a:r>
              <a:rPr lang="en-US" dirty="0"/>
              <a:t>84 </a:t>
            </a:r>
          </a:p>
          <a:p>
            <a:pPr marL="342900" indent="-342900">
              <a:buAutoNum type="alphaUcPeriod"/>
            </a:pPr>
            <a:r>
              <a:rPr lang="en-US" dirty="0"/>
              <a:t>82 </a:t>
            </a:r>
          </a:p>
          <a:p>
            <a:pPr marL="342900" indent="-342900">
              <a:buAutoNum type="alphaUcPeriod"/>
            </a:pPr>
            <a:r>
              <a:rPr lang="en-US" dirty="0"/>
              <a:t>65 </a:t>
            </a:r>
          </a:p>
          <a:p>
            <a:pPr marL="342900" indent="-342900">
              <a:buAutoNum type="alphaUcPeriod"/>
            </a:pPr>
            <a:r>
              <a:rPr lang="en-US" dirty="0"/>
              <a:t>75 </a:t>
            </a:r>
          </a:p>
          <a:p>
            <a:pPr marL="342900" indent="-342900">
              <a:buAutoNum type="alphaUcPeriod"/>
            </a:pPr>
            <a:r>
              <a:rPr lang="en-US" dirty="0"/>
              <a:t>85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26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B1146-EC6D-95D1-971C-06E3FDB2B41E}"/>
              </a:ext>
            </a:extLst>
          </p:cNvPr>
          <p:cNvSpPr txBox="1"/>
          <p:nvPr/>
        </p:nvSpPr>
        <p:spPr>
          <a:xfrm>
            <a:off x="626857" y="533378"/>
            <a:ext cx="8190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9. 82, ?, 286, 373, 436, 451 </a:t>
            </a:r>
          </a:p>
          <a:p>
            <a:pPr marL="342900" indent="-342900">
              <a:buAutoNum type="alphaUcPeriod"/>
            </a:pPr>
            <a:r>
              <a:rPr lang="en-US" dirty="0"/>
              <a:t>155 </a:t>
            </a:r>
          </a:p>
          <a:p>
            <a:pPr marL="342900" indent="-342900">
              <a:buAutoNum type="alphaUcPeriod"/>
            </a:pPr>
            <a:r>
              <a:rPr lang="en-US" dirty="0"/>
              <a:t>175 </a:t>
            </a:r>
          </a:p>
          <a:p>
            <a:pPr marL="342900" indent="-342900">
              <a:buAutoNum type="alphaUcPeriod"/>
            </a:pPr>
            <a:r>
              <a:rPr lang="en-US" dirty="0"/>
              <a:t>139 </a:t>
            </a:r>
          </a:p>
          <a:p>
            <a:pPr marL="342900" indent="-342900">
              <a:buAutoNum type="alphaUcPeriod"/>
            </a:pPr>
            <a:r>
              <a:rPr lang="en-US" dirty="0"/>
              <a:t>145 </a:t>
            </a:r>
          </a:p>
          <a:p>
            <a:pPr marL="342900" indent="-342900">
              <a:buAutoNum type="alphaUcPeriod"/>
            </a:pPr>
            <a:r>
              <a:rPr lang="en-US" dirty="0"/>
              <a:t>187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223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853103-524D-C79C-702E-B41618DF39DC}"/>
              </a:ext>
            </a:extLst>
          </p:cNvPr>
          <p:cNvSpPr txBox="1"/>
          <p:nvPr/>
        </p:nvSpPr>
        <p:spPr>
          <a:xfrm>
            <a:off x="599886" y="697080"/>
            <a:ext cx="79442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10. 100, 198, 294, 388, 480, 570, ? </a:t>
            </a:r>
          </a:p>
          <a:p>
            <a:pPr marL="342900" indent="-342900">
              <a:buAutoNum type="alphaUcPeriod"/>
            </a:pPr>
            <a:r>
              <a:rPr lang="en-US" dirty="0"/>
              <a:t>652 </a:t>
            </a:r>
          </a:p>
          <a:p>
            <a:pPr marL="342900" indent="-342900">
              <a:buAutoNum type="alphaUcPeriod"/>
            </a:pPr>
            <a:r>
              <a:rPr lang="en-US" dirty="0"/>
              <a:t>654 </a:t>
            </a:r>
          </a:p>
          <a:p>
            <a:pPr marL="342900" indent="-342900">
              <a:buAutoNum type="alphaUcPeriod"/>
            </a:pPr>
            <a:r>
              <a:rPr lang="en-US" dirty="0"/>
              <a:t>656 </a:t>
            </a:r>
          </a:p>
          <a:p>
            <a:pPr marL="342900" indent="-342900">
              <a:buAutoNum type="alphaUcPeriod"/>
            </a:pPr>
            <a:r>
              <a:rPr lang="en-US" dirty="0"/>
              <a:t>658 </a:t>
            </a:r>
          </a:p>
          <a:p>
            <a:pPr marL="342900" indent="-342900">
              <a:buAutoNum type="alphaUcPeriod"/>
            </a:pPr>
            <a:r>
              <a:rPr lang="en-US" dirty="0"/>
              <a:t>662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0998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FBB2B-9997-0FC1-5A5A-E2F836886A5F}"/>
              </a:ext>
            </a:extLst>
          </p:cNvPr>
          <p:cNvSpPr txBox="1"/>
          <p:nvPr/>
        </p:nvSpPr>
        <p:spPr>
          <a:xfrm>
            <a:off x="514833" y="697080"/>
            <a:ext cx="794789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11. 24 26 56 176 720 ? </a:t>
            </a:r>
          </a:p>
          <a:p>
            <a:pPr marL="342900" indent="-342900">
              <a:buAutoNum type="alphaUcPeriod"/>
            </a:pPr>
            <a:r>
              <a:rPr lang="en-US" dirty="0"/>
              <a:t>3632 </a:t>
            </a:r>
          </a:p>
          <a:p>
            <a:pPr marL="342900" indent="-342900">
              <a:buAutoNum type="alphaUcPeriod"/>
            </a:pPr>
            <a:r>
              <a:rPr lang="en-US" dirty="0"/>
              <a:t>3440 </a:t>
            </a:r>
          </a:p>
          <a:p>
            <a:pPr marL="342900" indent="-342900">
              <a:buAutoNum type="alphaUcPeriod"/>
            </a:pPr>
            <a:r>
              <a:rPr lang="en-US" dirty="0"/>
              <a:t>3655 </a:t>
            </a:r>
          </a:p>
          <a:p>
            <a:pPr marL="342900" indent="-342900">
              <a:buAutoNum type="alphaUcPeriod"/>
            </a:pPr>
            <a:r>
              <a:rPr lang="en-US" dirty="0"/>
              <a:t>3800</a:t>
            </a:r>
          </a:p>
          <a:p>
            <a:pPr marL="342900" indent="-342900">
              <a:buAutoNum type="alphaUcPeriod"/>
            </a:pPr>
            <a:r>
              <a:rPr lang="en-US" dirty="0"/>
              <a:t>3600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971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83417D-95AA-D888-75D6-F4B64C791D52}"/>
              </a:ext>
            </a:extLst>
          </p:cNvPr>
          <p:cNvSpPr txBox="1"/>
          <p:nvPr/>
        </p:nvSpPr>
        <p:spPr>
          <a:xfrm>
            <a:off x="504292" y="820515"/>
            <a:ext cx="85521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12. 9, 15, 27, ?, 69, 99 </a:t>
            </a:r>
          </a:p>
          <a:p>
            <a:pPr marL="342900" indent="-342900">
              <a:buAutoNum type="alphaUcPeriod"/>
            </a:pPr>
            <a:r>
              <a:rPr lang="en-US" dirty="0"/>
              <a:t>48 </a:t>
            </a:r>
          </a:p>
          <a:p>
            <a:pPr marL="342900" indent="-342900">
              <a:buAutoNum type="alphaUcPeriod"/>
            </a:pPr>
            <a:r>
              <a:rPr lang="en-US" dirty="0"/>
              <a:t>42 </a:t>
            </a:r>
          </a:p>
          <a:p>
            <a:pPr marL="342900" indent="-342900">
              <a:buAutoNum type="alphaUcPeriod"/>
            </a:pPr>
            <a:r>
              <a:rPr lang="en-US" dirty="0"/>
              <a:t>38</a:t>
            </a:r>
          </a:p>
          <a:p>
            <a:pPr marL="342900" indent="-342900">
              <a:buAutoNum type="alphaUcPeriod"/>
            </a:pPr>
            <a:r>
              <a:rPr lang="en-US" dirty="0"/>
              <a:t>45 </a:t>
            </a:r>
          </a:p>
          <a:p>
            <a:pPr marL="342900" indent="-342900">
              <a:buAutoNum type="alphaUcPeriod"/>
            </a:pPr>
            <a:r>
              <a:rPr lang="en-US" dirty="0"/>
              <a:t>52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006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319D1-05CA-209D-8BFA-CAFA5A3C15D4}"/>
              </a:ext>
            </a:extLst>
          </p:cNvPr>
          <p:cNvSpPr txBox="1"/>
          <p:nvPr/>
        </p:nvSpPr>
        <p:spPr>
          <a:xfrm>
            <a:off x="353725" y="461926"/>
            <a:ext cx="119443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13. 7, 8, 12, 21, ?, 62 </a:t>
            </a:r>
          </a:p>
          <a:p>
            <a:pPr marL="342900" indent="-342900">
              <a:buAutoNum type="alphaUcPeriod"/>
            </a:pPr>
            <a:r>
              <a:rPr lang="en-US" dirty="0"/>
              <a:t>42 </a:t>
            </a:r>
          </a:p>
          <a:p>
            <a:pPr marL="342900" indent="-342900">
              <a:buAutoNum type="alphaUcPeriod"/>
            </a:pPr>
            <a:r>
              <a:rPr lang="en-US" dirty="0"/>
              <a:t>51 </a:t>
            </a:r>
          </a:p>
          <a:p>
            <a:pPr marL="342900" indent="-342900">
              <a:buAutoNum type="alphaUcPeriod"/>
            </a:pPr>
            <a:r>
              <a:rPr lang="en-US" dirty="0"/>
              <a:t>48 </a:t>
            </a:r>
          </a:p>
          <a:p>
            <a:pPr marL="342900" indent="-342900">
              <a:buAutoNum type="alphaUcPeriod"/>
            </a:pPr>
            <a:r>
              <a:rPr lang="en-US" dirty="0"/>
              <a:t>35 </a:t>
            </a:r>
          </a:p>
          <a:p>
            <a:pPr marL="342900" indent="-342900">
              <a:buAutoNum type="alphaUcPeriod"/>
            </a:pPr>
            <a:r>
              <a:rPr lang="en-US" dirty="0"/>
              <a:t>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7266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82805-AAD3-F2A1-668D-EC3FB42359C0}"/>
              </a:ext>
            </a:extLst>
          </p:cNvPr>
          <p:cNvSpPr txBox="1"/>
          <p:nvPr/>
        </p:nvSpPr>
        <p:spPr>
          <a:xfrm>
            <a:off x="518502" y="621524"/>
            <a:ext cx="79442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14. 5, 15, 37, 63, 101, ? </a:t>
            </a:r>
          </a:p>
          <a:p>
            <a:pPr marL="342900" indent="-342900">
              <a:buAutoNum type="alphaUcPeriod"/>
            </a:pPr>
            <a:r>
              <a:rPr lang="en-US" dirty="0"/>
              <a:t>95 </a:t>
            </a:r>
          </a:p>
          <a:p>
            <a:pPr marL="342900" indent="-342900">
              <a:buAutoNum type="alphaUcPeriod"/>
            </a:pPr>
            <a:r>
              <a:rPr lang="en-US" dirty="0"/>
              <a:t>265 </a:t>
            </a:r>
          </a:p>
          <a:p>
            <a:pPr marL="342900" indent="-342900">
              <a:buAutoNum type="alphaUcPeriod"/>
            </a:pPr>
            <a:r>
              <a:rPr lang="en-US" dirty="0"/>
              <a:t>152 </a:t>
            </a:r>
          </a:p>
          <a:p>
            <a:pPr marL="342900" indent="-342900">
              <a:buAutoNum type="alphaUcPeriod"/>
            </a:pPr>
            <a:r>
              <a:rPr lang="en-US" dirty="0"/>
              <a:t>206 </a:t>
            </a:r>
          </a:p>
          <a:p>
            <a:pPr marL="342900" indent="-342900">
              <a:buAutoNum type="alphaUcPeriod"/>
            </a:pPr>
            <a:r>
              <a:rPr lang="en-US" dirty="0"/>
              <a:t>143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4311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EED55F-A8D8-A19B-755C-A12E36C3BC8F}"/>
              </a:ext>
            </a:extLst>
          </p:cNvPr>
          <p:cNvSpPr txBox="1"/>
          <p:nvPr/>
        </p:nvSpPr>
        <p:spPr>
          <a:xfrm>
            <a:off x="389947" y="697080"/>
            <a:ext cx="83641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will come in place of the question mark (?) in the following number series? </a:t>
            </a:r>
          </a:p>
          <a:p>
            <a:r>
              <a:rPr lang="en-US" dirty="0"/>
              <a:t>15. 2, 12, 36, 80, 150, ? </a:t>
            </a:r>
          </a:p>
          <a:p>
            <a:pPr marL="342900" indent="-342900">
              <a:buAutoNum type="alphaUcPeriod"/>
            </a:pPr>
            <a:r>
              <a:rPr lang="en-US" dirty="0"/>
              <a:t>255 </a:t>
            </a:r>
          </a:p>
          <a:p>
            <a:pPr marL="342900" indent="-342900">
              <a:buAutoNum type="alphaUcPeriod"/>
            </a:pPr>
            <a:r>
              <a:rPr lang="en-US" dirty="0"/>
              <a:t>245 </a:t>
            </a:r>
          </a:p>
          <a:p>
            <a:pPr marL="342900" indent="-342900">
              <a:buAutoNum type="alphaUcPeriod"/>
            </a:pPr>
            <a:r>
              <a:rPr lang="en-US" dirty="0"/>
              <a:t>248 </a:t>
            </a:r>
          </a:p>
          <a:p>
            <a:pPr marL="342900" indent="-342900">
              <a:buAutoNum type="alphaUcPeriod"/>
            </a:pPr>
            <a:r>
              <a:rPr lang="en-US" dirty="0"/>
              <a:t>252</a:t>
            </a:r>
          </a:p>
          <a:p>
            <a:pPr marL="342900" indent="-342900">
              <a:buAutoNum type="alphaUcPeriod"/>
            </a:pPr>
            <a:r>
              <a:rPr lang="en-US" dirty="0"/>
              <a:t>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033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398A5-661C-FC53-5FEA-965697659E2C}"/>
              </a:ext>
            </a:extLst>
          </p:cNvPr>
          <p:cNvSpPr txBox="1"/>
          <p:nvPr/>
        </p:nvSpPr>
        <p:spPr>
          <a:xfrm>
            <a:off x="503031" y="533378"/>
            <a:ext cx="83140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16. 15, 21, 39, 77, 143, ? </a:t>
            </a:r>
          </a:p>
          <a:p>
            <a:pPr marL="342900" indent="-342900">
              <a:buAutoNum type="alphaUcPeriod"/>
            </a:pPr>
            <a:r>
              <a:rPr lang="en-US" dirty="0"/>
              <a:t>243 </a:t>
            </a:r>
          </a:p>
          <a:p>
            <a:pPr marL="342900" indent="-342900">
              <a:buAutoNum type="alphaUcPeriod"/>
            </a:pPr>
            <a:r>
              <a:rPr lang="en-US" dirty="0"/>
              <a:t>250 </a:t>
            </a:r>
          </a:p>
          <a:p>
            <a:pPr marL="342900" indent="-342900">
              <a:buAutoNum type="alphaUcPeriod"/>
            </a:pPr>
            <a:r>
              <a:rPr lang="en-US" dirty="0"/>
              <a:t>253 </a:t>
            </a:r>
          </a:p>
          <a:p>
            <a:pPr marL="342900" indent="-342900">
              <a:buAutoNum type="alphaUcPeriod"/>
            </a:pPr>
            <a:r>
              <a:rPr lang="en-US" dirty="0"/>
              <a:t>245 </a:t>
            </a:r>
          </a:p>
          <a:p>
            <a:pPr marL="342900" indent="-342900">
              <a:buAutoNum type="alphaUcPeriod"/>
            </a:pPr>
            <a:r>
              <a:rPr lang="en-US" dirty="0"/>
              <a:t>255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28130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1982B-02CC-5F03-FEA0-E2EB5D41E832}"/>
              </a:ext>
            </a:extLst>
          </p:cNvPr>
          <p:cNvSpPr txBox="1"/>
          <p:nvPr/>
        </p:nvSpPr>
        <p:spPr>
          <a:xfrm>
            <a:off x="629950" y="461692"/>
            <a:ext cx="85997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17. 248, 217, 188, 165, ? , 129, 116 </a:t>
            </a:r>
          </a:p>
          <a:p>
            <a:pPr marL="342900" indent="-342900">
              <a:buAutoNum type="alphaUcPeriod"/>
            </a:pPr>
            <a:r>
              <a:rPr lang="en-US" dirty="0"/>
              <a:t>146 </a:t>
            </a:r>
          </a:p>
          <a:p>
            <a:pPr marL="342900" indent="-342900">
              <a:buAutoNum type="alphaUcPeriod"/>
            </a:pPr>
            <a:r>
              <a:rPr lang="en-US" dirty="0"/>
              <a:t>136 </a:t>
            </a:r>
          </a:p>
          <a:p>
            <a:pPr marL="342900" indent="-342900">
              <a:buAutoNum type="alphaUcPeriod"/>
            </a:pPr>
            <a:r>
              <a:rPr lang="en-US" dirty="0"/>
              <a:t>134 </a:t>
            </a:r>
          </a:p>
          <a:p>
            <a:pPr marL="342900" indent="-342900">
              <a:buAutoNum type="alphaUcPeriod"/>
            </a:pPr>
            <a:r>
              <a:rPr lang="en-US" dirty="0"/>
              <a:t>147 </a:t>
            </a:r>
          </a:p>
          <a:p>
            <a:pPr marL="342900" indent="-342900">
              <a:buAutoNum type="alphaUcPeriod"/>
            </a:pPr>
            <a:r>
              <a:rPr lang="en-US" dirty="0"/>
              <a:t>156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10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22C890-2871-6134-47AE-24F4B0575F3F}"/>
              </a:ext>
            </a:extLst>
          </p:cNvPr>
          <p:cNvSpPr txBox="1"/>
          <p:nvPr/>
        </p:nvSpPr>
        <p:spPr>
          <a:xfrm>
            <a:off x="406719" y="533378"/>
            <a:ext cx="85347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18. 0, 6, 20, 42, ?, 110, 156 </a:t>
            </a:r>
          </a:p>
          <a:p>
            <a:pPr marL="342900" indent="-342900">
              <a:buAutoNum type="alphaUcPeriod"/>
            </a:pPr>
            <a:r>
              <a:rPr lang="en-US" dirty="0"/>
              <a:t>60 </a:t>
            </a:r>
          </a:p>
          <a:p>
            <a:pPr marL="342900" indent="-342900">
              <a:buAutoNum type="alphaUcPeriod"/>
            </a:pPr>
            <a:r>
              <a:rPr lang="en-US" dirty="0"/>
              <a:t>64 </a:t>
            </a:r>
          </a:p>
          <a:p>
            <a:pPr marL="342900" indent="-342900">
              <a:buAutoNum type="alphaUcPeriod"/>
            </a:pPr>
            <a:r>
              <a:rPr lang="en-US" dirty="0"/>
              <a:t>68 </a:t>
            </a:r>
          </a:p>
          <a:p>
            <a:pPr marL="342900" indent="-342900">
              <a:buAutoNum type="alphaUcPeriod"/>
            </a:pPr>
            <a:r>
              <a:rPr lang="en-US" dirty="0"/>
              <a:t>72 </a:t>
            </a:r>
          </a:p>
          <a:p>
            <a:pPr marL="342900" indent="-342900">
              <a:buAutoNum type="alphaUcPeriod"/>
            </a:pPr>
            <a:r>
              <a:rPr lang="en-US" dirty="0"/>
              <a:t>88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659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2D260B-144C-8EC8-B1E7-8A39F4D43227}"/>
              </a:ext>
            </a:extLst>
          </p:cNvPr>
          <p:cNvSpPr txBox="1"/>
          <p:nvPr/>
        </p:nvSpPr>
        <p:spPr>
          <a:xfrm>
            <a:off x="452713" y="533378"/>
            <a:ext cx="81249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What should come in place of question mark (?) in the following number series? </a:t>
            </a:r>
          </a:p>
          <a:p>
            <a:r>
              <a:rPr lang="en-US" dirty="0"/>
              <a:t>19. 65 54 64 55 63 ? </a:t>
            </a:r>
          </a:p>
          <a:p>
            <a:pPr marL="342900" indent="-342900">
              <a:buAutoNum type="alphaUcPeriod"/>
            </a:pPr>
            <a:r>
              <a:rPr lang="en-US" dirty="0"/>
              <a:t>65</a:t>
            </a:r>
          </a:p>
          <a:p>
            <a:pPr marL="342900" indent="-342900">
              <a:buAutoNum type="alphaUcPeriod"/>
            </a:pPr>
            <a:r>
              <a:rPr lang="en-US" dirty="0"/>
              <a:t>55 </a:t>
            </a:r>
          </a:p>
          <a:p>
            <a:pPr marL="342900" indent="-342900">
              <a:buAutoNum type="alphaUcPeriod"/>
            </a:pPr>
            <a:r>
              <a:rPr lang="en-US" dirty="0"/>
              <a:t>56 </a:t>
            </a:r>
          </a:p>
          <a:p>
            <a:pPr marL="342900" indent="-342900">
              <a:buAutoNum type="alphaUcPeriod"/>
            </a:pPr>
            <a:r>
              <a:rPr lang="en-US" dirty="0"/>
              <a:t>66 </a:t>
            </a:r>
          </a:p>
          <a:p>
            <a:pPr marL="342900" indent="-342900">
              <a:buAutoNum type="alphaUcPeriod"/>
            </a:pPr>
            <a:r>
              <a:rPr lang="en-US" dirty="0"/>
              <a:t>None of these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281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A3078C-ECB6-336E-647F-677E145BDEE1}"/>
              </a:ext>
            </a:extLst>
          </p:cNvPr>
          <p:cNvSpPr txBox="1"/>
          <p:nvPr/>
        </p:nvSpPr>
        <p:spPr>
          <a:xfrm>
            <a:off x="447420" y="559742"/>
            <a:ext cx="82491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In the following number series, only one number is incorrect. Find out the wrong number in the series. </a:t>
            </a:r>
          </a:p>
          <a:p>
            <a:r>
              <a:rPr lang="en-US" dirty="0"/>
              <a:t>20. 66, 75, 70, 79, ?, 83</a:t>
            </a:r>
          </a:p>
          <a:p>
            <a:pPr marL="342900" indent="-342900">
              <a:buAutoNum type="alphaUcPeriod"/>
            </a:pPr>
            <a:r>
              <a:rPr lang="en-IN" dirty="0"/>
              <a:t>74</a:t>
            </a:r>
          </a:p>
          <a:p>
            <a:pPr marL="342900" indent="-342900">
              <a:buAutoNum type="alphaUcPeriod"/>
            </a:pPr>
            <a:r>
              <a:rPr lang="en-IN" dirty="0"/>
              <a:t>65</a:t>
            </a:r>
          </a:p>
          <a:p>
            <a:pPr marL="342900" indent="-342900">
              <a:buAutoNum type="alphaUcPeriod"/>
            </a:pPr>
            <a:r>
              <a:rPr lang="en-IN" dirty="0"/>
              <a:t>81</a:t>
            </a:r>
          </a:p>
          <a:p>
            <a:pPr marL="342900" indent="-342900">
              <a:buAutoNum type="alphaUcPeriod"/>
            </a:pPr>
            <a:r>
              <a:rPr lang="en-IN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936744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63EB9C-F155-7E78-1B4C-64C82E2D3AE0}"/>
              </a:ext>
            </a:extLst>
          </p:cNvPr>
          <p:cNvSpPr txBox="1"/>
          <p:nvPr/>
        </p:nvSpPr>
        <p:spPr>
          <a:xfrm>
            <a:off x="552073" y="600426"/>
            <a:ext cx="11944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term </a:t>
            </a:r>
            <a:r>
              <a:rPr lang="en-US" dirty="0"/>
              <a:t>in the given series. </a:t>
            </a:r>
          </a:p>
          <a:p>
            <a:r>
              <a:rPr lang="en-US" dirty="0"/>
              <a:t>21. 87, 88, 80, 107, 43, 166</a:t>
            </a:r>
          </a:p>
          <a:p>
            <a:pPr marL="342900" indent="-342900">
              <a:buAutoNum type="alphaUcPeriod"/>
            </a:pPr>
            <a:r>
              <a:rPr lang="en-US" dirty="0"/>
              <a:t>88</a:t>
            </a:r>
          </a:p>
          <a:p>
            <a:pPr marL="342900" indent="-342900">
              <a:buAutoNum type="alphaUcPeriod"/>
            </a:pPr>
            <a:r>
              <a:rPr lang="en-US" dirty="0"/>
              <a:t>166</a:t>
            </a:r>
          </a:p>
          <a:p>
            <a:pPr marL="342900" indent="-342900">
              <a:buAutoNum type="alphaUcPeriod"/>
            </a:pPr>
            <a:r>
              <a:rPr lang="en-US" dirty="0"/>
              <a:t>43</a:t>
            </a:r>
          </a:p>
          <a:p>
            <a:pPr marL="342900" indent="-342900">
              <a:buAutoNum type="alphaUcPeriod"/>
            </a:pPr>
            <a:r>
              <a:rPr lang="en-US" dirty="0"/>
              <a:t>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795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A553A5-1C09-41C1-C12E-1BC6BE49F01C}"/>
              </a:ext>
            </a:extLst>
          </p:cNvPr>
          <p:cNvSpPr txBox="1"/>
          <p:nvPr/>
        </p:nvSpPr>
        <p:spPr>
          <a:xfrm>
            <a:off x="581025" y="627121"/>
            <a:ext cx="119443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22. 2, 4, 11, 33, 100, 300 </a:t>
            </a:r>
          </a:p>
          <a:p>
            <a:pPr marL="342900" indent="-342900">
              <a:buAutoNum type="alphaUcPeriod"/>
            </a:pPr>
            <a:r>
              <a:rPr lang="en-US" dirty="0"/>
              <a:t>300</a:t>
            </a:r>
          </a:p>
          <a:p>
            <a:pPr marL="342900" indent="-342900">
              <a:buAutoNum type="alphaUcPeriod"/>
            </a:pPr>
            <a:r>
              <a:rPr lang="en-US" dirty="0"/>
              <a:t>11</a:t>
            </a:r>
          </a:p>
          <a:p>
            <a:pPr marL="342900" indent="-342900">
              <a:buAutoNum type="alphaUcPeriod"/>
            </a:pPr>
            <a:r>
              <a:rPr lang="en-US" dirty="0"/>
              <a:t>33</a:t>
            </a:r>
          </a:p>
          <a:p>
            <a:pPr marL="342900" indent="-342900">
              <a:buAutoNum type="alphaUcPeriod"/>
            </a:pPr>
            <a:r>
              <a:rPr lang="en-US" dirty="0"/>
              <a:t>100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9684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7E5B7E-3947-46B5-7046-6778B45ED152}"/>
              </a:ext>
            </a:extLst>
          </p:cNvPr>
          <p:cNvSpPr txBox="1"/>
          <p:nvPr/>
        </p:nvSpPr>
        <p:spPr>
          <a:xfrm>
            <a:off x="483242" y="624971"/>
            <a:ext cx="85157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23. 11, 22, 35, 52, 75, 106, 143 </a:t>
            </a:r>
          </a:p>
          <a:p>
            <a:pPr marL="342900" indent="-342900">
              <a:buAutoNum type="alphaUcPeriod"/>
            </a:pPr>
            <a:r>
              <a:rPr lang="en-US" dirty="0"/>
              <a:t>35 </a:t>
            </a:r>
          </a:p>
          <a:p>
            <a:pPr marL="342900" indent="-342900">
              <a:buAutoNum type="alphaUcPeriod"/>
            </a:pPr>
            <a:r>
              <a:rPr lang="en-US" dirty="0"/>
              <a:t>52 </a:t>
            </a:r>
          </a:p>
          <a:p>
            <a:pPr marL="342900" indent="-342900">
              <a:buAutoNum type="alphaUcPeriod"/>
            </a:pPr>
            <a:r>
              <a:rPr lang="en-US" dirty="0"/>
              <a:t>75 </a:t>
            </a:r>
          </a:p>
          <a:p>
            <a:pPr marL="342900" indent="-342900">
              <a:buAutoNum type="alphaUcPeriod"/>
            </a:pPr>
            <a:r>
              <a:rPr lang="en-US" dirty="0"/>
              <a:t>106 </a:t>
            </a:r>
          </a:p>
          <a:p>
            <a:pPr marL="342900" indent="-342900">
              <a:buAutoNum type="alphaUcPeriod"/>
            </a:pPr>
            <a:r>
              <a:rPr lang="en-US" dirty="0"/>
              <a:t>143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31737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634918" y="552268"/>
            <a:ext cx="830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24. 4, 14, 28, 58, 151, 502 </a:t>
            </a:r>
          </a:p>
          <a:p>
            <a:pPr marL="342900" indent="-342900">
              <a:buAutoNum type="alphaUcPeriod"/>
            </a:pPr>
            <a:r>
              <a:rPr lang="en-US" dirty="0"/>
              <a:t>14 </a:t>
            </a:r>
          </a:p>
          <a:p>
            <a:pPr marL="342900" indent="-342900">
              <a:buAutoNum type="alphaUcPeriod"/>
            </a:pPr>
            <a:r>
              <a:rPr lang="en-US" dirty="0"/>
              <a:t>151 </a:t>
            </a:r>
          </a:p>
          <a:p>
            <a:pPr marL="342900" indent="-342900">
              <a:buAutoNum type="alphaUcPeriod"/>
            </a:pPr>
            <a:r>
              <a:rPr lang="en-US" dirty="0"/>
              <a:t>502 </a:t>
            </a:r>
          </a:p>
          <a:p>
            <a:pPr marL="342900" indent="-342900">
              <a:buAutoNum type="alphaUcPeriod"/>
            </a:pPr>
            <a:r>
              <a:rPr lang="en-US" dirty="0"/>
              <a:t>4 </a:t>
            </a:r>
          </a:p>
          <a:p>
            <a:pPr marL="342900" indent="-342900">
              <a:buAutoNum type="alphaUcPeriod"/>
            </a:pPr>
            <a:r>
              <a:rPr lang="en-US" dirty="0"/>
              <a:t>28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519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376821" y="918220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422163" y="566179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pPr marL="342900" indent="-342900">
              <a:buAutoNum type="arabicPeriod" startAt="25"/>
            </a:pPr>
            <a:r>
              <a:rPr lang="en-US" dirty="0"/>
              <a:t>26, 37, 50, 65, 82, 100</a:t>
            </a:r>
          </a:p>
          <a:p>
            <a:pPr marL="342900" indent="-342900">
              <a:buAutoNum type="alphaUcPeriod"/>
            </a:pPr>
            <a:r>
              <a:rPr lang="en-US" dirty="0"/>
              <a:t>100</a:t>
            </a:r>
          </a:p>
          <a:p>
            <a:pPr marL="342900" indent="-342900">
              <a:buAutoNum type="alphaUcPeriod"/>
            </a:pPr>
            <a:r>
              <a:rPr lang="en-US" dirty="0"/>
              <a:t>37</a:t>
            </a:r>
          </a:p>
          <a:p>
            <a:pPr marL="342900" indent="-342900">
              <a:buAutoNum type="alphaUcPeriod"/>
            </a:pPr>
            <a:r>
              <a:rPr lang="en-US" dirty="0"/>
              <a:t>65</a:t>
            </a:r>
          </a:p>
          <a:p>
            <a:pPr marL="342900" indent="-342900">
              <a:buAutoNum type="alphaUcPeriod"/>
            </a:pPr>
            <a:r>
              <a:rPr lang="en-US" dirty="0"/>
              <a:t>82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6972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533378"/>
            <a:ext cx="830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26. 100, 118, 136, 149, 160, 167, 172</a:t>
            </a:r>
          </a:p>
          <a:p>
            <a:pPr marL="342900" indent="-342900">
              <a:buAutoNum type="alphaUcPeriod"/>
            </a:pPr>
            <a:r>
              <a:rPr lang="en-US" dirty="0"/>
              <a:t>100</a:t>
            </a:r>
          </a:p>
          <a:p>
            <a:pPr marL="342900" indent="-342900">
              <a:buAutoNum type="alphaUcPeriod"/>
            </a:pPr>
            <a:r>
              <a:rPr lang="en-US" dirty="0"/>
              <a:t>118</a:t>
            </a:r>
          </a:p>
          <a:p>
            <a:pPr marL="342900" indent="-342900">
              <a:buAutoNum type="alphaUcPeriod"/>
            </a:pPr>
            <a:r>
              <a:rPr lang="en-US" dirty="0"/>
              <a:t>136</a:t>
            </a:r>
          </a:p>
          <a:p>
            <a:pPr marL="342900" indent="-342900">
              <a:buAutoNum type="alphaUcPeriod"/>
            </a:pPr>
            <a:r>
              <a:rPr lang="en-US" dirty="0"/>
              <a:t>149</a:t>
            </a:r>
          </a:p>
          <a:p>
            <a:pPr marL="342900" indent="-342900">
              <a:buAutoNum type="alphaUcPeriod"/>
            </a:pPr>
            <a:r>
              <a:rPr lang="en-US" dirty="0"/>
              <a:t>160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7811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634918" y="627121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27. 160, 80, 80, 120, 240, 600, 900</a:t>
            </a:r>
          </a:p>
          <a:p>
            <a:pPr marL="342900" indent="-342900">
              <a:buAutoNum type="alphaUcPeriod"/>
            </a:pPr>
            <a:r>
              <a:rPr lang="en-US" dirty="0"/>
              <a:t>900</a:t>
            </a:r>
          </a:p>
          <a:p>
            <a:pPr marL="342900" indent="-342900">
              <a:buAutoNum type="alphaUcPeriod"/>
            </a:pPr>
            <a:r>
              <a:rPr lang="en-US" dirty="0"/>
              <a:t>1800</a:t>
            </a:r>
          </a:p>
          <a:p>
            <a:pPr marL="342900" indent="-342900">
              <a:buAutoNum type="alphaUcPeriod"/>
            </a:pPr>
            <a:r>
              <a:rPr lang="en-US" dirty="0"/>
              <a:t>240</a:t>
            </a:r>
          </a:p>
          <a:p>
            <a:pPr marL="342900" indent="-342900">
              <a:buAutoNum type="alphaUcPeriod"/>
            </a:pPr>
            <a:r>
              <a:rPr lang="en-US" dirty="0"/>
              <a:t>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864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533378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28. 5040, 2520, 840, 210, 42, 8, 1</a:t>
            </a:r>
          </a:p>
          <a:p>
            <a:pPr marL="342900" indent="-342900">
              <a:buAutoNum type="alphaUcPeriod"/>
            </a:pPr>
            <a:r>
              <a:rPr lang="en-US" dirty="0"/>
              <a:t>8</a:t>
            </a:r>
          </a:p>
          <a:p>
            <a:pPr marL="342900" indent="-342900">
              <a:buAutoNum type="alphaUcPeriod"/>
            </a:pPr>
            <a:r>
              <a:rPr lang="en-US" dirty="0"/>
              <a:t>1</a:t>
            </a:r>
          </a:p>
          <a:p>
            <a:pPr marL="342900" indent="-342900">
              <a:buAutoNum type="alphaUcPeriod"/>
            </a:pPr>
            <a:r>
              <a:rPr lang="en-US" dirty="0"/>
              <a:t>42</a:t>
            </a:r>
          </a:p>
          <a:p>
            <a:pPr marL="342900" indent="-342900">
              <a:buAutoNum type="alphaUcPeriod"/>
            </a:pPr>
            <a:r>
              <a:rPr lang="en-US" dirty="0"/>
              <a:t>840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157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634918" y="522856"/>
            <a:ext cx="830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29. 1000, 500, 250, 50, 10, 5, 1</a:t>
            </a:r>
          </a:p>
          <a:p>
            <a:pPr marL="342900" indent="-342900">
              <a:buAutoNum type="alphaUcPeriod"/>
            </a:pPr>
            <a:r>
              <a:rPr lang="en-IN" dirty="0"/>
              <a:t>250</a:t>
            </a:r>
          </a:p>
          <a:p>
            <a:pPr marL="342900" indent="-342900">
              <a:buAutoNum type="alphaUcPeriod"/>
            </a:pPr>
            <a:r>
              <a:rPr lang="en-IN" dirty="0"/>
              <a:t>50</a:t>
            </a:r>
          </a:p>
          <a:p>
            <a:pPr marL="342900" indent="-342900">
              <a:buAutoNum type="alphaUcPeriod"/>
            </a:pPr>
            <a:r>
              <a:rPr lang="en-IN" dirty="0"/>
              <a:t>10</a:t>
            </a:r>
          </a:p>
          <a:p>
            <a:pPr marL="342900" indent="-342900">
              <a:buAutoNum type="alphaUcPeriod"/>
            </a:pPr>
            <a:r>
              <a:rPr lang="en-IN" dirty="0"/>
              <a:t>5</a:t>
            </a:r>
          </a:p>
          <a:p>
            <a:pPr marL="342900" indent="-342900">
              <a:buAutoNum type="alphaUcPeriod"/>
            </a:pPr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67758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47540" y="577309"/>
            <a:ext cx="830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wrong number </a:t>
            </a:r>
            <a:r>
              <a:rPr lang="en-US" dirty="0"/>
              <a:t>in the following series </a:t>
            </a:r>
          </a:p>
          <a:p>
            <a:r>
              <a:rPr lang="en-US" dirty="0"/>
              <a:t>30. 15, 17, 26, 151, 200, 929, 1050</a:t>
            </a:r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17</a:t>
            </a:r>
          </a:p>
          <a:p>
            <a:pPr marL="342900" indent="-342900">
              <a:buAutoNum type="alphaUcPeriod"/>
            </a:pPr>
            <a:r>
              <a:rPr lang="en-IN" dirty="0"/>
              <a:t>15</a:t>
            </a:r>
          </a:p>
          <a:p>
            <a:pPr marL="342900" indent="-342900">
              <a:buAutoNum type="alphaUcPeriod"/>
            </a:pPr>
            <a:r>
              <a:rPr lang="en-IN" dirty="0"/>
              <a:t>1050</a:t>
            </a:r>
          </a:p>
          <a:p>
            <a:pPr marL="342900" indent="-342900">
              <a:buAutoNum type="alphaUcPeriod"/>
            </a:pPr>
            <a:r>
              <a:rPr lang="en-IN" dirty="0"/>
              <a:t>26</a:t>
            </a:r>
          </a:p>
          <a:p>
            <a:pPr marL="342900" indent="-342900">
              <a:buAutoNum type="alphaUcPeriod"/>
            </a:pPr>
            <a:r>
              <a:rPr lang="en-IN" dirty="0"/>
              <a:t>929</a:t>
            </a:r>
          </a:p>
        </p:txBody>
      </p:sp>
    </p:spTree>
    <p:extLst>
      <p:ext uri="{BB962C8B-B14F-4D97-AF65-F5344CB8AC3E}">
        <p14:creationId xmlns:p14="http://schemas.microsoft.com/office/powerpoint/2010/main" val="26362028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692391" y="627121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31. E, I, M, Q, U, ?</a:t>
            </a:r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Y</a:t>
            </a:r>
          </a:p>
          <a:p>
            <a:pPr marL="342900" indent="-342900">
              <a:buAutoNum type="alphaUcPeriod"/>
            </a:pPr>
            <a:r>
              <a:rPr lang="en-IN" dirty="0"/>
              <a:t>W</a:t>
            </a:r>
          </a:p>
          <a:p>
            <a:pPr marL="342900" indent="-342900">
              <a:buAutoNum type="alphaUcPeriod"/>
            </a:pPr>
            <a:r>
              <a:rPr lang="en-IN" dirty="0"/>
              <a:t>X</a:t>
            </a:r>
          </a:p>
          <a:p>
            <a:pPr marL="342900" indent="-342900">
              <a:buAutoNum type="alphaUcPeriod"/>
            </a:pPr>
            <a:r>
              <a:rPr lang="en-IN" dirty="0"/>
              <a:t>V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5F7E858-1CD2-7BF6-50A5-47677890A6C3}"/>
                  </a:ext>
                </a:extLst>
              </p14:cNvPr>
              <p14:cNvContentPartPr/>
              <p14:nvPr/>
            </p14:nvContentPartPr>
            <p14:xfrm>
              <a:off x="-112680" y="934560"/>
              <a:ext cx="8262720" cy="2243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5F7E858-1CD2-7BF6-50A5-47677890A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22040" y="925200"/>
                <a:ext cx="8281440" cy="226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2011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533378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32. S, Q, O, M, K, ?</a:t>
            </a:r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J</a:t>
            </a:r>
          </a:p>
          <a:p>
            <a:pPr marL="342900" indent="-342900">
              <a:buAutoNum type="alphaUcPeriod"/>
            </a:pPr>
            <a:r>
              <a:rPr lang="en-IN" dirty="0"/>
              <a:t>I</a:t>
            </a:r>
          </a:p>
          <a:p>
            <a:pPr marL="342900" indent="-342900">
              <a:buAutoNum type="alphaUcPeriod"/>
            </a:pPr>
            <a:r>
              <a:rPr lang="en-IN" dirty="0"/>
              <a:t>G</a:t>
            </a:r>
          </a:p>
          <a:p>
            <a:pPr marL="342900" indent="-342900">
              <a:buAutoNum type="alphaUcPeriod"/>
            </a:pPr>
            <a:r>
              <a:rPr lang="en-IN" dirty="0"/>
              <a:t>F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D936E89-F7AC-25D2-1194-0BECE9B1DE08}"/>
                  </a:ext>
                </a:extLst>
              </p14:cNvPr>
              <p14:cNvContentPartPr/>
              <p14:nvPr/>
            </p14:nvContentPartPr>
            <p14:xfrm>
              <a:off x="-192240" y="1032120"/>
              <a:ext cx="7889760" cy="159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D936E89-F7AC-25D2-1194-0BECE9B1DE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1600" y="1022760"/>
                <a:ext cx="7908480" cy="161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5379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47540" y="671299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32. B, Y, C, V, D, S, E, ?</a:t>
            </a:r>
            <a:endParaRPr lang="en-IN" dirty="0"/>
          </a:p>
          <a:p>
            <a:pPr marL="342900" indent="-342900">
              <a:buAutoNum type="alphaUcPeriod"/>
            </a:pPr>
            <a:r>
              <a:rPr lang="en-IN" dirty="0"/>
              <a:t>O</a:t>
            </a:r>
          </a:p>
          <a:p>
            <a:pPr marL="342900" indent="-342900">
              <a:buAutoNum type="alphaUcPeriod"/>
            </a:pPr>
            <a:r>
              <a:rPr lang="en-IN" dirty="0"/>
              <a:t>P</a:t>
            </a:r>
          </a:p>
          <a:p>
            <a:pPr marL="342900" indent="-342900">
              <a:buAutoNum type="alphaUcPeriod"/>
            </a:pPr>
            <a:r>
              <a:rPr lang="en-IN" dirty="0"/>
              <a:t>J</a:t>
            </a:r>
          </a:p>
          <a:p>
            <a:pPr marL="342900" indent="-342900">
              <a:buAutoNum type="alphaUcPeriod"/>
            </a:pPr>
            <a:r>
              <a:rPr lang="en-IN" dirty="0"/>
              <a:t>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084A8E-FC32-14E2-0870-4B9792C7975A}"/>
                  </a:ext>
                </a:extLst>
              </p14:cNvPr>
              <p14:cNvContentPartPr/>
              <p14:nvPr/>
            </p14:nvContentPartPr>
            <p14:xfrm>
              <a:off x="213120" y="1316160"/>
              <a:ext cx="8510760" cy="2120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084A8E-FC32-14E2-0870-4B9792C797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3760" y="1306800"/>
                <a:ext cx="8529480" cy="213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97755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554285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33. DY, FW, HU, ?, LQ</a:t>
            </a:r>
          </a:p>
          <a:p>
            <a:pPr marL="342900" indent="-342900">
              <a:buAutoNum type="alphaUcPeriod"/>
            </a:pPr>
            <a:r>
              <a:rPr lang="en-US" dirty="0"/>
              <a:t>JR</a:t>
            </a:r>
          </a:p>
          <a:p>
            <a:pPr marL="342900" indent="-342900">
              <a:buAutoNum type="alphaUcPeriod"/>
            </a:pPr>
            <a:r>
              <a:rPr lang="en-US" dirty="0"/>
              <a:t>KR</a:t>
            </a:r>
          </a:p>
          <a:p>
            <a:pPr marL="342900" indent="-342900">
              <a:buAutoNum type="alphaUcPeriod"/>
            </a:pPr>
            <a:r>
              <a:rPr lang="en-US" dirty="0"/>
              <a:t>JS</a:t>
            </a:r>
          </a:p>
          <a:p>
            <a:pPr marL="342900" indent="-342900">
              <a:buAutoNum type="alphaUcPeriod"/>
            </a:pPr>
            <a:r>
              <a:rPr lang="en-US" dirty="0"/>
              <a:t>KS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3B4B5A-8539-E300-C4DB-ADC1947F0CD0}"/>
                  </a:ext>
                </a:extLst>
              </p14:cNvPr>
              <p14:cNvContentPartPr/>
              <p14:nvPr/>
            </p14:nvContentPartPr>
            <p14:xfrm>
              <a:off x="-541080" y="1367640"/>
              <a:ext cx="9108720" cy="1882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3B4B5A-8539-E300-C4DB-ADC1947F0C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50440" y="1358280"/>
                <a:ext cx="9127440" cy="190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49945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627121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34. CD, XW, IH, RS, KJ, ?</a:t>
            </a:r>
          </a:p>
          <a:p>
            <a:pPr marL="342900" indent="-342900">
              <a:buAutoNum type="alphaUcPeriod"/>
            </a:pPr>
            <a:r>
              <a:rPr lang="en-IN" dirty="0"/>
              <a:t>QR</a:t>
            </a:r>
          </a:p>
          <a:p>
            <a:pPr marL="342900" indent="-342900">
              <a:buAutoNum type="alphaUcPeriod"/>
            </a:pPr>
            <a:r>
              <a:rPr lang="en-IN" dirty="0"/>
              <a:t>PQ</a:t>
            </a:r>
          </a:p>
          <a:p>
            <a:pPr marL="342900" indent="-342900">
              <a:buAutoNum type="alphaUcPeriod"/>
            </a:pPr>
            <a:r>
              <a:rPr lang="en-IN" dirty="0"/>
              <a:t>ST</a:t>
            </a:r>
          </a:p>
          <a:p>
            <a:pPr marL="342900" indent="-342900">
              <a:buAutoNum type="alphaUcPeriod"/>
            </a:pPr>
            <a:r>
              <a:rPr lang="en-IN" dirty="0"/>
              <a:t>TU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1C989D-095D-8446-0547-E1A50C76B01E}"/>
                  </a:ext>
                </a:extLst>
              </p14:cNvPr>
              <p14:cNvContentPartPr/>
              <p14:nvPr/>
            </p14:nvContentPartPr>
            <p14:xfrm>
              <a:off x="-83880" y="1458360"/>
              <a:ext cx="8714160" cy="199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1C989D-095D-8446-0547-E1A50C76B0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93240" y="1449000"/>
                <a:ext cx="8732880" cy="201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987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634918" y="723987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 </a:t>
            </a:r>
            <a:r>
              <a:rPr lang="en-US" dirty="0"/>
              <a:t>in the following series </a:t>
            </a:r>
          </a:p>
          <a:p>
            <a:r>
              <a:rPr lang="en-US" dirty="0"/>
              <a:t>35. BEN, DGP, GJS, KNW, ?</a:t>
            </a:r>
          </a:p>
          <a:p>
            <a:pPr marL="342900" indent="-342900">
              <a:buAutoNum type="alphaUcPeriod"/>
            </a:pPr>
            <a:r>
              <a:rPr lang="en-US" dirty="0"/>
              <a:t>QSB</a:t>
            </a:r>
          </a:p>
          <a:p>
            <a:pPr marL="342900" indent="-342900">
              <a:buAutoNum type="alphaUcPeriod"/>
            </a:pPr>
            <a:r>
              <a:rPr lang="en-US" dirty="0"/>
              <a:t>PSC</a:t>
            </a:r>
          </a:p>
          <a:p>
            <a:pPr marL="342900" indent="-342900">
              <a:buAutoNum type="alphaUcPeriod"/>
            </a:pPr>
            <a:r>
              <a:rPr lang="en-US" dirty="0"/>
              <a:t>PSA</a:t>
            </a:r>
          </a:p>
          <a:p>
            <a:pPr marL="342900" indent="-342900">
              <a:buAutoNum type="alphaUcPeriod"/>
            </a:pPr>
            <a:r>
              <a:rPr lang="en-US" dirty="0"/>
              <a:t>PSB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3908B94-7CF5-917A-B7C7-D1BD6CA55A19}"/>
                  </a:ext>
                </a:extLst>
              </p14:cNvPr>
              <p14:cNvContentPartPr/>
              <p14:nvPr/>
            </p14:nvContentPartPr>
            <p14:xfrm>
              <a:off x="-424800" y="1466280"/>
              <a:ext cx="9403200" cy="4344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3908B94-7CF5-917A-B7C7-D1BD6CA55A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34160" y="1456920"/>
                <a:ext cx="9421920" cy="436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0710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10479" y="534592"/>
            <a:ext cx="8306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letter/letters </a:t>
            </a:r>
            <a:r>
              <a:rPr lang="en-US" dirty="0"/>
              <a:t>in the following series </a:t>
            </a:r>
          </a:p>
          <a:p>
            <a:r>
              <a:rPr lang="en-US" dirty="0"/>
              <a:t>35. DEF, QRS, HIJ, UVW, LMN, ?</a:t>
            </a:r>
          </a:p>
          <a:p>
            <a:pPr marL="342900" indent="-342900">
              <a:buAutoNum type="alphaUcPeriod"/>
            </a:pPr>
            <a:r>
              <a:rPr lang="en-IN" dirty="0"/>
              <a:t>VWX</a:t>
            </a:r>
          </a:p>
          <a:p>
            <a:pPr marL="342900" indent="-342900">
              <a:buAutoNum type="alphaUcPeriod"/>
            </a:pPr>
            <a:r>
              <a:rPr lang="en-IN" dirty="0"/>
              <a:t>BCD</a:t>
            </a:r>
          </a:p>
          <a:p>
            <a:pPr marL="342900" indent="-342900">
              <a:buAutoNum type="alphaUcPeriod"/>
            </a:pPr>
            <a:r>
              <a:rPr lang="en-IN" dirty="0"/>
              <a:t>YZA</a:t>
            </a:r>
          </a:p>
          <a:p>
            <a:pPr marL="342900" indent="-342900">
              <a:buAutoNum type="alphaUcPeriod"/>
            </a:pPr>
            <a:r>
              <a:rPr lang="en-IN" dirty="0"/>
              <a:t>XYZ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D7835E-634A-3A63-D76A-233B5050D45B}"/>
                  </a:ext>
                </a:extLst>
              </p14:cNvPr>
              <p14:cNvContentPartPr/>
              <p14:nvPr/>
            </p14:nvContentPartPr>
            <p14:xfrm>
              <a:off x="-21960" y="1190160"/>
              <a:ext cx="8863560" cy="228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D7835E-634A-3A63-D76A-233B5050D4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1320" y="1180800"/>
                <a:ext cx="8882280" cy="23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9516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-291455" y="232014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9"/>
              </a:lnSpc>
            </a:pPr>
            <a:endParaRPr lang="en-US" sz="4104" b="1" spc="135" dirty="0">
              <a:solidFill>
                <a:srgbClr val="190C03"/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5365B-3CA8-01AD-0042-3A4827298F54}"/>
              </a:ext>
            </a:extLst>
          </p:cNvPr>
          <p:cNvSpPr txBox="1"/>
          <p:nvPr/>
        </p:nvSpPr>
        <p:spPr>
          <a:xfrm>
            <a:off x="547540" y="506017"/>
            <a:ext cx="8306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Direction: Find the </a:t>
            </a:r>
            <a:r>
              <a:rPr lang="en-US" dirty="0">
                <a:solidFill>
                  <a:srgbClr val="C00000"/>
                </a:solidFill>
              </a:rPr>
              <a:t>missing letter/letters </a:t>
            </a:r>
            <a:r>
              <a:rPr lang="en-US" dirty="0"/>
              <a:t>in the following series </a:t>
            </a:r>
          </a:p>
          <a:p>
            <a:r>
              <a:rPr lang="en-US" dirty="0"/>
              <a:t>36. 10J1, 9R2, 8X3, 7B4, ?</a:t>
            </a:r>
          </a:p>
          <a:p>
            <a:pPr marL="342900" indent="-342900">
              <a:buAutoNum type="alphaUcPeriod"/>
            </a:pPr>
            <a:r>
              <a:rPr lang="en-IN" dirty="0"/>
              <a:t>6D5</a:t>
            </a:r>
          </a:p>
          <a:p>
            <a:pPr marL="342900" indent="-342900">
              <a:buAutoNum type="alphaUcPeriod"/>
            </a:pPr>
            <a:r>
              <a:rPr lang="en-IN" dirty="0"/>
              <a:t>5Y5</a:t>
            </a:r>
          </a:p>
          <a:p>
            <a:pPr marL="342900" indent="-342900">
              <a:buAutoNum type="alphaUcPeriod"/>
            </a:pPr>
            <a:r>
              <a:rPr lang="en-IN" dirty="0"/>
              <a:t>6E5</a:t>
            </a:r>
          </a:p>
          <a:p>
            <a:pPr marL="342900" indent="-342900">
              <a:buAutoNum type="alphaUcPeriod"/>
            </a:pPr>
            <a:r>
              <a:rPr lang="en-IN" dirty="0"/>
              <a:t>6F6</a:t>
            </a:r>
          </a:p>
          <a:p>
            <a:pPr marL="342900" indent="-342900">
              <a:buAutoNum type="alphaUcPeriod"/>
            </a:pPr>
            <a:r>
              <a:rPr lang="en-IN" dirty="0"/>
              <a:t>NONE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4315667-A174-F309-6F67-17BC0B53F69F}"/>
                  </a:ext>
                </a:extLst>
              </p14:cNvPr>
              <p14:cNvContentPartPr/>
              <p14:nvPr/>
            </p14:nvContentPartPr>
            <p14:xfrm>
              <a:off x="-519840" y="453240"/>
              <a:ext cx="9424440" cy="272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4315667-A174-F309-6F67-17BC0B53F6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29200" y="443880"/>
                <a:ext cx="9443160" cy="274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4179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056442" y="679451"/>
            <a:ext cx="925758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866">
                <a:solidFill>
                  <a:srgbClr val="F2EAE7"/>
                </a:solidFill>
                <a:latin typeface="Alice"/>
              </a:rPr>
              <a:t>01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672E940-995E-B0A7-FFBD-7B42137BD1F9}"/>
              </a:ext>
            </a:extLst>
          </p:cNvPr>
          <p:cNvSpPr txBox="1">
            <a:spLocks/>
          </p:cNvSpPr>
          <p:nvPr/>
        </p:nvSpPr>
        <p:spPr>
          <a:xfrm>
            <a:off x="-406400" y="1477589"/>
            <a:ext cx="839035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47B3153-A80F-47A7-B5BE-9CAEE9DB3FCC}"/>
              </a:ext>
            </a:extLst>
          </p:cNvPr>
          <p:cNvSpPr txBox="1"/>
          <p:nvPr/>
        </p:nvSpPr>
        <p:spPr>
          <a:xfrm>
            <a:off x="-770225" y="965202"/>
            <a:ext cx="8390358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79"/>
              </a:lnSpc>
            </a:pPr>
            <a:endParaRPr lang="en-US" sz="4104" b="1" spc="135" dirty="0">
              <a:solidFill>
                <a:schemeClr val="accent1">
                  <a:lumMod val="75000"/>
                </a:schemeClr>
              </a:solidFill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9661A-4E38-FD87-2C56-B7550CFDEA2E}"/>
              </a:ext>
            </a:extLst>
          </p:cNvPr>
          <p:cNvSpPr txBox="1"/>
          <p:nvPr/>
        </p:nvSpPr>
        <p:spPr>
          <a:xfrm>
            <a:off x="-885170" y="1129491"/>
            <a:ext cx="764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000000"/>
              </a:solidFill>
              <a:latin typeface="Roboto" panose="02000000000000000000" pitchFamily="2" charset="0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820673C2-B451-97E2-AFDD-6EF92F465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913" y="1477589"/>
            <a:ext cx="7207882" cy="315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84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3827</TotalTime>
  <Words>1420</Words>
  <Application>Microsoft Office PowerPoint</Application>
  <PresentationFormat>On-screen Show (4:3)</PresentationFormat>
  <Paragraphs>319</Paragraphs>
  <Slides>42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1" baseType="lpstr">
      <vt:lpstr>Aldhabi</vt:lpstr>
      <vt:lpstr>Alice</vt:lpstr>
      <vt:lpstr>Arial</vt:lpstr>
      <vt:lpstr>Calibri</vt:lpstr>
      <vt:lpstr>Calibri Light</vt:lpstr>
      <vt:lpstr>Canva Sans Bold</vt:lpstr>
      <vt:lpstr>Footlight MT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medari anusha</dc:creator>
  <cp:lastModifiedBy>Pavithra Kura</cp:lastModifiedBy>
  <cp:revision>49</cp:revision>
  <dcterms:created xsi:type="dcterms:W3CDTF">2024-01-29T14:52:00Z</dcterms:created>
  <dcterms:modified xsi:type="dcterms:W3CDTF">2025-09-22T06:54:29Z</dcterms:modified>
</cp:coreProperties>
</file>