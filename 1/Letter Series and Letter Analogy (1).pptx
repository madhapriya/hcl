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90" r:id="rId18"/>
    <p:sldId id="298" r:id="rId19"/>
    <p:sldId id="299" r:id="rId20"/>
    <p:sldId id="305" r:id="rId21"/>
    <p:sldId id="306" r:id="rId22"/>
    <p:sldId id="307" r:id="rId23"/>
    <p:sldId id="308" r:id="rId24"/>
    <p:sldId id="309" r:id="rId25"/>
    <p:sldId id="304" r:id="rId26"/>
    <p:sldId id="300" r:id="rId27"/>
    <p:sldId id="303" r:id="rId28"/>
    <p:sldId id="301" r:id="rId29"/>
    <p:sldId id="302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88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N KUMAR GANTA" userId="04d4457b2c6f4d58" providerId="LiveId" clId="{415B0607-3D18-4380-816B-9D66A004EED0}"/>
    <pc:docChg chg="custSel addSld modSld">
      <pc:chgData name="KIRAN KUMAR GANTA" userId="04d4457b2c6f4d58" providerId="LiveId" clId="{415B0607-3D18-4380-816B-9D66A004EED0}" dt="2022-12-03T13:27:18.705" v="6110" actId="20577"/>
      <pc:docMkLst>
        <pc:docMk/>
      </pc:docMkLst>
      <pc:sldChg chg="modSp mod">
        <pc:chgData name="KIRAN KUMAR GANTA" userId="04d4457b2c6f4d58" providerId="LiveId" clId="{415B0607-3D18-4380-816B-9D66A004EED0}" dt="2022-11-22T09:44:02.084" v="109" actId="113"/>
        <pc:sldMkLst>
          <pc:docMk/>
          <pc:sldMk cId="2745039445" sldId="259"/>
        </pc:sldMkLst>
        <pc:spChg chg="mod">
          <ac:chgData name="KIRAN KUMAR GANTA" userId="04d4457b2c6f4d58" providerId="LiveId" clId="{415B0607-3D18-4380-816B-9D66A004EED0}" dt="2022-11-22T09:44:02.084" v="109" actId="113"/>
          <ac:spMkLst>
            <pc:docMk/>
            <pc:sldMk cId="2745039445" sldId="259"/>
            <ac:spMk id="3" creationId="{3F7F7275-821A-7B23-BE3E-B9410147340D}"/>
          </ac:spMkLst>
        </pc:spChg>
      </pc:sldChg>
      <pc:sldChg chg="delSp modSp new mod">
        <pc:chgData name="KIRAN KUMAR GANTA" userId="04d4457b2c6f4d58" providerId="LiveId" clId="{415B0607-3D18-4380-816B-9D66A004EED0}" dt="2022-11-22T09:45:58.981" v="253" actId="113"/>
        <pc:sldMkLst>
          <pc:docMk/>
          <pc:sldMk cId="3259336835" sldId="260"/>
        </pc:sldMkLst>
        <pc:spChg chg="del mod">
          <ac:chgData name="KIRAN KUMAR GANTA" userId="04d4457b2c6f4d58" providerId="LiveId" clId="{415B0607-3D18-4380-816B-9D66A004EED0}" dt="2022-11-22T09:44:16.597" v="112" actId="478"/>
          <ac:spMkLst>
            <pc:docMk/>
            <pc:sldMk cId="3259336835" sldId="260"/>
            <ac:spMk id="2" creationId="{C99E18C2-BC0C-7ED6-C1EA-F75EE7BAD2FC}"/>
          </ac:spMkLst>
        </pc:spChg>
        <pc:spChg chg="mod">
          <ac:chgData name="KIRAN KUMAR GANTA" userId="04d4457b2c6f4d58" providerId="LiveId" clId="{415B0607-3D18-4380-816B-9D66A004EED0}" dt="2022-11-22T09:45:58.981" v="253" actId="113"/>
          <ac:spMkLst>
            <pc:docMk/>
            <pc:sldMk cId="3259336835" sldId="260"/>
            <ac:spMk id="3" creationId="{BD0CAEFC-D594-A38A-CE5E-25A0316665E1}"/>
          </ac:spMkLst>
        </pc:spChg>
      </pc:sldChg>
      <pc:sldChg chg="delSp modSp new mod">
        <pc:chgData name="KIRAN KUMAR GANTA" userId="04d4457b2c6f4d58" providerId="LiveId" clId="{415B0607-3D18-4380-816B-9D66A004EED0}" dt="2022-11-22T09:47:48.159" v="368" actId="113"/>
        <pc:sldMkLst>
          <pc:docMk/>
          <pc:sldMk cId="3231654361" sldId="261"/>
        </pc:sldMkLst>
        <pc:spChg chg="del mod">
          <ac:chgData name="KIRAN KUMAR GANTA" userId="04d4457b2c6f4d58" providerId="LiveId" clId="{415B0607-3D18-4380-816B-9D66A004EED0}" dt="2022-11-22T09:46:11.354" v="256" actId="478"/>
          <ac:spMkLst>
            <pc:docMk/>
            <pc:sldMk cId="3231654361" sldId="261"/>
            <ac:spMk id="2" creationId="{B92F98AE-B313-6351-8B77-07F241C7A521}"/>
          </ac:spMkLst>
        </pc:spChg>
        <pc:spChg chg="mod">
          <ac:chgData name="KIRAN KUMAR GANTA" userId="04d4457b2c6f4d58" providerId="LiveId" clId="{415B0607-3D18-4380-816B-9D66A004EED0}" dt="2022-11-22T09:47:48.159" v="368" actId="113"/>
          <ac:spMkLst>
            <pc:docMk/>
            <pc:sldMk cId="3231654361" sldId="261"/>
            <ac:spMk id="3" creationId="{0A237550-1DE1-9F96-6294-BBF931B4F42B}"/>
          </ac:spMkLst>
        </pc:spChg>
      </pc:sldChg>
      <pc:sldChg chg="delSp modSp new mod">
        <pc:chgData name="KIRAN KUMAR GANTA" userId="04d4457b2c6f4d58" providerId="LiveId" clId="{415B0607-3D18-4380-816B-9D66A004EED0}" dt="2022-11-22T09:49:35.756" v="490" actId="113"/>
        <pc:sldMkLst>
          <pc:docMk/>
          <pc:sldMk cId="2471644895" sldId="262"/>
        </pc:sldMkLst>
        <pc:spChg chg="del mod">
          <ac:chgData name="KIRAN KUMAR GANTA" userId="04d4457b2c6f4d58" providerId="LiveId" clId="{415B0607-3D18-4380-816B-9D66A004EED0}" dt="2022-11-22T09:48:00.071" v="371" actId="478"/>
          <ac:spMkLst>
            <pc:docMk/>
            <pc:sldMk cId="2471644895" sldId="262"/>
            <ac:spMk id="2" creationId="{000AA207-4125-EFA2-9E98-39906A0019E9}"/>
          </ac:spMkLst>
        </pc:spChg>
        <pc:spChg chg="mod">
          <ac:chgData name="KIRAN KUMAR GANTA" userId="04d4457b2c6f4d58" providerId="LiveId" clId="{415B0607-3D18-4380-816B-9D66A004EED0}" dt="2022-11-22T09:49:35.756" v="490" actId="113"/>
          <ac:spMkLst>
            <pc:docMk/>
            <pc:sldMk cId="2471644895" sldId="262"/>
            <ac:spMk id="3" creationId="{ED5E6109-DE52-D3E6-2B6D-0F9DD5E9BD64}"/>
          </ac:spMkLst>
        </pc:spChg>
      </pc:sldChg>
      <pc:sldChg chg="delSp modSp new mod">
        <pc:chgData name="KIRAN KUMAR GANTA" userId="04d4457b2c6f4d58" providerId="LiveId" clId="{415B0607-3D18-4380-816B-9D66A004EED0}" dt="2022-11-22T09:51:13.335" v="609" actId="113"/>
        <pc:sldMkLst>
          <pc:docMk/>
          <pc:sldMk cId="3406206606" sldId="263"/>
        </pc:sldMkLst>
        <pc:spChg chg="del mod">
          <ac:chgData name="KIRAN KUMAR GANTA" userId="04d4457b2c6f4d58" providerId="LiveId" clId="{415B0607-3D18-4380-816B-9D66A004EED0}" dt="2022-11-22T09:49:42.789" v="493" actId="478"/>
          <ac:spMkLst>
            <pc:docMk/>
            <pc:sldMk cId="3406206606" sldId="263"/>
            <ac:spMk id="2" creationId="{47AD252D-8EA7-E794-9CA2-A244515ADA72}"/>
          </ac:spMkLst>
        </pc:spChg>
        <pc:spChg chg="mod">
          <ac:chgData name="KIRAN KUMAR GANTA" userId="04d4457b2c6f4d58" providerId="LiveId" clId="{415B0607-3D18-4380-816B-9D66A004EED0}" dt="2022-11-22T09:51:13.335" v="609" actId="113"/>
          <ac:spMkLst>
            <pc:docMk/>
            <pc:sldMk cId="3406206606" sldId="263"/>
            <ac:spMk id="3" creationId="{83435682-F3C7-456E-8725-FBF18D75BED0}"/>
          </ac:spMkLst>
        </pc:spChg>
      </pc:sldChg>
      <pc:sldChg chg="delSp modSp new mod">
        <pc:chgData name="KIRAN KUMAR GANTA" userId="04d4457b2c6f4d58" providerId="LiveId" clId="{415B0607-3D18-4380-816B-9D66A004EED0}" dt="2022-11-22T09:52:56.447" v="734" actId="113"/>
        <pc:sldMkLst>
          <pc:docMk/>
          <pc:sldMk cId="2366335118" sldId="264"/>
        </pc:sldMkLst>
        <pc:spChg chg="del mod">
          <ac:chgData name="KIRAN KUMAR GANTA" userId="04d4457b2c6f4d58" providerId="LiveId" clId="{415B0607-3D18-4380-816B-9D66A004EED0}" dt="2022-11-22T09:51:26.456" v="612" actId="478"/>
          <ac:spMkLst>
            <pc:docMk/>
            <pc:sldMk cId="2366335118" sldId="264"/>
            <ac:spMk id="2" creationId="{700A2CCF-64AC-D193-C5D6-C51F72224C5B}"/>
          </ac:spMkLst>
        </pc:spChg>
        <pc:spChg chg="mod">
          <ac:chgData name="KIRAN KUMAR GANTA" userId="04d4457b2c6f4d58" providerId="LiveId" clId="{415B0607-3D18-4380-816B-9D66A004EED0}" dt="2022-11-22T09:52:56.447" v="734" actId="113"/>
          <ac:spMkLst>
            <pc:docMk/>
            <pc:sldMk cId="2366335118" sldId="264"/>
            <ac:spMk id="3" creationId="{12232249-F00A-336E-BF6A-27A16CE2F241}"/>
          </ac:spMkLst>
        </pc:spChg>
      </pc:sldChg>
      <pc:sldChg chg="delSp modSp new mod">
        <pc:chgData name="KIRAN KUMAR GANTA" userId="04d4457b2c6f4d58" providerId="LiveId" clId="{415B0607-3D18-4380-816B-9D66A004EED0}" dt="2022-11-22T09:54:43.339" v="856" actId="113"/>
        <pc:sldMkLst>
          <pc:docMk/>
          <pc:sldMk cId="3726046492" sldId="265"/>
        </pc:sldMkLst>
        <pc:spChg chg="del mod">
          <ac:chgData name="KIRAN KUMAR GANTA" userId="04d4457b2c6f4d58" providerId="LiveId" clId="{415B0607-3D18-4380-816B-9D66A004EED0}" dt="2022-11-22T09:53:05.392" v="737" actId="478"/>
          <ac:spMkLst>
            <pc:docMk/>
            <pc:sldMk cId="3726046492" sldId="265"/>
            <ac:spMk id="2" creationId="{A1B099E4-C240-C94B-53B7-D1EE52C04EBE}"/>
          </ac:spMkLst>
        </pc:spChg>
        <pc:spChg chg="mod">
          <ac:chgData name="KIRAN KUMAR GANTA" userId="04d4457b2c6f4d58" providerId="LiveId" clId="{415B0607-3D18-4380-816B-9D66A004EED0}" dt="2022-11-22T09:54:43.339" v="856" actId="113"/>
          <ac:spMkLst>
            <pc:docMk/>
            <pc:sldMk cId="3726046492" sldId="265"/>
            <ac:spMk id="3" creationId="{9F32EDFA-9473-79EE-0F35-48D6FE17308F}"/>
          </ac:spMkLst>
        </pc:spChg>
      </pc:sldChg>
      <pc:sldChg chg="delSp modSp new mod">
        <pc:chgData name="KIRAN KUMAR GANTA" userId="04d4457b2c6f4d58" providerId="LiveId" clId="{415B0607-3D18-4380-816B-9D66A004EED0}" dt="2022-11-22T09:56:56.173" v="987" actId="113"/>
        <pc:sldMkLst>
          <pc:docMk/>
          <pc:sldMk cId="1208186571" sldId="266"/>
        </pc:sldMkLst>
        <pc:spChg chg="del mod">
          <ac:chgData name="KIRAN KUMAR GANTA" userId="04d4457b2c6f4d58" providerId="LiveId" clId="{415B0607-3D18-4380-816B-9D66A004EED0}" dt="2022-11-22T09:55:10.225" v="859" actId="478"/>
          <ac:spMkLst>
            <pc:docMk/>
            <pc:sldMk cId="1208186571" sldId="266"/>
            <ac:spMk id="2" creationId="{51117EEC-5E2D-DC41-081A-DE5B29DCAD03}"/>
          </ac:spMkLst>
        </pc:spChg>
        <pc:spChg chg="mod">
          <ac:chgData name="KIRAN KUMAR GANTA" userId="04d4457b2c6f4d58" providerId="LiveId" clId="{415B0607-3D18-4380-816B-9D66A004EED0}" dt="2022-11-22T09:56:56.173" v="987" actId="113"/>
          <ac:spMkLst>
            <pc:docMk/>
            <pc:sldMk cId="1208186571" sldId="266"/>
            <ac:spMk id="3" creationId="{F1C208E4-8FE0-3F9B-F449-7A80C294134C}"/>
          </ac:spMkLst>
        </pc:spChg>
      </pc:sldChg>
      <pc:sldChg chg="delSp modSp new mod">
        <pc:chgData name="KIRAN KUMAR GANTA" userId="04d4457b2c6f4d58" providerId="LiveId" clId="{415B0607-3D18-4380-816B-9D66A004EED0}" dt="2022-11-22T09:59:46.615" v="1143" actId="113"/>
        <pc:sldMkLst>
          <pc:docMk/>
          <pc:sldMk cId="1105230622" sldId="267"/>
        </pc:sldMkLst>
        <pc:spChg chg="del mod">
          <ac:chgData name="KIRAN KUMAR GANTA" userId="04d4457b2c6f4d58" providerId="LiveId" clId="{415B0607-3D18-4380-816B-9D66A004EED0}" dt="2022-11-22T09:57:06.958" v="990" actId="478"/>
          <ac:spMkLst>
            <pc:docMk/>
            <pc:sldMk cId="1105230622" sldId="267"/>
            <ac:spMk id="2" creationId="{A9803699-48FA-E108-82F9-8F99BEB1DDE4}"/>
          </ac:spMkLst>
        </pc:spChg>
        <pc:spChg chg="mod">
          <ac:chgData name="KIRAN KUMAR GANTA" userId="04d4457b2c6f4d58" providerId="LiveId" clId="{415B0607-3D18-4380-816B-9D66A004EED0}" dt="2022-11-22T09:59:46.615" v="1143" actId="113"/>
          <ac:spMkLst>
            <pc:docMk/>
            <pc:sldMk cId="1105230622" sldId="267"/>
            <ac:spMk id="3" creationId="{4FE0DC40-B0EA-D63B-E4B6-70164DE9D2E3}"/>
          </ac:spMkLst>
        </pc:spChg>
      </pc:sldChg>
      <pc:sldChg chg="delSp modSp new mod">
        <pc:chgData name="KIRAN KUMAR GANTA" userId="04d4457b2c6f4d58" providerId="LiveId" clId="{415B0607-3D18-4380-816B-9D66A004EED0}" dt="2022-11-22T10:02:17.532" v="1283" actId="113"/>
        <pc:sldMkLst>
          <pc:docMk/>
          <pc:sldMk cId="921741312" sldId="268"/>
        </pc:sldMkLst>
        <pc:spChg chg="del mod">
          <ac:chgData name="KIRAN KUMAR GANTA" userId="04d4457b2c6f4d58" providerId="LiveId" clId="{415B0607-3D18-4380-816B-9D66A004EED0}" dt="2022-11-22T09:59:55.647" v="1146" actId="478"/>
          <ac:spMkLst>
            <pc:docMk/>
            <pc:sldMk cId="921741312" sldId="268"/>
            <ac:spMk id="2" creationId="{04D77D2A-BBD0-DE84-C6A0-43773C1F5757}"/>
          </ac:spMkLst>
        </pc:spChg>
        <pc:spChg chg="mod">
          <ac:chgData name="KIRAN KUMAR GANTA" userId="04d4457b2c6f4d58" providerId="LiveId" clId="{415B0607-3D18-4380-816B-9D66A004EED0}" dt="2022-11-22T10:02:17.532" v="1283" actId="113"/>
          <ac:spMkLst>
            <pc:docMk/>
            <pc:sldMk cId="921741312" sldId="268"/>
            <ac:spMk id="3" creationId="{837DD3FD-F0EB-8CF6-8476-A685D9C43EF1}"/>
          </ac:spMkLst>
        </pc:spChg>
      </pc:sldChg>
      <pc:sldChg chg="delSp modSp new mod">
        <pc:chgData name="KIRAN KUMAR GANTA" userId="04d4457b2c6f4d58" providerId="LiveId" clId="{415B0607-3D18-4380-816B-9D66A004EED0}" dt="2022-11-22T10:04:53.768" v="1456" actId="113"/>
        <pc:sldMkLst>
          <pc:docMk/>
          <pc:sldMk cId="3188229740" sldId="269"/>
        </pc:sldMkLst>
        <pc:spChg chg="del mod">
          <ac:chgData name="KIRAN KUMAR GANTA" userId="04d4457b2c6f4d58" providerId="LiveId" clId="{415B0607-3D18-4380-816B-9D66A004EED0}" dt="2022-11-22T10:02:25.180" v="1286" actId="478"/>
          <ac:spMkLst>
            <pc:docMk/>
            <pc:sldMk cId="3188229740" sldId="269"/>
            <ac:spMk id="2" creationId="{65A2866E-01DA-5730-F139-DAEA0DF26248}"/>
          </ac:spMkLst>
        </pc:spChg>
        <pc:spChg chg="mod">
          <ac:chgData name="KIRAN KUMAR GANTA" userId="04d4457b2c6f4d58" providerId="LiveId" clId="{415B0607-3D18-4380-816B-9D66A004EED0}" dt="2022-11-22T10:04:53.768" v="1456" actId="113"/>
          <ac:spMkLst>
            <pc:docMk/>
            <pc:sldMk cId="3188229740" sldId="269"/>
            <ac:spMk id="3" creationId="{4D6EDC61-D907-181C-909A-F0EF15A8407C}"/>
          </ac:spMkLst>
        </pc:spChg>
      </pc:sldChg>
      <pc:sldChg chg="delSp modSp new mod">
        <pc:chgData name="KIRAN KUMAR GANTA" userId="04d4457b2c6f4d58" providerId="LiveId" clId="{415B0607-3D18-4380-816B-9D66A004EED0}" dt="2022-11-22T10:07:37.006" v="1631" actId="123"/>
        <pc:sldMkLst>
          <pc:docMk/>
          <pc:sldMk cId="1343770880" sldId="270"/>
        </pc:sldMkLst>
        <pc:spChg chg="del mod">
          <ac:chgData name="KIRAN KUMAR GANTA" userId="04d4457b2c6f4d58" providerId="LiveId" clId="{415B0607-3D18-4380-816B-9D66A004EED0}" dt="2022-11-22T10:05:03.868" v="1459" actId="478"/>
          <ac:spMkLst>
            <pc:docMk/>
            <pc:sldMk cId="1343770880" sldId="270"/>
            <ac:spMk id="2" creationId="{70195E2B-9811-C77D-1275-65B827A46264}"/>
          </ac:spMkLst>
        </pc:spChg>
        <pc:spChg chg="mod">
          <ac:chgData name="KIRAN KUMAR GANTA" userId="04d4457b2c6f4d58" providerId="LiveId" clId="{415B0607-3D18-4380-816B-9D66A004EED0}" dt="2022-11-22T10:07:37.006" v="1631" actId="123"/>
          <ac:spMkLst>
            <pc:docMk/>
            <pc:sldMk cId="1343770880" sldId="270"/>
            <ac:spMk id="3" creationId="{1FEB0B71-DE53-634B-274E-6F27A9B49692}"/>
          </ac:spMkLst>
        </pc:spChg>
      </pc:sldChg>
      <pc:sldChg chg="delSp modSp new mod">
        <pc:chgData name="KIRAN KUMAR GANTA" userId="04d4457b2c6f4d58" providerId="LiveId" clId="{415B0607-3D18-4380-816B-9D66A004EED0}" dt="2022-11-22T10:10:35.974" v="1858" actId="123"/>
        <pc:sldMkLst>
          <pc:docMk/>
          <pc:sldMk cId="2758500736" sldId="271"/>
        </pc:sldMkLst>
        <pc:spChg chg="del mod">
          <ac:chgData name="KIRAN KUMAR GANTA" userId="04d4457b2c6f4d58" providerId="LiveId" clId="{415B0607-3D18-4380-816B-9D66A004EED0}" dt="2022-11-22T10:07:47.174" v="1634" actId="478"/>
          <ac:spMkLst>
            <pc:docMk/>
            <pc:sldMk cId="2758500736" sldId="271"/>
            <ac:spMk id="2" creationId="{EFDCD9D6-3741-07CB-6466-D105E37F06DA}"/>
          </ac:spMkLst>
        </pc:spChg>
        <pc:spChg chg="mod">
          <ac:chgData name="KIRAN KUMAR GANTA" userId="04d4457b2c6f4d58" providerId="LiveId" clId="{415B0607-3D18-4380-816B-9D66A004EED0}" dt="2022-11-22T10:10:35.974" v="1858" actId="123"/>
          <ac:spMkLst>
            <pc:docMk/>
            <pc:sldMk cId="2758500736" sldId="271"/>
            <ac:spMk id="3" creationId="{84B8E209-D197-54D2-FA90-614220DCAA3C}"/>
          </ac:spMkLst>
        </pc:spChg>
      </pc:sldChg>
      <pc:sldChg chg="delSp modSp new mod">
        <pc:chgData name="KIRAN KUMAR GANTA" userId="04d4457b2c6f4d58" providerId="LiveId" clId="{415B0607-3D18-4380-816B-9D66A004EED0}" dt="2022-11-22T10:13:59.747" v="2077" actId="123"/>
        <pc:sldMkLst>
          <pc:docMk/>
          <pc:sldMk cId="3653190127" sldId="272"/>
        </pc:sldMkLst>
        <pc:spChg chg="del mod">
          <ac:chgData name="KIRAN KUMAR GANTA" userId="04d4457b2c6f4d58" providerId="LiveId" clId="{415B0607-3D18-4380-816B-9D66A004EED0}" dt="2022-11-22T10:10:43.954" v="1861" actId="478"/>
          <ac:spMkLst>
            <pc:docMk/>
            <pc:sldMk cId="3653190127" sldId="272"/>
            <ac:spMk id="2" creationId="{78291E25-DB65-D67D-55E1-1C04E811F0A3}"/>
          </ac:spMkLst>
        </pc:spChg>
        <pc:spChg chg="mod">
          <ac:chgData name="KIRAN KUMAR GANTA" userId="04d4457b2c6f4d58" providerId="LiveId" clId="{415B0607-3D18-4380-816B-9D66A004EED0}" dt="2022-11-22T10:13:59.747" v="2077" actId="123"/>
          <ac:spMkLst>
            <pc:docMk/>
            <pc:sldMk cId="3653190127" sldId="272"/>
            <ac:spMk id="3" creationId="{506F231C-6208-F025-E6AF-A625BE35EB83}"/>
          </ac:spMkLst>
        </pc:spChg>
      </pc:sldChg>
      <pc:sldChg chg="addSp delSp modSp new mod">
        <pc:chgData name="KIRAN KUMAR GANTA" userId="04d4457b2c6f4d58" providerId="LiveId" clId="{415B0607-3D18-4380-816B-9D66A004EED0}" dt="2022-11-23T00:22:07.413" v="2634" actId="123"/>
        <pc:sldMkLst>
          <pc:docMk/>
          <pc:sldMk cId="3695859695" sldId="273"/>
        </pc:sldMkLst>
        <pc:spChg chg="del mod">
          <ac:chgData name="KIRAN KUMAR GANTA" userId="04d4457b2c6f4d58" providerId="LiveId" clId="{415B0607-3D18-4380-816B-9D66A004EED0}" dt="2022-11-22T10:14:55.718" v="2080" actId="478"/>
          <ac:spMkLst>
            <pc:docMk/>
            <pc:sldMk cId="3695859695" sldId="273"/>
            <ac:spMk id="2" creationId="{94BB2080-21D0-F1DE-A9D1-FCD4990E2124}"/>
          </ac:spMkLst>
        </pc:spChg>
        <pc:spChg chg="mod">
          <ac:chgData name="KIRAN KUMAR GANTA" userId="04d4457b2c6f4d58" providerId="LiveId" clId="{415B0607-3D18-4380-816B-9D66A004EED0}" dt="2022-11-23T00:22:07.413" v="2634" actId="123"/>
          <ac:spMkLst>
            <pc:docMk/>
            <pc:sldMk cId="3695859695" sldId="273"/>
            <ac:spMk id="3" creationId="{08FB23B5-8DA9-7542-5D8E-8BA2B36C5599}"/>
          </ac:spMkLst>
        </pc:spChg>
        <pc:spChg chg="add mod">
          <ac:chgData name="KIRAN KUMAR GANTA" userId="04d4457b2c6f4d58" providerId="LiveId" clId="{415B0607-3D18-4380-816B-9D66A004EED0}" dt="2022-11-22T10:47:23.601" v="2338" actId="20577"/>
          <ac:spMkLst>
            <pc:docMk/>
            <pc:sldMk cId="3695859695" sldId="273"/>
            <ac:spMk id="4" creationId="{0386C79C-5562-CBCF-7E50-5E77E83F5C66}"/>
          </ac:spMkLst>
        </pc:spChg>
      </pc:sldChg>
      <pc:sldChg chg="delSp modSp new mod">
        <pc:chgData name="KIRAN KUMAR GANTA" userId="04d4457b2c6f4d58" providerId="LiveId" clId="{415B0607-3D18-4380-816B-9D66A004EED0}" dt="2022-11-23T00:25:42.108" v="2859" actId="123"/>
        <pc:sldMkLst>
          <pc:docMk/>
          <pc:sldMk cId="2026968352" sldId="274"/>
        </pc:sldMkLst>
        <pc:spChg chg="del mod">
          <ac:chgData name="KIRAN KUMAR GANTA" userId="04d4457b2c6f4d58" providerId="LiveId" clId="{415B0607-3D18-4380-816B-9D66A004EED0}" dt="2022-11-23T00:22:23.940" v="2637" actId="478"/>
          <ac:spMkLst>
            <pc:docMk/>
            <pc:sldMk cId="2026968352" sldId="274"/>
            <ac:spMk id="2" creationId="{150100BA-6C40-A5E0-D970-7D222207E89F}"/>
          </ac:spMkLst>
        </pc:spChg>
        <pc:spChg chg="mod">
          <ac:chgData name="KIRAN KUMAR GANTA" userId="04d4457b2c6f4d58" providerId="LiveId" clId="{415B0607-3D18-4380-816B-9D66A004EED0}" dt="2022-11-23T00:25:42.108" v="2859" actId="123"/>
          <ac:spMkLst>
            <pc:docMk/>
            <pc:sldMk cId="2026968352" sldId="274"/>
            <ac:spMk id="3" creationId="{668703F4-1813-892A-D70C-11718D503101}"/>
          </ac:spMkLst>
        </pc:spChg>
      </pc:sldChg>
      <pc:sldChg chg="delSp modSp new mod">
        <pc:chgData name="KIRAN KUMAR GANTA" userId="04d4457b2c6f4d58" providerId="LiveId" clId="{415B0607-3D18-4380-816B-9D66A004EED0}" dt="2022-11-23T00:28:56.357" v="3087" actId="123"/>
        <pc:sldMkLst>
          <pc:docMk/>
          <pc:sldMk cId="2957383491" sldId="275"/>
        </pc:sldMkLst>
        <pc:spChg chg="del mod">
          <ac:chgData name="KIRAN KUMAR GANTA" userId="04d4457b2c6f4d58" providerId="LiveId" clId="{415B0607-3D18-4380-816B-9D66A004EED0}" dt="2022-11-23T00:25:52.933" v="2862" actId="478"/>
          <ac:spMkLst>
            <pc:docMk/>
            <pc:sldMk cId="2957383491" sldId="275"/>
            <ac:spMk id="2" creationId="{6B4DC175-5F8F-02D1-67EF-989E7DD6CB0E}"/>
          </ac:spMkLst>
        </pc:spChg>
        <pc:spChg chg="mod">
          <ac:chgData name="KIRAN KUMAR GANTA" userId="04d4457b2c6f4d58" providerId="LiveId" clId="{415B0607-3D18-4380-816B-9D66A004EED0}" dt="2022-11-23T00:28:56.357" v="3087" actId="123"/>
          <ac:spMkLst>
            <pc:docMk/>
            <pc:sldMk cId="2957383491" sldId="275"/>
            <ac:spMk id="3" creationId="{9C531A27-11BB-3D0C-6631-5379D78E199B}"/>
          </ac:spMkLst>
        </pc:spChg>
      </pc:sldChg>
      <pc:sldChg chg="delSp modSp new mod">
        <pc:chgData name="KIRAN KUMAR GANTA" userId="04d4457b2c6f4d58" providerId="LiveId" clId="{415B0607-3D18-4380-816B-9D66A004EED0}" dt="2022-11-23T00:34:22.033" v="3367" actId="14100"/>
        <pc:sldMkLst>
          <pc:docMk/>
          <pc:sldMk cId="2146524995" sldId="276"/>
        </pc:sldMkLst>
        <pc:spChg chg="del">
          <ac:chgData name="KIRAN KUMAR GANTA" userId="04d4457b2c6f4d58" providerId="LiveId" clId="{415B0607-3D18-4380-816B-9D66A004EED0}" dt="2022-11-23T00:29:08.611" v="3089" actId="478"/>
          <ac:spMkLst>
            <pc:docMk/>
            <pc:sldMk cId="2146524995" sldId="276"/>
            <ac:spMk id="2" creationId="{16BE8993-1ECF-8345-24B7-572F81021BD5}"/>
          </ac:spMkLst>
        </pc:spChg>
        <pc:spChg chg="mod">
          <ac:chgData name="KIRAN KUMAR GANTA" userId="04d4457b2c6f4d58" providerId="LiveId" clId="{415B0607-3D18-4380-816B-9D66A004EED0}" dt="2022-11-23T00:34:22.033" v="3367" actId="14100"/>
          <ac:spMkLst>
            <pc:docMk/>
            <pc:sldMk cId="2146524995" sldId="276"/>
            <ac:spMk id="3" creationId="{03CF843A-ACC6-4F63-ED60-590DDF5B439D}"/>
          </ac:spMkLst>
        </pc:spChg>
      </pc:sldChg>
      <pc:sldChg chg="delSp modSp new mod">
        <pc:chgData name="KIRAN KUMAR GANTA" userId="04d4457b2c6f4d58" providerId="LiveId" clId="{415B0607-3D18-4380-816B-9D66A004EED0}" dt="2022-11-23T00:41:50.348" v="3594" actId="123"/>
        <pc:sldMkLst>
          <pc:docMk/>
          <pc:sldMk cId="1414182164" sldId="277"/>
        </pc:sldMkLst>
        <pc:spChg chg="del mod">
          <ac:chgData name="KIRAN KUMAR GANTA" userId="04d4457b2c6f4d58" providerId="LiveId" clId="{415B0607-3D18-4380-816B-9D66A004EED0}" dt="2022-11-23T00:34:40.034" v="3370" actId="478"/>
          <ac:spMkLst>
            <pc:docMk/>
            <pc:sldMk cId="1414182164" sldId="277"/>
            <ac:spMk id="2" creationId="{6251E59C-7F51-2616-1C3F-48746BCD2CA9}"/>
          </ac:spMkLst>
        </pc:spChg>
        <pc:spChg chg="mod">
          <ac:chgData name="KIRAN KUMAR GANTA" userId="04d4457b2c6f4d58" providerId="LiveId" clId="{415B0607-3D18-4380-816B-9D66A004EED0}" dt="2022-11-23T00:41:50.348" v="3594" actId="123"/>
          <ac:spMkLst>
            <pc:docMk/>
            <pc:sldMk cId="1414182164" sldId="277"/>
            <ac:spMk id="3" creationId="{BBA4833D-A393-F722-CAA9-C34A2200418A}"/>
          </ac:spMkLst>
        </pc:spChg>
      </pc:sldChg>
      <pc:sldChg chg="delSp modSp new mod">
        <pc:chgData name="KIRAN KUMAR GANTA" userId="04d4457b2c6f4d58" providerId="LiveId" clId="{415B0607-3D18-4380-816B-9D66A004EED0}" dt="2022-11-23T00:45:58.846" v="3789" actId="123"/>
        <pc:sldMkLst>
          <pc:docMk/>
          <pc:sldMk cId="3434561862" sldId="278"/>
        </pc:sldMkLst>
        <pc:spChg chg="del mod">
          <ac:chgData name="KIRAN KUMAR GANTA" userId="04d4457b2c6f4d58" providerId="LiveId" clId="{415B0607-3D18-4380-816B-9D66A004EED0}" dt="2022-11-23T00:42:01.803" v="3597" actId="478"/>
          <ac:spMkLst>
            <pc:docMk/>
            <pc:sldMk cId="3434561862" sldId="278"/>
            <ac:spMk id="2" creationId="{51FD3476-EC2A-18A1-8DFC-50FFB694F4A4}"/>
          </ac:spMkLst>
        </pc:spChg>
        <pc:spChg chg="mod">
          <ac:chgData name="KIRAN KUMAR GANTA" userId="04d4457b2c6f4d58" providerId="LiveId" clId="{415B0607-3D18-4380-816B-9D66A004EED0}" dt="2022-11-23T00:45:58.846" v="3789" actId="123"/>
          <ac:spMkLst>
            <pc:docMk/>
            <pc:sldMk cId="3434561862" sldId="278"/>
            <ac:spMk id="3" creationId="{F1CC810F-4B1C-0B6C-E977-549B0ADCCC3B}"/>
          </ac:spMkLst>
        </pc:spChg>
      </pc:sldChg>
      <pc:sldChg chg="delSp modSp new mod">
        <pc:chgData name="KIRAN KUMAR GANTA" userId="04d4457b2c6f4d58" providerId="LiveId" clId="{415B0607-3D18-4380-816B-9D66A004EED0}" dt="2022-11-23T00:48:57.612" v="3974" actId="123"/>
        <pc:sldMkLst>
          <pc:docMk/>
          <pc:sldMk cId="3425082150" sldId="279"/>
        </pc:sldMkLst>
        <pc:spChg chg="del mod">
          <ac:chgData name="KIRAN KUMAR GANTA" userId="04d4457b2c6f4d58" providerId="LiveId" clId="{415B0607-3D18-4380-816B-9D66A004EED0}" dt="2022-11-23T00:46:06.762" v="3792" actId="478"/>
          <ac:spMkLst>
            <pc:docMk/>
            <pc:sldMk cId="3425082150" sldId="279"/>
            <ac:spMk id="2" creationId="{04D80463-BE7B-ED63-7CF7-8B00AAF58365}"/>
          </ac:spMkLst>
        </pc:spChg>
        <pc:spChg chg="mod">
          <ac:chgData name="KIRAN KUMAR GANTA" userId="04d4457b2c6f4d58" providerId="LiveId" clId="{415B0607-3D18-4380-816B-9D66A004EED0}" dt="2022-11-23T00:48:57.612" v="3974" actId="123"/>
          <ac:spMkLst>
            <pc:docMk/>
            <pc:sldMk cId="3425082150" sldId="279"/>
            <ac:spMk id="3" creationId="{98EAFA4C-BD9E-0554-C08A-C8929C9E1305}"/>
          </ac:spMkLst>
        </pc:spChg>
      </pc:sldChg>
      <pc:sldChg chg="delSp modSp new mod">
        <pc:chgData name="KIRAN KUMAR GANTA" userId="04d4457b2c6f4d58" providerId="LiveId" clId="{415B0607-3D18-4380-816B-9D66A004EED0}" dt="2022-11-23T00:51:35.466" v="4163" actId="123"/>
        <pc:sldMkLst>
          <pc:docMk/>
          <pc:sldMk cId="2076612004" sldId="280"/>
        </pc:sldMkLst>
        <pc:spChg chg="del mod">
          <ac:chgData name="KIRAN KUMAR GANTA" userId="04d4457b2c6f4d58" providerId="LiveId" clId="{415B0607-3D18-4380-816B-9D66A004EED0}" dt="2022-11-23T00:49:08.086" v="3977" actId="478"/>
          <ac:spMkLst>
            <pc:docMk/>
            <pc:sldMk cId="2076612004" sldId="280"/>
            <ac:spMk id="2" creationId="{32E994F3-2019-6BB5-6074-5471C45CE759}"/>
          </ac:spMkLst>
        </pc:spChg>
        <pc:spChg chg="mod">
          <ac:chgData name="KIRAN KUMAR GANTA" userId="04d4457b2c6f4d58" providerId="LiveId" clId="{415B0607-3D18-4380-816B-9D66A004EED0}" dt="2022-11-23T00:51:35.466" v="4163" actId="123"/>
          <ac:spMkLst>
            <pc:docMk/>
            <pc:sldMk cId="2076612004" sldId="280"/>
            <ac:spMk id="3" creationId="{C9242765-0CE3-2B9A-CE0B-990E2FFC66CC}"/>
          </ac:spMkLst>
        </pc:spChg>
      </pc:sldChg>
      <pc:sldChg chg="delSp modSp new mod">
        <pc:chgData name="KIRAN KUMAR GANTA" userId="04d4457b2c6f4d58" providerId="LiveId" clId="{415B0607-3D18-4380-816B-9D66A004EED0}" dt="2022-11-23T00:55:14.908" v="4405" actId="123"/>
        <pc:sldMkLst>
          <pc:docMk/>
          <pc:sldMk cId="2711076953" sldId="281"/>
        </pc:sldMkLst>
        <pc:spChg chg="del mod">
          <ac:chgData name="KIRAN KUMAR GANTA" userId="04d4457b2c6f4d58" providerId="LiveId" clId="{415B0607-3D18-4380-816B-9D66A004EED0}" dt="2022-11-23T00:51:44.714" v="4166" actId="478"/>
          <ac:spMkLst>
            <pc:docMk/>
            <pc:sldMk cId="2711076953" sldId="281"/>
            <ac:spMk id="2" creationId="{FF2080A3-272E-BDE3-98DB-B27B0EF8FD2A}"/>
          </ac:spMkLst>
        </pc:spChg>
        <pc:spChg chg="mod">
          <ac:chgData name="KIRAN KUMAR GANTA" userId="04d4457b2c6f4d58" providerId="LiveId" clId="{415B0607-3D18-4380-816B-9D66A004EED0}" dt="2022-11-23T00:55:14.908" v="4405" actId="123"/>
          <ac:spMkLst>
            <pc:docMk/>
            <pc:sldMk cId="2711076953" sldId="281"/>
            <ac:spMk id="3" creationId="{D50209E1-216A-4AEC-B69A-024ED48ABF25}"/>
          </ac:spMkLst>
        </pc:spChg>
      </pc:sldChg>
      <pc:sldChg chg="delSp modSp new mod">
        <pc:chgData name="KIRAN KUMAR GANTA" userId="04d4457b2c6f4d58" providerId="LiveId" clId="{415B0607-3D18-4380-816B-9D66A004EED0}" dt="2022-11-23T00:58:55.957" v="4644" actId="123"/>
        <pc:sldMkLst>
          <pc:docMk/>
          <pc:sldMk cId="2851204071" sldId="282"/>
        </pc:sldMkLst>
        <pc:spChg chg="del mod">
          <ac:chgData name="KIRAN KUMAR GANTA" userId="04d4457b2c6f4d58" providerId="LiveId" clId="{415B0607-3D18-4380-816B-9D66A004EED0}" dt="2022-11-23T00:55:24.765" v="4408" actId="478"/>
          <ac:spMkLst>
            <pc:docMk/>
            <pc:sldMk cId="2851204071" sldId="282"/>
            <ac:spMk id="2" creationId="{AE04B9A2-5ECE-C2B2-E826-56D8B800CA23}"/>
          </ac:spMkLst>
        </pc:spChg>
        <pc:spChg chg="mod">
          <ac:chgData name="KIRAN KUMAR GANTA" userId="04d4457b2c6f4d58" providerId="LiveId" clId="{415B0607-3D18-4380-816B-9D66A004EED0}" dt="2022-11-23T00:58:55.957" v="4644" actId="123"/>
          <ac:spMkLst>
            <pc:docMk/>
            <pc:sldMk cId="2851204071" sldId="282"/>
            <ac:spMk id="3" creationId="{F12BD6D4-CBAA-AEA2-A98E-E5FE37EC7961}"/>
          </ac:spMkLst>
        </pc:spChg>
      </pc:sldChg>
      <pc:sldChg chg="delSp modSp new mod">
        <pc:chgData name="KIRAN KUMAR GANTA" userId="04d4457b2c6f4d58" providerId="LiveId" clId="{415B0607-3D18-4380-816B-9D66A004EED0}" dt="2022-11-23T01:04:41.489" v="4902" actId="123"/>
        <pc:sldMkLst>
          <pc:docMk/>
          <pc:sldMk cId="554223680" sldId="283"/>
        </pc:sldMkLst>
        <pc:spChg chg="del mod">
          <ac:chgData name="KIRAN KUMAR GANTA" userId="04d4457b2c6f4d58" providerId="LiveId" clId="{415B0607-3D18-4380-816B-9D66A004EED0}" dt="2022-11-23T00:59:08.369" v="4647" actId="478"/>
          <ac:spMkLst>
            <pc:docMk/>
            <pc:sldMk cId="554223680" sldId="283"/>
            <ac:spMk id="2" creationId="{196DAEF5-56C2-DB92-93AA-6780322E9EF4}"/>
          </ac:spMkLst>
        </pc:spChg>
        <pc:spChg chg="mod">
          <ac:chgData name="KIRAN KUMAR GANTA" userId="04d4457b2c6f4d58" providerId="LiveId" clId="{415B0607-3D18-4380-816B-9D66A004EED0}" dt="2022-11-23T01:04:41.489" v="4902" actId="123"/>
          <ac:spMkLst>
            <pc:docMk/>
            <pc:sldMk cId="554223680" sldId="283"/>
            <ac:spMk id="3" creationId="{07EFD1C8-9DB6-76A3-652E-782D67431108}"/>
          </ac:spMkLst>
        </pc:spChg>
      </pc:sldChg>
      <pc:sldChg chg="delSp modSp new mod">
        <pc:chgData name="KIRAN KUMAR GANTA" userId="04d4457b2c6f4d58" providerId="LiveId" clId="{415B0607-3D18-4380-816B-9D66A004EED0}" dt="2022-11-23T01:08:07.642" v="5138" actId="123"/>
        <pc:sldMkLst>
          <pc:docMk/>
          <pc:sldMk cId="3048807994" sldId="284"/>
        </pc:sldMkLst>
        <pc:spChg chg="del mod">
          <ac:chgData name="KIRAN KUMAR GANTA" userId="04d4457b2c6f4d58" providerId="LiveId" clId="{415B0607-3D18-4380-816B-9D66A004EED0}" dt="2022-11-23T01:04:50.569" v="4905" actId="478"/>
          <ac:spMkLst>
            <pc:docMk/>
            <pc:sldMk cId="3048807994" sldId="284"/>
            <ac:spMk id="2" creationId="{3EB8A20C-1B53-A039-533F-016C23B9E282}"/>
          </ac:spMkLst>
        </pc:spChg>
        <pc:spChg chg="mod">
          <ac:chgData name="KIRAN KUMAR GANTA" userId="04d4457b2c6f4d58" providerId="LiveId" clId="{415B0607-3D18-4380-816B-9D66A004EED0}" dt="2022-11-23T01:08:07.642" v="5138" actId="123"/>
          <ac:spMkLst>
            <pc:docMk/>
            <pc:sldMk cId="3048807994" sldId="284"/>
            <ac:spMk id="3" creationId="{F1A50A26-F082-840C-73DB-10EA2A889E6D}"/>
          </ac:spMkLst>
        </pc:spChg>
      </pc:sldChg>
      <pc:sldChg chg="delSp modSp new mod">
        <pc:chgData name="KIRAN KUMAR GANTA" userId="04d4457b2c6f4d58" providerId="LiveId" clId="{415B0607-3D18-4380-816B-9D66A004EED0}" dt="2022-11-23T01:13:14.652" v="5413" actId="123"/>
        <pc:sldMkLst>
          <pc:docMk/>
          <pc:sldMk cId="3989849634" sldId="285"/>
        </pc:sldMkLst>
        <pc:spChg chg="del mod">
          <ac:chgData name="KIRAN KUMAR GANTA" userId="04d4457b2c6f4d58" providerId="LiveId" clId="{415B0607-3D18-4380-816B-9D66A004EED0}" dt="2022-11-23T01:08:17.001" v="5141" actId="478"/>
          <ac:spMkLst>
            <pc:docMk/>
            <pc:sldMk cId="3989849634" sldId="285"/>
            <ac:spMk id="2" creationId="{14128927-5B53-CE8A-5136-7B4C64070892}"/>
          </ac:spMkLst>
        </pc:spChg>
        <pc:spChg chg="mod">
          <ac:chgData name="KIRAN KUMAR GANTA" userId="04d4457b2c6f4d58" providerId="LiveId" clId="{415B0607-3D18-4380-816B-9D66A004EED0}" dt="2022-11-23T01:13:14.652" v="5413" actId="123"/>
          <ac:spMkLst>
            <pc:docMk/>
            <pc:sldMk cId="3989849634" sldId="285"/>
            <ac:spMk id="3" creationId="{E585D727-34B0-2473-5288-8831680C0560}"/>
          </ac:spMkLst>
        </pc:spChg>
      </pc:sldChg>
      <pc:sldChg chg="delSp modSp new mod">
        <pc:chgData name="KIRAN KUMAR GANTA" userId="04d4457b2c6f4d58" providerId="LiveId" clId="{415B0607-3D18-4380-816B-9D66A004EED0}" dt="2022-11-23T01:20:11.285" v="5761" actId="123"/>
        <pc:sldMkLst>
          <pc:docMk/>
          <pc:sldMk cId="2385653247" sldId="286"/>
        </pc:sldMkLst>
        <pc:spChg chg="del mod">
          <ac:chgData name="KIRAN KUMAR GANTA" userId="04d4457b2c6f4d58" providerId="LiveId" clId="{415B0607-3D18-4380-816B-9D66A004EED0}" dt="2022-11-23T01:13:23.214" v="5416" actId="478"/>
          <ac:spMkLst>
            <pc:docMk/>
            <pc:sldMk cId="2385653247" sldId="286"/>
            <ac:spMk id="2" creationId="{F5D3699B-8D4A-41D8-1DB2-8CA44D85E84E}"/>
          </ac:spMkLst>
        </pc:spChg>
        <pc:spChg chg="mod">
          <ac:chgData name="KIRAN KUMAR GANTA" userId="04d4457b2c6f4d58" providerId="LiveId" clId="{415B0607-3D18-4380-816B-9D66A004EED0}" dt="2022-11-23T01:20:11.285" v="5761" actId="123"/>
          <ac:spMkLst>
            <pc:docMk/>
            <pc:sldMk cId="2385653247" sldId="286"/>
            <ac:spMk id="3" creationId="{365A3785-C94D-22E4-D230-91E8CF97454C}"/>
          </ac:spMkLst>
        </pc:spChg>
      </pc:sldChg>
      <pc:sldChg chg="delSp modSp new mod">
        <pc:chgData name="KIRAN KUMAR GANTA" userId="04d4457b2c6f4d58" providerId="LiveId" clId="{415B0607-3D18-4380-816B-9D66A004EED0}" dt="2022-11-23T01:26:34.543" v="6035" actId="20577"/>
        <pc:sldMkLst>
          <pc:docMk/>
          <pc:sldMk cId="1075459983" sldId="287"/>
        </pc:sldMkLst>
        <pc:spChg chg="del mod">
          <ac:chgData name="KIRAN KUMAR GANTA" userId="04d4457b2c6f4d58" providerId="LiveId" clId="{415B0607-3D18-4380-816B-9D66A004EED0}" dt="2022-11-23T01:20:52.199" v="5764" actId="478"/>
          <ac:spMkLst>
            <pc:docMk/>
            <pc:sldMk cId="1075459983" sldId="287"/>
            <ac:spMk id="2" creationId="{618C51CF-C869-B4C1-72A7-13CFA0C2E98F}"/>
          </ac:spMkLst>
        </pc:spChg>
        <pc:spChg chg="mod">
          <ac:chgData name="KIRAN KUMAR GANTA" userId="04d4457b2c6f4d58" providerId="LiveId" clId="{415B0607-3D18-4380-816B-9D66A004EED0}" dt="2022-11-23T01:26:34.543" v="6035" actId="20577"/>
          <ac:spMkLst>
            <pc:docMk/>
            <pc:sldMk cId="1075459983" sldId="287"/>
            <ac:spMk id="3" creationId="{67861C45-1915-7E28-1458-CDD63317952B}"/>
          </ac:spMkLst>
        </pc:spChg>
      </pc:sldChg>
      <pc:sldChg chg="delSp modSp new mod">
        <pc:chgData name="KIRAN KUMAR GANTA" userId="04d4457b2c6f4d58" providerId="LiveId" clId="{415B0607-3D18-4380-816B-9D66A004EED0}" dt="2022-12-03T13:27:18.705" v="6110" actId="20577"/>
        <pc:sldMkLst>
          <pc:docMk/>
          <pc:sldMk cId="2121323624" sldId="288"/>
        </pc:sldMkLst>
        <pc:spChg chg="del mod">
          <ac:chgData name="KIRAN KUMAR GANTA" userId="04d4457b2c6f4d58" providerId="LiveId" clId="{415B0607-3D18-4380-816B-9D66A004EED0}" dt="2022-11-23T01:26:04.018" v="6032" actId="478"/>
          <ac:spMkLst>
            <pc:docMk/>
            <pc:sldMk cId="2121323624" sldId="288"/>
            <ac:spMk id="2" creationId="{D085BAA4-022D-23C4-1CB1-74F0D72F0B4B}"/>
          </ac:spMkLst>
        </pc:spChg>
        <pc:spChg chg="mod">
          <ac:chgData name="KIRAN KUMAR GANTA" userId="04d4457b2c6f4d58" providerId="LiveId" clId="{415B0607-3D18-4380-816B-9D66A004EED0}" dt="2022-12-03T13:27:18.705" v="6110" actId="20577"/>
          <ac:spMkLst>
            <pc:docMk/>
            <pc:sldMk cId="2121323624" sldId="288"/>
            <ac:spMk id="3" creationId="{D2CB2731-D2D5-7C95-FAB3-D88A823FF975}"/>
          </ac:spMkLst>
        </pc:spChg>
      </pc:sldChg>
    </pc:docChg>
  </pc:docChgLst>
  <pc:docChgLst>
    <pc:chgData name="KIRAN KUMAR GANTA" userId="04d4457b2c6f4d58" providerId="LiveId" clId="{7732D2CA-B0F2-4067-A0C8-DF1E5A25DBD1}"/>
    <pc:docChg chg="modSld">
      <pc:chgData name="KIRAN KUMAR GANTA" userId="04d4457b2c6f4d58" providerId="LiveId" clId="{7732D2CA-B0F2-4067-A0C8-DF1E5A25DBD1}" dt="2023-02-24T17:12:34.270" v="113" actId="14100"/>
      <pc:docMkLst>
        <pc:docMk/>
      </pc:docMkLst>
      <pc:sldChg chg="modSp mod">
        <pc:chgData name="KIRAN KUMAR GANTA" userId="04d4457b2c6f4d58" providerId="LiveId" clId="{7732D2CA-B0F2-4067-A0C8-DF1E5A25DBD1}" dt="2023-02-24T17:03:12.634" v="5" actId="20577"/>
        <pc:sldMkLst>
          <pc:docMk/>
          <pc:sldMk cId="254231029" sldId="257"/>
        </pc:sldMkLst>
        <pc:spChg chg="mod">
          <ac:chgData name="KIRAN KUMAR GANTA" userId="04d4457b2c6f4d58" providerId="LiveId" clId="{7732D2CA-B0F2-4067-A0C8-DF1E5A25DBD1}" dt="2023-02-24T17:03:12.634" v="5" actId="20577"/>
          <ac:spMkLst>
            <pc:docMk/>
            <pc:sldMk cId="254231029" sldId="257"/>
            <ac:spMk id="3" creationId="{8D25DC3E-2454-8DA3-9DD3-8254F51563EE}"/>
          </ac:spMkLst>
        </pc:spChg>
      </pc:sldChg>
      <pc:sldChg chg="modSp mod">
        <pc:chgData name="KIRAN KUMAR GANTA" userId="04d4457b2c6f4d58" providerId="LiveId" clId="{7732D2CA-B0F2-4067-A0C8-DF1E5A25DBD1}" dt="2023-02-24T17:03:31.551" v="8" actId="14100"/>
        <pc:sldMkLst>
          <pc:docMk/>
          <pc:sldMk cId="692752379" sldId="258"/>
        </pc:sldMkLst>
        <pc:spChg chg="mod">
          <ac:chgData name="KIRAN KUMAR GANTA" userId="04d4457b2c6f4d58" providerId="LiveId" clId="{7732D2CA-B0F2-4067-A0C8-DF1E5A25DBD1}" dt="2023-02-24T17:03:31.551" v="8" actId="14100"/>
          <ac:spMkLst>
            <pc:docMk/>
            <pc:sldMk cId="692752379" sldId="258"/>
            <ac:spMk id="3" creationId="{69CE144C-5F01-EF62-C9C7-477277A47638}"/>
          </ac:spMkLst>
        </pc:spChg>
      </pc:sldChg>
      <pc:sldChg chg="modSp mod">
        <pc:chgData name="KIRAN KUMAR GANTA" userId="04d4457b2c6f4d58" providerId="LiveId" clId="{7732D2CA-B0F2-4067-A0C8-DF1E5A25DBD1}" dt="2023-02-24T17:03:46.565" v="11" actId="14100"/>
        <pc:sldMkLst>
          <pc:docMk/>
          <pc:sldMk cId="2745039445" sldId="259"/>
        </pc:sldMkLst>
        <pc:spChg chg="mod">
          <ac:chgData name="KIRAN KUMAR GANTA" userId="04d4457b2c6f4d58" providerId="LiveId" clId="{7732D2CA-B0F2-4067-A0C8-DF1E5A25DBD1}" dt="2023-02-24T17:03:46.565" v="11" actId="14100"/>
          <ac:spMkLst>
            <pc:docMk/>
            <pc:sldMk cId="2745039445" sldId="259"/>
            <ac:spMk id="3" creationId="{3F7F7275-821A-7B23-BE3E-B9410147340D}"/>
          </ac:spMkLst>
        </pc:spChg>
      </pc:sldChg>
      <pc:sldChg chg="modSp mod">
        <pc:chgData name="KIRAN KUMAR GANTA" userId="04d4457b2c6f4d58" providerId="LiveId" clId="{7732D2CA-B0F2-4067-A0C8-DF1E5A25DBD1}" dt="2023-02-24T17:04:02.466" v="14" actId="14100"/>
        <pc:sldMkLst>
          <pc:docMk/>
          <pc:sldMk cId="3259336835" sldId="260"/>
        </pc:sldMkLst>
        <pc:spChg chg="mod">
          <ac:chgData name="KIRAN KUMAR GANTA" userId="04d4457b2c6f4d58" providerId="LiveId" clId="{7732D2CA-B0F2-4067-A0C8-DF1E5A25DBD1}" dt="2023-02-24T17:04:02.466" v="14" actId="14100"/>
          <ac:spMkLst>
            <pc:docMk/>
            <pc:sldMk cId="3259336835" sldId="260"/>
            <ac:spMk id="3" creationId="{BD0CAEFC-D594-A38A-CE5E-25A0316665E1}"/>
          </ac:spMkLst>
        </pc:spChg>
      </pc:sldChg>
      <pc:sldChg chg="modSp mod">
        <pc:chgData name="KIRAN KUMAR GANTA" userId="04d4457b2c6f4d58" providerId="LiveId" clId="{7732D2CA-B0F2-4067-A0C8-DF1E5A25DBD1}" dt="2023-02-24T17:04:16.622" v="17" actId="14100"/>
        <pc:sldMkLst>
          <pc:docMk/>
          <pc:sldMk cId="3231654361" sldId="261"/>
        </pc:sldMkLst>
        <pc:spChg chg="mod">
          <ac:chgData name="KIRAN KUMAR GANTA" userId="04d4457b2c6f4d58" providerId="LiveId" clId="{7732D2CA-B0F2-4067-A0C8-DF1E5A25DBD1}" dt="2023-02-24T17:04:16.622" v="17" actId="14100"/>
          <ac:spMkLst>
            <pc:docMk/>
            <pc:sldMk cId="3231654361" sldId="261"/>
            <ac:spMk id="3" creationId="{0A237550-1DE1-9F96-6294-BBF931B4F42B}"/>
          </ac:spMkLst>
        </pc:spChg>
      </pc:sldChg>
      <pc:sldChg chg="modSp mod">
        <pc:chgData name="KIRAN KUMAR GANTA" userId="04d4457b2c6f4d58" providerId="LiveId" clId="{7732D2CA-B0F2-4067-A0C8-DF1E5A25DBD1}" dt="2023-02-24T17:04:30.103" v="20" actId="14100"/>
        <pc:sldMkLst>
          <pc:docMk/>
          <pc:sldMk cId="2471644895" sldId="262"/>
        </pc:sldMkLst>
        <pc:spChg chg="mod">
          <ac:chgData name="KIRAN KUMAR GANTA" userId="04d4457b2c6f4d58" providerId="LiveId" clId="{7732D2CA-B0F2-4067-A0C8-DF1E5A25DBD1}" dt="2023-02-24T17:04:30.103" v="20" actId="14100"/>
          <ac:spMkLst>
            <pc:docMk/>
            <pc:sldMk cId="2471644895" sldId="262"/>
            <ac:spMk id="3" creationId="{ED5E6109-DE52-D3E6-2B6D-0F9DD5E9BD64}"/>
          </ac:spMkLst>
        </pc:spChg>
      </pc:sldChg>
      <pc:sldChg chg="modSp mod">
        <pc:chgData name="KIRAN KUMAR GANTA" userId="04d4457b2c6f4d58" providerId="LiveId" clId="{7732D2CA-B0F2-4067-A0C8-DF1E5A25DBD1}" dt="2023-02-24T17:04:43.647" v="23" actId="14100"/>
        <pc:sldMkLst>
          <pc:docMk/>
          <pc:sldMk cId="3406206606" sldId="263"/>
        </pc:sldMkLst>
        <pc:spChg chg="mod">
          <ac:chgData name="KIRAN KUMAR GANTA" userId="04d4457b2c6f4d58" providerId="LiveId" clId="{7732D2CA-B0F2-4067-A0C8-DF1E5A25DBD1}" dt="2023-02-24T17:04:43.647" v="23" actId="14100"/>
          <ac:spMkLst>
            <pc:docMk/>
            <pc:sldMk cId="3406206606" sldId="263"/>
            <ac:spMk id="3" creationId="{83435682-F3C7-456E-8725-FBF18D75BED0}"/>
          </ac:spMkLst>
        </pc:spChg>
      </pc:sldChg>
      <pc:sldChg chg="modSp mod">
        <pc:chgData name="KIRAN KUMAR GANTA" userId="04d4457b2c6f4d58" providerId="LiveId" clId="{7732D2CA-B0F2-4067-A0C8-DF1E5A25DBD1}" dt="2023-02-24T17:04:59.908" v="26" actId="14100"/>
        <pc:sldMkLst>
          <pc:docMk/>
          <pc:sldMk cId="2366335118" sldId="264"/>
        </pc:sldMkLst>
        <pc:spChg chg="mod">
          <ac:chgData name="KIRAN KUMAR GANTA" userId="04d4457b2c6f4d58" providerId="LiveId" clId="{7732D2CA-B0F2-4067-A0C8-DF1E5A25DBD1}" dt="2023-02-24T17:04:59.908" v="26" actId="14100"/>
          <ac:spMkLst>
            <pc:docMk/>
            <pc:sldMk cId="2366335118" sldId="264"/>
            <ac:spMk id="3" creationId="{12232249-F00A-336E-BF6A-27A16CE2F241}"/>
          </ac:spMkLst>
        </pc:spChg>
      </pc:sldChg>
      <pc:sldChg chg="modSp mod">
        <pc:chgData name="KIRAN KUMAR GANTA" userId="04d4457b2c6f4d58" providerId="LiveId" clId="{7732D2CA-B0F2-4067-A0C8-DF1E5A25DBD1}" dt="2023-02-24T17:05:19.355" v="30" actId="14100"/>
        <pc:sldMkLst>
          <pc:docMk/>
          <pc:sldMk cId="3726046492" sldId="265"/>
        </pc:sldMkLst>
        <pc:spChg chg="mod">
          <ac:chgData name="KIRAN KUMAR GANTA" userId="04d4457b2c6f4d58" providerId="LiveId" clId="{7732D2CA-B0F2-4067-A0C8-DF1E5A25DBD1}" dt="2023-02-24T17:05:19.355" v="30" actId="14100"/>
          <ac:spMkLst>
            <pc:docMk/>
            <pc:sldMk cId="3726046492" sldId="265"/>
            <ac:spMk id="3" creationId="{9F32EDFA-9473-79EE-0F35-48D6FE17308F}"/>
          </ac:spMkLst>
        </pc:spChg>
      </pc:sldChg>
      <pc:sldChg chg="modSp mod">
        <pc:chgData name="KIRAN KUMAR GANTA" userId="04d4457b2c6f4d58" providerId="LiveId" clId="{7732D2CA-B0F2-4067-A0C8-DF1E5A25DBD1}" dt="2023-02-24T17:05:39.297" v="34" actId="14100"/>
        <pc:sldMkLst>
          <pc:docMk/>
          <pc:sldMk cId="1208186571" sldId="266"/>
        </pc:sldMkLst>
        <pc:spChg chg="mod">
          <ac:chgData name="KIRAN KUMAR GANTA" userId="04d4457b2c6f4d58" providerId="LiveId" clId="{7732D2CA-B0F2-4067-A0C8-DF1E5A25DBD1}" dt="2023-02-24T17:05:39.297" v="34" actId="14100"/>
          <ac:spMkLst>
            <pc:docMk/>
            <pc:sldMk cId="1208186571" sldId="266"/>
            <ac:spMk id="3" creationId="{F1C208E4-8FE0-3F9B-F449-7A80C294134C}"/>
          </ac:spMkLst>
        </pc:spChg>
      </pc:sldChg>
      <pc:sldChg chg="modSp mod">
        <pc:chgData name="KIRAN KUMAR GANTA" userId="04d4457b2c6f4d58" providerId="LiveId" clId="{7732D2CA-B0F2-4067-A0C8-DF1E5A25DBD1}" dt="2023-02-24T17:05:59.654" v="37" actId="14100"/>
        <pc:sldMkLst>
          <pc:docMk/>
          <pc:sldMk cId="1105230622" sldId="267"/>
        </pc:sldMkLst>
        <pc:spChg chg="mod">
          <ac:chgData name="KIRAN KUMAR GANTA" userId="04d4457b2c6f4d58" providerId="LiveId" clId="{7732D2CA-B0F2-4067-A0C8-DF1E5A25DBD1}" dt="2023-02-24T17:05:59.654" v="37" actId="14100"/>
          <ac:spMkLst>
            <pc:docMk/>
            <pc:sldMk cId="1105230622" sldId="267"/>
            <ac:spMk id="3" creationId="{4FE0DC40-B0EA-D63B-E4B6-70164DE9D2E3}"/>
          </ac:spMkLst>
        </pc:spChg>
      </pc:sldChg>
      <pc:sldChg chg="modSp mod">
        <pc:chgData name="KIRAN KUMAR GANTA" userId="04d4457b2c6f4d58" providerId="LiveId" clId="{7732D2CA-B0F2-4067-A0C8-DF1E5A25DBD1}" dt="2023-02-24T17:06:15.554" v="40" actId="14100"/>
        <pc:sldMkLst>
          <pc:docMk/>
          <pc:sldMk cId="921741312" sldId="268"/>
        </pc:sldMkLst>
        <pc:spChg chg="mod">
          <ac:chgData name="KIRAN KUMAR GANTA" userId="04d4457b2c6f4d58" providerId="LiveId" clId="{7732D2CA-B0F2-4067-A0C8-DF1E5A25DBD1}" dt="2023-02-24T17:06:15.554" v="40" actId="14100"/>
          <ac:spMkLst>
            <pc:docMk/>
            <pc:sldMk cId="921741312" sldId="268"/>
            <ac:spMk id="3" creationId="{837DD3FD-F0EB-8CF6-8476-A685D9C43EF1}"/>
          </ac:spMkLst>
        </pc:spChg>
      </pc:sldChg>
      <pc:sldChg chg="modSp mod">
        <pc:chgData name="KIRAN KUMAR GANTA" userId="04d4457b2c6f4d58" providerId="LiveId" clId="{7732D2CA-B0F2-4067-A0C8-DF1E5A25DBD1}" dt="2023-02-24T17:06:38.871" v="43" actId="14100"/>
        <pc:sldMkLst>
          <pc:docMk/>
          <pc:sldMk cId="3188229740" sldId="269"/>
        </pc:sldMkLst>
        <pc:spChg chg="mod">
          <ac:chgData name="KIRAN KUMAR GANTA" userId="04d4457b2c6f4d58" providerId="LiveId" clId="{7732D2CA-B0F2-4067-A0C8-DF1E5A25DBD1}" dt="2023-02-24T17:06:38.871" v="43" actId="14100"/>
          <ac:spMkLst>
            <pc:docMk/>
            <pc:sldMk cId="3188229740" sldId="269"/>
            <ac:spMk id="3" creationId="{4D6EDC61-D907-181C-909A-F0EF15A8407C}"/>
          </ac:spMkLst>
        </pc:spChg>
      </pc:sldChg>
      <pc:sldChg chg="modSp mod">
        <pc:chgData name="KIRAN KUMAR GANTA" userId="04d4457b2c6f4d58" providerId="LiveId" clId="{7732D2CA-B0F2-4067-A0C8-DF1E5A25DBD1}" dt="2023-02-24T17:06:54.493" v="46" actId="14100"/>
        <pc:sldMkLst>
          <pc:docMk/>
          <pc:sldMk cId="1343770880" sldId="270"/>
        </pc:sldMkLst>
        <pc:spChg chg="mod">
          <ac:chgData name="KIRAN KUMAR GANTA" userId="04d4457b2c6f4d58" providerId="LiveId" clId="{7732D2CA-B0F2-4067-A0C8-DF1E5A25DBD1}" dt="2023-02-24T17:06:54.493" v="46" actId="14100"/>
          <ac:spMkLst>
            <pc:docMk/>
            <pc:sldMk cId="1343770880" sldId="270"/>
            <ac:spMk id="3" creationId="{1FEB0B71-DE53-634B-274E-6F27A9B49692}"/>
          </ac:spMkLst>
        </pc:spChg>
      </pc:sldChg>
      <pc:sldChg chg="modSp mod">
        <pc:chgData name="KIRAN KUMAR GANTA" userId="04d4457b2c6f4d58" providerId="LiveId" clId="{7732D2CA-B0F2-4067-A0C8-DF1E5A25DBD1}" dt="2023-02-24T17:07:10.669" v="49" actId="14100"/>
        <pc:sldMkLst>
          <pc:docMk/>
          <pc:sldMk cId="2758500736" sldId="271"/>
        </pc:sldMkLst>
        <pc:spChg chg="mod">
          <ac:chgData name="KIRAN KUMAR GANTA" userId="04d4457b2c6f4d58" providerId="LiveId" clId="{7732D2CA-B0F2-4067-A0C8-DF1E5A25DBD1}" dt="2023-02-24T17:07:10.669" v="49" actId="14100"/>
          <ac:spMkLst>
            <pc:docMk/>
            <pc:sldMk cId="2758500736" sldId="271"/>
            <ac:spMk id="3" creationId="{84B8E209-D197-54D2-FA90-614220DCAA3C}"/>
          </ac:spMkLst>
        </pc:spChg>
      </pc:sldChg>
      <pc:sldChg chg="modSp mod">
        <pc:chgData name="KIRAN KUMAR GANTA" userId="04d4457b2c6f4d58" providerId="LiveId" clId="{7732D2CA-B0F2-4067-A0C8-DF1E5A25DBD1}" dt="2023-02-24T17:07:27.253" v="52" actId="14100"/>
        <pc:sldMkLst>
          <pc:docMk/>
          <pc:sldMk cId="3653190127" sldId="272"/>
        </pc:sldMkLst>
        <pc:spChg chg="mod">
          <ac:chgData name="KIRAN KUMAR GANTA" userId="04d4457b2c6f4d58" providerId="LiveId" clId="{7732D2CA-B0F2-4067-A0C8-DF1E5A25DBD1}" dt="2023-02-24T17:07:27.253" v="52" actId="14100"/>
          <ac:spMkLst>
            <pc:docMk/>
            <pc:sldMk cId="3653190127" sldId="272"/>
            <ac:spMk id="3" creationId="{506F231C-6208-F025-E6AF-A625BE35EB83}"/>
          </ac:spMkLst>
        </pc:spChg>
      </pc:sldChg>
      <pc:sldChg chg="modSp mod">
        <pc:chgData name="KIRAN KUMAR GANTA" userId="04d4457b2c6f4d58" providerId="LiveId" clId="{7732D2CA-B0F2-4067-A0C8-DF1E5A25DBD1}" dt="2023-02-24T17:07:49.071" v="56" actId="14100"/>
        <pc:sldMkLst>
          <pc:docMk/>
          <pc:sldMk cId="3695859695" sldId="273"/>
        </pc:sldMkLst>
        <pc:spChg chg="mod">
          <ac:chgData name="KIRAN KUMAR GANTA" userId="04d4457b2c6f4d58" providerId="LiveId" clId="{7732D2CA-B0F2-4067-A0C8-DF1E5A25DBD1}" dt="2023-02-24T17:07:49.071" v="56" actId="14100"/>
          <ac:spMkLst>
            <pc:docMk/>
            <pc:sldMk cId="3695859695" sldId="273"/>
            <ac:spMk id="3" creationId="{08FB23B5-8DA9-7542-5D8E-8BA2B36C5599}"/>
          </ac:spMkLst>
        </pc:spChg>
      </pc:sldChg>
      <pc:sldChg chg="modSp mod">
        <pc:chgData name="KIRAN KUMAR GANTA" userId="04d4457b2c6f4d58" providerId="LiveId" clId="{7732D2CA-B0F2-4067-A0C8-DF1E5A25DBD1}" dt="2023-02-24T17:08:11.762" v="60" actId="14100"/>
        <pc:sldMkLst>
          <pc:docMk/>
          <pc:sldMk cId="2026968352" sldId="274"/>
        </pc:sldMkLst>
        <pc:spChg chg="mod">
          <ac:chgData name="KIRAN KUMAR GANTA" userId="04d4457b2c6f4d58" providerId="LiveId" clId="{7732D2CA-B0F2-4067-A0C8-DF1E5A25DBD1}" dt="2023-02-24T17:08:11.762" v="60" actId="14100"/>
          <ac:spMkLst>
            <pc:docMk/>
            <pc:sldMk cId="2026968352" sldId="274"/>
            <ac:spMk id="3" creationId="{668703F4-1813-892A-D70C-11718D503101}"/>
          </ac:spMkLst>
        </pc:spChg>
      </pc:sldChg>
      <pc:sldChg chg="modSp mod">
        <pc:chgData name="KIRAN KUMAR GANTA" userId="04d4457b2c6f4d58" providerId="LiveId" clId="{7732D2CA-B0F2-4067-A0C8-DF1E5A25DBD1}" dt="2023-02-24T17:08:29.604" v="64" actId="14100"/>
        <pc:sldMkLst>
          <pc:docMk/>
          <pc:sldMk cId="2957383491" sldId="275"/>
        </pc:sldMkLst>
        <pc:spChg chg="mod">
          <ac:chgData name="KIRAN KUMAR GANTA" userId="04d4457b2c6f4d58" providerId="LiveId" clId="{7732D2CA-B0F2-4067-A0C8-DF1E5A25DBD1}" dt="2023-02-24T17:08:29.604" v="64" actId="14100"/>
          <ac:spMkLst>
            <pc:docMk/>
            <pc:sldMk cId="2957383491" sldId="275"/>
            <ac:spMk id="3" creationId="{9C531A27-11BB-3D0C-6631-5379D78E199B}"/>
          </ac:spMkLst>
        </pc:spChg>
      </pc:sldChg>
      <pc:sldChg chg="modSp mod">
        <pc:chgData name="KIRAN KUMAR GANTA" userId="04d4457b2c6f4d58" providerId="LiveId" clId="{7732D2CA-B0F2-4067-A0C8-DF1E5A25DBD1}" dt="2023-02-24T17:08:47.273" v="68" actId="14100"/>
        <pc:sldMkLst>
          <pc:docMk/>
          <pc:sldMk cId="2146524995" sldId="276"/>
        </pc:sldMkLst>
        <pc:spChg chg="mod">
          <ac:chgData name="KIRAN KUMAR GANTA" userId="04d4457b2c6f4d58" providerId="LiveId" clId="{7732D2CA-B0F2-4067-A0C8-DF1E5A25DBD1}" dt="2023-02-24T17:08:47.273" v="68" actId="14100"/>
          <ac:spMkLst>
            <pc:docMk/>
            <pc:sldMk cId="2146524995" sldId="276"/>
            <ac:spMk id="3" creationId="{03CF843A-ACC6-4F63-ED60-590DDF5B439D}"/>
          </ac:spMkLst>
        </pc:spChg>
      </pc:sldChg>
      <pc:sldChg chg="modSp mod">
        <pc:chgData name="KIRAN KUMAR GANTA" userId="04d4457b2c6f4d58" providerId="LiveId" clId="{7732D2CA-B0F2-4067-A0C8-DF1E5A25DBD1}" dt="2023-02-24T17:09:06.537" v="72" actId="14100"/>
        <pc:sldMkLst>
          <pc:docMk/>
          <pc:sldMk cId="1414182164" sldId="277"/>
        </pc:sldMkLst>
        <pc:spChg chg="mod">
          <ac:chgData name="KIRAN KUMAR GANTA" userId="04d4457b2c6f4d58" providerId="LiveId" clId="{7732D2CA-B0F2-4067-A0C8-DF1E5A25DBD1}" dt="2023-02-24T17:09:06.537" v="72" actId="14100"/>
          <ac:spMkLst>
            <pc:docMk/>
            <pc:sldMk cId="1414182164" sldId="277"/>
            <ac:spMk id="3" creationId="{BBA4833D-A393-F722-CAA9-C34A2200418A}"/>
          </ac:spMkLst>
        </pc:spChg>
      </pc:sldChg>
      <pc:sldChg chg="modSp mod">
        <pc:chgData name="KIRAN KUMAR GANTA" userId="04d4457b2c6f4d58" providerId="LiveId" clId="{7732D2CA-B0F2-4067-A0C8-DF1E5A25DBD1}" dt="2023-02-24T17:09:32.334" v="76" actId="14100"/>
        <pc:sldMkLst>
          <pc:docMk/>
          <pc:sldMk cId="3434561862" sldId="278"/>
        </pc:sldMkLst>
        <pc:spChg chg="mod">
          <ac:chgData name="KIRAN KUMAR GANTA" userId="04d4457b2c6f4d58" providerId="LiveId" clId="{7732D2CA-B0F2-4067-A0C8-DF1E5A25DBD1}" dt="2023-02-24T17:09:32.334" v="76" actId="14100"/>
          <ac:spMkLst>
            <pc:docMk/>
            <pc:sldMk cId="3434561862" sldId="278"/>
            <ac:spMk id="3" creationId="{F1CC810F-4B1C-0B6C-E977-549B0ADCCC3B}"/>
          </ac:spMkLst>
        </pc:spChg>
      </pc:sldChg>
      <pc:sldChg chg="modSp mod">
        <pc:chgData name="KIRAN KUMAR GANTA" userId="04d4457b2c6f4d58" providerId="LiveId" clId="{7732D2CA-B0F2-4067-A0C8-DF1E5A25DBD1}" dt="2023-02-24T17:09:48.758" v="80" actId="14100"/>
        <pc:sldMkLst>
          <pc:docMk/>
          <pc:sldMk cId="3425082150" sldId="279"/>
        </pc:sldMkLst>
        <pc:spChg chg="mod">
          <ac:chgData name="KIRAN KUMAR GANTA" userId="04d4457b2c6f4d58" providerId="LiveId" clId="{7732D2CA-B0F2-4067-A0C8-DF1E5A25DBD1}" dt="2023-02-24T17:09:48.758" v="80" actId="14100"/>
          <ac:spMkLst>
            <pc:docMk/>
            <pc:sldMk cId="3425082150" sldId="279"/>
            <ac:spMk id="3" creationId="{98EAFA4C-BD9E-0554-C08A-C8929C9E1305}"/>
          </ac:spMkLst>
        </pc:spChg>
      </pc:sldChg>
      <pc:sldChg chg="modSp mod">
        <pc:chgData name="KIRAN KUMAR GANTA" userId="04d4457b2c6f4d58" providerId="LiveId" clId="{7732D2CA-B0F2-4067-A0C8-DF1E5A25DBD1}" dt="2023-02-24T17:10:06.144" v="84" actId="14100"/>
        <pc:sldMkLst>
          <pc:docMk/>
          <pc:sldMk cId="2076612004" sldId="280"/>
        </pc:sldMkLst>
        <pc:spChg chg="mod">
          <ac:chgData name="KIRAN KUMAR GANTA" userId="04d4457b2c6f4d58" providerId="LiveId" clId="{7732D2CA-B0F2-4067-A0C8-DF1E5A25DBD1}" dt="2023-02-24T17:10:06.144" v="84" actId="14100"/>
          <ac:spMkLst>
            <pc:docMk/>
            <pc:sldMk cId="2076612004" sldId="280"/>
            <ac:spMk id="3" creationId="{C9242765-0CE3-2B9A-CE0B-990E2FFC66CC}"/>
          </ac:spMkLst>
        </pc:spChg>
      </pc:sldChg>
      <pc:sldChg chg="modSp mod">
        <pc:chgData name="KIRAN KUMAR GANTA" userId="04d4457b2c6f4d58" providerId="LiveId" clId="{7732D2CA-B0F2-4067-A0C8-DF1E5A25DBD1}" dt="2023-02-24T17:10:30.935" v="89" actId="14100"/>
        <pc:sldMkLst>
          <pc:docMk/>
          <pc:sldMk cId="2711076953" sldId="281"/>
        </pc:sldMkLst>
        <pc:spChg chg="mod">
          <ac:chgData name="KIRAN KUMAR GANTA" userId="04d4457b2c6f4d58" providerId="LiveId" clId="{7732D2CA-B0F2-4067-A0C8-DF1E5A25DBD1}" dt="2023-02-24T17:10:30.935" v="89" actId="14100"/>
          <ac:spMkLst>
            <pc:docMk/>
            <pc:sldMk cId="2711076953" sldId="281"/>
            <ac:spMk id="3" creationId="{D50209E1-216A-4AEC-B69A-024ED48ABF25}"/>
          </ac:spMkLst>
        </pc:spChg>
      </pc:sldChg>
      <pc:sldChg chg="modSp mod">
        <pc:chgData name="KIRAN KUMAR GANTA" userId="04d4457b2c6f4d58" providerId="LiveId" clId="{7732D2CA-B0F2-4067-A0C8-DF1E5A25DBD1}" dt="2023-02-24T17:10:48.382" v="93" actId="14100"/>
        <pc:sldMkLst>
          <pc:docMk/>
          <pc:sldMk cId="2851204071" sldId="282"/>
        </pc:sldMkLst>
        <pc:spChg chg="mod">
          <ac:chgData name="KIRAN KUMAR GANTA" userId="04d4457b2c6f4d58" providerId="LiveId" clId="{7732D2CA-B0F2-4067-A0C8-DF1E5A25DBD1}" dt="2023-02-24T17:10:48.382" v="93" actId="14100"/>
          <ac:spMkLst>
            <pc:docMk/>
            <pc:sldMk cId="2851204071" sldId="282"/>
            <ac:spMk id="3" creationId="{F12BD6D4-CBAA-AEA2-A98E-E5FE37EC7961}"/>
          </ac:spMkLst>
        </pc:spChg>
      </pc:sldChg>
      <pc:sldChg chg="modSp mod">
        <pc:chgData name="KIRAN KUMAR GANTA" userId="04d4457b2c6f4d58" providerId="LiveId" clId="{7732D2CA-B0F2-4067-A0C8-DF1E5A25DBD1}" dt="2023-02-24T17:11:15.358" v="97" actId="14100"/>
        <pc:sldMkLst>
          <pc:docMk/>
          <pc:sldMk cId="554223680" sldId="283"/>
        </pc:sldMkLst>
        <pc:spChg chg="mod">
          <ac:chgData name="KIRAN KUMAR GANTA" userId="04d4457b2c6f4d58" providerId="LiveId" clId="{7732D2CA-B0F2-4067-A0C8-DF1E5A25DBD1}" dt="2023-02-24T17:11:15.358" v="97" actId="14100"/>
          <ac:spMkLst>
            <pc:docMk/>
            <pc:sldMk cId="554223680" sldId="283"/>
            <ac:spMk id="3" creationId="{07EFD1C8-9DB6-76A3-652E-782D67431108}"/>
          </ac:spMkLst>
        </pc:spChg>
      </pc:sldChg>
      <pc:sldChg chg="modSp mod">
        <pc:chgData name="KIRAN KUMAR GANTA" userId="04d4457b2c6f4d58" providerId="LiveId" clId="{7732D2CA-B0F2-4067-A0C8-DF1E5A25DBD1}" dt="2023-02-24T17:11:35.047" v="101" actId="14100"/>
        <pc:sldMkLst>
          <pc:docMk/>
          <pc:sldMk cId="3048807994" sldId="284"/>
        </pc:sldMkLst>
        <pc:spChg chg="mod">
          <ac:chgData name="KIRAN KUMAR GANTA" userId="04d4457b2c6f4d58" providerId="LiveId" clId="{7732D2CA-B0F2-4067-A0C8-DF1E5A25DBD1}" dt="2023-02-24T17:11:35.047" v="101" actId="14100"/>
          <ac:spMkLst>
            <pc:docMk/>
            <pc:sldMk cId="3048807994" sldId="284"/>
            <ac:spMk id="3" creationId="{F1A50A26-F082-840C-73DB-10EA2A889E6D}"/>
          </ac:spMkLst>
        </pc:spChg>
      </pc:sldChg>
      <pc:sldChg chg="modSp mod">
        <pc:chgData name="KIRAN KUMAR GANTA" userId="04d4457b2c6f4d58" providerId="LiveId" clId="{7732D2CA-B0F2-4067-A0C8-DF1E5A25DBD1}" dt="2023-02-24T17:11:55.034" v="105" actId="14100"/>
        <pc:sldMkLst>
          <pc:docMk/>
          <pc:sldMk cId="3989849634" sldId="285"/>
        </pc:sldMkLst>
        <pc:spChg chg="mod">
          <ac:chgData name="KIRAN KUMAR GANTA" userId="04d4457b2c6f4d58" providerId="LiveId" clId="{7732D2CA-B0F2-4067-A0C8-DF1E5A25DBD1}" dt="2023-02-24T17:11:55.034" v="105" actId="14100"/>
          <ac:spMkLst>
            <pc:docMk/>
            <pc:sldMk cId="3989849634" sldId="285"/>
            <ac:spMk id="3" creationId="{E585D727-34B0-2473-5288-8831680C0560}"/>
          </ac:spMkLst>
        </pc:spChg>
      </pc:sldChg>
      <pc:sldChg chg="modSp mod">
        <pc:chgData name="KIRAN KUMAR GANTA" userId="04d4457b2c6f4d58" providerId="LiveId" clId="{7732D2CA-B0F2-4067-A0C8-DF1E5A25DBD1}" dt="2023-02-24T17:12:13.890" v="109" actId="14100"/>
        <pc:sldMkLst>
          <pc:docMk/>
          <pc:sldMk cId="2385653247" sldId="286"/>
        </pc:sldMkLst>
        <pc:spChg chg="mod">
          <ac:chgData name="KIRAN KUMAR GANTA" userId="04d4457b2c6f4d58" providerId="LiveId" clId="{7732D2CA-B0F2-4067-A0C8-DF1E5A25DBD1}" dt="2023-02-24T17:12:13.890" v="109" actId="14100"/>
          <ac:spMkLst>
            <pc:docMk/>
            <pc:sldMk cId="2385653247" sldId="286"/>
            <ac:spMk id="3" creationId="{365A3785-C94D-22E4-D230-91E8CF97454C}"/>
          </ac:spMkLst>
        </pc:spChg>
      </pc:sldChg>
      <pc:sldChg chg="modSp mod">
        <pc:chgData name="KIRAN KUMAR GANTA" userId="04d4457b2c6f4d58" providerId="LiveId" clId="{7732D2CA-B0F2-4067-A0C8-DF1E5A25DBD1}" dt="2023-02-24T17:12:34.270" v="113" actId="14100"/>
        <pc:sldMkLst>
          <pc:docMk/>
          <pc:sldMk cId="1075459983" sldId="287"/>
        </pc:sldMkLst>
        <pc:spChg chg="mod">
          <ac:chgData name="KIRAN KUMAR GANTA" userId="04d4457b2c6f4d58" providerId="LiveId" clId="{7732D2CA-B0F2-4067-A0C8-DF1E5A25DBD1}" dt="2023-02-24T17:12:34.270" v="113" actId="14100"/>
          <ac:spMkLst>
            <pc:docMk/>
            <pc:sldMk cId="1075459983" sldId="287"/>
            <ac:spMk id="3" creationId="{67861C45-1915-7E28-1458-CDD63317952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312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831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91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20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743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8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789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41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153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9793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5360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570446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04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1861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50965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7750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767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8620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C1AC10-1A62-10DE-3594-54B394291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2869" y="2011679"/>
            <a:ext cx="9001462" cy="787083"/>
          </a:xfrm>
        </p:spPr>
        <p:txBody>
          <a:bodyPr>
            <a:normAutofit/>
          </a:bodyPr>
          <a:lstStyle/>
          <a:p>
            <a:r>
              <a:rPr lang="en-US" sz="3000" dirty="0"/>
              <a:t>Letter series</a:t>
            </a:r>
            <a:endParaRPr lang="en-IN" sz="3000" dirty="0"/>
          </a:p>
        </p:txBody>
      </p:sp>
      <p:pic>
        <p:nvPicPr>
          <p:cNvPr id="5" name="Picture 4" descr="A yellow and blue sign with words">
            <a:extLst>
              <a:ext uri="{FF2B5EF4-FFF2-40B4-BE49-F238E27FC236}">
                <a16:creationId xmlns:a16="http://schemas.microsoft.com/office/drawing/2014/main" id="{C73584C7-C7CC-F38A-F8CB-6B92323CA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21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5DC3E-2454-8DA3-9DD3-8254F515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98581"/>
            <a:ext cx="8946541" cy="507650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1. A , I , U , E , O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A         b. I             c. E               d. O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2. A , D , H , M , S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Y         b. B           c. A               d. Z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92B5550-CADE-F63E-A2C4-2B7EA974A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31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144C-5F01-EF62-C9C7-477277A47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326571"/>
            <a:ext cx="8946541" cy="566871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3. X , U , R , O , L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a. G            b. J           c. H           d. I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4. R , M ,  ? , F , D , C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a. H          b. I            c. G           d. F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5. A/3 , B/10 , C/ 29 , D/66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E/27        b. E/125        c. D/127         d. E/127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B913FE75-E25B-7664-7A86-BE30E202C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752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7275-821A-7B23-BE3E-B94101473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541176"/>
            <a:ext cx="8946541" cy="469873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6. DZ , FC , HF , JI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a. LK             b. LM            c. KL            d. LL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7. JV , OQ , TL , YG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a. DB             b. BD            c. DC           d. DA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8. JR , MP , PN , SL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a. UI             b. VJ           c. VK            d. none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7E0C7787-D3F4-E54D-8A00-300FA2B54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39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CAEFC-D594-A38A-CE5E-25A031666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494523"/>
            <a:ext cx="8946541" cy="484080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9. BE , HK , NQ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TV            b. TU             c. TW          d. XD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10. BY , CX , EV , GT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OL            b. KP             c. LO          d. MN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11. BMR , DPV , FSZ , HVD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JYH            b. JXG           c. JXH        d. JYI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7CDA3F8-65DC-CA09-D273-7117E80AD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336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37550-1DE1-9F96-6294-BBF931B4F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391886"/>
            <a:ext cx="8946541" cy="5428469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12. NEQ , MGO , LIM , KKK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a. JMJ            b. JMI             c. JLI          d. JLJ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13. QPO , SRQ , UTS , WVU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a. AYZ             b. ZYA             c. YXW        d. YXZ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14. KST , JTS , IUR , HVQ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GWR            b. GWP              c. WGP         d. WGR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251FE5C1-5D5C-9D4A-F2C7-D3520AB75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654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E6109-DE52-D3E6-2B6D-0F9DD5E9B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363894"/>
            <a:ext cx="8946541" cy="622994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15. HYD , IVF , KRH , ------ , RGL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a. NMJ              b. NMI           c. MNJ           d. MNI 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16. J2Z , K4X , I7V , L11T , H16R ,  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a. L11S             b. MP22         c. M24P          d. M22P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17. LN18 , JQ25 , HT32 , FW39 ,  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a. DY23            b. DZ46           c.DA43           d. DX43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78753F09-8850-147D-8451-64E879DF2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644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35682-F3C7-456E-8725-FBF18D75B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391886"/>
            <a:ext cx="8946541" cy="477646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18. shg, rif , qje , pkd , 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ole            b. olc             c. nmc          d. nlb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19. flp, ins , lpv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uxz           b. svw             c. ory           d. vxy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48294514-F20C-6A4E-EED1-ECC5A020F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06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32249-F00A-336E-BF6A-27A16CE2F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429208"/>
            <a:ext cx="8946541" cy="520826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20. ? , SIY , OEU , KAQ , GWM , CSI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VMC         b. WMC           c. VNC          d. WNC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21. ACMY , FHND ,  ?  , PRNN , UWMS , ZBNX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a. INMK            b. KMNI           c. KMMI             d. KIMN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06D9F726-63A4-D414-F62F-89CF0B7F8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335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4AC46EE2-6D71-7A7E-129F-D4ED142E0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2A18B6-5DCB-2395-689A-C772E4F24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5875" y="2461824"/>
            <a:ext cx="3526125" cy="4134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700" b="1" dirty="0"/>
              <a:t>LETTER ANALOGY</a:t>
            </a:r>
            <a:endParaRPr lang="en-IN" sz="2700" b="1" dirty="0"/>
          </a:p>
        </p:txBody>
      </p:sp>
    </p:spTree>
    <p:extLst>
      <p:ext uri="{BB962C8B-B14F-4D97-AF65-F5344CB8AC3E}">
        <p14:creationId xmlns:p14="http://schemas.microsoft.com/office/powerpoint/2010/main" val="1105230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DD3FD-F0EB-8CF6-8476-A685D9C43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747" y="322758"/>
            <a:ext cx="8946541" cy="495690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1. AD : BE :: CF : 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a.DE             b. BC             c. DG           d. FG</a:t>
            </a:r>
          </a:p>
          <a:p>
            <a:pPr marL="514350" indent="-514350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2. ZA : YB :: XC : 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YZ            b. WD               c. NM         d. BC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3. AG : IO :: EK : 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LR            b. PV                c. MS         d. SY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F5C385A-9CFD-6D7D-27AA-1071170F7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41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EDC61-D907-181C-909A-F0EF15A84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575" y="409493"/>
            <a:ext cx="8946541" cy="518822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4. CAT : DDY :: BIG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a. CLL              b. CLM         c. CML         d. CEP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5. BDF : HIL :: MOQ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XVT              b. TVX         c.VTX        d. TUX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6. KMF : LLH :: RMS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SLR             b. SLU           c. SSU        d. SUS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AD1AC435-6FDE-52D0-A8FC-AF09620B1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229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B0B71-DE53-634B-274E-6F27A9B49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088" y="356591"/>
            <a:ext cx="8946541" cy="50502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7. BYCX : DWEV :: FUGT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EHIJ            b. GHIJ           c. SRHS            d. HSIR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8. ACDE : OGHI :: ESTU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EPQU       b. ABCG       c. OGHK       d. AYZX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9. BDFH : OMKI :: EGIK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LNOR           b. RPNL           c. SUWX           d. RQNL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7A431BE-31EC-58BE-710F-EA1E659A2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70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8E209-D197-54D2-FA90-614220DCA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601" y="347666"/>
            <a:ext cx="8946541" cy="630713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10. BAC : DEF :: ? : NOP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GHI        b. JHI        c. GIH             d. HJI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11. LOVE : KMSA :: HATE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GYQA       b. DRDA      c. ICWI         d. GYXA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12. BDGK : ACFJ :: ? : DFIM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DKGH          b. EGJN        c. FGHI          d. FIHO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22890F33-E4DF-753E-041B-B11853F86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500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F231C-6208-F025-E6AF-A625BE35E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317242"/>
            <a:ext cx="8946541" cy="480339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13. AGK : LJF :: MTR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a. SWR          b. TWR          c. RWS             d. none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14. GO : MH :: KR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    a. IR            b. JQ             c. PT           d. PL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5595FEB-41BC-D423-D80B-84AF54EB5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190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9863241" cy="5648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15. RQJ : LUX :: MTL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MXS            b. NXS           c. OXS       d. none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16. LOGIC : CIGOL :: CLERK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ELCKR                b. KRECL             c. KRELC            d. REKCL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05802247-A966-3E13-73E8-371A4034E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859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03918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17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. KPS : 46 :: GLO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180            b. 34             c. 24           d. 156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18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. A/2 : B/3 :: C/5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D/9            b. D/8              c. D/4               d. D/7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19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. SK : 64 :: MG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121       b. 164            c. 225            d. 36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537CA59F-45DD-3941-532F-1683CB064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29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03918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0F617D2-D035-4B03-99F1-8E261FD73583}"/>
              </a:ext>
            </a:extLst>
          </p:cNvPr>
          <p:cNvSpPr txBox="1">
            <a:spLocks/>
          </p:cNvSpPr>
          <p:nvPr/>
        </p:nvSpPr>
        <p:spPr>
          <a:xfrm>
            <a:off x="2024931" y="2276061"/>
            <a:ext cx="6808967" cy="87265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Font typeface="Wingdings"/>
              <a:buNone/>
            </a:pPr>
            <a:r>
              <a:rPr lang="en-US" sz="3200" b="1" dirty="0">
                <a:solidFill>
                  <a:schemeClr val="accent6"/>
                </a:solidFill>
                <a:latin typeface="Bookman Old Style" pitchFamily="18" charset="0"/>
              </a:rPr>
              <a:t>Letter Odd One Out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1D27D01-0D3D-3985-3B4B-00669D2DA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56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9878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1. </a:t>
            </a: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Point out the unique pair: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  A. IU – GT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  B. PR – MP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  C. EI – CH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  D. UX - SW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8A6CB2F-9B47-5487-0EA7-E8825BC63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27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FE71E-F265-E3A6-E912-395C72035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25C31-299E-6516-8262-EAAC00D57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987896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2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. </a:t>
            </a: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Choose the odd term in the following series: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     DIM, GLP, JOT, MRV, PUY, SXB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  A. MRV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  B. DIM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  C. GLP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  D. JOT</a:t>
            </a: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FCF958-1EF9-AF3D-F953-2355DA329C17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7EEB8F61-4A06-3654-3A4F-FA272F350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474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86FD-7DDE-AF0D-D8FE-BB510DEBE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2BA37-00E4-2204-38CF-DE9FCDE15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987896"/>
          </a:xfrm>
        </p:spPr>
        <p:txBody>
          <a:bodyPr>
            <a:norm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3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. </a:t>
            </a: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Find the wrong term in the given series: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FXTO, HAVR, JDXU, LGAX, NJBA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 A. NJBA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 B. HAVR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 C. LGAX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 D. JDXU</a:t>
            </a:r>
            <a:endParaRPr lang="en-IN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ED25AE-8F8C-D87C-53D8-70BA381DF3A3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AB4425DF-46D2-1386-9E3B-6A8A2CD87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2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AAB70-833B-2857-3B55-55377914B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08AA6-08B6-0E4B-B4C2-BA804D32F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987896"/>
          </a:xfrm>
        </p:spPr>
        <p:txBody>
          <a:bodyPr>
            <a:norm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4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. </a:t>
            </a: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Which is the WRONG term in the following series?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          A6D, G12J, M18P, S24U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 A. A6D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 B. M18P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 C. G12J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 D. S24U</a:t>
            </a: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339828-6B5C-902F-1D12-959078C4E4B7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24F60407-7282-7105-BD39-B6827147F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76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B644D-1549-7B60-6D6C-986C2FC8A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834BF-135D-8AD9-6E3C-0B76B8800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987896"/>
          </a:xfrm>
        </p:spPr>
        <p:txBody>
          <a:bodyPr>
            <a:normAutofit/>
          </a:bodyPr>
          <a:lstStyle/>
          <a:p>
            <a:pPr marL="0" lvl="0" indent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5. </a:t>
            </a:r>
            <a:r>
              <a:rPr lang="en-US" sz="2200" b="1" dirty="0">
                <a:effectLst/>
              </a:rPr>
              <a:t>Which is the wrong term in the given series? </a:t>
            </a:r>
          </a:p>
          <a:p>
            <a:pPr marL="0" lvl="0" indent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US" sz="2200" b="1" dirty="0">
                <a:effectLst/>
              </a:rPr>
              <a:t>            </a:t>
            </a:r>
            <a:r>
              <a:rPr lang="en-US" sz="2200" b="1" dirty="0" err="1">
                <a:effectLst/>
              </a:rPr>
              <a:t>vcu</a:t>
            </a:r>
            <a:r>
              <a:rPr lang="en-US" sz="2200" b="1" dirty="0">
                <a:effectLst/>
              </a:rPr>
              <a:t>, </a:t>
            </a:r>
            <a:r>
              <a:rPr lang="en-US" sz="2200" b="1" dirty="0" err="1">
                <a:effectLst/>
              </a:rPr>
              <a:t>teo</a:t>
            </a:r>
            <a:r>
              <a:rPr lang="en-US" sz="2200" b="1" dirty="0">
                <a:effectLst/>
              </a:rPr>
              <a:t>, </a:t>
            </a:r>
            <a:r>
              <a:rPr lang="en-US" sz="2200" b="1" dirty="0" err="1">
                <a:effectLst/>
              </a:rPr>
              <a:t>qhj</a:t>
            </a:r>
            <a:r>
              <a:rPr lang="en-US" sz="2200" b="1" dirty="0">
                <a:effectLst/>
              </a:rPr>
              <a:t>, </a:t>
            </a:r>
            <a:r>
              <a:rPr lang="en-US" sz="2200" b="1" dirty="0" err="1">
                <a:effectLst/>
              </a:rPr>
              <a:t>mle</a:t>
            </a:r>
            <a:r>
              <a:rPr lang="en-US" sz="2200" b="1" dirty="0">
                <a:effectLst/>
              </a:rPr>
              <a:t>, </a:t>
            </a:r>
            <a:r>
              <a:rPr lang="en-US" sz="2200" b="1" dirty="0" err="1">
                <a:effectLst/>
              </a:rPr>
              <a:t>hqc</a:t>
            </a:r>
            <a:r>
              <a:rPr lang="en-US" sz="2200" b="1" dirty="0">
                <a:effectLst/>
              </a:rPr>
              <a:t>, bwa </a:t>
            </a:r>
          </a:p>
          <a:p>
            <a:pPr marL="457200" lvl="0" indent="-330200">
              <a:lnSpc>
                <a:spcPct val="150000"/>
              </a:lnSpc>
              <a:spcBef>
                <a:spcPts val="1200"/>
              </a:spcBef>
              <a:buSzPts val="1600"/>
              <a:buAutoNum type="alphaUcPeriod"/>
            </a:pPr>
            <a:r>
              <a:rPr lang="en-US" sz="2200" b="1" dirty="0" err="1">
                <a:effectLst/>
              </a:rPr>
              <a:t>hqc</a:t>
            </a:r>
            <a:endParaRPr lang="en-US" sz="2200" b="1" dirty="0">
              <a:effectLst/>
            </a:endParaRPr>
          </a:p>
          <a:p>
            <a:pPr marL="457200" lvl="0" indent="-330200">
              <a:lnSpc>
                <a:spcPct val="150000"/>
              </a:lnSpc>
              <a:spcBef>
                <a:spcPts val="0"/>
              </a:spcBef>
              <a:buSzPts val="1600"/>
              <a:buAutoNum type="alphaUcPeriod"/>
            </a:pPr>
            <a:r>
              <a:rPr lang="en-US" sz="2200" b="1" dirty="0">
                <a:effectLst/>
              </a:rPr>
              <a:t>bwa</a:t>
            </a:r>
          </a:p>
          <a:p>
            <a:pPr marL="457200" lvl="0" indent="-330200">
              <a:lnSpc>
                <a:spcPct val="150000"/>
              </a:lnSpc>
              <a:spcBef>
                <a:spcPts val="0"/>
              </a:spcBef>
              <a:buSzPts val="1600"/>
              <a:buAutoNum type="alphaUcPeriod"/>
            </a:pPr>
            <a:r>
              <a:rPr lang="en-US" sz="2200" b="1" dirty="0" err="1">
                <a:effectLst/>
              </a:rPr>
              <a:t>teo</a:t>
            </a:r>
            <a:endParaRPr lang="en-US" sz="2200" b="1" dirty="0">
              <a:effectLst/>
            </a:endParaRPr>
          </a:p>
          <a:p>
            <a:pPr marL="457200" lvl="0" indent="-330200">
              <a:lnSpc>
                <a:spcPct val="150000"/>
              </a:lnSpc>
              <a:spcBef>
                <a:spcPts val="0"/>
              </a:spcBef>
              <a:buSzPts val="1600"/>
              <a:buAutoNum type="alphaUcPeriod"/>
            </a:pPr>
            <a:r>
              <a:rPr lang="en-US" sz="2200" b="1" dirty="0" err="1">
                <a:effectLst/>
              </a:rPr>
              <a:t>mle</a:t>
            </a: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7A9F5-FD69-15CF-C8C1-AD212435B62D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5C73E17F-6BE6-E8D9-799A-AA52851DF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51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91104-EFBB-0046-9AB6-6E5EB0686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150C6-2E22-6297-4B67-699916224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9878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6. </a:t>
            </a: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Find the Odd One Out.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Bookman Old Style" pitchFamily="18" charset="0"/>
                <a:cs typeface="Times New Roman" panose="02020603050405020304" pitchFamily="18" charset="0"/>
              </a:rPr>
              <a:t>EBI, GDK, IFM, KHO, MLR,</a:t>
            </a:r>
          </a:p>
          <a:p>
            <a:pPr marL="127000" lvl="0" indent="0">
              <a:lnSpc>
                <a:spcPct val="150000"/>
              </a:lnSpc>
              <a:spcBef>
                <a:spcPts val="0"/>
              </a:spcBef>
              <a:buSzPts val="1600"/>
              <a:buNone/>
            </a:pP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428C2-6627-A3CA-0034-7719AF0F47B0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5EFF5D57-1773-4546-BD52-A0D3D3240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35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8F10C-F345-4246-5A66-83479D55C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9005A-4700-301B-D77A-B2F091377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9878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7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.  a. KPO          b. MTG           c. LOC           d. MJC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8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.  a. RME          b. SQB            c. TJJ           d. FCD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9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.  a. KBD           b. MGC            c. RBI           d. LTF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CD8C1D-09E7-BDB9-0E60-25B8528FF79C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9725759C-CC44-712C-2904-FAE5A451E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33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9878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10.  a. E                 b. I                   c. Y            d. P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11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.  a. JF              b. TE                c. RR               d. MN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12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.  a. CI              b. EY                c. DG               d. AA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6896663-197D-2D16-9AAB-0908B2216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554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726CF-5806-A1B1-7094-7239D6D97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0F451-9CB2-2D9D-D9EF-1E187D376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9878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13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.  a. RTV          b. MOQ              c. BEH              d. VXZ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14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.  a. ROK           b. FCY               c. </a:t>
            </a: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LIE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     d. XSU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15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.  a. MOL                b. KMJ          c. BEC            d. RTQ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66F582-A49E-3619-8716-00A0DA251158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B8C990E-A7A1-7EC4-8314-6D84B7A2E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8795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9878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17.  a. RW:DI          b. MF:UN              c. OC:XL            d. BP:RY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18. a. MNT:452        b. XLJ:631            c. UKB:223          d.PQR:789</a:t>
            </a:r>
          </a:p>
          <a:p>
            <a:pPr marL="457200" indent="-457200" algn="just">
              <a:lnSpc>
                <a:spcPct val="150000"/>
              </a:lnSpc>
              <a:buAutoNum type="arabicPeriod" startAt="11"/>
            </a:pPr>
            <a:endParaRPr lang="en-IN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19.  a. FMRZ              b. XLGC                c. DFAC            d. BMXY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62DE69AB-B55A-BDF8-EAF8-BF2F35343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049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9878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20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.  a. KG:324        b. BD:63           c. MB:522           d. BL:691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21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.  a. STU             b. MLK              c. TSR                d. BAZ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22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.  a. M:16           b. K:04              c. S:100             d. R:36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A338164-504F-3767-DBAD-2F86EDC86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9300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497" y="1494846"/>
            <a:ext cx="9750950" cy="184470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n-IN" sz="2800" b="1" dirty="0">
              <a:solidFill>
                <a:srgbClr val="7030A0"/>
              </a:solidFill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IN" sz="2800" b="1" dirty="0">
                <a:solidFill>
                  <a:srgbClr val="7030A0"/>
                </a:solidFill>
                <a:latin typeface="Bookman Old Style" pitchFamily="18" charset="0"/>
                <a:cs typeface="Times New Roman" panose="02020603050405020304" pitchFamily="18" charset="0"/>
              </a:rPr>
              <a:t>WORD ANALOGY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IN" sz="2800" b="1" dirty="0">
              <a:solidFill>
                <a:srgbClr val="7030A0"/>
              </a:solidFill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BB93954-252F-41A2-C0FA-3C253FD0C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75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03918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1. Newspaper : Press :: Cloth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Tailor            b. textile            c. Fibre           d. Mill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2. Botany : plants :: Entomology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Snakes            b. Insects              c. Birds               d. Germs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3. Mumbai : Maharashtra :: ?  : Manipur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Daman       b. Imphal            c. Aizawl           d. Dispur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9DA613F-1421-EDB0-C573-63451F139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0645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03918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4. Menu : Food :: ? : Library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Index            b. Bunch            c. Bouquet          d. catalogue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5. Moon : Satellite :: Earth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Sun            b. Planet              c. Solar System               d. </a:t>
            </a:r>
            <a:r>
              <a:rPr lang="en-IN" sz="2000" b="1" dirty="0" err="1">
                <a:latin typeface="Bookman Old Style" pitchFamily="18" charset="0"/>
                <a:cs typeface="Times New Roman" panose="02020603050405020304" pitchFamily="18" charset="0"/>
              </a:rPr>
              <a:t>Asteriod</a:t>
            </a: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6. Smoke : Pollution :: War 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Destruction       b. Treaty            c. Victory           d. Peace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9BE1656F-1A1D-F787-F1DB-52C837918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213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03918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7. Book : Publisher :: Film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Producer           b. Director            c. Editor          d. Writer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8. Influenza : Virus :: Typhoid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Bacillus            b. Parasite         c. Protozoa        d. Bacteria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9. Radio : Listener :: Film 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producer       b. Actor            c. Viewer           d. Watcher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47ED288C-DBD3-9107-3B7A-A8CC912DA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6586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03918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10. Conference : Chairman :: Newspaper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Reporter           b. Distributor            c. Editor          d. Printer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11. Safe : Secure :: Protect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Lock            b. Sure         c. Guard        d. Conserve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12. Microphone : Loud :: Microscope 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	Elongate       b. Investigate            c. Magnify           d. Examine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8B0D071-B3B4-17B3-3E27-B6598FB2C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337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03918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13. Melt : Liquid :: Freeze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Ice           b. Condense            c. Solid          d. Force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14. College : Student :: Hospital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Nurse            b. Doctor         c. treatment        d. Patient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15. Country : President :: State 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	Governor       b. C.M.            c. Legislator           d. Minister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688C0423-68CE-2DA5-F72F-FA3937F60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9000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674869" cy="503918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16. Ice : Coldness :: Earth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Weight           b. Jungle            c. Gravitation          d. Sea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17. Lion : Lioness :: ? : Goose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Gander            b. Duck             c. Horse                   d. Donkey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18. Glove : Hand :: ? 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	Neck : Collar       b. Tie : Shirt   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c. Socks : Feet         d. Coat : Pocket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CBC1000E-41A1-33E1-E17D-2C83621B1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6605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CB0406E-CD79-F7EC-2761-A050DBF66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F527EA-4323-0BD3-659E-C1233DB5C9CC}"/>
              </a:ext>
            </a:extLst>
          </p:cNvPr>
          <p:cNvSpPr txBox="1"/>
          <p:nvPr/>
        </p:nvSpPr>
        <p:spPr>
          <a:xfrm>
            <a:off x="4653280" y="2529840"/>
            <a:ext cx="2885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 END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1213236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1508</TotalTime>
  <Words>1827</Words>
  <Application>Microsoft Office PowerPoint</Application>
  <PresentationFormat>Widescreen</PresentationFormat>
  <Paragraphs>256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Bookman Old Style</vt:lpstr>
      <vt:lpstr>Rockwell</vt:lpstr>
      <vt:lpstr>Wingdings</vt:lpstr>
      <vt:lpstr>Damask</vt:lpstr>
      <vt:lpstr>Letter series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AVERAGES </dc:title>
  <dc:creator>KIRAN KUMAR GANTA</dc:creator>
  <cp:lastModifiedBy>harikrishnareddy pagadam</cp:lastModifiedBy>
  <cp:revision>89</cp:revision>
  <dcterms:created xsi:type="dcterms:W3CDTF">2022-11-22T09:07:37Z</dcterms:created>
  <dcterms:modified xsi:type="dcterms:W3CDTF">2026-06-02T18:28:59Z</dcterms:modified>
</cp:coreProperties>
</file>