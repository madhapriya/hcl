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94" r:id="rId2"/>
    <p:sldId id="310" r:id="rId3"/>
    <p:sldId id="306" r:id="rId4"/>
    <p:sldId id="295" r:id="rId5"/>
    <p:sldId id="296" r:id="rId6"/>
    <p:sldId id="304" r:id="rId7"/>
    <p:sldId id="305" r:id="rId8"/>
    <p:sldId id="300" r:id="rId9"/>
    <p:sldId id="301" r:id="rId10"/>
    <p:sldId id="299" r:id="rId11"/>
    <p:sldId id="282" r:id="rId12"/>
    <p:sldId id="285" r:id="rId13"/>
    <p:sldId id="284" r:id="rId14"/>
    <p:sldId id="263" r:id="rId15"/>
    <p:sldId id="267" r:id="rId16"/>
    <p:sldId id="277" r:id="rId17"/>
    <p:sldId id="279" r:id="rId18"/>
    <p:sldId id="280" r:id="rId19"/>
    <p:sldId id="257" r:id="rId20"/>
    <p:sldId id="258" r:id="rId21"/>
    <p:sldId id="281" r:id="rId22"/>
    <p:sldId id="307" r:id="rId23"/>
    <p:sldId id="308" r:id="rId24"/>
    <p:sldId id="30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5:50:38.811"/>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FF0000"/>
    </inkml:brush>
  </inkml:definitions>
  <inkml:trace contextRef="#ctx0" brushRef="#br0">3186 2358 80 0,'0'0'967'0,"0"0"-892"0,101-192 160 0,-98 148-80 0,-3 8-91 0,0 7-25 16,-17 10-24-16,-28 13 14 15,-25 6-29-15,-20 0 1 16,-7 33 9-16,5 14-8 15,24 2-2-15,23 5 0 16,31-4 6-16,14-3-16 16,0 1 10-16,59 1-16 15,42-4 13 1,17-4-24-16,10 1 9 16,1-7 6-16,-30-3 8 0,-9-1 3 0,-38-7 1 31,-22-3 0-31,-16 0-9 15,-14-7 11-15,-18 11-2 0,-60-2 10 0,-38 3-3 16,-9-5 1-16,5-8-8 16,9-13 0-16,33 0-9 15,20-3 9-15,46-30-118 16,12-8-182-16,0-1-219 16</inkml:trace>
  <inkml:trace contextRef="#ctx0" brushRef="#br0" timeOffset="254.48">3874 2355 1131 0,'0'0'94'32,"0"0"59"-32,0 0 62 15,0 0-131-15,0 0-41 16,0 0 13-16,-71-80-37 15,71 106 3-15,0 28-9 16,0 12-10-16,0 2 18 0,15-6-21 16,6-9-1-16,0-8-6 15,5-8-50-15,-12-17-65 16,-2-16-163-16,-12-4-138 16,0-36-71-16</inkml:trace>
  <inkml:trace contextRef="#ctx0" brushRef="#br0" timeOffset="493.19">3610 1949 317 0,'0'0'527'0,"0"0"-440"15,0 0 65-15,0 0-15 16,0 0-99-16,0 0-16 0,-35 27 24 16,77-21 12-16,-9-3-16 15,-12-3 27-15,-4 0-23 16,-17 0-1-16,0-13 12 15,0-19-45-15,0-8 9 16,-7 12-21-16,-14 10 1 0,4 9-8 16,-2 9-39-16,5 0-101 15,0 29-145-15,-2 28-182 16</inkml:trace>
  <inkml:trace contextRef="#ctx0" brushRef="#br0" timeOffset="829.72">4317 2265 853 0,'0'0'136'16,"0"0"-98"0,0 0 169-16,0 0-61 15,0 0-130-15,0 0 20 16,-87-134-14-16,87 134-19 0,0 0-1 15,0 9-2-15,0 23 0 16,0 14-6-16,0-6 6 16,45-1 0-16,7 4-3 0,2-8 7 15,3 1-6 1,-8-6 2-16,-23-7 0 0,-14-6 5 16,-12-9-1-16,0 1-4 15,-5-3 8-15,-54 3-3 16,-9-9-10-1,-3 0-7-15,10 0-166 0,9-27-124 32,14-10-278-32</inkml:trace>
  <inkml:trace contextRef="#ctx0" brushRef="#br0" timeOffset="1206.81">4770 1325 754 0,'0'0'32'0,"-12"-193"82"15,12 106 36 1,0 15-29 0,17 21-47-16,-8 19 13 0,3 17-1 0,-12 13-23 15,0 2 5 1,0 53-45-16,0 55 2 0,0 49 65 31,0 40-56-31,14 39 9 16,10 20 7-16,13 13-30 15,-13 8 17-15,2-20-22 16,-17-7-11-16,-2-11 20 16,-7-27-21-16,0-22-3 0,5-25 0 15,0-22 8 1,11-15-11-16,-1-24 3 0,8-27-29 15,3-28-1-15,7-32-111 16,-7-17-128-16,-2-55-204 16,-3-53-253-16</inkml:trace>
  <inkml:trace contextRef="#ctx0" brushRef="#br0" timeOffset="1696.11">5468 2023 157 0,'0'0'872'0,"0"0"-820"16,0 0 168-16,0 0-44 15,0 0-121-15,0 0-14 16,-142-53-38-16,154 128 13 16,21 14 19-16,0 6-28 15,-2-2 9-15,2-6-16 0,-17-10 3 16,1-5 1-1,-12-19-4-15,2-11 0 0,-7-18 0 16,0-12 4-16,0-6-10 16,0-6 6-16,0 0 0 15,0-6-10-15,0-36-8 16,0-12-19-16,0-11 18 16,4 5-16-1,46 9 11-15,11 15 16 0,10 13 8 0,0 17-7 16,-10 6 7-16,7 14 0 15,-13 37 10-15,-13 15-10 16,-26 2 23 0,-16-2-6-16,0-9-2 0,-35-13 31 15,-17-11-32 1,0-9 20-16,-7-12-8 16,15-10-25-16,13-2 13 0,-2 0-14 0,7-34-7 15,10-23 6-15,13-3-101 16,3 0-76-1,0 16-122-15,12 16 16 16,33 14 4-16</inkml:trace>
  <inkml:trace contextRef="#ctx0" brushRef="#br0" timeOffset="2179.11">5937 2455 286 0,'0'0'395'0,"0"0"-216"0,0 0-24 0,0 0 1 0,0 0-47 0,0 0-66 16,113-148 11-16,-59 127-2 0,5 16-20 15,-4 5 21-15,-6 0-14 16,-2 37-23-16,-16 20 13 31,-8 9-28-31,-6 2 4 0,-17-2-1 16,0-12 5 0,0-13-9-16,0-10 0 0,-2-17 2 15,-13-5 8-15,11-9-8 16,-1 0-2-16,3 0 3 15,-10-35 5-15,12-10-12 16,0-3 4-16,0 10 0 16,0 4-15-16,7 16 11 15,17 4-4-15,6 11 5 16,6 3-4-16,1 0 3 16,3 20 4-16,10 20 0 15,2 4-7-15,2-5 7 0,-5-7 0 16,-6-4-4-16,-8-16-2 15,-2-6 4-15,-16-6 2 16,11 0 0 0,-2-6 6-16,-14-24-1 0,0-6-5 15,-12-6 19-15,0-9-18 16,-12 1 18-16,-33 2-8 16,-7 10-9-16,-7 7 8 15,3 13-10-15,-1 10 0 0,10 8-3 16,14 0-13-16,0 0-86 15,21 29-158-15,0 5-201 16</inkml:trace>
  <inkml:trace contextRef="#ctx0" brushRef="#br0" timeOffset="2418.81">7656 2724 1225 0,'0'0'78'0,"0"0"74"0,0 0 27 0,0 0-126 0,0 0-42 16,0 0 7-16,228-35 6 16,-107 16-24-16,-4 4-18 0,-8-2-88 15,-17 2-167-15,-21-4-107 16,-17 4-161-16</inkml:trace>
  <inkml:trace contextRef="#ctx0" brushRef="#br0" timeOffset="2720.57">9103 2218 831 0,'0'0'53'0,"0"0"154"0,0 0-19 15,0 0-112-15,-264-66-13 16,231 66-22-16,3 20 2 15,8 20-38-15,22 5 3 16,0 5-3-16,29 1 5 31,41-4-8-31,13 3-2 0,4 1 4 0,-7-2 9 16,-14-8-11-16,-14-10 7 16,-28-14 18-16,-8-2 1 15,-16-10 16-15,0-2-11 0,0 4-22 16,-49-7 12 15,-34 0-23-31,1 0-3 0,9 0-16 16,2-10-121-16,7-7-167 15,19-3-335-15</inkml:trace>
  <inkml:trace contextRef="#ctx0" brushRef="#br0" timeOffset="3447.71">9431 2269 956 0,'0'0'22'0,"0"0"237"16,0 0-114-16,0 0-92 16,0 0-10-16,0 0-39 15,-47 6 7-15,47 43-1 16,0 15-6-16,0-5 13 15,9 0-16-15,17-4-1 16,9-12 2-16,1-6 6 16,9-17-9-16,2-11 1 0,-2-9 0 15,-3 0 5-15,0-6-5 16,-11-23 0-16,-19-13-1 16,-12-6-8-16,0 1 8 15,-12-8-8-15,-33 6-7 16,-4 4 11-16,9 5-8 15,4 2 13-15,13 5-9 16,23 4-2-16,0 2-1 16,0 2-23-16,49 5 7 0,22 8 28 15,2 6-16 1,5 6 16-16,-3 0-1 16,-2 30 9-16,-2 20-3 0,0 9 22 15,-7 5-11-15,-17-5 30 16,-17 3-39-16,-8-10 1 15,-18-4 5-15,-4-13-7 16,0-9-4-16,0-7-2 16,0-10 5-16,-12-3-2 15,-9-6-1-15,-12 0-2 0,-2-27 0 16,7-20-12-16,6-8 8 16,18-7-6-16,4-1-2 15,0-3 11-15,26 5-17 16,18 10 18-16,8 14-11 15,-14 17 16-15,2 8-5 16,7 12 11-16,10 0 3 16,2 24 41-16,9 24-15 15,5 0 2 1,-14 2 14-16,-9 1-42 16,-13-6 7-16,-22 1-18 0,-8 0 3 15,-7-1 2-15,0-2-8 16,-22 6-30-16,-20-4-81 15,-3-7-154-15,-2-4-277 16</inkml:trace>
  <inkml:trace contextRef="#ctx0" brushRef="#br0" timeOffset="3669.45">11623 2509 830 0,'0'0'405'0,"0"0"-359"0,0 0 161 0,0 0-75 0,0 0-124 0,0 0 6 0,184-26 36 15,-52 35-43-15,0-6-3 16,-4-3-4 0,-18 0-15-16,-13 0-39 15,-24 0-71-15,-14 0-65 16,-23-6-126-16,-11-6-217 0</inkml:trace>
  <inkml:trace contextRef="#ctx0" brushRef="#br0" timeOffset="3875.32">12625 2275 772 0,'0'0'116'0,"0"0"-24"0,0 0 99 15,0 0-18-15,0 0-101 16,243 180 11-16,-179-122 7 0,-15 1-50 15,-18-2 15-15,-26-3-43 16,-5-1-11-16,-12-2-1 31,-61 3-2-31,-14-3-72 16,-10-8-179-16,-4-5-275 16</inkml:trace>
  <inkml:trace contextRef="#ctx0" brushRef="#br0" timeOffset="4160.49">13578 2281 1169 0,'0'0'81'16,"0"0"-2"-16,0 0 149 15,0 0-131-15,0 0-54 16,0 0-23-16,-17 53 15 16,41 18 9-16,-3 10-42 15,-11-3 2-15,-10-4-4 0,0-2-15 16,0-9-38-16,-10-7-119 16,-18-15-187-16,2-16-209 15</inkml:trace>
  <inkml:trace contextRef="#ctx0" brushRef="#br0" timeOffset="4335.41">13557 2378 930 0,'0'0'85'0,"0"0"114"0,0 0-57 16,0 0-79-16,0 0 4 15,294 126-23-15,-169-75-39 16,-2-6-5-16,-10-4-11 15,-23-5-122-15,-29-7-96 16,-26-5-117-16,-16-11-400 16</inkml:trace>
  <inkml:trace contextRef="#ctx0" brushRef="#br0" timeOffset="4572.88">14191 2112 859 0,'0'0'116'16,"0"0"14"-16,0 0 120 0,0 0-126 16,0 0-80-16,0 0 3 15,-45 114 62-15,90-43-63 16,-7 1-4-16,-5-3-9 16,4-3-23-16,-8-4-10 0,-4-7 0 15,-8-6-5-15,-3-4 4 16,-7-9-87-16,0-9-94 15,-7-12-174 1,7-15-236-16</inkml:trace>
  <inkml:trace contextRef="#ctx0" brushRef="#br0" timeOffset="5273.25">14655 2564 635 0,'0'0'233'0,"0"0"-228"0,0 0 147 15,0 0-20-15,0 0-93 16,0 0 18 0,222-90-33-16,-199 59 10 0,-20 3-23 15,-3 1 6-15,0 8 28 16,-17 8-36-16,-28 2 14 16,-6 9-7-16,-4 0-12 15,6 15 4-15,18 24-8 16,12 7 0-16,19 5-5 15,0 0 7-15,33-6-2 0,29-6 0 16,6-7-11-16,3-10-3 31,-12-10-28-31,-10-12 9 16,-2 0 24-16,-4 0-11 0,-5-18 20 16,-3-18 0-16,-4-9 1 15,-6-6 2-15,-10-8-3 16,-4 2 0-16,-11 10 7 15,0 8 0-15,0 18 7 16,0 8 21-16,0 10-6 16,0 3 17-16,-21 6-23 15,2 40-15-15,-4 20 37 16,-3 17-6-16,12 6-11 16,11 10 0-16,3-1-10 15,0 0 17-15,0-5-26 0,0-13-4 16,0-11 6-16,0-18-8 15,10-15-3-15,2-18 0 16,-5-13 3 0,-7-5-14-16,0 0 8 0,0-14-27 15,0-36-5-15,0-26-24 16,0-20 22-16,-7-14-10 16,-5-9-40-16,12-1 43 15,0 14 18-15,0 19 23 16,0 25-6-16,33 25 18 0,0 23-8 15,9 11 15-15,-4 3-1 16,16 5 34-16,-4 32-1 16,-3 9-15-16,-5 9 32 15,-13-2-32-15,-22-2-13 16,-7 2-20-16,-15 2 8 16,-67 2-16-16,-24-1-113 15,-10-12-315-15</inkml:trace>
  <inkml:trace contextRef="#ctx0" brushRef="#br0" timeOffset="5750.53">15674 2006 1084 0,'0'0'55'0,"0"0"71"0,0 0 92 0,0 0-101 0,0 0-92 0,0 0 16 0,30-30-10 0,-30 80-30 16,0 19 45-16,0 11-25 16,0-3-10-16,0 2 17 15,0-7-26-15,0-11 4 16,0-12-6-1,0-13 5-15,0-15-10 0,0-10 5 0,0-5 0 16,0-6-4-16,0 0-7 16,0-6 4-16,0-32-7 15,17-13-16 1,13-6 26-16,8 3-18 16,0 7-4-16,9 8 20 15,-2 15-15-15,-7 16 16 16,-15 3 2-16,8 5 3 0,-1 17 7 15,6 23 0-15,-1 11 4 16,-9 4 24-16,-7-12-24 0,-5-1 7 16,-14-5-18-1,0-2 8-15,0 4-19 16,-9-1-45-16,-22-7-262 0,12-13-278 16</inkml:trace>
  <inkml:trace contextRef="#ctx0" brushRef="#br0" timeOffset="6258.78">16244 2366 812 0,'0'0'125'16,"0"0"-33"-16,0 0 122 15,0 0-127-15,0 0-40 16,0 0-15-16,102-83 17 15,-98 81-27-15,-4 2-10 16,0 0 20-16,0 0-31 16,0 5 6-16,-4 21-7 0,-8 14 9 15,2-4-10-15,10-3 1 16,0-7 0-16,0-5-2 16,17-8 4-16,14-11-2 15,-6-2 0-15,8 0 3 16,-9-2-1-16,2-21-2 15,-7 3 0-15,-10-1 3 16,1 2 0-16,-10-1-3 16,4 6 1-16,-4-4 4 15,0 6 4-15,0 0-9 0,0 2 0 16,0 7 6-16,0 1-2 16,0 2-4-16,0 0 0 15,0 0 6-15,0 0-11 16,0 0 5-16,0 0-1 15,0 0-9-15,0 0 11 16,0 5-2-16,10 1 1 16,-10-6-29-16,0 0 0 15,0 4-71-15,0-4-124 16,-26 0-197-16</inkml:trace>
  <inkml:trace contextRef="#ctx0" brushRef="#br0" timeOffset="6401.63">16244 2366 712 0</inkml:trace>
  <inkml:trace contextRef="#ctx0" brushRef="#br0" timeOffset="7051.69">16244 2366 712 0,'146'-54'118'0,"-146"51"-67"0,7 1 102 0,38-8-72 0,12 2-50 0,-5-4-16 0,-19 0 6 0,-7-3 13 15,-8 0-23-15,-15 0 16 0,-3 1-6 16,0-1-9-16,0 2 16 16,-3 4-17-16,-41 6 4 15,-6 3 11-15,1 0-19 16,-1 12 24-16,5 19-4 16,22 4-15-16,11 7 17 15,12 3-23-15,0-4-6 16,0 4 22-16,21-8-19 0,19-5-1 15,7-9-2-15,3-8 6 16,14-11-4-16,-1-4-2 16,3 0 0-16,0-15-3 15,-9-15-2-15,-12-10 2 16,-15 0 2 0,-4-5 1-16,-16 2-4 15,-10 9 4-15,0 3 0 0,0 10 5 0,0 10 1 16,0 5-6-16,0 3 17 15,0 3-16-15,0 0 18 16,0 22-19 0,0 22 0-16,0 3 21 15,0 0-16-15,11-5-3 0,8-10-2 16,0-7 7 0,-12-10-9-16,5-6 2 0,-3-9 0 15,1 0 2-15,4 0 5 16,12-11-5-16,12-23-2 0,-5-10 9 15,9 1-9 1,-6 5 0-16,-3 11 0 0,-10 9-3 16,3 12 5-16,0 6-2 31,-2 0 0-31,11 12 8 16,5 23 6-16,5 5-12 15,4 0 1-15,-9-3 6 16,3-8-2-16,-5-7 1 0,-15-10 21 15,1-10-18 1,-3-2 45-16,2 0-22 0,3-32-8 16,3-15 8-16,-8-14-33 15,-5-4 11-15,-11-12-12 16,-5-4 9-16,0 1-11 16,-16 5 2-16,-39 16-19 15,-32 16 7-15,-35 20-69 16,-34 23-127-16,-40 0-306 15</inkml:trace>
  <inkml:trace contextRef="#ctx0" brushRef="#br0" timeOffset="8084.85">3202 4952 906 0,'0'0'54'0,"0"-160"32"0,-16 91 145 0,-50 15-149 0,-7 13-35 0,-10 22 31 0,-6 19-65 16,-8 0 7-16,-7 40-7 15,8 19-11-15,25 13 15 16,28 6-17-16,43-1 0 15,7-3 1-15,88-2 5 16,34-6-6-16,18-6 0 16,3-7 7-16,-22 0-12 15,-34-5 5-15,-35-3 0 0,-38-7 3 16,-21-1 4 0,-7-5 1-16,-56-1-4 0,-8-10 1 15,0-10 7-15,7-11-12 16,5 0 0-16,26-17-5 15,8-29-28-15,25-10-20 16,0-8 1-16,0 3 1 16,49 4 47-16,10 8-9 15,0 9 13-15,-5 10 10 16,3 6 2-16,-12 9 43 0,13 12 33 16,1 3-35-16,7 3 32 15,3 32-42 1,-17 11-15-16,-8 8-1 0,-20-2-21 15,-15 2-6 1,-4 4 0-16,-5-2-67 0,0-9-97 16,0-10-249-16,-5-23-379 15</inkml:trace>
  <inkml:trace contextRef="#ctx0" brushRef="#br0" timeOffset="8259.09">3235 4893 1131 0,'0'0'59'0,"0"0"31"0,0 0 67 0,0 0-146 0,0 0-11 0,0 0-121 0,-16 2-240 16</inkml:trace>
  <inkml:trace contextRef="#ctx0" brushRef="#br0" timeOffset="8547.11">3940 5201 986 0,'0'0'83'0,"0"0"32"16,0 0 73-16,0 0-103 15,0 0-17-15,0 0-52 16,-137-75 7-16,133 90-23 15,4 27 10-15,0 11-7 16,37-2-3-16,41 3 0 0,12-6 27 16,-12-7-26-16,-10-8 21 15,-26-9 20-15,-30-4-21 16,-12 8 17-16,-28 7-31 16,-52 5-3-16,-26-6-4 15,9-3-19 1,19-22-67-16,10-9-129 0,16 0-189 15,12-25-198-15</inkml:trace>
  <inkml:trace contextRef="#ctx0" brushRef="#br0" timeOffset="8831.14">4216 4556 964 0,'0'0'68'0,"14"-170"120"0,3 101-11 15,4 21-58-15,-14 22-52 0,2 14-4 0,-9 9 8 16,0 3-49 0,0 3-2-1,10 66-17-15,-8 34-1 16,8 48 53-16,6 29-38 16,-6 9 0-16,-3 12 25 15,-7-8-42-15,0-9 8 16,0-16-8-16,0-16-2 15,0-24-2-15,0-29-43 0,0-25-43 16,33-20 19-16,33-31-222 16,7-23-253-16</inkml:trace>
  <inkml:trace contextRef="#ctx0" brushRef="#br0" timeOffset="9658.71">4699 4952 1064 0,'0'0'53'16,"0"0"141"-16,0 0 30 0,0 0-131 16,0 0-59-16,0 0-24 15,-89 9 18-15,141 78-4 16,7 12-17-16,-5-3 10 16,-12-1-13-16,-11-15-4 15,-12-14 0-15,-10-21 7 16,-4-18-15-16,-5-13 8 15,0-14 0-15,0 0-11 16,0 0 3-16,0-26-7 16,0-23-5-16,12-14-22 15,14 10 37-15,18 12-25 0,8 7 23 16,7 20-7-16,2 11 17 16,8 3-3-16,-5 14 3 15,-6 32 3 1,-10 5 14-16,-22 1-20 0,-26-3 0 15,0-2 23-15,-22-8-19 16,-44-6 6-16,3-9-10 16,-8-10 9-16,3-14-7 0,6 0-2 15,6-23 0-15,11-25-7 16,19-14 1-16,24-4-4 16,2 1-9-16,18 2-5 15,46 12 20-15,16 9 0 16,-4 10 4-16,-3 14-1 15,0 12 11-15,2 6-10 0,1 0 23 16,-6 27-18 0,-1 13 19-16,-20 11-22 0,-11 4 0 15,-19-4 4 1,-12-11 1 0,-7-6-7-16,0-17 0 0,0-8 4 15,0-6-7-15,0-3 3 16,0 0 0-16,5 0-8 15,-3-29 9-15,10-19-1 0,2-3 0 0,7 4 6 32,-4 13-12-32,2 17 6 0,-8 11 0 15,6 6-2-15,6 0 5 16,22 12-3-16,12 20 3 16,2 4 7-16,4-8-11 0,-15-7 1 15,-15-13 0-15,-19-2 21 16,5-6-16-16,-15 0 25 0,3-2 8 15,-2-29-28 1,-5 1 22-16,0-6-28 0,0-5-1 31,-26 2 2-31,-19-2 1 16,-7 1-7-16,3 11 1 16,2 5-36-16,9 9 4 15,0 11-59-15,10 4-223 16,7 0-349-16</inkml:trace>
  <inkml:trace contextRef="#ctx0" brushRef="#br0" timeOffset="9919.17">6776 5576 1126 0,'0'0'158'0,"0"0"-132"16,0 0 193-16,0 0-149 0,0 0-66 0,0 0 20 0,260 0-18 15,-119 0-12-15,-14-15-13 16,-18 4-124 0,-17 1-64-16,-17 5-71 15,-11-5-54-15,2-2-98 0</inkml:trace>
  <inkml:trace contextRef="#ctx0" brushRef="#br0" timeOffset="10358.37">8325 5156 224 0,'0'0'538'0,"0"0"-389"0,0 0 14 16,0 0 24-16,0 0-53 16,-330-123-40-16,248 131-11 15,-8 32-66-15,17 14 15 16,9 5-20-16,34 1-5 15,18 3 1-15,12-7-8 16,16-8 0-16,50-16-8 16,15-9 2-16,3-21-27 0,8-2-20 15,-9-2-38 1,-5-36 41 0,-8-8 13-16,-20-14 37 0,-12-12-6 15,-17-8 11-15,-19-4-5 16,-2-11 15-16,0-5-8 15,-19-6 21-15,-23 5-12 16,-8 13 0-16,3 23 36 0,14 27-5 16,10 14 2-16,4 17 9 15,14 4-26-15,5 3 11 16,0 31-33-16,0 37-8 0,0 27 63 16,0 19-44-16,35 4 7 15,6-1-5-15,6 0-21 16,-5-7 11-16,-4-14-13 15,-3-10-11-15,-9-12 7 16,0-16-57-16,-5-16-50 16,3-15-98-1,7-16-147-15,-1-11-125 16</inkml:trace>
  <inkml:trace contextRef="#ctx0" brushRef="#br0" timeOffset="12136.97">8905 5188 696 0,'0'0'97'0,"0"0"36"0,0 0 75 0,-45-157-82 0,15 141-48 0,-6 16 10 31,-11 0-45-31,-2 6-35 16,2 33 13-16,11 12-19 15,17-4-2-15,19 4 0 0,0-6 2 16,19-7-10-16,33-7-7 15,-2-10-39-15,9-12 3 16,-8-9-26-16,-13 0 11 16,-5-9 47-16,-7-18 19 15,-7-9 10-15,-12-2 7 16,-7-4 13-16,0 2 23 16,0 8-16-16,0 10 14 0,0 7 5 15,0 13-7-15,0 2 19 16,0 0-35-16,0 2-27 15,0 35 11-15,0 4-15 16,26 4 2-16,21-8-4 16,3-8 0-16,-3-9-6 15,0-8-17-15,-7-8-27 16,-7-4 18-16,-2 0-14 16,-10-10 43-16,-5-19-6 15,-6-13 18-15,-10-6-4 16,0-5 5-16,0 2-2 0,0 7 40 15,-26 11-27-15,5 15 11 16,9 9 12-16,-2 6-29 16,9 3 24-16,5 0-38 15,0 21 7 1,0 21-6-16,0 8 2 16,45-5-4-16,4-7 0 0,-2-7-6 15,3-14 2-15,-1-5-23 16,-6-9-29-16,-15-3 26 15,-2 0-31-15,-5 0 31 16,-11-18 27-16,-3-14 1 16,-7-13 1-16,0 0 1 0,0 3 0 15,0 9 35-15,-17 13-6 16,1 11 15-16,6 9 12 16,6 0-32-16,4 0 15 15,0 0-39-15,0 20 6 16,0 26 11-1,0 3-14-15,0 2 6 0,14-8-9 0,24-5 4 16,-1-7-12-16,17-9-24 16,1-10-58-16,-1-6-16 15,17-6-48-15,6 0 9 16,-1-6 72 0,11-23-11-16,-21-10 65 15,-7-9 19-15,-21-8 0 16,-24 2 72-16,-14-3 25 0,0 10-2 0,-14 8-2 15,-33 10-45 1,-19 10 47-16,0 16-49 16,-5 3-26-16,14 0 17 15,13 28-35-15,13 10-2 16,29 10 0-16,2 0 1 16,0-8-5-16,33-2 4 0,25-10-20 15,-15-10 17-15,-3-5-27 16,-2-10-8-16,-17-3 24 15,-5 0 14-15,1 0 1 16,-1-19 8-16,-6-1-5 0,6-3 44 16,-6 6-16-16,-6 8-8 31,4 9 13-31,-8 0-23 16,11 0 18-16,15 16-7 15,14 31-1-15,8 28 26 16,-6 21-26-16,-11 14-1 0,-10 13 7 15,-14 5-28-15,-7-3 28 16,0-6-30-16,0-14 5 16,0-22 7-1,0-20-12-15,-7-24 0 0,-14-24-1 16,2-9 10-16,-5-6-17 16,-9-4 8-16,-12-41-14 15,1-24 6-15,11-10-23 16,4-23 3-16,25-14-3 15,4-12-30-15,0-16 14 16,49-13-34-16,31-8-56 16,3 1 32-16,2 3-57 15,-17 19 37-15,-11 19 111 16,-22 17 14-16,-9 17 3 0,-14 15 2 16,-12 11 16-16,0 13 59 15,0 17-33-15,0 15 16 16,0 16 15-16,-12 2-24 15,-2 40-5-15,2 32-24 16,12 24 1-16,0 2 25 16,0 7-45-16,7-1 3 15,26-6-9-15,-2-7 9 16,6-17-9-16,-11-20 0 0,-2-16-21 16,-3-21 8-16,-11-7-49 15,1-10-4-15,-4 0-2 16,12-21 27-16,-12-23 40 15,12-13-15 1,0 0 16-16,-5 12-9 0,3 16 9 16,4 17 0-16,5 12 7 15,7 0-3-15,28 29 38 16,3 19-14-16,18 3-25 0,-2-4 10 16,-2-8-11-1,-7-13-2-15,-12-11 0 16,-21-11 7-16,-10-4-7 15,-12 0 0-15,1-19 5 0,-1-15 10 16,-6-23-13-16,-10-12-2 16,0-11 6-16,0-13 2 15,0 0-2-15,-26 7-6 16,-2 15 4-16,-10 20 11 16,5 19 1-16,7 13 20 0,7 12 11 15,17 7-17-15,-10 3 13 16,7 45-27-16,5 18 5 15,0 12 42-15,0-4-54 16,5-3 14 0,28-4-13-16,0-7 2 0,5-7-14 15,-5-2 2 1,4-7-38-16,-18-5-36 0,10-6-176 0,-22-18-180 16,2-15-79-1</inkml:trace>
  <inkml:trace contextRef="#ctx0" brushRef="#br0" timeOffset="12646.93">11397 4809 909 0,'0'0'36'16,"0"0"17"-16,0 0 96 0,0 0-68 0,274-56-50 0,-178 30-16 0,-9-5 24 15,-21 1-22-15,-18 1-12 16,-22 4 39-1,-19 5-16-15,-7 2 13 0,0 6 16 32,0 6-26-32,-7 6 3 0,-34 0-27 0,8 10 1 15,0 39-3-15,17 14-5 16,16 5 0-16,0 1-1 0,7-9 4 31,40-12-4-15,-11-13 1-16,4-16 0 0,-3-10-16 15,-6-9 13-15,2 0 1 16,5-3-3-16,7-30 3 16,2 1 1-16,2-5 1 15,5 8 0-15,3 8 1 16,-7 8-1-16,8 13 0 16,-3 0 18-16,-11 13-8 15,4 25 25-15,-13 1-18 0,-21-1-15 16,-14-7 30-16,0-7-29 15,0-10 26-15,-33-5 13 16,-5-2-33-16,10-7 21 16,2 0-17-16,3 0-13 15,4-24 12-15,16-22-12 16,3-7-3-16,0-9-10 16,48-4-86-16,13 9-67 15,5 12-157-15,12 22-123 16</inkml:trace>
  <inkml:trace contextRef="#ctx0" brushRef="#br0" timeOffset="13008.21">13175 4958 990 0,'0'0'26'0,"0"0"152"0,0 0-1 0,0 0-132 16,0 0 37-16,290-6-72 0,-163-11-7 15,-16 2 3-15,-15 3 2 16,-25-1-16-16,-14-4 2 16,-24-3-76-16,-17-7 64 0,-4-3-32 15,-7 6 23 1,-5 6 21-16,0 5 8 0,0 11-2 16,0 2 1-16,9 0 0 15,12 9 49-15,12 27 7 16,-4 9 4-16,1 5 0 15,-11-2-10-15,-14 0-1 16,-5-7-9-16,0-8-31 16,0-1 22-16,-40-1-31 15,-10 1-2-15,-6 2-15 0,-10-8-149 16,7-5-133-16,12-15-287 16</inkml:trace>
  <inkml:trace contextRef="#ctx0" brushRef="#br0" timeOffset="13264.1">15313 4606 1171 0,'0'0'178'0,"0"0"-73"15,0 0 89 1,0 0-84-16,0 0-85 0,0 0 51 15,-66 177-47-15,80-108-22 16,-2-3 20-16,4-7-25 16,1-9-3-16,-10-4 1 15,7-8-57-15,-7-11-18 16,-2-9-102-16,0-16-186 0,2-2-143 16</inkml:trace>
  <inkml:trace contextRef="#ctx0" brushRef="#br0" timeOffset="13629.68">15398 4727 662 0,'0'0'288'0,"0"0"-153"16,0 0 99-16,0 0-117 15,0 0-57-15,0 0 19 0,247 104-58 16,-145-57 2 0,-1-11-23-1,-9-4-3-15,-21-11 0 0,-17-8-54 16,-12-10-25-1,-18-3-23-15,-7 0-3 0,-8-3-2 0,-4-33 0 16,-5-15 42 0,0-15 46-16,0-17 17 15,-17-6 5 1,-16 0 13-16,3 11 2 16,1 21 92-16,3 20 14 0,10 23 7 15,6 11 18-15,-6 3-32 16,-5 36-38-16,9 26-22 15,-7 17 12-15,19-2-4 16,0-2-49-16,0-4 14 16,35-8-22-16,13-10 3 15,1-8-16-15,5-9-16 16,-2-3-93-16,-14-13-121 16,11-6-358-16</inkml:trace>
  <inkml:trace contextRef="#ctx0" brushRef="#br0" timeOffset="13835.47">16796 4529 1246 0,'0'0'107'0,"0"0"116"15,0 0-66-15,0 0-88 0,0 0-36 0,-144 165 10 16,191-121-29-16,-2-5-4 0,-12-4-7 15,-2-1-3 1,-15-2-38-16,-16 2-66 0,0-8-208 16,0-14-397-16</inkml:trace>
  <inkml:trace contextRef="#ctx0" brushRef="#br0" timeOffset="13996.99">16454 4297 1078 0,'0'0'236'16,"0"0"-202"0,0 0 188-16,0 0-177 0,0 0-45 15,0 0-39 1,106-89-179-16,-26 89-347 0</inkml:trace>
  <inkml:trace contextRef="#ctx0" brushRef="#br0" timeOffset="14776.92">16888 4706 888 0,'0'0'12'16,"0"0"78"-16,0 0 84 16,0 0-94-16,0 0 1 0,320 66-20 15,-251-77 6 1,-20-16-21-1,-6-7-13-15,-15-3-3 0,-4-1-26 0,-17 2 12 16,-7 7-5 0,0 4-10-16,0 5 27 0,-26 8-28 15,-14 12 11-15,-3 0 17 16,-16 0-23-16,3 38 36 16,9 15 7-16,4 13-30 0,8 6 33 15,18-3-33-15,17-7 4 31,0-5-5-31,0-10-8 16,36-13-8-16,18-11-1 16,10-10-27-16,20-9-5 15,11-4-91-15,-3 0-62 16,-3-38-71-16,-11-19-86 16,-14-14 40-16,-1-12 15 15,-16-3-14-15,-2 2 301 16,-16 16 262-16,-20 11-47 15,-9 20-32-15,0 14 31 0,-9 8-28 16,-27 9-46-16,-9 6-34 16,1 0 8-16,-4 0-50 15,4 29-6-15,6 16-7 16,12 8-27-16,14 10 11 16,12-6-12-16,0 3-18 15,7-3 18-15,50-6-23 16,4-13 0-16,10-12-2 15,0-7 5-15,9-19-7 0,-7 0-1 16,-2 0-1-16,4-30-2 16,-9-18 2-16,0-14 6 15,-9-12-1-15,-17-1 7 16,-14 4-6 0,-26 17 0-16,0 17 2 0,-17 17 3 15,-37 17-1-15,-12 3-4 16,-7 35 18-16,19 31-15 15,18 15 29-15,32-1-14 0,4-5-13 16,23-16 38-16,43-11-42 16,24-20 6-16,13-20 4 15,25-8 0-15,13-14-17 16,15-43 6-16,-10-20-40 16,-7-20-5-16,-14-12-184 15,14-20-315-15</inkml:trace>
  <inkml:trace contextRef="#ctx0" brushRef="#br0" timeOffset="24917.05">779 6525 632 0,'0'0'216'0,"0"0"-184"0,0 0 131 0,-316 44 16 0,259-25-92 16,10 2-32-16,5-4-11 0,13-2 19 15,6-3-28-15,9-3 4 16,9-3-9-16,5 3-23 16,0 2 9-16,12 5-7 15,42-7 3-15,40-3 11 16,22-3-20-16,23-3 12 15,40 0 4-15,24 0-11 16,25 0 11-16,37 0-7 16,34 0-7-16,33 0 13 15,15-7-4-15,23-2-5 0,14 1-5 16,24-7-2-16,28 0 4 16,38-6-6-16,21-4 0 15,33-1 8-15,8-1-6 16,3-3-1-16,-1 1-1 15,-3-7 2-15,-12 1-10 16,-9-1 8-16,-21-4 0 16,-5 2 6-16,-16-7-3 15,-17 7-3-15,-15-2 0 0,-29-1-9 16,-15-1 7 0,-10 4-1-16,-20 5 2 0,-17 6-7 15,-31 13 14-15,-19 7-6 16,-6 3 0-16,-17 4 2 15,-5 0-5-15,-19 0 3 16,-12 0 0-16,-16 0-9 16,-7 0 8-16,5-11 1 15,-3-4-1-15,-14 1 1 16,0-1 1-16,-9 2-1 0,2 1 0 16,5-2 1-16,-7 2 3 15,-3-7-4-15,-16 4 0 16,-15-5 4-16,-16 2-5 15,-18-4 1-15,-10 2 0 16,-26 6 0-16,-17-2 2 16,-16 8-2-1,-21-5 0-15,-3 7-11 16,-11 0 9-16,-22 3-21 0,3 3-7 16,-5 0 4-16,0 0-67 15,0 0-60-15,-26 0-88 16,-52 0-199-16</inkml:trace>
  <inkml:trace contextRef="#ctx0" brushRef="#br0" timeOffset="25905.32">1722 8047 1024 0,'0'0'130'0,"0"0"34"0,0 0 84 0,0 0-130 0,0 0-79 0,0 0 7 0,-33 2-27 16,19 91 35-16,-3 14-18 15,10 0-31-15,-12-2 18 16,17-12-23-16,-3-8-6 16,5-13 3-16,0-9-47 15,0-9-8-15,0-16-58 16,0-11-152 0,5-14-56-16,-5-13-45 15,0-21 33-15</inkml:trace>
  <inkml:trace contextRef="#ctx0" brushRef="#br0" timeOffset="26064.38">1470 8324 502 0,'0'0'99'0,"0"0"0"0,-26-197 90 15,26 149-30-15,44 10-38 0,27-5-37 16,21 7 1-16,5 9-46 16,-10 13-26-16,-2 11-13 15,-26 3-20 1,-19 15-92-16,-24 30-129 15,-16 7-82-15,0 8-353 16</inkml:trace>
  <inkml:trace contextRef="#ctx0" brushRef="#br0" timeOffset="26226.08">1651 8664 846 0,'0'0'47'0,"0"0"24"16,0 0 177-16,0 0-169 15,0 0-69-15,0 0 3 16,130 6-13-16,-10-22-122 16,-2 7-114-16,-17-2-120 15</inkml:trace>
  <inkml:trace contextRef="#ctx0" brushRef="#br0" timeOffset="26891.84">2653 8445 798 0,'0'0'111'16,"0"0"-29"-16,0 0 154 0,0 0-128 16,-302-58-33-16,243 58-7 15,-4 0-31 1,-6 24 4-16,10 10-24 0,7 14-15 16,17 0 5-1,14 3-6-15,21 0-2 0,0-6-10 16,0-7-23-16,31-11-1 15,6-12-11-15,3-6 0 16,0-9 26-16,-2 0 2 16,-5-6 18-16,-7-24-1 0,-7-9 6 15,2 1-5-15,-7-9 5 16,-2 3-5-16,-2 0 28 16,-3 8-24-16,-7 10 19 15,0 4 4-15,0 14 0 16,0 4 35-16,0 4-19 0,0 0-22 15,0 4-6-15,-17 35-14 16,5 14 4-16,8 10-5 16,4 3 6-16,14-4-9 15,35-3 3-15,5-7-25 16,10-17-17-16,-5-10-25 16,7-19 27-1,-12-6-12-15,-7-6 17 16,-9-37 31-16,-12-14-4 15,-19-10 8-15,-2-12 10 16,-5-4 5-16,0-3 14 0,0-8 5 16,0 5-14-16,-19-2 16 15,-5 13-2-15,-4 13-11 16,2 16 16-16,5 20 4 16,7 17 0-16,0 12 15 0,7 0-32 15,-8 33-3-15,6 35-16 16,0 18 14-16,2 7 5 15,7-6-23 1,0-7-2-16,33 0-1 16,18-5-4-16,1-7-11 15,12-2-49-15,-12-3-74 16,-19-8-92-16,-17-18-152 0,-16-16-123 0</inkml:trace>
  <inkml:trace contextRef="#ctx0" brushRef="#br0" timeOffset="27829.64">2401 8499 462 0,'0'0'113'0,"0"0"6"0,0 0 71 0,0 0-111 0,0 0-28 0,141-175-14 0,-30 142-17 16,-5-3-10-16,-16-3-6 15,-10-1 7-15,-17 0-10 16,-30-9 14-16,-11 5 51 15,-22-1 3-15,0 7-5 16,0 8 0-16,0 13-10 0,-17 5 25 16,5 6-18-16,-2 6-14 15,-5 0-7-15,-7 26-36 16,1 34 3-16,-1 20 7 16,21 10-13-16,5 1 14 15,0 6-15-15,0-3 2 16,0-7-2-16,23-8 0 15,-11-14-16-15,5-21 2 16,-8-18-22-16,-2-13 4 16,-2-13-16-16,-5 0 23 0,2-14 17 15,12-28 8-15,-6-18 0 16,10-6-1-16,-6 3 5 16,0 6-6-16,2 13 2 15,-2 17 0-15,-5 18 4 16,0 3-1-16,5 6-2 15,9 6-1-15,7 28 3 16,15 9 7-16,6 3-10 0,3-5 0 16,-5-8-3-1,3-9 3-15,-10-5-5 0,-7-13 3 16,2-6-2-16,1 0 4 16,-1-6 0-1,7-28 3-15,-11-10 0 16,0-4-3-16,-17-4 0 0,-7 6 1 15,-7-2 1 1,0 8 4-16,-12 8-5 0,-16 13 1 16,-10 13 7-16,3 6-3 15,-8 0-6-15,10 31 0 16,12 17 3-16,9 2-4 0,12 10 1 16,0-3 0-16,22-12-9 15,22-7-1-15,-1-11-11 16,-1-14 5-16,-4-7 2 15,2-6 10-15,-2 0 3 16,2-17 1 0,-2-17 2-16,-5-6-2 15,4-7 0-15,-6-1 6 16,-8 4 1-16,-1 2 7 0,-8 11 0 0,-2 14 4 31,9 8 18-31,-5 9-9 16,27 0 1-16,-3 17 8 0,7 23-6 15,-14 14 5-15,-12-2-14 16,-16 2-7-16,-5 1 15 16,0-10-27-16,-9-10 15 0,-27-9 1 0,6-7-15 15,-1-10 17 1,24-6-15-16,-3-3-2 16,6 0 10-16,4-43-13 15,0-19-3-15,0-16-5 16,47-5-24-16,16 0-10 0,-6 6-61 31,0 8-131-31,-10 11-135 16,-19 10-106-16</inkml:trace>
  <inkml:trace contextRef="#ctx0" brushRef="#br0" timeOffset="28004.23">4480 7810 900 0,'0'0'145'0,"0"0"34"0,0 0 9 0,0 0-66 0,0 0-44 0,0 0-11 0,-38 125-43 16,83-91-15-16,-7 1-9 15,2 8-44-15,-19 3-129 16,-21 3-254-16,0-2-550 0</inkml:trace>
  <inkml:trace contextRef="#ctx0" brushRef="#br0" timeOffset="28322.51">5204 8061 1210 0,'0'0'18'0,"0"0"27"0,0 0 134 15,0 0-85-15,0 0-81 16,0 0-13-16,-182-2 0 15,246 49-2-15,21 6 2 16,4 4-10-16,3 3 3 16,-9-3-6-16,-34-3 10 15,-16-10 3-15,-33-4 0 16,0-3 14-16,-49 0 12 16,-41-5 4-16,-2-4-8 15,0-14-17-15,12-8 2 0,28-6-7 16,17 0-46-16,30-26-62 15,5-17-226-15,0-8-293 16</inkml:trace>
  <inkml:trace contextRef="#ctx0" brushRef="#br0" timeOffset="28973.15">6383 8079 1216 0,'0'0'57'16,"0"0"95"-16,0 0 35 0,0 0-146 15,0 0-17-15,0 0 12 16,18 182-8-16,23-113-21 16,-1-10-1-16,-10-11 3 15,-11-9-9-15,0-19 0 0,-17-8 1 31,-2-6 0-31,0-6-2 0,0 0 1 0,0 0-3 16,-16-21-7-16,-17-24 10 16,-10-14-7-16,17-12 5 31,19-11-13-31,7-1 3 0,0 9-4 0,7 11-5 16,45 18 17-16,-2 18 0 15,9 16 3 1,0 11-11-16,7 0 17 0,4 38-5 0,1 21 12 15,-10 11-10 1,-6-2 7-16,-22 0-9 16,-17-11 0-16,-11-11 1 15,-5-14-1-15,0-10 0 0,0-8-2 32,0-8-5-32,-12-6 5 15,-4 0-4-15,-6 0-1 16,-3-14 6-16,-1-26-11 0,9-11 10 15,17-10 0-15,0-5-21 16,0 4 8-16,31 11-2 16,9 11 7-16,7 19 9 15,-5 12 0-15,1 9 1 16,16 0 26-16,-5 32 10 16,10 14 2-16,-15 11-14 15,-16-1-12-15,-12-3 7 16,-16 1-19-16,-5 0 0 15,0-5-22-15,0-9-79 16,-31-3-64-16,5-8-147 0,8-10-87 16,3-16-260-16</inkml:trace>
  <inkml:trace contextRef="#ctx0" brushRef="#br0" timeOffset="29306.19">7415 8087 762 0,'0'0'106'0,"0"0"65"0,0 0 9 0,0 0-142 0,0 0 20 0,0 0-14 0,-45 174-31 16,45-117 7 0,22-10-19-16,25-5 1 15,7-7 0-15,0-10-2 0,5-10-5 16,-9-9 4-16,-3-6-4 15,0 0 5-15,-14-30 1 16,5-9 1-16,-15-6 25 16,-18-8 15-16,-5-3 0 0,0-10 18 15,-26 3-42 1,-28 8 11-16,4 10-22 0,-9 13-5 16,8 18-2-16,1 8-10 15,-4 6-62-15,-5 14-57 16,9 29-173-16,3 6-238 15</inkml:trace>
  <inkml:trace contextRef="#ctx0" brushRef="#br0" timeOffset="30549.49">8139 7787 1107 0,'0'0'76'0,"0"0"130"16,0 0-3-16,0 0-119 0,0 0-71 15,0 0 61-15,-47 163-24 0,77-77-36 16,3 2 15 0,0-2-28-16,-7-5-1 15,-9-7-12-15,-17-2-9 16,0-10-21-16,0-5-42 0,-5-12-105 15,-16-21-70-15,-7-21-34 16,-1-3 37-16,-6-34 87 16,-12-27-17-1,-3-11 85-15,-4-2-34 16,-5 2 93-16,0 6 42 16,12 13 110-16,26 10 97 0,21 20-3 0,0 8-128 31,45 9-38-31,37 6 46 15,29-7-9-15,5 1-29 16,6-5-35-16,-4-6 8 16,-24-10-7-16,-9-4 6 15,-21-4 39-15,-26-7 4 0,-22-1 0 16,-4 3-10-16,-12-3-1 16,0 3 8-16,0 6 0 15,0 8-6-15,-17 8 9 16,1 7-9-16,11 9-11 15,-2 2 1-15,-7 19-39 16,-5 40-2-16,7 24 22 16,10 19-17-16,2 2 5 0,0 0-11 15,2-2 0 1,22-9-1-16,-17-19 1 16,12-11-6-16,-12-22-4 15,-2-16-25-15,2-14 7 0,-3-11-4 16,1 0 15-16,12-36 15 15,-10-17-7-15,12-13 1 16,2-2 5-16,-9 0-6 16,4 5 9-16,1 14-3 15,-6 17 3-15,-4 17 3 16,0 9-2-16,1 6-1 0,13 2 0 16,9 43 3-16,20 12 6 15,2 9-9-15,-3-3 1 16,10-9-2-16,-9-8 1 15,-1-3-1-15,3-17 0 16,-7-10-7 0,0-14 6-16,2-2 2 0,-5-6 0 15,-4-26-1 1,0-17 2-16,-10-3-1 0,-9-14 0 16,-12-2 4-16,-7-3-4 15,0 14 0-15,-5 11 0 16,-23 22 13-16,-10 11-7 15,-2 13 15-15,-7 0-15 16,12 25 1-16,16 26-10 0,12 5 3 16,7 4 0-16,11-3-4 15,30-15 4-15,3-7-9 16,-4-10 0-16,-11-11-10 16,-1-8 18-16,-7-6-1 15,10 0 2-15,11-8-1 0,-4-29 2 16,16-1-1-16,-9-13 0 15,7-3 3-15,2 3-3 16,-4 10 0 0,6 14 1-16,-2 17 7 0,-11 10-7 15,2 0 21-15,-8 43 13 0,-8 13-4 32,1 14 0-32,-13-2-8 15,-8-6-15-15,-9-9 12 16,0-10-17-16,0-17 1 0,0-13 12 0,0-8-11 31,-4-5 14-31,-6 0 1 0,-6 0-14 16,4-18 16-1,-7-20-21-15,19-16 0 16,0-9-1-16,0-6 2 16,47-5-5-16,26-1-18 0,5 7-45 15,14 14-62-15,5 25-99 16,4 20-136-16,-9 9 53 15</inkml:trace>
  <inkml:trace contextRef="#ctx0" brushRef="#br0" timeOffset="30819.35">10949 8342 727 0,'0'0'332'0,"0"0"-271"0,0 0 173 0,0 0-73 0,0 0-124 16,0 0-16-16,-59 20 40 16,163-11-28-16,19-9-18 15,11 0 7-15,-4 0-9 16,4 0 12-16,-11 0-7 16,-20-9-9-16,-15 0 11 15,-20-2-20-15,-19 2 0 0,-20 6-13 16,-3 0-63-16,-17-3-117 15,-9-3-115-15,0-10-149 16</inkml:trace>
  <inkml:trace contextRef="#ctx0" brushRef="#br0" timeOffset="31120.31">11774 8096 687 0,'0'0'199'16,"0"0"-149"-16,0 0 154 15,0 0-88-15,0 0-58 16,0 0 22-16,90 46-35 16,-29-32-6-16,12-4 1 0,-14-1-18 15,0-3 7-15,-2 0-9 16,-10 0-11-16,-16-3 12 16,-13-3-17-16,-13 0 1 0,-5 3 6 15,0 6-10-15,0 17 20 16,-38 19-6-16,-32 15 0 15,-15 8 3-15,2 1-16 16,-6-4-2-16,4 5 0 16,14-2-49-16,0-13-86 15,3-6-167-15,2-13-412 16</inkml:trace>
  <inkml:trace contextRef="#ctx0" brushRef="#br0" timeOffset="35354.3">13394 7901 576 0,'0'0'86'16,"0"0"63"-16,0 0 12 0,0 0-69 0,0 0 18 0,0 0-15 0,0 0-23 0,0 0-3 16,49-129-15-16,-49 129-3 15,0 0-36-15,-21 0-8 16,-24 27 17-16,-4 21-20 16,-3 14 1-16,7 10 8 15,10 2-12-15,11 4 15 16,24-3-16-16,0-10 1 15,0-8 3-15,33-13-2 0,17-5-2 16,9-13 0-16,4-4 3 16,8-12-7-16,9-8 4 15,-9-2 0-15,-7 0-8 16,-5-15 10-16,-10-12-2 16,-11-5 0-16,-12-5 0 15,-5-1-3-15,-21-1 3 16,0 7 0-16,0-2 0 15,-31 11 3-15,-2 8-3 16,-9 9 0-16,0 6-12 0,-3 0 4 16,-7 0 6-16,-2 14 2 15,6 13-8 1,13-3 11-16,9-3-3 16,17-3 0-16,6-6-3 0,3-4-4 15,0 5 5-15,0-7 1 16,38 3-9-16,7-6 10 15,16 0 0-15,0-3-1 16,1 0 4-16,-10 0-1 0,-10 0-2 16,-9 6 0-16,-7 5-5 15,7 7 11-15,-9 15-6 16,-6 11 15-16,-1 10-9 16,-5 14 19-16,-12 4-11 15,0 3-2-15,0-4 13 16,0-11-23-16,0-5 0 15,0-15-2-15,0-9-19 0,16-5-37 16,22-10-114-16,9-16-122 16,-2 0-44-16,-5-16-227 15</inkml:trace>
  <inkml:trace contextRef="#ctx0" brushRef="#br0" timeOffset="35513.6">14434 8362 260 0,'0'0'655'0,"0"0"-482"0,0 0 82 0,0 0-67 0,0 0-93 0,0 0-66 0,-81-80-12 15,81 80-17 1,0 0-30-16,0 0-111 0,38 5-198 16,16 10-137-16</inkml:trace>
  <inkml:trace contextRef="#ctx0" brushRef="#br0" timeOffset="37070.49">14740 8079 1192 0,'0'0'19'16,"0"0"97"-16,0 0 91 15,0 0-93-15,0 0-79 16,0 0-24-16,-118-18 22 15,118 66-23 1,17 11 20-16,4 1-8 16,0-9-19-1,-9-15-3-15,2-9 0 16,-12-10 7-16,3-8-11 0,-5-6 4 16,5 0-9-16,2-3 8 15,-7 0-17-15,0 0 14 16,0 0 0-16,0-32-8 15,0-17-3-15,0-10-1 16,0 0 16-16,0-1-9 16,0 6 8-16,0 15 1 15,0 10 0-15,0 11 0 0,0 9-5 16,0 5 5 0,0 4 0-16,0 0-5 0,14 0-4 15,24 31 9-15,7 11-1 16,2-1 5-16,-5 4 2 15,-4-10-6-15,-14-2 0 16,-1-9 1-16,-11-12 2 16,-5-1-3-16,-2-5 0 15,-1-6 4-15,-4 5-1 16,5-5-3-16,-5 0 0 16,0 0 7-16,0 0-6 0,0 0-1 15,0 0 0 1,0 0 6-16,0 0 2 0,0 0-8 15,0 0 2-15,0 0-1 16,0 0 3-16,0 0-4 16,0 0 0-16,0 0 1 15,0 0 3-15,0 0-4 16,0 0 0-16,0 0 0 0,0 0 2 16,0-5-2-1,0 3 0-15,0-2 4 16,0 2-8-16,0-1 4 0,0 3 0 15,0-3 5-15,0 3-2 16,0-3-3 0,0 3 0-16,-5 0 4 0,5 0-1 15,0-4-3-15,0 4 0 16,0 0 2-16,0 0 1 16,0 0-3-16,0 0 0 15,0 0 5-15,0 0-7 0,0 0 2 16,0 0 0-16,0 0-4 15,0 0 11-15,0 0-7 16,0 0 0-16,0 0 3 16,0 0-4-16,0 0 1 15,0 0 0 1,0 0-3-16,0 0 3 16,-4 0 0-16,4 0 0 15,0 0 3-15,0 0-3 0,0 0 0 0,0 0 0 31,0 0-4-31,0 0 5 0,0 0-1 16,0 0 0-16,0 0 5 16,0 0-7-16,0 0 2 15,0 0 0-15,0 0-4 0,0 0 9 16,0 0-6-16,0 0 1 16,0 0 0-16,0 0-2 15,0 0 2-15,0 0 0 16,0 0-3-16,0 0 8 0,0 0-5 15,0 0 0-15,0 0 3 16,0 0-8-16,0 0 5 16,0 0 0-16,0 0 0 15,0 0 3-15,0 0-3 32,0 0 0-32,0 0 2 0,0 0-4 15,0 0 2-15,0 0 0 16,0 0-4-16,0 0 6 15,0 0-2-15,0 0 0 16,0 0 0-16,0 0-8 16,0 0 8-16,0 0 0 15,0 0-5-15,0 0 8 16,0 0-4-16,0 0 1 16,0 0 0-16,0 0 0 15,0 0 0-15,0 0 0 16,0 0-4-16,0 0 6 0,0 0-2 15,0 0 0-15,0 0-3 16,0 0-1-16,0 0 4 16,0-2 0-1,0 2-6-15,0 0 6 0,0 0-3 16,0 0 3-16,0 0 0 16,0 0-1-16,0 0 1 15,0 0 0-15,0 0-5 16,0 0 10-16,0 0-5 15,0 0 0-15,0 0 1 0,0 0-3 16,0 0 2 0,0 0 0-16,0 0-5 0,0 0 5 15,0 0 0-15,0 0-1 16,0 0 9-16,0 0-13 16,0 0 5-16,0 0-9 15,0 0 8-15,0 0-53 16,0 0-48-16,-5 0-91 15,-7 0-110-15,-2 0-32 16,-10 0-64-16</inkml:trace>
  <inkml:trace contextRef="#ctx0" brushRef="#br0" timeOffset="38559.11">14655 8096 542 0,'0'0'35'0,"0"0"29"0,0 0 53 0,0 0-39 0,0 0-7 0,0 0 8 0,-52-100 22 16,45 97-4-16,3 3-20 16,1 0-7-16,-1 0-26 15,4 0-8-15,-8 0 5 0,8 0-29 16,0 9 7-16,0 30-3 16,0 16 25-16,0 8 7 15,0 3-23-15,8-6-2 16,3-12 8-16,6-3-25 15,-8-12 1-15,5-11-1 16,-11 0-4-16,1-13 7 16,1-6-9-1,-5-3 0-15,0 0 6 16,0 0 3-16,7 0-8 16,-7 0 8-16,5-12-4 0,-5-24 4 15,2-12-9 1,5-8 0-16,5-6-6 0,-5-2 11 15,19 2-8-15,5 5 3 16,4 13 0-16,1 8-6 16,1 6 6-16,-8 11 0 15,-4 8 0-15,1 8 0 0,0 3 0 16,12 0-6-16,7 35 6 16,7 16 5-16,-7 6-5 15,-12 0 0-15,-8-1 7 0,-10-8 1 16,3-9-6-16,-18-7-2 15,0-4 4-15,0-10-3 16,0-4-1-16,0-5 0 16,0-6 3-16,0-3 2 15,0 0-5-15,0 0 0 16,0 0 1-16,0-18 6 0,0-30-7 16,0-20 0-16,17-10-5 31,9-3-1-31,14 10 6 15,7 5 0-15,3 17-3 0,-3 16 1 0,2 15 2 16,8 18 0 0,-3 0-3-16,-2 23 8 15,5 34 1 1,-17 15-6-16,-14 0 1 16,-17 2-2-16,-9 3 1 15,0 0-20-15,-24 8-41 0,-32 1-112 16,-15 1-101-1,-9-2-181-15</inkml:trace>
  <inkml:trace contextRef="#ctx0" brushRef="#br0" timeOffset="39887.72">1554 10609 997 0,'0'0'100'0,"0"0"44"0,-59-165 80 0,55 142-85 0,1 8-77 0,3 15-5 0,0 0-16 16,0 0-32-16,0 30 14 15,0 41-22-15,0 25 6 16,0 12 13-16,0-11-20 16,7-1 0-16,10-1 0 15,-1-3-21-15,3-1-18 0,-7-17-123 16,0-14-115 0,-5-22-136-16,-7-25-242 0</inkml:trace>
  <inkml:trace contextRef="#ctx0" brushRef="#br0" timeOffset="40061.99">1319 10756 697 0,'0'0'70'0,"0"0"79"0,-71-160 16 0,71 103-11 16,21 2-85-16,52-2-39 16,29 6 2-16,8 9-22 31,-1 12-10-31,-13 24-33 0,-8 6-129 0,-34 21-200 15,-33 41-180-15</inkml:trace>
  <inkml:trace contextRef="#ctx0" brushRef="#br0" timeOffset="40237.89">1559 11227 861 0,'0'0'76'16,"0"0"8"-16,0 0 104 15,0 0-97-15,0 0-71 16,0 0-20-16,233-114-18 16,-105 86-134-16,-8 13-53 15,-19 10-51-15,-13 5-63 0</inkml:trace>
  <inkml:trace contextRef="#ctx0" brushRef="#br0" timeOffset="40873.54">2495 10942 426 0,'0'0'180'16,"0"0"-40"-16,0 0 64 15,0 0-40-15,-19-163-37 16,-26 148-34-16,-2 7-11 16,-7 8-21-16,0 0-8 15,-15 17-37-15,-1 28-10 0,15 1 11 16,13 15-13-16,21-4-4 16,21-3 0-1,0-8-9-15,0-6-17 16,42-14-26-16,-2-13-2 0,0-11 33 15,5-2-23-15,-9 0 17 16,-1-21 26-16,-4-14 1 16,-5-4-3-16,-1-8 7 15,-10-1-4-15,-11 3 20 16,-4 2-11-16,0 9 25 0,0 7 3 16,0 8-15-16,0 10 30 15,0 7-6-15,0 2-25 16,0 0 6-16,0 0-27 15,0 30-3-15,0 23 3 16,0 9 0-16,7 4 5 16,33-8-5-16,5-8-6 15,7-12 5 1,-7-13-25-16,7-10 10 0,-7-15-9 16,-3 0-21-16,0-13 43 15,-9-32-3-15,-2-6 6 16,-12-10-1-16,-5-5 5 15,-9-10-4-15,-5-4 0 16,0-8 4-16,0 1 1 16,-33 1-5-16,-5 13 0 0,-7 17 33 15,5 14 0-15,10 15 16 16,11 14-10-16,9 7-2 16,10 6 25-16,0 0-45 0,0 28-14 15,0 32 14-15,0 15-7 16,3 8 9-16,41-3-17 15,1 1 5-15,7-4-14 16,-5 1 3-16,5-4-38 16,-17-8-25-16,-6-4-116 15,-17-14-31 1,-12-14-113-16,0-17-51 16</inkml:trace>
  <inkml:trace contextRef="#ctx0" brushRef="#br0" timeOffset="41859.51">2611 10862 526 0,'0'0'66'0,"0"0"-21"0,0 0 14 0,0 0-15 0,200-161-37 0,-122 122-5 0,-12 1 7 32,-21-4-6-32,-15-1 23 15,-9 3 65-15,-21-6-28 16,0 5 39-16,0 5 10 15,0 6-16-15,-4 9 2 16,-13 9-27-16,10 6-13 16,2 6 31-16,5 0-50 15,-9 0-11-15,9 12-16 16,0 41-7-16,0 25 18 16,0 18-2-16,14-3-17 15,14 1-1-15,-9-1 6 16,5-6-9-16,-12-12 0 0,2-15-20 15,-2-23 12-15,-1-9-30 16,-1-19-2-16,-5-9 16 16,4 0-10-16,3-25 18 15,2-24 13-15,2-14-5 16,-1-3 5-16,1 6-5 16,1 9 1-16,-6 19 2 15,3 12 5-15,-6 9 0 0,-4 9-1 16,1 2 5-16,11 0-10 15,10 21 4-15,12 17 2 16,7 5 4-16,-3 2 1 16,5-7-5-16,12-2 0 15,-14-9 1 1,-2-10-1-16,-1-8 0 0,-18-9 0 16,6 0 1-16,-8 0 6 15,-1-18-2-15,-2-14-1 16,-1-7 2-16,-15-6 0 15,-3 4-6-15,0-5 0 16,0 14 11-16,-24 7-8 16,-6 8 0-16,-3 14-3 0,0 0 3 15,-5 3-5-15,0 0 2 16,5 23-1-16,19 23-6 16,14 5 10-16,0 5-3 0,0-3 0 15,33-2-8 1,14-11 8-16,-4-11-26 0,-10-14 1 15,0-7 23-15,-3-8-13 16,-1 0 6-16,1-6 6 16,8-26 3-16,-5-13 1 15,0 1-1-15,-5-1 0 16,-2 0 14 0,-5 10-14-16,1 4 22 15,-15 11 11-15,7 11-4 16,-9 6 26-16,-3 3-28 15,12 0-12-15,19 26 5 16,0 22 7-16,9 15 1 0,-11 9-10 16,-12-1-16-16,-10-5 15 15,1-14-13-15,-10-12 5 16,0-20 13-16,0-9-20 0,0-11 12 16,0 0 0-16,0 0-12 15,0 0 25-15,0-28-18 16,0-19-9-16,0-16 2 15,0-5 1-15,0 5-5 0,0-3 2 16,38 6-35 0,11 9-26-1,8 16-132-15,-1 10-171 0,3 13-149 0</inkml:trace>
  <inkml:trace contextRef="#ctx0" brushRef="#br0" timeOffset="42050.93">4751 10325 860 0,'0'0'249'0,"0"0"-133"0,0 0 86 0,0 0-45 0,0 0-121 0,0 0-9 16,-191-18-20-16,196 60-1 15,21 15-12-15,-7 11-31 16,0 13-95-16,-19 0-172 15,0-1-317-15</inkml:trace>
  <inkml:trace contextRef="#ctx0" brushRef="#br0" timeOffset="42410.76">5470 10743 1239 0,'0'0'16'0,"0"0"38"0,0 0 101 16,0 0-106-16,0 0-34 15,0 0-15-15,-233-125-7 16,233 154-5-16,0 16-9 16,0 8 16-16,42 4-21 15,17 9 9-15,19 2 15 16,-10 1-5-16,-6 0 7 15,-10-6 5-15,-29-9-3 16,-16-18 24-16,-7-7 22 0,0-11 3 16,-35-4 6-16,-19-5-29 15,-10-5-5 1,-2-4-19-16,7 0 1 16,7-27-10-16,14-16-61 0,20 0-99 15,13-12-201 1,5-2-374-16</inkml:trace>
  <inkml:trace contextRef="#ctx0" brushRef="#br0" timeOffset="42924.33">6595 10101 1082 0,'0'0'94'15,"0"0"52"-15,0 0 87 16,0 0-114-16,0 0-67 16,0 0-44-16,-109-38 2 0,147 124 15 31,7 18-13-31,2 4 6 0,-9 3-18 0,-1-10 0 16,-8-3 1-16,-20-11 2 15,1-15-4 1,-10-19 1-16,0-14-16 15,0-22 9-15,0-11-7 16,0-6-2-16,0 0 15 0,0-35-29 16,0-19-12-1,0-8 18-15,0-2-18 16,33 7 28-16,16 17-9 0,3 12 17 16,-7 16-2-16,7 12 8 15,-3 0 0-15,5 40 15 16,-21 17 4-16,-11 2 25 0,-22-3-16 15,0-5 1-15,-17-9 17 32,-32-6-29-32,1-13 6 15,4-7-13-15,8-10-6 16,8-6-1-16,7 0-3 0,-3-28-44 16,10-13-67-16,14-10-127 15,0 0-184-15,0 7-380 16</inkml:trace>
  <inkml:trace contextRef="#ctx0" brushRef="#br0" timeOffset="43513.8">7182 10776 989 0,'0'0'134'0,"0"0"-10"0,0 0 98 0,0 0-139 0,0 0-36 0,0 0 5 0,-50-31-32 16,50-7-3-16,5-4-17 15,21 1 0-15,14-1-5 16,5 6 6-16,11 9-1 16,3 9 0-16,-9 16-4 15,9 2-4-15,0 6 8 0,-10 33 0 16,1 13-5 0,-20 11 7-16,-4 0-2 15,-21-6 0-15,-5-6 2 16,0-13 1-16,0-14-3 0,0-9 0 15,0-9 8-15,-9-3-2 16,-1-3-5-16,-6 0 2 16,-6-31 3-16,1-9-3 15,9-11-3-15,12 0-1 16,0 4-3-16,0 10-12 16,5 11 15-16,23 7-13 0,10 10-5 15,-7 7 19-15,-3 2-9 16,10 0 1-16,0 21 2 15,4 17-2-15,0 11 8 16,-9 4-2 0,-7 3-12-16,7-2 11 0,-11-6 1 15,11-9 2 1,-5-15-5-16,-2-10 4 16,-5-11 1-16,0-3-1 15,-7 0 3-15,5-23 17 16,-2-20-6-16,-8-10 3 0,-9-6 6 15,0-1-19-15,0 0 18 16,-38 6 3-16,-20 7-19 16,-1 14 22-16,-10 9-23 0,17 16 1 15,1 8-5-15,1 0-3 16,8 1-28-16,-1 39-87 16,15 2-124-16,-3 2-202 15</inkml:trace>
  <inkml:trace contextRef="#ctx0" brushRef="#br0" timeOffset="43784.09">8351 10301 1068 0,'0'0'82'0,"0"0"129"0,0 0 29 0,0 0-132 0,0 0-51 0,0 0-30 31,-7-69-14-31,45 130 33 16,14 16-31-16,-12 3-11 15,-10 3-2-15,-4 2-2 16,-19-2-9-16,-7 1-26 16,0-1-49-16,-47-3-93 15,-16-7-130-15,-8-26-136 16,12-24-108-16</inkml:trace>
  <inkml:trace contextRef="#ctx0" brushRef="#br0" timeOffset="44768.6">8113 10684 168 0,'0'0'563'16,"0"0"-442"-16,0 0-28 16,0 0 65-16,0 0-94 15,328-138-43-15,-239 111 18 16,-6 1-37-16,-17-4 2 0,-14-9 5 15,-15-4 2-15,-18 0 23 16,0-6 12-16,-19 4 2 16,0 7 6-16,0 5-13 15,0 9 18-15,0 10-15 16,-19 7-6-16,15 5 11 16,1 2-33-16,3 0-9 15,-12 9-7-15,3 41 2 16,4 25-2-16,5 17 2 15,0 9 2-15,0 1-1 16,5-7-3-16,23-9 0 0,-2-14-1 16,-5-16-4-16,-2-16-1 15,-7-19-1-15,0-10-19 16,-10-11 26 0,3 0-15-16,9-6 14 15,-7-32-4-15,14-12-3 0,1-13 8 0,-8 3 0 16,5 12 3-1,2 13-8-15,-5 13 5 16,-6 13 0-16,-6 9-2 16,11 0-8-16,8 7-1 0,6 34 5 15,8 13 6-15,-4 3 0 16,10-1 0-16,-15-12-9 16,7-1 1-16,-2-16-19 15,-7-6 16-15,3-12-8 16,-8-9 5-16,9 0 8 15,3 0 6 1,0-36 0-16,3-13-3 0,-8-4-2 16,-11-3 3-16,-10 2 2 0,-7 7 0 15,0 2-4 1,0 5 4-16,-24 14 0 16,-9 7 2-16,2 11 3 0,-2 8 1 15,0 0-3-15,7 15 4 16,10 27 3-1,11 9-10-15,5 6 0 16,0-1-3-16,26-9 3 16,12-7-2-16,-5-11-2 0,0-7-1 15,-5-10-4-15,-2-7 9 16,-5-5 0-16,5 0-4 16,3-17 8-16,1-22-3 0,8-10-1 15,-5-4 3-15,9 0 6 16,1 2-7-16,2 9 3 31,2 12 15-31,-9 12-20 16,2 15 23-16,7 3-3 0,0 3-7 15,2 35 19-15,-1 10-16 16,-15 7-6-16,-8-2 15 16,-10-3-21-16,-15-4 0 15,0-12-4-15,0-9 5 16,-26-10 9-16,2-9-11 15,1-6 3-15,-3 0 13 16,-7 0-11-16,2-35 7 16,12-16-8-16,19-12-2 15,0-12-3-15,14 1-2 0,55 8-23 16,15 12-56 0,32 21-142-16,28 18-246 0,7 15-25 15</inkml:trace>
  <inkml:trace contextRef="#ctx0" brushRef="#br0" timeOffset="45277.87">11013 10767 1195 0,'0'0'32'0,"0"0"51"0,0 0 119 0,0 0-111 0,0 0-83 0,0 0-5 16,2-9 39-16,125 21-32 15,27-9-5-15,13-3-3 16,-7 0 2-16,-4 0-8 0,-31-12-1 16,-28-4-40-16,-27 7-11 15,-27 1-88-15,-17-4-17 16,-24-3-39-16,-2-13-26 15,0 0 41 1,-14-14-1-16,-24-3-12 0,-9 0 34 16,2 4 164-16,-7 8 171 15,3 15-6-15,6 9 32 16,13 6-20-16,13 3-9 0,17 0-48 16,0 15-43-16,5 17-4 15,54 7-14 1,5-3-20-16,6-3-17 0,6-7 11 15,-10-4-2 1,-3-4-9-16,-11-3 31 16,-12-7-14-16,-21 1-14 0,-7 2 12 15,-12 12-16-15,0 14 13 16,-16 18-9-16,-50 10-24 16,-17 12-1-16,-9 10-8 0,-5 3-151 15,1-3-185 1,-6-10-367-16</inkml:trace>
  <inkml:trace contextRef="#ctx0" brushRef="#br0" timeOffset="49467.78">14622 10459 846 0,'0'0'91'16,"0"0"119"-16,0 0 7 0,-96-166-103 0,84 142 9 0,5 12-52 0,0 5 0 0,7 7-21 16,0 0-33-16,-5 0 19 15,-2 0-28-15,-5 43-7 16,7 19 21-16,5 16-18 16,0-1 3-16,22 1-7 15,37-7 7-15,7-6-7 16,2-13 0-16,-14-10 0 15,5-18-5-15,-17-10 7 16,3-11-2-16,-2-3 0 16,2-8 2-16,-10-28-5 0,0-18 3 15,-4-11 0-15,-12-4-1 16,-19-3 6-16,0 1-5 16,-7 5 0-16,-31 7 6 15,-2 7-7-15,2 14 1 16,12 13 0-16,5 13-1 15,9 7 1-15,12 5-19 16,0 0-42-16,0 0-118 16,38 11-183-16,2 17-212 0</inkml:trace>
  <inkml:trace contextRef="#ctx0" brushRef="#br0" timeOffset="49921.48">15405 10344 924 0,'0'0'304'0,"0"0"-196"16,0 0 100-16,0 0-62 15,0 0-113-15,0 0 2 16,-97-51-10-16,97 98-25 16,26 19 51-16,0 12-30 15,-5-7-13 1,-4-5 5-16,-5-14-3 15,-5-9-10-15,0-16 0 0,-7-12 3 16,0-9-4-16,0-6 1 0,5 0 0 16,-5 0-3-1,0-15 5-15,0-33-5 16,0-17 3-16,0-10-10 0,0 4 1 16,23 5-1-1,8 14 10-15,11 14-7 0,-4 8 6 16,2 19-2-16,12 5 3 15,7 6 0-15,-7 6 4 16,9 33 1 0,-4 13-2-16,-10 11 9 0,-19 0-9 0,-7 0-3 15,-11-6 0-15,-6-3-8 16,-4-5 7-16,0-6-97 16,0-11-90-16,0-8-90 15,0-20-107-15,0-4-14 16</inkml:trace>
  <inkml:trace contextRef="#ctx0" brushRef="#br0" timeOffset="50637.22">16178 10409 447 0,'0'0'138'0,"0"0"45"0,0 0 51 16,0 0-61-16,0 0-34 15,0 0-14-15,19-120-48 0,-33 120-5 0,-17 27-36 16,5 12-6-16,12 10 16 31,14 0-41-31,0 3 1 16,0 1-2-16,50 1 7 15,9-13-11-15,7-8 0 16,-3-8 2-16,-1-14-13 0,-11-9 6 16,-1-2-11-16,2 0 16 15,-7-28-18-15,2-21 16 16,-5-10 0-16,-16-10 2 15,-14-8-4-15,-5-6 4 16,-7-4 0-16,0-10-4 16,-7 6 12-16,-28 14-10 15,-1 7 2-15,1 22 0 16,7 16 24-16,2 10-15 16,4 14 8-16,11 2 14 0,-1 6-27 15,-7 0 14 1,0 36-18-16,5 23 5 0,2 22 12 15,12 12-16-15,0 2 2 16,0 7 4-16,40-11-1 16,12-1-5-16,2-14-1 15,5-21 3-15,-4-9-7 0,-6-22 4 16,3-14 0 0,-12-5-3-16,2-5-11 15,-2 0 13-15,-2-25 0 0,-10-16 1 16,3-10-8-1,-17-6 8-15,-4-3 0 0,-10 7-3 16,0 11 1-16,0 12 2 16,-5 12 0-16,-7 12 3 15,-16 6-10-15,2 0 7 16,0 37 0-16,14 18-1 16,12 15 10-16,0-8-5 0,0-3-4 15,33-10 6 1,19-17 7-16,9-7-12 0,-2-17-1 15,3-8 0-15,1 0 9 16,-8-6-9 0,-6-27 0-16,-2-5 1 0,-16-7-12 15,-12-9-24-15,-19 0-43 16,0-2-208-16,-36 3-422 0</inkml:trace>
  <inkml:trace contextRef="#ctx0" brushRef="#br0" timeOffset="52746.7">2179 12304 967 0,'0'0'162'0,"0"0"44"0,0 0-34 0,-144-159-72 0,133 153-20 0,11 6-39 15,0 12-4-15,0 44-20 16,0 25-1-16,21 18 33 15,9-3-48-15,-4-7 0 16,10-9-1-16,6-11-6 16,8-9-20-16,4-13-52 0,10-11-82 15,-13-19-119 1,-6-17-167-16,-17 0-145 16</inkml:trace>
  <inkml:trace contextRef="#ctx0" brushRef="#br0" timeOffset="52952.56">2422 12220 778 0,'0'0'215'0,"0"0"44"15,0 0-46-15,0 0-76 16,0 0-99-16,0 0-8 0,-64 110 8 0,123-42-38 16,10-8 6-16,13-9-6 15,19-10-73-15,8-11-88 16,-3-9-139-16,-5-15-93 15,-18-6-259-15</inkml:trace>
  <inkml:trace contextRef="#ctx0" brushRef="#br0" timeOffset="53111.27">3261 12120 733 0,'0'0'128'0,"0"0"35"31,-261-34 61-31,190 34-85 0,10 38-64 15,4 19-22 1,24 14-36-16,16 7 2 16,15-1-19-16,2-6-14 15,0-8-56-15,24-5-109 0,4-14-84 16,-2-9-90 0</inkml:trace>
  <inkml:trace contextRef="#ctx0" brushRef="#br0" timeOffset="53348.96">3096 12387 704 0,'0'0'176'0,"0"0"-1"15,0 0 33-15,-7-159-57 16,0 151-35-16,0 8-23 16,2 0-17-16,-4 35-42 15,-1 28-12-15,6 23 32 16,-1 1-43-16,5-3 3 0,0-3-14 15,14-13-5-15,26-2-4 16,7-13-63-16,-4-6-75 16,-5-10-120-16,-13-14-155 15,-6-15-124-15</inkml:trace>
  <inkml:trace contextRef="#ctx0" brushRef="#br0" timeOffset="53746.85">3488 12484 846 0,'0'0'156'16,"0"0"55"-16,0 0-4 16,0 0-104-16,0 0-49 15,0 0 3-15,-123-38-42 16,104 85 16-16,5 13-6 16,7 5-13-16,7 5 12 15,0-6-18-15,0 2-6 16,33-11 0-16,5-13 6 15,9-4-16-15,-2-15 8 0,-1-4-30 16,-1-12 28-16,-8-7-15 16,-2 0 19-16,-5-19-3 15,3-20 7-15,-7-3-4 16,-8-5 0-16,-11-7 2 16,-5-6 22-16,0 1-23 15,-14-7 15 1,-26 3 2-16,-3 13-12 0,3 11 3 15,5 13-9-15,6 14 0 0,4 5-9 16,8 7-17 0,12 0-30-16,5 19-151 15,0 7-206 1,0 7-248-16</inkml:trace>
  <inkml:trace contextRef="#ctx0" brushRef="#br0" timeOffset="54017.73">4108 12343 1103 0,'0'0'53'0,"0"0"107"0,0 0 36 0,0 0-50 0,0 0-60 0,0 0-55 16,-163-129 9-16,163 129-9 15,0 30-28-15,0 38 25 0,12 24 4 16,9 4-26-1,-2-6 12-15,0-7-16 0,7-6-2 32,-12-9 0-32,5-11-35 15,-12-8-4-15,-7-17-49 0,0-12-79 0,0-7-112 32,-3-13-145-32,-44 0-46 15</inkml:trace>
  <inkml:trace contextRef="#ctx0" brushRef="#br0" timeOffset="54938.7">3676 12646 223 0,'0'0'464'0,"0"0"-308"16,0 0-36-16,0 0-7 15,0 0-45-15,0 0-39 16,259-119 2-16,-152 89-30 16,-11-3 0-16,-13-2-1 15,-29-1 1-15,-7 0-1 16,-23-6 1-16,-5 4 1 15,-12-1 42-15,-7 5 8 0,0 5 5 16,0 8 1 0,0 8-18-16,0 11 37 0,0 2-25 15,0 0-18-15,0 0 1 16,0 27-32-16,0 30 3 16,0 18 8-16,0 8-13 15,0 3 18-15,4-3-19 16,29 2 0-16,-7-14-2 15,3-8 2-15,-6-16-10 16,-4-11-11-16,-12-15-29 16,0-10 18-16,5-11-23 15,-10 0 15-15,3-17 38 0,0-32-12 16,-5-7 14-16,9-3-1 16,-2 8 4-16,10 6-6 15,-3 16 3 1,2 14 0-16,1 2 1 0,-5 13 4 15,14 0-5-15,4 25 5 16,15 16 0-16,-3 4 1 16,3-3-6-16,-9-6 0 15,-1-10-5-15,0-5 7 0,-2-6-2 16,-7-9 0 0,0-3 5-16,3-3-9 15,-6 0 4-15,-2-24 0 0,1-15 3 16,-8-5 3-16,-7-7-6 15,-7-2 0-15,0 2 4 16,0 9 3-16,0 12 6 16,-33 15 9-16,2 12 16 15,3 3-34-15,4 0 6 0,5 35-10 32,15 13 8-32,4 6-11 0,0-6 3 15,19-3-10-15,14-9 7 0,9-8-48 16,-4-5 21-16,-3-8 13 15,0-9 5 1,-2-6 1-16,0 0 11 0,-2-15 0 16,2-22-3-1,0-4 6-15,-2-4-3 0,2-1 3 0,-5 12 1 16,-2 4 18-16,5 9 1 16,2 12 16-1,-5 9 27 1,7 0-18-16,5 17 6 15,-9 23-5-15,-17 8-33 0,-2 2 21 0,-12-8-22 16,0-5-10-16,0-5 27 16,-14-12-31-16,-3-8 14 15,10-6-4-15,-2-4-5 16,9-2 3 0,0 0-9-16,0-11-9 0,0-24 1 0,16-16-30 15,22-9-11-15,-10 3-57 31,3-5-149-31,-12-2-124 0,0 3-173 16</inkml:trace>
  <inkml:trace contextRef="#ctx0" brushRef="#br0" timeOffset="55113.28">5878 11952 752 0,'0'0'221'0,"0"0"2"0,0 0-34 0,0 0-65 0,0 0-33 15,0 0-28-15,-87 122-8 0,87-78-52 16,0 1 1-16,5 3-8 16,9-1-39-16,0-1-148 15,-14-7-191-15,0-1-291 16</inkml:trace>
  <inkml:trace contextRef="#ctx0" brushRef="#br0" timeOffset="55446.55">6609 12384 1149 0,'0'0'75'16,"0"0"6"-16,0 0 61 16,0 0-54-16,0 0-85 0,0 0 1 15,-153-52-4 1,146 89-11-16,7 7 9 0,0 4-20 15,7 3 16-15,45 0-2 16,2 2 10-16,5 0-2 16,-10-4 0-16,-20-5 1 15,-8-5 33-15,-21-5-5 16,0-5 8 0,0-6 25-16,-54-5-40 0,-12-5-15 15,-3-7-4-15,3-6 6 16,12 0-18-16,11-19-11 15,27-19-76-15,16-7-75 0,0-12-195 16,7-2-459 0</inkml:trace>
  <inkml:trace contextRef="#ctx0" brushRef="#br0" timeOffset="55939.41">7656 12029 1167 0,'0'0'64'16,"0"0"72"-16,0 0 59 15,0 0-78-15,0 0-66 16,0 0-50-16,-29 17 34 16,67 74 7-16,2 4-36 15,-14-1 20-15,0-3-21 16,-7-5-4-1,2-14 2-15,-11-10 6 0,4-15-11 16,-7-13 2-16,-7-13-24 16,5-13 23-16,-5-5-19 0,0-3-2 15,0-6 14 1,7-35-41-16,7-16 20 16,12-5 17-16,11 2-29 15,8 8 32-15,9 18-11 0,1 13 20 16,-4 14-11-16,8 7 16 15,-9 3-5-15,-8 34 24 16,-13 2-9-16,-20 5 15 16,-9 1-18-16,0-5 4 15,-52 0 16 1,-7-8-17-16,-11-4 4 0,6-11-12 0,14-8-1 31,10-9-7-31,10 0 1 16,4-14-54-16,26-26-33 15,0-7-120-15,0-10-167 16,30 4-280-16</inkml:trace>
  <inkml:trace contextRef="#ctx0" brushRef="#br0" timeOffset="56526">8448 12616 891 0,'0'0'124'0,"0"0"23"0,0 0 49 0,0 0-92 0,0 0-61 16,0 0-31-16,-66-155-5 0,104 113-1 15,-1 10-2-15,-4 8-4 16,-4 14 0-16,1 10-2 16,8 0-5-16,-5 16 14 15,5 28-4-15,-5 10 13 16,-3 6-8-16,-13-1-8 15,-12-2 0-15,-5-10 4 16,0-10-3-16,0-14-1 16,0-8 0-16,0-11-3 15,0-4 10-15,0 0-7 0,0-17 0 16,0-23-3-16,0-11-4 16,16 0 7-16,8 10 0 15,2 5-2 1,-1 12 2-16,1 12-2 0,-2 6 2 15,2 6 0-15,-5 0-6 16,-2 33 8-16,5 12-2 16,-3-2 2-16,2 6 1 0,3-7-3 15,3-10 0-15,-3-5 3 16,-1-11-2-16,1-8 0 16,-7-8-1-1,2 0 20-15,5 0-18 0,-4-34 21 16,-8-3-1-1,-7-9 1-15,-7 0 19 0,0-5-25 16,-21 3-2-16,-27 0 2 16,-6 10-12-16,-5 13 2 15,10 10-7-15,2 12-9 16,14 3 2-16,0 0-68 16,9 12-95-1,10 10-199-15,2-7-299 0</inkml:trace>
  <inkml:trace contextRef="#ctx0" brushRef="#br0" timeOffset="56780.49">9598 12132 1093 0,'0'0'149'0,"0"0"31"0,0 0 41 0,0 0-141 0,0 0-20 0,0 0-37 15,-21 96 20 1,42-6-2-16,-4-4-38 16,-12-6 8-16,6-5-11 15,3-10-2-15,-11-7-6 0,-3-7-46 16,0-6-42-16,0-10-67 16,-3-13-102-16,-34-14-72 15,-3-8-87-15,-5-2-51 16</inkml:trace>
  <inkml:trace contextRef="#ctx0" brushRef="#br0" timeOffset="57716.86">9266 12506 9 0,'0'0'587'0,"0"0"-438"0,0 0-24 15,0 0-46-15,0 0-3 16,0 0-7-16,328-113-57 16,-232 101 4-16,-11-9-12 15,-9 4-2-15,-22-11 7 0,-12-2-1 31,-9-3-2-31,-7 1 51 16,-7-5 9-16,-14 5 3 16,-5-1-4-16,0 3-12 15,0 9 20-15,0 6-28 16,-12 9 18-16,-14 6-22 16,10 0-33-16,-13 34 8 15,15 23-11-15,9 17-2 16,5 9 17-16,0 7-16 0,0-7-4 15,15-9 2 1,3-5 3-16,-3-12-8 0,-8-9 3 16,11-11-14-16,-6-8 5 15,9-14 2-15,-4-13-31 16,-10-2 6-16,14-8 9 16,3-32 21-16,-1-11 2 15,6-8 0-15,-8 3-1 16,5 1 1-16,-7 17 0 15,0 14-2-15,-15 12 6 0,-1 7-6 16,1 5 2-16,15 0 0 16,0 5 9-16,7 24-9 15,2 11 0-15,3 2-2 16,-5 2 9-16,7 2-8 16,-5-7 1-16,15-7 0 15,-1-9-3-15,0-8 3 16,-1-5 0-16,-6-10-5 15,3 0 5-15,-5-13-2 16,4-19 2-16,-8-14 0 16,-3-3 1-16,-17-6 1 15,-2 4-2-15,-7 5 0 0,0 7 8 16,0 12-3-16,-21 10-3 16,-7 12 2-16,2 5 12 15,-3 0-16 1,13 34 0-16,6 7-1 15,10 7 6-15,0 0-8 0,0-7 3 0,0-5 0 16,33-6-8 0,-7-13 1-16,-4-4-4 15,-6-7 4-15,1-6-6 16,4 0 13-16,7-14 0 0,12-23 1 16,-7-3-6-16,7 8 9 15,-4 3-4-15,-10 7 0 16,-8 14 7-1,-3 8-1-15,-8 0 12 0,14 2-6 16,-5 38 42-16,3 14-36 16,-9-2 5-16,-6-3 1 15,-4-8-24-15,0-10 30 0,0-9-18 16,-14-5 1-16,0-9 33 16,-2-5-37-16,6-3 7 15,5 0-11 1,-2-10 9-16,7-30-19 0,0-21 5 15,17-13-28-15,37-3 5 16,19 8-89 0,14 24-139-16,8 19-240 15,1 20-31-15</inkml:trace>
  <inkml:trace contextRef="#ctx0" brushRef="#br0" timeOffset="58066.04">11734 12629 1158 0,'0'0'113'0,"0"0"-30"0,0 0 86 0,0 0-83 0,264 44-45 15,-101-44-41 1,-15 0 7-16,-20-12-2 0,-36-9 0 0,-24-1-5 16,-23 5 0-16,-24-6-24 31,-7-5 11-31,-9-4-33 15,-5-8-30-15,0 2 15 16,0 2-10-16,-19 13 51 16,7 8 17-16,8 9 6 15,4 6-1-15,0 0 1 16,0 27 22-16,30 18 76 0,3 6-33 16,-4 4-5-1,-8 6-6-15,-14-4-42 0,-7-4 22 16,0 0-37-16,-28 3-15 15,-48 1-55-15,-28-2-241 16,-13-9-397-16</inkml:trace>
  <inkml:trace contextRef="#ctx0" brushRef="#br0" timeOffset="59197.98">15398 12357 1224 0,'0'0'97'0,"0"0"80"0,0 0-22 0,0 0-85 0,0 0-30 0,0 0-30 0,-78-13 5 15,78 73 3-15,0 14-17 16,7 1 19-16,36-5-20 16,16-11 0-16,-1-6 0 0,13-10 4 15,0-11-4-15,0-12 0 16,-1-7 7-16,-6-10-14 15,-14-3 7-15,-3 0 0 16,-10-22 8-16,1-16-1 16,-7-9-5-16,-12-8 9 15,-10-5-9-15,-9-5 18 16,0-3-18-16,0-4 4 16,-9 0 4-16,-20 8-2 0,-8 7-7 15,11 14-1-15,14 20-12 16,5 8 0-1,7 15-51-15,0 0-107 16,0 0-200-16,14 18-246 16</inkml:trace>
  <inkml:trace contextRef="#ctx0" brushRef="#br0" timeOffset="59596.33">16506 12223 1195 0,'0'0'153'0,"0"0"-9"0,0 0 41 16,0 0-113-16,0 0-32 0,0 0 17 16,-21 196-42-16,23-124 18 15,5 0-31-15,-7-12-1 16,0-8 4-16,0-12-2 16,0-16-3-1,0-13 0-15,0-9-5 0,0-2-1 0,0 0-8 31,0-25-2-31,0-27 16 0,0-13-19 0,0-10 19 16,0-2 0-16,28 8-5 16,15 12-3-16,2 13 8 15,7 16 0-15,-12 15-4 16,2 13 11 0,-9 0-7-16,5 36 12 0,2 19-4 0,-2 11 16 15,-10-3-24 1,-9-1 0-1,0-11-3-15,-8-8-13 16,1-8-18-16,-2-11-51 16,-6-7-113-16,8-10-87 15,2-7-108-15,0 0-43 16</inkml:trace>
  <inkml:trace contextRef="#ctx0" brushRef="#br0" timeOffset="60326.56">17201 12192 658 0,'0'0'158'0,"0"0"-2"16,0 0 61-16,0 0-68 16,0 0-18-16,0 0-52 15,-108-89-26-15,94 137-6 16,2 15-29-16,12 8 11 16,0 1-13-16,0-3-15 15,38-6 10-15,9-11-11 16,2-3 0-16,3-16-3 0,0-10-17 15,0-11 6-15,7-12-4 16,0 0 2-16,2-18 1 16,-7-27 5-16,-2-12-10 15,-9-11 12-15,-15-13 7 16,-12-14 1-16,-11-1 0 16,-5-4 3-16,0 1 0 15,0 14-3-15,-16 20 0 16,-15 15 16-16,5 19-8 0,-9 17 32 15,4 12-8-15,-7 2-16 16,1 5 21 0,8 49-21-16,3 17 0 15,15 18 21-15,6 7-34 0,5 0 20 16,0-1-19-16,16-9 3 16,17-4-3-16,19-11-4 15,-7-11 0-15,-2-13-3 16,-8-14-6-16,-2-12 9 15,-10-10-9-15,10-11 2 16,-2 0-7-16,4-5 12 0,10-36 2 16,0-13-1-16,-7-9-2 15,0-3 1 1,-13-2 2-16,-15 14 0 0,-10 15-6 16,0 18 6-16,0 18 0 15,-21 3 8-15,-22 17 0 16,-4 26-1-1,9 17 5-15,12-1-8 0,26 0 23 16,0-2-24-16,0-8 2 16,48-13 4-16,-1-13-2 0,7-8 0 15,0-15-7-15,7 0 5 16,8-4 7 0,4-28-12-16,0-15 0 15,-12-2-3-15,-9-9 7 0,-21-6-8 16,-15 2-15-16,-16 9-46 15,0 15-27-15,-63 19-209 16,-29 12-184-16,-10 7-452 16</inkml:trace>
  <inkml:trace contextRef="#ctx0" brushRef="#br1" timeOffset="74228.73">12442 9901 903 0,'0'0'109'0,"0"0"67"0,0 0 26 0,0 0-63 0,0 0-64 0,0 0-24 0,-81-83 23 0,81 83-44 16,0 22-1-1,26 45 16-15,24 29-10 0,9 14-2 16,-7 4-30-16,-3-7-1 15,-4-5-4-15,-5-11-15 16,-12 3-26 0,-23-11-39-16,-5-8-106 0,0-18-84 15,-14-22-113-15,-36-21-32 16</inkml:trace>
  <inkml:trace contextRef="#ctx0" brushRef="#br1" timeOffset="74437.06">12335 10212 392 0,'0'0'128'0,"57"-167"-16"16,2 103 35-16,-2 15-14 16,6 15-28-16,1 17 23 15,-5 17-13-15,-5 0-12 16,-9 20-36-16,-26 37-10 0,-19 15-28 16,0 11-29-16,-64 7-18 31,-14 2-113-31,-7-3-178 0,3-14-224 0</inkml:trace>
  <inkml:trace contextRef="#ctx0" brushRef="#br1" timeOffset="75122.42">13158 10026 989 0,'0'0'39'0,"0"0"26"16,0 0 126-16,0 0-121 15,0 0-64-15,0 0 5 16,-250 43-10-16,203 14-1 16,21 2 0-16,10-3-4 0,16-4 1 15,0-13-32 1,0-12-20-16,37-14-16 0,-4-9-52 15,5-4 35-15,-5 0 26 16,-7-17 17-16,0-23 45 16,-9-4 3-16,-8-10 20 15,5 0 29-15,5 0-1 16,-12 7 19-16,-2 11-1 16,-1 15-9-16,-4 9 4 15,8 9-14-15,-8 3-12 0,0 0-4 16,9 13-20-16,12 27-2 15,7 11 1-15,3 0-10 16,9-8-6-16,5-11-4 16,-7-9-22-16,-5-8 18 15,-7-5-13-15,-15-10 7 16,15 0 13-16,-7-6 4 16,-2-28 8-16,4-6-8 15,-21-14 1-15,0-12 2 16,0-12-2-16,0-9-1 15,0-8 0-15,-24-3 2 0,-9 1 4 16,3 18 2 0,-1 18 6-16,10 29 25 15,14 18-6-15,0 11 33 0,7 3 3 16,-5 3-38-16,0 43-8 16,5 23-5-16,0 12 11 15,0 0 3-15,10-13-22 16,25-9 4-16,12-2-14 0,-4-12 6 15,-1-2-15 1,3-14 3-16,-12-6-41 0,-5-3-39 16,-4-9-121-16,-22-2-122 15,-2-6-92-15</inkml:trace>
  <inkml:trace contextRef="#ctx0" brushRef="#br1" timeOffset="75264.11">13347 9898 803 0,'0'0'103'0,"0"0"16"15,0 0 44-15,0 0-113 0,0 0-50 0,181-190-23 0,-84 137-86 16,-19 13-209 0,-10 14-319-16</inkml:trace>
  <inkml:trace contextRef="#ctx0" brushRef="#br1" timeOffset="76632.08">13797 9981 469 0,'0'0'253'0,"0"0"-226"16,0 0 89-16,0 0-17 16,0 0-76-16,0 0 19 15,54-106 10-15,-49 64 6 31,-5 6 25-31,0 6-34 0,0 4-17 16,-21 14 22-16,11 3-25 16,6 6 15-16,-1 3-21 15,-2 0-21-15,2 24 2 16,-2 24-4-16,7 13 0 16,0 3 0-16,7-14 0 15,45-5-6-15,5-15-14 16,2-9-6-16,4-12 5 15,-13-9-6-15,4 0 8 0,-7 0 18 16,3-28-6-16,1-10 7 16,1-13 0-16,0-9 4 15,-9-3-4-15,-1-2 0 16,-11 1 0-16,-22 9 7 16,-4 7 1-16,-5 13-5 15,0 13 11-15,0 8-4 16,-26 5 4-16,7 9-7 15,-7 0-5-15,0 0-2 16,0 32 2-16,12 19-3 16,14 4 1-16,0 1 0 15,0-6-4-15,33-8 4 0,17-10-11 16,-3-7-2-16,-9-10-17 16,2-9 7-16,-5-6 17 15,0 0 2-15,-4-3-1 16,2-25 5-16,-2-7 0 15,-8-4-2-15,1-5 5 16,-12-1-3-16,-5 0 4 16,-7 7-4-16,4 5 12 15,-4 11-3-15,0 11 12 0,0 5 15 16,0 6-19 0,0 0 15-16,0 2-16 0,0 35-15 15,0 9 12-15,0 6-8 16,0-4-2-1,0-16-1-15,0-7 1 16,0-13-3-16,0-7 0 0,0-5 1 16,0 0-8-1,0 0 6-15,10-5 1 0,6-29-3 0,5-7-2 16,5-7 4 0,-2 2-7-16,4 6-12 0,-2 6 19 15,0 11-19 1,0 14 8-16,-2 9 8 0,-3 0-13 15,0 0 14-15,3 27-1 16,-3 3 4-16,10-3-3 16,-1-5 4-16,-2-5-1 15,3-9 0-15,-12-5-8 16,7-3 7 0,0 0 1-16,0-5 0 0,-7-20 5 0,-5-7-5 15,-2 1 0-15,-10-1 0 16,3 1 6-16,-5 11-6 31,0 6 1-31,0 8-1 0,0 2 18 0,0 4-17 0,-19 0 1 31,-7 0-2-31,0 15 2 16,0 6-4-16,7 0 2 16,5-6 0-16,7-6-1 15,7-3 1-15,0-4-12 16,0-2 5-16,0 0-15 15,0 0 12-15,0 4 8 16,26 4 2-16,9 1 11 16,12 0-10-16,8-2 0 15,8-4-1-15,-4-3 2 0,7 0-2 16,-2-12 0-16,-15-16 0 16,-2-4-5-16,-9-7 5 15,2-6 0-15,-9-5 4 16,2-3-3-16,-19-13 11 15,3-12-2-15,-17-6 0 16,0-20 6-16,0-3-12 16,0 14 6-16,-12 18 4 0,-19 31 9 15,10 25 12-15,2 13 15 16,5 6 8-16,2 31-10 16,-2 40-39-16,14 30 21 15,0 10 3-15,0-7-22 16,50-24 4-16,6-14-12 15,-2-17 1-15,5-19-1 16,-5-13-3-16,10-17-2 16,-7 0-4-16,6-11-22 15,13-38-28-15,-1-7-59 16,17-22-65-16,-5-17-112 16,-9-9-144-16</inkml:trace>
  <inkml:trace contextRef="#ctx0" brushRef="#br1" timeOffset="78406.55">13158 11903 719 0,'0'0'82'0,"0"0"-49"0,0 0 99 0,0 0-47 0,0 0-70 0,0 0-1 15,-33-27-8-15,36 27 12 32,4 0-7-32,-7 0 7 15,0 0 34-15,0 0-37 16,0 0-6-16,0 0-4 16,0 0 0-16,0 0-5 0,0 0 0 15,0 0 2 1,0 0 2-16,0 0 0 0,0 0 1 15,0 0 36-15,0-2-3 16,0 2 13-16,0-3-7 16,0 3-3-16,0 0 22 15,0 0-25-15,0 0 1 16,0 0 1-16,0 38-24 16,11 24 14-16,1 13 13 15,14 3-21-15,-9-10 9 16,4-8-19-16,2-6-5 15,-13-16-6-15,4-7 6 16,-12-13-9-16,-2-13 2 0,0-3-16 16,0-2 14-1,0 0-28-15,0-16 10 0,0-30 7 16,0-13-17-16,0-6 17 16,0-4-10-16,0 4-2 15,0 5 24-15,0 18-12 16,0 10 10-16,0 13 0 15,0 10 0-15,17 9 3 0,-8 0 0 16,15 2 0 0,2 44 22-16,12 11-16 0,-5 8 2 15,4 1-5-15,-6-6 4 16,-10-10-6-16,0-10-1 16,-14-18 1-16,-7-5-2 15,0-9 1-15,0-8 0 16,0 0-1-16,0 0-6 15,0-30 5-15,0-14 0 16,0-19 0-16,0-10-9 16,10 3 11-16,6 0 0 15,3 21-4-15,7 11 5 16,-2 21-4-16,-1 12 3 0,6 5 0 16,11 0 26-1,4 26-16-15,6 14 3 0,2 3-9 16,2-3 2-16,0-10-12 15,5-3 2-15,-5-13-25 16,3-8 10-16,-12-6-41 16,0 0-6-16,2-6 32 0,-10-26-5 15,-8-7 38-15,-3-10-1 16,-10 5 2-16,-16-1 1 16,0 10 5-1,0 7-6-15,0 14 17 0,-16 14 4 16,-27 0 10-1,-6 5-10-15,-10 38-14 0,0 8 26 16,9 4-27-16,20 0-2 0,8-10-4 16,22-10 0-16,0-13-3 15,0-11-4 1,10-5-26-16,16-6 33 16,7 0-14-16,-7-13 14 0,2-19-3 15,-2 3 7 1,-7-2-4-16,12 11 1 15,-10 8 0-15,-2 6 32 0,7 6-26 16,4 0 6-16,8 0 7 16,0 6-18-16,9 12 0 15,-2-4-2-15,-8-2-2 0,-8-6-5 16,-8-6 7-16,-7 0 0 16,7 0-3-16,-7-35 6 31,10-11-3-31,-3-5 0 0,-14-4 0 0,-2-11 2 15,-5-12-2-15,0-9 0 16,0 6 1 0,0 10 8-16,0 17-9 15,0 16 6-15,0 15 3 0,0 10 24 16,0 13-5 0,0 0 5-16,-10 19-8 0,-6 36-17 31,4 26 12-31,0 6-2 0,12-1-10 15,0-11 13-15,0-7-20 16,0-13 3-16,0-11-4 16,19-12 3-16,12-11-12 15,9-8 9-15,5-13-22 16,-8 0-12-16,8 0-52 0,-7-10-59 16,-10-19-34-16,-6-2-131 15,-18-3-72-15</inkml:trace>
  <inkml:trace contextRef="#ctx0" brushRef="#br1" timeOffset="79828.89">14832 11752 281 0,'0'0'416'0,"0"0"-277"0,0 0 30 0,0 0-20 0,0 0-82 16,0 0-47-16,24-69-4 15,53 32 4-15,6-1-20 0,-5 2 0 16,-22 4 8-16,-9 1-5 15,-9 10 2-15,-26 4 27 16,2 2-10-16,-12 6 8 16,-2 3-13-16,0 2 15 15,0 4 12-15,-7 0-41 16,-37 0 5-16,4 37-7 16,2 11 4-16,10 5 5 0,16 6-9 15,12 1 0 1,0 0 11-16,0-9-11 15,26-13-1-15,21-7 0 16,2-10 6-16,3-10-10 0,7-11 4 16,0 0 0-1,2-9-3-15,12-29 3 0,-9-7 0 16,-3-9-1-16,-6-9-2 16,-15-6-3-16,-14-2-1 15,-8 2-6-15,-18 9 10 0,0 16-6 16,0 17 9-1,-14 15 8-15,-19 12-8 16,-16 0 19-16,2 12-13 0,2 31 8 16,7 13 10-16,17 7-16 15,16-3 3 1,5-5-11-16,0-6 8 0,38-13-6 16,0-7-2-16,16-11 0 15,-12-12-6-15,13-6-9 0,-13 0 4 16,12 0-1-1,-11-18-6 1,-1-11 12-16,3-10 5 16,-3-4 1-16,-13-4 1 15,1 0 0-15,-13-2-1 0,-1 8 0 16,-11 8 7-16,-5 3 4 0,0 16 1 16,0 5 1-1,0 5 16-15,0 4-9 16,0 4 2-16,0 34-5 0,0 13-17 15,-5 9 23-15,-11-3-18 16,4-4-3-16,3-8 4 16,9-13-2-16,0-7-4 15,0-11 0-15,0-10 2 16,0-2-7-16,0-2 1 16,0 0-17-16,0-20 19 0,0-23-5 15,21-5 3 1,7 1 0-16,3 5-12 0,2 7 12 0,-7 13-1 31,-5 10 2-31,-9 6-3 16,2 6 6-16,-7 0-2 15,5 6 1-15,7 22 2 16,-1-1 5-16,8-1-6 16,0-2 0-16,0-3-3 15,-7-9 3-15,14-3-3 16,-7-7 1-16,0-2-19 15,7 0 18-15,9 0-6 16,-2-14 4-16,1-6-2 16,-1-8 5-16,-10 2 2 0,1-1 0 15,-17-1 4-15,5 5-8 16,-19-2 4-16,0 8 0 16,0 2 12-16,0 6-10 15,0 9 12-15,-14 0-3 16,-17 0-5-16,-9 20-2 15,2 17-4-15,-4 4 0 16,14 2-2-16,6-7 4 0,11-9-4 16,6-10 1-1,5-6-19-15,0-5 18 16,0-6-16-16,0 0 0 0,0 0 15 16,16-12-9-16,13-10 12 15,8-5 0-15,-8 8 4 16,-3 5-6-16,0 8 2 15,-3 6 0-15,-2 0 19 16,5 0-16-16,0 17 10 16,5 1-7-16,-8-6-2 0,3-5 1 15,0-5-5 1,-5-2 0-16,10 0 14 16,4-30-11-16,-4-8 10 0,5-13 1 15,-6-6-12 1,-2-9 20-16,5-8-22 15,-7 5 0-15,-4 6 4 0,-18 22-4 16,-1 19 0 0,-3 13 15-16,0 9-4 15,0 0 19-15,0 19-15 0,0 34-3 0,-3 26 20 16,-1 4-8 0,4-16-2-16,0-10-16 15,26-17 1-15,23-29-3 0,22-11-4 16,18-44 0-16,53-58-4 15,61-26-47-15,63-20-150 16,29-17-113-16</inkml:trace>
  <inkml:trace contextRef="#ctx0" brushRef="#br1" timeOffset="90992.04">727 13640 663 0,'0'0'56'0,"0"0"33"0,0 0-13 0,0 0-47 0,0 0 12 0,0 0-4 0,0 0-7 15,0 0 25-15,-191 20-12 0,184-18 6 16,7 2-4 0,-3-2-14-16,-1 3 13 0,-3 1-31 15,7-4-5-15,0 4 20 16,0 0-23-16,0 7 21 16,14-5 1-16,33 0-15 15,14 1 26-15,17-6-25 16,2 3 6-16,15-2-6 15,1-1-7-15,20 1-6 16,-8-4 0-16,15 0 4 16,2 0-12-16,0 0-46 15,14 0-58-15,0-7-86 16,5-18-52-16,-24 2-117 0</inkml:trace>
  <inkml:trace contextRef="#ctx0" brushRef="#br1" timeOffset="92666.11">2629 13771 251 0,'0'0'75'0,"0"0"-5"16,0 0-8-16,0 0 9 0,0 0 23 0,0 0-28 0,0-9 17 0,0 9 4 31,0 0-55-31,0 0 12 0,0 0-31 0,0 0-10 16,0 0 18-16,0 0-19 16,0 3 16-1,15 8 5-15,10-4-1 16,6 4 13-16,2-5-33 15,0 0 3-15,5 3 9 16,-5-3-9-16,14-2 10 0,-5-4-2 16,3 0-1-16,2 0 20 15,-4 0-11-15,11 0-3 16,-2 0 15-16,9-10-25 16,1 1 10-16,-6 0-12 0,1 1-1 15,-5 2 5-15,-3 3-10 31,5-1 0-31,-2 4 3 16,-12-2 2-16,5-1-5 16,0 0 0-16,-12 3 3 15,12 0-1-15,-3 0-2 16,5 0 0-16,7 0-2 16,1 0 6-16,4 0-4 0,0 0 0 15,-1 0 0-15,-8 0 5 16,4 0-5-16,-11 0 0 15,-6 0-4-15,1 0 10 16,-5 0-6-16,7 0 0 16,-7 0 1-16,7 0-1 15,-4 0 0-15,8 0 0 16,-1 0-5-16,6-6 13 0,3 3-8 16,-2 0 0-16,4 3 1 15,-5-5-1-15,6 1 0 16,-3-3 0-1,-3 5-3-15,-2 2 7 0,-2-4-4 16,-10 1 0-16,1-3 1 16,-6 3-1-16,8 0 0 15,-10-2 0-15,-2 2-3 16,0 0 9-16,12 1-6 16,0-2 0-16,21 4 4 0,-10 0 11 15,1 0-15-15,-8 0 0 16,-16 0-1-16,0 0 9 15,-14 0-8-15,14 0 0 16,-5 0 6-16,2 0-1 16,20 0-5-16,-1 0 0 15,8 4-4-15,-10-4 12 16,-7 2-14 0,-14 1 6-16,0-3-44 0,-1 0-2 0,-8 0-80 15,-5 0-27-15,-5 0-93 16,0 0-133-16</inkml:trace>
  <inkml:trace contextRef="#ctx0" brushRef="#br1" timeOffset="93937.32">6319 13854 513 0,'0'0'64'0,"0"0"31"0,0 0-25 0,356-39-1 0,-205 15-17 0,12 4 1 0,-8 5 20 15,-21 6-48-15,-16 2-13 0,-16 1-4 16,1 6-5-16,-6-3 27 15,0 0-23-15,-1 0 7 16,1 0 7-16,2-2-3 16,14 2 38-16,-7-3 8 15,-9-3-38-15,-10 1 0 16,-11-10-26-16,4 7 18 16,5 3 28-16,-10-1-46 15,-2 4 14-15,-4-1-9 16,1-3 2-16,-6 3 11 0,16 0-14 15,-4-3-2-15,4-1 10 16,9-2-7 0,15-2-1-16,12-4 8 15,11 1-11-15,5-2 19 0,0 1-20 16,-7-3 0-16,-12 0-1 16,10 4 5-16,6-1-4 15,1 9 0-15,30 3 2 16,15 3-6-16,23 3 4 0,28 0 0 15,15 0-2 1,-1 0 7-16,17 15-5 0,-5 8 0 16,8 5 0-1,-8 5 2-15,-2 1-2 0,-5 3 0 16,-9 1-1-16,-10-5 7 16,-9 4-6-16,-7-5 0 15,-17-3 1 1,-21 5-2-16,7-11 1 0,-2 7 0 15,12-3 0 1,9-2 11-16,9-2-11 16,8-5 3-16,2 2 1 15,23-4 10-15,12 2-9 0,17-4-2 0,2-5 26 16,15 3-26 0,13-7 25-16,24-5-13 0,5 5-6 15,6-5 36-15,11 0-39 16,-6 0 13-16,5 0 2 15,-4 0-20-15,-10 0 20 0,-14 0-21 16,-19 0 2 0,-28 0 2-16,-27 0-2 0,-11 0-2 15,-33 0 0-15,-23-10 4 16,-19 1-13-16,-53-3-6 16,-32 1-83-16,-47-10-47 31,-24-1-177-31,-69-7-295 0</inkml:trace>
  <inkml:trace contextRef="#ctx0" brushRef="#br1" timeOffset="98574.21">2926 15155 762 0,'0'0'323'0,"0"0"-265"16,0 0 127-16,0 0-46 0,0 0-89 0,0 0-2 0,0 0-31 0,-273-155-5 15,219 149 28-15,-12 6-32 16,-12 0 7-16,3 21-4 16,-1 14-5-16,22 8 15 15,9-2-21-15,24-5 4 16,9 0-6-16,12-9 4 0,0-5-2 16,24-10 0-16,30-5-9 15,5-7-3-15,4 0 9 16,-4-13-18-16,-4-21 14 15,1-9-12-15,-9-1 9 16,-11-9 4-16,1-7-13 16,-8-6 15-16,-6-8 4 15,-4-13 0-15,-16-3 2 0,-3-5 4 16,0 3-6-16,0 14 15 16,0 16-11-16,0 19 27 15,0 20-18-15,0 11 6 16,0 12 33-1,0 0-41-15,0 0 11 0,0 12-22 16,0 43 12-16,0 24 4 16,0 14 0-1,4-2-12-15,17 3 31 0,5-2-35 16,-2-10 12 0,-3 2-12-16,3-2 14 0,-1-11-13 0,1-2-1 15,11-13-32 1,5-14 7-16,5-10-77 0,0-7-104 15,2-10-67-15,-4-10-54 16,-8-5-100-16</inkml:trace>
  <inkml:trace contextRef="#ctx0" brushRef="#br1" timeOffset="99479.19">3532 15089 529 0,'0'0'159'0,"0"0"3"0,0 0 10 15,-23-167-48 1,-10 132-25-16,0 11 2 0,-3 2-42 0,-6 13-5 31,2 6 29-31,-12 3-70 0,-2 0 9 16,2 40-14-16,7 6 0 16,17 12-1-16,4 5-7 15,22-1 0-15,2-2-10 0,0-6 10 0,14-13-11 16,26-14-10-16,17-12-39 15,-1-11 13-15,-1-4 8 16,1-6-7 0,-6-32 41-16,-10-5 0 15,-10-11 5-15,-13-3 4 0,-12 0 2 16,-5 0 28-16,0 11-2 16,0 6-2-16,0 8 40 15,0 13-30-15,0 10 4 16,-5 6 3-16,5 3-29 15,0 0 14 1,0 0-32-16,0 18 1 16,0 27-11-16,0 15 16 15,0 3-6-15,30-4 0 16,11-2 11-16,15-13-26 16,5-7 6-16,8-14-39 15,-10-14 24-15,-5-9-47 16,0 0 13-16,-16-11 28 15,0-25 28-15,-17-12-4 16,-14-6 6-16,-7-3 0 0,0 4 20 16,0 0-9-16,-21 8 35 15,-3 5 10-15,-7 13-35 16,15 13 33-16,4 5-25 16,5 9-9-16,7 0 15 15,0 0-30-15,0 0-4 16,0 23-1-16,0 23 4 15,0 16-1-15,0-3-3 16,14-5 0-16,17-3-8 16,9-9 8-16,5-9-11 15,0-7-11-15,-8-13-37 0,10-7 26 16,-6-6-13-16,6 0-3 16,-14-15 46-16,0-21-23 15,-7-8 25-15,-12-5-3 16,-2-1 7-16,-12-2-3 15,0 7 3-15,0 5 16 16,0 6 45-16,-12 7-34 16,-2 10 7-16,2 8-2 15,7 6-11-15,5 0 21 0,0 3-39 16,0 0-5-16,0 0 8 16,0 27 4-16,0 12-9 15,10 11 2-15,18 1 6 16,-7-6-12-1,17 2 0-15,7-5-19 16,4 0 18-16,8-6-72 0,9-6-51 16,4-9-70-1,13-13-105-15,-1-8-1 0,-6 0-13 16</inkml:trace>
  <inkml:trace contextRef="#ctx0" brushRef="#br1" timeOffset="100652.49">5145 15087 476 0,'0'0'214'0,"0"0"9"0,0 0-34 0,-26-186-66 0,-5 141-26 0,-4 10-42 16,-3 4 12 0,-4 14-11-16,-1 7-19 0,-6 10 8 0,-10 0-26 15,-5 34-18-15,8 10 10 16,16 11-6-16,14 2-5 16,26-1 0-16,0-9-5 15,21-5-3-15,35-14-21 16,6-14-27-16,-8-8 12 15,-12-6 15-15,-9 0 29 16,-7-3 1 0,0-21 6-16,-9-6 27 15,-1-6 0-15,-9 4 1 16,8 1 19-16,-8 7-40 16,2 13 23-16,-2 5-1 0,3 6-35 15,6 4 17-15,12 43-11 0,19 22 1 16,8 23 27-1,-3 14-32-15,-8 6 18 16,-6 1-7-16,-24-6-9 0,-7-12 3 16,-7-4-8-16,0-14 0 15,-21-14 4 1,-17-12 3-16,1-22-7 0,-1-12 0 31,-2-17 6-31,4 0-7 0,-13-6 1 16,-3-34 0-16,3-14-5 15,6-15-8-15,22-5 10 16,21-7-5-16,0 2-23 16,31 8 25-16,28 5-32 15,-10 7 4-15,1 9 16 16,4-2-38-16,-2 5 22 16,7-4 4-16,-8 0-16 0,1-8 37 15,-7-1 1-15,2-6 8 16,-11 1-6-16,-3-3 10 15,-17 4-4-15,5 5 8 16,-21 12-7-16,0 7 38 16,0 8-30-16,0 11 11 15,0 2 24-15,-11 8-40 16,-8 7 23-16,12 2-3 16,7 2-23-16,-7 0 14 15,7 40-15-15,0 22 0 0,0 18 25 16,0 4-19-16,0-7-6 15,0-2 0 1,18-12 9-16,4-10-13 16,4-15 4-16,-10-16 0 15,-2-10-10-15,5-12-11 0,-2 0 5 16,-1-3 9-16,3-34 14 16,7-9-12-16,-7-14 5 15,-3-2 0-15,5 1-2 16,1 13 10-16,-11 19-8 15,4 14 0-15,-8 9 5 0,14 6 14 16,14 0-19-16,17 35 0 16,12 13 23-16,16-1-21 15,-12-1-2-15,-2-7 0 16,5-10 8-16,-12-7-15 16,0-12 7-1,-5-5 0-15,5-5-12 0,-9-6 11 16,-3-31 1-1,-19-8-1-15,3-14 4 0,-5-9-11 16,-15-2 8-16,-11-6 0 16,0 3-13-16,0 4 11 15,-4 9 2-15,-25 17 0 0,3 16 7 16,10 11 0 0,7 13-4-16,4 1 10 15,5 2 19-15,0 5-28 0,0 41 2 16,0 13 19-16,0 11-16 15,0-8 32 1,30-9-37-16,6-8-1 0,9-6 2 16,-8-7-5-16,3-8-3 15,-4-5-21-15,-8-7-53 0,-9-9-59 16,-12-3-128 0,-7 0-74-16,0 0 2 0</inkml:trace>
  <inkml:trace contextRef="#ctx0" brushRef="#br1" timeOffset="101219.98">6717 14629 79 0,'0'0'685'0,"0"0"-556"0,0 0 5 0,0 0 7 0,0 0-136 16,0 0 60-16,0 0-7 0,196-74-32 15,-132 48 14-15,-15 5-4 16,-13 0-29-16,-13 0 36 0,-2 6-16 15,-16-4-3 1,-5 8 28-16,0 2-45 16,0 3 8-16,0 6-6 15,0 0-3-15,-21 0 14 0,-17 11-20 16,0 23 0-16,8 10 5 0,11 7-5 16,10 0 0-16,9 0-1 15,0-7 6-15,14-11-12 16,26-3 7-16,5-10-14 31,2-5 14-31,7-11-23 0,-2-4 15 16,7 0 7-1,-7-13 1-15,4-21-5 0,-4-12 5 16,-7-7 0-16,2 0 0 16,-9-2 6-16,-10 13-6 15,0 10 0-15,-2 11 6 16,0 12 14-16,-5 9-14 15,-4 0-2-15,-1 24 22 16,-4 24-26-16,-7 5 14 16,-5-5-9-16,0-6 0 15,0-9 21-15,0-10-15 16,0-12 10-16,0-4 28 0,0-3-45 16,0-4 21-16,0 0-8 15,0 0-16-15,0-15 14 16,0-27-15-1,0-12-14-15,33-7 7 0,5 8-106 16,25 4-85-16,8 6-81 16,4 2-255-16</inkml:trace>
  <inkml:trace contextRef="#ctx0" brushRef="#br1" timeOffset="101397.66">8214 13908 984 0,'0'0'191'0,"0"0"-27"0,0 0 25 0,0 0-87 0,0 0-57 0,0 0-31 16,-162 29 29-16,171 16-41 15,15 0 6-15,-5 5-16 16,-10 10-43-16,-4 6-115 16,-5-3-121-16,0 0-188 0</inkml:trace>
  <inkml:trace contextRef="#ctx0" brushRef="#br1" timeOffset="101763.26">8844 14205 1117 0,'0'0'139'16,"0"0"-5"-16,0 0-3 0,0 0-93 15,0 0-38-15,0 0 3 16,-123-79-8-16,112 113-11 16,-8 11-8-16,14 10 23 15,5-1-26-15,0 3 22 16,19-2 5-16,19 2 0 16,-1-9-1-16,-8-1 1 15,-8-7 0-15,-17-7 26 16,-4-6-10-16,0-4 29 15,-33-6-4 1,-21 0-27-16,-7-9 14 0,9-8-28 0,-7 0 0 31,3 0-5-31,27-20-7 16,3-17-46-16,19-5-59 0,7-5-209 0,0-4-114 16</inkml:trace>
  <inkml:trace contextRef="#ctx0" brushRef="#br1" timeOffset="103732">9976 14483 224 0,'0'0'564'0,"0"0"-433"16,-130-203 84-16,109 147-14 0,9 15-78 0,-2 14-18 0,9 14 6 0,5 13-53 0,0 0-17 15,0 36-22-15,0 39-18 16,0 29 35-16,21 10-31 15,3-10-1-15,-1-8-2 16,-1-16-2 0,-1-11-5-16,-9-19-4 0,-1-20-19 0,-11-11 28 15,5-17-23-15,-5-2 9 16,0 0 6 0,14-19-11-16,-4-21 10 15,13-17-15-15,3-2-4 0,2 1 25 16,10 10-15-16,5 10 18 15,1 11-13-15,8 12 15 16,2 9-2 0,-16 6 0-16,12 0 6 0,4 21 20 15,-16 18-11-15,2 3-4 16,-14 2 4-16,-7 2-10 0,-3-9-5 16,1 0 0-16,-1-8-15 15,-2-8-5-15,0-2-45 16,-2-11-45-16,-2-5 25 15,-6-3-19-15,1 0 84 16,0-9 17-16,6-23 6 16,-1-13 1-16,11-1-2 15,-4-5 15 1,-10 5 30-16,7 6-13 16,-14 9 31-16,0 8-2 0,0 8-10 15,0 9 17-15,0 4-27 16,0 2-21-16,0 0 2 15,0 0-20-15,0 12-4 16,7 24 0-16,14 9 6 0,3 2-9 16,2-5 3-16,4-6-10 15,3-6 6-15,-4-9-42 16,1-7 11-16,-11-8 13 16,5-3-17-16,-17-3 29 0,0 0-1 15,2-29 11-15,1-14 8 16,-6 3-2-16,-4-9-6 15,0 11 6-15,0 2 0 32,0 13 25-32,0 10-4 0,0 4 7 0,0 9 15 15,0 0-42 1,0 0 5 0,0 0-12-16,0 36 5 15,0 12-8-15,0 5 3 16,12-2 0-16,9-9-3 0,1-4 3 15,-1-10-6-15,2-8-16 16,-4-7-18-16,2-8 27 16,3-5-17-16,2 0 1 15,0-5 24-15,7-27-7 16,0-8 12-16,-2-11 0 16,4 1 2-16,-4-1-5 15,-15 6 3-15,-14 13 0 16,6 9 17-16,-8 8-17 15,0 10 25-15,0 5 2 16,0 0-26-16,4 0 7 0,25 24-8 16,1 18 0-1,3 6 25-15,5 0-22 16,-10-7 12-16,3-6 10 0,-12 1-19 16,-5-6 27-16,-14 4-26 15,0-9-6-15,0 1-1 16,-47-6-5-16,2-6-26 15,-2-8-35-15,9-6-40 16,7 0 4-16,13-38-54 16,8-13-51-16,10-12 55 0,0-5-24 15,0-7 163-15,21-8 13 16,17-3 36-16,2-2 60 16,5 2 6-16,-12 6 34 15,0 11 10-15,-2 10-47 16,-13 10-1-16,-3 20-12 15,-4 11-26-15,-8 10 5 16,1 8-36-16,15 14-22 16,7 46 16-16,-2 24-21 15,-3 16 12-15,0 0-14 0,-16-2 7 16,-3-13-8 0,-2-9 1-16,0-14-15 0,0-14 14 15,0-18-40-15,0-15 14 16,0-9 3-16,0-6-9 15,5 0 29-15,12-19-16 16,13-13 6-16,13-3 10 16,-6 7-2-16,18 13 6 15,-4 13 0-15,18 2 2 0,-6 0 24 16,-1 23-2-16,-15 5-7 16,-26 1 16-16,-21-3-28 15,0 8 19-15,-49-2 2 16,-36 1-19-16,-12-3 13 15,5-9-20-15,12-8 0 16,14-7-6-16,14-6-37 16,7 0-43-1,15-6-78-15,16-21-201 0,14-10-368 16</inkml:trace>
  <inkml:trace contextRef="#ctx0" brushRef="#br1" timeOffset="104904.78">12774 14680 1048 0,'0'0'135'0,"0"0"17"0,0 0 8 0,0 0-63 0,0 0-56 0,0 0-8 15,-163-83-33-15,144 121 10 0,-2 16-11 16,0 9 1-16,19-3 0 15,2-8-4-15,0-3-6 16,0-13-10-16,0-12-19 16,18-13-24-16,8-8 19 15,0-3-11-15,3 0 55 16,-6-32-4-16,8-14 9 16,-5-3 5-1,-10-2 1-15,1 0-4 0,-17 9 39 16,4 10-18-1,-4 11 15-15,0 12 24 16,0 6-42-16,0 3 3 16,0 0-24-16,10 12 4 15,13 29-10-15,15 7 2 16,2-6-2-16,5-7-3 16,-5-8-49-16,-4-8 9 0,-15-7-3 15,-7-9 2-15,-2-3 23 16,-3 0 4-1,1-3 19-15,-1-28 4 0,-4-7 3 16,-5-5 3-16,0 9 9 16,0 3 3-16,0 16 40 15,0 6-18-15,0 7 2 16,0 2 3-16,0 0-47 16,0 17 6-16,-5 23-4 15,-9 7 1-15,0-3-3 0,0-5-2 16,-8-7 0-1,6-11-4-15,11-8 6 0,0-9-4 16,5-4-1-16,0 0-6 16,-2 0-1-16,2-32 3 15,0-13-9-15,0-4 11 16,2 3-18-16,41 14 13 16,-10 11-11-16,12 12-3 15,-8 9 21-15,-1 0-14 16,6 9 17-16,-9 22-1 15,5-3 1-15,-5 3 0 0,5-8-1 16,2 2-6-16,9-8 3 16,12-5 6-16,8-5-2 15,6-7 2-15,-4 0 3 16,-10-26-5-16,-16-6 0 16,-12-6 1-16,-33-1 3 15,0 0-4-15,0 9 0 16,-38 13-1-16,-9 11 11 15,-2 6-10-15,-3 0 7 0,7 26-3 16,17 16 7-16,4 2-11 16,24 2 0-16,0-7-5 15,0-12 2-15,5-7-5 16,21-7-10-16,0-11-9 16,4-2 24-1,6-2-18-15,6-28 21 0,-9-16-10 16,5-8 13-16,-3-1-3 15,-11-14 0 1,-5-12-17-16,-17-9 0 0,-2-14-17 0,0-1 19 16,-7 5 13-16,-26 17-6 15,2 19 8 1,5 25 26-16,5 21 20 16,9 13 37-16,5 5-35 0,3 0-15 15,4 43 10-15,0 30-26 16,0 23 32-16,0 7-15 15,0 0-11-15,0-6 24 16,16 0-38-16,5-14-3 16,-4-3-3-16,-1-8-3 0,-11-15-13 15,0-10-17-15,-5-17-62 16,0-13-83-16,0-8-171 16,0-9-210-16</inkml:trace>
  <inkml:trace contextRef="#ctx0" brushRef="#br1" timeOffset="105207.79">14752 14800 1119 0,'0'0'133'0,"0"0"35"0,0 0-4 0,0 0-117 0,0 0-19 0,0 0 63 15,344 6-49-15,-184-6-21 16,-6 0 31-16,-1 0-38 16,-12 0 1-16,-18 0 9 15,-24-9-16-15,-24 0-4 16,-16-1-4-16,-21 5-13 15,-12 1 12-15,-24 2-66 16,-2-4-16-16,0-6-91 16,-35-6-197-16,-15-12-105 15</inkml:trace>
  <inkml:trace contextRef="#ctx0" brushRef="#br1" timeOffset="105478.81">15730 14487 648 0,'0'0'276'0,"0"0"-135"15,0 0 57-15,0 0-76 16,0 0-22-16,0 0-47 16,154 116 6-16,-79-96-19 15,7-5-26-15,-11-9 21 0,-10-2-35 16,-13-4 2 0,-20 0 1-16,-9 3 6 0,-19 3-9 15,0 15 0-15,0 11 1 16,-24 19 0-16,-37 12 0 15,-19 5-1-15,-12 4 1 16,-10 5-1-16,3-3-36 16,-7 1-120-16,0-10-223 15,10-8-450-15</inkml:trace>
  <inkml:trace contextRef="#ctx0" brushRef="#br1" timeOffset="108356.71">17190 14749 970 0,'0'0'147'15,"0"0"-17"-15,0 0 22 0,0 0-28 0,0 0-70 0,0 0-23 0,0 0 7 0,-295-126-35 16,248 163-1-16,2 10 6 15,19 7-4-15,21 0-4 16,5 0 0-16,10-8 6 16,63 3-6-1,16-4 0-15,15-1 0 16,0-2 1-16,-22-3 2 16,-23-3-3-16,-28-10 0 0,-31 1 4 15,0 0 5-15,-31 3 0 16,-39 2-5-16,-20 2 4 15,17-7-5-15,5-13-6 0,16-8 3 16,23-6-44-16,13 0-49 16,16-14-115-16,0-32-165 15,21-4-232-15</inkml:trace>
  <inkml:trace contextRef="#ctx0" brushRef="#br1" timeOffset="109005.91">17612 14781 1047 0,'0'0'210'0,"0"0"-88"16,0 0 77-16,0 0-119 31,0 0-47-31,0 0 2 16,-76-32-25-16,64 83 2 0,5 13 5 0,7 15-12 16,0-10 10-16,0-11-15 15,29-2 0-15,13-12 0 16,3-12 0-1,9-7-2-15,-7-14-2 0,3-11-7 0,-6 0 6 16,-6 0 1 0,-14-17 4-1,-8-20-7-15,-16-1 5 16,0-7 1-16,0-3 1 16,-47 1-13-16,-7 2 11 15,0 6-18-15,-1 4 17 0,20 8-4 16,16 2 3-1,15 5 2-15,4-5-16 16,0 8-9-16,23-1 13 0,29 6-4 16,16 10 11-16,-9 2 0 15,7 0 6-15,0 20 1 16,-16 19 5-16,-5 5-4 16,-27 4 12-16,-18 3-10 15,0-4 2-15,0-5-1 16,-16-5-2-16,-1-19-2 15,10-10 0-15,7-5 4 16,0-3-4-16,0 0 0 0,0-32 0 16,0-16-2-16,0-15 6 15,0 4-4-15,0 4 0 16,0 11 3-16,24 10-2 16,11 12 1-16,15 10 5 15,9 8 35-15,21 4-19 16,7 0 18-16,-2 30-4 15,2 12-18-15,-16 5 13 16,-26 10-32-16,-10 0 2 16,-18 3-5-16,-17 3-18 15,0-8-25-15,0 2-57 16,0-8-127-16,0-15-146 16,0-9-159-16</inkml:trace>
  <inkml:trace contextRef="#ctx0" brushRef="#br1" timeOffset="109199.5">18929 15041 666 0,'0'0'649'0,"0"0"-551"0,0 0 55 0,0 0-46 0,0 0-63 0,0 0-41 15,243-60-3-15,-151 40-14 16,-7 2-98-16,-14 3-103 15,-19 2-114 1,-17 5-61-16,-14 2-246 0</inkml:trace>
  <inkml:trace contextRef="#ctx0" brushRef="#br1" timeOffset="109360.41">19557 14761 716 0,'0'0'245'0,"0"0"9"0,0 0-23 15,0 0-89 1,0 0-76-16,0 0 9 15,-8 0-36-15,8 36-20 16,0 2 7-16,0 2-25 0,15 0-1 16,1 3-22-16,5 5-107 15,-14-4-236-15,-7-13-397 0</inkml:trace>
  <inkml:trace contextRef="#ctx0" brushRef="#br1" timeOffset="109517.9">19196 14457 1176 0,'0'0'0'0,"0"0"-12"0,0 0 3 16,0 0-228-16</inkml:trace>
  <inkml:trace contextRef="#ctx0" brushRef="#br1" timeOffset="109867.24">19557 14907 1180 0,'0'0'90'0,"0"0"51"16,0 0 20-16,0 0-127 15,0 0-28-15,193 162 3 16,-172-154-9-16,-16-2-7 15,0-2 3-15,-5-4-8 16,0 0 12-16,0 0 0 16,-5-25 4-16,-14-16-11 15,5-7 4-15,14-1-10 16,0 2 13-16,0 8-12 16,33 16 12-16,5 5 2 15,6 9 2-15,1 9 35 0,21 0-6 16,0 2 8-16,3 23 20 15,-11-2-25-15,-13 8-6 16,-7-2-27-16,-24 10-2 16,-9 8-2-16,-5 10-42 15,0 3-89-15,-5-3-149 16,-28-13-274-16</inkml:trace>
  <inkml:trace contextRef="#ctx0" brushRef="#br1" timeOffset="110122.31">20280 14512 1061 0,'0'0'138'0,"0"0"10"0,0 0 66 16,0 0-102-16,0 0-68 15,0 0-1-15,-59-74-4 16,76 91-26-16,30 20 24 15,10 15-8 1,-10 5-24-16,-10-1 7 0,1 3-12 16,-9 0-20-16,1 1-5 15,-13-3-50-15,-8-2-61 0,-9-6-194 16,0-13-207-16</inkml:trace>
  <inkml:trace contextRef="#ctx0" brushRef="#br1" timeOffset="110979.51">20971 14767 1120 0,'0'0'136'16,"0"0"17"0,0 0 46-16,0 0-147 0,0 0-23 0,0 0-1 15,-158-51-25 1,149 87-3-1,9 2 0-15,0 1-14 0,0-12-2 16,14-6-26-16,19-6-11 0,-12-9 4 31,-9-6-5-31,9 0 23 16,-4-2 28-16,-3-23 6 16,0 4 0-16,-9 3 5 0,-1 12 21 15,-4 4 41-15,10 2-38 16,-3 0-5-16,14 0-20 15,14 0-4-15,5 8 4 16,3 4-7-16,-10-6 0 16,-12-2-6-16,-4-4-6 15,-8 0 12-15,-4 0 2 16,2-22-2-16,-2-7 8 16,-3-7-8-16,-2 4 0 15,5 1 12-15,-5 11-9 16,0 11 3-16,0 3 14 0,0 6-11 15,0 0 14-15,16 0-23 16,5 11 1-16,15 13-1 16,1 3 1-16,-4-9-2 15,5-4 1-15,-12-2-25 16,-14-9 24-16,-5 0-16 16,-7-3 17-16,0 0-5 15,0 0 11-15,0-23-6 16,0-10 0-16,0 0 3 15,0 7 7-15,0 4-5 0,0 10 8 16,0 3 17 0,0 7-17-16,0 2 5 15,5 0-15-15,21 0 3 0,7 17 2 16,4 8-8-16,-8-8 0 16,1-2-3-16,-9-3 2 15,-4-9-1-15,-3-3 0 16,-7 0-2-16,-4 0-2 15,6-12 6-15,5-2 0 0,-7 5 0 16,5 6 6-16,2 3-6 16,17 0 3-16,14 0 0 15,16 0 11-15,7 0-14 16,-4 3 0 0,-3-3-1-16,-11 0 12 15,-5-27-8-15,-12-9 17 0,-15-6-7 16,-3-3 18-16,-15 3-14 15,0 4-12 1,-43 2 1-16,-28 10-6 0,-2 15-16 0,-5 11-29 16,-6 7-61-1,6 37-127-15,-12 5-217 16</inkml:trace>
  <inkml:trace contextRef="#ctx0" brushRef="#br1" timeOffset="112841.79">3912 16593 761 0,'0'0'213'0,"0"0"-13"16,104-216-31-16,-83 156-57 0,-21 20-64 0,0 0 24 0,0 14-22 0,-17 14-20 0,-32 9 8 15,-15 3-32-15,-21 6-2 16,10 33 8-16,4 17-8 16,19 18 6-16,17 11-7 0,30-2 5 15,5 1-3-15,40-6-5 16,43-4 0-16,21-14-4 15,-3-4 8 1,-9-12-4-16,-14 2 0 0,-22-12 2 16,-23 3-2-1,-26-1 3-15,-7-3-3 16,0 0 7-16,-33-4-1 16,-30 1 3-16,-8-9-2 15,-7-9-1-15,-2-6-1 0,5-6-5 16,11 0 0-16,5-3-1 15,2-27-4-15,13-8-24 0,15-11-36 16,13-2-66-16,16 4-72 16,0 8-95-16,16 13-143 15</inkml:trace>
  <inkml:trace contextRef="#ctx0" brushRef="#br1" timeOffset="113683.69">4256 16929 384 0,'0'0'362'0,"0"0"-217"0,0 0 43 15,0 0-31-15,0 0-98 0,0 0-12 0,-132-5-23 16,109 35 8-16,4 11-6 16,16 7-4-16,3 3 3 15,0 9-12-15,0-10 4 16,33-2 2-16,26-7-18 15,5-7 4-15,-3-20-5 16,3-2 3-16,-10-12 0 16,-7 0-3-16,-9 0 0 0,-5-15 16 15,-21-11-11 1,-3-11 13-16,-9-4 1 0,0-4-12 16,0-3 10-16,-47 1-17 15,-21-1 0-15,2 9-1 16,-10 1-7-16,15 17 4 15,18 2 3-15,15 10 1 16,23 9-3-16,5-5 3 0,0-7-18 16,12 0-9-16,42-4 5 15,17 2 16-15,14 5-4 16,2 9 10-16,5 0 3 16,-2 0 0-16,-15 23 16 15,-11 14 18-15,-19 8-21 16,-19-4 4-16,-10 1 2 15,-16-1-13-15,0-7 7 16,0-5-16-16,0-7 1 16,-16-7 7-16,4-15-6 15,-7 2-2-15,0-2 3 16,-7 0-2-16,-4-17 5 0,8-28-6 16,3-16 0-16,8-4 0 15,11-4-2-15,0 6 2 16,0 14 0-16,42 10 4 15,3 8 0-15,7 16 5 16,11 9 13-16,6 6 26 16,2 0-25-16,-1 28 21 0,-13 4-23 15,-8 14-16-15,-16 0-1 16,-7 14-4-16,-14 3-11 16,-5-3-15-1,3-6-55-15,-10-11-75 0,16-9-136 16,-2-10-162-16,5-24-119 15</inkml:trace>
  <inkml:trace contextRef="#ctx0" brushRef="#br1" timeOffset="113873.56">5744 16139 1104 0,'0'0'158'0,"0"0"37"0,0 0-10 0,0 0-111 0,0 0-51 0,0 0-13 16,-59 60-5-16,59 6-10 16,0 8-8-16,0 1-73 15,0 5-137-15,-21-6-203 0,-8-11-343 16</inkml:trace>
  <inkml:trace contextRef="#ctx0" brushRef="#br1" timeOffset="114230.95">6430 16643 907 0,'0'0'388'0,"0"0"-290"16,0 0 27-16,0 0-38 15,0 0-44-15,0 0-43 16,-182-98 0-1,156 136 0 1,0 10-18-16,19 6 15 16,7 0 2-16,3 8-3 15,60-9-3-15,13 2 7 16,-1-4 0-16,1-10 14 16,-22-5-11-16,-21-7 23 0,-28 2 1 15,-5-2-4-15,-22 5 9 16,-48-5-32-16,-18-3 1 15,4-7-1-15,-4-13-12 16,8-6 1-16,12 0-44 16,18-27-80-16,24-14-58 15,24-14-190-15,2-10-471 16</inkml:trace>
  <inkml:trace contextRef="#ctx0" brushRef="#br1" timeOffset="114794.59">8033 16511 1098 0,'0'0'136'15,"0"0"-36"-15,0 0 51 0,0 0-74 16,0 0-35-16,-92 158-27 15,113-85 6-15,17-5-11 16,4-4-8-16,1-14 8 16,-6-14-10-16,-1-13 0 15,-10-8-2-15,0-12-16 16,-5-3 6-16,0 0-1 16,0-15 13-16,-9-21-4 15,5-8 5-15,-3-10-1 16,-7 5 3-16,-5 3 2 0,-2 12-5 15,0 14 0-15,5 11 4 16,-5 6 21-16,0 3-19 16,7 0-5-16,5 35 6 15,0 17-7-15,14 5 5 16,14-4-5-16,2-6 0 16,5-1 1-16,-2-18 0 15,-10-3-1-15,-6-13 0 16,-3-12 3-1,-5 0-3-15,5-6 0 16,-3-36 3-16,3-8 13 0,-9-18-14 0,-13-4 19 16,-4-3-7-1,0 3-6-15,-21 6-8 16,-21 13 0-16,-17 13 2 16,9 17-9-16,3 14-10 0,9 9-34 15,10 0-83-15,19 19-158 16,9 7-226-16</inkml:trace>
  <inkml:trace contextRef="#ctx0" brushRef="#br1" timeOffset="114985.01">8936 16580 1222 0,'0'0'216'0,"0"0"-56"0,0 0-44 0,0 0-63 0,0 0-25 0,0 0-16 15,104 94-4-15,-100-45-8 0,-4 6-15 16,0-11-30-16,0-5-112 16,-12-20-127-16,-9-19-226 31</inkml:trace>
  <inkml:trace contextRef="#ctx0" brushRef="#br1" timeOffset="115176.66">8801 16368 601 0,'0'0'492'0,"0"0"-327"16,0 0-20-16,0 0-13 15,0 0-102-15,0 0-2 16,-63-57 34-16,63 40-35 16,0 2-14-16,0 7-13 15,0 5-3-15,0 3-42 16,0 0-108-16,21 29-179 15,7 4-116-15</inkml:trace>
  <inkml:trace contextRef="#ctx0" brushRef="#br1" timeOffset="115861.67">9287 16029 1014 0,'0'0'186'16,"0"0"-18"-16,0 0 63 15,0 0-141-15,0 0-44 16,0 0 2-16,-49-10-31 0,49 82 10 16,7 23 0-16,23 19-10 15,3-9 17-15,0 7-13 16,-2 8 0-16,4-6 0 16,-4-4-18-16,-5-5 4 15,7-11-7-15,-14-16 3 16,14-16-10-16,-10-13 3 15,-8-20-10 1,6-7 8-16,-9-13-26 16,-10-6 8-16,-2-3-1 0,0 0-2 0,0-10 22 15,0-28-18-15,0-13-2 16,-2 4 11 0,-20-2-12-16,1 1 22 15,5 1 4-15,-1 6 0 16,-4-14 4-16,0 4-4 0,-5 2 0 15,9 1 0-15,10 12 5 16,2 8-5-16,5 8 0 16,0 6 1-16,7 2-10 15,36 1 9-15,-10 3-5 0,14 2 3 16,-4-6-4-16,-15 1 6 16,2-7 0-16,-11-1 0 15,0-1 6-15,-12-4-6 16,-2 0 0-16,-5 0 1 15,0 1 5 1,0 6-3-16,0 6 1 0,-9 5-1 16,-15 4 17-1,-2 2-20-15,-12 8 9 16,5 37 10-16,7 15-14 16,15 6 20-16,11-1-9 0,0-8-10 15,26-10 21 1,23-7-26-16,5-17 2 0,0-14-3 15,10-7 3-15,0-2-6 16,11-5-9 0,-4-24-28-16,-5-11-4 0,5 4-85 15,6 0-168-15,8 4-133 16,24 5 6-16</inkml:trace>
  <inkml:trace contextRef="#ctx0" brushRef="#br1" timeOffset="116163.49">10890 16691 1243 0,'0'0'152'0,"0"0"13"0,0 0-12 0,0 0-113 0,0 0-25 16,0 0 19-16,3 101-19 15,98-90 7-15,17-6-1 16,14-5-17-16,9 0 19 16,-4 0-22-16,-19-13-1 15,-12-4 0-15,-14-4-6 16,-10 3-9-16,-8-1-17 0,-25 5-31 16,-21 2-32-16,-9-2-141 15,-16 2-58-15,-3-1-116 16,0-2-322-16</inkml:trace>
  <inkml:trace contextRef="#ctx0" brushRef="#br1" timeOffset="116534.09">11503 16464 806 0,'0'0'156'16,"0"0"26"-16,0 0-25 15,0 0-76-15,0 0-2 16,0 0 6-16,276 87-34 0,-177-64-38 16,-5-8 5-16,-21-2-5 15,-11-4-12-15,-27-6 10 16,-16 0-5-16,-14 0-5 15,-5-3 21 1,0 17-12-16,0 20 0 0,-24 9 16 16,-28 20-21-1,-11 0 6-15,-3-3-11 16,7 3-17-16,7-13 8 16,2 1-64-16,3-1-95 15,-2-5-82-15,-17-5-219 0</inkml:trace>
  <inkml:trace contextRef="#ctx0" brushRef="#br1" timeOffset="117419.92">13557 16960 937 0,'0'0'152'0,"0"0"-54"0,0 0 38 0,0 0-29 0,-288-97-68 0,229 97 0 15,-2 0-7-15,7 31-16 16,9 14 16-16,12-1-6 16,28 7-22-16,5-4 20 15,12-7-23-15,47-7 1 16,11-13-2-16,1-11-37 16,7-9-1-16,-12 0-15 15,-2-9 10-15,-22-27 40 16,-7-8-2-16,-4-16 5 15,-14-8 19-15,-13-7 8 0,-4-8 10 16,0-8-4-16,0-3-21 16,-4 1 15-16,-18 0-20 15,6 18 9 1,4 16 10-16,-7 24 2 16,19 10 19-16,-2 16-11 0,2 6-11 15,0 3 19-15,0 0-33 0,-5 52 2 16,5 19 22-1,0 21-13-15,0-4 9 16,0 1-9-16,0-6-18 0,0 0 14 16,0-9-18-16,7-5-3 15,24-12-6-15,7-9-47 16,9-10-13-16,-2-7-30 16,6-11-103-16,-1-8-127 0,4-9-124 31,5-3-15-31</inkml:trace>
  <inkml:trace contextRef="#ctx0" brushRef="#br1" timeOffset="119864.59">14229 16874 617 0,'0'0'239'0,"0"0"-88"0,-5-154 52 0,-28 114-77 0,0 15-46 0,-5 7 34 0,0 12-45 15,-14 6-27 1,-2 0 6-16,0 26-32 0,12 31 5 15,18-2-17-15,12 11 1 16,12-10 1-16,0-12-6 16,31-4-9-16,16-14-8 15,-5-5-20-15,-4-11 3 16,-10-5-7-16,-16-5 14 16,7 0 25-1,-12-9 4-15,10-27-1 16,-3-6 15-16,-5-5 0 15,3-4 0-15,-5 0-8 16,-7 7-2-16,5 13 33 16,-5 11-26-16,0 11 9 0,0 9 16 15,0 0-24-15,0 0 11 16,0 9-25-16,0 33 6 16,0 11-2-16,0 7-4 15,21-15 0-15,12-3 0 16,10-7-11-16,6-11 1 15,-2-9-18-15,-2-9-14 16,-5-6 18-16,-7 0-15 0,-9-6 16 16,-3-27 20-16,-14-8 3 15,5-7 1-15,-12-6 9 16,0 0-5-16,0 4 22 16,0 9-14-16,-19 8 9 15,2 8 13-15,1 13-12 16,6 10 10-16,-1 2-12 15,6 0-12-15,5 0 22 16,-5 5-31-16,3 37 2 16,2 11-3-16,0 10 9 0,0-12-8 15,7-6 0 1,35-7-14-16,3-7 11 16,2-7-37-16,0-16 0 0,-2-2-11 15,2-6 11-15,-9 0-18 16,2-14 9-16,-9-19 25 15,-5-12 18-15,-10-4 6 16,-13 3 0-16,-3 1 16 16,0 5-6-16,0 14 24 0,-7 5 19 15,-15 13-12-15,11 1 23 16,1 7-39-16,8 0-1 16,-12 0 1-16,4 19-25 15,1 18 13-15,9 15-7 16,0-1 0-16,0-8-4 15,14 3-2-15,28-7-10 16,1-15-3 0,6-1-34-16,10-11-8 15,5-12-26-15,11 0 38 16,1 0-81-16,-1-26 37 0,-4-7 22 16,-5-9 35-16,-9-3 30 15,-17-2 5-15,-14-1 23 16,-10-1 9-16,-11 6 20 15,-5 6-16-15,0 5 7 16,-17 13 19-16,-20 7-37 16,-22 12 6-16,0 0-10 15,-5 9-19-15,12 28 19 16,7 6-23-16,22 8-1 0,18-2-2 16,5-4 0-16,0-10-6 0,21-4-5 31,12-17-33-31,5-5 36 15,-12-6-29-15,0-3 31 0,-7 0 6 16,0-18 2-16,2-12 21 16,-2-6-1-16,2 6 2 15,-5 4 12-15,-11 10-15 16,0 14 12-16,-5 2-4 16,0 0-17-16,5 0 6 0,16 50-9 15,7 21-1-15,14 23 34 16,-4-2-20-16,0 0 4 15,-5-5-3-15,-7-9-18 16,-14-6 8-16,-8-17-10 16,-4-7 2-16,0-9-1 15,0-12-4 1,-23-9-1-16,-8-10 0 16,-11-3-27-16,4-5 16 0,-12 0-18 0,-18-11-5 31,2-23 22-31,12-21-27 0,7-5 11 15,30-17-10-15,17-3-15 16,0-9-2-16,64-4 24 16,7-3-9-16,2 7 39 15,-5-2-9-15,-14 8 11 16,-7 0 13-16,-11 0-13 16,-17 6 23-16,-3 5-10 15,-11 3 6-15,0 16 34 16,-5 11-37-16,0 18 16 15,0 12 12-15,0 6-28 16,4 6 11-16,-4 0-23 0,0 29 1 16,0 37 4-16,0 21-9 15,0 9 0-15,0-5 0 16,0-4 6-16,17 0-8 16,2-13 2-16,7-15 0 15,0-14-9-15,-10-15 1 16,-2-11-3-16,-2-13 7 15,-10-6-18-15,10 0 17 16,2-18-3-16,7-30 8 16,1-9-8-16,-8-3 7 15,5 10 1-15,-3 11 0 0,-6 12 5 16,-6 14 7-16,3 11 2 16,-2-2-12-16,5 4 9 15,15 0-11-15,11 37 0 16,13 11 3-16,3 2 3 15,-2-5-4-15,2-7-2 16,2-7 0-16,-16-13-2 16,-8-7 4-16,-2-7-2 0,-11-4 0 15,9 0 2-15,-5-15-2 16,-2-27 0-16,2-11 0 16,-11-10-4-16,-3-9 4 15,-7 7-3-15,0-4-3 16,0 11 8-16,0 14-2 15,-12 9 0 1,-5 11 0-16,8 8 20 16,4 7-18-16,3 6 15 0,-5 0 4 15,2 3-16-15,-2 0 19 0,0 19-16 16,-5 31-4 0,3 15 41-16,4 7-31 15,5-6-1-15,0-9-8 0,0 0 2 16,19-10-14-16,7-17 5 15,-3 0-39-15,-1-17 3 16,-6-1-37-16,-11-7-20 16,-5-5-80-16,0 0-24 15,0 0-37-15,-14-17-42 16,-19-14 51-16,0 2 121 16,7 4 106-16,2 11 63 0,5 2 119 15,12 3 20-15,0 3-5 16,7 0-33-16,0-10-81 15,19-2-18-15,33-2-44 16,14-11 13 0,0 5-4-16,-5 0-16 15,-16 1 11-15,-5 2-5 16,-14 2-12-16,-7 6 25 16,-12 5-26-16,-7 8 14 0,0-5 2 15,0 7-7-15,0 0 7 16,-7 0-23-16,-19 7 9 15,0 29-8-15,14 12-1 16,8 2 0-16,4 1-4 0,0-1 2 16,16-11 1-16,12-6-8 31,15-8 8-31,-10-14-9 0,-3-9 8 16,8-2-5-16,-10 0 3 15,3-28 8-15,7-15-3 16,-3-5-1-16,5 1 0 15,3 8 10-15,-6 13-10 16,3 14 16-16,5 3 9 16,2 9-15-16,5 0 14 15,-9 12-11-15,-15 20-9 16,-12 2 10-16,-11 0-14 0,-5 0 0 16,0-7 13-1,-23-7-9-15,-15-5 10 0,3-9 1 16,-1-2-13-16,17-4 28 15,-2 0-27-15,14 0 5 16,7-34-8-16,0-13-2 16,12-12-4-16,37-4-32 15,22 18-37-15,23 15-85 0,5 22-168 16,7 8-61-16</inkml:trace>
  <inkml:trace contextRef="#ctx0" brushRef="#br1" timeOffset="120042.04">18154 16822 727 0,'0'0'470'0,"0"0"-303"0,0 0 37 0,0 0-76 0,0 0-112 0,0 0-10 16,158 21-6 0,-43-44-65-16,-6-2-20 15,-13 5-54-15,-4-1-81 0,-16 2-32 16,-10-2-200-16</inkml:trace>
  <inkml:trace contextRef="#ctx0" brushRef="#br1" timeOffset="120196.47">19014 16646 749 0,'0'0'377'0,"0"0"-132"16,0 0-6-16,0 0-121 16,0 0-47-16,0 0-34 15,-143 164-26-15,143-133 8 0,0 3-19 16,0 0-17-16,0-2-43 15,0-1-205 1,-10-20-422-16</inkml:trace>
  <inkml:trace contextRef="#ctx0" brushRef="#br1" timeOffset="120369.73">18672 16345 320 0,'0'0'987'16,"0"0"-913"-16,0 0 5 0,0 0-79 0,0 0-231 16,0 0-445-1</inkml:trace>
  <inkml:trace contextRef="#ctx0" brushRef="#br1" timeOffset="120704.33">19064 16623 189 0,'0'0'1077'0,"0"0"-990"0,0 0 109 0,0 0-58 16,0 0-108 0,92 185-20-16,-88-150 17 15,-4-9-26-15,0-7-1 16,0-7 1-16,0-9 1 15,0-3-4-15,0 0 0 0,0-9-13 16,0-31 15 0,0-11-25-16,12-1 12 0,38-2 2 15,6 12-2-15,3 10 13 16,-14 11 1-16,7 12 13 0,-7 9 43 16,-3 0-18-16,5 0 4 15,-7 27 20-15,-2 10-38 16,-5 7 3-16,-23 3-28 15,-10 13-6-15,0-1-9 32,-17 3-76-32,-30-2-96 0,4-12-339 15</inkml:trace>
  <inkml:trace contextRef="#ctx0" brushRef="#br1" timeOffset="120911.2">19903 16912 1128 0,'0'0'351'15,"0"0"-242"-15,0 0 15 0,0 0-87 16,276-126-37-16,-170 103-20 16,-23 4-103-16,-29 4-183 15,-24 0-155-15,-4-5-373 16</inkml:trace>
  <inkml:trace contextRef="#ctx0" brushRef="#br1" timeOffset="121134.73">20742 16202 9 0,'0'0'1007'0,"0"0"-793"16,0 0 3-16,0 0-16 15,0 0-105-15,0 0-62 0,-117-37 11 16,107 113 3-16,-6 7-15 15,16 1 0-15,0-9-24 16,0-1-2-16,0 3-7 16,0-5-17-16,0-9-33 15,0-10-50-15,0-21-170 16,0-17-176-16,14-15-460 16</inkml:trace>
  <inkml:trace contextRef="#ctx0" brushRef="#br1" timeOffset="121909.63">21200 16437 932 0,'0'0'206'0,"0"0"-19"15,0 0-7 1,0 0-51-16,0 0-70 0,0 0-28 16,-83-120-21-16,17 165 1 15,-16 19-7-15,2 4-4 16,25 1 0-16,25-9 0 15,18-14 0-15,12-7-5 0,0-12 4 16,21-8-35 0,17-16 14-16,0-3-5 0,-3 0 18 15,10-18-4-15,-12-20 18 16,-3-6-5-16,3 4 8 16,-16 3-8-16,-1 2 18 15,1 7 8-15,-17 8-4 16,0 6 21-16,0 8-28 0,0 3 2 15,0 3-5-15,7 0-2 16,7 17-10-16,3 15 0 16,11 2 5-16,-2-8-10 15,-7-7 5 1,-5-4-10-16,2-3 2 16,-6-12-13-16,-6 0 17 15,4 0-2-15,-1 0 6 16,12-24 5-16,6-13-5 0,-8-3 0 15,11 6-4-15,-9 2 9 0,0 10-5 16,-5 10 0 0,-7 7 5-16,-2 5 8 0,-5 0-12 15,7 0 1 1,7 3 8-16,3 22-9 0,6 9 28 16,3-8-29-16,-5-1 4 15,-7-10-4-15,-2-6 0 0,-9-6 0 31,1-3-1-31,10 0 6 0,-2-3-5 0,9-23 0 16,10-8 0-16,-3 11 0 31,-16 8 0-31,0 9 0 16,2 6-1-16,12 0 10 16,2 0-7-16,15 8-2 0,-3 7 0 15,7-3 10 1,0-6-5-16,-9-6 1 0,16 0 22 15,-11 0-21 1,16-33 33-16,-15-5-16 0,-15-7-8 16,-6-6 30-1,-23-2-41-15,0-7 3 0,-26 6-8 16,-44 16-9-16,-27 23-7 16,-26 15-31-16,-16 21-51 15,-24 38-7-15,-18 7-255 16,2 0-573-16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5:54:37.303"/>
    </inkml:context>
    <inkml:brush xml:id="br0">
      <inkml:brushProperty name="width" value="0.05292" units="cm"/>
      <inkml:brushProperty name="height" value="0.05292" units="cm"/>
      <inkml:brushProperty name="color" value="#FF0000"/>
    </inkml:brush>
  </inkml:definitions>
  <inkml:trace contextRef="#ctx0" brushRef="#br0">12677 10289 318 0,'0'0'617'0,"0"0"-483"0,-320 0 11 0,244 0 43 0,27 0-86 0,27 0-59 0,22 4 8 16,41 4-24-16,79 4-2 15,64-6 25-15,54-6-42 16,31 0 0-16,16-6 13 15,-2-18-16-15,-38 1 7 16,-35 1-12-16,-52 8 8 16,-62 2-16-16,-51 6 7 15,-45 3-13-15,-52 3-12 16,-89 0-33-16,-57 0-7 0,-24 9 10 16,-21 17 23-1,3 5 32-15,23-5-11 0,21-2 12 16,64-5-1-16,59-8 3 15,71-1-6-15,4-8-20 16,121-2-46-16,49 0 23 16,38 0-89-16,9-23-108 15,-28-2-73-15,-21-1-327 0</inkml:trace>
  <inkml:trace contextRef="#ctx0" brushRef="#br0" timeOffset="1211.76">17036 10378 1094 0,'0'0'92'0,"0"0"-36"0,0 0 106 0,0 0-28 0,0 0-92 0,0 0-26 0,78 21 17 0,134-21-31 16,24-18 5-16,-17 4-7 15,-35 2 8-15,-59 6-16 16,-66 3 0-16,-59 3-13 16,-64 0 17-16,-103 0-10 15,-64 21 14 1,-40 5 11-16,-7-1 4 0,33-10 20 16,58-6-1-16,84-4-6 15,88-5-5-15,74 0-23 0,156 0-4 16,82-14 1-16,42-13-72 15,-9-1-105-15,-58-4-164 16,-84-1-475-16</inkml:trace>
  <inkml:trace contextRef="#ctx0" brushRef="#br0" timeOffset="1480.33">9476 10898 181 0,'0'0'0'15,"0"0"-84"-15</inkml:trace>
  <inkml:trace contextRef="#ctx0" brushRef="#br0" timeOffset="2677.91">8839 10365 775 0,'0'0'91'0,"0"0"-69"0,0 0 122 16,0 0 23-16,0 0-94 15,0 0-43-15,-45 0-1 16,232 0 34-16,39-21-26 15,5-2-2-15,-16 3 6 16,-27 3-24-16,-49 5-4 16,-47 6-13-16,-49 2 0 15,-32 4-8-15,-11 0 2 0,-68 0 6 16,-36 7-4-16,-37 11 14 16,-15-1-7-1,3 0 3-15,4 0 3 0,6-3 41 16,22 4-27-16,25-7 17 15,25-1 4-15,38-4-33 16,21-6 19-16,12 0-30 16,0 0 4-16,31 0-3 15,61 0 6-15,47 0-7 16,31-19 1-16,23-7 8 16,-7 1-18-16,-25 5 6 0,-32 6-63 15,-37 5-51-15,-49 6-121 16,-43-6-355-16</inkml:trace>
  <inkml:trace contextRef="#ctx0" brushRef="#br0" timeOffset="3613.77">4511 10916 966 0,'0'0'62'0,"-361"48"28"16,253-30 102-16,51-9-57 0,57-7-69 0,47-2-57 0,125-2 18 0,88-38-21 15,74-15-6-15,39-9 6 0,11 2 0 16,-33 14-6-16,-61 12 0 16,-92 19-11-16,-94 17-19 15,-104 0-11-15,-87 17 6 16,-128 30 27-16,-65 10-6 16,-34 4 14-1,3-5 13-15,21-2 32 0,43-4 19 0,53-11-30 16,72-19 4-1,93-8-9-15,39-12-28 16,136-2-1-16,99-34 0 16,76-17-40-16,68-13-57 0,61-3-77 15,0-2-111-15,-9-3-153 16</inkml:trace>
  <inkml:trace contextRef="#ctx0" brushRef="#br0" timeOffset="4550.51">20728 10630 861 0,'0'0'291'0,"0"0"-224"0,0 0 35 0,0 0 67 0,0 0-108 15,0 0-42-15,54 15 26 0,123-15-13 16,33 0-7-16,0 0-17 15,-10 0-4-15,-16 0 7 0,-16-6-11 16,-46 6 0 0,-32 0 1-16,-52 0-1 0,-38 0 0 15,-26 0 0 1,-97 0 3-16,-56 0 0 16,-55 0-1-16,-11 8-2 0,7 1 33 15,38-3-19-15,68 1 13 16,59-3 3-16,73 2-26 15,56 5 8-15,142 3-11 16,87-5 0-16,64 0 10 0,14-9-5 16,-11 0-6-1,-48 0 0-15,-71 0-18 0,-91 0 15 16,-97-6-18-16,-55-3-21 16,-141-2-32-16,-75 1-144 15,-57 3-82-15,-16 1-47 16,-1-2-398-16</inkml:trace>
  <inkml:trace contextRef="#ctx0" brushRef="#br0" timeOffset="6144.41">1104 10009 1024 0,'0'0'106'0,"0"0"-1"0,0 0 92 0,0 0-59 0,0 0-69 0,0 0-40 0,26-53-9 15,163 44 38-15,39-1-32 16,10 8-18-16,12 2 0 16,-7 0-8-16,-14 0-2 15,-22 0-33-15,-32 6-42 0,-46-4-26 16,-51-2-33-16,-35 0 10 16,-43 0 47-1,0 0 79-15,-57-17 2 0,-25-17 14 16,4 8 20-16,12 1 57 15,16 11-46-15,36 5 21 16,14 3 10-16,0 1-59 16,66 5 1-1,14 0 12-15,7 16-7 0,-30 53-2 0,-45 36-23 16,-31 45-7 0,-134 30-82-16,-116 15-475 15</inkml:trace>
  <inkml:trace contextRef="#ctx0" brushRef="#br0" timeOffset="9476.29">13712 12112 884 0,'0'0'101'0,"0"0"10"0,0 0 73 0,-313-54-56 0,221 54-49 0,-5 0-19 16,-4 0-9-16,-12 34-25 16,2 13 13-16,-7 15-20 15,-2 20-8-15,2 19 20 0,14 18-22 16,12 24 11-16,21 15 4 16,29 13-13-1,35-2 15-15,7-5-25 0,89-12 0 16,51-24 0-1,39-17-1-15,23-25-1 0,25-29-2 16,4-27-14-16,2-28 16 16,-2-2-15-1,10-49 15-15,-10-36-7 0,-5-19 3 16,-33-16 5-16,-39-8-1 16,-41-12 3-16,-50-9-2 15,-58-8 0-15,-17-14 0 16,-124 4 8-16,-77 3-7 15,-77 18-2-15,-42 29-6 16,-45 43-32-16,-10 45-23 0,-7 29-121 16,-25 41-160-16,6 45-296 15</inkml:trace>
  <inkml:trace contextRef="#ctx0" brushRef="#br0" timeOffset="16519.97">1231 13213 952 0,'0'0'81'0,"0"0"57"0,0 0 28 0,0 0-72 0,0 0-66 0,0 0 8 0,0 0-14 0,-51-3 8 16,142 20 34-16,37-2-32 16,51-15 7-16,35-6-11 15,8-29-12-15,-14-4 7 16,-41 7-23-16,-37 10 0 15,-34 5-1-15,-25 2-20 16,-24 9-13 0,-21 3-40-16,-19 0-31 15,-7 0 38-15,0-9 12 0,-14-10 18 32,-38-3 7-32,0-7 19 0,3 6 11 15,16-7 1-15,7 6 2 16,19 4 17-16,7 3-15 15,0-3 5-15,35 9 6 16,26 14-6-16,1 0 24 16,-8 24-3-16,-2 29-20 15,-24 19 8-15,-16 22-19 16,-12 9-4-16,0 14-65 0,-12-8-236 16,-35-18-432-16</inkml:trace>
  <inkml:trace contextRef="#ctx0" brushRef="#br0" timeOffset="19955.74">8483 15984 1338 0,'0'0'38'0,"0"0"18"0,0 0 77 0,0 0-36 0,0 0-17 15,0 161-52-15,179-149-11 0,62-12 13 16,18 0-26-16,-7-24 2 16,-13-6-6-16,-27-2-15 0,-26 5 14 15,-40-3-24-15,-45 9-14 16,-46 4 1-16,-39 4-40 15,-16-2 31 1,-61-2 34-16,-45-4 2 16,-12 5 5-16,10 7 7 0,27 6-1 15,32 3 41-15,23 0-34 16,26 0 23-16,0 0 4 16,52 18-26-16,37 21 40 15,22 15-31-15,-14 6-6 16,-38 9-2-16,-36 5-8 15,-23 21-2-15,-19 10-32 16,-77 8-117-16,-22 7-256 16,-9-10-572-16</inkml:trace>
  <inkml:trace contextRef="#ctx0" brushRef="#br0" timeOffset="21103.17">13875 15558 969 0,'0'0'2'0,"0"0"-2"0,0 0-40 0,0 0-28 0,0 0-156 15,0 0-306-15</inkml:trace>
  <inkml:trace contextRef="#ctx0" brushRef="#br0" timeOffset="21293.94">14203 16674 604 0,'0'0'0'15,"0"0"-138"-15,0 0-164 0</inkml:trace>
  <inkml:trace contextRef="#ctx0" brushRef="#br0" timeOffset="21996.78">17114 15467 392 0,'0'0'0'0,"0"0"-191"0</inkml:trace>
  <inkml:trace contextRef="#ctx0" brushRef="#br0" timeOffset="23894.76">12251 8676 1101 0,'0'0'111'0,"0"0"79"15,0 0-19-15,0 0-48 16,0 0-62-16,0 0-48 0,0 0 20 16,11 122-21-16,13-163-6 15,-8-20 36-15,-11-18-41 16,-5-14 15-16,0-15-1 16,0-17-10-16,-16-10 20 15,-13-2-25-15,-1 2 0 16,-8 11 7-16,5 10-3 15,-5 19-4 1,-4 16 0-16,6 24 8 0,8 19-22 16,9 6 5-16,0 9-35 15,12 9 0-15,-4-2-81 0,-1 5-160 16,-2 9-170 0,-1 0-388-16</inkml:trace>
  <inkml:trace contextRef="#ctx0" brushRef="#br0" timeOffset="24197.12">11805 7498 1050 0,'0'0'63'0,"0"0"52"0,-123 180 31 0,107-129-62 0,16-17-8 0,0-13-70 16,0-18 14-16,0-3 3 15,31-9-23-15,9-42 41 16,2-18-18-16,-9-17-3 0,5-1 22 16,-10 0-34-16,14 19 19 31,6 9-1-31,6 20-24 16,5 16 28-16,21 11-23 15,-2 12-6-15,23 0 12 0,12 0-13 0,5 8-18 16,5 1-73-16,-24-6-306 31</inkml:trace>
  <inkml:trace contextRef="#ctx0" brushRef="#br0" timeOffset="32368.95">12069 5254 848 0,'0'0'121'0,"0"0"38"16,0 0 35-16,0 0-91 0,0 0-13 0,0 0 11 0,0 0-28 0,0 0-3 0,-31-18-30 15,31-41-29-15,-16-26 46 16,-8-18-42-16,-2-14 5 16,-7-11 7-16,7-4-23 15,10-8 20-15,-10 3-21 16,-7 4 2-16,2 7 14 16,3 24-16-16,-5 22 0 15,7 25 3-15,14 27 1 16,1 7-9-16,11 11 2 0,0 7-28 15,0 3-13 1,0 0-64-16,23 0-30 0,24 13-152 16,-2 16-122-16,-19 2-318 15</inkml:trace>
  <inkml:trace contextRef="#ctx0" brushRef="#br0" timeOffset="32647.22">11541 4219 916 0,'0'0'34'16,"0"0"50"-16,0 0 110 16,0 0-84-16,0 0-51 15,0 0-5-15,-71-33 2 0,116-39 13 16,0-11-25-16,-5 3 12 16,-7 5-5-16,0 4-27 15,-2 8 19-15,-13 18-25 16,4 15-1-16,-18 21 22 15,1 3-31-15,-5 4 6 0,17 2-14 16,25 0 8-16,24 0-12 31,35 27 4-31,20 5-28 16,11-2-12-16,-3-4-56 0,-16-5-86 16,-25-14-201-16,-25-7-210 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5:57:02.715"/>
    </inkml:context>
    <inkml:brush xml:id="br0">
      <inkml:brushProperty name="width" value="0.05292" units="cm"/>
      <inkml:brushProperty name="height" value="0.05292" units="cm"/>
      <inkml:brushProperty name="color" value="#FF0000"/>
    </inkml:brush>
  </inkml:definitions>
  <inkml:trace contextRef="#ctx0" brushRef="#br0">17595 4362 924 0,'0'0'45'0,"0"0"121"0,0 0 13 0,0 0-97 0,0 0-27 0,0 0-30 15,0 0 48-15,-104 209-23 0,104-125-32 16,0-5-3 0,0-4-14-16,0-6 3 0,0-6-8 15,3-9-23-15,1-9-91 16,4-10-84-16,-8-12-131 16,0-20-120-1</inkml:trace>
  <inkml:trace contextRef="#ctx0" brushRef="#br0" timeOffset="190.91">17416 4568 491 0,'0'0'323'0,"0"0"-213"16,0 0 109-16,0 0-58 16,0 0-103-1,0 0-29-15,52 21 67 16,16 24-76-16,-4 2-16 15,-3 6-4-15,-4 2-61 0,2-8-61 16,-8-8-107-16,-3-13-86 16,-6-9-161-16</inkml:trace>
  <inkml:trace contextRef="#ctx0" brushRef="#br0" timeOffset="413.48">18229 4360 637 0,'0'0'51'16,"0"0"105"-16,0 0 2 0,0 0-49 15,0 0-26-15,0 0-40 16,-200-87-40-16,148 147 2 16,-2 14 6-16,4 9-9 15,13 4-2-15,6-1-11 16,14 0-66-16,10-4-45 15,7-13-47-15,0-17-65 16,0-18-54-16</inkml:trace>
  <inkml:trace contextRef="#ctx0" brushRef="#br0" timeOffset="667.78">18163 4500 507 0,'0'0'42'15,"0"0"55"-15,0-163 87 16,0 137-75-16,0 12-2 0,0 11-7 16,0 3-19-1,0 0-25-15,0 9-34 16,0 38-2-16,-9 23 47 16,-5 10-23-16,4 0-10 0,10 0-17 15,-4 0-4 1,4-5-13-16,0-6-2 0,0-3-34 15,0-9-60-15,0-12-54 16,0-7-100-16,18-11-86 16</inkml:trace>
  <inkml:trace contextRef="#ctx0" brushRef="#br0" timeOffset="1685.23">18816 4852 384 0,'0'0'272'16,"0"0"-191"0,0 0 93-16,5-189-35 0,-5 154-85 0,0 1 23 31,0 17-27-31,-21 2-29 0,-10 15 6 16,-9 0-27-16,-17 18 5 15,-9 33 0-15,12 7-1 16,0 6-8-16,16 1 4 15,17-2 0-15,16-6-3 0,5-9-19 16,0-13-6 0,17-10 11-16,18-13-39 15,3-12 46-15,-5 0 2 0,0-4 8 16,0-23 7-16,2-8-5 0,1-7 0 31,-6-2 6-31,-8-7-5 0,-4-3 21 0,-8 6-6 16,-1 9-1-16,-2 10 18 15,-2 10-25-15,0 10 4 32,-5 9-2-32,0 0-9 15,7 3-6-15,-2 39 0 0,9 17 3 16,0 11 12 0,12-1-12-16,-5-8 0 0,0-1-2 15,0-12-7-15,-6-10 1 0,3-10-4 16,-3-11 8-16,-8-8-2 15,9-9 5 1,-2 0 1-16,5-9 9 16,12-32-4-16,-5-10-3 15,2-14 5-15,-9-10-3 16,-5-9 19-16,-5-8-19 16,-9-3 14-16,0 0-6 0,0 4-11 15,0 20 12-15,0 16 2 16,0 21 4-16,0 13 31 15,0 12-36-15,0 5 3 16,-4 4 6-16,-1 0-23 16,3 0 0-16,-10 28-7 15,-2 35 7-15,2 17 23 16,7 6-23-16,5 0 0 16,0-2 5-16,0 0 1 0,0-6-6 15,0-4 0 1,5-8 2-16,33-6-3 0,-5-13 1 15,16-9-5-15,-2-11 3 16,12-5-16 0,-7-10 8-16,5-9-2 0,9-3-7 15,-10 0 14-15,-6-13-16 16,4-17 10-16,-21-10 11 16,-12-11-8-16,-4-7 8 15,-10-2 0-15,-7 6 1 0,0 16-1 16,0 15 0-1,0 10 0-15,0 11 0 0,-24 2 7 16,-13 0 3-16,-1 42-1 16,0 14 6-1,0 10 18-15,17-3-11 16,5-10-5-16,16-6 9 0,0-7-22 16,0-8 10-16,30-4-11 15,15-8-1-15,14-8-4 16,-5 0-15-16,15-7-64 15,-6-5-29-15,8 0-89 0,-10 0-134 16,8-23-201 0</inkml:trace>
  <inkml:trace contextRef="#ctx0" brushRef="#br0" timeOffset="1891.27">20214 4989 840 0,'0'0'24'0,"0"0"86"0,0 0 70 0,0 0-145 0,0 0-31 0,0 0 28 15,283 3-14-15,-120-3-18 16,-10 0-5 0,-23-18-60-16,-26-1-91 0,-29-1-25 15,-23-1-34 1,-31 0-322-16</inkml:trace>
  <inkml:trace contextRef="#ctx0" brushRef="#br0" timeOffset="2113.57">20834 4792 603 0,'0'0'126'0,"0"0"-77"16,0 0 122-16,0 0-90 15,0 0-60-15,0 0 66 0,62 99-30 16,-3-64 0-1,0-3 2 1,-17-1 6-16,-9-5 6 16,-19-1-36-16,-14-1-20 0,0 2-6 0,0 8-9 31,-52 3-44-31,-14 3-133 16,-14-8-238-16</inkml:trace>
  <inkml:trace contextRef="#ctx0" brushRef="#br0" timeOffset="2446.76">21735 4920 956 0,'0'0'12'0,"0"0"35"0,0 0 127 15,0 0-108 1,0 0-36-16,0 0 26 0,269-29 1 16,-151 29-23-16,-10-4 8 15,0 1 9-15,-16-3-22 16,-19 0-8-16,-23 3-18 15,-22 1 4-15,-9-2-14 16,-12 4-28-16,-7 0-86 16,0 0-76-16,0 0-107 0,-28-2-96 15</inkml:trace>
  <inkml:trace contextRef="#ctx0" brushRef="#br0" timeOffset="2686.33">22058 4631 540 0,'0'0'118'0,"0"0"0"16,0 0 79-16,0 0-16 16,0 0-95-16,0 0-25 0,-59-25-2 15,59 25-19 1,26 34 32-16,7 13-7 0,9 10-15 16,1 3-5-1,-5-3-31-15,-5 0 5 0,-3-1-19 16,-18-3 6-16,-5 1-14 15,-7-3-13-15,0 0-63 16,0-4-73-16,-42-5-121 16,-13-7-178-16</inkml:trace>
  <inkml:trace contextRef="#ctx0" brushRef="#br0" timeOffset="3228.12">17805 6634 882 0,'0'0'99'0,"0"0"135"0,0 0-33 0,0 0-64 0,0 0-65 0,0 0-30 15,-28-133-4-15,28 169-26 16,16 33 3-16,27 13 7 16,-3 5-21-16,-10-11-1 0,8-8-19 15,-5-1-36 1,-7-7-94-16,-7-5-164 0,-12-13-203 16</inkml:trace>
  <inkml:trace contextRef="#ctx0" brushRef="#br0" timeOffset="4388.2">17626 6746 850 0,'0'0'24'16,"0"0"106"0,0 0 2-16,132-173-116 15,-24 132-6-15,-18 1-10 0,-12 16-1 16,-22 12-23-16,-28 6-55 15,-9 6-25-15,-16 0-37 16,-3 0-28-16,0 0 11 16,-14 6 102-16,-17 15 43 15,-12 7 11-15,10 1 2 16,-9 6 11-16,-3 10 23 0,-2 3 13 16,9 3 11-16,5-1-8 15,22-1 15-15,11-4 27 16,0-7-25-1,33-12-14-15,42-4-17 0,12-11-11 16,5-11 11-16,14 0-6 16,-9 0-10-1,-7-17-3-15,-8-8-13 16,-16-7 11-16,-26-2 9 16,-5-4 0-16,-13-2 27 15,-22 9-12-15,0 0-7 16,0 13 7-16,0 10-9 0,0 5 4 0,0 3-2 15,0 0-21 1,0 0-2-16,-14 23-9 16,-3 23 0-16,-4 5-3 15,21-3 3-15,0-7 0 0,0-8 0 16,0-6-19-16,0-10 11 16,0-14-9-16,0 0 7 15,0-3 7-15,0 0 3 0,7-6 0 31,7-26 11-31,3-10-8 16,1-2 4-16,-1-1 0 0,2 8-5 0,4 8 23 31,-11 14-20-31,2 9 16 16,-7 6-2-16,10 0-15 16,4 24 5-16,5 18 6 15,-2 8-12-15,-10-5-3 0,-5-7-1 16,-9-2 1-16,0-12-9 15,0-5 0-15,0-11 5 16,0-4-3-16,0-4 7 16,0 0-3-16,-14-12 3 15,-7-27 0-15,16-7-1 16,5-1 3-16,0 0-4 16,0 3 2-16,17 16 0 15,18 7-4-15,-2 13 5 0,0 8-2 16,-9 0-3-16,6 8 4 15,3 28 4-15,0 11-4 16,-7 2 0 0,0-5-2-16,0-5 2 0,-7-7-10 15,2-7-20 1,-4-11-3-16,-8-5 21 0,0-5-16 16,1-4 3-16,13 0 19 15,-1-27 6-15,1-10 3 16,-2-7-2-16,5-7 2 15,0 4 6-15,-9 3-9 16,-1 16 0-16,-4 7 7 16,-7 13-4-16,-5 8-3 0,0 0 0 15,0 0-10-15,0 0 7 16,0 11-7-16,0 22 10 16,-5 3-6-16,-2 2-6 15,2-5-16-15,5-4-6 16,0-5-14-16,0-5 9 15,0-7-6-15,0-6 5 0,17-6 6 16,4 0-27 0,-4 0 28-16,4-4 29 15,0-10-8-15,-5-5 10 0,-8 1-18 16,6 4-36-16,-12 5-48 16,7-3-9-1,-4 3-121-15</inkml:trace>
  <inkml:trace contextRef="#ctx0" brushRef="#br0" timeOffset="5136.47">18126 6874 330 0,'0'0'116'0,"0"0"-70"0,0 0 47 0,0 0-15 0,0 0 5 0,0 0 42 0,40 0-39 16,-14-12-30-16,-3-5 15 16,-2-2-40-16,-7-5 8 15,-2 3-6-15,-7-3-17 16,-5 1 1-16,0 8-3 16,0 2-7-16,0 5 24 15,0 4-13-15,-21 2-5 16,-10 2 20-16,-2 0-32 15,-5 0 3-15,5 30 6 16,7 8-7-16,10 8 29 16,14 1 9-16,2 0-10 15,0-7 3-15,11-6-12 16,29-3-8-16,12-7 1 16,12-9-14-16,14-15 2 0,14 0-3 15,14 0-64-15,5-13-71 16,-12-13-139-16,-12-10-163 15</inkml:trace>
  <inkml:trace contextRef="#ctx0" brushRef="#br0" timeOffset="6200">19651 6820 539 0,'0'0'89'0,"0"0"40"0,0 0 55 0,0 0-77 0,0 0-32 0,0 0 13 0,9-114-33 0,-18 114-26 16,-34 22-13-1,-11 16-11-15,5 10-4 0,4 0 0 16,10-7 3-16,18-10-5 15,3-11 1-15,14-8-11 16,0-9 3-16,0-3-19 16,0 0 16-16,14 0 11 15,14-21 0 1,8-12 7-16,4-2-7 16,2 0 0-16,-2 4 7 15,0 5-4-15,-2 10 2 16,-10 10-1-16,3 6 2 15,0 0 13-15,-8 6-9 16,15 24-2-16,4 6 1 16,-9 0-9-16,5-7-4 15,-12-1-4-15,-14-7-10 16,4-7 18-16,-11-6-9 0,-5-8 9 16,0 0 0-16,5 0 1 15,7-8 12-15,2-30-1 16,0-19-7-16,7-20-1 15,0-11-2-15,-7-16-1 16,-2-16 1-16,-2 1 1 16,-10 6-3-16,0 20 1 15,0 29 2-15,0 16 6 16,0 24 10-16,-10 11-8 16,6 12 18-16,-4-4-14 15,4 5-3-15,-6 9-12 0,-6 42 8 16,4 23-7-16,-2 23 0 15,9 7-1-15,5 4 8 16,0-5-8-16,0-10 0 16,0-12 0-16,10-6 1 15,32-19-6-15,3-12 5 16,2-10-20-16,2-13 6 16,3-10-24-16,-2-11 11 15,2 0 14-15,-3-9-19 0,-2-24 15 16,-9-8 6-16,-5-10 11 15,0-6-4-15,-21 4 8 16,2 8-4 0,-14 12 3-16,0 14 0 15,0 11 19-15,0 5 6 0,-14 3-1 16,-12 3-12-16,-2 30-6 16,4 12 18-16,1 0 10 15,20-1-17-15,3-5 26 0,0-2-11 16,0-11-28-1,7-6 2-15,36-4-9 0,6-7-3 16,8-6-49 0,4-3-81-16,-2 0-60 0,2 0-148 15,12-16-244-15</inkml:trace>
  <inkml:trace contextRef="#ctx0" brushRef="#br0" timeOffset="6429.47">20997 6755 922 0,'0'0'69'0,"0"0"62"0,0 0 69 0,0 0-146 0,0 0-32 16,0 0 49 0,288-4-34-16,-156 4-23 15,-7 0 14-15,-36 0-28 16,-23-2-4-16,-28-1-39 0,-24 3-57 15,-14 0-72 1,0 0-95-16,-9 0-37 0,-39 0-66 16</inkml:trace>
  <inkml:trace contextRef="#ctx0" brushRef="#br0" timeOffset="6612.69">21542 6614 483 0,'0'0'162'0,"0"0"-13"15,0 0 28 1,0 0 7-16,0 0-53 0,0 0-28 15,125 54 0-15,-90-22-17 0,-9 2-1 32,-19 0-61-32,-7 0-19 0,0 4-5 0,-43 5-15 31,-18 2-120-31,-14-4-199 0,-3-7-325 0</inkml:trace>
  <inkml:trace contextRef="#ctx0" brushRef="#br0" timeOffset="6914.2">22581 6746 1018 0,'0'0'190'0,"0"0"-190"0,0 0 142 16,0 0-10-16,0 0-110 16,0 0 23-1,83-15 5-15,21 15-3 16,16 0-12-16,-2 0-22 16,-3 0 24-16,-9 0-18 0,-16-3-9 15,-36-10-10-15,-21 9-1 16,-33 4-55-16,0 0-158 15,-71 0-392-15</inkml:trace>
  <inkml:trace contextRef="#ctx0" brushRef="#br0" timeOffset="8493.84">6852 3264 688 0,'0'0'48'0,"0"0"33"0,-290 17 93 0,259-17-59 0,31 6-45 16,0 0-70-16,78 1 2 0,37-1 67 0,34-6-55 15,25 0-3 1,8 0 0-16,16-25-9 0,-5 3 15 16,-25-2-17-16,-39 6-12 15,-56 5-9-15,-47 7-95 16,-26 6-76-16,-49 0-22 16,-69 0-215-16</inkml:trace>
  <inkml:trace contextRef="#ctx0" brushRef="#br0" timeOffset="8650.66">6795 3359 360 0,'0'0'66'0,"0"0"-30"16,0 0 44-1,0 0-1-15,0 0-18 16,311 37-19-16,-139-37-10 16,22-9 8-16,-6-10 10 0,-4 2-27 15,-38 4-23-15,-32 5-3 16,-41 3-141-16,-40 1-263 15</inkml:trace>
  <inkml:trace contextRef="#ctx0" brushRef="#br0" timeOffset="10309.37">9728 10507 749 0,'0'0'133'0,"0"0"-13"0,0 0 113 0,0 0-75 0,0 0-91 0,0 0 13 16,-17-120-16-16,17 120-41 0,0 28 21 16,0 37-39-16,12 25 28 15,0 13-8-15,-5-12-19 16,0-10 5 0,-2-10-11-16,2-11 9 0,-2-15-9 15,-1-13 0-15,1-15 0 16,0-7-4-16,-5-8 7 15,0-2-3-15,0 0 0 16,0-23-13-16,-10-31 7 16,-16-15-3-16,5-20 6 15,17-2-9-15,4-6-11 16,0 2 12-16,0 15 11 16,0 11-6-16,9 13 3 15,17 13 3-15,-5 14 0 16,-2 8-5-16,-5 12 6 0,-9 9-1 15,-5 0 0-15,26 0 10 16,19 32-2-16,4 31 5 16,19 18-7-16,-11 8 16 15,-5 7-19-15,-7-3 7 16,2-10-10-16,-17-6 10 0,3-9-14 16,-16-11 4-16,-1-9 0 15,-11-12-10-15,0-9-10 16,-5-9-41-16,0-10-58 15,0-2-49-15,0-6-28 16,-19 0-57-16,-26-23-146 16</inkml:trace>
  <inkml:trace contextRef="#ctx0" brushRef="#br0" timeOffset="10499.97">9551 10818 681 0,'0'0'156'0,"0"0"-2"0,0 0 45 0,0 0-112 0,0 0-24 16,0 0-25-1,-21 0-6-15,89 0 10 0,17 0-33 16,12 0-9-16,2 0-31 16,-2 0-153-16,-1-16-124 0,-25-7-355 15</inkml:trace>
  <inkml:trace contextRef="#ctx0" brushRef="#br0" timeOffset="10977.44">10353 9997 414 0,'0'0'327'0,"0"0"-239"16,0 0 80 0,0 0-23-16,0 0-66 0,0 0-22 15,0 0 7 1,-102-5-10-16,102 5-31 0,5 0 20 15,37 0-4-15,22 15 20 16,7-7-1-16,4-2-34 16,5-6-3-16,10 0-2 15,4 0-18-15,-2 0 25 16,-14-12-23-16,-5 0-2 16,-19 3 9-16,-11 2-9 15,-13 6-1-15,-11-4 0 16,-9 3 9-16,2 2-10 0,-8 0 1 15,8-4 0-15,-2 4-5 16,-10 0 5-16,4 0-16 16,-4 0-25-16,0 0-80 15,0 0 7-15,0 0-118 16,-4 4-106-16,-34 4-91 16</inkml:trace>
  <inkml:trace contextRef="#ctx0" brushRef="#br0" timeOffset="11277.98">10671 9780 775 0,'0'0'95'16,"0"0"54"-16,0 0 64 16,0 0-110-16,0 0-38 15,0 0-15-15,-66-39 15 16,61 39-28-16,5 0-17 15,0 3 17-15,0 39-27 0,0 20 32 16,19 16 15 0,12-4-48-16,-3-5 19 0,3-6-25 15,-1-8 1-15,-8-10 3 16,-8-5-5-16,-10-11-2 16,11-9 0-16,-15-1-25 15,0-4-17-15,0-3-98 16,0 2-61-16,0-2-95 15,0-6-161-15</inkml:trace>
  <inkml:trace contextRef="#ctx0" brushRef="#br0" timeOffset="11643.25">11633 10724 986 0,'0'0'60'0,"0"0"26"16,0 0 135-16,0 0-114 16,0 0-40-16,0 0-18 15,-80 4-23-15,176-2 34 16,41-2-18-16,30 0-9 15,27 0-1-15,16 0-21 0,14 0 33 32,-8-2-15-32,-17-2-21 0,-46-1 14 0,-57 5-21 31,-48-3-1-31,-39 3 0 16,-9 0-20-16,-14 0-18 15,-52 0-36-15,-3 6-125 0,-1 0-141 16,25-6-241-16</inkml:trace>
  <inkml:trace contextRef="#ctx0" brushRef="#br0" timeOffset="11994.3">13750 10399 899 0,'0'0'71'15,"0"0"75"-15,0 0 47 16,0-163-93-16,0 145-24 0,0 6 24 16,0 9-13-16,0 3-27 15,0 0 1-15,0 0-40 16,0 29 10-16,0 34 2 15,0 14-15-15,0 1 4 16,0 5-18-16,0-13-3 0,0-4 12 16,0-2-13-1,0-7-6-15,5-2-3 0,-5-10-48 16,4-13 13-16,8-9-58 16,-5-11-130-16,12-12-86 15,-12 0-154-15</inkml:trace>
  <inkml:trace contextRef="#ctx0" brushRef="#br0" timeOffset="12482.6">13724 10436 730 0,'0'0'78'16,"0"0"20"-16,-21-167 55 16,51 113-61-16,53 6-74 15,2 9 8-15,16 9 19 16,-14 16-21-16,-16 8 13 15,-14 6 0-15,-22 20-24 16,-21 31 27-16,-14 9-23 16,0 6-9-16,-30-1-6 15,-20-1 6-15,-9-5 0 0,-5-9-8 16,3-5 2-16,7-13 7 16,12-4-4-16,4-10-1 15,14-9-4-15,10-4 9 16,9-2-12-16,5-3 3 15,0 0 0-15,0 0 2 16,0 0-1-16,31 0-1 16,35 0 3-16,21-6 0 0,10 6 3 15,2 0 12-15,16 6 7 16,-13 25 29-16,-17-2-20 31,-29 3 16-31,-30 2-8 0,-26-2-31 16,0 8 37-1,-47-8-22-15,-52 1-11 16,-16-4 14-16,-10-7-27 16,11-10-2-16,18-9 0 0,20-3 0 15,15 0-5-15,14-15-18 16,16-24-24-16,27-12-45 16,4-21-231-16,0-29-463 15</inkml:trace>
  <inkml:trace contextRef="#ctx0" brushRef="#br0" timeOffset="17106.54">10928 3408 663 0,'0'0'8'0,"0"0"93"0,0 0 66 0,0 0-2 0,0 0-42 0,0 0-95 15,0 0 2-15,179-44 11 0,88 22-29 16,34 1 28-16,34-2-34 16,0-2 5-16,-24 7 29 15,-35 4-22-15,-50 5 17 16,-56 3-4-16,-59 2-12 15,-55 4 17-15,-37 0-32 16,-19 0-4-16,0 0 11 16,0 0-7-16,0 0-4 0,-26 0 0 15,-14 19-28 1,5 1-60-16,16 0-93 16,2-8-135-16,8-7-97 15</inkml:trace>
  <inkml:trace contextRef="#ctx0" brushRef="#br0" timeOffset="17840.46">14907 9534 891 0,'0'0'48'0,"0"0"53"0,0 0 105 0,0 0-68 0,0 0-59 0,0 0-43 0,-80 6 23 16,153-3 7-16,17 0-25 15,14 0 5-15,-1-3-28 16,6 0-5-16,-10 0 5 15,-5 0-15-15,-30 0-6 16,-29 0-6-16,-11 0-92 16,-24 0-46-16,0 0-69 15,-24-9-112-15,-25-5-184 16</inkml:trace>
  <inkml:trace contextRef="#ctx0" brushRef="#br0" timeOffset="18048.99">15167 9320 440 0,'0'0'203'0,"0"0"4"0,0 0 21 16,0 0-35-16,0 0-69 0,0 0-57 16,-50-32-14-1,50 53 8-15,24 32-18 16,11 16 37-16,5 5-43 0,0-2-26 16,-11-4 12-16,-1 4-23 15,-7-3 0-15,-4 2-7 16,-17-2-16-16,0-1-76 15,0-6-100-15,-12-2-168 16,-21-6-128-16</inkml:trace>
  <inkml:trace contextRef="#ctx0" brushRef="#br0" timeOffset="18607.07">14224 11602 712 0,'0'0'91'0,"0"0"16"0,0 0 52 0,-33-155-31 0,33 136-64 15,0 13 15-15,0 4-15 16,0 2-5-16,0 0-3 15,0 6-24-15,0 47 10 0,0 25 9 16,0 20-13-16,0 10 20 16,0 5-37-1,0 3-11-15,0-8 29 0,0-10-39 16,0-8 35-16,14-12-22 16,5-4-2-16,0-14 22 15,-5-10-31-15,7-16 10 16,-12-14-12-16,3-6 12 15,-12-8-12-15,0-1 0 16,0 1 0-16,0-6-5 16,0 0-7-16,0 0-8 0,0 0-20 15,-16 0-48 1,-15 0-23-16,3 0-128 0,-10 0-130 16,10 11-93-1</inkml:trace>
  <inkml:trace contextRef="#ctx0" brushRef="#br0" timeOffset="19211.32">14422 13648 900 0,'0'0'151'0,"0"0"-33"0,0 0-16 0,0 0-3 0,0 0-56 0,0 0-4 16,-243-80 17-16,170 94-26 0,-3 40 1 15,-13 12 15-15,18 12-19 16,22 1 18-16,13-1-37 15,22-3-3-15,14-7 31 16,0-2-32-16,0-7 7 16,45-1 11-16,9-13-21 15,15-10 19-15,6-7-17 16,0-20-1-16,6-8 20 16,22 0-20-16,8-33 4 15,5-11-6-15,2-4 8 16,-17 3-8-16,-16 9 0 0,-36 12 0 15,-20 12-9-15,-25 6 3 16,-4 3-21-16,0 1-19 16,0-4-80-16,-33 0-107 15,-30-12-184-15,8-7-254 16</inkml:trace>
  <inkml:trace contextRef="#ctx0" brushRef="#br0" timeOffset="26268.58">6939 10802 648 0,'0'0'645'0,"0"0"-612"0,0 0 4 0,0 0 85 0,0 0-51 0,335 0-23 16,-41-17-16-16,29-16-30 15,-26 0 0-15,-28-2-2 16,-54 7-4-16,-69 5-54 0,-73 14-74 16,-66 6-85-16,-7 3-112 15,-97 0-68-15</inkml:trace>
  <inkml:trace contextRef="#ctx0" brushRef="#br0" timeOffset="26458.79">8087 10513 100 0,'0'0'368'0,"0"0"-246"16,0 0 80-16,0 0-2 0,0 0 2 16,0 0-92-1,-151-77-42-15,151 77 7 0,54 0-30 16,27 20 25-16,29 8-8 15,6-2-37-15,-1 8 2 16,3-5-27-16,-14 3-1 16,-17 2-4-16,-14-2-92 15,-40 4-121-15,-33 6-205 16,0-3-509-16</inkml:trace>
  <inkml:trace contextRef="#ctx0" brushRef="#br0" timeOffset="26712.7">6892 11534 1143 0,'0'0'82'16,"0"0"-67"-16,0 0 130 0,0 0-21 15,295-4-58 1,-67-26-28-16,22-11-21 0,9 4 21 15,-2-1-19-15,-35 5-19 16,-50 13 0-16,-56 8-5 16,-60 12-80-16,-56 0-75 15,-37 18-159-15,-103 27-132 16</inkml:trace>
  <inkml:trace contextRef="#ctx0" brushRef="#br0" timeOffset="26904.63">7062 11662 541 0,'0'0'637'0,"0"0"-559"15,0 0 48-15,0 0 66 16,94 158-70-16,24-90-58 16,9-4-49-1,3-5-6-15,-27-3-9 16,-13 1-20-16,-38 2-50 0,-40-2-134 15,-12-6-192-15,-31-10-328 16</inkml:trace>
  <inkml:trace contextRef="#ctx0" brushRef="#br0" timeOffset="27334.8">5253 10573 1025 0,'0'0'92'0,"0"0"76"16,0 0 86-16,0 0-92 15,0 0-100-15,0 0-20 16,-146-89-15-16,146 157-15 15,7 30 25-15,14 19-31 0,1-1-4 16,-8 15-2 0,5-6-26-16,-5-2-13 0,-12-16-29 15,3-23-79-15,0-18-81 16,-1-28-158-16,13-33-113 16</inkml:trace>
  <inkml:trace contextRef="#ctx0" brushRef="#br0" timeOffset="27572.95">5098 10590 906 0,'0'0'78'15,"0"0"90"-15,0 0-10 16,0 0-119-16,0 0-11 16,280 31 14-16,-119 38 31 15,-6 11 4-15,-18 3-29 16,-36 6-2-16,-44 5-17 15,-57 3-21-15,-35 1-1 16,-90 5-7-16,-43-5-12 0,-18-11-50 16,14-12-126-1,26-20-106-15,11-27-206 0</inkml:trace>
  <inkml:trace contextRef="#ctx0" brushRef="#br0" timeOffset="27859.08">5803 9889 1081 0,'0'0'148'15,"0"0"-58"-15,0 0 73 16,0 0-5-16,0 0-104 16,0 0-20-16,-116-17-29 0,253 31 16 15,68 1-21-15,52-15-11 32,35-9-128-32,15-48-358 0</inkml:trace>
  <inkml:trace contextRef="#ctx0" brushRef="#br0" timeOffset="35583.12">6842 9022 878 0,'0'0'40'0,"0"0"85"0,0 0 17 0,0 0-61 0,0 0-9 0,-143-152-44 15,22 152-20-15,-46 0 23 16,-48 55-27-16,-37 23 20 16,-28 24-3-16,-22 18 0 15,-12 13 30-15,-21 26-12 16,-13 17 13-16,13 23 5 15,12 29-29-15,45 24 18 16,47 21-14-16,51 18-26 0,41-7 22 16,43-25-25-1,46-23 3-15,50-33 6 0,7-23-7 16,109-29-5-16,51-25 0 16,45-31 0-16,45-32-12 15,40-30 12 1,22-30-5-16,20-3-2 15,31-60-5-15,7-32 11 16,22-31 1-16,4-30 0 0,-23-34-4 0,-27-42 4 16,-42-46-6-1,-56-44-2 1,-45-39-4-16,-55-24 3 0,-65-6 9 16,-66 0-33-16,-36 22 30 0,-137 46-20 15,-72 76-3-15,-81 77 23 16,-71 88-20-16,-46 73-4 15,-17 28-23-15,-10 74-11 16,31 38 17 0,31 29-23-16,35 17-27 0,26 14-30 0,38 8-68 31,37-3-77-31,38-4-252 16</inkml:trace>
  <inkml:trace contextRef="#ctx0" brushRef="#br0" timeOffset="36836.79">14669 13236 415 0,'0'0'229'0,"0"0"-109"0,0 0-7 0,0 0 16 0,-73-151-28 0,17 127-35 0,-29-1 18 16,-31 10-37-16,-25 10 5 15,-38 5 7-15,-19 14-12 0,2 41-1 16,3 25 2-16,11 19-11 16,27 25 14-16,18 27-33 15,24 21 16-15,35 14 6 32,38 3-34-32,40 0 23 0,0-9-23 15,66-12 5 1,35-13-10-16,17-24-1 0,19-22-6 15,7-26 2-15,2-20-16 16,14-18 12 0,0-21 0-16,12-19-27 0,12-5 26 15,14-32-27-15,5-34-16 16,7-18 33-16,9-17-3 16,-4-13 22-16,-10-11 0 15,-17-8 2-15,-53-8-2 16,-57-3 0-16,-48-2 0 15,-30 0 5-15,-26-9-2 16,-89 6-3-16,-45 9 0 16,-50 11-26-16,-21 18-44 15,-17 22-39-15,1 21-64 16,-17 30-63-16,7 28-84 0</inkml:trace>
  <inkml:trace contextRef="#ctx0" brushRef="#br0" timeOffset="37853.12">13799 11754 660 0,'0'0'47'0,"0"0"82"0,0 0 37 0,0 0-26 0,0 0-83 0,0 0 10 0,-87 26-15 16,87-26 2-16,0-23 23 16,0-19-39-16,12-8-11 15,14-7 7-15,-2 3-14 0,1-6 14 16,1 0-20 0,5 8-8-16,-12 9 23 0,0 17-25 15,-12 14 17-15,-7 5 1 16,5 7-22-16,2 0 25 15,2 0-25-15,29 0 4 16,16 37 2-16,38 8-3 16,19 7-6-16,11-3-3 15,6-4-51-15,-3-7-57 16,2-8-73-16,-9-9-150 16,-26-9-96-16</inkml:trace>
  <inkml:trace contextRef="#ctx0" brushRef="#br0" timeOffset="39586.83">8252 3076 859 0,'0'0'76'0,"0"0"53"0,-328 12 90 0,274-5-99 0,24-7-51 0,23 0 8 16,7 0-52-16,40 3-3 0,82-3 3 15,71 0 4-15,60 0 14 16,23-3-24-16,9-30-14 16,-12 0 27-16,-37 0-32 15,-52 12 10-15,-64 9-10 16,-56 5-10-16,-33 7 10 15,-29 0-30-15,-2 0-9 16,-66 0 6-16,-45 31-32 0,-30 2-15 16,1 3 36-1,4-4 2-15,-8 4 15 0,-2 0 4 16,-10 0 23-16,1 3-3 16,18-10 10-16,31-6-3 15,44-4 21-15,37-12-8 16,25-7 16-16,21 0-22 15,87 0-10-15,60-4 22 16,51-29-20-16,19-8 0 16,2-7-3-16,-23 8-37 15,-35 8-63-15,-24 15-203 16,-24 1-118-16</inkml:trace>
  <inkml:trace contextRef="#ctx0" brushRef="#br0" timeOffset="40253.26">13113 1380 589 0,'0'0'31'0,"0"0"52"0,26-173 79 0,-87 119-77 0,-64 9 5 0,-54 5-11 16,-62 8-23-16,-67 20-4 15,-79 12-17-15,-54 18 2 16,-63 53 4-16,-36 35-24 0,-14 36 32 15,7 49 17-15,42 45-3 16,81 27 18-16,96 20-35 16,121-2-19-16,124-20 6 15,83-16-32 1,144-33 3-16,111-35-4 0,98-48 1 16,95-38-7-16,106-50-3 15,83-37-25 1,46-4 22-16,32-59-10 15,-32-29 6-15,-46-16 3 0,-83-21 13 0,-87-13 7 16,-116-16 2 0,-127-29 7-16,-139-20 40 15,-109-14-46-15,-211-16 2 16,-145-3-12-16,-134 16-22 0,-101 25-34 16,-69 46-39-16,-75 60-161 15,-40 38-187-15</inkml:trace>
  <inkml:trace contextRef="#ctx0" brushRef="#br0" timeOffset="41417.24">15360 11805 925 0,'0'0'108'0,"0"0"96"0,0 0 6 0,0 0-37 16,0 0-75-16,0 0-59 0,-61-53 15 0,68 124-13 15,31 31 5 1,16 22 10-16,-21 4-53 0,-7-11 3 16,-10-11-6-16,-2-3-32 15,1-11 7-15,3-18-44 16,-6-13-24-16,5-22-74 15,4-24-127-15,-12-15-98 16,-9-13-47-16</inkml:trace>
  <inkml:trace contextRef="#ctx0" brushRef="#br0" timeOffset="41592">15403 12052 614 0,'0'0'94'0,"0"0"87"15,0 0-26-15,-165-160 10 16,165 136-32-16,0-4-70 15,18-4-15-15,60-10-18 0,24 4-29 16,11 1-2-16,-7 14-33 16,-14 17-119-1,-26 6-136 1,-19 6-109-16</inkml:trace>
  <inkml:trace contextRef="#ctx0" brushRef="#br0" timeOffset="42259.56">15608 12393 725 0,'0'0'108'0,"0"0"-20"16,0 0 17-16,0 0-18 15,0 0-52-15,301 11-14 16,-173-46-9-16,-17-4-2 16,-17 0 32-16,-30-3 8 0,-29 10-4 15,-21 4 25-15,-14 5-21 16,0 8 11-16,0 1-17 15,-16 7-19-15,-32 7 10 16,-8 0-35-16,-6 11 6 16,1 29 0-16,9 11-6 0,29 2 0 15,16 0 0-15,7-2-8 32,0-11 7-32,35-11-19 15,19-11-19-15,-16-11 25 16,2-7-31-16,-2 0 26 0,-3-11 18 15,1-23 1-15,-3-9 0 16,-17-1 1-16,1 5 13 16,-6 12 44-16,-6 12-23 15,-5 5 5-15,0 10 3 0,0 0-29 16,2 0 2 0,20 0-16-16,8 38 0 15,15 7-15-15,12 1 12 16,2-3-52-16,-10-14 7 15,-2-12-30-15,-14-6 36 16,-14-11 9-16,0 0 28 16,-12-11 1-16,-2-29 8 0,9-20-1 15,-12-12 26 1,-2-8-6-16,0-5 26 0,0-1-12 16,0 9-9-1,-16 13 20-15,-3 21-22 0,7 18 10 16,10 19 9-16,-3 6-21 15,5 0 11-15,0 21-24 16,-7 38-9-16,7 20 20 16,0 2-20-16,7-10-2 15,21-15 0-15,8 3-18 0,-3-4-2 16,-12-4-56-16,-16-6-96 16,-5-7-42-16,0-9-82 15,0-13-17-15,-12-16-7 16</inkml:trace>
  <inkml:trace contextRef="#ctx0" brushRef="#br0" timeOffset="43194.53">16706 12351 298 0,'0'0'183'0,"0"0"-39"0,0 0-19 0,0 0 5 0,0 0-86 0,0 0-26 0,31-174 27 16,23 142-36-16,-4-4 1 15,-3-6 6 1,-9-8-7-16,-5-1 39 0,-17-1 10 15,-2 3 2-15,-11 4 22 16,-3 5-27-16,0 8 2 16,0 12 27-16,0 1-39 15,0 10 6-15,0 9-7 16,0 0-21-16,0 0 7 0,0 12-30 16,0 42 0-16,0 23 5 15,0 13 1-15,16 0-3 16,3-1-3-16,-5-3 1 15,0-5-1-15,-9-13 0 16,-3-11 0-16,3-17-1 16,0-20 3-16,2-12-7 15,-2-4 5-15,-1-4-5 16,13 0-1-16,-3-36-5 16,9-20 11-1,3-10-1-15,7 3-13 0,-7 3 11 16,0 19-7-16,-14 11 1 0,0 18 0 15,-12 9 2 1,0 3 1-16,5 0 5 16,11 15-12-16,-2 30 13 15,5 9 0-15,7-5 1 16,-5-3 0-16,-2-11-1 0,7-7 0 16,-5-9-4-16,-7-9 10 15,15-7-9-15,-10-3 3 16,4 0 0-16,5-26 5 0,5-17-5 15,-2-7 0 1,-10-10 2-16,-4 1 7 0,-8 2-6 16,-9 6-3-16,0 13 1 15,0 10 13-15,0 13-13 16,-7 7-1 0,-12 8 1-16,-11 0 0 0,-6 8-2 15,10 32-1 1,5 8 2-16,16-2 4 15,5 0-4-15,0-11 0 16,0-8-4-16,5-8 3 0,12-8-1 16,-6-11 2-1,8 0 0-15,0 0 7 16,7-20-7-16,7-20 0 16,0 2 0-16,2 2 8 15,1 6-9-15,9 10 1 16,-8 7 0-16,3 13 7 0,3 0-4 15,6 0 4-15,-6 21 9 16,-6 12-10-16,-11 6 15 16,-19-1-12-16,-7-2-2 15,0-9 33-15,0-12-31 16,0-8 12-16,0-7 1 16,0 0-20-16,0 0 7 15,0-11-9-15,0-32 2 16,15-23-6-16,29-11 4 15,20-4-13-15,-5 7-27 16,7 10-73-16,-9 14-62 16,-17 13-87-16,-24 23-194 0</inkml:trace>
  <inkml:trace contextRef="#ctx0" brushRef="#br0" timeOffset="44214.32">11859 9663 780 0,'0'0'267'0,"0"0"-137"0,-203-191 10 0,170 158 35 16,22 18-41-16,6 13-68 0,5 2-26 0,0 0-3 15,0 15-31-15,0 53 3 0,0 22 0 16,12 15-8 0,14-2 10-16,0-14-11 0,-12-8 0 15,5-13-1-15,-15-17-18 16,-4-17 10-16,3-17-7 15,-3-11-17-15,0-6 28 16,0 0-20-16,4-6 2 16,18-33 20-16,8-11 0 15,10-4 1-15,7 12 2 0,-4 13 0 16,-1 10-4 0,-2 16 4-16,8 3 0 0,-4 16 20 15,-13 28-14-15,-10 7 19 16,-21 3-12-1,0-4-4-15,-42-2 25 0,-29-6-30 16,7-13 3-16,-4-10-7 16,19-13-4-16,11-6-15 0,14-16-67 15,15-36-140 1,9-14-106-16,0-6-121 0</inkml:trace>
  <inkml:trace contextRef="#ctx0" brushRef="#br0" timeOffset="44724.73">12057 9846 910 0,'0'0'171'0,"0"0"-6"16,0 0 28-16,0 0-85 15,0 0-69-15,0 0 9 0,40-146-46 16,10 107-2-16,-3 20 5 31,-9 17 0-31,-8 2 7 0,-1 21-7 16,-3 38 7-16,-8 12 8 15,-8 10-20-15,-10-4 0 16,0-11-2-16,0-12-1 0,0-25 0 16,0-11 3-16,0-12-5 15,0-6-5-15,0 0-6 16,0-24-9-16,0-20 8 16,16-16 6-16,1-2 10 15,4 11 1-15,-2 10 0 0,-5 13-5 16,-4 19 5-16,-1 7-2 15,-9 2-2-15,12 0-17 16,14 20 3-16,14 19 14 16,12 2 4-1,2-7-7-15,0-8 3 16,-16-12 1-16,-5-3 1 16,-14-11 0-16,-10 0 2 15,0 0 17-15,-4-13 24 16,7-17 12-16,-12-8-24 15,0-1 4-15,0 0 4 16,-26 1-25-16,-23 7 4 16,-13 2-16-16,6 11 4 15,6 2-11-15,5 10-22 16,19 6-70-16,10 0-138 0,7 0-336 16</inkml:trace>
  <inkml:trace contextRef="#ctx0" brushRef="#br0" timeOffset="44962.73">12908 9263 1284 0,'0'0'114'0,"0"0"52"0,0 0-6 0,0 0-131 0,0 0 3 0,0 0-7 16,24 180-14-16,2-115-8 15,-10 1 1-15,-9 0-8 16,-7-2-11-16,0-4-68 16,0-6-83-16,0-12-110 15,-21-13-91-15,-12-20-127 16</inkml:trace>
  <inkml:trace contextRef="#ctx0" brushRef="#br0" timeOffset="45853.44">12710 9562 549 0,'0'0'82'16,"0"0"-6"-16,0 0 39 0,0 0-63 16,0 0-38-16,264-182-4 15,-214 151 7-15,-17-1-7 16,-7-3 31-16,-14-2 23 16,-12 1 2-16,0 4 23 15,0 1-8-15,0 10-22 0,-12 10 16 16,5 2-18-1,2 9 4-15,5 0-18 0,0 0-29 16,0 0-3-16,0 45-9 16,0 14-2-16,16 14 12 15,17 1-6-15,0-12-4 16,-2-8-2-16,-10-9 1 16,-2-13-2-16,-5-7 1 0,-7-14-6 31,-7-1 1-31,0-10-8 0,0 0 11 0,0 0-6 15,0-6-6-15,0-28 10 16,0-13-4-16,0-4 8 16,0 3-4-16,0 4 8 15,5 14-4 1,5 12 0-16,-10 10 0 0,9 8 2 0,-7 0 4 31,-2 0-2-31,10 0 16 16,11 11-18-16,5 17 16 15,14 4-11-15,2-9-5 16,-9-2 5-16,5-6-7 0,-10-3 0 16,-4-3-1-16,-5-6 1 15,0-3 0-15,-10 0 0 16,15 0 0 0,-12-12-7-16,4-15 7 0,-7-11 0 15,-1-7-5 1,-8 3 6-16,0 8-1 0,0 12 0 15,0 10 3-15,0 3-5 16,0 9 2-16,0 0-5 16,0 0-5-16,0 0-7 15,0 9 6-15,0 18 1 16,0 3 10-16,0-1-8 16,0-11 6-16,0-4-4 15,0-5 5-15,0-5-29 0,4-1 16 16,1-3-8-16,11 0-12 15,10 0 32-15,3-22-13 16,1-6 15-16,3-5-4 16,0 5 8-16,5 5-4 15,0 10 0-15,9 11 2 16,2 2 12-16,10 0-7 16,-9 9 14-16,-3 18 9 15,-9 3-26-15,-12-13 14 16,-19-5 6-16,-2-6-8 15,-5-6 28-15,0 0-31 0,0 0 9 16,0 0 10-16,0 0-30 16,0-29 9-16,0-26-11 15,0-13-10-15,21-15 1 16,2 4-118-16,6 14-105 16,-11 18-308-16</inkml:trace>
  <inkml:trace contextRef="#ctx0" brushRef="#br0" timeOffset="46635.81">9615 11649 643 0,'0'0'249'0,"0"0"-117"0,0 0 76 0,0 0-37 16,0 0-75-16,0 0-9 0,179-41-30 0,-35-1-16 15,7-2-20 1,0-1-19-16,-22 2-4 0,-27 14-28 16,-27 12-75-16,-33 17-78 0,-42 0-212 15,-16 34-226 1</inkml:trace>
  <inkml:trace contextRef="#ctx0" brushRef="#br0" timeOffset="46794.68">9648 11990 846 0,'0'0'149'16,"0"0"-10"-16,0 0 7 16,0 0-68-16,344-125-50 15,-125 32-20-15,-11-8-8 16,-20 2-46-16,-23 12-114 0,-47 19-172 15</inkml:trace>
  <inkml:trace contextRef="#ctx0" brushRef="#br0" timeOffset="47543.87">5279 12238 1073 0,'0'0'79'0,"0"0"-22"0,0 0 121 0,-264 149-79 0,264-149-68 0,73-3-5 0,88-49-17 16,70-22 7-16,54-15-3 16,0 2-13-16,-16 16-2 15,-62 20-43-15,-53 16-102 16,-62 19-47-16,-50 16-39 15,-42 0-56-15,-64 43-128 0</inkml:trace>
  <inkml:trace contextRef="#ctx0" brushRef="#br0" timeOffset="47686.71">5829 12277 585 0,'0'0'127'0,"-359"95"6"16,241-63 35-16,45-13-38 16,47-13-21-16,26-6-41 15,73-16-57-15,85-31 5 16,64-25-16-16,35-15-42 15,14-5-37-15,-14-3-52 0,-31 6-84 16,-51 7-310-16</inkml:trace>
  <inkml:trace contextRef="#ctx0" brushRef="#br0" timeOffset="48688.15">1932 6015 262 0,'0'0'116'0,"0"0"-75"0,240-174 19 0,-134 112 34 0,14-1-43 0,-11 6 5 0,2 8 19 0,-17 12 32 16,-28 20-13-16,-38 11 0 16,-28 6-21-16,0 0 43 15,-66 49-24-15,-56 33-54 16,-46 27 5-16,-39 25 17 15,-43 16 17-15,-40 18-38 16,-19 35 4-16,-4 18 22 16,18-1-65-1,19-11 26-15,36-40 11 0,23-25-23 16,28-22 4-16,48-29-18 16,51-32 0-1,43-29 0-15,47-21 0 0,14-11-6 0,83 0-21 16,44-6-19-1,22-39-33-15,11-17-79 0,-2-16 21 16,-4-9-29 0,-6-5-95-16,-15-10-71 15</inkml:trace>
  <inkml:trace contextRef="#ctx0" brushRef="#br0" timeOffset="49022.53">3391 5463 936 0,'0'0'31'16,"0"0"-21"-16,0 0 110 16,0 0 7-16,0 0-86 15,0 0-24-15,0 0-16 0,-276 60 19 31,146 23-8-31,-44 36 3 16,-43 40 12-16,-47 25-20 16,-52 37 12-16,-35 15 6 15,-10-1-11-15,0-2 37 16,38-23-15-16,33-27-4 16,52-26-2-16,76-42-27 15,60-46 3-15,65-36-6 0,37-30-61 16,54-6-102-16,85-62-87 15,45-46-106-15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5:59:47.263"/>
    </inkml:context>
    <inkml:brush xml:id="br0">
      <inkml:brushProperty name="width" value="0.05292" units="cm"/>
      <inkml:brushProperty name="height" value="0.05292" units="cm"/>
      <inkml:brushProperty name="color" value="#FF0000"/>
    </inkml:brush>
  </inkml:definitions>
  <inkml:trace contextRef="#ctx0" brushRef="#br0">8264 6886 838 0,'0'0'180'0,"0"0"30"0,0 0 2 0,0 0-86 0,0 0-31 0,0 0-1 0,0 0-52 16,0 0-6-16,-116-118 16 15,116 118-37-15,0 26 9 16,0 37-6-16,0 20 12 16,0 17 14-16,0 0-35 0,7 1 0 15,1 3 4-15,-4-11-13 16,-4-7 0-16,10-15 0 15,-10-11-3-15,0-12-1 16,0-18-43-16,0-15-1 16,0-13 13-16,0-2-31 15,0 0 33-15,0 0 11 16,0-23-10-16,-22-37 27 0,-22-20-45 16,-6-15 28-1,10-8 21-15,7 3-18 16,14 8 19-16,19 4 0 0,0 14 6 15,7 8 4 1,43 12-2-16,9 16 5 0,-5 12 24 16,-5 9-27-16,-6 17 11 15,4 0-11-15,-2 4-6 16,2 35 14-16,-5 12-10 0,-27 7-6 16,-15 12-2-1,0 1 0-15,-19 0-5 16,-33-5-16-16,-2-12-36 15,11-15-24-15,17-15-102 0,12-16-80 16,9-8-103-16,5-3-280 16</inkml:trace>
  <inkml:trace contextRef="#ctx0" brushRef="#br0" timeOffset="264.74">8375 6545 947 0,'0'0'129'0,"0"0"80"16,0 0-91-16,0 0-87 0,0 0 9 0,0 0 22 0,245-63-5 15,-122 41-5-15,-15 7-47 0,-16 3 6 16,-28 5-11-16,-17 7-20 15,-19 0-41 1,-16 0-122-16,-12 16-138 0,0-2-40 16</inkml:trace>
  <inkml:trace contextRef="#ctx0" brushRef="#br0" timeOffset="471.04">8717 6244 539 0,'0'0'362'0,"0"0"-129"0,0 0-11 0,0 0-74 16,0 0-45-16,0 0-69 16,-109-39 9-16,126 93-28 15,30 20 20-15,-2 13-16 16,2 0-15-16,-2 2-8 16,-3 0-13-1,-2 5-85-15,0-5-64 0,-14-9-163 31,-9-8-176-31</inkml:trace>
  <inkml:trace contextRef="#ctx0" brushRef="#br0" timeOffset="772.81">9471 7404 194 0,'0'0'704'0,"0"0"-548"0,0 0 44 15,0 0-73-15,0 0-50 16,0 0-46-16,97 16 51 16,18-16 0-16,1 0-37 15,-3 0 3-15,-12 0-43 16,-25 0 0-16,-10 0-10 15,-10 0 1-15,-11 0-30 16,2 0-98-16,-7 0-147 16,3 0-172-16</inkml:trace>
  <inkml:trace contextRef="#ctx0" brushRef="#br0" timeOffset="1519.91">11543 7008 767 0,'0'0'97'0,"0"0"108"16,0 0-92-16,0 0-28 15,0 0-33-15,0 0-22 16,-73-34 4-16,54 68-33 16,-11 21 14-16,6 15 31 15,1 8-34-15,-1-3 16 0,22 3-4 16,2-4-15-16,0-6 24 16,0-5-32-1,7-13-1-15,35-8 0 16,8-8-3-16,11-8-1 15,5-9-5-15,5-7-7 16,-1-4 12-16,-6-6-2 16,-5 0 6-16,0 0-8 0,-17-16 12 0,3-13-4 15,-7-10 0 1,-3-5 9-16,-11-7-4 0,-12-12-5 16,-3-5 0-1,-9-12 3-15,0-4 3 0,0 1-6 16,-12 4 0-1,-28 11 9-15,-9 15-9 16,-13 13 0-16,-1 17 0 16,-6 10-7-16,-1 11 7 0,-6 2 0 0,1 0 0 31,4 2 4-31,3 23-13 0,18 1 9 0,8 7 0 16,13 6-6-1,18 5 12 1,11 8-6-16,0 0 8 0,33 5-6 0,37 3 13 15,15-3-9 1,12 3-2-16,7-7 37 16,-8-2-33-16,-13-3 21 15,2 0-6 1,-10-1-23-16,-21 1 30 0,-9 3-30 16,-10-1 0-1,-18-3 6-15,-8-3-2 0,-2-10-8 16,-7-3-8-16,0-7-43 15,3-10 15-15,-3-2-73 16,0-5-72-16,0-6-77 16,0 4-102-16,-3-5-222 15</inkml:trace>
  <inkml:trace contextRef="#ctx0" brushRef="#br0" timeOffset="4190.77">11734 8413 806 0,'0'0'172'0,"0"0"63"0,0 0-74 0,0 0-51 0,0 0-23 0,0 0 13 0,-96-105-50 15,96 105-27 1,0 28-9-16,0 43-1 0,0 30 15 0,7 34 5 16,4 7-30-16,-1-4 31 31,-10-4-29-31,0-16-4 15,0-30 4-15,0-8 3 16,0-14-8-16,0-15 0 16,0-13-8-16,0-4 1 15,5-17-34-15,9-2-12 16,9-5-13-16,-11-7-110 16,5 0-33-16,-1 0-98 15,-11 3-106-15</inkml:trace>
  <inkml:trace contextRef="#ctx0" brushRef="#br0" timeOffset="5017.26">11407 10478 664 0,'0'0'171'0,"0"0"-22"15,0 0 92-15,0 0-162 16,0 0 100-16,0 0-86 16,-64-79-36-16,64 79-4 15,0 16-33-15,0 41-7 0,0 10 32 16,0 15-35-1,0-7 9-15,0-10-19 0,0-2 9 16,0-8-6 0,0-6-3-16,0-4 0 0,0-10-6 15,0-5-7-15,0-15-2 16,0-5-13-16,0-8-44 16,0-2 33-16,0 0-17 15,0-2 23-15,0-38 16 16,0-13-49-16,-14-19 58 0,7-6 4 15,7-3 8-15,0-2-8 16,0 0 4-16,0 9 0 16,26 11 0-16,7 18 10 15,-3 21-9-15,-1 12 12 16,-6 12-11-16,3 0 26 16,7 4-22-1,9 24 0-15,-6 12 22 16,-3 1-22-16,-21 1-3 0,-8 0-3 0,-4 2 3 15,0 5 5 1,0-2-5-16,-11 0-2 16,-27-1 11-16,-2-7-8 15,-12-1-4-15,-5-2 0 16,3-6 7-16,0-3-5 0,11-12-2 16,10-3 0-16,17-6-2 15,4-3 11-15,5-3-9 16,7 0 0-16,0 0 4 15,0 0 21-15,0 0-20 0,0 0 6 16,0 0 26-16,0 0-30 16,7 0 16-16,50 0 7 15,21 2 6-15,-1 7 10 16,8 3-33-16,-21-1 2 16,2 8-2-1,-12 2-9-15,0 2-4 16,1 8 0-16,-1-2 1 15,2 1-13-15,3 0-4 16,-7-7-26-16,-5-4-2 16,-2-7-138-16,-14-12-80 0,-5 0-307 15</inkml:trace>
  <inkml:trace contextRef="#ctx0" brushRef="#br0" timeOffset="5335.52">12114 10310 879 0,'0'0'81'0,"0"0"131"0,0 0-26 0,0 0-74 0,0 0-72 0,0 0 0 0,0 0 55 15,193 68-51-15,-82-59 0 16,-21 1 14-16,-17-8-54 16,-33 3 9-16,-14-5-13 0,-22 0 11 15,-4 2-17 1,0 1 6-16,0 0-36 0,0 6-24 16,0 0-155-1,-33-3-205-15,-4 2-341 0</inkml:trace>
  <inkml:trace contextRef="#ctx0" brushRef="#br0" timeOffset="11515.49">18606 3497 754 0,'0'0'117'0,"0"0"29"16,0 0 36-16,0 0-55 0,0 0-55 0,0 0-3 0,0 0-15 15,-108-44-20-15,108 44 1 0,0 0-19 16,73 0-6-16,50 0 50 16,44 0-29-16,26 0-15 15,27 0 11-15,4-3-19 16,-12-13 10-16,-31 1-11 0,-58 4-4 31,-45-1 9-31,-45 9-12 0,-29 0 0 0,-4 3-1 16,0-3-7-1,-18 3-10-15,-39 0-51 0,-23 0-75 16,-17 0-55-16,-4 17-183 16,-15 4-286-1</inkml:trace>
  <inkml:trace contextRef="#ctx0" brushRef="#br0" timeOffset="12502.42">6152 7351 656 0,'0'0'277'0,"0"0"-148"16,0 0 40-16,0 0-43 0,0 0-37 0,0 0 0 0,242 6-15 0,-86-6-11 16,0 0-18-16,-15 0 7 15,-23 0-27-15,-31 0-8 16,-33 0-7-16,-32 0-5 31,-18 0-9-31,-4 0 4 0,0 0-37 16,0 0-20-16,-9 0-83 15,-34 0-145-15,-6 0-181 16,-17 0-322 0</inkml:trace>
  <inkml:trace contextRef="#ctx0" brushRef="#br0" timeOffset="13250.04">4728 6672 891 0,'0'0'81'0,"0"0"95"0,0 0-12 16,-121-165-93-16,105 144-31 0,2 3-8 0,-3 12 9 0,-9 6-30 15,-14 0-1-15,-7 43-10 16,2 9-3-16,10 11 0 16,14 2 3-16,21-4 0 0,0 1 4 15,14-5 0-15,35-1-4 16,15-3 0-16,2 2 4 16,5-4-2-1,2 2-2-15,-2-2 0 0,-8 0 14 16,-13 3-10-16,-13-5 17 15,-15 9 6-15,-11-7-13 16,-11-3 21-16,0-5-12 16,-42-3 5-16,-31-4 4 0,-12-9-20 15,3-4 7 1,-13-11-8 0,15-10-11-16,-2-2 11 0,11 0-11 0,12-32-3 15,7-10 1-15,7-13-36 16,8-11-24-16,11-9-97 15,14-7-131-15,-2 8-216 16</inkml:trace>
  <inkml:trace contextRef="#ctx0" brushRef="#br0" timeOffset="13569.58">4683 5937 850 0,'0'0'87'0,"0"0"52"0,0 0 56 0,0 0-79 0,0 0-51 0,0 0 24 0,238-32-20 16,-137 23-38-16,-4 0-17 15,-22 6-14-15,-9 0-10 16,-18 3-30-16,-18 0-100 16,-18 0-106-16,-12 21-243 15</inkml:trace>
  <inkml:trace contextRef="#ctx0" brushRef="#br0" timeOffset="18435.93">12097 6361 958 0,'0'0'83'0,"0"0"50"0,0 0 45 0,0 0-65 0,0 0-50 0,0 0-23 15,0 0-5-15,38-9 13 0,52 9-21 16,2 0 13-16,-10-4-27 16,-14 2 10-16,-9-4-14 15,-14 3-5-15,-17-3 9 16,-9 3-12-16,-12 0 0 15,-7 3 5-15,0 0-3 16,0 0-3-16,0 0 4 16,0 0 0-16,-4-5 0 0,-36-1-4 15,-19 2 0-15,-12-2-6 16,-9 6 8-16,0 0-2 16,9 0 0-16,24 0 1 15,16 0-3-15,29 0 2 16,2 0 0-16,0 0-2 15,0 4-1-15,7 10 3 16,45-5 0-16,14 2 3 0,14-5 0 16,7-6-3-1,10 0 0-15,4 0 4 0,-9 0 2 16,-21-6-6-16,-15 1 0 16,-23 1 3-16,-26 2-3 15,-7 2 0-15,0 0 0 16,0 0 1-16,0 0-1 15,-40 0 0-15,-16 0-1 16,-22 0 2-16,-16 0-7 16,2 0 6-16,0 0 0 15,9 0-1-15,10 6 1 16,24-1 0-16,20-1 0 0,20-2 6 16,9 2-13-16,0-2 7 15,0 11 0 1,31-1-5-16,39 6 12 0,22-7-7 15,21-8 1-15,5-3 4 16,-9 0 1-16,-6 0-6 16,-25-6 0-16,-33-2 2 15,-17 5-1-15,-23 0-1 16,-5 3 0-16,0-9 3 16,-21 0-10-16,-50-1 5 0,-21 8 2 15,-14 2-10-15,2 0 13 16,1 0-3-16,18 0 0 15,21 6 2-15,31-3-6 16,21 0 4-16,12 3 0 16,0 3-2-1,33-3-5-15,31 3 3 0,11-7-18 0,13-2-46 32,-1 0-43-32,-14 0-165 0,-40 3-187 0</inkml:trace>
  <inkml:trace contextRef="#ctx0" brushRef="#br0" timeOffset="22620.16">13592 10934 544 0,'0'0'299'15,"0"0"-120"-15,0 0-95 0,0 0-47 0,0 0 24 0,0 0-19 0,0 0 5 0,304-6 10 16,-165-15-24 0,5-3 15-16,-10 0-35 0,-4 4 0 15,-31 5-2-15,-19 6-5 16,-16 5 1-16,-36 1-7 16,-11 3 6-16,-17 0 0 15,0 0-6-15,4 0-1 16,13 0-45-16,21 0-184 15,21 0-90-15,4-6-179 16</inkml:trace>
  <inkml:trace contextRef="#ctx0" brushRef="#br0" timeOffset="22985.62">16098 10281 793 0,'0'0'125'0,"0"0"25"0,0 0 2 16,0 0-75-16,0 0 24 16,0 0-26-16,-45-102-12 15,41 102 0-15,-8 0-42 16,2 15 19-16,-6 32-16 15,-1 25-17-15,-9 19 31 16,-2 12-25-16,-3 4-12 16,3 9 8-16,2-4-4 15,7-12-5-15,10-6 0 0,4-17 5 16,5-12-7-16,0-16 2 31,0-17-6-31,0-14-7 16,0-13-91-16,12-5-61 0,16-8-99 15,-6-31-222 1</inkml:trace>
  <inkml:trace contextRef="#ctx0" brushRef="#br0" timeOffset="23209.32">15410 10522 717 0,'0'0'109'0,"0"0"19"16,0 0-45-16,0 0 1 16,0 0-57-16,0 0-25 15,-45-66 39-15,156 34-4 16,16-8-18-16,7 2 3 16,-4 5-22-16,-3 1 0 0,-2 4 0 15,-16 5-124-15,2 2-59 16,-34 4-133-16</inkml:trace>
  <inkml:trace contextRef="#ctx0" brushRef="#br0" timeOffset="23571.71">16657 10052 712 0,'0'0'133'16,"0"0"70"-16,0 0-66 15,0 0-45-15,0 0-66 16,0 0 30-16,38 17 9 15,63-17-10-15,-4 0-30 16,-1-3 14-16,-6-11-34 0,-5 1-5 16,0 4 0-16,-22 3 7 15,-6 0-16-15,-29 3-19 16,-4 3-55-16,-22 0-50 16,-2 0-121-16,0 0-105 15</inkml:trace>
  <inkml:trace contextRef="#ctx0" brushRef="#br0" timeOffset="23843.69">17098 9823 741 0,'0'0'158'16,"0"0"8"-16,0 0-24 15,0 0-48-15,0 0-40 16,0 0 16-16,-36-11-8 0,36 62-32 16,0 27 41-16,0 20-55 15,0 4-15 1,0-2 12-16,0-3-10 16,-21-11-6-16,-3-5-7 15,-1-13-73-15,-1-2-58 0,-10-4-178 16,-1 1-224-16</inkml:trace>
  <inkml:trace contextRef="#ctx0" brushRef="#br0" timeOffset="27982.97">8860 5707 365 0,'0'0'109'0,"0"0"28"0,0 0-23 0,0 0 4 0,0 0-24 0,45-154 11 0,-45 141 2 16,0 13 12-16,-54 0-46 15,-50 36-24-15,-47 43-22 16,-33 22 0-16,-23 27 9 15,-8 27-15-15,-1 23-4 16,1 22 6-16,22 9-18 16,23 5-3-16,29 2-2 15,34-1 7-15,20-1 0 0,35-8-7 16,15-18 0-16,32-24-2 16,5-24 4-16,28-18-2 15,62-20 0-15,39-21-2 16,39-21-2-16,37-24 4 15,21-26-2-15,10-10-10 16,0-8 4-16,-19-39-2 16,-19-16-12-16,-14-8 8 15,-24-16 7-15,-9-6 7 0,-17-11 0 16,-2-13 5 0,-5-18 0-16,-11-16-5 0,0-29 8 15,-20-15-8-15,-25-17 25 16,-12-16-15-16,-19 8 2 15,-9 5 16 1,-20 15-24-16,-11 22 10 0,0 18-4 16,-7 24-7-16,-35 14 10 15,-22 23-13-15,-7 21 0 16,-9 15 3-16,-16 23 2 16,-1 18-5-16,-11 22 0 15,-3 0 0-15,-12 51-5 0,-11 38 5 16,-27 40 0-16,-11 47-4 15,-12 54 5-15,-9 41-1 16,0 15 0-16,18 12 1 16,8-12-9-16,23-23-1 15,26-23-22-15,43-41 14 16,37-34-37-16,38-35-13 16,0-26-12-1,47-32-47-15,41-32-59 16,3-32-91-16,11-8-253 15</inkml:trace>
  <inkml:trace contextRef="#ctx0" brushRef="#br0" timeOffset="29390.97">2514 4543 201 0,'0'0'81'0,"0"0"40"0,0 0-19 0,0 0-22 0,0 0-12 0,0 0-6 16,134-94 40-16,-153 103 20 15,-77 44-59-15,-48 25-23 0,-38 39 25 16,-32 23 1 0,-45 23-8-16,-13 16-25 15,-10-6 12-15,22-5-33 0,34-13-12 16,25-15 8-16,41-17-2 16,31-22-6-16,48-30 0 15,37-26 3-15,27-16-10 0,17-11-33 16,0-12-66-16,33-6-22 15,26 0 6-15,24-24-38 16,13-27 3-16,10-14-44 16,7-18-63-16</inkml:trace>
  <inkml:trace contextRef="#ctx0" brushRef="#br0" timeOffset="29720.95">2783 4251 326 0,'0'0'70'0,"155"-151"94"0,-89 100-43 15,-23 21 8 1,-29 21-45-16,-14 9-19 16,0 9 35-16,-76 51-50 0,-34 35-20 0,-44 34 2 31,-27 20-1-31,-38 18 9 0,-38 18-18 15,-31 12 13-15,-26 15-1 16,-18 5-25-16,2-3 10 16,23-2-19-16,34-15 1 0,28-8-2 15,37-11 1-15,41-13-3 32,37-22-13-32,45-31-41 15,52-21-57-15,22-23-104 0,11-17-70 16,0-21-272-1</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6:02:14.417"/>
    </inkml:context>
    <inkml:brush xml:id="br0">
      <inkml:brushProperty name="width" value="0.05292" units="cm"/>
      <inkml:brushProperty name="height" value="0.05292" units="cm"/>
      <inkml:brushProperty name="color" value="#FF0000"/>
    </inkml:brush>
  </inkml:definitions>
  <inkml:trace contextRef="#ctx0" brushRef="#br0">8252 8505 942 0,'0'0'102'0,"0"0"95"0,0 0 27 16,0 0-107-16,0 0-62 0,0 0-16 0,0 0 8 16,-71-20-23-16,71 102 16 15,0 33 3-15,7 10-29 16,-7 0 11-16,0-3-22 15,0-11-2-15,0-22-2 16,0-20-4-16,0-15-27 16,0-25-18-16,0-7-57 0,0-16-78 15,0-6-52-15,0-3-16 16,-7-42-48-16,-26-18 27 16,7-21 123-16,1-12 72 15,15-13 79-15,10-6 25 16,0 9 126-16,0 7-45 15,31 13-1-15,32 14-4 16,11 12 14-16,20 12-18 0,-2 16-9 16,-10 11 22-1,-4 19-52 1,-12 2-28-16,-21 18 14 0,-10 32-34 0,-23 18 24 16,-12 10-12-16,0 3-19 15,-54 2 6-15,-12-6-9 16,-12-6 0-16,7-7-4 15,3-22 1 1,16-10-3-16,5-7 5 0,9-14 1 16,26-1 1-16,-2-10-1 15,14 0 0-15,0 0 7 16,0 0-7-16,0 0 28 16,0 0-12-16,0 0-2 15,19 0 23-15,19 0 13 16,16 22 9-16,-4 15 0 0,-1 4-29 15,-2 1-8-15,-9-5-14 16,4-4-3-16,8-7-10 16,-5-9-10-16,7-1-96 0,-8-10-120 15,-1-6-252-15</inkml:trace>
  <inkml:trace contextRef="#ctx0" brushRef="#br0" timeOffset="715.86">8903 9233 738 0,'0'0'51'0,"0"0"-21"0,0 0 93 0,0 0-64 16,0 0-31-16,0 0 10 15,104-134 11-15,-104 98 2 16,0 1-14-16,0 7 11 15,0 11 7-15,-26 8-19 0,2 6 15 32,-2 3 6-32,0 0-48 0,0 35 1 15,7 22-6-15,10 15-3 16,9-1-1-16,0-6 5 16,0-10-8-1,26-10 3-15,23-16-33 0,13-11 1 16,8-18-26-16,1 0 33 15,0-12-17-15,-10-26-26 16,-11-15 11-16,-10-10 17 16,-24-9 36-16,1-3 1 15,-17 4 6-15,0 5-2 16,0 12 23-16,0 16 7 0,0 10 22 16,0 20-12-16,0 4 8 15,0 2-7-15,0 2-25 16,0 0-2-16,0 36-4 15,4 23 3-15,8 15 26 16,-7-1-18-16,-5-6-5 16,0-10 12-16,0-12-23 15,0-13 1-15,0-13-6 0,0-6 1 16,0-11-3-16,0-2 1 16,0 0-11-1,0-6 8-15,0-30-19 0,0-15 7 16,0-11 12-16,0-1-17 15,0 1 9 1,9 5-1-16,24 19 2 0,5 13 7 16,0 20 1-16,0 5 2 15,16 8 2-15,-12 35-1 0,12 3 28 16,-21 8-6 0,-7 0 3-16,-9 0 8 0,-17 3-31 15,0-4-6-15,-12-2-18 16,-35-3-76-16,2-4-144 15,-7-13-217-15</inkml:trace>
  <inkml:trace contextRef="#ctx0" brushRef="#br0" timeOffset="1194.52">10122 8985 928 0,'0'0'64'0,"0"0"5"0,0 0 166 16,0 0-144-16,0 0-68 16,0 0 4-1,-109-38-2-15,109 38 3 16,0 0-10-16,0 12-12 0,0 29 34 0,0 19-9 16,5 3-21-1,16 0-10-15,17-10 5 16,0-2-11-16,6-15-2 15,15-14-27-15,-12-14 9 0,5-8-20 16,0 0 13 0,-9-19-3-16,4-19 4 0,-14-16 21 15,-10-3 2-15,-1-6 9 16,-18 1 2-16,8 5-1 16,-12 14-1-1,0 12 7-15,0 16 0 0,0 12 27 16,0 3 19-16,0 3-14 0,0 45 3 15,0 9-39-15,0 8 0 32,14-9 5-32,19-8-4 15,0-8-3-15,5-11-1 16,4-7-7-16,1-14 4 16,2-8-17-16,7 0-2 15,-8-19-14-15,-1-21-61 0,-15-14-87 16,-28-18-145-16,0-8-460 15</inkml:trace>
  <inkml:trace contextRef="#ctx0" brushRef="#br0" timeOffset="1593.18">9195 6634 987 0,'0'0'48'0,"0"0"112"0,0 0 36 0,0 0-141 0,0 0-39 16,0 0-10-16,-66 180 51 15,66-42 5-15,0 11-37 16,0 8 22-16,0 0-10 0,12-9-29 16,2-16 0-16,0-20-8 15,7-10-1 1,-4-15-5-16,-3-19-55 0,-2-11-52 15,-7-12-84-15,-5-15-195 16,0-16-276-16</inkml:trace>
  <inkml:trace contextRef="#ctx0" brushRef="#br0" timeOffset="2708.78">8448 5705 838 0,'0'0'93'0,"30"-152"-23"0,-18 77 136 0,-2 3-97 0,-10 10-76 16,0 14-12-16,0 18 5 16,0 22-17-16,-47 8 19 15,-12 2-28-15,-10 45 2 16,-1 10-6-16,25 11 4 16,19 1 0-16,26-3-2 15,0 0-7-15,47-9-10 0,45-1-14 31,19-6 3-31,-1 1 18 16,-13 4 0-16,-21-1 12 16,-25-8 8-16,-39 0-5 0,-12-11 15 15,-12-2 13-15,-58-7-4 0,-8-7 3 32,2-10-15-32,1-9-10 15,14 0 2-15,9-15-7 16,19-26-13-16,16-8-53 15,8-1-30-15,9-1-113 0,0 9-190 16</inkml:trace>
  <inkml:trace contextRef="#ctx0" brushRef="#br0" timeOffset="4060.79">9212 5805 902 0,'0'0'47'0,"0"0"14"0,0 0 155 16,0 0-143-16,49-175-56 15,-39 149-13-15,-10 4 9 16,0 13-10-16,0 6 0 16,-12 3 6-16,-40 3-9 15,0 30 0-15,0 9-1 16,19 6 5-16,17 2-9 15,16 0 5-15,0-1-3 16,0-10 1-16,37-12-22 0,1-10-8 16,0-15 0-16,-10-2-30 15,-7 0 41-15,-4 0 7 16,-10-8 14 0,-2-18 7-16,2-5-7 0,0-4 8 15,-7 1 8-15,2 2 1 16,3 3 9-16,-5 4-14 15,5 11-3-15,-1 5 1 0,6 6-8 16,-8 3-2 0,-2 0 0-16,0 0 2 15,0 3 5-15,0 35 7 0,0 10 49 16,0 15-46-16,5-3-10 16,11-7 4-16,-2-2 7 15,15-6-18-15,1-9 11 16,3-7-11-16,7-14 0 15,3-6 8-15,4-9-7 16,3 0 4 0,-8-26 1-16,5-17-6 0,-7-7 8 15,-9-13-8-15,-10-5 0 16,-16-1 4-16,-5 0-4 16,0 19 0-16,0 13 0 0,-19 17-1 15,-14 14-4-15,-5 6-4 16,1 0 3-16,-1 22 4 15,5 10-4 1,28 10 5-16,5 2 0 16,0 11-6-16,54 4 7 0,12 1 0 15,-2-5-2-15,-10-1-3 16,-18-6 8-16,-22-10-3 16,-14-4 0-16,0-11 3 15,0-8-8-15,-19-8 5 0,-14-7-29 16,0 0 1-16,7-7-32 15,14-31-36-15,12-10-3 16,0-6 11-16,0-3 15 16,47-8-3-16,15-6 29 15,-1-5 42-15,-5-4 5 0,-6-6 1 16,-3-9 42-16,-16 0 6 16,-12-1 5-16,-8 3 6 15,-11 13 23-15,0 17 1 31,0 19-3-31,0 19-9 16,0 18 10-16,-4 7-4 0,-3 0-29 16,-3 0-44-1,1 28-5-15,-8 38 6 0,15 25-1 16,2 18 0-16,0 5 11 16,7 4-13-16,31-4 11 15,-10-5-14-15,-2-9 0 16,-5-22-2-16,0-22-20 15,-7-24 1-15,-2-14-8 16,-5-15-15-16,-2-3 19 16,9 0-17-16,-2-21 31 15,9-24 4-15,-2-17-4 0,7 3 3 16,-5 8-20-16,0 21 2 16,1 11 21-16,-1 19-7 15,5 0 12-15,0 11-3 16,23 27 7-16,-11 7-4 15,16-5 0-15,-4-2 3 16,-3-10-4-16,2-3 1 16,-16-13 0-16,-7-9-1 15,-4-3 4-15,-6 0-3 16,-2-15 9-16,0-18-4 16,-9-6 19-16,-5-12-9 0,0 0 2 15,0 13 18-15,0 8-22 16,0 19 29-16,0 7 1 15,0 4-18-15,0 0 13 16,0 15-9-16,17 30-11 16,4 5 47-16,5 1-42 15,2-12-10-15,-7-9-8 16,10-10 1-16,-8-4-12 0,-1-13 6 16,-1-3-46-16,0 0-30 15,-7-3-112-15,-7-36-176 16,-7-22-222-16</inkml:trace>
  <inkml:trace contextRef="#ctx0" brushRef="#br0" timeOffset="4314.92">10876 5373 672 0,'0'0'28'0,"0"0"83"0,0 0 63 0,0 0-90 0,0 0-13 15,0 0-1-15,257-56-18 16,-243 23 8-16,-14 1-13 16,0-2-11-16,0 10 11 0,-30 7-22 15,-22 13-3 1,0 4-22-16,-19 15-8 0,5 36-43 16,10 11-98-16,-8 13-159 15,10 2-208-15</inkml:trace>
  <inkml:trace contextRef="#ctx0" brushRef="#br0" timeOffset="5639.54">10954 8551 960 0,'0'0'124'0,"0"0"37"0,0 0-11 0,0 0-105 0,0 0-1 15,0 0-32-15,115 3 11 16,-18-3 13-16,14 0-19 0,-14 0 20 16,-15 0-22-16,-16 0 1 15,-9-6 7-15,-22 6-23 16,-9 0 5-16,-17 0-3 15,3 0 4-15,-12 0-2 16,0 0-4-16,-12 0 1 16,-47 0-4-16,-23 0-4 15,-5 3 7-15,-5 6 0 16,7 2 0-16,-2 2 0 0,16-3 0 16,21 1 0-16,17-5 6 15,19-4-4 1,14 2 1-16,0-2-3 0,36 1 1 15,56-3-1 1,23 0 0-16,19 0 1 16,-6-9-6-16,-15-5-9 0,-16 3-61 15,-34 7-105-15,-23-3-195 0,-30 7-503 16</inkml:trace>
  <inkml:trace contextRef="#ctx0" brushRef="#br0" timeOffset="9518.03">11515 4394 597 0,'0'0'143'0,"0"0"-13"0,0 0 107 16,0 0-75-16,0 0-79 0,0 0-6 15,0 0-10-15,0 0 13 16,59-17-15-16,42 17 1 16,5 0-17-16,-4 0-32 15,-17 0-4-15,-15 0-9 16,-11 0 6-16,-14 0-10 0,2-2 0 15,-11-2 3-15,1-2-10 16,-8 1 5-16,-11 1-21 16,-6 2-17-16,-12 2-76 15,0 0-78-15,0 0-101 0,-47 0-107 16</inkml:trace>
  <inkml:trace contextRef="#ctx0" brushRef="#br0" timeOffset="9725.25">11935 4085 565 0,'0'0'1'0,"0"0"10"16,0 0-11-16,0 0-147 16,0 0-177-16</inkml:trace>
  <inkml:trace contextRef="#ctx0" brushRef="#br0" timeOffset="10428.37">11930 9057 662 0,'0'0'333'0,"0"0"-237"16,0 0 92-16,0 0-60 0,0 0-77 0,0 0-21 16,31 0 24-16,84 0 1 0,41 3-1 15,4-3 10-15,7 0-39 16,-11 0-1-16,-31 0 25 31,-33-3-38-31,-38-3 12 16,-33 3-19-16,-16 3 3 15,-5-2 0-15,0 2-7 0,0 0-12 16,0 0-10-16,0 0-39 16,0 0-24-16,0-12-127 15,-16-9-215-15,16 5-91 16</inkml:trace>
  <inkml:trace contextRef="#ctx0" brushRef="#br0" timeOffset="11176.23">13540 8654 866 0,'0'0'59'0,"0"0"32"16,0 0 112-16,-38-187-97 0,38 145-37 0,0 4-16 15,0 7 36 1,0 17-7-16,0 5-28 15,0 9 9-15,0 0-23 0,0 0-24 16,0 29 15-16,0 46-29 16,7 29 20-16,12 15 16 0,5-8-36 15,2-12 2 1,-5-18-4-16,5-19 5 16,-19-15-12-16,2-16 6 15,-1-13-11-15,-8-10 12 16,0-5-26-16,0-3 19 0,0 0-3 15,0 0-4-15,0-15 11 16,0-27-16-16,0-2 5 16,0-4 12-16,14 6-12 15,26 10 10-15,7 8 3 16,2 8-1-16,8 13-3 0,4 3 5 16,-2 16 0-16,-5 31-4 31,-11 4 10-31,-27 3-6 0,-16-10 2 0,0-5 0 31,-21-2 11-31,-45-11-11 0,-9-6 0 0,-1-14 4 16,3-6-4-1,19 0-3-15,7-6 1 16,7-26-24-16,28-13 7 16,12-3-78-16,0 1-114 15,28 14-77-15,41 13-105 0,-6 14-190 0</inkml:trace>
  <inkml:trace contextRef="#ctx0" brushRef="#br0" timeOffset="12037.57">14688 8866 987 0,'0'0'94'0,"0"0"56"0,0 0 25 0,0 0-114 15,0 0-7-15,0 0-23 16,-195-87-24-16,152 99 0 16,-9 31 0-16,7 8-7 15,17 2 0-15,16-2 2 16,12-6-6-16,0-10 4 0,12-5-1 16,21-15-4-16,5-6-37 15,-5-9 30-15,5 0 8 16,-5-12 8-1,-3-23-1-15,3-13-3 0,-11-4 0 16,-11 1 10-16,3 7-9 16,-11 5 15-16,2 16 14 15,-5 14-7-15,0 6 23 16,0 3-12-16,0 0-18 16,0 0-4-16,0 27-11 0,0 24-1 15,18 4 0-15,1 2-3 16,14-12 0-16,5-11-9 15,2-7-13 1,-2-7 7-16,-10-14-15 16,-4-4 17-16,2-2 9 15,4-11 1-15,3-31 1 0,0-17 5 16,5-20 0-16,-12-10-9 16,-14-9 9-16,-3-7 0 15,-9 5 0-15,0 10 6 16,0 13-8-16,-21 23 2 0,0 20 0 15,4 20 30-15,12 11-4 16,3 3 3-16,2 0-22 16,-14 26 2-16,2 40-8 15,0 21 4-15,12 14 1 16,0 3 4-16,0-7-10 0,0-6 0 16,0-14 0-16,12-17 3 15,-5-11-12-15,12-23 5 31,-12-10-8-31,-2-14 10 0,7-2-22 0,2 0 17 16,21-32 2 0,8-14-3-16,8-7 5 15,-6 6-15-15,7 1-2 0,-5 20 15 16,3 11-3 0,-5 15 8-16,-8 0 0 0,6 18 2 0,-6 21 3 15,-20 2 3-15,-17 7 10 16,0-10 23-1,-12-4-19-15,-51-8 10 16,-1-1-9 0,-7-4-18-16,0-10 8 15,12-5-13-15,3-6-6 16,16 0 6-16,9-6-44 16,15-23-37-16,16-8-127 15,0-5-186-15,16 1-224 0</inkml:trace>
  <inkml:trace contextRef="#ctx0" brushRef="#br0" timeOffset="12548.71">15645 8181 996 0,'0'0'61'0,"0"0"97"16,0 0 53-16,0 0-86 0,0 0-65 0,0 0-32 15,-87-57 0-15,87 66-13 16,0 34-14-16,12 23 48 16,-3 16-28-16,-4 5-16 15,2 10 13-15,-7 8-13 0,0-1-5 16,7-5 0-16,17-18 8 16,4-25-17-16,10-20 9 15,11-15-3-15,3-18-5 16,2-3-1-1,8 0 0-15,-8-28-1 0,-2-13-19 16,-10-16 25-16,-13-7-10 16,-8 3 12-1,-17 10-8-15,1 16 15 0,-5 17-5 16,0 5 5-16,0 7-4 0,0 6 25 16,0 0-13-16,0 0-6 15,0 0 10 1,0 15-14-16,0 25-2 0,0 17 16 15,0 2-14-15,0-3 14 16,0-5-12-16,0-15-5 16,14-9 0-16,8-12 0 0,-8-4-10 15,2-4-21-15,1-7-59 16,-15-7-124-16,5-42-143 16,-7-32-167-16</inkml:trace>
  <inkml:trace contextRef="#ctx0" brushRef="#br0" timeOffset="12756.7">15959 8302 802 0,'0'0'73'0,"0"0"-12"0,0 0 112 0,0 0-84 16,0 0-32-16,0 0-2 0,97 25 5 31,-76-25 19-31,-12-19-4 15,-9-2-36-15,0 4-3 16,0 2-22-16,-12 7-13 16,-32 3-2-16,4 5-1 0,-5 0-40 15,-2 37-47 1,4 8-125-16,6 5-233 0</inkml:trace>
  <inkml:trace contextRef="#ctx0" brushRef="#br0" timeOffset="13252.17">16685 9037 846 0,'0'0'114'0,"0"0"-1"0,0 0 103 0,0 0-113 0,0 0-76 0,0 0 29 16,33 0-30-16,64 0 4 16,14 0 3-16,4-9-2 15,8-3 19-15,-10-1-7 0,-17 1-12 16,-30 4 18-16,-25 5-36 16,-30 3-2-16,-11 0-2 15,0 0-4 1,0 0 5-16,0 0-10 0,0 0-5 15,0 0 1-15,-16 0-20 16,-15 0-25-16,-16 0-64 16,-5 9-102-16,-21 2-129 0,-9-1-264 15</inkml:trace>
  <inkml:trace contextRef="#ctx0" brushRef="#br0" timeOffset="15122.56">18175 8774 919 0,'0'0'99'16,"0"0"92"-16,0 0 15 0,0 0-164 0,0 0 53 0,0 0-34 16,17 51-18-16,32 21 48 15,15 2-82-15,-10-5 25 16,0-12-6-16,10-4-23 0,-10-15 16 15,-9-8-12-15,0-11-4 16,-12-11 7-16,0-8-6 16,0 0-6-16,-3 0 11 15,8-27-10-15,-5-26 16 16,0-15-17-16,-2-16 0 16,-12 0 3-16,-5 0-1 15,-10 13-2-15,-4 8 0 16,0 16 0-1,0 14-8-15,0 15 4 0,0 12-17 0,0 6 0 16,0 0-38-16,0 0-41 16,0 18-136-16,0 30-105 15,-18 18-75-15</inkml:trace>
  <inkml:trace contextRef="#ctx0" brushRef="#br0" timeOffset="16110.73">19420 9072 503 0,'0'0'559'16,"0"0"-472"-16,0 0 80 15,-59-164 3-15,38 141-107 16,4 4-11-16,-9 13-2 16,3 6-20-16,-20 0-23 15,-6 33-4-15,4 21 5 16,5 9-7-16,19 3-1 0,21-11 1 31,0-3-1-31,0-7-10 0,9-15-7 0,29-13-26 16,-5-8 29-16,5-9-1 15,-1 0 4-15,1-24 3 16,-3-18 10 0,-2-5-2-16,-16-7 0 0,4-3 5 15,-2 3 5-15,-5 7-6 16,-9 11 13-16,-3 19 17 15,-2 4-16 1,0 13 5-16,0 0-10 16,0 0-10-16,0 43 1 15,0 12-4-15,0 14 0 16,0-6 1-16,0-9 3 16,19-15-4-16,-7-12 0 15,0-12-4-15,-3-8-1 16,3-7 5-16,-8 0-2 0,11 0-4 15,8-22 7-15,5-21-1 16,3-7 0-16,-7-1 7 16,-10 9-9-16,-2 10 2 15,-8 10 0-15,1 14 17 16,-5 4-12-16,0 4 9 16,0 0-9-16,7 0 4 15,0 15-14-15,12 25 6 16,-12 7-1-16,3-5 5 15,-10-6-5-15,0-10 0 0,0-11-1 16,0-5-4-16,0-7 1 16,0-3-12-16,0 0 16 15,0 0-1-15,-5-28 1 16,5-17-6-16,0-14 4 16,0 3-5-16,21 4 1 15,24 18 6-15,2 12-3 0,0 12-6 31,-19 10 3-31,10 0 6 0,-7 19-4 0,-3 28 6 16,-2 10-3 0,0 0 1-16,-7-6 0 15,2-10-3-15,0-7 3 0,1-14 0 16,-8-7-1-16,0-13 0 16,0 0-3-16,14 0 2 15,3-27 2-15,-3-13-3 16,-2-9 10-16,0-8-7 15,-14 0 0-15,-12 9 3 0,0 8-5 16,0 17 4-16,0 12 6 16,0 7 23-16,0 4-4 15,0 0-7-15,0 34 3 16,-17 10-14-16,13 7 29 16,4-6-26-16,0-7-4 15,0-9 10-15,21-7-14 0,12-4-4 16,9-10 0-1,5-2-35-15,-2-6-6 0,-12 0-97 32,-2 0-195-32,-19-29-213 15</inkml:trace>
  <inkml:trace contextRef="#ctx0" brushRef="#br0" timeOffset="16238.43">20290 8502 499 0,'0'0'542'0,"0"0"-455"0,0 0 86 0,0 0-60 0,0 0-113 16,0 0-116 0,-158-54-79-16,193 73-182 0</inkml:trace>
  <inkml:trace contextRef="#ctx0" brushRef="#br0" timeOffset="17021">20813 8771 614 0,'0'0'393'15,"0"0"-237"-15,0 0 10 16,83-166-6-16,-74 149-89 16,-9 9-41-16,0 8 19 15,0 0-31-15,-28 0 0 16,-24 33-18-16,2 12 7 15,17 14 0-15,33 1-7 0,0 5 0 16,19-1 3-16,45-7-2 16,-10-14-1-16,-4-7 3 15,-10-9 5-15,-24-9-4 16,-9-8-3-16,-7-2 0 16,0-2 9-16,-44 0-10 15,-8-6-26-15,2 0 6 16,8 0-48-16,18-30-2 0,10-11-32 15,14-8-16-15,0-10 61 16,47-3-25-16,19-14 40 16,14-4 40-1,8 3 4-15,-6-4 27 0,1 1 27 16,-17 5 8-16,-15 4 6 16,-18 2-30-16,-16 12 19 15,-15 13 1-15,-2 11-1 16,0 12 19-16,0 9-33 0,-19 8-25 15,-11 4 18 1,6 4-37-16,-6 47 4 0,-3 19 10 16,14 21-14-16,5 10 13 15,9 10-7-15,5 2-5 32,0 1 8-32,0-17-8 0,12-13-2 0,14-19 0 15,-1-14 2-15,-3-17-7 16,-3-17-3-16,2-7-14 15,0-10 19-15,7 0-19 0,3-22 6 16,2-23 4-16,0-12-14 31,-7-5 13-31,-5 15-1 0,-4 13 9 16,-10 23-4-16,0 11 9 16,-3 0 0-16,11 3 0 15,6 33 0-15,9 13 0 0,-4 3 10 0,7-10-9 16,-4-9 23-16,-3-10-22 15,-3-7 7-15,1-8 5 16,-12-4-12-16,4-4 6 31,5 0-8-31,1-6-9 16,3-31-16-16,-1-11-170 16,0-5-204-16,-6-9-322 15</inkml:trace>
  <inkml:trace contextRef="#ctx0" brushRef="#br0" timeOffset="17323.83">21982 8389 597 0,'0'0'380'15,"0"0"-340"-15,0 0 140 0,0 0-12 0,0 0-125 0,0 0 25 0,392-21 12 16,-234 9-24-16,-12 0 11 16,-12 1-19-16,-18-1-14 15,-31 3 13-15,-17-1-38 16,-21 7-7-16,-30 3-2 16,-8 0-7-16,-9 0-15 15,0 0-74-15,0 0-184 16,-47 0-160-16,-21 0-183 0</inkml:trace>
  <inkml:trace contextRef="#ctx0" brushRef="#br0" timeOffset="17546.13">22511 8070 872 0,'0'0'143'0,"0"0"93"15,0 0-60-15,0 0-66 16,0 0-50-16,0 0 19 15,44 151 3-15,1-67-53 0,-12-2 12 16,10-2-15-16,-15 4-25 16,-9-4-2-16,-19-6-6 15,0-5-5-15,-14-7-45 16,-45-1-139-16,-24-14-105 16,-14-11-365-16</inkml:trace>
  <inkml:trace contextRef="#ctx0" brushRef="#br0" timeOffset="20899.7">23180 7557 1104 0,'0'0'44'0,"0"0"16"16,0 0 41-16,-337-131-40 0,106 120-39 0,-43 11 4 15,-39 5-24-15,-55 47 3 0,-23 27 48 0,-48 31-34 32,-28 33 35-32,1 37 9 15,22 35 2-15,53 38 5 0,73 15-41 16,87 9-17-16,111-3 10 15,113-28-22-15,70-25 0 16,149-30-1-16,81-36 4 16,53-30-11-16,46-39 1 15,30-37-16-15,30-41 17 16,6-8-33-16,-8-36 1 16,-14-20 10-16,-26-12 7 15,-40-20 16-15,-21-22 5 0,-45-36 0 16,-40-35-2-16,-37-41 10 15,-41-40-6-15,-63-28 12 16,-72 4-12 0,-51 15 20-16,-77 37-22 0,-138 53-4 15,-91 41 4-15,-95 43-68 16,-82 39-69-16,-71 33-217 16,-71 22-321-16</inkml:trace>
  <inkml:trace contextRef="#ctx0" brushRef="#br0" timeOffset="21759.58">8844 10173 1188 0,'0'0'34'15,"0"0"6"-15,0 0 98 0,0 0-2 0,0 0-84 0,-106 199-33 16,228-7 56-16,62 32-29 16,38 13-23-16,56 3 17 15,40-14-39-15,52-23 5 16,41-29-6-16,53-25 8 15,29-29-16-15,30-25 8 16,43-27 0-16,26-38-1 16,33-30 1-16,-5-4-2 0,0-56-4 15,-40-23-29-15,-38-20 34 16,-40-25-12-16,-45-22 6 16,-30-24-2-16,-40-1 17 15,-38 2-8-15,-48 18 19 16,-63 29-2-16,-56 17 19 15,-50 21-36-15,-38 19 5 16,-37 14-13-16,-17 22 6 0,-33 2-19 16,-7 13-45-16,0 10-125 15,-54 8-88-15,-22 0-171 16</inkml:trace>
  <inkml:trace contextRef="#ctx0" brushRef="#br0" timeOffset="22078.1">18163 10799 1019 0,'0'0'43'0,"0"0"-30"0,0 0 64 0,0 0 46 0,0 0-95 0,0 0-19 15,406-50 21-15,-192 23-25 0,-9-3 0 16,-21 0 30-16,-28 9-4 16,-38 10 43-16,-43 11-16 15,-32 0-5-15,-32 41 13 16,-11 31-13-16,0 17-12 16,-42 7-22-16,7-1-16 15,4 1 2 1,5 5-5-16,10-5-43 15,4-7-110-15,-19-11-305 0</inkml:trace>
  <inkml:trace contextRef="#ctx0" brushRef="#br0" timeOffset="25540.22">1165 7300 337 0,'0'0'124'0,"0"0"-49"0,0 0 3 0,0 0-10 16,0 0-38-16,0 0-1 0,-82 6 34 15,82-6 11 1,0 0-28-16,0 0 4 0,0 0 14 16,0 0-23-16,21 0-4 15,47-35 3-15,36-22 15 16,40-17-7-16,23-10-24 15,22-6 0-15,0 7 19 16,-13 6-32-16,-29 17 3 16,-46 14-14-16,-26 18 8 15,-37 9-19-15,-21 11-1 0,-15 8-58 16,-2 0-24-16,0 0-6 16,-57 43-9-16,-56 24-126 15,-42 10-123-15</inkml:trace>
  <inkml:trace contextRef="#ctx0" brushRef="#br0" timeOffset="25699.29">1130 7506 669 0,'0'0'81'0,"0"0"-18"15,257-188 48-15,-31 75-50 0,57-15-30 16,50-12-15-16,37-16-16 15,9-23-94-15,-11-12-377 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6:07:19.671"/>
    </inkml:context>
    <inkml:brush xml:id="br0">
      <inkml:brushProperty name="width" value="0.05292" units="cm"/>
      <inkml:brushProperty name="height" value="0.05292" units="cm"/>
      <inkml:brushProperty name="color" value="#FF0000"/>
    </inkml:brush>
  </inkml:definitions>
  <inkml:trace contextRef="#ctx0" brushRef="#br0">8872 8053 150 0,'0'0'81'0,"0"0"-57"0,0 0 16 0,0 0-40 16,-63 168-60-16</inkml:trace>
  <inkml:trace contextRef="#ctx0" brushRef="#br0" timeOffset="557.39">8818 7901 617 0,'0'0'95'15,"0"0"29"-15,0 0 74 16,0 0-54-16,0 0-66 15,0 0-13-15,0-134 21 16,0 134 14-16,0 0-33 0,0 0-15 16,0 0-7-16,0 53-36 15,0 22 20-15,0 26 13 16,-5 9-32-16,-2-12 2 16,-12-3-7-16,8-16-5 15,-1-26 0-15,7-17 6 16,0-21-11-16,5-9 5 15,0-6-12-15,0 0 8 16,0 0-16-16,0-21 11 0,0-30 2 16,0-26-8-1,0-15 13-15,5-8-10 16,12 8-2-16,8 8 4 16,-8 20 10-16,4 15 0 0,0 20-4 15,-9 16 13-15,0 7-8 16,9 6 6-16,10 6-3 15,21 42 27-15,0 23-17 16,-1 24 2-16,-18 11 2 16,-7 0-17-16,-7 0 8 0,0-12-9 15,-17-9 0-15,3-11-4 16,-5-8 4-16,0-13-19 16,0-5-27-16,0-12-106 15,-21-12-65-15,-24-21-150 16,-14-3-214-16</inkml:trace>
  <inkml:trace contextRef="#ctx0" brushRef="#br0" timeOffset="733.35">8478 8371 924 0,'0'0'70'0,"0"0"88"0,0 0-15 0,0 0-135 16,0 0 20-16,290-44-28 15,-155 32-39-15,-10 5-146 16,-12 1-161 0,-21 3-302-16</inkml:trace>
  <inkml:trace contextRef="#ctx0" brushRef="#br0" timeOffset="1323.51">9572 8166 546 0,'0'0'318'16,"0"0"-189"-16,0 0 117 16,0 0-131-16,0 0-87 0,0 0-12 15,-49 33 25-15,49 21 25 16,12 1-27-16,4-1-9 16,1-11-17-16,-8-9 0 15,-4-9-12-15,-5-10 2 16,0-9 2-16,5-6-5 15,-5 0 0-15,7 0 7 16,-7 0-1-16,0-21-12 0,0-21 4 16,0-12-11-16,0 1 8 15,0-1-13-15,4 12 3 16,18 10 13-16,-6 7-11 16,12 14 11-16,-9 11-2 15,9 0-6-15,10 5 8 16,7 43 2-16,7 18 0 15,-7 6 6-15,-19-3-3 16,-5-9-3-16,-21-13 0 0,0-11 4 16,0-13-6-16,0-12 2 15,0 0 0-15,0-11 1 16,-5 0-1-16,-7 0-2 16,-4-32-9-16,-5-17-37 15,-1-14 48-15,22-3-12 16,0-2-9-16,0 6 18 15,43 11-7-15,6 15 10 16,10 11-3-16,5 14 6 16,2 11 7-16,-7 0 7 0,-5 26 6 15,5 20 24-15,-26 7-37 16,-2-2 7-16,-20-4-16 16,-11 1 6-16,0 0-14 15,0-1-29-15,-47 2-115 16,-19-8-191-16,0-8-266 15</inkml:trace>
  <inkml:trace contextRef="#ctx0" brushRef="#br0" timeOffset="2041.14">10831 8315 539 0,'0'0'353'0,"0"0"-339"0,0 0 175 0,-33-156-59 0,33 135-93 16,-11 7 26-1,-8 9-29-15,-14 5-13 16,0 0-16-16,-15 19 2 16,20 26-8-16,-5 3 1 15,21 6 0 1,12 0-2-16,0-11 4 0,0-9-4 0,31-5 0 31,7-10-22-31,-10-10 0 0,7-6-19 0,-2-3 6 16,-4 0 25-16,-3-18 11 31,0-15 1-31,0-5 0 0,-10-7 5 16,-2-1 4-16,-7 3-8 15,-4 9 9-15,1 11 17 16,-4 8-7-16,0 10 11 15,0 5-9-15,0 0-22 16,0 5 3-16,5 33-2 16,12 13-1-16,-8 3 6 15,5-4-4-15,-2-11-2 0,0-10 0 16,-5-7 7-16,0-15-12 16,0-5 5-16,-5-2 0 15,-2 0-5-15,0 0 5 16,0-6-2-16,5-24 2 15,0-12-2 1,11 0-2-16,5-9 4 0,8 10 0 16,8 5-5-16,15 7 6 15,-2 9-1-15,-10 10 0 16,-5 10-2-16,8 0 0 0,-15 47 4 16,14 19 12-16,-16 11 12 15,-4-2-19-15,-15-13 15 16,-7-7-5-16,0-17-11 15,0-13 25-15,0-14-10 16,0-8 5-16,0-3 10 16,0 0-19-16,0-12 5 0,-7-28-22 15,-8-13 2-15,15-6-4 16,0-9 2-16,0-4-60 16,52 6-29-16,7 4-123 15,-9 7-227-15</inkml:trace>
  <inkml:trace contextRef="#ctx0" brushRef="#br0" timeOffset="2823.21">12090 7744 862 0,'0'0'62'0,"0"0"56"0,0 0 104 16,0 0-172-16,0 0-17 15,0 0 24-15,243 0-3 16,-109-6 0-16,-2-8-18 16,0-3 0-16,-7 5-16 0,-35 0-19 15,-19 2-2-15,-36 10 1 16,-25 0-56-16,-10 0-43 16,0 0-55-16,-10 0-30 15,-35 11-70-15,-2-11-3 16,-2 0 15-16,2 0-72 15</inkml:trace>
  <inkml:trace contextRef="#ctx0" brushRef="#br0" timeOffset="3014.47">12727 7601 93 0,'0'0'163'16,"0"0"-66"-16,0 0-14 15,0 0 42-15,-123-152-6 0,123 147 29 16,-5-1 5 0,5 6-33-16,0 0 4 15,0 0-32-15,0 0-38 16,0 11-10-16,0 32-1 15,26 9 30-15,0 8-27 0,5 3-37 16,-3-1 3-16,-11-1-12 16,-1-1-9-16,-16-7-18 15,0 0-113 1,0 1-56-16,-28-5-92 0,-24-2-131 0</inkml:trace>
  <inkml:trace contextRef="#ctx0" brushRef="#br0" timeOffset="4725.88">12635 8496 907 0,'0'0'115'0,"0"0"10"0,0 0 70 16,0 0-142-16,0 0-22 15,0 0 32-15,177 0 9 16,-48 0-5-16,1 0-16 16,-17 0-5-16,-26 0-8 0,-18 0-34 15,-36 0 9 1,-7 0-13-16,-7 0-2 0,-1 0-4 15,-6 0-56-15,9 0-107 16,5 0-128-16,7 0-228 16</inkml:trace>
  <inkml:trace contextRef="#ctx0" brushRef="#br0" timeOffset="5282.53">13953 7781 890 0,'0'0'22'15,"0"0"152"-15,0 0 49 16,0 0-118-16,0 0 2 16,-36-152-36-16,36 152-12 15,0 0-25-15,0 15-18 0,-11 44 15 16,6 25-17-1,5 13 12-15,0 6 1 0,0-5-26 16,0-2 11-16,0-16-12 16,5-8 5-16,2-18-1 15,-7-10-4-15,0-8 0 16,0-15-2-16,0-7-7 16,0-14 9-16,0 0-4 15,0 0-7 1,0 0 3-16,0 0-2 15,9-31-12-15,10-15 20 0,7-11-12 0,4 10 9 16,8 5-7 0,0 12 0-16,9 12 9 0,-2 8-2 15,-5 10 5-15,12 0-6 16,-10 7 6 0,5 35 0-16,-14 9 5 0,-7 6-3 15,-14-8 12-15,-12-3-14 16,0-14 3-16,0-8 19 0,0-5-21 15,-42-5 12-15,-1-9-12 16,-2 1 5-16,8-6-9 16,-8 0 3-16,10-8-19 15,-1-28-19-15,10-5-81 32,17-5-80-32,9 9-216 15,0 6-272-15</inkml:trace>
  <inkml:trace contextRef="#ctx0" brushRef="#br0" timeOffset="6238.84">14945 8302 893 0,'0'0'53'0,"0"0"91"0,0 0 31 15,0 0-141-15,0 0 14 16,0 0 23-16,-33-109-43 0,-9 109-1 16,-17 0-18-16,-12 26-8 15,5 16 21-15,14 5-17 16,26 1 2-16,19 1-7 16,7-6 6-16,0-3-10 15,24-17 4-15,18-7-15 16,5-8 8-16,-9-8-20 15,-7 0 10-15,4 0 10 16,-9-17 6-16,-5-13-2 0,3-3 3 16,-1-6 0-16,-11 4 3 15,0-2 1-15,-7 11-4 16,-1 7 13-16,-4 13-10 16,0 0 36-16,0 6-18 15,0 0-16-15,0 0 6 16,0 21-8-16,0 15-3 15,12 9 0-15,2-9 4 0,5 0-6 16,7-7 2-16,-5-8-3 31,3-5-6-31,2-8 4 0,-5-4 2 0,-4-4 2 16,9 0-12-16,-1 0 8 16,4-28 5-16,1-12 0 15,-6-6-1-15,2-11 3 16,-19-6-2-1,-2-8 0-15,-5-10 9 0,0 1-14 16,0 3 5-16,0 8 0 0,-17 15 3 16,5 18 2-16,-6 15 5 15,10 6 4 1,-6 13-12-16,7-2 24 0,-5 1-26 16,-2 3 2-1,-2 3 1-15,13 33 4 0,-11 21-7 16,14 15 11-16,0 3-7 15,0 2 11-15,0-2-15 16,10-9 0-16,-3-7 2 0,9-12 4 16,-2-11-6-16,-2-12 0 15,-5-10-2-15,0-10-6 16,0-2 4-16,-7-2-13 16,5 0 16-16,7 0-27 31,4-14 16-31,10-16 12 15,-7 0-14-15,7 4 9 16,0 8 1-16,0 5 4 16,5 4-8-16,-1 9 15 0,6 0-7 15,6 9 21-15,-4 25-8 16,-5-2 20-16,-12-1-23 16,-21-5 1-16,0-5 20 15,-9-6-11-15,-29 3 12 16,-12-7-20-16,-8-5-8 15,13-3-4-15,-2-3 0 16,9 0-48-16,0 0-54 0,5-20-133 16,2-10-191-16</inkml:trace>
  <inkml:trace contextRef="#ctx0" brushRef="#br0" timeOffset="6989.4">15634 8166 690 0,'0'0'156'0,"0"0"-82"0,0 0 132 16,0 0-85-16,0 0-75 16,0 0-17-16,-12 10 9 15,12 42 26-15,0 5-37 16,0-3-5-16,0-6-16 15,7-8-6-15,14-3 11 0,3-11-10 16,16-2-1 0,-14-9 0-16,4-11-12 0,1-4 8 15,-10 0-9-15,5 0 5 16,0-22 3-16,-7-13 5 16,2-8 0-16,-4-1 0 15,-15-3 6-15,-2 4-6 16,0 9 1-16,0 9-1 15,0 10 32-15,0 9-15 0,0 6 20 16,0 0-11-16,0 0-25 16,0 0 0-16,0 36 2 15,0 11-3-15,0 1 11 16,12-5-11-16,21-9 0 16,-5-3-1-16,3-7 6 15,6-10-14 1,-8-2 9-16,-6-9-21 0,3-3 16 0,0 0-21 15,0-9 20-15,-2-26 4 16,-3-10 2 0,0-15-5-1,-4-15 5-15,-13-8 0 16,-4-12-7-16,0-1 7 16,0 10-2-16,0 9-3 15,-16 14 10-15,-5 20 4 16,9 15 3-16,-2 9 7 15,7 13 18-15,7 6-28 16,0 0 6-16,0 0-7 0,-5 18-1 16,-2 42 1-16,7 18 21 15,0 14-18-15,0-1 23 16,0 3-25-16,0-5 3 16,26-11-4-16,9-16 0 15,8-10-2-15,-1-18-6 16,12-6 0-16,-9-10 1 15,0-13-1-15,-5-2-12 16,2-3-23-16,-9 0-67 0,0 0-45 16,-7-17-161-16,-19-14-186 15</inkml:trace>
  <inkml:trace contextRef="#ctx0" brushRef="#br0" timeOffset="7323.26">17272 8371 816 0,'0'0'163'0,"0"0"-109"0,0 0 179 0,0 0-110 16,0 0-98-16,0 0 46 15,97 42 23-15,14-30-60 0,18-6 24 16,1-4-8-16,4-2-21 16,-21 0 17-16,-9 0-31 15,-31 0 1-15,-21 0-6 16,-26 0-4-16,-17 0-10 16,-9 0 4-16,0 0-34 15,0 0-30-15,-37 0-156 16,-22 0-235-16,-5-8-439 15</inkml:trace>
  <inkml:trace contextRef="#ctx0" brushRef="#br0" timeOffset="7943.41">16588 7235 737 0,'0'0'154'0,"0"0"-105"0,0 0 122 16,0 0-25-16,0 0-84 15,0 0 20-15,236 2-3 16,-139-2-30-16,-5 0 20 16,-21 0-39-16,-22 0-24 15,-23 0 14-15,-10 0-17 0,-16 0-1 16,5 0-2-16,-5 0 7 16,0 0-4-16,0 0-3 15,0 0 0-15,0 0-7 16,0 0 5-16,0 0 2 15,0 0-1-15,0 0 2 16,0 0-2-16,0 0 1 16,0 0 0-16,0 0 3 15,0 0 1-15,0 0-4 16,0 0 0-16,0 0 2 0,0 0-11 16,0 0-10-16,0 4-35 15,0 1-15-15,0 7-69 16,0 1-158-16,0-4-251 15</inkml:trace>
  <inkml:trace contextRef="#ctx0" brushRef="#br0" timeOffset="8790.5">18788 7924 813 0,'0'0'117'0,"0"0"46"0,0 0 85 16,0 0-101-16,-14-161-52 15,14 152 16-15,0 3-48 16,0 6-26-16,0 0 15 16,0 0-36-16,0 0 7 0,0 12-4 15,0 38-17-15,9 19 22 16,20 12-9-16,-1-6-15 15,-2-14 3-15,0-1-3 16,-14-12-22-16,-8-3-11 16,-4-7-30-16,0-4 2 0,0-11-77 15,-12-8-81-15,3-12-45 16,9-3-86-16,0-9 7 16,0-26-87-16</inkml:trace>
  <inkml:trace contextRef="#ctx0" brushRef="#br0" timeOffset="9474.54">19106 7969 176 0,'0'0'411'0,"0"0"-286"16,0 0 74-1,0 0-16-15,0 0-64 0,0 0-26 0,-35-68-52 16,-26 74-15-16,-17 34-6 16,-7 11-2-16,2 4 9 15,10-2-24 1,10-6 6-16,25-13-5 0,5-11-4 15,19-12 0-15,7-11-4 16,7 0-10-16,0 0 5 0,0 0-5 16,26 0 14-16,33 0-1 15,-3 0 1-15,17 0 0 16,3 7-1-16,6 7 8 16,-2 11-6-16,-4-1-1 15,-3-3 4-15,-16-3-5 16,-10-9 1-16,-19-4-7 15,-12-1 5-15,-8-4-15 16,3 0 6 0,-4 0 7-16,-2-21 4 0,-3-7-4 15,3-6 4-15,0-3 0 0,7-2-1 32,-3 3-1-32,12 7 2 15,-2 11 0-15,7 5 1 16,9 10 1-16,6 3 0 15,-4 0 8-15,-1 37 16 16,-6 17-4-16,-16 7-2 16,-9-1-1-16,-5-6-14 15,0-11 12-15,0-11-15 16,-12-8-2-16,-14-8 9 16,5-11-2-16,5-5-7 0,-1 0 0 15,3 0 0-15,12-24-1 16,2-21-21-16,0-12 15 15,0-6 7-15,33 4-20 16,23 3-1-16,10 14 11 16,-4 12 9-16,-13 15-8 15,-14 9 13-15,3 6-4 16,-10 8 53-16,10 38-1 16,9 10 11-16,-9 2-6 0,0-9-16 15,-12-1-3-15,-19-11-38 16,-2-5 1-16,-5-6-2 15,0-4-25-15,-12-7-129 16,-35-9-162-16,-1-6-274 16</inkml:trace>
  <inkml:trace contextRef="#ctx0" brushRef="#br0" timeOffset="9714.91">19828 7784 881 0,'0'0'46'0,"0"0"29"0,0 0 89 0,0 0-98 16,0 0-40-1,0 0 6-15,141 26 14 0,-129-26-19 16,-12 0 20-16,0 0 11 0,0-20-34 16,0-7-4-16,0 5-14 15,0 8-1 1,-24 5-10-16,-9 3-9 0,3 3-18 15,-13 3-37-15,-2 0-81 16,1 20-95-16,-8 11-118 16</inkml:trace>
  <inkml:trace contextRef="#ctx0" brushRef="#br0" timeOffset="10112.77">20405 8130 970 0,'0'0'83'15,"0"0"-32"-15,0 0 124 16,0 0-128-16,0 0-29 16,0 0-12-16,88-137-6 0,-155 137-12 15,-3 3-5-15,4 27 17 16,14 5 0-16,28 6-4 15,24 10-1-15,0 4 0 16,31-4 1-16,47-2-6 16,4-7 12-16,3-3-2 31,-14-6 2-31,-17-3 0 16,-16-9 31-16,-19-9 6 0,-12-7 7 15,-7-5 35-15,0 0-29 16,-21 0-13-16,-48 0-26 15,-18 0-7-15,0 0-12 16,2-19-18-16,14-13-53 16,19 4-34-16,19-5-131 15,21 5-192-15</inkml:trace>
  <inkml:trace contextRef="#ctx0" brushRef="#br0" timeOffset="11419.01">20924 7724 717 0,'0'0'207'0,"0"0"-110"0,0 0 153 16,0 0-96-16,0 0-89 15,0 0-4-15,-45-63-30 16,43 114-26-16,-12 24 45 15,4 20 6-15,3 7-28 16,-5-1 13-16,12-10-29 16,0-2 3-16,0-18-15 15,0-12 6-15,0-15-5 16,0-12-1-16,0-21-5 0,0-5 1 16,0-6-24-16,0 0-11 15,0-3-5-15,0-34-14 16,0-10 21-16,24-6-16 15,7 1-2-15,4 3 8 16,10 6 12-16,0 14 30 16,-12 5 1-16,2 11 3 15,-2 11-4-15,-5 2 8 0,3 0-3 16,9 20 31-16,7 23-3 16,0 5 4-16,-2-2-17 15,-12-3-15-15,-2-8 12 16,-3-5-12-16,-9-12 0 31,0-6 7-31,-3-10-6 0,-6 2-1 0,-6-4 0 16,-4 0 0-16,12-10 8 15,-7-22-8-15,0-13 0 16,-5-6 0-16,0 7 2 0,0-1-2 31,0 11 0-31,0 14 8 16,0 8-6-16,0 10 4 15,-5 2 4-15,0 0 15 16,-7 14-22-16,3 29-3 16,-5 13 25-16,0 1-22 15,9-10 18-15,5-7-16 16,0-12 0-16,0-10 3 16,0-8-7-16,0-4-1 0,0-6 0 15,0 0 2-15,0 0-10 16,0-9 4-16,0-24-8 15,0-12 4-15,0-2 4 16,19-1-13-16,14 9 12 16,-7 3-13-16,14 8 15 15,-3 8-10-15,-11 8 9 16,-7 6-7-16,0 4 11 16,-12 2 0-16,10 0 8 0,4 11-7 15,-7 25 21-15,5 2-16 16,2 6-3-16,0-10 0 15,1 3-3-15,-1-5 0 16,-5-5-1-16,6-6 7 16,-1-4-6-16,7-2 0 15,-2-5 0-15,0-1-4 16,9-5 4-16,1-4-10 16,18 0 9-16,0 0-22 15,0 0 9-15,3 0-6 0,-12-16 1 16,-3-2 16-16,-14-6-1 15,5-2 4-15,-7-8-2 16,0-4 8-16,0-7-8 16,-2 0 2-16,-8 3 0 15,-9 3 6-15,-2 14-6 16,-5 6 0-16,0 4 24 16,-19 9-24-16,-37 6 6 15,-10 0-6-15,-10 0 3 16,10 17 0-16,14 6-3 15,19 0 0-15,0-6 0 0,24-4-21 16,7-9 2-16,2 3-13 16,0-7-18-16,0 0 24 15,0 0-22-15,7 0 37 16,33 0 4-16,9 0 14 16,-4 21 2-16,0 11 18 15,2 8 8-15,2 11 4 16,3-7-28-16,-2-8 4 0,-1-6-2 15,-2-12-9-15,1-12 13 16,-11-6 5-16,3 0-8 16,12 0 13-16,7-28-27 15,0-4 0-15,-5-7-2 16,1-8-51-16,-18-7-27 16,-11-5-50-16,-12 4-153 15,-14 14-91-15</inkml:trace>
  <inkml:trace contextRef="#ctx0" brushRef="#br0" timeOffset="12552.04">20660 9678 489 0,'0'0'317'0,"0"0"-216"0,0-203 109 16,0 159-24-16,0 11-88 15,0 18 16-15,0 6-36 16,0 6-20-16,-2 3 5 16,2 0-45-16,-12 0 14 15,7 35-9-15,-11 34-15 16,6 27 34-16,10 20-17 16,0 9-12-16,0 19 33 15,17 7-37-15,11 2 7 16,3-4-12-16,-6-12 1 0,-3-24 5 15,-18-11-10-15,3-18 0 16,-7-19 17-16,0-14-11 16,0-16-5-16,0-17-1 15,0-9 5-15,5-2-14 16,-5-7 7-16,3 0-30 16,-3 0 2-16,0 0-38 15,0 0-7-15,0-22-103 16,-45 2-149-16,-14 14-150 15</inkml:trace>
  <inkml:trace contextRef="#ctx0" brushRef="#br0" timeOffset="12934.33">19026 11778 903 0,'0'0'125'0,"0"0"17"0,0 0 48 0,0 0-19 16,0 0-89-16,0 0-23 0,-75-95 12 15,75 95-40 1,0 36-5-16,0 34 14 0,0 29-16 16,7 5 11-16,2-4-32 15,3-9-2-15,-3-10-1 16,-4-9 0-16,2-8-28 16,-7-9-18-16,0-13-75 15,0-15-89-15,0-13-118 16,0-14-59-16,-12 0-5 0</inkml:trace>
  <inkml:trace contextRef="#ctx0" brushRef="#br0" timeOffset="13157.35">18762 12061 144 0,'0'0'361'16,"-42"-169"-255"-16,42 97 32 0,0 9 19 16,37 6-86-16,27 19 5 15,11 10-9-15,8 20-18 16,-3 8 55-16,5 23 17 15,-7 34 8-15,-10 11-31 0,-21 10-53 16,-35 1-6-16,-12 4-27 16,-21 3-8-16,-59-5-2 31,-24 2-2-31,-7-9-53 16,10-8-77-16,9-15-176 15,26-17-182-15</inkml:trace>
  <inkml:trace contextRef="#ctx0" brushRef="#br0" timeOffset="13892.77">19401 12067 1105 0,'0'0'82'16,"0"0"43"-16,0 0 58 15,0 0-81-15,0 0-67 0,0 0-16 16,-47-68 20-16,47 68-13 16,0 44-17-16,0 19 22 15,0 12-28-15,0-1-2 16,28-8-1-16,5-12 1 16,12-10-2-16,7-13-7 15,11-17-23-15,-4-11 20 16,5-3-31-16,-12 0-1 15,4-33 22-15,-15-8-23 0,-20-9 42 16,-7-8 0-16,-5-1 4 16,-9 5 8-16,0 8 2 15,0 12 6-15,0 9 32 16,0 10-33-16,0 9 20 16,0 6-11-16,0 0-19 15,0 0 4-15,0 40-11 16,0 11 0-16,0 7 1 0,0-4-1 31,12-3-8-31,0-8 0 16,-3-14-19-16,-4-12 25 0,-5-8-11 15,7-7 2-15,-2-2 11 0,-5 0-19 16,2-22 17-16,-2-20-3 16,5-9 5-16,9-2-7 15,5 4 7-15,12 7 0 16,2 7-2-16,14 9 6 0,2 10-4 15,3 13 0-15,-7 3 1 16,-3 16 7-16,-13 33-3 16,-3 14 3-16,-12 3 14 15,-14 0-17-15,0-6 8 16,0-12 5-16,0-19-6 16,-19-9 14-1,12-9-17-15,-7-11 5 0,9 0 1 16,0 0-11-16,5-25 0 0,0-16-4 31,0-16-15-31,0-3 10 0,26-2-65 0,26 7-47 16,-7 17-153-16,4 13-92 15,8 23-140-15</inkml:trace>
  <inkml:trace contextRef="#ctx0" brushRef="#br0" timeOffset="14771.53">21082 12029 886 0,'0'0'134'0,"0"0"88"0,0 0-68 15,0 0-68-15,0 0-37 16,0 0-31-16,-269-28-16 16,238 68 10-16,6 13-12 15,-1 4 0-15,23-7 4 16,3-4-4-16,0-14-1 15,3-11-5-15,27-3-34 0,8-10 25 16,-3-8-6-16,-6 0 19 16,4 0-8-1,-7-26 18-15,-12-4-8 0,5-6 13 16,-5 3 3-16,-12 7 38 16,3 8-14-16,-5 9 1 15,0 6 19-15,0-1-37 16,0 4 9-16,0 10-19 15,16 40-9-15,-6 19 15 0,2 18-14 16,-12 2-4-16,0 3 20 16,0 7-19-16,-12 5 6 15,-14 16-8-15,-2-5 6 16,2-4 1-16,-12-22-7 16,5-19 1-16,-10-20 5 15,1-17-5-15,14-15-1 16,6-9 0-16,1-9-6 0,9 0 4 15,-6-21-26-15,6-24 11 16,0-12 8-16,12-8 5 16,0-1-3-1,19-2 1-15,28 2-18 16,7 0 19-16,10 5-37 16,-5 4-1-16,7 3 21 0,-2 2-23 15,-10 3 24-15,-5 0 19 16,8-2-3-16,-12 0 3 15,2-1 2 1,-2 1 0-16,-3-1 5 0,-9 1 0 0,-12 7 0 16,-11 5 4-1,-1 4-9-15,-9 7 23 0,0 8-7 16,0 6-10-16,-9 2 25 16,-22 12-24-1,3 0 3-15,-15 0-8 0,-2 20 8 0,8 12-9 31,4 5-1-31,21-5 0 16,12-5-1-16,0-3 2 16,0-10-1-16,24-3 0 15,4-9-22-15,10-2 21 16,-8 0-15-16,-1 0 16 16,1 0-8-16,-11 0 14 15,7 0-6-15,16 27 19 16,3-1-13-16,12-5 7 0,-12-2-13 15,-1-16 0-15,8-3 1 16,0 0 2-16,-2-15-6 16,4-15-11-16,-21-6-37 15,2-3-3-15,-7-5-114 16,-20-7-150-16,-8-6-99 16</inkml:trace>
  <inkml:trace contextRef="#ctx0" brushRef="#br0" timeOffset="16371.6">22600 7396 870 0,'0'0'78'0,"0"0"101"0,0 0 47 16,0 0-123-16,0 0-70 16,0 0-3-16,-59 0 3 15,151 2-13-15,24-2 36 16,11 0-14-16,-9 0-21 0,-21 0 27 16,-31 0-30-16,-24 0-7 15,-30 0 12-15,-3-2-21 16,-9 2 6-16,0 0-3 15,0 0-2-15,0 0 6 16,0 0-9-16,5 0 0 16,-5 0 5-16,0 0-2 0,0 0-3 15,0 0 0-15,0 0 5 16,0 0 1-16,0 0-6 16,0 0 0-16,0 0-1 15,0 0 5-15,0 0-6 16,0 0 2-16,0 0-8 15,0 0 3-15,0 0-18 16,0 0-26-16,0 0-38 16,0 0-80-16,-19 0-110 0,-14 0-111 15,-12 2-68-15</inkml:trace>
  <inkml:trace contextRef="#ctx0" brushRef="#br0" timeOffset="16928.87">22935 7205 703 0,'0'0'30'0,"0"0"107"0,0 0-18 0,0 0-98 0,0 0-7 16,0 0-11-16,-33-25 9 15,33 25 4-15,0 0 15 16,0 0 27-16,0 0-21 15,0 0-8-15,0 0 6 32,0 0-19-32,0-2 7 15,0 2-2-15,0 0-20 16,0 0 16-16,0 0-17 0,0 0 0 16,0 0 10-16,0 0-9 15,0 0-2-15,0 0-36 16,0 0-17-16,0 0 8 15,0 0-10-15,0 0 0 16,0 0 19-16,0 0 6 0,0 0 16 16,0-6 10-1,0-3 5-15,0-2 12 0,0-1-2 16,0 3 29-16,0 5 30 16,0-3-12-16,0 5 41 15,0-1-10-15,0 0-17 16,0 3 23-16,0 0-21 15,0 0-17-15,0 0 16 16,0 0-43-16,0 8 4 16,0 44-11-16,0 17-7 15,12 14 35-15,14-5-42 0,2-10-6 16,10-8 2-16,-8-9-4 16,-6-9-2-16,2-1-32 15,-10-2-67-15,-16-4-213 16,0-10-311-16</inkml:trace>
  <inkml:trace contextRef="#ctx0" brushRef="#br0" timeOffset="20964.74">22074 11443 811 0,'0'0'128'0,"0"0"-32"0,0 0 109 0,0 0-53 15,0 0-84-15,0 0 30 16,0 0-32-16,-47 0-15 16,45 0 16-16,2 0-30 15,0 0 4-15,0 0-6 0,0 0-23 16,45 0 29 0,14 0-34-16,18 4-1 0,-6-1 8 15,12 0-3-15,-8-3-11 16,-7 0 0-16,-16 0 6 15,-21 0-1-15,-14 0-5 16,-17 0 0-16,0 0-1 16,0 0 9-16,0 0-8 15,-36 0 0-15,-46 0 2 16,-17 0-5-16,-10 0 3 16,-9 0 0-16,22 0-6 0,6 0 11 15,12 3-5-15,22 9 0 16,27-6 6-16,25-1-1 15,4-1-5-15,0 1 0 16,30 4-1-16,36 0 8 16,24-6-7-1,7-3 0-15,6 0 7 0,-6 0-3 16,0 0-1-16,-1-12-3 0,-25 3 17 16,-21-2-6-16,-25 5-11 15,-20 3 0-15,-5 0 5 16,0 3-4-16,-16 0-1 15,-60 0 0-15,-30 0-5 16,-14 0 7-16,-10 3-2 16,15 14 0-16,11 4 5 15,24-3-8-15,30-2 3 16,24-7 0-16,26-4-3 16,0 1 6-16,59-4-3 0,45-2 0 15,33 0-12 1,4-13 10-16,-6-12-39 0,-36 4-45 15,-43 1-49-15,-49-1-411 16</inkml:trace>
  <inkml:trace contextRef="#ctx0" brushRef="#br0" timeOffset="25440.48">22902 10907 703 0,'0'0'101'0,"0"0"6"0,0 0 79 0,0 0-26 16,0 0-66-16,-382-56-18 15,205 52 38-15,-56 4-49 0,-62 0-6 16,-49 17 5-16,-59 26-44 31,-45 17 19-31,-31 23-10 0,-11 15-9 0,-24 25 35 16,-9 17-30-16,20 24 15 16,25 27-4-1,53 27-21-15,65 12 24 0,77 8-39 16,80-2 0-16,90-19 0 15,99-7 0-15,49-23 0 16,154-20 0-16,115-17 0 16,92-38 0-16,104-28 0 0,56-42 0 15,19-36 0-15,1-6-13 16,-39-57-15-16,-35-24 4 16,-23-22-14-16,-43-8 26 31,-21-8-1-31,-26-9 13 15,-10-15-9-15,-18-20 9 16,-21-14-1-16,-29-26-1 16,-47-22-5-16,-52-13 3 15,-82-3 2-15,-78 5 2 16,-52 18-6-16,-118 27 6 0,-99 21-10 16,-99 39-8-16,-111 35-52 15,-94 31 0-15,-80 34-120 16,-52 31-85-16,-9 16-21 15,-15 62-138-15</inkml:trace>
  <inkml:trace contextRef="#ctx0" brushRef="#br0" timeOffset="26938.96">11418 6445 731 0,'0'0'14'0,"-323"-34"51"0,111 34 38 0,-45 0 46 16,-61 43-56 0,-43 35-15-16,-30 24-6 0,-29 52-14 15,-11 51 21 1,-15 54 7-16,20 55-21 0,44 27 16 15,75 22-31-15,85 6-16 16,121-13-1-16,101-25-30 16,101-48 4-16,152-57-7 15,84-54 4-15,71-57-10 16,59-45 6-16,30-50-17 0,45-20 11 16,15-63-24-16,6-47 12 15,-14-37-1-15,-32-31 0 16,-79-28 14-16,-77-20 5 15,-90-31 0-15,-108-21 5 16,-93-27 2-16,-70-18-7 16,-101-9 0-1,-114-8-6-15,-77 8-11 16,-69 29-23 0,-37 42-30-16,-22 73-1 0,-23 79-52 15,23 72-47-15,17 37-43 16,31 63-186-16</inkml:trace>
  <inkml:trace contextRef="#ctx0" brushRef="#br0" timeOffset="28081.45">11020 6846 752 0,'0'0'49'0,"0"0"-4"0,0 0 118 16,0 0-37-16,0 0-73 15,0 0-20-15,113-199-29 16,69 97 10-16,63-10-9 16,73-13-3-16,90-7 8 0,70 12-9 15,72 13 36 1,75 26 36-16,32 31-16 0,36 35 11 16,8 15 4-16,-18 47-22 15,-30 31 12-15,-23 21-26 16,-50-1-7-16,-57 7 7 15,-70-10-33-15,-100-15 19 16,-100-20-5-16,-100-15-15 16,-75-21 10-16,-59-7-12 15,-19-2 0-15,0 1 2 0,-12 4 3 16,-21-5-5-16,7-6 0 16,14-3-10-16,12-6 5 15,0 0-55-15,-5-12-40 16,-4-26-100-16,-10-16-172 15,-7-6-104 1</inkml:trace>
  <inkml:trace contextRef="#ctx0" brushRef="#br0" timeOffset="28328.77">20092 5994 1006 0,'0'0'45'0,"0"0"-1"0,0 0 116 16,0 0-46-16,0 0-70 16,0 0 8-16,33 153 12 0,94-103-30 15,3-5-1 1,-10 6-4-16,-23-7-15 0,-36 4 15 16,-42 9-22-16,-19 8-7 15,-104 19 0-15,-56 5-24 31,-41 6-115-31,-13-2-51 16,-1-1-196-16,10-12-388 16</inkml:trace>
  <inkml:trace contextRef="#ctx0" brushRef="#br0" timeOffset="32534.74">2589 6728 542 0,'0'0'25'0,"0"0"8"0,0 0 49 15,0 0-7-15,0 0-3 16,0 0 49-16,0 0 19 15,-410 218 1-15,196-108-28 16,-22 14-8-16,-2 17-20 16,4 8-7-16,27-2-36 31,21-7-8-31,11-15 10 16,38-11-24-16,17-25 2 0,35-18-4 15,29-17-16-15,23-24 6 16,12-9-8-16,13-9 3 15,8-9-2-15,0 0-1 16,0-3-9-16,0 0-1 16,0 0-20-16,0 0-4 15,33-12-13-15,38-24 8 16,26-14-42-16,9-12-63 0,9-8-38 16,8-4-42-16,4-6-58 15,-2-8-83-15</inkml:trace>
  <inkml:trace contextRef="#ctx0" brushRef="#br0" timeOffset="32820.98">2283 6910 473 0,'0'0'42'16,"0"0"36"-16,0 0 37 0,0 0 31 15,0 0-76-15,0 0-9 16,-19-15 30-16,-49 57-23 15,-20 20-37-15,-29 16 46 16,-30 17-22-16,-13 13 7 16,-12 8-31-16,-7 6-13 15,11 4 2-15,15-3-13 16,23-8-5-16,22-13-4 16,33-22-2-16,23-20-22 0,23-25-26 15,29-18-87 1,0-17-87-16,15 0-95 0,41-38-219 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6:09:42.742"/>
    </inkml:context>
    <inkml:brush xml:id="br0">
      <inkml:brushProperty name="width" value="0.05292" units="cm"/>
      <inkml:brushProperty name="height" value="0.05292" units="cm"/>
      <inkml:brushProperty name="color" value="#FF0000"/>
    </inkml:brush>
  </inkml:definitions>
  <inkml:trace contextRef="#ctx0" brushRef="#br0">16388 1099 624 0,'0'0'40'0,"0"0"45"0,0 0 69 0,0 0 14 15,0 0-77-15,0 0-36 16,0 0-20-16,54-45-8 16,-113 167-3-16,-23 69 33 15,-24 41 34-15,-7 35-26 16,-12 10-6-16,-14 1 12 15,-10-10-33-15,0-18 2 16,10-20-4 0,19-34-21-16,23-22 16 15,20-31-31-15,25-23 0 0,21-26 6 0,10-25-6 16,21-21-5 0,0-21-18-16,0-12-47 15,0-15-17-15,26 0-109 16,9-19-28-16,15-40-57 15,-17-13-163-15</inkml:trace>
  <inkml:trace contextRef="#ctx0" brushRef="#br0" timeOffset="372.82">15473 3001 838 0,'0'0'54'16,"0"0"4"-16,0 0 145 0,0 0-95 16,0 0-89-16,0 0 4 15,-210 43-11-15,350-29 27 16,79-5 5-16,64-9-21 15,56 0 11-15,48 0 5 16,30 0-18-16,22 0 29 16,-1 0 13-16,-47 0-50 15,-63 0-11-15,-92 0-2 0,-88 0-31 16,-58 0-23-16,-52 0-26 16,-38-5 13-1,0-1-22-15,-57 0-143 0,-49 3-70 16,-7 3 69-16,-21 0-75 15</inkml:trace>
  <inkml:trace contextRef="#ctx0" brushRef="#br0" timeOffset="1098.29">20167 2973 946 0,'0'0'63'0,"0"0"37"0,-299 0 79 0,296 0-54 15,20 0-65-15,113 0-45 16,65 6-3-16,62-4 23 15,28-2-19-15,17 0-10 16,0 0 40-16,-24-2-27 0,-44-16-5 16,-46-2 7-1,-65 8-16-15,-52 7-10 0,-41 3-3 16,-30 2-61-16,-47 0-39 16,-66 26-128-16,-31 7-214 15</inkml:trace>
  <inkml:trace contextRef="#ctx0" brushRef="#br0" timeOffset="4063">10445 8371 1154 0,'0'0'72'0,"0"0"16"15,0 0 144-15,0 0-141 16,0 0-68-16,0 0 4 15,0 0-23-15,0 128 61 0,-7-22-38 16,-19 6-18-16,0-6 12 16,-7-10-21-16,2-15 0 15,12-15-3-15,-2-15 1 16,16-22-17-16,1-10-18 16,4-13-25-16,0-6 4 15,0-3 15-15,0-54 12 16,0-32 4-1,21-22-27-15,0-9 46 0,5 11 2 16,2 15 0-16,3 20 2 16,2 15 4-16,0 20 0 0,-2 10 10 15,-6 13-10 1,-10 16 30-16,11 0 7 16,11 24-9-16,1 42 39 0,14 24-25 15,4 17-11-15,-4 0 0 16,-2-2-20-16,-8-10-3 15,-13-6-8-15,-6-6-4 16,-11-8 0-16,-12-10-57 0,0-7-115 16,-12-13-47-16,-47-19-233 15,-19-23-240-15</inkml:trace>
  <inkml:trace contextRef="#ctx0" brushRef="#br0" timeOffset="4808.59">9976 9099 624 0,'0'0'260'0,"0"0"-176"0,0 0 105 0,0 0-90 31,0 0-87-31,0 0 2 16,275-142-14-16,-114 99 5 0,-10 2-2 16,-12 8-3-16,-31 3 0 0,-28 11 0 15,-21 5 2 1,-21-1-2-16,-10 4 5 15,-11 5-2-15,-10 2 39 0,0 2 18 16,-7 2-9-16,5 0 22 16,9 0-30-16,12 29-3 15,11 26 25-15,1 9-45 16,-5 12 4-16,-14-8-16 0,-12-6-4 16,-7-9 7-16,0-11-7 15,0-12-4-15,0-11 0 16,-21-7 7-16,0-12-7 31,-1 0 0-31,3-10-4 16,-2-29-1-16,7-18-12 0,14-8 8 15,0-10-2-15,10-3-8 16,44 10 16-16,7 5-11 16,12 14 1-16,-12 12 10 15,-6 14-3-15,-13 17 5 0,-11 6 1 16,-10 12-16-16,0 38 12 15,-4 19 3-15,-1 14 1 16,1-2 0-16,-10-7 5 16,7-8-5-16,-7-12 0 15,12-16 3 1,-7-11-7-16,9-17 4 16,-2-8 0-16,7-2-7 15,9 0 5-15,0-29 2 0,-4-12-1 16,0-11 2-1,-10-11-6-15,-7-2 5 0,-5-1 0 16,1 10 0-16,-10 11 0 16,0 17 0-16,0 13 11 15,0 9-2-15,0 6 17 16,0 0-13-16,0 0-9 16,0 19 7-16,0 28-5 0,0 16 15 15,0 0 4 1,0-12-25-16,0-10 13 0,0-7-13 15,5-14-4-15,18-6 4 16,-2-10-66-16,5-4-63 16,-19 0-72-16,-2-36-60 15,-5-23-21-15,0-22 49 16,-9-12 23-16</inkml:trace>
  <inkml:trace contextRef="#ctx0" brushRef="#br0" timeOffset="4998.93">11746 8527 508 0,'0'0'109'0,"0"0"-4"0,0 0 51 16,0 0-98-16,0 0 27 16,0 0 27-16,21 0 21 15,-7-7-24-15,5-8-23 16,-12-2 10-16,-2 0-63 16,-5 1-12-16,0 9-21 15,0 7-3-15,0 0-54 16,0 0-121-16,12 0-177 15,-3 13-114-15</inkml:trace>
  <inkml:trace contextRef="#ctx0" brushRef="#br0" timeOffset="5220.5">12307 8249 677 0,'0'0'463'16,"0"0"-351"-16,0 0 126 15,0 0-101-15,0 0-99 0,0 0-10 16,-49 107 31-16,72 1-7 16,-13 14-35-16,-6 6-11 15,3-6 11-15,-7-5-17 16,0-16-5-16,0-13-2 16,0-12-43-16,0-12-67 15,-7-20-156-15,-26-22-179 16</inkml:trace>
  <inkml:trace contextRef="#ctx0" brushRef="#br0" timeOffset="5649.74">10893 6698 238 0,'0'0'634'0,"0"0"-552"16,-3-182 110-16,3 143 20 16,0 16-106-16,0 11-6 15,0 12-22-15,0 0-28 31,0 0-29-31,0 0 11 16,0 12-29-16,0 44 5 0,-14 28 3 16,2 26 4-16,1 18 9 15,6 12-15-15,5 8-1 16,0-1 16-16,0-10-23 16,0-20 9-16,0-21-7 15,0-22 1-15,0-21-2 16,0-13-2-16,0-20-5 15,5-4 0-15,-1-12-46 16,3 1-42-16,-2-5-128 16,-3-16-120-16,-2-40-147 15</inkml:trace>
  <inkml:trace contextRef="#ctx0" brushRef="#br0" timeOffset="6412.4">10676 5400 670 0,'0'0'40'0,"0"0"114"0,0 0 36 0,-22-164-60 15,22 146-20-15,0 13-1 16,-4 5-46-16,4 0-14 16,-12 39-29-16,3 22 10 15,-1 19 38-15,-2 5-44 16,5-4-2-16,-5-7-3 16,3-11-18-16,-7-13 11 15,6-20-12-15,3-10 0 0,7-11 2 16,0-2 0-16,0-7-2 15,0 0 0-15,0 0 3 16,0-24-8-16,0-29 5 16,0-23-7-16,7-7-3 15,21 2 8-15,10 7-4 0,2 8 1 16,10 12 2 0,-3 17-2-16,-2 9 5 0,-10 22 0 15,0 6-7-15,10 13 5 16,-7 40 2-16,2 21 0 15,-9 6 5 1,-17 5 2-16,-7-10-7 16,-7-10 0-16,0-11 8 15,0-13-4-15,-7-15-4 16,0-10 0-16,0-7 5 16,7-6-7-16,0-3 2 0,0 0 0 15,0 0 11-15,-5-42-11 16,5-15-5-16,0-12 4 15,0-5-7-15,0 5 7 16,0 5-11-16,19 8 3 0,26 18 0 31,-12 12 4-31,21 10 5 0,7 13 0 0,17 3 2 16,4 16 2-16,-4 34 1 16,-12 16-5-16,-28 8 22 15,-19 1-19-15,-12-7-2 0,-7-11-1 16,0-6 5-16,-21-3-14 15,-31-4 4-15,-2 2-96 32,-1-8-100-32,-4-7-117 15,5-15-91-15</inkml:trace>
  <inkml:trace contextRef="#ctx0" brushRef="#br0" timeOffset="6858.92">11612 5406 170 0,'0'0'594'0,"0"0"-518"0,0 0 100 0,0 0-12 16,0 0-76-16,0 0-42 16,-5-68-5-16,5 68-7 15,0 12-32-15,0 23 10 0,0 16 22 16,5 3-31-16,21 2 9 15,7-3-12 1,4-4 3-16,1-4-3 0,7-16 0 16,-3-10 0-16,-4-8-1 15,0-11-14-15,-1 0 14 16,-8-2 1-16,6-26 0 16,0-10 3-16,-11-4 1 15,-12-9-4-15,-12-5 0 16,0-10 7-16,0 3-7 15,-31 7 0-15,-9 10 0 0,2 20 19 16,1 12-17-16,-11 10 27 16,4 4-2-16,-8 4-21 15,2 24-3-15,13 15-3 16,-1 1 0-16,12 7-8 16,19 9-2-16,-3 0-84 15,10 2-85-15,0-5-150 16,33-16-149-16</inkml:trace>
  <inkml:trace contextRef="#ctx0" brushRef="#br0" timeOffset="7144.11">12387 5254 741 0,'0'0'28'0,"0"0"106"0,-26-156 83 0,26 118-70 15,0 11-50 1,0 15 24-16,0 6-21 0,0 6-43 16,0 0-15-16,0 25-27 15,0 33-8-15,0 17 57 16,17 10-55-16,-3-5-3 16,0-2-6-16,5-1 0 15,-12 0-2 1,-2 1-53-16,-5-7-90 0,0-8-81 15,0-9-116 1,-5-25-24-16,-23-13-283 16</inkml:trace>
  <inkml:trace contextRef="#ctx0" brushRef="#br0" timeOffset="8306.5">12199 5553 492 0,'0'0'80'15,"0"0"32"-15,0 0 41 16,0 0-81-16,82-160-41 15,-18 128 10-15,9 3 4 0,-2-2-21 16,-5 2 17-16,-17 0 1 16,-6-1 1-16,-8-3 11 15,-7-4-13-15,-11 1-13 16,-5-2 8-16,-8 6-15 31,-4 2 12-31,0 9-8 16,0 9 3-16,0 5 23 15,0 5-23-15,0 2 4 16,-4 0-4-16,-18 0-26 16,1 33 5-16,-5 15-1 0,3 11-2 15,11 13 7-15,12 9-9 16,0 2-2-16,0 3 7 16,12 0-3-16,11-2-4 15,1-6 0-15,-3-18 1 16,-14-16 1-16,2-20-2 15,-1-15-11-15,-8-6 8 16,0-3-14-16,0 0 17 16,0-6 0-16,0-30-8 0,0-18 3 15,0-2-6-15,0-1 11 16,0 10-7-16,9 4 2 16,7 14 5-16,-6 8-2 15,2 8 2-15,-10 9 1 16,-2 4-1-16,5 0 0 15,-1 0-2-15,11 0 0 16,8 1 2-16,6 30 0 16,1 11 3-16,8 5 0 0,-10 7-3 15,3 0 0 1,7-7-5-16,-5-5 10 16,0-13-6-16,-3-7 1 0,-6-16-10 15,-15-2 9-15,1-4-2 16,-3 0 3-1,14-19 7-15,-7-23-7 0,7-6 0 16,-14-8 0-16,-7 3 4 0,0-1-5 16,0 2 1-16,0 14 0 15,0 14 1 1,-14 9 2-16,0 13-3 0,14-2 0 16,-5 4-7-16,1 0 7 15,-6 29-17-15,3 16 17 16,7 10 3-16,0-1-2 15,0-8-1-15,0-3 0 0,12-7 3 16,14-13-11 0,-3-8 4-16,-8-12-11 15,6-3 13-15,5 0-11 0,2 0 13 16,3-29 0 0,-8-11 2-16,6-6-5 15,1-5 3-15,3 3 0 0,-5 5-2 16,8 8 7-1,-1 7-5-15,1 10 0 0,1 7 3 16,-1 6-2-16,4 5-1 16,-3 0 0-16,1 9 20 0,0 23-16 15,-12 10 0-15,-14-1 0 16,-3 1 2-16,-9-2-9 16,0-12 3-16,0 0 0 31,0-10 6-31,-21-9-1 0,9-7-5 0,7-2 6 15,-11 0-3-15,2-2 23 32,-3-38-22-32,10-7-2 0,2-12 1 15,5-5-2 1,0 7-1-16,12 4 0 0,35 12 3 16,8 10-11-16,6 8 8 15,-5 11 0-15,-11 6-6 16,7 4 8-16,-12-2-2 15,3 4 1-15,-15 0 3 16,-7 0-3-16,-11 0-1 16,-6 0-9-16,-4 9-2 15,-4 23-118-15,-53 11-172 0,-16-4-216 16</inkml:trace>
  <inkml:trace contextRef="#ctx0" brushRef="#br0" timeOffset="9331.09">12604 7754 276 0,'0'0'404'0,"0"0"-345"0,0 0 114 0,0 0-13 16,0 0-92-16,0 0 18 16,-198-108-16-16,113 97-25 15,-33 2-4-15,-21 9 19 0,-28 0-13 16,-26 0 17-16,-17 12-34 16,-5 20 7-16,1 16 9 15,13 15-27-15,8 9 30 16,7 10-14-16,18 11-16 15,10 9 15-15,17 10-32 16,14 14 3-16,11 8 12 16,19 15-15-1,6 0 7-15,27-5-4 0,12-12-5 16,28-17 14 0,24-1-12-16,0-7-2 0,17-5 12 0,54-4-8 15,16-9-1-15,19-1-3 16,24-8 5-16,13-2-4 15,15-10 1-15,12-2-2 16,-7-6 0-16,-12-7-4 16,-7-3 3-1,-8-5-3-15,-1-9 2 0,-1-9-6 16,7-14 6-16,3-13 2 16,2 0-5-1,-2-13 4-15,-2-20 1 16,6-8 0-1,5-7 3-15,-6-9-1 16,-4-3-2-16,-13-8 0 16,0-4 0-16,-15-3 6 0,-9-5-6 15,-9-6 0-15,-7-10 4 16,-15-11 4-16,-16-4-7 16,-14-11-1-16,-15-9 2 15,-13-6 3-15,-17-6-5 16,0 3 1-16,0 6 2 0,-42 13 5 15,-29 9-7 1,-31 4-1-16,-34 6 0 0,-32 4 3 16,-18 6-6-16,-19 10 3 15,-5 17-24-15,-7 21 2 16,-11 24-32-16,-8 20-71 16,-7 17-210-16,-5 40-358 15</inkml:trace>
  <inkml:trace contextRef="#ctx0" brushRef="#br0" timeOffset="11591.22">13410 3487 658 0,'0'0'83'0,"0"0"101"0,0 0-10 16,0 0-28-16,0 0-97 0,0 0 7 15,-51-37 11 1,124 18-30-16,40-4 25 0,50-7-31 15,25-1-21-15,31 3 23 16,15-4-31-16,-15 9 9 16,-30 6-11-16,-55 5 12 15,-47 9-14-15,-35 3 2 16,-33 0-13-16,-19 15-41 16,-14 31-93-16,-69 6-184 0,-20-10-336 15</inkml:trace>
  <inkml:trace contextRef="#ctx0" brushRef="#br0" timeOffset="12243.7">13880 9048 920 0,'0'0'171'0,"0"0"-73"0,0 0 71 0,0 0-24 15,0 0-68-15,0 0-36 16,139-42 1-16,0 31 29 16,12-1-43-16,2-3-21 15,-5-2 30-15,-18 2-35 16,-14-4-2-16,-20 8 0 16,-27 2-26-16,-22 3-14 15,-28 6-77-15,-19 0-149 16,0 0-40-16,-43-10-103 0</inkml:trace>
  <inkml:trace contextRef="#ctx0" brushRef="#br0" timeOffset="12451.53">14521 8639 697 0,'0'0'154'0,"0"0"12"16,0 0 74-16,0 0-122 15,0 0-58-15,0 0 22 16,134 37 15-16,-30 1-37 0,14 1-15 15,4-9-30-15,-1-6 8 16,1-3-23-16,-20-13 6 16,-17 4-14-16,-31 0-31 15,-26 4-50-15,-14 10-74 16,-14 4-113-16,-19 6-109 16,-47-4-78-16</inkml:trace>
  <inkml:trace contextRef="#ctx0" brushRef="#br0" timeOffset="12745.03">14002 9463 56 0,'0'0'775'16,"0"0"-677"-16,0 0 70 0,0 0-11 15,0 0-107-15,0 0-1 16,33 20 14-1,97-20 18-15,25-20-20 0,6-4-23 16,-3-3 11-16,2-2-27 16,-9-2-3-16,-7 2 1 15,-15 5-15-15,-20 9-8 16,-17 6 3-16,-29 5-39 16,-25 4 2-16,-35 0-124 15,-3 19-175-15,-76 8-172 16</inkml:trace>
  <inkml:trace contextRef="#ctx0" brushRef="#br0" timeOffset="12944.89">14313 9508 854 0,'0'0'187'16,"0"0"-57"-16,0 0 66 15,0 0-49-15,0 0-52 16,83 161-9-16,-24-104-34 0,12 3-34 15,-1-5-13 1,-11 2-5-16,0-6-20 16,-14-8-64-16,2-5-152 0,-4-5-153 15,-6-6-370 1</inkml:trace>
  <inkml:trace contextRef="#ctx0" brushRef="#br0" timeOffset="13168.01">16103 8779 1149 0,'0'0'106'15,"0"0"31"-15,0 0 30 16,0 0-100-16,0 0-25 15,0 0-18-15,16 216-6 0,-16-145-18 16,0-6-24-16,0-2-63 16,-12-5-148-16,-18-14-138 15,2-14-160-15</inkml:trace>
  <inkml:trace contextRef="#ctx0" brushRef="#br0" timeOffset="13576.04">16074 8860 899 0,'0'0'142'0,"0"0"3"16,0 0 18-16,0 0-57 15,0 0-34-15,0 0-16 16,342 171-49-16,-250-130-6 16,-16-8-2-16,-13-3-34 15,-25-6-31-15,-5-8-11 16,-19-8-48-16,-14-5-36 15,0-3 38-15,0 0 57 16,0-40 30-16,0-21-45 0,0-24 81 16,0-7 8-16,0 0-1 15,-7 10 66 1,-12 18-1-16,8 16 49 16,-4 18 18-16,8 9-46 0,7 12 13 15,-7 9 16-15,7 0-61 16,0 0 7-16,0 30-41 15,0 21 16-15,14 14 12 16,12-2-44-16,0 0 12 16,5-4-23-16,-3-8-1 15,0 0-2-15,-2-4-59 0,-4-2-123 16,-11-9-202-16,4-17-375 16</inkml:trace>
  <inkml:trace contextRef="#ctx0" brushRef="#br0" timeOffset="13916.16">17093 9142 994 0,'0'0'71'0,"0"0"-13"0,0 0 97 0,0 0-91 0,0 0-57 15,0 0 24-15,193-139 13 16,-174 99-22-16,-12-6 20 15,-7 2-29-15,0 5 25 16,0-1-16-16,0 11-10 31,0 15 15-31,0 4-10 0,-7 8 10 16,0 2 22-16,-9 0-30 16,-10 29 8-16,-3 22 0 15,-4 9-9-15,14-3 19 16,19-4-24-16,0-8-12 15,0-10 9-15,0 1-10 16,29-4-14-16,20-4-30 16,-4-5-88-16,2-11-128 15,-9-6-144-15,0-6-128 16</inkml:trace>
  <inkml:trace contextRef="#ctx0" brushRef="#br0" timeOffset="14678">17562 9206 651 0,'0'0'177'0,"0"0"-63"15,0 0 105-15,0 0-101 16,0 0-57-16,0 0-14 16,182-101 8-16,-164 65-17 0,-18-2-22 15,0 2 36-15,0 0-41 16,0 2 12-16,-7 6 3 16,-26 4-21-16,3 8 5 15,6 7-10-15,3 9 4 16,0 0 13-16,7 25-14 15,2 16-3-15,7 10 13 16,5 6-6-16,0-3 0 16,43-1-7-16,15-5 0 15,16-19 2-15,-4-4-2 16,13-17 0-16,-12-8-5 0,4 0-5 16,-4-14 8-16,4-25-12 15,3-16-2-15,-12-13 11 16,-12-10-18-16,-16-10 7 15,-24-15 15-15,-14-3-17 16,0-2 17-16,0 13 0 16,-35 11 1-16,-5 22 6 15,0 16-4-15,2 18 15 16,19 10 20-16,5 11-18 16,7 7 15-16,7 0-10 0,0 27-17 15,0 36 19-15,0 32 0 16,16 21-3-16,34 13 13 15,2 5-23-15,-8-6 6 16,-1-18-16-16,-10-21 4 16,14-17-3-16,-2-21-4 15,7-21-3 1,4-18-2-16,8-12-22 0,16 0 14 16,-2-31-1-16,11-16-16 0,-20-15 22 15,-3-9-37 1,-19-1 8-16,-23-1 15 0,-20 18-7 15,-4 6 23-15,0 13 5 16,-28 10 1-16,-19 11-1 16,-3 13 2-16,8 2-1 15,6 14 24-15,18 40-22 16,8 18 18 0,10 7 7-16,0-1-17 0,0-7 31 15,26-8-22-15,0-6-4 16,-2-10 7-16,-3-7-17 0,-7-10-5 15,-7-9 0-15,-7-6-31 16,0-4-30-16,0-2-187 31,-28-9-183-31,-22 0-212 0</inkml:trace>
  <inkml:trace contextRef="#ctx0" brushRef="#br0" timeOffset="14883.96">18215 8651 694 0,'0'0'417'0,"0"0"-276"0,0 0 66 15,0 0-54-15,262-143-115 16,-48 93 23-16,-1-7-8 16,-11 0-29-16,-11 4 19 15,-38 4-22-15,-49 20-14 0,-50 12-7 16,-49 10-5-16,-10 7-35 15,-124 13-136-15,-60 27-568 16</inkml:trace>
  <inkml:trace contextRef="#ctx0" brushRef="#br0" timeOffset="17447.58">11508 10287 822 0,'0'0'96'0,"0"0"28"0,0 0 80 15,0 0-69-15,0 0-75 16,0 0 10-16,-61 146-13 0,129 17 32 31,10 26-5-31,26 8-70 0,6-16 2 16,8-16-12-16,7-19 14 15,14-26-15-15,29-31-3 16,30-18 0-16,35-30-2 0,50-22 2 16,23-19 0-16,50-28-1 15,31-43 12-15,7-33-10 32,-8-19-1-32,-39-22 0 0,-41-14-8 15,-46-2 8-15,-43 0 0 16,-52 10 0-16,-54 16 11 15,-41 24-12-15,-34 33 1 16,-27 31 0-16,-9 23 3 16,0 15-3-16,0 9-7 15,0 0 0-15,-24 0-62 16,-18 0-4-16,-7 9-92 0,-15 13-63 16,-7-5-91-1,-9-5-151-15</inkml:trace>
  <inkml:trace contextRef="#ctx0" brushRef="#br0" timeOffset="17750.75">15572 10421 787 0,'0'0'106'0,"0"0"5"16,0 0 15-16,0 0-46 16,0 0 15-16,0 0-54 0,413-62-3 15,-241 24 3-15,12 1-27 16,-3-9 20-16,-8 6 10 15,-34 9-7-15,-43 13 35 16,-37 12-33-16,-40 6 5 16,-19 49 7-16,0 31-19 15,-16 24 12-15,-36 7-12 16,-10-5-22-16,3-7 15 0,10-15-25 16,11-9-7-1,17-16 5-15,16-12-60 16,5-13 13-16,0-17-108 0,0-11-119 15,31-6-99-15,2-15-135 16</inkml:trace>
  <inkml:trace contextRef="#ctx0" brushRef="#br0" timeOffset="18436.02">18505 7727 568 0,'0'0'27'0,"160"-200"34"0,-105 108 97 0,-34 6-35 16,-21 10 27-16,-64 20-59 15,-87 23-32-15,-63 27 13 16,-50 12-17-16,-55 81-20 16,-20 62 33-16,-17 66 5 15,7 63 4-15,47 37-12 0,50 19-25 16,80-9 20-1,87-18-46-15,85-32-14 0,31-30 13 16,129-39-11-16,81-39-2 16,74-45 0-16,60-42-12 15,57-42 3-15,42-38-6 16,7-14-4-16,-10-61 14 16,-28-28-5-16,-40-29 10 15,-44-25 0-15,-62-32 8 0,-64-31 17 16,-68-40-21-16,-73-38-1 15,-80-21 6-15,-17-20-9 16,-132 6-3-16,-68 20-6 16,-73 42-35-16,-57 70 27 15,-56 83-43-15,-69 85-109 16,-51 33-187-16,-31 71-333 16</inkml:trace>
  <inkml:trace contextRef="#ctx0" brushRef="#br0" timeOffset="20479.37">2090 6056 447 0,'0'0'67'0,"0"0"28"0,0 0-58 0,0 0-11 15,0 0 23-15,0 0-30 16,-76-11 47-16,74 8 8 31,-12 3-7-31,-17 0 40 16,-9 0-42-16,-26 14-29 16,-24 26 75-16,-23 12-91 0,-17 17 12 15,-6 18 8-15,-20 17-6 16,1 10 5-16,-6 9-23 15,8 0 11-15,-3-2 16 16,-4 30-42-16,0 14 13 16,23-13-14-16,36-14-14 15,46-64 10-15,51-33-11 16,4-19-37-16,0-8-62 0,19-5-50 16,21-9 27-1,2 0-20-15,3-14-39 0,-5-19-34 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6:10:57.345"/>
    </inkml:context>
    <inkml:brush xml:id="br0">
      <inkml:brushProperty name="width" value="0.05292" units="cm"/>
      <inkml:brushProperty name="height" value="0.05292" units="cm"/>
      <inkml:brushProperty name="color" value="#FF0000"/>
    </inkml:brush>
  </inkml:definitions>
  <inkml:trace contextRef="#ctx0" brushRef="#br0">18583 3244 1033 0,'0'0'33'0,"0"0"30"0,0 0 135 16,0 0-90-16,0 0-64 0,0 0-31 16,0 0 53-16,229 65-19 15,49-55-26-15,45-10 14 31,0 0-8-31,7-21 7 16,-36-9-10-16,-41 3-5 0,-62 3 3 16,-59 9-19-16,-62 3 0 15,-37 7-3-15,-28-2-14 16,-5 4-10-16,-5 3-48 16,-65 0-32-16,-36-3-115 15,-8-7-112-15,-3-11-70 16</inkml:trace>
  <inkml:trace contextRef="#ctx0" brushRef="#br0" timeOffset="506.41">19486 1213 527 0,'0'0'41'0,"0"0"27"0,0-177 64 0,0 154-3 15,0 11-16-15,0 12 10 16,0 0-53-16,-7 33-56 16,-57 65-6-16,-14 66 38 15,-28 54 4-15,0 47-11 16,-19 34-6-1,-9 11 26-15,-3-3-6 16,3-3-33-16,11-35-7 0,19-38 6 16,15-25-16-16,23-41 2 15,19-25-5-15,18-23-11 16,10-34-1-16,19-26-73 16,0-24-34-16,0-22-41 0,22-11-78 15,13-2-54-15,3-47-318 16</inkml:trace>
  <inkml:trace contextRef="#ctx0" brushRef="#br0" timeOffset="1546.43">12045 6877 916 0,'0'0'26'0,"0"0"78"0,0 0 117 16,0 0-81-16,0 0-64 16,0 0-21-16,-51-89 6 0,51 160-36 15,0 42 43-15,7 21-27 16,-7 6-27 0,0 0 2-16,0-16-12 0,0-11 1 31,0-15-7-31,0-15 2 15,0-14-33-15,0-15-54 16,0-15-154-16,0-18-89 16,0-21-107-16</inkml:trace>
  <inkml:trace contextRef="#ctx0" brushRef="#br0" timeOffset="1800.8">11897 6986 843 0,'0'0'19'0,"0"0"26"16,160-207 157-16,-44 156-79 16,-3 21-52-16,-21 17 5 15,-28 13-33-15,-22 3-23 16,-26 43-15-16,-16 20-2 0,0 11 11 16,-68 9 0-16,-24 3-10 15,-16-1-4-15,-1-5-11 16,13-8-21-16,18-13-36 15,31-14-83-15,9-9-64 16,17-9-46-16,21-9-113 16</inkml:trace>
  <inkml:trace contextRef="#ctx0" brushRef="#br0" timeOffset="2989.93">12715 7578 733 0,'0'0'79'15,"0"0"93"-15,16-152-7 16,-16 101-95-16,0 8-7 16,0 11-9-16,0 12 21 15,-16 11-44-15,-22 9-16 0,-9 0-2 16,-9 24-9-16,4 26-6 15,9 13 2-15,15 8-3 16,9-1 1-16,19-9-11 16,0-7-36-16,10-9 7 15,23-16-39-15,0-7 1 16,-8-13-6-16,1-9 24 0,0 0 36 16,-7-6 15-16,7-24 11 15,-5-8 4-15,5-11 5 31,-7-2 12-31,2 5 4 0,-7 3 17 0,-2 7 0 16,-7 13 6-16,0 8 0 16,2 6 16-16,-7 9-29 15,0 0 3-15,0 0-8 16,0 0-15-16,0 0-15 0,0 30 6 16,0 15-6-16,0 1 9 15,0 3-9-15,0-7 0 16,7-4 0-16,12-4-13 15,-8-6 10 1,6-6-12 0,-1-4 6-16,-6-9 6 15,6-6-20-15,-4-3 16 16,14 0 5-16,7-6 2 0,5-27 4 16,2-6-4-1,-7-6 0-15,-9-5 2 0,-8-7 0 16,1 4-1-16,-10 2-1 15,-5 13 4-15,3 12 9 16,-5 15 2-16,0 5 17 16,0 6 1-16,0 0-18 15,0 0-15-15,4 39 8 16,3 14-1-16,1 7 24 16,-1-3-31-16,-3-9 3 15,-4-13 5-15,7-8-7 0,-7-11-1 16,0-11 0-16,0-5 0 15,0 0 3-15,0 0-3 16,0-15-4-16,0-24-1 16,0-11-6-16,0-7 5 15,12 4-8-15,26 4-14 16,4 8 23-16,-9 14-10 16,-2 12 11-16,-5 6-3 15,-12 9 6-15,10 0-4 16,-1 35 4-16,6 26 1 15,-4 10 8-15,-3-2-7 16,-6-4-1-16,-2-11 5 0,10-16-5 16,-3-7 0-16,0-13-1 15,3-10 7-15,7-8-5 16,2 0 1-16,0-23-1 16,-3-23 4-16,3-9-2 15,-19-18-3-15,-2-10 0 16,-9-9 1-16,-3-6-6 15,0-2 3-15,0 9 0 16,0 8-6-16,-8 17 12 0,-8 17-4 16,4 22 4-16,3 12-3 15,9 12 32 1,-5 3-15-16,3 0-9 0,2 0-9 16,-10 45 16-16,10 25-14 15,0 18 25-15,0 9-19 16,-4-5 38-16,4-4-21 15,0-1-16 1,0-6 10-16,0-9-16 0,0-6-3 16,0-14 0-16,4-9-30 15,13-11-44-15,-1-13-75 16,-2-7-79-16,-2-12-55 0,-9 0-5 16,1-16 50-16</inkml:trace>
  <inkml:trace contextRef="#ctx0" brushRef="#br0" timeOffset="3946.23">13939 7495 304 0,'0'0'77'0,"0"0"9"0,117-183 64 16,-91 142-37-16,-14 13 22 0,0 14-46 15,-12 11 9-15,0 3 20 16,0 0-71-16,-45 20-24 31,-23 26-19-31,2 7-3 0,2-2 8 16,0-3-9-16,20-9 0 0,1-7 0 15,20-15 2 1,11-5-2-16,12-7 0 16,0-5-16-16,0 0 6 15,0 2-17-15,5 2 27 0,42 4 12 16,9 4-10-16,10 11-2 16,10 5 12-16,6 4-12 15,8 1 9-15,2-8-9 16,-10-8 0-16,-6-12-6 0,-20-5 6 15,1 0 0-15,-19-9 0 16,-8-13 2-16,3-15 2 16,-19-4-4-16,-2-7 0 31,-12-1 4-31,0 2-2 0,0 9 0 16,0 8 6-16,-26 11-8 15,-7 13 18-15,3 6-11 16,-15 0-6-16,7 0 10 15,-4 25-10-15,6 7 5 16,17 4 1-16,8 9-2 16,11 0 1-16,0-3-6 15,0 2 0-15,19-8 6 0,16-6-1 16,7-7-5-16,3-10 0 16,0-9 3-16,7-4 2 15,-7 0 3-15,6-17-4 16,-6-15 12-16,-2-10-12 15,-8-2-4-15,-2-7 6 16,-16 0-4-16,-1 4 15 16,-11 8-6-16,-1 12 4 15,-4 14 36-15,0 7-4 0,0 6 3 16,0 0-17 0,0 0-32-16,0 6 1 0,0 34-1 15,0 11-1 1,0 5 10-16,0-9-9 0,12-4-1 15,5-11 0-15,-5-10 3 16,-3-10-5-16,7-7 2 16,-11-5-3-16,2 0-3 0,3 0 3 15,11-9 3 1,0-27-4-16,5-8 9 0,-2-4-6 16,-10 0 1-16,0 4 0 15,-9 14 1-15,4 9 2 16,-9 9-3-16,0 9 16 15,0 3-10-15,0 0 23 16,0 0-18-16,0 32-8 16,7 29 13-16,10 18 4 15,9 16 1 1,-5 13 9-16,-5 7-12 16,1 4 13-16,-12-9-13 0,-5-6-12 0,0-5 18 15,0-16-24 1,-31-15 0-16,-9-7 0 0,-7-28 5 15,-3-10-10 1,5-13-2-16,5-10-60 0,3-18-18 16,11-52-149-16,11-34-175 15,1-39-142-15</inkml:trace>
  <inkml:trace contextRef="#ctx0" brushRef="#br0" timeOffset="4137.45">14827 6853 996 0,'0'0'25'0,"0"0"144"0,0 0-11 16,0 0-108-16,0 0-13 15,0 0-36-15,-16-90 13 16,16 76 3-16,0 2-13 16,0-3-4-16,0 15-33 0,-5 0-51 15,-30 27-213-15,-1 26-198 31</inkml:trace>
  <inkml:trace contextRef="#ctx0" brushRef="#br0" timeOffset="4471.6">13307 9040 339 0,'0'0'303'16,"-64"-174"-241"-16,38 102 132 16,10 17 19-16,6 18-89 0,3 23 17 15,7 11-2 1,-5 3-55-16,5 0-22 15,0 48-34-15,0 23-9 0,5 25 27 16,16-1-39-16,-4-5-7 16,-1-7 0-16,-11-8-12 15,-5-1-28-15,0-5-73 16,0-6-106-16,-19-10-96 16,-26-9-120-16</inkml:trace>
  <inkml:trace contextRef="#ctx0" brushRef="#br0" timeOffset="4821.93">12715 9809 317 0,'0'0'563'16,"0"0"-470"-16,0 0 128 0,0 0-88 16,0 0-86-1,0 0-23-15,-236 96 8 16,187-21 8-16,11 5-9 15,29-5-2-15,9-7-24 16,0-11-2-16,68-13 2 16,10-8-5-16,14-11-3 15,2-9 0-15,-23-6 1 0,-27-2 1 16,-18-3 2-16,-26-3 3 16,0 10 31-16,-11 12-6 15,-46 8 6-15,-30 7-25 16,-3 0-6-16,-6-12-2 0,6-7-2 15,-2-7-10-15,17-7-5 16,16-6-63-16,26 0-65 16,28-25-134-16,5-16-230 15</inkml:trace>
  <inkml:trace contextRef="#ctx0" brushRef="#br0" timeOffset="5507.32">12974 10087 898 0,'0'0'53'31,"0"0"70"-31,0 0 88 0,0 0-152 16,0 0-45-16,0 0 35 16,-63 137-7-16,63-74-7 15,0-4-18-15,21-6-15 0,21-10 7 16,1-11-9-16,11-7 0 0,-12-11-1 15,3-11-5 1,-2-3 3-16,-6 0-7 16,-15-9 8-16,-1-24-2 0,-9-2 4 31,-12 0-1-31,0-8-2 16,-22 1-8-16,-27 4 8 15,-1-2-3-15,-9 11 6 16,22-2-3-16,4 3 3 0,21 1 0 15,12-3-3 1,0 0-33-16,31 3 2 0,35 6 13 16,7 12-11-16,-5 9 13 15,-2 0 8-15,-2 26 11 16,-15 17 12-16,-9 14 1 16,-9 6 14-16,-10-1 1 15,-16-3-2-15,-5-2 9 0,0-12-21 16,0-7-4-1,0-10 8-15,0-14-16 0,-5-8 2 16,5-6-1 0,-5 0 1-16,5-29-8 0,-2-22 2 15,2-21 1-15,0-8-5 16,0-3-5-16,7-2 6 16,33 13-3-16,5 12-2 15,4 20 5-15,6 15 10 16,15 16-3-16,11 9 51 15,25 4 3-15,-3 38 10 16,-1 18-4-16,-27 11-27 16,-28 6 5-16,-28 6-29 0,-19-2-8 15,0-3 7-15,0-7-10 16,-37-8 0-16,-8-12-16 16,0-12-28-16,21-15-16 15,1-16-79-15,-1-8-93 16,5-29-185-16</inkml:trace>
  <inkml:trace contextRef="#ctx0" brushRef="#br0" timeOffset="6417.5">17517 1391 594 0,'0'0'63'0,"0"0"20"0,0 0 108 0,0 0-116 16,0 0-50-16,0 0 35 15,-94 174 41-15,23-47 32 0,-4 13-73 16,-1 16 7-16,6 17 16 16,-6 12-22-16,-4 6-29 15,16-7 14-15,-2-4-19 16,12-11-23 0,0-20 15-16,16-21-19 15,1-25 3-15,11-16-3 16,4-17-5-16,11-12-13 0,6-18-60 0,-5-9-89 31,10-16-54-31,-7-15-109 0,-4 0-15 16</inkml:trace>
  <inkml:trace contextRef="#ctx0" brushRef="#br0" timeOffset="6671.24">16287 3533 475 0,'0'0'155'0,"0"0"-130"15,0 0 73-15,0 0 32 16,379-40-74-16,-134 29-9 16,38-4-5-16,21-2 2 0,24-5 1 15,0-2-22-15,-5-2 24 16,-17 1-20-16,-61-1-1 16,-54 3 9-16,-70 4-20 31,-53 7-5-31,-51 9-10 15,-17 1-16-15,0 2-117 16,-71 0-134-16,-26 0-163 0</inkml:trace>
  <inkml:trace contextRef="#ctx0" brushRef="#br0" timeOffset="7373.18">12932 11211 1105 0,'0'0'78'0,"0"0"56"0,0 0 44 0,0 0-80 16,0 0-58-16,0 0-3 15,-38 137 2-15,59-35-16 16,-16-3-20-16,-5-16-3 16,0-9 8-16,0-6-8 0,0-7-15 15,0-4-2-15,0-7-67 16,-26-6-75-16,0-4-63 16,-2-11-200-16</inkml:trace>
  <inkml:trace contextRef="#ctx0" brushRef="#br0" timeOffset="8153.43">12243 12836 437 0,'0'0'546'0,"0"0"-451"0,0 0 52 0,0 0-11 16,0 0-81-16,0 0-14 15,-226-20-8-15,139 74 14 16,-10 8-25-16,1 10-10 16,15 17 6-16,15 0-12 15,17 5-3-15,23-8 6 16,26-11-5-16,0-16-4 15,2-8 0-15,55-16-28 16,14-10 15-16,11-16-14 0,-2-9 21 16,10 0 1-16,-12-28 2 15,-3-10 3-15,-2-5 0 32,-11-4-4-32,-8 0-9 0,-12 1-27 15,-14 6-14-15,-20 6 23 0,-8 5-13 16,0 7 19-16,-52 13-7 15,-19 9 10 1,-7 0 18-16,5 15 7 0,-2 16-3 0,9-2 17 16,14-4-13-16,14-11-3 15,31-2-1 1,7-6-8-16,0 0 5 0,38-6 1 16,21 0 2-1,7 0 0-15,-3 0 6 0,8-6-1 16,-5-3 22-16,-2 7 9 15,-10 2 8-15,-7 5-18 16,-9 40 28-16,-10 18-3 16,-21 15-24-16,-7 8-2 0,0 5 0 15,0 6-14-15,0-11 18 16,-7-9-21-16,-9-14-7 16,11-15-2-16,5-15-2 31,0-10-27-31,0-14-56 0,0-9-55 15,0 0-111-15,0-23-168 16</inkml:trace>
  <inkml:trace contextRef="#ctx0" brushRef="#br0" timeOffset="8408.73">12835 13613 546 0,'0'0'376'0,"0"0"-285"16,0 0-4-16,0 0-7 0,0 0-48 15,0 0-28-15,-5 95 45 16,-6-69 0-16,-20-4-1 16,3-13 29-1,11-3-23-15,5-6-6 0,8 0-25 16,4-15-23-16,0-16-16 15,0 5-65-15,0 1-44 16,0 8-134-16,21 5-157 16</inkml:trace>
  <inkml:trace contextRef="#ctx0" brushRef="#br0" timeOffset="8806.19">13481 13193 554 0,'0'0'444'16,"0"0"-310"-16,0 0-25 15,0 0-19-15,0 0-71 0,0 0-14 16,-87-60 4-16,52 97-8 16,-8 15-1-1,3 2 0-15,14 3 3 0,21-14-3 16,5 3 0-1,0-8 0-15,36-2-2 16,18-4 6-16,-16-4-4 0,-1-5 0 16,-25 2 6-16,-12 2 1 15,0-1 25-15,0-4 14 16,-49 1 13-16,-17-3-29 16,-3-4-10-16,-11-1-5 0,5-12-12 15,9-3-6-15,14 0-5 16,14 0-66-16,19-22-46 15,19-6-189-15,0 1-105 16</inkml:trace>
  <inkml:trace contextRef="#ctx0" brushRef="#br0" timeOffset="9554.96">13816 13299 1038 0,'0'0'139'0,"0"0"1"16,0 0-24-16,0 0-79 0,0 0-21 31,0 0-14-31,-120 146 5 0,106-80-3 16,6-4 0-1,8-4 2-15,0-8-6 16,0-14 2-16,15-9-6 15,20-12 4-15,0-15-12 16,10 0-1-16,-5 0 0 16,-4-21 9-16,-3-6 4 0,-19-3-2 15,-10-6-6-15,-4 0 7 16,0-2-1-16,-25 0 1 16,-25 5-13-1,-9 0 2-15,7 8-2 0,3 11 6 16,11-4 1-16,17 7 7 15,21-6-11-15,0-3-12 16,0-3-11-16,63-2 3 16,3 1 3-16,10 7-1 15,-5 8 28-15,2 9-5 16,-10 0 6-16,3 3 32 0,-2 32 10 16,-12 4 32-16,-10 6-14 15,-20 0-3-15,-8-1 2 16,-14-3-46-16,0 2-2 15,0-4-3-15,-14-6-2 16,-19-4-2-16,0-8-4 16,-5-6 1-16,7-9 2 15,3-6-3-15,-5 0-6 16,16-17-1-16,3-28 3 16,14-18 0-16,0-14 4 15,40-4 0-15,33 3-6 16,3 7 6-16,-1 11 0 0,10 3-4 15,-14 19 10 1,0 10-5-16,-8 8 20 0,1 20-4 16,2 0 44-16,-12 20-27 15,-19 37 3-15,-13 18-7 16,-22 14-24-16,0 7 7 16,0 0-13-16,-31 2 1 0,-2-11-4 15,-9-1-22-15,-1-15 12 16,17-16-22-16,0-12-40 15,19-15-76-15,-12-19-207 16,-14-9-311-16</inkml:trace>
  <inkml:trace contextRef="#ctx0" brushRef="#br0" timeOffset="10863.43">15796 13693 899 0,'0'0'145'0,"0"0"-82"15,0 0 81-15,0 0-95 16,328-65-40-16,-182 22 30 16,5-1 0-16,5 3 48 15,-22 8-20-15,-26 8-66 0,-27 8-1 16,-18 5-7-16,-25 6-96 16,-12 0-56-16,-26 0-161 15,0-3-121 1</inkml:trace>
  <inkml:trace contextRef="#ctx0" brushRef="#br0" timeOffset="11101.54">16695 13111 873 0,'0'0'214'16,"0"0"-86"-16,0 0 33 16,0 0-43-16,42 165-47 15,40-133-14-15,-1-1-14 16,-11-5 9-16,-13 1-48 15,-12-6 0-15,-12 3-8 16,-19-1 3-16,-14 2-38 16,0-3-35-16,0-1-68 0,0-2-11 15,-21-1-95-15,-17-4-79 16,0 5-85-16</inkml:trace>
  <inkml:trace contextRef="#ctx0" brushRef="#br0" timeOffset="11355.74">15777 14128 732 0,'0'0'218'16,"0"0"-34"-16,0 0-14 0,0 0-42 16,0 0-59-1,0 0-43-15,132 77 20 16,62-111-36-16,20-20-4 15,20-3 41-15,-13-6-33 0,-23 9 20 16,-42 16-10-16,-59 13-21 16,-55 17-6-16,-25 8-54 15,-17 0-28-15,-5 8-18 16,-68 23-79-16,-22 8-127 16,-18-7-158-1</inkml:trace>
  <inkml:trace contextRef="#ctx0" brushRef="#br0" timeOffset="11572.99">15914 14198 700 0,'0'0'290'16,"0"0"-89"-16,0 0-13 16,-122 166-20-16,122-107-82 15,51 10-33-15,-1-4 3 0,-10-1-56 16,-5-1 4-16,-2-10-11 15,-11-9-40-15,4-1-36 16,-10-3-56-16,10-6-88 16,21-19 46-16,10-15-114 15</inkml:trace>
  <inkml:trace contextRef="#ctx0" brushRef="#br0" timeOffset="12103.22">17770 13195 1109 0,'0'0'133'16,"0"0"-31"-16,0 0 12 16,0 0-56-16,0 0-7 0,0 0-35 15,-26 144-3 1,26-64 24-16,0-9-32 0,0-11-5 15,11-16 0-15,4-16 8 16,3-10-25-16,4-13 12 16,-6-5-17-16,5 0 13 15,5-32-8-15,0-22 17 16,-7-9-3-16,0 0 6 16,0 9-7-16,-3 10 4 15,-6 17 0-15,-6 15 4 0,4 9 4 16,-8 3-3-16,0 9 6 15,9 33-4-15,3 18 6 16,2-1-13-16,9-2 0 16,3-4-3-16,7-10 4 15,-7-14-1-15,3-6 0 16,6-12 2-16,0-11-6 16,8 0 4-16,9-5 0 15,0-33 35-15,-1-10-29 16,1-12 19-16,-14 7 10 15,-14 0-29-15,-20-4 27 0,-4 2-30 16,0 2 4-16,-54 3 0 16,2 11-7-16,-11 9-6 15,11 15-12-15,4 15-68 16,-6 0-87-16,7 0-278 16</inkml:trace>
  <inkml:trace contextRef="#ctx0" brushRef="#br0" timeOffset="12341.8">18668 13193 402 0,'0'0'781'0,"0"0"-612"0,0 0-64 15,0 0 54-15,0 0-48 16,0 178-83-16,23-121 15 0,-16 0-24 15,-7-9-12-15,0-8-3 16,0-6-4-16,0-13-22 16,0-13-19-16,-11-8-128 31,-8-8-84-31,-17-43-201 16,1-24-97-16</inkml:trace>
  <inkml:trace contextRef="#ctx0" brushRef="#br0" timeOffset="12564.85">18196 12887 132 0,'0'0'674'0,"0"0"-528"0,0 0 13 15,0 0-4-15,0 0-62 16,0 0-22-16,208 57-25 16,-135-57 33-16,-19-12-45 15,-14-11 1-15,-28-5 18 16,-12 2-43-16,0-1 18 15,0 9-28-15,-35 4 11 16,-20 14-22-16,-4 0-10 0,5 17-63 16,5 28-94-16,23-1-249 15,14-2-468-15</inkml:trace>
  <inkml:trace contextRef="#ctx0" brushRef="#br0" timeOffset="13264.11">19014 12661 775 0,'0'0'163'0,"0"0"-26"15,0 0 32-15,0 0-28 16,0 0-38-16,0 0-46 16,83-140 0-16,-69 140 11 15,5 8-40-15,2 49 23 16,-4 32-15-16,-13 22-26 15,-4 24 35-15,0 2-38 16,0 0 5-16,0-5 22 0,-4-20-31 16,-8-6 22-16,7-15-16 15,5-16-2-15,0-12 4 16,0-12-11-16,0-22 0 16,9-4-6-16,3-11 11 15,-7-10-10-15,0-2-1 16,-5-2-22-16,0 0 24 15,0-6-17-15,0-30-3 16,0-21 19 0,-10 1-34-16,-13-7 26 15,4 1 4-15,0 5-6 16,7 2 3-16,3 8 7 0,4 9 5 0,5 4-8 16,0 5-11-16,0 3 12 15,40-5-13-15,17 2-15 16,13-2 28-16,1-1-12 15,0-4 19-15,2-2-3 16,-2-5 14 0,-5 1-11-16,-10-1 12 0,-11 3-10 15,-7-1 14-15,-12 7-16 0,-19 11 0 16,-7 8 3 0,0 9 7-16,0 6-10 0,-14 0 12 15,-43 30-5-15,-9 35 7 16,-5 25-10-16,10 14 7 15,33-6 26-15,16-5-36 16,12-21 19-16,16-22-8 16,43-16-4-16,12-19 4 0,5-15-12 15,4 0 0-15,-5-27 0 16,-4-21 0-16,-17-10-11 16,-9-4-13-1,-14-10-59-15,-15-2-67 16,-16-3-296-1,0 5-345-15</inkml:trace>
  <inkml:trace contextRef="#ctx0" brushRef="#br0" timeOffset="16195.33">20111 11611 912 0,'0'0'36'0,"0"0"-1"0,-288-57 77 0,111 57-47 16,-49 21-21 0,-26 44-36-16,-36 37 11 0,-35 42 31 15,0 47 21-15,12 36 22 16,30 26 7-16,60 14-7 16,53 5 9-16,46 3-68 15,70-15-26-15,52-17 28 16,47-18-30-16,109-32-4 0,60-30-2 15,56-33-5-15,36-43-4 16,-3-24-9-16,-1-29 9 16,-24-30-3-16,1-10 8 15,4-72 4-15,5-48-4 16,-9-31 7-16,-29-29-10 16,-40-43 7-16,-31-24-27 15,-51-31 26-15,-33-17-36 16,-26 0 37-1,-41-7-2-15,-30 19-13 16,-92 39 13-16,-111 47-45 0,-86 63-49 16,-72 59-123-16,-40 57-175 15,-12 24-163-15</inkml:trace>
  <inkml:trace contextRef="#ctx0" brushRef="#br0" timeOffset="17899.41">2436 7670 1016 0,'0'0'188'0,"0"0"-107"0,0 0 21 0,0 0 11 15,0 0-92-15,0 0-3 16,-115 57 30-16,-22 83-47 15,-49 48 24-15,-31 27 18 16,-17 5-22-16,6 4 43 16,18-13-43-16,35-16-2 15,32-27-7-15,34-38 1 16,45-34-13-16,31-36 0 0,33-25-31 16,0-27 2-16,38-8-137 31,28-22-41-31,3-47-87 0,6-23-95 15,-7-22-187-15</inkml:trace>
  <inkml:trace contextRef="#ctx0" brushRef="#br0" timeOffset="18185.34">2700 7360 690 0,'0'0'201'16,"0"0"-82"-16,0 0 57 0,0 0-39 31,0 0-91-31,-193 197 20 0,44-6-14 0,-25 36 19 16,-31 11 5-16,-15 4-52 15,-6-1 15-15,0-8-11 16,16-20-21-16,24-27 23 16,28-20-30-16,38-37 0 0,35-17-1 15,30-32 1-15,41-26-5 31,14-25-28-31,0-20-74 16,14-9-23-16,34-12-60 16,8-42-47-16,3-20 15 15,5-10-61-15</inkml:trace>
  <inkml:trace contextRef="#ctx0" brushRef="#br0" timeOffset="18918">3450 9249 687 0,'0'0'277'0,"-420"47"-128"0,253-28-48 15,49-2 22-15,64-1 6 16,54-2-57-16,120-2-47 15,139-6 32-15,137-6-20 16,116 0-7-16,70 0-25 16,69 0 9-16,26-15-8 15,4-1-6-15,-5-1-10 16,-48 0 5 0,-48-2-30-16,-97 0-6 15,-101-4-25-15,-118-3-56 16,-127-5 4-16,-112 5-37 15,-67 1 25-15,-149 8 6 16,-82 2-89-16,-74 6-92 16</inkml:trace>
  <inkml:trace contextRef="#ctx0" brushRef="#br0" timeOffset="19124.33">4327 9472 398 0,'-392'45'325'0,"62"-4"-214"16,83-10 56-16,98-11 29 0,98-12-55 15,86-2-34 1,175-6-26 0,127 0-32-16,120-11 28 15,90-21-68-15,97-5-5 16,46-4 2-16,34-6-6 16,5-5-38-16,-55-2-30 15,-52-3-86-15,-94-7-38 16,-113-12-225-16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6:12:15.577"/>
    </inkml:context>
    <inkml:brush xml:id="br0">
      <inkml:brushProperty name="width" value="0.05292" units="cm"/>
      <inkml:brushProperty name="height" value="0.05292" units="cm"/>
      <inkml:brushProperty name="color" value="#FF0000"/>
    </inkml:brush>
  </inkml:definitions>
  <inkml:trace contextRef="#ctx0" brushRef="#br0">10581 7198 971 0,'0'0'18'0,"0"0"66"0,0 0 36 16,-316-152-51-16,248 152-31 15,-3 17-31-15,-2 38 3 16,3 24-10-16,20 7 0 16,34 6-1-16,16-6 4 15,30 4-3-15,67-9 0 0,28-6-6 16,9-7 3-16,1-2-11 16,-20-6 13-16,-18-1-4 15,-38-9 10 1,-38-5-2-1,-21-4 6-15,-5-1 10 0,-66-4 36 0,-30-9 8 16,-26-10-17-16,-17-14-26 16,5-3-19-1,14-6-2-15,40-31-6 0,31-12-85 0,37-17-68 16,17-8-191 0,17 0-285-16</inkml:trace>
  <inkml:trace contextRef="#ctx0" brushRef="#br0" timeOffset="2414.67">10775 6972 750 0,'0'0'64'0,"0"0"108"0,0 0 23 0,-73-155-94 15,68 146-1 1,5 9-21-16,-7 0-35 0,7 0 0 15,-5 12-43-15,5 51 2 16,0 32 19-16,0 24 4 16,0 13-3-16,0 3-6 15,0-10-9-15,19-6 8 16,2-11-16-16,5-20 0 16,-5-19 1-16,1-15 1 15,-6-21-4-15,1-15 1 0,-13-6-17 16,1-12 13-16,2 0-16 15,3-3 3-15,8-45 11 16,8-15-4-16,5-14 8 16,7 2-15-16,-5 6 0 15,4 12 16-15,-4 16-8 16,-7 14 2-16,-4 12 8 16,-11 12-11-16,-4 3 9 15,24 20-28-15,7 35 30 16,11 10-7-16,-2 4 7 15,3-6-10-15,7-6 0 0,-8-14-19 16,3-6 9-16,0-17-5 16,0-8 6-16,-8-9 15 15,8-3-13-15,3 0 3 16,-6-23 6-16,3-22 8 16,-7-8 0-16,-1-10 2 15,-13-6 1-15,2-2 5 16,-19 2-7-16,-7 7 5 0,-7 16 12 15,0 17-10-15,0 11 19 16,-33 12 2-16,-11 6-15 16,-15 6-6-16,-10 44-8 15,10 24 0-15,5 11 5 16,23 1-2-16,24-5-3 16,7-12 0-16,0-13-5 15,0-15 5-15,29-13-18 16,1-16-16-16,-4-6 19 15,-2-6-18-15,9 0 12 0,2-27 16 16,3-18 5-16,0-12 7 16,-1-3-7-16,-8 3 0 15,8 10 8-15,-18 8-7 16,0 16 8 0,-5 11 3-16,-14 9-1 0,0 3 5 15,0 0-16-15,0 15 7 16,3 33-1-16,1 4-2 15,13 8 4-15,-3-8-8 0,12-9 5 16,-7 0-6-16,11-13 2 16,3-6-1-16,-4-13 3 15,8-8 0-15,-4-3-2 32,3 0 4-32,4-20-1 0,7-23 11 0,-5-6-12 15,-4-5 4-15,-5-9 13 31,-12-3-9-31,-14 4 1 16,-7 1-10-16,0 15 3 16,0 9-3-16,-7 16-2 15,-30 13 0-15,4 8 13 0,-10 0-11 16,6 24-1-16,20 24-2 16,17 11 3-16,0 6-8 15,17-3 6-15,41-2 0 16,-8-5-2-16,-3-4 6 15,-14-5-4-15,-16-3 0 16,-17-5 4-16,0-7-1 16,0-11-3-16,-17-9 0 0,-2-5-5 15,5-6 1 1,2 0 1-16,12-15-22 0,0-30-21 16,0-16 20-16,40-11-18 15,24 0-9-15,7-5 18 16,-1-1 5-16,-6 0 24 15,-5-5 5-15,-21 3 1 16,-5-12 5-16,-14-8 5 16,-12 6 3-16,-7 1 16 15,0 22-1-15,0 14 10 16,0 20 10-16,-19 17-13 0,0 8 19 16,3 6-34-16,1 6-7 15,-8 9 1-15,2 41-9 16,-5 23-1-16,14 22 6 15,12 9-10-15,0 16 13 16,0 2 3-16,0 1-10 16,0-5 6-16,21-7-10 15,-4-13-1-15,-1-12-1 16,-4-18 3-16,4-17-10 16,-1-13 4-16,6-19-15 15,-9-10 11-15,2-9-26 0,0 0 15 16,12-23 16-16,4-31 4 15,-4-14-7-15,3-7 5 16,-13-5-4-16,5 5-1 16,-2 12 4-16,0 9 1 15,-7 18 0-15,2 15 3 16,-12 12-6-16,-2 9 3 16,10 0-9-16,2 21 8 0,11 24 1 15,8 9 5-15,7 0-5 16,-1-7-8-16,6-7-3 15,1-6-28-15,8-9-8 16,-7-7 19 0,2-6-7-16,0-10 9 0,3-2 7 15,-1 0 7-15,8-2 12 16,0-30 8-16,-10-13-1 16,-21-10-6-16,-10-4 0 15,-4 0-1 1,-12 5 19-16,0 6-1 0,0 10 12 0,0 13-11 15,-28 11-2 1,-10 10 11 0,-9 4-24-16,-10 0-2 0,5 30-2 0,-2 18 4 15,5 9-9-15,18 5 5 16,10 2 0-16,21-9-5 16,0-10-5-16,0-9-11 15,0-9-11-15,26-7-11 0,7-10 6 31,-5-8-9-31,-2-2-22 0,9 0 54 0,-4-29 7 16,9-14 7-16,5-6 3 16,-15-5-1-16,6 2 20 15,-10 8-1-15,-5 8 15 16,-5 10 5-16,-16 11-24 16,0 5 17-16,0 10 20 0,0 0-33 31,0 0-7-16,0 31-5-15,5 12-7 0,2 8 5 16,7-2-4-16,3-5-3 16,-1-8 0-16,3-10 2 15,12-3-8-15,0-12 6 16,4-5-8-16,-9-6 0 16,0 0-3-16,12-6 11 15,-5-24 0-15,9-14 6 16,-2-8-5-16,-5-11-1 15,-4-2 0-15,-7-10 0 0,-3-2 0 16,-12 0 0-16,-9 2 1 16,0 13 4-16,0 16 0 15,0 14 8-15,0 15-2 16,0 6 32-16,0 3-20 16,0 8 3-16,0 0-1 15,0 0-14-15,0 8 0 16,0 37-7-16,0 16 12 0,-14 7 26 15,12 1-34-15,2-3 7 16,0 2 4-16,0-2-17 16,0-4 8-16,0-9-10 15,0-8 0-15,2-5-4 16,12-13-15-16,3-7-42 16,-1-12-38-16,6-8-60 15,6 0-45-15,2-2-13 16,15-30-84-16,12-14-59 0</inkml:trace>
  <inkml:trace contextRef="#ctx0" brushRef="#br0" timeOffset="2716.12">15101 7337 481 0,'0'0'105'0,"0"0"41"0,0 0 50 16,0 0-93-16,0 0 2 15,0 0-25-15,-111-126-56 16,40 141 17-16,-11 30-18 15,2 5 3-15,11 7-7 0,8 0-13 16,11-3 13-16,20-7-4 16,9-5-11-16,16-10 16 15,5-1-16-15,0-5 2 16,38-2 11-16,30 3-12 16,24-7 7-16,16 2-1 15,-2-10-11-15,5-9 22 16,9-3-13-16,1 0 5 15,4-12-3 1,2-16-11-16,-2 0-9 0,-10-6-9 16,-18 2-153-1,-31-1-50-15,-28 3-143 0</inkml:trace>
  <inkml:trace contextRef="#ctx0" brushRef="#br0" timeOffset="3481.2">12458 8804 684 0,'0'0'138'0,"0"0"10"15,-92-170 79-15,80 147-97 0,3 13-21 16,4 10-29 0,5 0-39-16,0 27-12 0,0 69-25 15,0 40 26-15,-5 35 17 16,3-5-27-16,-10-7 8 16,12-13-12-16,0-8-5 15,0-17 7-15,0-19-16 16,0-18 2-16,0-18-4 15,0-25-5-15,0-20 2 16,0-12-23-16,0-6-28 16,0-3-24-16,0 0-69 0,0-3-13 15,0-25-71-15,0-2-83 16,0 7-66-16</inkml:trace>
  <inkml:trace contextRef="#ctx0" brushRef="#br0" timeOffset="4022.79">11675 10904 494 0,'0'0'367'0,"0"0"-296"0,-4-188 100 15,-22 158-44-15,0 17-62 16,7 13-8-16,-17 0-22 16,-13 28-18-16,-19 29-16 15,13 17-2-15,11 7 2 0,22-1-4 16,22-8 3-16,0 0 0 16,17-10-2-16,47-7-15 15,23-2 2-15,5-12 4 16,-7-1 3-16,-15-14 1 15,-11-3 8-15,-30-7-1 16,-8-7 30-16,-17-3-2 16,-4-3 24-16,0 5 22 15,-42 4-36-15,-33 3-19 0,-24-5-19 16,-3-7-6-16,-9-3-16 16,34 0-42-16,13 0-11 15,31 0-51-15,26 0-168 16,7-10-149-16</inkml:trace>
  <inkml:trace contextRef="#ctx0" brushRef="#br0" timeOffset="4880.74">12168 10967 899 0,'0'0'106'15,"0"0"69"-15,0 0-38 0,0 0-81 16,0 0-23-16,0 0-14 16,-7 26-2-16,0 44 11 15,-7 15-22-15,9 2-5 0,5-6 12 16,0-9-11-16,0-17-2 16,19-13 0-16,16-14 1 15,1-13-6 1,4-9 4-16,2-6-5 0,-9 0 1 15,5-21-1-15,-12-15 6 16,-5-4-1-16,-21-7 2 16,0-9-2-16,0-4 1 15,-14 2 0-15,-26 12-7 0,-10 7 7 16,-2 5 0-16,15 11-1 16,-1 2 4-16,12 6-5 15,12 2 2-15,14 2-8 16,0-7 4-16,12-5-15 31,35 1 7-31,26 5 1 0,2 5-3 0,1 9 11 16,2 3 1-16,-8 0 2 31,-13 20-3-31,-10 20 8 0,-19 4-5 0,-14 7 8 16,-6 0-4-16,-8 0 18 0,0-11-8 15,0-8-5-15,0-9 10 16,0-8-12-16,-8-7 1 31,-1 1-2-31,2-5-4 16,-12-1 4-16,0-3-5 15,-2 0 3-15,-5-7 2 16,7-25-5-16,12-16 0 16,7-8-1-16,0-7 0 0,26-3-3 15,26 10 3 1,5 8 0-16,6 10-2 0,-1 6 2 15,1 7 0-15,-11 6 6 16,-7 7-6-16,-7 12 21 16,4 0-8-16,-7 10 4 15,-2 25 21-15,-14 16-26 16,-14 2 3-16,-5 7 8 16,0 5-15-16,0 1 7 15,0 6-15-15,-5-1 4 16,-11 1-3-16,-1-9-1 0,5-15-18 15,5-9 14-15,3-9-3 16,4-11 0-16,0-2 0 16,0-15-50-16,0-2 8 15,0 0-20-15,0 0 7 16,0-9-19-16,0-14-62 16,0-4-50-16,0 2-78 15,0 11-46-15</inkml:trace>
  <inkml:trace contextRef="#ctx0" brushRef="#br0" timeOffset="6631.83">11939 12484 416 0,'0'0'456'0,"0"0"-316"0,-42-163 30 15,42 130-67-15,0 9-48 16,0 15 5-16,0 6-25 16,0 3 10-16,0 0 3 15,0 0-20-15,0 0 8 16,0 0-19-16,0 0-4 15,7 25 10-15,9 10-14 16,-1 6 11 0,-4-7-4-16,-4-11-14 0,8-4 14 0,-11-10-15 15,-4-1 2-15,0 1 8 16,3-3-10-16,-3 3 4 16,4 4-5-16,1-3 4 15,5 9-2-15,-3 2-2 16,-3 3 0-16,1 3 4 31,2 5-4-31,-2 2 0 16,-5 0-2-16,0 9 7 15,0 1-3-15,0 1-2 0,0-6 0 16,0-4-3 0,0-4 5-16,0-10-2 0,0-5 0 15,0 1 0-15,0-3-10 16,0 1 10-16,0 2 0 15,0-2 0-15,0-2 3 16,0-1-3-16,0-6 0 16,0-3 5-16,0-3-7 0,0 3 2 15,0-3 0-15,0 0-5 16,-5 0 6-16,5 0-1 16,0 0 0-16,0 0 2 15,0 0-8-15,0 0 6 16,0 0 0-16,0 0-4 15,0 0-2-15,0 0 0 16,0 0-5-16,0 0-15 16,0 0-3-16,-7 0-30 15,7 0-28-15,-5 0 4 16,-2-9-24-16,-12 0-16 0,12 1-3 16,-4 1-18-16,-1 3-69 15,-2 2-3-15</inkml:trace>
  <inkml:trace contextRef="#ctx0" brushRef="#br0" timeOffset="9085.93">5442 3425 506 0,'0'0'60'0,"0"0"6"0,38-161 89 0,-22 116-21 0,1 4-53 31,-6 10 13-31,-3 11 3 0,3 8-23 0,-11 12 20 16,0 0-49-16,0 0-6 15,0 37-29-15,-30 37-7 16,-29 33 49-16,-12 27-18 16,0 12-7-16,8 1 21 15,-15 7-33-15,5-7 7 32,14-11-11-32,5-16-4 15,11-21 1-15,1-25-8 0,13-17 0 16,13-21-7-16,9-13-41 15,0-14-32-15,7-9-25 16,-12 0-71-16,-7 0-35 16,-21 0-39-16,-5-3 86 15,-14-15-45-15,10 4-53 16,2 2 262-16,9 4 34 16,-4 4 105-16,-1-3 38 15,-2 5-40-15,8 2 22 0,-6 0 0 16,15-4-8-16,9 4-24 15,12-2-15-15,7-1-29 16,71-3-8-16,101 0-20 16,101 3 15-16,67 3-4 15,37 0-45-15,2 0 8 16,-37 0-12-16,-52-8-11 16,-52-1-3-16,-58 0-3 0,-37 0-8 15,-46 5 6-15,-47 4-46 16,-29 0-14-16,-21 0-35 15,0 0-36-15,-33 0-21 16,-38 22-71-16,-14 7-48 16,-2-2-42-16</inkml:trace>
  <inkml:trace contextRef="#ctx0" brushRef="#br0" timeOffset="11062.63">11147 14358 500 0,'0'0'143'0,"0"0"-40"0,0 0 34 0,0 0-23 16,0 0-38-16,0 0 18 15,7-50 23-15,-7 38-48 16,-21-1-11-16,-28 10 3 15,-22 3-24-15,-19 0-7 16,-11 16-1-16,-8 26-6 16,15 11 27-16,16 4-32 15,29-3-5-15,32-7-11 0,17-5 1 16,7-10-6-16,52-11 3 16,19-8-29-1,0-13 24-15,-7 0-20 16,-12 0-3-16,-10-25 26 0,-6-6-2 15,-1-18 4-15,-4-5 0 16,2-12 3-16,5-11-4 16,-17-3 1-16,2-9 0 0,-11-1-5 15,-14 3 9 1,-5 9-4-16,0 13 0 0,0 18 4 16,-24 13 20-16,3 17-5 15,2 8 9-15,8 9 17 16,6 0-37-16,5 0 6 15,-2 3-11-15,-3 54 3 16,5 23 5-16,0 18 6 0,0 8-8 16,0-4 22-16,7 4-30 15,24-5 15-15,-6-9-16 16,4-11 7 0,4-12-5-16,-7-9-2 0,-5-19-10 15,-14-6 9 1,12-10-44-16,-12-11-25 15,-2-2-56-15,6-6-86 0,-6-6-61 0,0 0-64 16,11 0 1-16</inkml:trace>
  <inkml:trace contextRef="#ctx0" brushRef="#br0" timeOffset="12160.54">11833 14349 827 0,'0'0'111'0,"0"0"49"0,0 0 25 0,-52-170-98 15,38 143-30 1,0 10-23-16,-5 2-2 0,-11 12 26 16,-18 3-53-16,-1 6-5 15,-15 38 20-15,17 13-19 16,14 2 5-16,21 7-6 15,12-3 3-15,0-6-4 16,0-9 1-16,31-13-18 16,9-9 10-16,2-7-31 0,1-10 7 15,-5-9-2-15,-1 0 17 16,1-9 11 0,0-21 6-16,-5-12 0 0,0-5 6 15,-14-5-1-15,-3-8-3 16,-4 2 1-16,-12 4-1 15,0 9 22-15,0 15-4 16,0 16 14-16,0 5 13 0,0 9-19 16,0 0 6-16,0 0-20 15,0 23-7-15,-7 30 5 16,2 11-12-16,5-2 1 16,0-3 3-16,0-7-3 15,38-4-2-15,0-13-8 16,2-9-33-16,7-7 20 15,-12-13-24-15,5-6-4 16,-9 0 29-16,2-8 1 16,-9-30 16-16,-10-7 4 0,-3-7-3 15,-11-11-1-15,0 6 4 16,0 6 0-16,0 5 16 16,-16 12-4-16,-10 11 22 15,0 4 16-15,7 10-13 16,3 7 8-16,6 2-26 15,6 0-2-15,4 0 1 16,0 33-13-16,0 21 1 16,0 8-1-16,0-1 2 0,0-6-7 15,23-2 0-15,8-8-1 16,7-9-5 0,-10-13-21-1,2-6-2-15,1-9-5 0,2-8-19 16,-5 0 47-16,8 0-23 0,-8-27 13 15,-2-11 8-15,-14-11-5 16,4-4 13-16,-6-4-1 16,-6 10 6-16,-4 4 4 15,0 11 8-15,0 12 14 16,0 1 24-16,-4 10-23 16,-6 5 1-16,8 4-2 0,2 0-24 15,0 0 20-15,-9 4-27 31,4 32 0-31,5 5 24 16,0 7-20-16,0-3 5 16,0-3-9-16,5-3 8 15,20-4-15-15,4-1 7 16,1-6-29-16,-6-7 0 0,7-2-54 16,-1-4-3-16,-6-9-1 15,4-3-60-15,3-3 48 16,-8 0-11-16,8 0 25 15,7-15 40-15,-10-8 4 16,3-5 36-16,-8 2-25 16,-9-8 28-16,-7 2 2 15,-7 1 9-15,0 2 9 0,0 3 36 16,0 4-16-16,0 5 14 16,0 8-10-16,-14 6-31 15,7 3-3-15,-5 0-8 16,-4 0-66-16,-5 23-62 15,-1 5-153-15</inkml:trace>
  <inkml:trace contextRef="#ctx0" brushRef="#br0" timeOffset="13672.52">9032 14126 505 0,'0'0'373'0,"0"0"-277"0,0 0 39 15,0 0-12-15,0 0-46 16,0 0-53-16,-299-99 5 16,224 137 13-16,-13 23-9 15,-4 18 12 1,12 14 2-16,7 6-20 0,12-7 14 16,28-5-36-16,16-3 0 15,17-13 0-15,0-5-1 16,33-16-8-16,26-14-2 15,17-16-17-15,16-10 13 16,-5-10-24-16,-2 0-13 16,-14-12 15-16,-5-14-12 0,-19-11 29 15,-17-1 10-15,-11-1 5 16,-14 1 5-16,-5 1-5 16,0 8 0-16,0 1 25 15,-33 8-24-15,-17 8 12 16,-8 10-5-16,-6 2-4 15,0 0 3-15,10 11-3 16,9 6-4-16,12 1 4 0,24-2 1 16,9-4-8-16,0-3 3 15,9-3 0-15,38-4-9 16,12-2 8 0,10 0 1-16,4 0 1 15,-17-14 3-15,8-1-4 16,-24 2 0-16,-5 7 2 0,-13 6 4 15,-8 0-5-15,5 6 7 16,-3 36 29-16,5 13-6 16,1 13 11-16,-15 4-15 15,4 0-17-15,-3-4 24 16,-4-6-30-16,-4-9-3 16,0-8 0-16,0-3-1 0,0-6-1 15,0-9-38-15,0-1-62 16,0-11-24-16,0-3-112 15,3-12-66-15,15 0-79 0</inkml:trace>
  <inkml:trace contextRef="#ctx0" brushRef="#br0" timeOffset="14153.33">9601 14707 911 0,'0'0'71'0,"0"0"-6"0,0 0 74 0,0 0-116 0,0 0 3 16,0 0-16-16,30 0 14 15,-30 0 0-15,0 0 1 16,0 0 43-16,0 0-28 15,0 0 5-15,-23 3 3 16,-3-3-25-16,12 0 13 16,2 0-13-16,7 0-17 0,5 0 17 15,0 0-23 1,0 0 0-16,0-3 14 16,0 3-8-16,5 0 0 0,21 0 0 15,-10 7-3-15,-6 16 18 16,-3 1-16-16,-7-4 3 15,0-1 33-15,-7-7-36 16,-14-3 15-16,2-4-7 16,7-5-9-16,7 0 6 15,3 0-10-15,2 0 0 16,0 0-3-16,0-11-26 0,0-16-23 16,0 0-65-16,12 3-125 15,14 10-117-15,2 9-242 16</inkml:trace>
  <inkml:trace contextRef="#ctx0" brushRef="#br0" timeOffset="15772.69">13113 14397 658 0,'0'0'138'0,"0"0"-24"0,0 0 38 0,0 0-31 0,0 0-57 16,0 0 19-16,-82-137 18 15,37 137-62-15,-4 0-11 16,-3 0-7-16,7 32-12 15,7 8 15-15,15 0-24 16,23 9 0-16,0-10-5 16,0-4-6-1,44-7-14-15,1-11 0 0,2-8-31 16,-4-9 33-16,-15 0 1 16,3 0 22-16,-5-20 4 0,2-11 1 15,-12-1-1 1,1-8 23-16,-12 5-8 0,-5 2 33 15,0 13-8 1,0 8-6-16,0 6 25 0,0 6-36 16,0 0 11-16,0 0-15 15,0 23-19-15,0 49 15 16,4 25 0-16,18 20-3 16,1 3 17-16,3 2-32 0,7-9 11 15,-19-2-3-15,0-4-4 16,-9-10 4-16,-5-14-9 15,0-12 0-15,0-14 7 16,-7-19-2-16,-26-5-5 16,-5-15 0-1,1-10 0-15,-15-8-11 16,0 0 3-16,2-32-12 0,6-21 20 0,15-24-28 16,20-13 10-16,9-15 4 15,12-11-29 1,42-6 26-16,19 0-22 15,-7-5-1-15,-2 5 21 16,-22 0-9-16,-2 0 26 0,-19 8-1 31,-4 8 1-31,-8 9-3 0,1 17 5 0,-10 11 0 16,7 12 3-16,-7 17 3 0,0 10-6 16,0 15 17-16,0 9-13 15,0-1 24 1,0 7-24-16,0 0-1 0,0 0-3 31,0 51-4-31,0 21 4 16,0 17 9-16,2 6-2 15,17 1 3-15,5 0-10 16,6-13 2-16,-6-18 1 16,2-16 0-16,0-17-3 15,-5-13 0-15,-12-11-5 0,3-8-1 16,0 0-3-16,4-6 9 15,6-30-2-15,-8-11 2 16,0-10 0-16,5 1-1 16,-12 10-24-16,12 17 22 15,-12 14-3-15,-3 8 6 16,4 6-10-16,6 1 10 0,12 20 0 16,9 31 3-1,15 11 2-15,6-3 7 0,3-4-11 16,5-10 1-16,-3-7 24 15,-12-14-24-15,-4-8 3 16,0-8 5 0,-17-8-3-16,-4 0 3 0,0 0-10 15,-3-6 2-15,-9-21-4 16,9-14 2-16,-21-11-34 16,0-8-40-16,0-11-113 15,-33-1-99-15,-14 1-118 16,-3 8-263-16</inkml:trace>
  <inkml:trace contextRef="#ctx0" brushRef="#br0" timeOffset="16107.83">13894 13866 541 0,'0'0'109'0,"0"0"35"0,0 0 21 0,0 0-43 15,0 0-77-15,0 0-21 16,-14-15 32-16,14 15-20 0,14 0 5 15,-2 0-5-15,4 0-18 16,-7 0 15-16,1 0-14 16,-3 0-10-16,-2 0 26 15,2 3-28 1,0 22 14-16,2 10 14 0,8 10-7 16,-8 10 18-16,8 5-17 15,-1 6-1-15,-9-3 27 16,12 0-40-16,-7-12 4 0,9-6-7 15,-7-12-5-15,-2-11 0 16,2-3-7-16,-9-7-17 16,2-5 7-16,-7-5-91 15,7 1-48-15,-7-3-126 16,0 0-109-16,0-12-62 16</inkml:trace>
  <inkml:trace contextRef="#ctx0" brushRef="#br0" timeOffset="16599.9">14049 14275 614 0,'0'0'319'0,"0"0"-250"0,0 0 90 15,0 0-30-15,0 0-110 16,0 0 28-16,180-92-16 31,-114 58-21-31,-22 5 29 0,-8-1-35 16,-20 5 9-16,-16 5 12 15,0 6-20-15,0 3 22 16,0 10 6-16,0 1-15 16,0 0 1-16,0 0-18 15,0 8-1-15,0 28 1 16,0 4 5-16,0-3-6 16,19-10 0-16,14-8 3 15,-9-13-13-15,2-6 9 16,-3 0 1-16,8 0 0 15,-1-15 8-15,11-10-8 0,-4 8 0 16,-4 5 0-16,-2 12 0 16,16 0 4-16,-2 37-4 15,7 18 27-15,-3 2-25 16,-16-9 16-16,-7-19-10 16,-14-12-7-16,2-4 31 15,-12-13-21-15,3 0 19 16,7-2 10-16,-3-37-40 0,8-19 9 15,9-4-9 1,2-4-13-16,3 0-4 0,6-1-74 16,-8 1-82-16,-6 4-196 15,-1 11-271-15</inkml:trace>
  <inkml:trace contextRef="#ctx0" brushRef="#br0" timeOffset="17651.46">16438 3035 417 0,'0'0'185'0,"0"0"-118"0,0 0 108 0,-326 104-44 16,255-74-32-16,10-3 11 15,21-6-27-15,14-6-4 16,26-6-26 0,0-1-31-16,54 2 2 15,90-5 17-15,64-5-22 16,53 0-1-16,36-15-16 0,26-15-2 15,-4-2 19-15,-3-2-18 0,-26 5 10 16,-57 3 0 0,-56 7-4-16,-81 7-14 0,-63 7 1 15,-33-1-26-15,-68 6 3 16,-90 0-93-16,-45 2-79 16,-30 28 27-16,-8 3-89 15,-1 4-31-15,4-2-89 16</inkml:trace>
  <inkml:trace contextRef="#ctx0" brushRef="#br0" timeOffset="17874.4">16091 3309 338 0,'0'0'110'16,"-391"24"56"-16,249-15-25 0,57 0 13 15,48-3 5-15,37 2-85 32,26 8-40-32,91-4 58 0,55-3-19 15,62-9-32-15,49 0-33 16,30-15 1-16,27-21 23 15,11-6-21-15,-2-3 23 16,-14 0 8-16,-41 7-20 16,-51 2 15-16,-87 12-37 0,-64 12-7 15,-64 6-7-15,-28 4-72 16,-5 2-23-16,-82 0-150 16,-47 8-151-16,-29 16-191 0</inkml:trace>
  <inkml:trace contextRef="#ctx0" brushRef="#br0" timeOffset="18733.82">14592 11171 1095 0,'0'0'130'0,"0"0"2"0,0 0 57 0,0 0-98 0,0 0-40 16,0 0-46-1,-62 45 20-15,225-30 26 16,30-4-43-16,15-11 18 0,-13 0-26 15,-18 0 0-15,-21 0-8 32,-41-7-12-32,-34 1-35 15,-25 0-80-15,-37-1-95 16,-19-1-96-16,0-6-32 0</inkml:trace>
  <inkml:trace contextRef="#ctx0" brushRef="#br0" timeOffset="18924.39">15473 11011 594 0,'0'0'140'0,"0"0"72"0,0 0-7 16,0 0-47 0,0 0-73-1,0 0-45-15,-33 31 36 16,130-3-23-16,11-3-28 16,6-1 15-16,-18-4-38 0,-18-2-4 15,-17 3-12-15,-14 4-61 16,-14 1-71-16,-25 1-107 15,-4-6-100-15,-4-4-104 16</inkml:trace>
  <inkml:trace contextRef="#ctx0" brushRef="#br0" timeOffset="19210.95">14693 11768 275 0,'0'0'591'0,"0"0"-475"0,0 0 77 16,0 0-56-16,0 0-83 15,0 0-34-15,-80 75 21 16,238-75 28-16,30 0-48 16,25-6 13-16,13-23 10 15,0-7-15-15,-7-7 17 0,-25 8-23 16,-36 3-21-16,-52 13-2 15,-45 10-6-15,-40 9-53 16,-21 0-31-16,-42 9-88 16,-57 28-89-16,-36 4-59 15,-13 4 31 1</inkml:trace>
  <inkml:trace contextRef="#ctx0" brushRef="#br0" timeOffset="19418">14952 11895 702 0,'0'0'206'16,"0"0"47"-16,0 0-44 16,0 0-78-16,0 0-41 0,0 0-19 15,73 11 23-15,8 29-69 16,1 6-8-16,-7 5-17 16,6 0 0-16,-1 0-5 15,-17-10-35-15,-13-1-70 16,-15-11-58-16,-11-5-140 0,-12-9-110 15</inkml:trace>
  <inkml:trace contextRef="#ctx0" brushRef="#br0" timeOffset="21919.84">17093 11151 866 0,'0'0'151'0,"0"0"77"0,0 0-12 0,0 0-83 16,0 0-70-16,0 0 13 15,-14-66-41-15,14 66-16 16,0 16 18-16,0 37-37 15,5 24 25-15,25 2-18 16,-6-13 4-16,-3-10-11 16,0-17 0-16,-7-10-10 0,-4-7 1 15,2-14-12-15,-12-4 8 16,0-4 9-16,0 0-5 16,0 0-1-16,7-18 8 15,0-19 2-15,2-8-11 16,8 1 14-16,4 8-3 15,0 7 0-15,0 7 4 16,5 10-8-16,-2 3 4 0,9 9 0 16,9 0-5-16,5 37 11 15,8 13-6-15,-1 7 0 16,7 0 5 0,0-16-13-16,-6-3 8 15,-11-17 0-15,-6-8-7 16,-7-13 9-16,4 0-2 0,-4-6 0 15,-1-30 6-15,6-12 5 16,-10-8-10-16,-7-10 0 0,-19-2 20 16,0-4-16-16,0 4-4 15,-45 8-1-15,-5 12 6 16,1 18-12-16,-1 9 6 16,3 12-16-16,14 9 8 15,10 0-102-15,8 17-137 16,15 21-208-16,0-4-448 15</inkml:trace>
  <inkml:trace contextRef="#ctx0" brushRef="#br0" timeOffset="22158.66">18283 11191 1190 0,'0'0'88'0,"0"0"70"0,0 0 26 0,0 0-110 0,0 0-13 16,0 0-38-1,-47 25 10-15,47 39 8 0,14 7-30 16,-2 0 13-16,-2-10-24 16,1-10-13-16,-1-10 5 15,4-10-59-15,-5-11-50 16,13-14-162-16,-22-6-174 15,0-9-138-15</inkml:trace>
  <inkml:trace contextRef="#ctx0" brushRef="#br0" timeOffset="22396.38">18085 10988 679 0,'0'0'146'0,"0"0"9"0,0 0 54 15,0 0-111-15,0 0-64 16,0 0-22-16,19-6 59 15,31 15-22-15,-8-9-11 16,-2 0 42-16,-14 0-37 16,-9 0-3-16,-8-21 8 15,-9-4-34-15,0 2 13 16,0 8-27-16,-38 4-13 0,1 5 11 16,6 6-75-16,-2 0-51 15,10 20-77-15,1 15-322 16</inkml:trace>
  <inkml:trace contextRef="#ctx0" brushRef="#br0" timeOffset="23129.43">18571 10767 991 0,'0'0'87'16,"0"0"67"-16,0 0 12 15,0 0-61-15,-40-155-63 16,40 148 19-16,0 1 16 16,0 6-42-16,0 0 12 15,0 0-22-15,0 0-14 16,0 13 25-16,17 34-36 16,11 27 23-16,10 19 15 0,-8 11-37 15,-6 16 23 1,-5 12-15-16,-12 8-8 0,-7 3 17 15,0-12-15-15,0-18-3 16,0-8 0-16,0-24 8 16,9-13-10-16,5-11 2 15,5-16 0-15,2-14-12 16,10-12 5-16,-3-12-11 0,10-3 10 31,-5-6-25-31,2-33 29 0,-6-14-12 0,-13-7 4 16,-6-8-1-16,-10-4 6 15,0-7-5-15,-10-1 8 16,-28-1-27 0,-11 19 31-16,-10 18-18 0,7 16 18 15,12 20-14-15,9 4 14 16,20 4 0-16,11 0-1 16,0 0-2-16,11 0-1 0,55 0 1 15,29-8-1-15,4-16-13 31,-3-3 17-31,-6-11 0 0,-26-5-4 0,-8 3 11 32,-23-3-7-32,-12 11 0 15,-16 10 1-15,-5 8 12 16,0 11-7-16,0 3-3 16,-7 0 5-16,-35 17 0 15,11 35-3-15,10 13 5 0,21 1-9 16,0-10 23-16,30-14-23 15,36-15-1-15,17-15 0 16,21-12 9-16,4-6-6 16,10-42-3-16,-10-12 2 15,-18-11-15-15,-12-1 2 16,-40 1-35-16,-22-7-66 16,-16 1-181-16,-28-1-236 15</inkml:trace>
  <inkml:trace contextRef="#ctx0" brushRef="#br0" timeOffset="26192.8">16878 10278 531 0,'0'0'498'0,"0"0"-354"0,0 0 18 16,0 0 7-16,0 0-93 0,0 0-62 15,0 0 21-15,0 0 9 32,26 77-13-32,7-17 0 0,-19 3-29 0,-2-10 0 31,-9-11-2-31,1-10 6 16,-4-13-7-16,0-13 1 15,0-6 0-15,0 0-11 16,12 0 11-16,-2-27 0 15,15-26-3-15,6-17 7 16,9 5-5-16,-2 5 1 0,4 6 0 16,-2 15-1-16,8 9 2 15,-11 16-1-15,-18 8 0 16,5 6-1-16,2 3-1 16,14 35 2-16,7 22 0 15,2 3 0-15,3-6 0 16,-7-6 0-16,2-19-1 15,-4-10 6-15,-15-10-5 16,-2-12 0-16,-3 0 2 16,-1-4 4-16,-3-29-3 15,-12-12-3-15,-7-8 10 0,0-3-6 16,0-5 10-16,-17 4-7 16,-21 1-4-16,-11 9 13 15,-3 7-16-15,-7 8 0 16,10 13-1-16,9 13-6 15,-1 6-2-15,4 0-74 16,11 34-190-16,2 11-160 16,3-4-311-16</inkml:trace>
  <inkml:trace contextRef="#ctx0" brushRef="#br0" timeOffset="26544.73">18045 9980 1195 0,'0'0'60'0,"0"0"76"0,0 0 46 15,0 0-125-15,0 0-29 16,0 0-21-16,-80 50-5 0,80 27 21 16,0 1-22-16,0-10-1 15,7-5 0-15,36-14 8 16,9-15-11-16,-3-15 3 15,5-10 0-15,-4-9-1 16,2 0 1-16,-8-28 0 16,-1-19 6-16,-19-12 4 15,-3-4-6-15,-21 0 1 0,0 3 0 16,-21 9 14 0,-29 8-19-16,-11 11 0 0,-10 18-2 15,7 14-27 1,-4 2-60-16,2 42-231 15,7 3-268-15</inkml:trace>
  <inkml:trace contextRef="#ctx0" brushRef="#br0" timeOffset="27895.38">18498 9992 1381 0,'0'0'34'0,"0"0"129"16,0 0-25-16,0 0-118 16,0 0-1-16,0 0 5 0,130 206-18 31,-81-132 6-31,-9-12-11 0,-21-12-1 0,-9-13 0 31,-10-19 0-31,4-7-3 0,-4-11 3 0,0 0-2 31,0 0-10-31,0-35 12 16,0-15-7-16,0-20 1 16,0 7 6-16,0 4-1 15,0 12 1-15,7 13 0 16,5 11-3-16,2 14 3 16,-7 5 0-16,3 4-6 0,11 0 6 15,5 34 0-15,14 11 0 16,5 5 0-16,0-5-10 15,-8-6 9-15,-4-13-30 16,-16-11 24-16,-1-6-25 16,-11-7 22-16,-5-2 0 15,5 0 10-15,2-8-7 16,2-21 7-16,-4-11 0 0,7-1 0 16,-12-7 5-1,2-3-5-15,-2 3 0 0,0 7 3 16,0 12 0-16,5 10 4 15,-5 13-5-15,7 3 18 16,0 3-17-16,5 0 1 16,14 28-3-16,11 16 0 15,8 4 7-15,-5 0-8 16,5-7 0-16,-5-10-3 16,7-8-3-16,0-12 1 15,-9-5-7-15,9-6 0 0,-2 0 4 16,7-17 3-16,-7-19 5 15,-5-8-3-15,-5-5 6 16,-2-4-3 0,-12 0 0-16,-13 2 5 0,-8 8-5 15,0 11 0-15,0 5 0 16,0 12 4-16,-29 9 1 16,-8 6-5-16,-8 0 0 15,-2 6 4-15,-3 30-7 0,12 11 3 16,5 8 0-1,19-4-8-15,14-4 7 16,0-5-3-16,0-10 3 0,21-5-43 16,5-12 9-16,-2-6-19 15,4-9 17-15,3 0 28 16,7 0 0-16,-10-30 9 16,7-9 0-16,3-5 2 15,-10 2-5-15,-2 4 3 0,-5 1 0 16,-9 14 24-16,-7 4-3 15,-3 10 24-15,-2 3-7 16,0 6-11-16,0 0 3 16,7 0-30-16,-2 31 0 15,9 10 3-15,12 4 1 16,0-7-4 0,5-10 0-16,2-7 1 15,-5-10-8-15,3-5-1 16,-8-6-12-16,10 0 17 15,-2-9-17-15,-8-20 20 16,3-11 0-16,0-1 0 0,-9-4-7 0,-5 1 7 16,2 5 0-1,-12 13 3-15,-2 4 1 16,0 13-4-16,0 7 0 0,0 2 0 31,0 0-2-31,0 0 2 16,0 26 0-16,0 16 5 0,0 9 0 15,0-4-1-15,0-11-4 16,0-6 0 0,0-13 3-16,0-4-3 0,0-7 0 15,0-3-4-15,0-3 12 16,0 0-8-16,0-15 0 16,-2-24 5-16,-3-10-13 15,5-3 8-15,0-5 0 16,0 3-4-16,12 3 2 15,30 10 2-15,12 10 0 0,10 11 1 16,-5 14-4-16,5 6 3 16,-5 0 0-16,0 32 23 15,-3 11-8-15,3 2 11 16,-21-1 8-16,-5-5-30 16,-26 2 12-16,-7 8-16 15,-35 10-5-15,-67 16-20 16,-27-1-248-16,-18-2-351 15</inkml:trace>
  <inkml:trace contextRef="#ctx0" brushRef="#br0" timeOffset="28719.05">21082 9732 890 0,'0'0'47'0,"104"-161"30"0,-76 84 87 0,-16 5-20 16,-12-2-108-16,-14-5 1 16,-83 1 14-1,-59 7-37-15,-54 14 7 0,-75 28-11 16,-54 29-9-1,-50 3 36-15,-43 63-35 16,-46 37 4-16,-10 49 45 0,2 48-10 16,36 54 22-16,84 47-9 15,100 28-17-15,99 17 11 0,124-15-34 16,60-36-9-16,176-44 2 16,125-55-7-16,123-56-5 15,108-43 5-15,60-50-16 16,20-47 16-16,-21-13-21 15,-42-67-9-15,-64-26 30 16,-68-23-14-16,-71-26 14 0,-56-36 0 16,-55-38 10-16,-59-49-9 31,-58-33-1-31,-81-21 0 16,-54-14-10-16,-66 19 9 0,-128 35-19 0,-84 53-9 31,-94 69 13-31,-69 77 8 15,-66 81 8-15,-68 51 0 0,-38 111-7 16,-24 77 10-16,17 61-3 16,59 50 1-16,116 22 10 15,155-1 29-15,148-23-26 16,142-48-14-16,99-59 10 16,165-65-7-16,113-63-3 15,90-54 0-15,54-47-1 16,31-11-8-16,-15-72-9 0,-34-40-9 15,-30-40 26-15,-74-37-11 16,-102-33 12-16,-104-30 0 16,-103-20-10-16,-90-22-165 15,-71-8-201 1,-129 5-755-16</inkml:trace>
  <inkml:trace contextRef="#ctx0" brushRef="#br0" timeOffset="29602.69">12630 5687 1115 0,'0'0'115'0,"0"0"-36"0,0 0 117 0,0 0-54 16,0 0-84-16,0 0-29 15,-26 14-22-15,85 35 47 16,-5 2-48-16,8-7-3 16,-11-11 4-16,-13-9-3 15,-12-13-4 1,-5-5 0-16,-16-6 6 0,12 0-10 16,20-11 4-1,6-44 0-15,23-22 1 0,9-21 2 16,5-13-3-16,-2 1 0 15,0 0-13-15,-3 8 10 16,-11 18-17-16,-17 28-19 0,-21 24-11 16,-16 23-79-16,-10 9-73 15,-24 0-158-15,-73 34-640 16</inkml:trace>
  <inkml:trace contextRef="#ctx0" brushRef="#br0" timeOffset="31035.33">2611 7332 109 0,'0'0'409'0,"0"0"-325"0,0 0 31 0,0 0 41 16,0 0-52-16,0 0 16 15,0 0 0-15,-71 91-60 16,-47 16-4-16,-26 30 22 16,-23 18-13-16,-22 27 18 15,-18 16-35-15,-8 7-11 16,10 7 17-16,7 0-31 16,9-15 10-16,22-13-2 15,23-25-22-15,31-32 20 16,26-19-27-16,33-31 0 0,23-22 8 15,19-26-9-15,12-16-1 16,0-13 0-16,0 0-23 16,0 0 8-16,0-16-36 15,43-31 5-15,20-15 27 16,1-13-57-16,14-9-27 16,7-3-22-16,9-13-35 15,19-18-31-15,0-7-75 16,3-5-43-16</inkml:trace>
  <inkml:trace contextRef="#ctx0" brushRef="#br0" timeOffset="31402.45">2325 7748 558 0,'0'0'67'16,"139"-170"16"-16,-89 107 51 16,-17 12-68-16,-2 13-13 15,-10 14-29-15,-9 8 5 16,-8 13 9-16,-4 3-14 0,0 0 33 15,-4 28 0 1,-65 33-21-16,-23 33-3 16,-28 24 10-16,-24 20-1 0,-18 18 16 31,-18 19-16-31,-8 8 22 0,-3 8-8 0,16-1-29 16,6-5 33-1,11-2-28-15,7-14-5 16,12-25 16-16,18-22-36 0,25-19 10 15,13-15-8-15,27-16-4 16,16-20 4-16,14-18-9 0,12-17 0 16,2-8-1-16,12-6 1 15,0-3-2-15,0 0-24 16,0-9-64-16,26-32 38 16,23-16-50-16,12-8-99 15,17-4-43-15,5 1-99 16,2 5-84-16</inkml:trace>
  <inkml:trace contextRef="#ctx0" brushRef="#br0" timeOffset="31750.56">2542 8881 991 0,'0'0'91'0,"-309"59"5"0,147-19 101 15,6 5-54 1,22-13-25-16,46-4-50 16,70 1-37-16,53-1-1 15,182-2-23-15,132-8 22 16,134-18-4-1,83 0-23-15,66-9 25 16,40-22-23-16,11-4 10 16,-13-7 22-16,-24-11-34 0,-62-6 5 15,-86 2-7-15,-97-1-18 16,-114 6-6 0,-115-4-70-16,-101-8-185 0,-71-7-665 15</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6:13:52.152"/>
    </inkml:context>
    <inkml:brush xml:id="br0">
      <inkml:brushProperty name="width" value="0.05292" units="cm"/>
      <inkml:brushProperty name="height" value="0.05292" units="cm"/>
      <inkml:brushProperty name="color" value="#FF0000"/>
    </inkml:brush>
  </inkml:definitions>
  <inkml:trace contextRef="#ctx0" brushRef="#br0">9266 3518 814 0,'0'0'65'0,"0"0"26"0,0 0 86 16,0 0-57-16,0 0-78 15,0 0 8-15,0 0-8 16,0 0-19-16,-184-33 9 15,201 52-28-15,74-2 16 16,49-1 25-16,46-16-43 16,42 0 10-16,15 0 6 15,-2-13-7-15,-43 3 3 16,-52 8-14-16,-59 0-17 16,-49 2-5-16,-38 0-94 15,0 0 9-15,-85 0-49 0,-23 0-87 16,-34 0 93-16,-13 8 74 15,13 4 31-15,-6 0 45 16,6-1 0-16,12 5 24 16,-11 2 49-16,18-4 23 15,3 1 4-15,26 2-12 0,26-6-20 16,39-3 2-16,29-2-41 16,0-3 1-16,59 1-5 15,57-4 1-15,44 0 20 31,33-9-44-31,29-19 0 0,9 1 3 0,-12 6-5 16,-40 12-42-16,-49 7-130 16,-55 2-105-16,-53 0-189 15</inkml:trace>
  <inkml:trace contextRef="#ctx0" brushRef="#br0" timeOffset="1404.37">18967 2309 694 0,'0'0'40'0,"73"-187"81"16,-49 118 76-16,2 24-27 0,-10 22-65 15,-16 14 3 1,0 9-22-16,0 21-48 16,-26 68 2-16,-61 45-3 15,-19 34 44-15,-12 5-35 0,21-7-39 16,15 2 26-16,-3-7-33 15,14-10 0-15,1-11-13 16,13-16-4-16,10-5-30 16,0-12-25-16,9-14-95 15,7-19-66-15,3-24-90 0,7-22-97 16</inkml:trace>
  <inkml:trace contextRef="#ctx0" brushRef="#br0" timeOffset="1674.71">18057 3677 296 0,'0'0'412'16,"0"0"-331"-1,0 0 11-15,281-66 24 0,-36 51-41 0,76-1-1 16,60 7-25 0,39 0 18-16,30 3-17 15,-11-2-26-15,-15 2 21 16,-49-3-25-16,-45-3 1 15,-40-5 22-15,-40-2-23 16,-31 1 20-16,-37 4-19 0,-29 1-15 16,-56 1-3-16,-38 9-3 15,-26 0-62-15,-33 3-17 16,0-3-129 0,-83 3-172-16,-49 0-165 0</inkml:trace>
  <inkml:trace contextRef="#ctx0" brushRef="#br0" timeOffset="2693.55">7969 10096 1018 0,'0'0'83'0,"0"0"18"0,-99-167 109 0,95 143-73 0,4 14-57 16,0 7-31-16,0 3-39 15,0 31 31-15,0 40-35 16,0 27 21-16,0 8 4 16,0-6-23-16,0-1-10 15,0-1 2-15,-8-5-43 16,4-8 0-16,-6-13-73 16,6-18-68-16,-3-17-14 15,2-20-66-15,0-17 24 0,3 0 4 16,2-51-60-1</inkml:trace>
  <inkml:trace contextRef="#ctx0" brushRef="#br0" timeOffset="3043.92">7802 10463 267 0,'0'0'175'0,"-5"-188"-38"0,5 105-12 15,0 7-27-15,26 16 7 16,24 11-37-16,13 6 7 16,1 16 17-16,2 16-32 15,-10 11 1-15,-20 9-31 16,-13 48-29-16,-23 14 33 15,0 13-25-15,0 1-5 16,-37 2 9-16,-22-7-11 16,-12-11-2-16,-7-10 0 0,12-16 9 15,12-14-7-15,12-14-2 16,20-8 0-16,6-7 6 16,6 0 1-16,8 0-5 15,-3-12-2-15,5-9 7 16,0 6 3-16,0 6 3 0,22 6 0 15,34 3 24 1,13 9-10-16,1 30-2 0,-6 14-24 16,2 1 11-16,-2 0-24 15,-1 0-37-15,-1-10-65 16,8-10-69-16,-1-11-90 16,-15-14-28-16,-2-9-184 15</inkml:trace>
  <inkml:trace contextRef="#ctx0" brushRef="#br0" timeOffset="3755.97">8733 10590 527 0,'0'0'95'0,"0"0"60"0,-54-172 10 15,14 132-40-15,2 17 7 16,3 8-62-16,-8 15 1 16,3 0-30-16,-2 21-37 15,-1 27 19-15,15 8-23 0,14 4 4 16,14-3-3-1,0-6-1 1,0-11-15-16,21-6-16 16,14-17-37-16,1-8 22 15,-1-9-14-15,-2 0 44 16,-5-5-5-16,8-33 42 16,-3-7-21-16,-7-7 13 0,2 3-4 0,-4 4 29 15,-3 5-6-15,-12 11-1 16,1 11 50-1,-10 5-36-15,0 11 31 16,0 2-9-16,0 0-50 16,0 7 10-16,0 39-25 15,0 11-2-15,-14 9 11 16,14-9-7-16,0-8-4 16,0-6 0-16,4-9-18 15,29-17 11-15,7-11-26 0,5-6-4 16,0 0 22-1,7-21-23-15,-7-21 35 0,6-9 1 16,-10-5 4 0,-6-3-1-16,-2-1-1 0,-7 6 0 15,-14 9 35-15,-1 13-27 16,-11 5 26-16,0 11 3 16,0 7-18-16,0 9 27 15,0 0-22-15,0 0-10 16,0 18 13-16,0 38-26 15,0 31 36-15,26 29 1 0,-2 11-36 16,-3 7 30-16,-7 6-26 16,-4-3 1-16,-10-9 14 15,0-11-14-15,0-22-7 16,0-27 9-16,0-19 0 16,-14-14 1-16,2-17-10 15,-9-12 0-15,-5-4 1 16,-17-2-1-16,-6-12-14 15,-5-44-22-15,-1-37-41 16,25-35-25-16,6-29-178 16,10-14-223-16,-5-5-310 15</inkml:trace>
  <inkml:trace contextRef="#ctx0" brushRef="#br0" timeOffset="3972.64">8969 10066 642 0,'0'0'61'0,"0"0"13"0,0 0 66 16,0 0-94-16,0 0 32 0,0 0-2 16,134-19 0-16,-101-2 4 15,-14-2-15-15,-19 1-26 16,0-1 13-16,0 6-33 16,-5 5-14-16,-37 9-5 15,-8 3-3-15,-1 3-52 16,1 37-66-1,3 12-134-15,16 5-123 0</inkml:trace>
  <inkml:trace contextRef="#ctx0" brushRef="#br0" timeOffset="4805.91">9719 10507 966 0,'0'0'17'0,"0"0"119"0,0 0 24 16,-66-152-106-16,66 124-11 15,-8 8-20-15,-10 11 29 16,-8 6-34-16,-14 3-11 0,-10 0 15 16,-7 24-18-16,3 24 5 15,9 15-4-15,20 6 4 16,13-4-4-16,12-8-5 31,0-16-7-31,19-11 0 16,28-15-25-16,-5-9-2 0,-4-6 19 15,9 0 7-15,-2-23 4 16,-3-20 4-16,-9-5 0 16,-7-5 1-16,-9 0 11 15,-8 2-7-15,-9 6 20 16,0 15-6-16,0 9 22 15,0 9-17-15,0 10 7 16,0 2 12-16,0 0-40 16,0 0 7-16,0 2-10 0,0 36 4 15,0 11-11-15,12 8 7 16,35-8 0-16,0-6-8 16,10-8-9-16,9-10-14 15,-10-14-23-15,-6-7 2 16,-3-4 41-16,-9 0-16 15,-15-15 27-15,1-22-1 16,-5-10 8-16,-12-4-7 0,-2 0 28 16,-5 0-25-1,0 17 51-15,0 9-19 0,0 10-8 16,0 15 27-16,0 0-43 16,0 0 7-1,0 6-18-15,0 36 13 0,0 6-6 16,4 2-7-16,3-8 0 15,-2-16 2-15,-5-7-2 16,0-13 0-16,0-3 0 16,0-3 6-16,0 0-2 15,0 0-4-15,0-22 0 16,0-24 3-16,0-17 3 16,31 0-6-16,11 6 0 15,10 16 6-15,12 10-14 0,-1 17 8 16,18 14 0-1,1 0-1-15,10 17 9 0,2 29-5 16,-21 5 18 0,-16 4-17-16,-31 5 14 15,-26 3-18-15,-5 11 0 0,-96 14-10 16,-38 1-59-16,-29 0-137 16,-4-11-229-16</inkml:trace>
  <inkml:trace contextRef="#ctx0" brushRef="#br0" timeOffset="5525.92">8608 7984 1113 0,'0'0'52'0,"0"0"83"0,0 0 120 16,0 0-152-16,0 0-55 0,0 0 12 15,-64 131-6 1,86-4-9-16,-1 5-26 15,-7-7-17-15,0-5 11 0,-4 2-13 16,4-15-14 0,-12-11 2-16,8-18-56 15,-3-24-16-15,-7-21-92 0,0-22-204 16,0-11-114-16</inkml:trace>
  <inkml:trace contextRef="#ctx0" brushRef="#br0" timeOffset="5772.45">8134 7349 1050 0,'0'0'51'16,"0"0"56"-16,0 0 132 16,0 0-75-16,0 0-135 15,0 0-1-15,-118 40-3 0,154 56 7 16,4 8-15-1,-2-2-17 1,-13-6-10-16,-3-4-16 16,-15-15-86-16,-3-17-80 0,8-23-155 0,-12-29-138 15</inkml:trace>
  <inkml:trace contextRef="#ctx0" brushRef="#br0" timeOffset="5970.12">7995 7273 967 0,'0'0'64'16,"0"0"62"-16,0 0 49 15,0 0-73-15,0 0-43 0,0 0-10 16,252 171-19-16,-124-123-30 16,-13-4-3-16,-16-2-66 15,-9-6-104-15,-36-6-101 16,-7-16-55-16,-21-11-167 15</inkml:trace>
  <inkml:trace contextRef="#ctx0" brushRef="#br0" timeOffset="6144.48">9018 7097 662 0,'0'0'99'0,"0"0"81"0,0 0 23 15,0 0-66 1,0 0-65-16,0 0-21 15,-297 66 4-15,260 8-48 16,4 4 2-16,21-1-9 0,-2-1-31 31,9-6-42-31,5-7-148 0,0-14-112 16,0-21-177-16</inkml:trace>
  <inkml:trace contextRef="#ctx0" brushRef="#br0" timeOffset="6389.14">8926 7154 616 0,'0'0'270'15,"0"0"-177"-15,0 0 133 0,0 0-52 16,0 0-105-16,0 0-37 16,-49-42 9-16,56 116 18 15,19 17-16-15,7 2-27 16,-2-2-15-16,-3-1 9 15,2-9-10-15,8-4-6 16,-14-11-43-16,2-12-88 16,-10-14-59-16,3-13-113 15,-5-16-48-15</inkml:trace>
  <inkml:trace contextRef="#ctx0" brushRef="#br0" timeOffset="6755.74">9363 7351 460 0,'0'0'183'16,"0"0"-95"0,0 0 128-16,0 0-59 0,0 0-62 15,0 0-7-15,-123-71-68 16,121 112 6-16,2 13-2 16,0 6-22-16,0 3 10 15,0 2-12-15,23-5 0 0,13-10-4 16,8-7 4-16,8-18-12 15,-7-6-12-15,7-16-20 16,-12-3 37-16,2 0 0 16,1-22 7-16,-13-12 14 15,-11-18-9-15,-9-2 5 16,-10-11 17-16,0-3-16 16,-21-4 25-16,-24 6-29 0,-7 16 0 15,0 13 19-15,7 17-13 16,-7 20-8-16,12 0-5 15,-5 14-18-15,10 35-48 16,9 14-134 0,5-1-206-16</inkml:trace>
  <inkml:trace contextRef="#ctx0" brushRef="#br0" timeOffset="7034.39">10044 7071 917 0,'0'0'56'0,"0"0"116"0,0 0 53 0,0 0-106 16,0 0-48-16,0 0-15 0,-61-114-44 15,61 169 8-15,0 19 6 16,4 20 6-16,15 12-9 31,-7-9-23-31,9-1 0 16,5-6-6-16,-7-9-9 15,2-13-50-15,-16-11-116 0,0-19-174 16,-5-20-116-16</inkml:trace>
  <inkml:trace contextRef="#ctx0" brushRef="#br0" timeOffset="8084.83">9719 7324 606 0,'0'0'9'0,"0"0"-6"16,0 0 53-16,306-92-46 16,-181 58-9-16,-2 2 4 15,-27-7-3-15,-20 0-2 0,-36-5 2 16,-17-1 0-1,-16 0 59-15,-7 6 38 0,0 7-26 16,-7 8 29 0,-26 10-18-16,7 3-16 0,-4 11-6 15,6 0-33-15,-6 19 6 16,6 28-27-16,-2 19-5 16,9 14 17-16,17 14-16 15,0 7 3-15,0 3 0 16,0-9 2-16,19-5-11 15,7-12 2-15,-4-19-6 0,3-14 6 16,-3-22-45-16,-1-14 20 16,5-9-19-16,-10 0 11 15,6-32 26-15,-8-16-10 16,-10-12 17-16,3-6-13 16,1 5 19-16,-8 7-6 15,4 12 0-15,-4 18 3 16,3 12 16-16,1 5-13 0,13 7-1 15,4 0 2-15,7 13 4 16,19 32 2-16,1 6-6 16,-4 0-1-16,4-5-3 15,-15-3-3-15,4-11 0 16,-11-7-4-16,0-11 6 16,-14-5-2-16,9-9 0 15,-4 0 4-15,-3 0 4 16,5-26-8-16,2-17 0 15,-9-6 6-15,-5-11 2 0,-7-6-8 16,0 9 0-16,0 15 3 16,0 13 9-16,-3 14 0 15,-18 6 4-15,0 5 2 16,0 4-16-16,-3 0-2 16,15 19 0-16,-3 16 7 15,12 8-10-15,0 8 3 0,0-5 0 16,38-1-6-16,-10-7 6 15,10-4-6-15,-5-14-5 16,-3-4-11-16,-8-7 20 31,3-9-7-31,-10 0 9 16,11 0-6-16,-5-25 6 0,0-10 0 16,-7-7 0-16,-2-2 6 15,0-1-8-15,2 2 2 0,-2 9 0 0,14 9-1 31,7 7 8-31,0 12-7 0,11 6 4 16,8 0-2-16,-2 20 26 16,-3 26-4-1,-9 8-12-15,-17 5 12 16,-16-8-20-16,-5-3 14 16,0-15 0-16,0-12-13 15,0-13 34-15,0-4-20 16,0-4-6-16,0 0 21 15,0-4-25-15,0-32 4 16,-5-11-13-16,5-15 11 16,0-1-20-16,0 3 9 0,42 6-17 15,10 13 10-15,0 10-30 16,-7 14 10-16,-10 5 1 16,3 9-5-16,-15 3 27 15,-4 0-41-15,-9 6-45 16,-10 17-98-16,0 1-110 15,-10 3-370-15</inkml:trace>
  <inkml:trace contextRef="#ctx0" brushRef="#br0" timeOffset="9008.65">12203 10415 1116 0,'0'0'127'0,"0"0"-21"0,0 0 76 15,0 0-95-15,0 0-65 16,0 0 20-16,-42 3-5 15,155-3-23-15,31 0 0 16,12 0-14-16,-3-3-24 16,2-3-86-16,-13 1-147 15,-27-2-152-15,-11 1-434 0</inkml:trace>
  <inkml:trace contextRef="#ctx0" brushRef="#br0" timeOffset="9421.96">13964 10241 872 0,'0'0'185'0,"0"0"-66"16,0 0 65-16,-108-175-61 16,96 139-83-16,-2 13-25 15,0 4 15-15,-3 11-30 16,-8 8 1-16,-4 0-4 15,-8 33 5-15,6 10-3 16,12 8 1-16,19 3-16 16,0 0 10-1,19 6-26-15,42 5 3 16,17-1 21-16,0-3-4 0,-8 1 12 16,-20-5 0-16,-22-5 2 15,-14-9 20-15,-14-11 13 16,0-10-1-16,-37-6 11 15,-10-9-24-15,2-7 10 0,-7 0-26 16,-2 0 3-16,7-26-16 16,11-14-10-16,20-11-61 15,16-6-51-15,0 0-187 16,0 12-197-16</inkml:trace>
  <inkml:trace contextRef="#ctx0" brushRef="#br0" timeOffset="9628.57">14283 10332 982 0,'0'0'125'0,"0"0"56"16,0 0 38 0,0 0-127-16,0 0-22 15,0 0-36-15,-59-28-19 16,59 85 12-16,12 9-23 0,9 2-5 15,0-8 1 1,-4-10-49-16,-10-10-35 0,0-14-145 0,-7-13-215 16,0-13-395-16</inkml:trace>
  <inkml:trace contextRef="#ctx0" brushRef="#br0" timeOffset="9866.18">13941 10045 938 0,'0'0'67'0,"0"0"98"16,0 0-42-16,0 0-78 15,0 0-28-15,0 0 10 16,245-6-8-16,-169-9-13 16,-18-9 25-16,-20-3-14 15,-17 3 4-15,-21-2 16 16,0 4-30-16,-9 7 13 0,-36 7-20 15,-14 8-22-15,-2 0-37 16,9 27-88-16,-7 17-133 16,7 1-99-16</inkml:trace>
  <inkml:trace contextRef="#ctx0" brushRef="#br0" timeOffset="10263.61">14877 10334 1134 0,'0'0'42'0,"0"0"-30"0,-146-173 133 15,122 140-85-15,5 15-41 16,12 18-17-16,-14 0 4 15,-3 16-10-15,-16 28 4 0,12 16 0 16,12 8-1-16,16 1 1 16,0-3-10-16,61 0 3 15,12-10-16-15,7-6 20 16,-5-8 1-16,-16-10 2 16,-21-7 8-16,-24-10-3 15,-14-6 29-15,0-4 15 16,-19 5-4-1,-44-8-4-15,-22-2-40 0,2 0 0 0,-1 0-1 32,29-26-57-32,22-20-69 0,24-6-197 15,9-11-230-15</inkml:trace>
  <inkml:trace contextRef="#ctx0" brushRef="#br0" timeOffset="10485.48">15025 9929 11 0,'0'0'917'0,"0"0"-827"16,0 0 133 0,0-155-31-16,0 145-95 15,0 10-15-15,0 31-50 0,0 40 3 16,0 24 36-16,24 13-57 16,-3-7 1-16,3-5-15 15,-5-7 8-15,2-11-17 31,-5-10-6-31,1-14-56 0,-8-10-61 16,-9-7-201-16,0-20-212 16</inkml:trace>
  <inkml:trace contextRef="#ctx0" brushRef="#br0" timeOffset="11021.93">14997 10490 870 0,'0'0'45'15,"0"0"59"-15,0 0 21 16,0 0-89-16,259-97-31 0,-176 69 0 16,-19-10 0-16,-20 4-4 15,-25-2-1-15,-12 0 29 16,-7 7 11 0,0 1 11-16,-26 11-4 15,-16 8-23-15,7 9 12 16,-3 0-30-16,5 20 2 15,19 22 3-15,14 8-7 16,0 7-4-16,14 1 0 16,38-11-11-16,7-3 6 15,-3-16-36-15,-2-11-11 16,-11-13 35-16,-3-4 0 16,2-4 17-16,-6-29 0 0,-1-8 0 15,0-8 6-15,-2 3-5 16,-4 3 8-16,1 7 25 15,11 15-15-15,6 10 2 16,7 11 7-16,14 0-4 16,-2 20 28-16,-7 26-27 15,-14 5-15-15,-14-2 5 16,-17-9-12-16,-14-8-1 0,0-7 10 16,-10-10-8-16,-27-7 23 15,-11-8-23-15,1 0-2 16,12-29 14-16,4-25-11 15,24-15-5-15,7-14 0 16,24-4-14-16,61 3-7 16,21 15-73-16,-2 25-55 15,-13 20-141-15,-3 24-121 16</inkml:trace>
  <inkml:trace contextRef="#ctx0" brushRef="#br0" timeOffset="12298.86">14099 11540 1006 0,'0'0'80'0,"0"0"85"0,0 0-9 0,0 0-57 16,0 0-43-1,0 0-50-15,-14 9 33 0,63 95 24 16,-2 23-42-16,-11 20 17 31,-10-3-35-31,-17-8-3 0,-9-7-5 16,0-15-18 0,-2-7-40-16,-43-8-87 0,5-20-116 0,7-13-196 15</inkml:trace>
  <inkml:trace contextRef="#ctx0" brushRef="#br0" timeOffset="14880.82">14165 13738 180 0,'0'0'779'0,"0"0"-639"0,0 0 23 0,0 0-19 15,0 0-61-15,0 0-52 16,-290-131 18-16,245 131-23 15,-7 18-21-15,12 19 16 16,2 12-21-16,12-4 0 0,26-7-2 16,0 2 0-1,0-15-6-15,50-5-25 0,4-12-22 16,12-8 13-16,-9 0-19 16,-5 0 37-16,-12-28 17 15,2-4 6-15,-9-1 1 16,-12-2 4-16,-2 1-4 15,-12 8 42-15,-2 8-10 16,-5 10 19 0,0 8-4-16,0 0-19 15,0 6 4-15,12 43-14 0,14 27 5 0,2 22 43 16,10 3-47-16,-19-1-5 16,-10-9 7-1,-9-5-15-15,0-4 12 16,-2-12-7-16,-36-4-10 15,5-18 25-15,7-18-26 0,5-11 0 16,4-17-1-16,-4-2-4 16,-12 0 5-16,-9-25-23 15,-10-28-5-15,12-9 25 16,26-6-34-16,14-1 8 0,0-2 4 16,28-5-36-16,50-1 21 31,18-5-25-31,1 14-13 0,4 2 45 0,-18 11-23 15,-17 1 45-15,-21 5 3 16,-22 14 16-16,-11-1 8 0,-7 16 32 31,-5 8 0-15,0 2 58-16,0 10-55 0,0 0 9 16,0 0-8-16,0 31-46 15,0 31 27-15,0 16-6 16,5-4-18-16,16-14 13 15,-2-9-22-15,2-10-4 16,5-8-11-16,-3-9-46 16,8-10-42-16,-5-11-144 0,0-3-181 15,-12-11-208 1</inkml:trace>
  <inkml:trace contextRef="#ctx0" brushRef="#br0" timeOffset="15261.91">14978 13448 1026 0,'0'0'179'0,"0"0"6"0,0 0-9 0,0 0-108 16,102 165-19-16,-55-104-33 16,-14 3-15-16,-17-11 14 15,-9-7-14-15,-7-11-1 16,0-8 0-16,-11-9 11 0,-11-12-10 16,-1-6-1-16,2-6 3 15,9-43-2-15,-2-19-1 16,14-18-1-16,0-6-9 15,54 4-50-15,21 14-7 16,10 15-93-16,7 12-175 16,-5 3-100-1</inkml:trace>
  <inkml:trace contextRef="#ctx0" brushRef="#br0" timeOffset="15451.64">15704 12992 888 0,'0'0'200'15,"0"0"-31"-15,0 0 45 0,0 0-86 16,0 0-81-16,-113 247 49 16,144-124-71-16,-3-6-12 15,3-8-12-15,-12-1-1 16,2-15-1-16,-5-16-47 16,-6-18-55-16,-10-16-71 15,0-20-175-15,0-17-133 0</inkml:trace>
  <inkml:trace contextRef="#ctx0" brushRef="#br0" timeOffset="15911.91">16480 12813 679 0,'0'0'122'0,"0"0"-49"16,-90-203 96-1,-9 137 10-15,-40 5-114 0,-35 12 26 16,-53 25-37 0,-37 24 25-16,-35 0-25 15,-40 57-11-15,-22 24 19 0,-12 29-31 16,8 30-12-16,14 26 33 16,28 35-28-16,26 33 14 15,47 15 6-15,61 14-35 16,74-1 23-16,75-18-25 15,44-20-5-15,147-30 8 16,83-39-10 0,81-41-5-16,51-40 4 0,61-40-27 0,51-34 28 31,24-28-11-31,24-52-20 16,-10-28 22-16,-25-24-22 15,-46-25 31-15,-58-21-6 16,-78-25 8-16,-81-27-6 0,-63-24-13 15,-80-15 2 1,-85-5 7-16,-52 15-29 0,-164 41-3 16,-129 46 4-16,-105 55-1 15,-78 54 30-15,-50 51-114 16,-46 24-109-16,-1 75-82 16,14 29-116-16</inkml:trace>
  <inkml:trace contextRef="#ctx0" brushRef="#br0" timeOffset="18317.38">5928 3733 416 0,'0'0'177'0,"96"-240"-82"0,-46 151 42 15,-5 18-25-15,-22 19 17 16,-13 26-74-16,-10 20-4 16,0 6 38-16,-15 64-60 15,-67 73-4-15,-24 90 27 16,-14 70-18-16,-10 52 7 16,19 30-21-16,7 3-6 15,8 0 17-15,16-27-24 16,2-29-7-16,7-37 0 15,22-48-8-15,6-44-14 16,24-48-30-16,15-48-11 16,-1-41 21-1,5-35-47-15,0-25-36 16,21-46-20-16,33-52 31 16,17-42-16-16,0-42 37 0,-3-33 0 15,-4-24-87-15</inkml:trace>
  <inkml:trace contextRef="#ctx0" brushRef="#br0" timeOffset="18587.86">6314 3727 402 0,'0'0'48'0,"76"-188"88"0,-65 142-38 16,-6 24 22-16,-5 18 1 15,0 4-41-15,0 38-34 16,-47 56-19-16,-24 58 11 15,-25 56 15-15,-3 43-23 16,2 39 4 0,-7 16 19-16,8 5-29 0,-1-1 4 15,7-21-15-15,-2-20-6 16,22-24-4-16,1-33-3 16,25-32-40-16,13-36 2 15,7-33-68-15,13-34-19 0,-4-26-11 16,11-25-125-1,-8-20-170-15</inkml:trace>
  <inkml:trace contextRef="#ctx0" brushRef="#br0" timeOffset="18826.73">4779 6244 467 0,'0'0'364'0,"-351"-2"-325"15,170 2 30-15,-3 21 64 16,9 5-33-16,43 1 18 16,52-10-47-16,47-4-65 15,33-7 18-15,120-6-24 16,159-12 0 0,169-52-1-16,181-30 0 0,140-23-46 0,98-11-14 15,43-8-105-15,-9-21 2 16,-3-24-150-1</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6:14:55.369"/>
    </inkml:context>
    <inkml:brush xml:id="br0">
      <inkml:brushProperty name="width" value="0.05292" units="cm"/>
      <inkml:brushProperty name="height" value="0.05292" units="cm"/>
      <inkml:brushProperty name="color" value="#FF0000"/>
    </inkml:brush>
  </inkml:definitions>
  <inkml:trace contextRef="#ctx0" brushRef="#br0">9216 7103 260 0,'0'0'704'0,"0"0"-610"0,-61-191 132 15,61 159-57-15,0 14-68 0,0 9-42 16,0 9-15-1,0 0 10-15,0 4-44 16,0 49-1-16,19 30 35 16,2 21-5-16,-4 8-19 15,-13 0-14-15,-4-10 2 16,0-7-9-16,0-12 1 0,0-14-42 16,5-15-44-16,0-11-90 15,7-26-190-15,-12-17-161 16</inkml:trace>
  <inkml:trace contextRef="#ctx0" brushRef="#br0" timeOffset="365.64">9108 7086 706 0,'0'0'102'32,"0"0"25"-32,33-180 29 0,21 139-99 0,17 5-6 15,4 15 18 1,-9 19-19-16,-2 2 17 15,-19 6-39-15,-12 35-10 16,-26 12 3-16,-7 13-13 16,0 6-8-16,-33 2 0 0,-31-2 3 15,-7-7-3-15,5-11 0 16,5-12 0-16,12-15 2 0,16-9-2 16,23-12 0-1,8-4 0-15,2-2 8 0,0 0-9 16,0 0 1-16,0 0-3 15,0 0 3-15,12 0 0 16,30 0 30-16,12 19 6 31,12 11-10-31,7 12 25 16,-7 1-30-16,-2 3-9 0,-10 2-2 16,-4-2-6-16,-1-3-8 15,-4-4-18-15,0-9-104 16,-12-13-75-16,-2-4-165 15,2-13-112-15</inkml:trace>
  <inkml:trace contextRef="#ctx0" brushRef="#br0" timeOffset="1383.66">10244 7438 205 0,'0'0'464'0,"0"0"-354"0,0 0 33 16,-33-186-6-16,3 139-73 15,-8 11 12-15,0 7-45 16,-9 13 26-16,-5 12-1 16,-11 4-13-16,-1 13-3 15,-2 32-25-15,14 18-6 0,14 11 7 16,26 7-14-16,12-5-2 16,0-10 1-16,8-11 5 15,39-13-12-15,7-19 0 16,-9-11-16-16,11-12 8 15,-1 0-20-15,-6-12 32 16,-9-20-5-16,-16-10 14 16,-8-10-4-16,-6 3-3 15,-3-8 0-15,-7 3 20 16,0 8-12-16,0 12 19 16,0 9 3-16,0 13-11 0,0 9 41 15,0 3-31-15,0 0-21 16,0 10-2-16,0 37 3 15,0 16-9-15,0 12 0 16,0-10 9-16,0-8-12 16,21-3 3-16,17-16-5 15,2-8-1-15,4-14-19 16,-11-11-17-16,5-5 0 0,-5 0-6 16,-2-15 32-1,-5-21 1-15,-12-8 15 0,-5-12-1 16,1-1 5-1,-10-3-4-15,0 8 15 16,0 9-4-16,0 6 35 16,0 20-7-16,0 8-3 0,-10 6 15 15,10 3-35-15,0 0-2 16,0 35-13-16,0 19 4 0,0 14 15 16,10 4-20-1,2-12 0-15,-1-9 1 0,-1-10 1 16,2-14-2-16,-8-11 0 31,3-7 5-31,0-9-10 0,-7 0 5 0,0-4 0 16,0-32-11-16,0-14 8 15,0-13 1-15,0-2-3 16,0 2-23-16,0 6 27 16,8 11-7-1,20 18 8-15,7 7-12 16,5 11 12-16,5 10 0 0,12 0-1 15,2 33 3 1,0 16 4-16,-10 7-6 0,-9 1 0 16,-14-10 8-16,-7-1-4 0,-12-14-4 15,-2-11 0 1,-5-9 7 0,4-6-10-16,-4-6 3 15,0 0 0-15,0 0 9 0,0-24-9 16,0-21-7-16,0-14 5 15,0-1-10-15,0 2 8 16,10 4-1-16,35 17 5 16,9 9-9-16,14 16 9 15,5 12 0-15,17 0 11 16,7 18-8-16,-1 15 25 16,-13 10-10-16,-13-6-11 15,-22 6 11-15,-22 7-18 16,-26 7 0-16,-10 11 0 0,-72 11-67 15,-25-2-169-15,-13-13-343 16</inkml:trace>
  <inkml:trace contextRef="#ctx0" brushRef="#br0" timeOffset="2003.75">12269 7485 947 0,'0'0'62'0,"0"0"119"0,0 0-59 0,0 0-74 0,0 0 6 15,0 0-6-15,382 66-1 16,-193-66-19 0,-12-8 3-16,-10-11-12 0,-30 1-16 15,-40 7-6-15,-41-1-32 16,-35 1-148-16,-21 0-180 15,-7-6-375-15</inkml:trace>
  <inkml:trace contextRef="#ctx0" brushRef="#br0" timeOffset="2234.33">13104 7158 1043 0,'0'0'97'16,"0"0"-30"-16,0 0 172 15,0 0-124 1,285 131-46-16,-141-99-6 0,-19-10-34 16,-17-5-11-16,-30-2-18 15,-21-4 3-15,-19 1-11 16,-24-2-10-16,-14 5-70 16,0 2-41-16,-14 4-96 15,-36 3-94-15,-9-5-71 16</inkml:trace>
  <inkml:trace contextRef="#ctx0" brushRef="#br0" timeOffset="2480.89">12526 7960 920 0,'0'0'50'0,"0"0"115"0,0 0-31 15,0 0-53-15,276 9-13 16,-82-28-27-16,15-10 16 16,-1-2-20-16,-17 8-19 0,-45 12 13 15,-40 5-31 1,-45 6-5-16,-56 0-21 0,-5 0-123 16,-71 12-37-16,-51 14-129 15,-27 4-58-15,-9-9-59 16</inkml:trace>
  <inkml:trace contextRef="#ctx0" brushRef="#br0" timeOffset="2651.19">12731 7996 520 0,'0'0'137'16,"0"0"57"-16,0 0 34 31,0 0-70-31,0 0-55 0,0 0-3 0,-75 212-13 16,141-153-38-1,5-8 28-15,-8-10-47 16,-4-1-28-16,-14-6-4 15,0 0-6-15,-12-5-117 0,-9-5-160 16,9-9-293-16</inkml:trace>
  <inkml:trace contextRef="#ctx0" brushRef="#br0" timeOffset="3023.32">14823 7364 739 0,'0'0'190'0,"0"0"-173"15,0 0 170-15,0 0-110 0,-187-155-54 32,161 155-23-32,1 0 5 15,-13 14-10-15,5 18 4 0,12 11 1 0,16 2 0 16,5 1-2-1,0 5-3 1,33 4 5-16,35 1 0 0,5 3 7 16,10-5-6-16,-1 3-1 15,-9-9 12-15,-21-7 6 16,-14-4 33-16,-24-15 17 16,-14-1-9-16,0-4 10 15,-21-9-21-15,-43 1-22 16,-23-6-23-16,-10-3 7 15,5 0-10-15,12-37 0 16,12-6-48-16,23-14-79 16,24-6-172-16,16 6-200 15</inkml:trace>
  <inkml:trace contextRef="#ctx0" brushRef="#br0" timeOffset="3262.12">14978 7506 1094 0,'0'0'134'16,"0"0"36"-16,0 0 14 0,0 0-124 15,0 0-11-15,0 0-12 16,57 30-12-16,-22 21 15 16,1 3-39-16,-3-6 0 15,-12-4-1-15,-5-8-9 16,-4-10-12-16,-12-5-98 15,0-15-174-15,0-6-124 16,0-6-185-16</inkml:trace>
  <inkml:trace contextRef="#ctx0" brushRef="#br0" timeOffset="3501.66">14997 7211 869 0,'0'0'87'0,"0"0"29"16,0 0 29-16,0 0-65 15,0 0 6-15,0 0-46 16,233 18 3-16,-195-18 19 16,-12-3-31-16,-12-18 7 15,-14-4-7-15,0-1-27 0,0-1 14 16,-28 3-18 0,-17 16-4-16,-7 5-21 0,3 3-80 15,-5 14-71-15,9 26-155 16,7 4-119-16</inkml:trace>
  <inkml:trace contextRef="#ctx0" brushRef="#br0" timeOffset="3756.96">15440 7101 880 0,'0'0'49'16,"0"0"40"-1,0 0 157-15,0 0-94 16,0 0-64-16,0 0-51 16,0-51 15-16,22 121-15 15,-1 24 16-15,-2 7-7 16,-10-5-45-16,0-6 10 16,-1-10-11-16,1-11 3 15,-9-10-7-15,0-14-37 16,0-9-75-16,0-13-92 15,7-7-146-15,-2-16-116 16</inkml:trace>
  <inkml:trace contextRef="#ctx0" brushRef="#br0" timeOffset="4167.75">15964 7495 255 0,'0'0'518'0,"0"0"-425"16,4-163 105-16,-4 126-21 15,0 13-96-15,-4 11-5 16,-29 13-35-16,-17 0-10 16,-18 31-23-16,-8 23-4 15,6 11 6-15,11-3-10 16,30-2 0-16,20-6-1 16,9-15-4-16,0-12 4 0,21-7-22 15,22-17-13-15,11-3 26 16,-5 0-23-16,-2-21 11 15,-4-5 20-15,-8-5 2 16,-9 11 0-16,-9 8 7 16,-13 6 3-16,6 6 37 15,11 4-21-15,3 30 4 16,18 17 21-16,1 0-44 16,-1-7 6-16,-2-4-13 15,0-11 3-15,-7-15-3 16,-2-7 0-16,4-7-1 15,1 0-3-15,-1-39-37 0,-4-15-12 16,-6-17-79-16,-13-12-110 16,-12-9-151-16</inkml:trace>
  <inkml:trace contextRef="#ctx0" brushRef="#br0" timeOffset="4361.78">15506 7031 693 0,'0'0'127'0,"0"0"-10"0,0 0 39 0,0 0-69 0,0 0-21 15,0 0-46-15,307 49-5 16,-163-85-15-16,-10-3-59 31,-28 0-131-31,-35 4-270 16</inkml:trace>
  <inkml:trace contextRef="#ctx0" brushRef="#br0" timeOffset="5084.14">11671 6539 987 0,'0'0'145'0,"0"0"36"0,0 0-27 16,0 0-92-16,0 0-24 16,304-7 12-16,-165 3-48 15,-14 1-2 1,-7 0-65-16,-12-6-265 0,-19-16-391 0</inkml:trace>
  <inkml:trace contextRef="#ctx0" brushRef="#br0" timeOffset="7278.09">12010 6239 651 0,'0'0'376'0,"0"0"-216"0,0 0 29 16,0 0-70-16,0 0-87 16,0 0-18-16,0 0-9 15,-5 200 43-15,27-91-40 16,-6-4-6-16,10-9-4 0,-2 6-46 15,-1-5-84-15,1-1-39 16,-3-7-149-16,-5-13-158 16</inkml:trace>
  <inkml:trace contextRef="#ctx0" brushRef="#br0" timeOffset="7739.12">16628 6403 978 0,'0'0'100'0,"0"0"54"0,0 0-2 0,0 0-83 0,0 0-43 16,0 0-5-16,260 0 4 15,-86 0-25-15,-2-6-8 16,-9-9-138-16,-31 0-279 31</inkml:trace>
  <inkml:trace contextRef="#ctx0" brushRef="#br0" timeOffset="12860.19">10400 5597 749 0,'0'0'137'0,"0"0"-14"0,0 0 103 16,0 0-93-16,-64-153-10 15,64 153-46-15,0 0-41 16,0 49 6-16,-7 47-20 15,0 34 34-15,2 19-3 16,5-2-40-16,0-7 9 0,0-8-13 31,0-11-5-31,0-13 5 0,0-15-9 0,0-25-12 16,0-11 9-16,-2-16-59 16,-5-14-66-16,-3-21-136 15,-11-6-189 1,-9-45-165-16</inkml:trace>
  <inkml:trace contextRef="#ctx0" brushRef="#br0" timeOffset="13273.63">9766 4276 624 0,'0'0'152'0,"0"0"2"0,0 0 58 15,0 0-82-15,0 0-44 0,0 0 14 16,-24-22-39-16,24 85-20 16,0 21 41-16,0 24-34 15,0 2-15-15,0-8-33 16,0-5 0-16,0-9 0 15,0-14 0-15,0-17-29 16,0-13-105-16,0-11-156 16,0-21-204-16</inkml:trace>
  <inkml:trace contextRef="#ctx0" brushRef="#br0" timeOffset="13734.98">9770 4386 804 0,'0'0'17'0,"0"0"32"16,0 0 93-16,295-170-26 15,-175 151-59-15,-28 19-39 16,-28 0-6-16,-36 46-3 0,-28 11-8 16,0 14 0-16,-52-2 8 15,-33-3-9-15,-4-4 17 16,-3-8-10-16,2-7 13 15,24-8-8-15,12-9-9 16,12-13 16-16,18-7-18 16,10-3 4-16,2-5 14 15,12-2-14-15,0 0 9 0,0 0 5 16,0 0-9 0,0 0 22-16,0 0-23 0,0 0-1 15,0 0 13 1,0 0-20-16,0 6 5 15,40 0 3-15,17 9 3 0,9-1 13 16,5 7-23 0,-1 1 1-16,3-5 9 0,-7 9-10 15,-2 2-2-15,-5 4 0 16,-12 5 7-16,-9-8-14 16,-5 2 7-16,-7-8-46 15,-10-6-34-15,6-4-76 16,-4-7-101-16,1-6-69 0</inkml:trace>
  <inkml:trace contextRef="#ctx0" brushRef="#br0" timeOffset="15467.09">10940 4809 708 0,'0'0'57'0,"0"0"49"0,0 0 63 16,0 0-80-16,-104-175-28 31,88 147-13-31,-17 11-13 0,2 8 31 0,-2 6-30 16,-14 3-5-1,-3 0-15-15,-4 17-15 16,4 23 16-16,10 13-17 0,17 4 1 16,4 3-4-16,19-1 3 15,0-4-6 1,0-8-15-16,21-11-13 0,15-13 17 15,1-14-18 1,-8-5 10-16,1-4 17 16,-4 0 2-16,-2-10 6 15,9-16 0-15,-7-10 5 16,-3-3-3-16,8-3-2 16,-8-2 0-16,-1-1 16 15,4 5-16-15,-10 6 5 16,-6 9 10-16,-10 14-2 15,0 1 20-15,0 7-21 0,0 0 2 16,0 3 16-16,0 0-27 16,0 0 8-16,0 0-11 15,0 18-3-15,0 18 3 16,0 9 0-16,0-1 0 16,11-1 7-16,-4-5-6 15,12-2-1-15,-7-7 0 0,9-7-9 16,-4-7 9-1,4-7-22-15,-9-8 1 0,4 0 18 16,10 0-10-16,-5-5 13 16,5-26 0-16,-4-7 3 15,-11 0-4-15,6-7 1 16,-12 0 0-16,-5 3 0 16,0 6 6-16,0 9-6 15,0 9 13-15,0 9-7 16,0 6 26-16,0 3-13 15,0 0-9-15,0 0 11 16,0 0-21-16,0 3 0 0,0 28 5 16,0 9-2-16,11 6 12 15,-6-5-15-15,-5-7 0 16,0-8 1-16,0-12 0 16,0-3-2-16,0-9 0 15,0-2-5-15,0 0 6 16,0 0 6-16,-16-13-3 15,-6-19-3-15,6-12 0 16,2-7 4-16,14 4-4 16,0-5 4-16,0 11-10 0,21 5 6 15,26 6 0-15,0 9-7 16,-9 12 6 0,7 9 1-16,2 0-4 0,2 18 4 15,10 26 1 1,-14 11-1-16,-12 4 1 15,-12-5 3-15,-11-4-4 0,-10-10 0 16,0-14-1-16,0-4 8 16,0-16-15-16,0-4 8 0,0-2 0 15,0 0-3 1,-5 0 3-16,-14-19 0 0,-7-18-13 16,0-15 13-16,15-1-4 15,11 0 4-15,0 8-2 16,0 5-4-16,0 8 4 15,16 11 0-15,24 2 1 16,7 8 0-16,3 8-5 16,6 3 6-16,-8 0 0 0,-4 33-5 15,-6 20 9-15,-10 7-4 16,-6-1 1-16,-13-7 2 31,-4-7 8-31,-5-4-11 0,0-12 0 16,0-4 0-16,0-7 0 15,0-10-11-15,0 1 1 16,0-3-40-16,0-2-14 16,0-4 19-16,0 0 4 0,-5-4 33 0,0-25-61 15,5-9 60-15,0-13 9 32,0-6 0-32,5-3 5 15,28 0-4-15,-2 7 17 16,-8 5 22-16,-2 9-8 15,1 10 10-15,-18 1 8 16,-1 11-22-16,1 4 13 16,-4 8-15-16,0 5 0 15,0 0 6-15,0 0-21 16,0 0 4-16,0 0-15 0,0 0-2 16,0 0 0-16,0 14-4 15,0 22 6-15,0 12 7 16,0 3-4-16,0 3-3 15,0 3 0-15,5-4 5 16,21-2-6-16,7-6 1 16,0-13 0-16,-2-5-4 15,4-12-5-15,0-12 1 0,-9-3 4 16,10 0 4-16,-6-12 3 16,3-18-3-16,-7-8 0 15,-9-7 0-15,-1-7 2 16,-6 3-2-16,-10-2 0 15,0 5 3-15,0 14 1 16,0 8-4-16,0 6 0 16,0 6 23-16,0 6-16 15,-5 1 4-15,0 5 16 0,1 0-6 16,4 0 13 0,0 0-26-16,0 0-3 0,0 3 1 15,0 37 4 1,0 14-10-16,0 12 10 15,0-3-4-15,21-9 4 16,26-6-10-16,3-13 1 0,4-9-4 16,9-13 3-16,-4-7-1 15,12-6-18-15,4-2-66 16,3-38-87-16,-7-20-217 16</inkml:trace>
  <inkml:trace contextRef="#ctx0" brushRef="#br0" timeOffset="18578.08">22482 3375 474 0,'0'0'170'0,"0"0"-57"0,0 0 87 0,0 0-20 16,0 0-90-16,0 0-34 16,0 0-22-16,-235-22 23 15,235 22-45-15,35 6-9 16,95 13 42-16,49-1-22 16,56-6 2-16,25-7 0 15,13-5-21-15,-2 0 39 16,-25 0-23-16,-55 0-14 15,-59 0 13-15,-62 0-13 0,-44 0-6 32,-19 0 0-32,-7 0-10 0,-7 0 6 0,-49 0-101 15,-25 0-75-15,-22 0-69 16,-6 12-120-16,-6-6-270 16</inkml:trace>
  <inkml:trace contextRef="#ctx0" brushRef="#br0" timeOffset="19645.71">13205 8026 925 0,'0'0'44'0,"0"0"102"0,0 0 73 16,0 0-109-16,0 0-36 0,0 0-23 15,-66-105-33-15,66 144 27 16,0 50-32 0,19 45 48-16,2 22-5 15,-16 10-46-15,-5 5 11 16,0-16 15-16,0-10-34 0,0-10 38 15,0-30-38-15,0-18 3 16,0-28 8-16,0-21-2 16,0-14-11-16,7-11 0 0,-2-7 3 15,-5-6-16-15,0 0 13 16,0 0-8-16,0 2 2 31,0-2-34-31,0 0 12 16,0 0-11-16,0 0-51 15,0-11-31-15,5-5-96 0,4 13-87 16,-9 3-55 0</inkml:trace>
  <inkml:trace contextRef="#ctx0" brushRef="#br0" timeOffset="20744.2">12529 10376 882 0,'0'0'53'0,"0"0"85"0,0 0 30 0,0 0-78 16,0 0-30-16,0 0-43 15,-78-42 20-15,78 114 20 16,0 23 0-16,0 9-20 16,-14-11-37-16,2-12 0 15,-9-9 6-15,4-16 0 0,8-6-6 16,2-16 0-16,2-17-15 16,5-8 13-16,0-5-35 15,0-4-9-15,-5-4 44 31,1-34-20-31,1-19 21 0,3-18-5 16,0-2 5 0,0-9-10-16,0-8 0 15,24 5-7-15,23 9 17 16,7 14-25-16,15 15 18 0,1 16 8 16,6 13-4-16,-6 19 1 15,-11 3 3-15,-7 18 0 16,-16 27-3-16,-15 15 3 15,-21 6 0-15,0 6 0 16,-12-1 7-16,-47 0-9 16,-9-7 2-16,-8-14 0 15,6-9-9-15,4-13 2 0,11-11 6 16,4-8-6-16,13-9 14 16,7 0-5-16,12 0-2 15,10-5 0-15,2-4 29 16,7-3-23-16,0 0 14 15,0-1 3-15,0 4-18 16,28 9 35-16,24 0-10 16,5 12 7-16,9 27 12 15,2 12-43-15,-9-4 5 16,-7 1-11-16,-3-5 13 16,-2-9-29-16,3-9 1 0,-3-4-65 15,12-15 3-15,-2-6-85 16,1 0-71-16,-6 0-34 15,-14-3-58-15</inkml:trace>
  <inkml:trace contextRef="#ctx0" brushRef="#br0" timeOffset="22349.82">13422 10679 527 0,'0'0'139'0,"0"0"-30"0,0 0 45 16,0 0-31-16,0 0-58 15,0 0-17-15,-250-8-7 16,203 67-15-16,17 10 21 16,6 0-38-16,24-7-1 15,0-7-8-15,0-15 5 16,16-9-14-16,25-11 5 16,-1-14-19-16,-7-6 11 15,-3 0-27-15,-1-8 39 0,-1-24 7 16,0-14 1-1,-9 5 0-15,-7-1 3 0,0 6 4 16,-5 10 28-16,-7 7-18 16,0 11 20-16,0 8 8 15,0 0-44 1,0 0 21-16,2 0-30 0,15 15 2 16,8 20 0-1,8 4 1-15,5-1-3 0,-5-4 0 16,-7-11-27-1,0-6 25-15,-7-11-18 0,0-1 19 16,2-5-18-16,-14 0 19 16,14 0 0-16,-7-31-5 15,8-17 15-15,-3-17-5 16,-3-16 1-16,-7-8-5 0,3-12 35 16,-7-7-35-16,-5 1 13 15,0-1 4-15,0 16-15 16,0 18 32-16,0 20-16 15,0 21-3-15,0 14 25 16,0 17-34-16,0 2 9 0,0 0-16 16,0 51 11-16,0 27-11 15,0 26 0-15,0 9 1 16,0 1 6-16,0 1-7 16,0-7 0-1,0-10 0-15,0-18 7 0,0-14-11 0,0-15 4 16,0-17-1-16,0-17-16 15,0-11 8-15,0-6-8 32,0 0 1-32,0-28-30 15,0-15 38-15,0-17-10 16,9 0 18-16,24 3-4 16,0 7 4-16,5 5 0 15,-5 13-5-15,-2 10 5 16,-10 10 0-16,-5 12 0 0,-8 0 0 15,8 0-14 1,5 15 13-16,5 21 1 0,0 6 3 16,-14 0 8-16,9-1-6 15,-7-3-5-15,-2 2 0 16,7 1-1-16,0-4 1 16,-7-8 0-16,9-9 0 15,0-3 2-15,3-12-5 16,2-5 3-16,7 0 0 15,-8 0-10-15,4-32 10 16,-3-10 0-16,-3-7 0 0,-4-4 7 16,-14 0-7-16,-3-1 0 15,-2 0 0-15,0 9 11 16,0 15-6-16,0 13 6 16,0 7 15-16,0 8-20 15,0 2 21-15,0 0-27 16,0 9 7-16,-14 35-1 15,2 19-6-15,5 5 0 0,0-5 0 16,7-9 9-16,0-10-11 16,0-10 2-16,21-8 0 15,17-7-13 1,0-13 13-16,2-6-23 0,2 0 7 16,5-6-8-16,-14-28 22 15,-2-4-3 1,-3-7 5-16,-16-3-2 15,0-3 6-15,-12 1-4 0,0 8 2 16,0 10 3-16,0 15 16 16,0 16-2-16,0 1-6 0,0 0 17 15,0 1-26-15,0 36-4 16,-7 14 5-16,2 6 7 16,5-4-7-16,0-2-5 15,0-6 3-15,0-7-3 16,12-7 0-16,21-8 0 15,12-6-2-15,-12-4-5 16,12-11 4-16,-3-2-1 16,0 0-25-16,-4-27 20 15,0-12-1 1,-5-7 10-16,-7-17-7 0,-7-12 10 0,-5-8-3 16,-9-10 0-1,-5-2 1-15,0-1 1 16,0 9 1-16,0 15-3 15,0 17 17-15,0 10-11 16,0 16 7-16,-5 7-9 16,-9 10-2-16,11 9 27 15,-1 3-26-15,-3 0 4 0,-3 20 1 16,-6 41 0-16,4 28 3 16,-7 22 7-16,12 8-8 15,-5-1 34-15,7-6-37 0,1-14 5 16,4-17-6-1,0-15 8-15,0-14-13 0,21-9-1 16,5-17 1-16,0-10-10 31,-3-12 9-31,10-4-22 0,10 0 5 16,2-1-59 0,11-27-11-16,8-13-52 0,-5-7-154 15,0-12-147-15</inkml:trace>
  <inkml:trace contextRef="#ctx0" brushRef="#br0" timeOffset="22619.54">15641 10244 238 0,'0'0'700'0,"0"0"-509"0,0 0-16 0,0 0-24 16,0 0-59-16,0 0-75 15,-158-3 8-15,254 6 28 16,29-3-29-16,26 0 26 16,-5 0-36-16,-9 0 0 15,-21 0 14-15,-24-6-21 16,-26 0-3-16,-24 4-4 0,-23 2-8 16,-7 0 3-16,-12 0-69 15,0 0-71-15,0 0-74 16,-26 0-211-1,-24 0-193-15</inkml:trace>
  <inkml:trace contextRef="#ctx0" brushRef="#br0" timeOffset="22922.4">16037 9889 850 0,'0'0'103'15,"0"0"69"-15,0 0 38 0,0 0-114 16,0 0-30-16,0 0-23 15,-80-60-16-15,80 60 13 16,0 31-37-16,21 32 33 16,2 17 20-16,-1 13-35 15,-15 9 18-15,0 1-19 16,-7 0-14-16,0-8 31 16,0-10-35-1,0-10 1-15,0-15 0 16,0-18 4-16,0-13-8 0,0-8 1 15,4-8-27-15,-4-7 17 16,0-4-57-16,0-2-39 16,0 0-26-16,0 0-71 15,-40-8-141-15,-21-35-172 16</inkml:trace>
  <inkml:trace contextRef="#ctx0" brushRef="#br0" timeOffset="24946.22">16728 9866 244 0,'0'0'577'0,"294"-80"-532"0,-148 40 102 0,-16 8 12 15,-33-2-98-15,-38 9-25 16,-22 4-12-16,-22 2 24 16,-15-1 43-16,-12-11-35 15,-73-1-30 1,-52-2-5-16,-51 5 5 15,-48 11 20-15,-42 6-35 16,-48 12 5-16,-37 0 0 0,-45 21-11 0,-44 39-1 16,-29 26 4-16,-10 19-6 15,-18 25 2 1,19 29-4-16,6 39 0 16,11 31 18-16,41 36-6 0,60 25 10 0,72 2 5 31,83-4-20-31,78-10 22 15,85-20-27-15,54-24 1 16,64-33-6-16,113-37-1 16,65-39 3-16,88-45-2 15,85-40-8-15,106-40 5 16,78-37-3-16,80-52-4 16,35-28 11-16,-13-13-43 15,-29-16-1-15,-64-19-2 16,-42-13 6-16,-71-22 28 15,-36-40-1-15,-79-31 15 16,-81-24 7-16,-96-15-3 16,-123 11 0-16,-89 15-4 0,-196 29-17 15,-144 40-15-15,-132 50-109 16,-94 56-110-16,-50 58-7 16,-33 45-141-16</inkml:trace>
  <inkml:trace contextRef="#ctx0" brushRef="#br0" timeOffset="26202.58">11935 4169 188 0,'0'0'0'0,"0"0"-47"0,0 0 47 0,290-192 10 15,-180 136 11 1,-3-7-1-16,6 4 102 0,-17-7 9 15,-20 10 42-15,-29 4 12 16,-47 5-45-16,0 2-19 16,-111 3 4-16,-73 4-56 15,-82 10-23-15,-76 22-4 0,-66 6-17 16,-66 25 35-16,-33 35 0 16,-18 26 9-16,-6 35 9 15,20 50-39-15,37 32 12 16,66 32-6-16,85 13-15 15,111-4 5 1,122-8-27-16,90-18-6 0,111-25 2 16,132-30-4-16,99-35-3 0,84-45-4 15,72-45-17 1,89-38 20-16,45-26-10 0,40-61 2 16,16-29 5-16,-33-25-18 15,-35-19 18 1,-59-23 5-16,-87-23 4 0,-125-14 2 15,-134-30-4 1,-175-24 0-16,-132-8 0 16,-205 17 0-16,-182 38-31 0,-136 69-59 15,-88 75-38-15,-46 75-16 16,-15 45-94-16,7 86-124 16,22 46-329-16</inkml:trace>
  <inkml:trace contextRef="#ctx0" brushRef="#br0" timeOffset="27317.31">7547 5962 358 0,'0'0'540'0,"10"-172"-445"0,-10 117 77 0,0 21-7 15,0 14-38-15,-26 14-59 16,-38 6-25-16,-33 41-4 16,-28 64-32-16,-9 50 17 15,4 42 16-15,22 27-19 0,30-1 22 16,26-14-37-16,29-18 0 15,23-31 0-15,4-16-1 16,67-21-5-16,19-27 0 16,18-22-6-16,22-24 0 15,14-14-24-15,16-21 3 16,14-15 6-16,-1 0-29 16,3-15 4-16,-8-15-45 0,-8-5-46 15,-26-2 24-15,-30 5-23 31,-45 6 36-31,-45 4 30 0,-14 7 62 16,-40 10 8-16,-56 5 40 0,-34 17 26 16,-26 43 64-16,-16 35-11 15,5 36-7-15,11 40 0 16,17 30-33-16,21 28-3 16,45 20-22-16,35 8-25 15,38-12 14-15,40-21-34 16,88-33-4-16,53-36-2 15,36-31 0-15,26-33-6 16,26-40 1-16,16-36-26 16,10-15 21-16,14-27-57 0,7-33-41 15,-12-14-105-15,-26-11-214 16</inkml:trace>
  <inkml:trace contextRef="#ctx0" brushRef="#br0" timeOffset="27899.45">9631 9177 641 0,'0'0'447'0,"0"0"-418"0,0 0 18 0,0 0 140 16,0 0-47-16,307 212-26 16,-168-126-38-16,-35 7-28 0,-45 8-4 15,-52 10-42 1,-22 7-4-1,-114 10-8-15,-64 13-69 0,-48 2-171 16,-23-6-416-16</inkml:trace>
  <inkml:trace contextRef="#ctx0" brushRef="#br0" timeOffset="29388.27">3320 3985 460 0,'0'0'62'0,"0"0"79"0,0 0 32 16,260-157-25-16,-260 154 3 15,0 3-54-15,-41 0-2 16,-69 26-9-16,-62 44-85 16,-60 34 35-16,-34 30-7 15,-43 18-18-15,-16 9 13 16,-3 4-21-16,1-5 18 15,22 1-2-15,22-18-11 16,26-18 25-16,41-22-18 16,44-26 3-16,54-24 2 0,47-22-19 15,50-20-1-15,21-8 0 16,0-3-19-16,75 0 10 16,38-9-8-16,33-20-33 15,15-7-46-15,6-5-49 16,1-7-23-1,1-15-20-15,3-11-98 0,3-16-101 16</inkml:trace>
  <inkml:trace contextRef="#ctx0" brushRef="#br0" timeOffset="29715.88">4376 3673 888 0,'0'0'6'16,"0"0"26"-16,0 0 36 0,0 0 61 16,0 0-42-16,0 0-65 15,-457 98-22-15,188 31 24 16,-49 26-3-16,-38 21 14 16,-42 9 18-16,-20 11-4 15,6 4 0-15,4 3-5 16,47-5-22-1,52-19 25-15,57-27-33 16,75-27-13-16,59-36 11 16,57-26-12-16,42-25 0 15,19-13-17-15,0-7-56 0,36-12-2 16,39-6-54-16,33-18-127 0,3-60-105 16</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6:19:50.448"/>
    </inkml:context>
    <inkml:brush xml:id="br0">
      <inkml:brushProperty name="width" value="0.05292" units="cm"/>
      <inkml:brushProperty name="height" value="0.05292" units="cm"/>
      <inkml:brushProperty name="color" value="#FF0000"/>
    </inkml:brush>
  </inkml:definitions>
  <inkml:trace contextRef="#ctx0" brushRef="#br0">23470 3207 667 0,'0'0'36'0,"0"0"42"0,0 0 92 0,0 0-102 16,0 0 3-16,0 0 5 0,-266-5-25 16,120 5 20-16,-48 0-19 15,-42 0 7-15,-32 0 15 16,-13 0-31-16,1 5 12 16,16 10-17-16,25 1-7 15,25-1 13-15,42 2-32 16,42-6 2-16,33 1-10 15,27-1 0-15,18-9 0 0,26 5-4 16,14-7-9-16,12 2 7 16,0-2-56-16,0 0-27 15,0 0-67-15,21 0-77 16,24 0-25-16,19-6-83 16</inkml:trace>
  <inkml:trace contextRef="#ctx0" brushRef="#br0" timeOffset="223.71">21136 3113 762 0,'0'0'159'16,"0"0"34"-16,0 0-40 15,0 0-78-15,0 0-17 16,-278 11-33-16,228 12 4 16,3-1 17-16,14-1-33 15,7-4 5-15,7 2-4 0,15-1-10 16,4 2 1-16,0 3-5 15,42 5-4-15,36 2 2 16,12-3-39-16,18-6-53 31,10-6-66-31,-14-10-154 16,-8-5-164-16</inkml:trace>
  <inkml:trace contextRef="#ctx0" brushRef="#br0" timeOffset="6856.35">9504 7933 901 0,'0'0'92'0,"0"0"114"16,0 0 3-16,0 0-118 0,7-155-13 16,-2 149 7-16,-5 3-41 15,0 3 0-15,0 0-23 16,0 9-17-16,0 48 23 15,0 21-20-15,-5 16 19 16,-9 1-16-16,14-4-1 16,0-8-12-16,0-11 3 15,0-13-25-15,7-14 10 16,19-9-47-16,-7-6-62 16,-17-15-46-16,3-7-55 0,-5-8-23 15,0 0-10-15,-7-8 102 16,-19-32-59-16,5-16 151 15,-5-7 64-15,14-12 12 16,0-3 32-16,12-1 47 16,0 7 13-16,0 6-28 15,0 9 9-15,2 13 12 16,29 8-9-16,7 13-8 16,0 14-12-16,9 9 46 15,9 0-20-15,-1 23-13 16,-4 26 12-16,-22 6-62 0,-20 5-13 15,-9 3 1-15,-19-4-17 16,-51 5 6-16,-22-7-8 16,-5-7-8-16,5-12-63 15,21-17-100-15,15-17-106 16,16-4-125-16</inkml:trace>
  <inkml:trace contextRef="#ctx0" brushRef="#br0" timeOffset="7283.35">10009 8371 538 0,'0'0'319'0,"0"0"-241"0,0 0 120 15,0 0-81-15,0 0-90 16,0 0-25-16,-26-110 13 16,56 85-14-1,-9 10-1-15,10 7 16 0,7 8-15 16,2 3 17-16,2 40 16 16,1 16-1-16,-15 4-5 15,-11-5-23-15,-8-7-1 16,-9-17 20-16,0-13-19 0,0-12 33 15,0-7 7-15,0-2-14 16,0 0 13-16,0-8-19 16,0-32-4-16,0-4-16 15,0-9-2-15,0-5-3 16,0 4 0-16,40-3-6 16,17 14-15-16,-3 3-79 15,-2 11-87 1,-3 8-147-16,-20 14-215 0</inkml:trace>
  <inkml:trace contextRef="#ctx0" brushRef="#br0" timeOffset="7521.57">10735 8234 458 0,'0'0'492'0,"0"0"-425"0,0 0 112 15,0 0-50-15,0 0-105 16,0 0 58-16,-10 65-5 16,20-25-26-16,6 8 10 15,-11-2-31-15,0-3-18 16,2-8-12-16,-3-1-4 16,-4-17-30-16,3-6-103 15,-3-7-152-15,0-4-103 16,0-21-95-16</inkml:trace>
  <inkml:trace contextRef="#ctx0" brushRef="#br0" timeOffset="7728.5">10725 7960 674 0,'0'0'75'0,"0"0"92"16,0 0 4-16,0 0-120 15,0 0-31-15,0 0-2 16,-16-10 30-16,16 10 13 15,0 0-4-15,0 0 28 16,0 0-19-16,0-3-22 16,0 3-2-16,-5 0-42 0,-14 0-21 15,-12 0-84-15,-4 15-185 16,4 7-324-16</inkml:trace>
  <inkml:trace contextRef="#ctx0" brushRef="#br0" timeOffset="12265.53">11218 8282 991 0,'0'0'80'0,"0"0"103"0,0 0 7 16,0 0-97-16,0 0-43 0,0 0-20 15,0 0 18-15,0 0-31 16,-101-3-8-16,79 39 12 16,11-1-17-16,-4 4 3 15,15-3-7-15,0 3 5 31,0-10-11-31,17-2 4 0,25-6-20 0,13-8 10 16,6-7-22-16,0-6 9 0,0 0 15 31,-6-6-9-31,-3-19 12 16,-10-5-10-16,-14 2 17 16,-7-4 2-16,-16 6 1 15,-5 2 7-15,0 3 16 16,0 3-18-16,-16 7 36 15,4 5-22-15,7 6-2 16,-4 0 6-16,9 0-22 16,-5 0-2-16,-2 41 0 0,-12 12 4 15,12 19 10-15,0 2-11 16,2 11 3-16,-9 4 17 16,-2 0-22-16,-1-6 7 15,5-13-9-15,-9-13 5 16,5-18-5-16,1-13-1 15,-3-14 0-15,-4-6 2 16,-4-4 0-16,-7-2-4 0,-2 0 2 16,-5-17-15-1,-5-19 9-15,15-2-9 0,4-11-3 16,19-2 7-16,7 2-20 16,0-8-4-16,11 8-9 15,41 11-32-15,14 11 5 16,5 7 3-16,11 8-6 15,-1 0 17-15,13 0 6 16,-12-1 36-16,10 1 13 16,-2-8 4-16,-17-5 2 15,-2-4 14-15,-3-7 2 0,-14-3 21 16,-9 1 0-16,0 2-1 16,-29 2 9-16,-4 11-21 15,-12 6 24-15,0 8-4 16,0 9-15-16,-42 0-5 15,-12 0-26-15,-8 23-1 16,6 10-1-16,11-3 4 16,19-4-5-16,9-4 1 15,8-10-18-15,9-3 9 16,0-4-32 0,0-2 9-16,0 3 11 0,0-3 11 0,24 6 10 15,4 6 5-15,17 4 6 16,11-2 12-16,10-2-19 15,10-9-3-15,9-6 1 16,-3 0-1-16,-4-9-2 16,-7-20-3-16,-10-8-27 15,-14-3 2-15,-19 0-3 16,-11 2-82-16,-17 1-52 0,0 11-155 16,-24 4-544-16</inkml:trace>
  <inkml:trace contextRef="#ctx0" brushRef="#br0" timeOffset="13109.55">10935 6537 1047 0,'0'0'113'0,"0"0"63"0,0 0 53 0,0 0-140 16,0 0-49-16,0 0-7 16,-52 45 15-16,85 47-5 15,-9 15-14-15,2-2 6 0,-3 0-17 16,1-8-5-16,-12-7-9 15,2-10 1-15,-2-12-10 16,-1-13-8-16,-4-16-27 16,-7-15-2-16,10-13-53 15,-10-11-82-15,0 0-126 16,0-26-183-16</inkml:trace>
  <inkml:trace contextRef="#ctx0" brushRef="#br0" timeOffset="13523.56">10612 5693 739 0,'0'0'139'0,"0"0"1"0,0 0 131 0,0 0-98 16,0 0-55-16,0 0-52 15,-66-77-3-15,66 88-31 16,0 43-9-16,0 27 29 16,17 2-37-16,-8 0-6 15,0-4-9-15,10-15-4 16,-14-5-8-16,-5-7-31 16,0-13-49-16,0-10-70 15,0-11-90-15,-5-15-93 16,-28-3-91-16</inkml:trace>
  <inkml:trace contextRef="#ctx0" brushRef="#br0" timeOffset="13698.56">10365 5696 620 0,'0'0'134'0,"0"0"32"16,0 0 11-16,47-164-76 15,16 136-21-15,8 5-23 0,2 11-43 16,-2 6-14-16,-10 6-21 15,-7 0-103-15,-28 9-77 16,-21 29-106-16,-5 17-114 16</inkml:trace>
  <inkml:trace contextRef="#ctx0" brushRef="#br0" timeOffset="14430.69">10461 6007 592 0,'0'0'54'0,"0"0"56"0,0 0 27 15,0 0-52-15,0 0-39 16,0 0-19-16,285 8-19 16,-195-8-7-16,-7 0-2 15,-8 0-4-15,0-7-4 16,-11-13 5-16,-10-6 8 16,-11-8-1-16,-22-4 15 15,-5-2 27-15,-16 5 41 16,0 8-1-16,0 6-13 0,-23 10 23 15,-22 7-37 1,-7 4-13-16,0 0-15 0,8 32-27 16,13 5 15-16,14 4-18 15,17-1 2-15,0-8-4 16,0-2-3-16,17-9-16 16,21-4-7-16,-5-4-24 15,-3-4 31-15,-4-9-10 16,-2 0 5-16,-3 0 24 15,-4-9 0-15,-8-18 2 16,-2-5 9-16,-7-2-4 0,0 8 24 16,0 8 0-16,0 8 4 15,0 7 21-15,0 3-28 16,0 0-10-16,0 0-10 16,5 25 0-16,9 13-9 15,9 4 3-15,10 3-20 16,10-12-6-16,-1-7-23 15,-6-4 3-15,-1-16 7 0,-2-6 0 16,-5 0 32-16,-2 0 0 31,-5-28 7-31,1-16-3 16,-15-16 9-16,12-2-5 16,-12-13 12-16,7 4 2 15,-9 5 1-15,-5 9 0 16,0 15 5-16,0 15 19 15,0 16-1-15,0 8 18 0,0 3-11 16,0 0-16-16,0 0 0 16,0 41-22-1,-5 12 0-15,-14 13 33 0,19 2-28 16,0-7-8-16,0-1-1 16,0-7 1-16,0-11-10 15,26-6-13-15,0-10-41 16,-7-5-65-16,4-8-105 15,-11-13-133-15,-5 0-162 0</inkml:trace>
  <inkml:trace contextRef="#ctx0" brushRef="#br0" timeOffset="15432">11515 5790 679 0,'0'0'51'0,"0"0"46"0,0 0-23 15,0 0-46-15,0 0-26 16,259-106 5-16,-200 78 8 16,-14 2-1-16,-10-7 23 0,-13 6-3 15,-11 1 41-15,-11 7 10 16,0 7-4-16,0 3 2 16,0 4-24-16,0 1-14 15,0 4 1-15,0 0-24 16,0 0-9-16,-11 18-9 15,1 28-2-15,-6 19 4 16,11 7-5-16,3 2 0 16,2 3 9-16,0-8-10 0,0-6 0 15,0-15-3-15,0-13 1 16,0-14-4-16,0-11-14 16,2-10-21-16,3 0 19 15,11 0 3 1,-2-22 19-16,15-16 0 0,-3-10-6 15,2 0 5-15,0 3 1 16,3 9 0-16,-5 10-4 16,2 11 4-16,-16 12-1 15,-5 3 1-15,7 0-13 0,-5 18 13 16,8 20-3-16,2 16 3 16,4-2 2-16,3-11-2 15,-2 0 0-15,-1-14-1 16,8-6-18-16,-5-11 14 15,0-8-1-15,7-2 3 16,0 0-2-16,-2-2 5 16,2-22 0-16,-5-13-1 15,-4-1 6-15,-1-1-6 0,-16-3 1 16,-7 0 0-16,0 9 6 16,0 7-3-16,0 8 5 15,-19 8 9-15,-7 8-15 16,-4 2 15-16,1 0-15 15,-4 0 2-15,17 21-2 16,-3 17-2-16,19 8 0 16,0 2-1-16,0-4 6 0,21-2-8 31,22-7 3-15,-10-8-16-16,12-6 16 0,-8-12-19 15,-1-9 11-15,-6 0 7 16,3 0 0-16,-4-12 1 15,6-17 0-15,-12-11 0 16,10-2 1-16,-7-7-1 16,0 3 0-16,3 11 2 15,1 4 2-15,3 14-2 16,0 5 2-16,-2 12-4 0,9 0 18 16,-5 12-11-16,1 33 12 15,-6 7 13-15,-8 3-20 16,-18-7 15-16,-4-13-7 15,0-5-14-15,0-14 18 16,0-8-14-16,0-8 3 16,0 0 2-16,0 0-15 15,0 0 11-15,0-29-6 16,0-16 2-16,38-13-14 16,0 5 6-16,16 3-28 15,-4 4-2-15,1 10-53 0,-18 13-9 16,-7 11-92-16,-19 4-165 15,-7 8-335-15</inkml:trace>
  <inkml:trace contextRef="#ctx0" brushRef="#br0" timeOffset="17455.09">11326 4821 785 0,'0'0'116'0,"0"0"127"0,0 0-61 0,0 0-90 0,0 0 24 16,0 0-44-16,0 0 0 15,17-132-30-15,-17 132-31 16,7 25 19-16,-2 29-28 16,14 18 33-16,-8 6-12 15,1-4-16 1,9-2 3-16,-9-4-10 0,5-8 2 0,-1-13-12 15,-9-11 8 1,-4-10-33-16,1-10-48 0,-4-10-162 16,0-6-154-16,0-13-224 15</inkml:trace>
  <inkml:trace contextRef="#ctx0" brushRef="#br0" timeOffset="18200.38">12123 4051 666 0,'0'0'42'16,"0"0"110"-16,0 0 40 0,0 0-84 16,0 0 1-1,0-157-18-15,-33 148-46 0,-19 9 17 16,-14 0-50-16,-19 17-4 16,5 23 17-16,7 9-19 15,5 5 12-15,21 7-12 16,18 2-3-16,25-1 8 15,4 1-11-15,0-1 0 16,47-5-1-16,9-7-7 16,18-10-18-16,-8-8-3 15,7-13-12-15,-7-13 10 16,-7-6-5-16,-10 0 3 0,-9-22 22 16,-9-10-6-16,-10-5 17 15,-21-4-1-15,0-1 2 16,-2-1-3-16,-48 9 2 15,3 7-4-15,-17 8 1 16,5 7 6-16,-4 9 0 16,9 3 4-16,4 0-5 0,5 0 15 15,19 6-17-15,15 7 0 16,11 2-5-16,0-3 8 16,0 3-3-16,30-1 0 15,17-4 2-15,3-1-8 16,2-3 6-1,-3-4 0-15,1-2 2 0,2 0 5 16,-3 0-6-16,-2 0 16 16,-9 0 2-16,-14 0 28 15,1 12-18-15,-3 14 4 0,-11 14 24 16,4 14-25 0,-8 5 0-16,-7 3 3 15,0 1-21-15,4-6-2 0,-4-3-12 16,5-10-1-1,-5-4-4-15,7-8-106 0,-2-5-85 16,0-12-141-16,6-15-236 16</inkml:trace>
  <inkml:trace contextRef="#ctx0" brushRef="#br0" timeOffset="18533.95">12731 4672 217 0,'0'0'618'0,"0"0"-605"0,0 0 119 16,0 0-42-16,0 0-75 15,0 0 40-15,-30-6 2 16,30 6 21-16,9 0-24 16,-9 0-12-16,0 3 13 0,0 3-19 15,0 6-7-15,-9 1 17 16,-15-5-28-16,-6-8 9 15,4 0 3-15,2 0-10 16,8 0 22-16,6 0-19 16,5-12-12-16,-2-3-6 15,7 3-5-15,0 6-7 16,0 3-44-16,0 3-99 0,0 0-135 31,0 0-246-31</inkml:trace>
  <inkml:trace contextRef="#ctx0" brushRef="#br0" timeOffset="18803.38">13024 4475 929 0,'0'0'46'0,"0"0"128"15,0 0 41-15,0 0-128 16,0 0 7-16,0 0-35 16,-19-59-18-16,19 59 18 15,0 27-49-15,0 18 8 16,0 16 29-16,0 9-43 16,0-2 12-16,2 0-16 15,3-5 0-15,-5-3-7 16,0-9 2-16,0-9-49 15,0-12-98-15,0-10-90 0,0-14-90 16,0-6-52-16,0-9-222 16</inkml:trace>
  <inkml:trace contextRef="#ctx0" brushRef="#br0" timeOffset="18978.49">12911 4568 499 0,'0'0'121'0,"0"0"-56"16,0 0 122-16,0 0-68 15,4-155-54-15,55 134-39 0,-2 4-20 16,7 4-3-16,-13 13-3 16,-13 0-20-16,-12 0-70 15,-19 21-113-15,-7 12 6 16,0 5-117-16</inkml:trace>
  <inkml:trace contextRef="#ctx0" brushRef="#br0" timeOffset="19137.23">12927 4792 442 0,'-16'14'117'16,"4"-5"19"-16,12-3 22 0,0 0-76 16,0-2 2-16,54-4 25 15,22 0-39-15,20 0-9 16,10 0-48-16,3-13-12 16,-13-1-2-16,-23 2-49 15,-21 3-117-15,-33 3-156 16</inkml:trace>
  <inkml:trace contextRef="#ctx0" brushRef="#br0" timeOffset="21253.61">13535 5383 558 0,'0'0'131'0,"0"0"33"0,0 0 61 15,0 0-75-15,0 0-55 16,0 0-34-16,0 0 1 15,-200-119-4-15,103 98-17 16,-28-1-14-16,-30 2 18 16,-39-4-18-16,-44 5 9 15,-49 8-15-15,-43 11 5 16,-31 0 12 0,-26 20-28-16,-13 34 10 0,1 17 10 15,17 22-12-15,24 23 20 0,40 16-20 16,32 17-14-16,51 18 23 15,60 3-26-15,67-2 3 16,77-16 5-16,31-15-3 16,111-25-6-16,115-9 0 15,83-23 2-15,80-14-16 16,75-23 9-16,34-24-24 16,39-19 7-16,20-8-25 15,-3-46 22-15,-12-18-6 16,-40-14 20-16,-35-13 6 0,-62-15 10 15,-72-19-2-15,-78-18 22 16,-93-9-21-16,-101-6 3 16,-61 0-1-16,-122 12 1 15,-126 22-14-15,-115 38-9 16,-139 45-42-16,-97 41-216 16,-87 8-458-16</inkml:trace>
  <inkml:trace contextRef="#ctx0" brushRef="#br0" timeOffset="26096.6">15410 6093 92 0,'0'0'818'0,"0"0"-709"0,0 0 49 0,0 0 34 0,0 0-71 16,0 0-52-16,0 0-5 16,-71-34-9-16,71 34-23 15,0 0 16-15,0 0-43 0,19 0 0 16,40 9 21-16,26 10-14 16,21-4 14-16,12-3-16 15,-1-4-7-15,-15-5 32 16,-10-3-35-16,-26 0 0 15,-21 0-3-15,-10 0-20 16,-2 0-20-16,-5 0-83 16,-4 0-192-16,-12-9-198 0</inkml:trace>
  <inkml:trace contextRef="#ctx0" brushRef="#br0" timeOffset="26350.25">15681 5875 1009 0,'0'0'30'15,"0"0"74"-15,0 0 96 16,0 0-107-16,0 0-38 16,0 0 1-16,217 110-3 15,-74-84-17-15,-6-4-17 0,-14-7 16 16,-22-4-35-16,-16-5 0 15,-17-3-4-15,-18 3 4 16,-15-3-46-16,-18 3-60 16,-17 9-99-16,-5 9-43 15,-63 2-175-15</inkml:trace>
  <inkml:trace contextRef="#ctx0" brushRef="#br0" timeOffset="26828.85">15068 6639 861 0,'0'0'75'0,"0"0"-59"0,0 0 110 0,0 0 36 15,0 0-84-15,313 35-7 16,-174-35 16-16,3 0-42 0,-3 0 16 16,-9 0-41-1,-12 0-5-15,-22 0 6 0,-20-2-21 16,-22-4 0-16,-23 6-28 31,-17 0-65-31,-14 0-27 0,0 0-156 0,-62 6-173 16</inkml:trace>
  <inkml:trace contextRef="#ctx0" brushRef="#br0" timeOffset="27066.8">15094 6688 945 0,'0'0'102'0,"0"0"55"0,0 0 0 0,0 0-92 15,0 0 25-15,0 0-23 16,141 138 19-16,-77-84-57 16,2 0-27-16,5-3 1 15,4-1-3-15,-7-2-57 16,-6-4-80-16,-10-8-238 0,-15-7-114 15</inkml:trace>
  <inkml:trace contextRef="#ctx0" brushRef="#br0" timeOffset="28963.9">11133 3103 549 0,'0'0'83'0,"0"0"39"0,0 0 63 16,0 0-57-16,0 0-57 15,0 0-7-15,0 0 14 16,0 138-39 0,120-130 21-16,38-8-5 0,21 0-17 15,5 0 20-15,-23-14-38 0,-25-4-5 16,-39-1-12-16,-33 11 8 15,-34 3-11-15,-23 1 0 16,-7 4 5-16,0-6 13 16,-7 0-18-16,-61-1 0 15,-24 3-5-15,-26 4 12 16,-7 0-7-16,-14 0 0 16,-2 0 0-16,-8 11 7 0,15 7-7 31,9-3 0-31,38-4 14 15,23-2-11-15,33-3 20 16,22-2-23-16,9-4 3 16,0 0-15-16,71 0 12 15,61 0 0-15,51 0 8 16,41-10 0-16,10-14-8 16,-13 1 0-16,-15 6 0 15,-51-2-11-15,-39 10-20 0,-57 3-7 16,-48 6 17-16,-11 0-28 15,-89 0 16-15,-53 0 4 16,-34 12 29-16,-25 5-4 16,8 5 11-16,14-4 0 15,18-4 43-15,36 1-31 16,38-2 27-16,47-4-19 16,24-9-17-16,16 0 5 15,9 3-15-15,95-1 0 16,44-2 16-16,53 0-6 15,25-2-10-15,-7-19 0 16,-18-3 5-16,-50 7-2 0,-55 7-3 16,-53 4 0-16,-43 3 8 15,-31-1-3-15,-89 4 12 16,-52 0-17-16,-22 0 4 16,1 0 15-16,11 13-11 15,34 2 1-15,25-3 23 16,53-4-27-16,32-5 5 15,38 3-10-15,0-6-13 16,82 7 11-16,53-5-2 0,49-2-40 16,40 0-44-16,7 0-138 15,-10-2-228-15</inkml:trace>
  <inkml:trace contextRef="#ctx0" brushRef="#br0" timeOffset="29984.94">17373 5905 758 0,'0'0'189'0,"0"0"-35"0,0 0 61 15,0 0-41-15,0 0-66 16,0 0-55-16,-21-43 18 16,21 43-22-16,0 0-32 15,-4 9 22-15,1 33-28 16,-6 13 11-16,-1 7 19 15,8 1-34-15,2-1-5 0,0-3-2 16,0 1 5-16,0-3-18 16,0-6-10-16,0 0-40 15,0-13-12-15,0-4-153 16,0-17-132-16,0-14-158 16</inkml:trace>
  <inkml:trace contextRef="#ctx0" brushRef="#br0" timeOffset="30910.7">17513 5884 480 0,'0'0'357'0,"0"0"-246"0,0 0 149 16,0 0-100-16,0 0-70 15,0 0-18-15,-55-34-21 16,55 34 10-16,0 0-28 0,0 0-1 16,10 21 38-16,20 4-52 15,-4-2 2-15,0-1-19 16,-4-1 12-16,-6-4-12 16,-4-2-1-16,-3-7 0 15,-2-2-10 1,-7-6 3-16,0 3-4 0,0-3 2 15,0 0-21 1,0 0 29-16,0 0-38 0,0 0 2 0,0 0 22 16,0-4-44-16,-7-9 17 15,-7 4 9-15,9 0-4 16,-2 3 29-16,0 0 3 16,-5 4-19-16,10-4 21 15,-3-3-51-15,5 3-1 16,0 2 6-16,0 1-62 15,-7-1-12-15,3 2-70 0,4-2 30 16,0 2 72-16,-5-4 17 16,5 1 74-16,-5-4 23 15,-2-1 50-15,7 5 38 16,-5-1 48-16,5 3-41 16,-4 0 31-16,1 3-24 15,-1 0-17-15,4 0-19 16,-7 0-39-16,7 0 0 0,0 0-28 15,0 6-7-15,0 21 36 16,7 12-9-16,16-1-17 16,13 1-17-16,1-1 4 31,-4 8-20-31,5-6 8 0,-5 3-67 16,-2-4-37-16,2-4-80 15,-17-5-88-15,12-9-68 0,-2-17-88 31</inkml:trace>
  <inkml:trace contextRef="#ctx0" brushRef="#br0" timeOffset="31117.15">18236 5958 669 0,'0'0'95'0,"0"0"72"0,0 0 41 16,0 0-82-16,0 0 12 15,0 0-67-15,-136-105-31 16,84 105-1-16,-10 31-39 0,1 15 0 16,9 12 0-16,5 2-29 15,9 2-40-15,12-2-88 16,15-3-138-16,4-13-51 16</inkml:trace>
  <inkml:trace contextRef="#ctx0" brushRef="#br0" timeOffset="31386.97">18187 6065 184 0,'0'0'629'0,"0"0"-534"16,0 0 140-16,0 0-86 16,0 0-41-16,0 0-12 15,0-80-38-15,0 80-3 16,-5 0-15-16,-2 26-23 15,-2 25 41-15,6 12-9 16,3 5-22-16,0-2-1 16,0-5-22-16,0-2 10 15,0-5-14-15,0-1-4 0,0-5-5 16,0-6-43-16,0-1-77 16,0-5-81-16,0-9-161 15,-9-13-140-15</inkml:trace>
  <inkml:trace contextRef="#ctx0" brushRef="#br0" timeOffset="31800.1">18500 6276 631 0,'0'0'202'0,"0"0"-95"16,0 0 82-16,0 0-15 15,0 0-105-15,0 0-30 16,-99-74 15-16,88 74-48 15,-20 6-6-15,-12 36 5 16,10 12-1 0,10 9 3-16,9-4-7 0,14-5 0 15,0-2-9 1,37-11 8-16,30-8-24 0,-9-7 10 0,6-11-29 16,-10-9 28-1,-9-6 0-15,7 0 16 0,-7-8 10 16,-3-20-8-16,-6 2 7 15,-13-8 36-15,-4-7-21 16,-12-4 20-16,-7-6-7 16,0 1-1-16,0 5 15 15,-26 7-25-15,-23 8-9 0,-6 6 17 16,-8 8-29 0,-3 10-6-16,-10 6 1 0,-1 0-53 31,1 25-45-31,15 19-135 0,28 4-186 0</inkml:trace>
  <inkml:trace contextRef="#ctx0" brushRef="#br0" timeOffset="32086.97">19076 6110 998 0,'0'0'75'0,"0"0"44"0,0 0 134 0,0 0-117 16,0 0-60-16,0 0 3 15,-66-136-50-15,66 136-6 16,0 0 16-16,0 0-38 16,0 37 20-16,0 26 3 0,37 18 2 15,-8 3 6-15,1-3-32 16,-11-2 0-16,0-7-4 15,-12-9-12-15,2-3-28 16,-9-15-22-16,0-10-106 16,0-9-98-16,-11-15-142 15,-41-11-56-15</inkml:trace>
  <inkml:trace contextRef="#ctx0" brushRef="#br0" timeOffset="33055.94">18677 6454 638 0,'0'0'148'0,"0"0"-35"15,0 0-34-15,0 0 4 16,290-123-57-16,-158 93-2 16,10 3-24-1,-13-3 2-15,-13-3 3 0,-20 2-5 16,-18-7 0-16,-38 0 4 16,-14 5-1-16,-21-5 34 15,-5 5 13-15,0 7 11 0,0-1-7 16,-14 8-20-16,-14 7 17 15,4 9-7-15,5 1-15 16,-9 2 9 0,4 0-38-16,-6 30 0 0,-6 25 8 15,15 23-2 1,12 15-6-16,9-3 0 0,0-5 5 16,0-7-4-16,0-18-1 0,0-12-2 15,18-13-3-15,4-19-25 16,-6-7 1-16,-2-6-3 15,0-3-13-15,8 0 42 16,4-28-7-16,4-16 10 16,8-15-3-16,-14-4 6 15,2 6-3-15,-5 10 0 16,-14 13 6-16,-2 19 5 16,-1 10-11-16,6 2 4 15,-10 3 10-15,7 0-14 16,9 18 0-16,10 29 7 0,7 6-2 15,5 1 9-15,-5-2-14 32,7-11 0-32,-2-8 1 15,-3-10 2-15,0-7-3 0,1-10 0 0,-1-6 4 16,-2 0-5 0,0 0 1-16,-2-25 0 15,2-10 11-15,-7-10-6 16,-19 0-5-16,-2-2 0 0,-5 2 4 15,0 12 5-15,-5 9-9 0,-26 9 0 16,3 13-2 0,11 2 2-16,8 0-6 15,2 11 5-15,7 31 2 0,0 12-13 32,0-7 12-32,0-4-9 15,14-11 5-15,10-5-31 16,-1-9 28-16,1-10 1 15,2-8 2-15,-3 0-2 16,10 0 6-16,5-26 0 16,12-13 3-16,6-8 3 0,8 2-6 15,-5 5 0-15,-3 12 6 16,3 9 9-16,-7 19-8 16,-2 0-1-16,-3 15 40 15,-7 32-17-15,-10 16 13 16,-15 5-12-16,-11 1-22 15,-4-12 40-15,0-9-46 0,-11-12 1 16,-18-12 36-16,3-12-30 16,15-6 14-16,6-6 2 15,5 0-22-15,0 0 26 16,0-6-29-16,0-30 3 16,0-17-9-16,0-16 8 15,28-6-4-15,19 4-20 16,-9 11-59-16,-3 15-8 15,-9 22-109-15,-14 19-178 16,-12 4-187-16</inkml:trace>
  <inkml:trace contextRef="#ctx0" brushRef="#br0" timeOffset="33485.73">18826 7461 889 0,'0'0'113'0,"0"0"-25"0,0 0 155 0,0 0-91 16,0 0-59-16,0 0-24 15,-5-38-22-15,5 87 19 16,0 34-33-16,0 20 2 15,0 11 5-15,0-4-24 16,0-8-2-16,0-16-11 0,-14-9 9 16,-5-11 0-16,5-14-12 15,4-18 0-15,8-12-1 16,2-13 5-16,0-6-4 16,0-3 0-16,0 0 5 15,0 0-16-15,0 0 11 16,0 0 0-16,-5 0-15 15,-2 0 11-15,7 0-3 16,-9 0-3-16,9 0-31 16,-12-3 21-16,0-3-76 0,-11 6-67 15,-6 0-76 1,-22 0-168-16,-6 0-320 0</inkml:trace>
  <inkml:trace contextRef="#ctx0" brushRef="#br0" timeOffset="36818.51">17616 9125 296 0,'0'0'146'0,"0"0"-16"0,0 0 15 15,0 0 11-15,0 0-59 16,194-151 47-16,-168 121-24 15,-8-3-37-15,-6 9 4 16,-12 3-46-16,0 3 18 16,0 6 14-16,-40 7-56 0,-9 5 12 15,-15 0-29-15,-2 35 0 32,9 7 8-32,13 3-7 0,22-3-1 0,18 0 0 15,4-1-7-15,0 4-4 16,37 0 9-16,18-1-4 31,13 2-7-31,-4 1 15 16,-5-3-2-16,-22 1 0 15,-11 4 13-15,-16-11-10 16,-10 4 3-16,0-7-4 0,-40-4 40 16,-19-5-38-1,-10-7 15-15,-1-11 1 0,-6-8-14 16,12 0 6-16,10-13-12 15,19-27-23-15,21-11 7 16,14-4-79-16,0 6-80 16,2 4-155-16,40 14-161 15</inkml:trace>
  <inkml:trace contextRef="#ctx0" brushRef="#br0" timeOffset="37264.17">18140 9135 1074 0,'0'0'161'0,"0"0"-24"0,0 0 50 15,0 0-118-15,0 0-61 16,0 0 27-16,-50-15-30 16,50 63-5-16,0 17 4 0,0-6 7 15,5-3-22-15,37-12 10 16,-4-8-62-1,16-7 31-15,-4-9-48 0,-3-9 1 16,-5-11-2-16,-2 0-3 16,-2-5 35-16,-12-23 25 15,-12-15 24-15,-2-1-4 16,-10-4 14-16,-2-1-4 16,0 15 52-16,0 3-18 15,0 13 52-15,0 7-14 0,0 5-11 16,0 6 25-16,0 0-53 15,0 0-10-15,0 15-1 16,0 27-26-16,0 5 38 16,0 6-40-16,0-7 11 15,0-5-18 1,5 1 7-16,14-10-45 0,9 2-26 16,-4-11-119-16,14-11-84 15,-3-2-157-15</inkml:trace>
  <inkml:trace contextRef="#ctx0" brushRef="#br0" timeOffset="37742.04">19130 9392 780 0,'0'0'159'0,"0"0"7"0,0 0 2 0,0 0-44 16,0 0-71-1,0 0-28-15,-217-140 29 0,170 140-47 16,-3 2-7-1,-4 28 8-15,12 6 1 0,16 9-9 16,23-1 0-16,3 2-9 16,0-5 5-16,19-5-49 15,28-13-16-15,3-10 15 16,4-13-26-16,7 0-4 16,1-13 34-16,-6-25 11 0,-6-10 37 15,-10-12-7 1,7-6 9-16,-16-8-1 15,2-9 9 1,-17-12 5-16,1-5 6 0,-13 9-1 0,-4 4 34 16,0 27 27-16,0 15-26 31,0 25 53-31,-9 11-34 16,-3 6-18-16,3 3-3 15,-8 0-29-15,5 50 14 16,-11 28-30-16,13 20 33 15,10 0 8-15,0-1-46 0,0-11 19 16,0-11-20-16,22-10 1 16,1-8-9-16,3-9-4 15,2-13-82-15,10-10-61 16,14-24-186-16,9-1-153 16</inkml:trace>
  <inkml:trace contextRef="#ctx0" brushRef="#br0" timeOffset="38538.87">19802 8791 323 0,'0'0'663'0,"0"0"-483"0,0 0 12 0,0 0-41 16,0 0-72-16,0 0-37 16,-118-106-21-16,118 117 21 15,0 44-33-15,0 25 24 16,0 12 5-16,0 1-37 15,0-6 17-15,0-10-15 16,0-3 5-16,0-11-4 0,0-15-4 16,5-10 0-16,-5-10-3 15,0-16-21-15,0-6 8 16,0-6-26-16,0 0-8 16,0-15 27-16,0-25-15 15,0-5 11-15,0-1 25 16,0 3-22-16,0 11 19 15,9 7 4-15,-9 13 1 0,2 9-6 16,8 3 6-16,16 0-3 16,7 0-6-1,0 24 15-15,9 7-6 0,-14 3 0 16,10 0 3-16,-5-8-7 16,-2-1 4-16,9-10 0 15,0-6-3-15,2-6 6 16,3 0-3-16,7-3 0 15,7 0 4-15,-7 0-3 0,-5-12-1 16,-2-12 0-16,-10-4 4 16,-9-1 1-16,-12-5-5 15,0 6 11-15,-14-6-5 16,0-1 21-16,0 9-20 16,0-5-6-16,0 11 10 15,0 5-7-15,-16-1-4 16,-10 10 0-16,2 6-1 15,-6 0-4-15,-3 0 1 16,2 9 4-16,-4 19-9 0,4 4 11 16,10-3-2-16,11 5 0 15,8-4 2-15,2-1-7 16,0 1 5-16,0-6 0 16,0-6-7-16,28-3 4 15,8-6 3-15,9-2 0 16,2-6 3-16,-7 2-2 15,2 7-1-15,-4 2 0 16,0 6 7-16,4-1 0 16,-11-2-7-16,-3 0 0 15,3-5 7-15,-1-4-1 0,-1-6-6 16,6 0 0-16,3 0 2 16,4-27-2-16,1-3-22 31,-8-3-63-31,-11-12-190 15,-17-4-226-15</inkml:trace>
  <inkml:trace contextRef="#ctx0" brushRef="#br0" timeOffset="41268.16">20636 8401 902 0,'0'0'248'0,"0"0"-216"0,0 0 132 0,0 0-3 16,0 0-95-16,0 0-38 0,0 0 16 15,312-20-14 1,-169 20-8-16,1 0 4 0,-12 0-7 15,-35 0 0-15,-19 0-7 16,-31 0-9-16,-35 0 4 16,-3 0-7-16,-9 0-6 15,0 0-7-15,0 0-44 16,0 0-36-16,0 0-68 16,0 0-63-16,0-10-36 15,-14-5-46-15,-14 3-72 0</inkml:trace>
  <inkml:trace contextRef="#ctx0" brushRef="#br0" timeOffset="44033.26">4930 4136 9 0,'0'0'15'0,"0"0"9"0,0 0 0 15,0 0 24-15,0 0-37 0,0 0 22 16,0 0 26 0,-82-16-46-16,84 7-13 0,29 4-26 15,-8-1-49-15</inkml:trace>
  <inkml:trace contextRef="#ctx0" brushRef="#br0" timeOffset="44935.82">6420 4157 541 0,'0'0'31'0,"0"0"14"0,0 0 17 0,0 0-20 15,0 0-21-15,0 0-19 16,0 0 3-16,0 0 11 16,0 0-9-16,0 0-7 15,0 0 0-15,0 0-4 16,0 0 3-16,0 2-48 15,10 2-49-15,2 2-76 0,-1-1-68 16</inkml:trace>
  <inkml:trace contextRef="#ctx0" brushRef="#br0" timeOffset="45174.78">9275 4383 0 0,'0'0'508'0,"0"0"-491"16,0 0 0-16,0 0 8 15,0 0 29-15,0 0-29 16,-23 30-15-16,46-12-10 0,-1-4-17 15,-8 4-157-15</inkml:trace>
  <inkml:trace contextRef="#ctx0" brushRef="#br0" timeOffset="45444.3">12625 4479 754 0,'0'0'0'0,"0"0"0"15,0 0-81-15,0 0 74 0,0 0 7 16,0 0-124 0,52 18-293-16</inkml:trace>
  <inkml:trace contextRef="#ctx0" brushRef="#br0" timeOffset="48169.43">13062 7844 844 0,'0'0'69'0,"0"0"34"0,0 0 107 0,0 0-67 15,0 0-74-15,0 0 7 16,0 0-29-16,-55-31-3 15,55 31 5-15,0 0-34 16,0 0 24-16,43 0-27 0,27 0 5 16,11 7 22-1,-1-5-36-15,-9-2 1 0,-10 0-4 16,-26 0 10-16,-9 0-11 16,-19 0 1-16,-7 0 0 15,0 0 3-15,0 0 2 16,-42 0-5-16,-29 0 0 15,-16 0 7-15,-3 0-11 16,3 0 4-16,14 7 0 16,21-1-2-16,14-4 7 15,24 2-5-15,14-4 0 0,0 0 8 16,0 3-13 0,26 0 5-16,45 3 0 0,14-6 3 15,7 0 2-15,4 0-5 16,-20 0 0-16,-17 0 10 15,-26 0-1-15,-24 0-9 16,-9 0 0-16,0 0 3 16,-64 0 1-16,-44 0-4 15,-19 0 0-15,4 9 7 16,31 5-13-16,40-2 6 0,29-10 0 16,20 3-6-1,3-4 6-15,0 4 0 0,50-5 0 16,49 0-4-16,42-5-4 15,8-38-101-15,4-26-328 16</inkml:trace>
  <inkml:trace contextRef="#ctx0" brushRef="#br0" timeOffset="53710.51">11734 9964 869 0,'0'0'30'0,"0"0"106"0,0 0-41 0,0 0-19 16,0 0-70-16,0 0 2 0,0 0 6 15,-115 0 0 1,178 5 31-16,-11 6-25 0,-7-5 2 16,-17 5 5-16,-6-1-13 15,-1 7 17-15,-12 6 6 16,8 2-9-16,-6 4 2 16,6 8-23-16,4 0-7 15,3 9 15-15,6 11-14 16,18 9 2-16,15 8-1 0,13 9 2 15,20 4 1 1,20-2-5-16,14-2 0 0,25-15 0 16,12-2 2-16,20-11-3 15,27-9 1-15,43-6-15 16,33-15 3-16,26-16-34 16,19-9-15-16,2 0 30 15,-7-21-3-15,-16-12 13 16,-29-5 6-16,-40-10 9 15,-47 0 0-15,-42-5 6 0,-20-1 0 16,-32 0 14-16,-17-3 7 16,-6 1 17-16,-6-1 8 31,-7 10-7-31,-13 1 3 16,-11 11-9-16,-6 8-4 15,-19 3 7-15,-3 6-28 16,-11 7 7-16,0 0-14 15,-5 3 8-15,7 2-18 16,0 0 5-16,0 0-60 0,5 0-44 16,0 4-86-16,-5 2-83 15,-2 0-94-15</inkml:trace>
  <inkml:trace contextRef="#ctx0" brushRef="#br0" timeOffset="54173.08">16544 10266 320 0,'0'0'277'0,"0"0"-145"0,0 0-31 0,0 0-75 16,0 0-12-16,0 0 2 15,155-79 0-15,-103 77-2 0,16-4 10 16,1 2-7 0,2-1 29-16,-3-1-12 0,-7-3-4 15,-11 1 10-15,-13-1-3 16,-8 3-14-16,-6 0 20 16,-11 0-6-16,-2 2-3 15,-10 4-5-15,0 0-5 16,0 0 27-16,0 0-13 0,0 0-3 15,0 16 13-15,0 16 3 16,0 10-3-16,-33 5-1 16,7 7-28-1,-7 4 4-15,7-2-22 0,-7-3 1 16,14-5 3-16,0-6-5 16,0-7-19-16,12-1-26 15,0-14-37-15,7-2-44 16,0-3-78-16,0-3-110 15,0-3-87-15,0-3-23 16</inkml:trace>
  <inkml:trace contextRef="#ctx0" brushRef="#br0" timeOffset="55959.82">2629 3845 474 0,'0'0'98'0,"0"0"0"0,0 0-27 16,0 0-23-16,0 0-2 15,0 0 13-15,0 0-25 16,-278 106-2-16,196-44 3 16,-20 25-10-16,-37 10 3 15,-28 23 3-15,-19 15-9 16,-15 13 17-16,22 7-15 16,12 2-19-16,18-17 1 15,15-12-1-15,11-16-5 16,24-12 1-16,12-16-1 15,21-16-4-15,26-17-40 16,28-19-45-16,12-11-9 0,0-19-103 16,12-2 55-16,28-2-113 15</inkml:trace>
  <inkml:trace contextRef="#ctx0" brushRef="#br0" timeOffset="56405.21">3403 3756 540 0,'0'0'54'16,"0"0"12"-16,0 0-25 15,0 0-26-15,0 0 21 16,0 0-8-16,151-104 13 0,-151 104 1 16,-22 19-28-16,-53 30 2 15,-41 21-9-15,-27 28 10 16,-32 12 18-16,-23 19-5 16,-16 7 12-16,-22 4-2 15,-7 4-13-15,-7 3 20 16,-2-7-15-16,21-7-12 15,33-14 9-15,40-13-27 16,35-14 3-16,36-12-5 0,12-12 4 31,25-7-9-31,19-14-3 0,10-11-42 16,21-8-4-16,0-14-40 0,0-10-12 16,43-4-59-16,1-16 20 15,18-34-295 1</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6:22:35.310"/>
    </inkml:context>
    <inkml:brush xml:id="br0">
      <inkml:brushProperty name="width" value="0.05292" units="cm"/>
      <inkml:brushProperty name="height" value="0.05292" units="cm"/>
      <inkml:brushProperty name="color" value="#FF0000"/>
    </inkml:brush>
  </inkml:definitions>
  <inkml:trace contextRef="#ctx0" brushRef="#br0">2858 3364 1160 0,'0'0'112'0,"-434"4"-33"0,274 9 139 0,37-4-91 0,64-3-72 16,41-3-2-16,18 6-44 15,77 2 2-15,91 4 10 16,84-2-20-16,62-10 15 16,39-3-16-16,29 0 1 15,12-10 6-15,-22-14-3 0,-23-2-4 16,-59 1 7-16,-85 5 6 15,-73 5-22-15,-61 6 9 32,-40 3-17-32,-31 6 7 0,0 0-12 0,-38 0-13 15,-54 15-48-15,-5 20-98 16,1 8-86-16,9-7-184 16</inkml:trace>
  <inkml:trace contextRef="#ctx0" brushRef="#br0" timeOffset="1387.54">15855 3428 737 0,'0'0'254'0,"0"0"-146"0,-259 0 108 0,226 0-34 16,19 0-122-16,14 0-17 16,42 0-22-16,67 0-1 15,65 6 40-15,34 7-42 16,23-5-7-16,11-4 33 16,1-4-35-16,-5 0 18 15,-35 0-5-15,-33 0-22 16,-66 0 13-16,-53 0-13 15,-32 0 0-15,-19 0-8 16,-11 2-2-16,-74 10 6 0,-45 2-7 16,-26 3-3-16,-9 3 4 15,-4-2 6-15,-3-4 4 16,-10-1-8-16,8-8 12 16,6 1-4-16,20 4 0 15,23-4 4-15,45-1 4 16,32-5-8-16,37 4 0 15,11-4 5-15,11 2-3 0,86 2-2 16,52-4 0-16,44 0 4 16,33 0-12-16,1-10-6 15,4-4-47-15,-15 5-115 16,-6 2-246-16,-12-5-263 16</inkml:trace>
  <inkml:trace contextRef="#ctx0" brushRef="#br0" timeOffset="1944.15">18623 3450 1037 0,'0'0'165'0,"-266"5"7"0,188 1 34 15,35-2-152-15,43 2-22 0,71 2-17 16,78-5-14 0,49 0 19-16,19-3-20 0,2 0 0 15,-5 0 2-15,-32 0 2 16,-38 0-4-16,-52 0 0 16,-45 0-6-16,-47 0 1 15,-21 0-2-15,-102 2 7 16,-42 21-1-16,-17-6 5 15,1-2-4-15,6-1 7 16,22-1-5-16,33-4 23 16,47 0-13-16,49-9-5 0,24 0 5 15,43 0-8-15,72 0-4 16,46 0 0 0,22-7 12-16,15-14-13 0,-4 1 1 15,-6-1 0-15,-27 2-8 16,-41 11 3-16,-35 2-69 15,-64 0-137-15,-21 3-446 16</inkml:trace>
  <inkml:trace contextRef="#ctx0" brushRef="#br0" timeOffset="4113.85">16190 11483 941 0,'0'0'217'0,"0"0"-44"0,0 0 50 16,7-173-81-16,5 154-76 15,-12 16-30-15,0 3 15 16,0 0-32-16,0 0-5 0,0 19-2 15,0 50-8-15,-14 20 20 16,-19 12-15-16,16-18-6 31,-4-7 10-31,9-15-12 0,3-10-1 0,-3-12 0 16,12-18-20-16,0-12 18 16,0-9-13-16,0 0-1 15,0-3 10-15,0-45-7 31,0-21 10-31,33-14 3 0,14-3-4 16,5 3 2-16,12-1 2 16,-5 10 0-16,-3 8-1 15,-11 24 2-15,-7 16-1 16,-5 15 6-16,4 11-2 16,6 6 9-16,11 48-8 15,0 24-2-15,3 6 25 16,-12 3-26-16,-8-10 3 0,-8-3-5 15,-10-5 3-15,-12-3-11 16,-7-6-3-16,0-11-32 16,0-4-10-1,-12-5-72-15,-47-11-134 0,-12-14-148 16,-7-15-110-16</inkml:trace>
  <inkml:trace contextRef="#ctx0" brushRef="#br0" timeOffset="4431.83">16041 11709 144 0,'0'0'675'0,"0"0"-532"0,0 0 14 0,57-158-17 15,42 116-78-15,21 10-36 16,1 11 23-16,6 15 19 16,-7 6-1-16,-2 0 18 15,-10 35-36-15,-18 8 1 16,-24 8-9-16,-19 2-25 15,-23 6 5-15,-20-8-15 16,-4-7-5-16,0-13 16 16,0-19-14-16,0-6-2 0,-4-6 6 15,-20 0-1 1,-2-24 3-16,0-24-9 0,12-15 0 16,14-11-6-16,0-1-1 15,0 9-34-15,36 15-34 16,-6 22-91-16,-6 20-100 15,2 9-63-15,-10 0-62 16</inkml:trace>
  <inkml:trace contextRef="#ctx0" brushRef="#br0" timeOffset="5179.07">17239 11456 567 0,'0'0'268'0,"0"0"-73"16,0 0 72-16,0 0-116 0,0 0-44 15,0 0-16-15,33 0-48 16,-28 0-8-16,11 21-20 15,3 15-1 1,5 2 8-16,-3 1-22 0,5-3 0 16,-7-3 0-16,7-1-6 15,0-8 3-15,-5-5-10 0,-2-11-16 16,0-4 21 0,-12-4-18-16,2 0 22 0,8-21-4 15,-1-15 11-15,-6-4-3 16,-10 2 1-16,0 2 0 15,0 7 31 1,0 5-19-16,0 2 4 0,0 10 12 16,0 7-19-1,0 1 15-15,0 4-13 0,0 0-11 0,0 0 4 16,0 15-5-16,4 21 0 16,15 13-3-16,12-2 9 15,-3-5-7-15,-2-7 1 16,2-10-3-16,-14-11-9 15,8-4 12-15,-15-10 0 16,0 0-5-16,12-4 10 16,-3-32-5-16,12-11 0 0,-13 2 3 15,-4 4-3 1,-11 8 1-16,0 11-1 0,0 14 13 31,0 1-12-31,0 7 16 16,0 0-17-16,5 0 6 15,-3 19-6-15,10 19 0 16,2 10 0-16,-9-7 0 16,0-5 8-16,-5-8-8 15,0-11 0-15,0-7 0 16,0-4-10-16,0-6 8 16,0 0 2-16,0 0-6 0,0-37-2 15,0-13 8-15,0-9-2 16,0-1-6-16,35-1-1 15,12 19 9-15,10 10 0 16,-8 15-4-16,13 17 5 16,6 0-1-16,3 0 0 15,7 23 0-15,-5 7 29 16,-10 2-22-16,-20-2 3 16,-10 4-6-16,-33 2-3 0,0 11-2 15,-83 7-20 1,-44 8-43-16,-24-2-129 15,-5-13-300-15</inkml:trace>
  <inkml:trace contextRef="#ctx0" brushRef="#br0" timeOffset="5753.52">17072 9841 721 0,'0'0'119'0,"0"0"86"0,0 0 40 16,0 0-82-16,0 0-16 16,0 0-64-16,-36-137-25 15,36 137-7 1,0 16-36-16,0 40 7 16,0 25 26-16,0 23-15 15,5 4 1-15,14-4-22 0,-7-5-4 0,4-10 0 31,1-8-3-31,-8-16-5 16,-9-8 0-16,0-16-17 16,0-1 7-16,0-14-47 15,-9-7-15-15,-12-11 5 16,-15-8-112-16,-4-20-68 16,-5-55-117-16,-14-38-194 0</inkml:trace>
  <inkml:trace contextRef="#ctx0" brushRef="#br0" timeOffset="6168.17">16494 8378 646 0,'0'0'122'15,"0"0"29"-15,0 0 83 16,-31-157-61-16,22 138-65 16,2 6 28-16,-2 7-61 15,6 6-10-15,-2 0-18 0,-9 0-32 16,-12 53 1-16,-2 26 6 15,-10 22 16 1,8 3-6-16,16-7-27 0,9-9-4 16,0-8 5-16,5-11-6 15,0-9-13 1,0-11-18-16,0-9-35 0,-2-6-18 16,-12-14-117-16,4-14-46 0,-11-6-57 15,7-15 0-15,2-38-191 16</inkml:trace>
  <inkml:trace contextRef="#ctx0" brushRef="#br0" timeOffset="6342.93">16258 8431 542 0,'0'0'94'15,"0"0"70"-15,10-172 26 16,-3 132-27-16,12 4-53 16,11 0-20-16,22 1-18 15,7 2-37-15,5 7-11 16,-8 9-21-16,-1 11-3 0,-3 6-31 15,-15 5-96-15,-18 33-126 16,-19 16-78-16,0 8-17 16</inkml:trace>
  <inkml:trace contextRef="#ctx0" brushRef="#br0" timeOffset="7074.14">16324 8823 532 0,'0'0'105'0,"0"0"26"16,0 0 23-16,0 0-57 15,0 0-18-15,0 0-3 16,208 0-53 0,-88-38-4-16,-9-6 1 15,0-1-10-15,-19-3 23 0,-17 1-8 32,-18 2-3-32,-24 3 27 15,-22 4-27-15,-11 7 10 16,0 11 10-16,0 8-21 0,-28 12 22 15,-26 0-43-15,-14 18 5 16,-8 33-9-16,8 8 8 16,18 5-4-16,22-5 0 15,9-12-14-15,19-11 8 16,0-12-27-16,0-10-23 16,0-8 29-16,19-6-15 15,9 0 42-15,8-6-6 16,8-28 13-16,4-9-5 0,-4-5-2 15,-6 7 1-15,-5 6 19 16,-12 11-2-16,-16 12 8 16,0 9 7-16,-5-1 0 15,0 4 10-15,7 0-39 16,2 13 0-16,17 27 6 16,2 14-10-16,10-6 6 15,-2-11-6-15,1-11-17 16,-8-11 14-16,-6-10-19 15,-4-5 12-15,-7 0 5 0,9 0 7 16,5-32-2-16,12-24 0 16,-5-16 5-16,4-12-5 15,-8-9 0-15,-8 4 0 16,-5 1 4-16,-11 6 3 16,-5 8-2-16,0 14 14 15,0 18-4-15,0 16 31 16,0 11-7-16,0 9 6 0,0 6 10 15,0 0-46 1,0 2 3-16,0 46-4 0,-16 18-4 16,6 20 41-16,3 5-34 15,7-5 2-15,0 0 8 16,0-3-16-16,0-5-5 16,17-4 0-16,-6-4-24 15,-11-9-8-15,0-10-60 16,0-14-116-16,0-23-65 15,-16-14-136-15,-8-14-89 16</inkml:trace>
  <inkml:trace contextRef="#ctx0" brushRef="#br0" timeOffset="7995.97">17444 8359 559 0,'0'0'118'0,"0"0"23"0,0 0 48 15,0 0-98-15,0 0-85 16,0 0 26-16,224-123-20 15,-153 100 1-15,-17-7 2 0,0-2-3 16,-25 0 27-16,-3-6-3 31,-10 6 3-31,-9 5 51 0,0 3-55 0,-7 7 19 16,0 11 16-16,0 2-43 16,0 4 14-1,0 0-34-15,0 0-3 0,0 25-7 16,-7 28 8-16,-16 22-5 15,1 14 0-15,15 6 7 16,0 8-5-16,7-6-2 16,0-11 0-16,0-13-1 0,0-29 3 15,0-16-4-15,7-14 1 16,-4-8-25-16,1-6 23 31,15-2-7-31,0-47 10 16,14-11-6-16,-2-11 4 15,2 2 2-15,-7 6-2 16,-15 13 7-16,6 17-9 16,-12 13 4-16,-1 11 0 0,-4 6 2 15,7 0-2-15,-2 3 0 16,9 0-1-16,12 35-2 16,7 19 3-16,-4 9 0 15,-6-7 0-15,3-3-1 16,-5-10 1-16,0-14 0 15,1-10 0-15,-11-13 5 16,11-6-5-16,4 0 0 16,14-21 1-16,-10-24 4 15,15-12-1-15,-14-6-4 16,-15-3 0-16,1 7 4 0,-17 15-5 16,0 10 1-16,0 20 0 15,0 5 0-15,0 6 1 16,0 3-1-16,0 0 0 15,0 6-11-15,-7 30 9 16,2 14 2-16,5 4 0 16,0 1 2-16,0-6-2 15,0-7 0-15,21-12-3 0,3-11 6 16,-3-11-7-16,3-8 4 16,4 0 0-16,10 0-2 15,11-33 2-15,5-5 0 16,10-2-1-16,-10 11 5 15,-4 5-5-15,-15 11 1 16,0 4 0-16,1 9-7 16,-10 0 8-16,-5 22-1 15,-9 16 7-15,-10 10-5 0,-2-5 8 16,0-10-3-16,0-7-3 16,0-15 27-1,-19-7-15-15,-2-4 11 0,0 0 4 16,-3 0-30-16,5-13 24 15,8-15-15-15,6-16-8 16,5-5 2-16,0-11-4 16,16 7-26-16,22 10-45 15,14 17-104-15,-7 14-96 16,2 12-213-16</inkml:trace>
  <inkml:trace contextRef="#ctx0" brushRef="#br0" timeOffset="8250.92">19241 8645 998 0,'0'0'85'0,"0"0"132"0,0 0-36 0,0 0-112 15,0 0-62-15,0 0 40 16,245-34-24-16,-123 24-13 15,1-5 31-15,-3 0-35 16,-14 0 8 0,-28 4-11-16,-21 1-3 0,-31 8-16 15,-12 2-68-15,-14 0-108 0,0 0-126 16,-3-13-95 0</inkml:trace>
  <inkml:trace contextRef="#ctx0" brushRef="#br0" timeOffset="8460.2">19814 8172 659 0,'0'0'194'0,"0"0"-17"15,0 0 73-15,0 0-152 16,0 0-53-16,0 0 13 16,33 27 15-16,35 10-36 15,5-3-2-15,0-2-28 0,-9-1 2 16,-10-5-9-16,-19 2-64 15,-21 4-77-15,-14 4-159 16,0-1-115-16</inkml:trace>
  <inkml:trace contextRef="#ctx0" brushRef="#br0" timeOffset="8695.68">19243 8971 384 0,'0'0'388'0,"0"0"-262"15,0 0 61-15,0 0-36 16,0 0-24-16,0 0-37 16,172 77-27-16,-45-77-10 15,15 0-21-15,-3-11 10 16,-14-10-30-16,-12 0 2 16,-42 9-14-16,-36 3-7 15,-23 9-61-15,-12 0-125 16,-42 0-216-16,-36 2-146 15</inkml:trace>
  <inkml:trace contextRef="#ctx0" brushRef="#br0" timeOffset="8839.24">19375 9016 891 0,'0'0'142'16,"0"0"69"-16,0 0-8 15,-71 159-82-15,71-103-48 0,7 1-6 16,31-4-56-16,14 0-11 15,-7-2-11-15,7-2-84 16,-8-9-125-16,-4-12-204 16</inkml:trace>
  <inkml:trace contextRef="#ctx0" brushRef="#br0" timeOffset="9491.9">20356 8378 1060 0,'0'0'112'0,"0"0"102"16,0 0-64-16,0 0-122 16,0 0-16-16,0 0 20 15,45 170 17-15,-41-90-25 16,-4-6-21-16,0-11 11 0,0-18-11 15,0-13-3 1,0-14 0-16,-9-12 4 0,2-6-12 16,-10 0 4-16,-6-6 4 15,-3-38-6-15,0-19-1 16,14-17-3-16,12-9 5 16,0 1-21-16,12 11 23 15,33 17-13 1,2 22 16-16,-5 13-7 0,5 14 3 0,-2 8 4 31,7 3 4-31,-2 5 0 16,4 44 11-16,-12 14-7 15,3 9-4-15,-12 2 5 16,-19-6-4-16,-9-14-5 16,-5-13 0-16,0-19 2 15,0-11-7-15,0-7 5 16,0-4-2-16,0 0-5 0,-10 0 7 15,1-34 0-15,-10-19 0 16,14-13-1-16,5-12-5 16,0 6 6-16,0 12-14 15,17 14 12-15,18 15-8 16,1 17 10-16,1 5-1 16,-8 9 4-16,11 3 12 15,5 33-3-15,6 14 4 16,-6 6 21-16,-12 5-26 15,-7-4-1-15,-9-8-9 16,-15 2 1-16,-2-5-4 0,0-4-49 16,0-4-65-16,-14-2-106 15,0-18-167-15,2-15-182 16</inkml:trace>
  <inkml:trace contextRef="#ctx0" brushRef="#br0" timeOffset="9842.24">21403 8339 430 0,'0'0'300'0,"0"0"-193"0,0 0 107 0,0 0-49 15,0 0-90-15,0 0-6 16,-17-21-33 0,-2 68-6-16,-2 13 44 0,7 11-46 15,11-2 5-15,3 0-26 16,0-9 2-1,0-9-9-15,24-11 6 0,4-9-3 0,17-11-3 16,-17-11 0-16,8-9 8 16,-1 0-4-16,0-9 5 15,1-33 30-15,-6-11-13 16,-4-12 14 0,-14-10-27-16,-12 1 3 0,0 5 2 15,0 10-16-15,-19 13 5 16,-7 17-7-16,-4 7 0 15,1 13-4-15,4 9-32 16,-11 0-75-16,1 12-133 0,-3 19-264 16</inkml:trace>
  <inkml:trace contextRef="#ctx0" brushRef="#br0" timeOffset="10128.61">21940 8109 977 0,'0'0'84'15,"0"0"108"-15,0 0 66 0,0 0-149 16,0 0-64-16,0 0 0 16,-33 3-29-16,57 66 36 15,-1 11-8-15,3 7-32 31,-14-2 19-31,2 0-31 16,5-11 3-16,-17 1-7 16,-2-12-5-16,0-8-33 0,0 0-26 15,-35-14-119-15,0-11-118 16,-10-22-150-16,7-8-300 16</inkml:trace>
  <inkml:trace contextRef="#ctx0" brushRef="#br0" timeOffset="11051.63">21740 8496 485 0,'0'0'172'16,"0"0"-81"-16,0 0 52 15,0 0-70-15,285-146-28 0,-193 114-26 16,-10-10 14-16,-9 0 18 16,-11-5-7-16,-10-2 27 15,-24 1-12-15,-7 1-18 16,-11 6 30-16,-10 1-27 15,0 11 5-15,0 11 12 16,0 6-41-16,0 10 10 16,0 2-13-16,0 0-12 0,-15 23-8 15,-18 34 3-15,0 17 0 16,3 13 7-16,11-1-1 16,14 1-6-16,5 3 0 15,0-16 7-15,0-8-8 16,0-17 1-16,0-18 0 15,0-17-9-15,5-10-2 16,-5-4-4-16,19 0 12 16,7-18 3-16,2-27-6 0,14-15 6 15,-6-2 0 1,6 5-7-16,-9 9 2 0,0 13 5 16,-16 13 0-16,-17 13 5 15,9 7-8-15,-9 2 3 16,7 0 0-16,3 11-7 15,6 37 17-15,1 7-9 16,-3 4-1-16,9-12 6 16,3-7-6-1,7-14 0-15,-7-9 0 16,3-13 0-16,1-4 7 0,6 0-7 0,6-12 0 16,-4-23 7-1,9-11-5-15,-5-8-2 16,-18-4 0-16,-3 1-2 0,-21 12 5 15,0 15-3-15,0 9 3 16,0 8 5-16,0 5-6 16,-12 5-2-16,8 3 0 15,-22 0-7-15,4 30 5 16,-6 17 2-16,7 5 0 16,16 2 5-16,5-10-7 0,0-5 2 15,0-7 0-15,0-11-4 16,26-5 5-16,-5-10-1 15,1-6 0-15,6 0 4 16,7-18-4-16,1-19 0 16,13 2 0-16,-2-7-5 15,3 10 6-15,-3 4-1 32,2 8 0-32,-4 14 2 0,0 6-2 15,-7 0 0-15,4 9 6 16,-4 30 28-16,-15 5-21 15,-13-5 19-15,-10-1-5 16,0-13-25-16,0-7 22 16,0-7-19-16,0-7-4 15,0-2 18-15,0-2-16 16,0 0-1-16,0 0 4 16,0-27 1-16,0-26-10 0,23-18 3 15,41-4-20-15,14-2 9 16,4 5-77-16,6-3-121 15,1-2-341-15</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6:23:05.109"/>
    </inkml:context>
    <inkml:brush xml:id="br0">
      <inkml:brushProperty name="width" value="0.05292" units="cm"/>
      <inkml:brushProperty name="height" value="0.05292" units="cm"/>
      <inkml:brushProperty name="color" value="#C00000"/>
    </inkml:brush>
  </inkml:definitions>
  <inkml:trace contextRef="#ctx0" brushRef="#br0">15688 3553 694 0,'0'0'93'0,"0"0"52"0,0 0 54 0,-307 0-75 0,277 0 8 15,13 0-61-15,17 0 8 16,0 0-28 0,10 0-38-16,77 16 32 0,45 11 18 15,52-3-45 1,21-7 25-16,14-2-38 16,-7-6-2-16,8 1-3 15,1-4-24-15,17-1-19 16,5-5-139-16,2 3-64 15,-2-3-174-15</inkml:trace>
  <inkml:trace contextRef="#ctx0" brushRef="#br0" timeOffset="380.84">19052 3727 9 0,'0'0'392'15,"0"0"-254"-15,0 0-2 0,-306-50 37 16,204 44-43-16,1-4-12 15,14 7 5-15,14 3-20 16,28 0-51-16,14 0 4 16,31 0-30-1,24 0-24-15,91 9 25 16,78 6-23-16,48-3-1 0,39-7-3 16,27-5-6-16,-17 0 0 15,-33 0-44-15,-45 0-85 16,-66 0-80-16,-54 4-79 0,-45 4-31 15</inkml:trace>
  <inkml:trace contextRef="#ctx0" brushRef="#br0" timeOffset="3171.92">9744 12353 283 0,'0'0'414'0,"0"0"-354"0,0 0-16 0,0 0-44 0,0 0-5 16,0 0-148-16,0 0-18 15</inkml:trace>
  <inkml:trace contextRef="#ctx0" brushRef="#br0" timeOffset="4668.28">16930 1367 319 0,'0'0'53'0,"36"-165"47"0,-13 100 24 0,1 9-19 15,-10 11-6-15,-7 10-7 16,-7 10 24-16,0 13-7 16,-12 12-16-16,-59 0-68 15,-39 64 7-15,-25 40 30 16,-11 45-2-16,-17 41 5 15,1 38-10-15,-8 24 10 16,10 17 8-16,6 6-37 0,20-9 9 16,19-26-6-16,23-34-32 31,21-32 29-31,17-31-36 0,7-30 1 16,6-17 10-16,20-24-11 15,12-26-2-15,9-18-2 0,0-13-61 16,0-9 1-1,0-6-58-15,0 0-37 16,16-38 34-16,31-19-132 0,3-9-65 16,2 0-33-16</inkml:trace>
  <inkml:trace contextRef="#ctx0" brushRef="#br0" timeOffset="4921.22">15308 3330 547 0,'0'0'123'16,"0"0"87"-16,0 0 1 0,0 0-105 15,0 0-41-15,0 0-55 16,217-24 54-16,113 31-13 31,90-7-42-31,77 0 35 0,50-4-19 16,19-12-19-16,0-1 33 16,-38 0-31-16,-61 2 13 15,-99-7-7-15,-104 2-4 16,-114 8-4-16,-74 3-6 0,-50 3-14 0,-26 6 7 15,-12 0-122-15,-80 0-53 16,-38 18-224-16,-30 11-391 16</inkml:trace>
  <inkml:trace contextRef="#ctx0" brushRef="#br0" timeOffset="5703.18">15306 9296 844 0,'0'0'151'0,"0"0"-143"0,0 0 10 0,0 0-18 0,0 0-17 15,0 0-133-15,-68-12-46 32</inkml:trace>
  <inkml:trace contextRef="#ctx0" brushRef="#br0" timeOffset="5875.52">15306 9296 831 0,'0'36'31'0,"0"-42"-31"16,0-3-10-16,26 1-120 15,19-9-288-15</inkml:trace>
  <inkml:trace contextRef="#ctx0" brushRef="#br0" timeOffset="6029.16">15268 9371 545 0,'0'0'0'0,"0"0"-84"0,0 0-140 16</inkml:trace>
  <inkml:trace contextRef="#ctx0" brushRef="#br0" timeOffset="6146.09">15268 9371 558 0,'17'3'52'0,"-17"-3"3"15,0 0-23-15,0 0-32 16,4 0-112-16,15 0-168 16</inkml:trace>
  <inkml:trace contextRef="#ctx0" brushRef="#br0" timeOffset="6290.18">15285 9389 357 0,'0'0'14'16,"0"0"-14"-16,0 0-117 0</inkml:trace>
  <inkml:trace contextRef="#ctx0" brushRef="#br0" timeOffset="6592.89">15285 9389 508 0,'-97'-41'11'0,"97"41"-11"16,0-5-17-16,5-3-168 16</inkml:trace>
  <inkml:trace contextRef="#ctx0" brushRef="#br0" timeOffset="6767">15146 9371 427 0,'0'0'0'15,"0"0"-3"-15,0 0-17 16,0 0-211-16</inkml:trace>
  <inkml:trace contextRef="#ctx0" brushRef="#br0" timeOffset="8852.4">15360 7330 701 0,'0'0'101'0,"0"0"-12"16,0 0 114-16,0 0-71 15,0 0-72-15,0 0 25 16,-54 25-36-16,82-48-10 15,48-26 29-15,39-29-31 16,27-21-7-16,27-16 0 0,32-23-4 16,30-27 15-16,14-22-16 15,5-4-16-15,-17 0 26 16,-21 19-33-16,-47 28 21 16,-40 25-6-16,-35 26-17 15,-36 31 31 1,-16 20-30-16,-22 18 2 0,-6 11 25 15,-8 12-24-15,-2-4 0 0,0 3-4 16,0-2 6-16,0 4-14 16,0-2 8-16,0 2-3 15,0 0-10-15,0 0-7 16,0 0-5-16,-21 6-4 16,-12 24-77-16,-5 5-70 15,12 4-112-15,-2-12-212 16</inkml:trace>
  <inkml:trace contextRef="#ctx0" brushRef="#br0" timeOffset="10335.18">20568 8081 1043 0,'0'0'101'0,"0"0"146"0,0 0-50 15,0 0-91-15,0 0-21 0,0 0-53 16,-66-74 15-16,66 157-5 16,0 23 0-16,0 6-2 15,0-9-35-15,0-24-4 16,-12-2 7 0,0-7-8-16,5-13-16 0,7-12-25 15,0-13-36-15,0-18 6 16,0-8-70-16,0-6-63 15,0-32 25-15,0-27-18 0,0-19 52 16,-28-5-27-16,-10-1 62 16,1 3 67-16,11 6 43 15,9 10 41-15,17 12 50 16,0 8 36-16,10 11-25 16,70 13-8-16,7 10-11 15,19 11 23-15,-2 3-44 16,-12 45 31-16,-7 20 10 15,-5 8-16-15,-24 3-17 16,-16-1 5-16,-33-4-41 16,-7 1 1-16,-16-7-35 15,-48-5 3-15,-11-6-9 0,-3-12-18 16,14-13-93 0,5-17-155-16,8-15-282 15</inkml:trace>
  <inkml:trace contextRef="#ctx0" brushRef="#br0" timeOffset="11336.94">21018 8617 298 0,'0'0'864'0,"0"0"-843"0,0 0 102 0,0 0 25 15,0 0-132-15,314-55 12 16,-234 22-25-16,-28 0 13 15,-19 1 20-15,-26-1-14 16,-7 1 35 0,0-2-21-16,0 11-17 15,-21 5 29-15,2 9-25 16,-12 9 1-16,5 0 8 0,-14 3-31 0,2 29 28 16,-6 7-20-16,20 5-4 15,12 5 11 1,12-7-9-16,0-1-7 0,7-1 0 15,33-11-46-15,1-5 14 16,-4-3-58-16,-4-9-53 16,-2-1-12-16,-5-2-25 15,-12-6 67-15,5 0 95 16,-7-3 18-16,9 0 40 16,17 0 51-16,-5 0-3 15,23-17 9-15,1-7-35 0,6-9-8 16,6-9-13-16,-13 3-31 31,-9-3 29-31,-23 1-29 16,-17 1 4-16,-7 8 36 15,0 3-48-15,0 10 19 0,-31 4-5 16,-11 10-7 0,0 5-5-16,2 0-4 15,-8 14 0-15,20 26 0 0,2 6 7 16,21 8-7-16,5 1 0 15,0-9 2-15,45-3-16 16,12-20 9-16,6-7-21 16,-6-10 25-16,2-6-40 15,-7 0 18-15,-3-28 18 16,-6-7-1-16,-10-7-2 16,-3-2 8-16,-6 1 0 0,-7-2 2 15,-13 7 9-15,-4 9-11 16,0 4 24-16,0 11-17 15,0 8 40-15,0 3-18 16,0 3-19-16,0 0 23 16,0 32-27-16,0 28 11 15,-7 14 18-15,-12 16-33 16,12 9 39-16,-5 1-29 16,1-4-11-16,11-9 17 15,-3-21-13-15,-4-13-5 0,7-15 0 16,0-13 9-16,0-13-21 15,0-9 12-15,-4-3-12 16,-1 0 2-16,-5-34-11 16,3-25-2-16,-2-18 16 15,9-21-25-15,0-8 25 16,0-3-22-16,0 7-9 16,0 21 30-16,35 27-38 15,10 22 35-15,-3 18 10 0,-4 8 0 16,-5 2-5-1,-2 4 6-15,7 0 0 0,-5 22 19 16,-12 6-16-16,-17 0 12 16,-4 1 4-16,0 4-12 15,-47 5 2-15,-16 2-9 16,-25 1-19 0,11 2-24-16,6-10-180 0,10-6-214 15</inkml:trace>
  <inkml:trace contextRef="#ctx0" brushRef="#br0" timeOffset="11958.84">22772 8496 1088 0,'0'0'51'0,"0"0"124"0,0 0-9 0,0 0-118 0,0 0-2 15,0 0-43-15,-122-69-3 16,84 100 0-16,5 7 12 16,-10 1-13-1,15-9 1-15,2-7 0 16,14-6-17-16,12-15 15 16,0-2-14-16,0 0-6 15,41-6 15-15,15-18 4 0,1-8 3 0,-5-2 0 31,-15 11 9-31,-4 6-2 16,-11 7 1-16,-15 10 23 16,14 0-30-16,0 0 22 15,5 21-18-15,2 2 2 16,3 1-1-16,-5-5-6 16,-3-7 0-16,3-5-3 15,3-7-8-15,-10 0 10 0,-1 0 1 16,4-22 0-16,-1-15 3 15,-5-7-3-15,-11-1 0 16,2-6 0-16,0-5 10 16,-7 5-4-16,0 3-4 15,0 10-2-15,0 10 41 16,0 11-22-16,0 8 13 16,0 7 13-16,0 2-41 15,0 0 25-15,0 8-21 0,-7 33-6 16,2 16 46-16,-2 14-45 15,0-8 13-15,-2 5-3 16,4-10-5-16,5-4 0 16,0-7-8-16,0-5-15 15,0-10 7-15,0-1-77 16,0-14-80-16,0-8-149 16,5-9-266-16</inkml:trace>
  <inkml:trace contextRef="#ctx0" brushRef="#br0" timeOffset="12212.44">23303 8318 756 0,'0'0'146'0,"0"0"77"0,0 0-59 0,0 0-77 16,0 0 2 0,0 0-17-16,-111-36-24 0,73 90-25 0,5 5 14 15,14 4 21 1,19-3-40-16,0-13 4 15,43-7-14-15,39-20 4 16,15-11-12-16,21-9 0 0,7 0-7 16,2-29 2-16,-14-14-47 15,-16-1-58-15,-43-1-35 16,-28-3-214-16,-26-3-392 16</inkml:trace>
  <inkml:trace contextRef="#ctx0" brushRef="#br0" timeOffset="13199.92">19917 6081 850 0,'0'0'77'0,"0"0"66"0,0 0 107 0,0 0-105 15,0 0-71-15,0 0-17 16,24-4-38-16,127 109 86 16,42 27-32-16,33 8-49 15,12-3 11 1,-2-9-11-16,5-15-20 0,-34-8 23 15,-35-11-27-15,-37-10 0 16,-50-13-4-16,-27-11-9 16,-25-14-18-16,-21-17-31 15,-12-12-89-15,0-17-100 0,-45 0-139 16,-39-49-471-16</inkml:trace>
  <inkml:trace contextRef="#ctx0" brushRef="#br0" timeOffset="13945.38">18510 4768 812 0,'0'0'103'0,"0"0"36"0,0 0 112 0,0 0-112 15,0 0-90-15,0 0 0 16,-87 53-22-16,87 26 44 16,0 7-37-16,0-8-28 15,0-13 19-15,0-8-25 16,-29-13 0-16,15-14 1 0,-7-9 6 16,12-12-10-16,-3-7 3 15,0-2 0-15,-7 0 0 16,0-28 0-16,-2-27 0 15,16-16-10-15,5-9 7 16,0-1 3-16,0 10 0 16,36 11 1-16,16 11-10 15,-8 17 9-15,-8 13 0 16,-15 13-2-16,-7 6-6 16,19 19 8-16,-5 37 11 0,8 20-8 15,-15 4 14-15,-21-5-17 16,0-14 0-16,0-12-5 15,0-17 5-15,-14-16 0 16,7-7-1-16,2-9 2 16,5 0-7-1,0 0 6-15,0-15 0 16,0-34-1-16,0-14 2 16,0-11-1-16,5 0 0 0,28 8 3 0,4 15-13 15,3 13 10 1,17 16 0-16,2 10-5 15,-7 12 13-15,0 0-1 0,-12 19 6 16,-10 34-9-16,-8 17 16 16,-18 6-20-16,-4 3-7 15,-4-1 0-15,-51-1-90 16,-8-3-115-16,-8-14-235 16</inkml:trace>
  <inkml:trace contextRef="#ctx0" brushRef="#br0" timeOffset="14343.19">19123 4881 865 0,'0'0'75'0,"0"0"135"0,0 0-46 0,0 0-87 0,0 0-62 16,0 0 10-1,-12 27-12-15,12 36 5 0,12 6 9 16,2 2-27 0,17-5 0-16,4-17-8 0,-7-5 4 15,15-22-5-15,1-13 4 16,-1-9-9-16,4 0 10 16,-5-11 4-16,-6-34 0 15,-10-14 8-15,-17-10 1 16,-9-8 1-16,0 2 18 15,-35 10-24-15,-17 11 11 16,-7 20-15-16,2 17 5 0,-9 17-13 31,0 0 4-31,3 39-75 16,-1 20-95-16,19 6-156 0,31-2-286 0</inkml:trace>
  <inkml:trace contextRef="#ctx0" brushRef="#br0" timeOffset="14565.29">19891 4740 1002 0,'0'0'104'0,"0"0"82"0,0 0 52 15,0 0-143 1,0 0-30-16,0 0-23 0,-19-40-33 15,19 120 43-15,0 12-27 16,5 3-18 0,12-2 4-16,4-4-11 0,-19 1-16 15,-2-3-27-15,0-1-107 16,0-20-162-16,-40-21-337 16</inkml:trace>
  <inkml:trace contextRef="#ctx0" brushRef="#br0" timeOffset="15562.07">19533 5092 967 0,'0'0'19'0,"0"0"79"16,0 0-5-16,349-85-93 16,-219 58 15-16,-17-9-12 15,-31 0-3-15,-13-5 0 16,-22-5 11-16,-28 2 3 15,-12-4 25-15,-7 8 45 0,0 8-18 16,0 9-26-16,-7 11 26 16,-10 9-33-1,15 3-18-15,-12 0 0 16,2 27-15-16,-14 27 0 16,0 20 8-16,9 10-2 15,15 2-6-15,-3-3 0 0,5-5 8 16,0-6-10-16,0-13 2 15,0-8 0-15,0-15-11 16,0-12 4-16,0-13-13 16,0-5-13-16,0-6-10 15,0 0 27-15,0 0-1 0,0-32 11 16,5-10 0-16,14-5-3 16,7 2 9-16,0 8 0 15,0 14 5-15,-7 9-1 16,-10 7 1-1,8 4-3-15,-3 3 17 0,5 0-15 16,6 3 5-16,6 29-3 0,5 11-2 16,-6 1 10-16,1-5-14 15,-10-7 0-15,-2-10 0 32,2-7 3-32,-4-9-3 15,4-6 0-15,-2 0 7 0,11 0 9 0,10-27-16 16,-2-12 1-16,0-9 9 15,-5-5-4-15,-7-1-6 16,-19 3 0-16,-7 10 7 16,0 7 1-16,0 14-8 0,0 11 0 15,0 6 4-15,-7 3 4 16,-12 0-8-16,-5 21 0 31,3 27 3-31,7 10 1 16,7 11-4-16,7-6 0 15,0-3-7-15,7-9 6 16,21-9-16-16,3-13-1 16,7-14-19-16,-5-12 33 15,9-3-26-15,1-5 30 0,8-35-13 16,1-4 15 0,12-13-2-16,0-1 0 0,6 9 5 15,1 10-9-15,-3 8 4 16,-13 20 0-16,-8 11 9 15,-10 0-7-15,-11 28 16 16,-19 18 7-16,-2 8-18 16,-5 0 24-16,0-3-18 15,-9-13-6-15,-24-12 25 0,-10-3-27 16,6-18 12-16,11-1-2 16,7-4-13-16,5 0 22 15,9-32-24-15,5-17 1 16,0-20-2-16,45-5 2 15,25-7-2-15,15 2-22 16,-2 9-66-16,-12 13-4 16,-5 24-131-16,-19 15-126 15,-24 18-378-15</inkml:trace>
  <inkml:trace contextRef="#ctx0" brushRef="#br0" timeOffset="16556">12274 11820 990 0,'0'0'60'0,"0"0"8"0,0 0 19 15,0 0-85 1,0 0-2-16,0 0-78 0,-49 6-21 16,49-3-86-16,11-3-75 15</inkml:trace>
  <inkml:trace contextRef="#ctx0" brushRef="#br0" timeOffset="16890.61">16268 8518 761 0,'0'0'22'15,"0"0"-16"-15,0 0-4 0,0 0-4 31,0 0-93-31,0 0-43 16,23 30-313-16</inkml:trace>
  <inkml:trace contextRef="#ctx0" brushRef="#br0" timeOffset="17242.31">20179 5018 762 0,'0'0'0'0,"0"0"-63"0,0 0 36 15,0 0-30-15,0 0-252 16</inkml:trace>
  <inkml:trace contextRef="#ctx0" brushRef="#br0" timeOffset="22528.12">17876 8476 1298 0,'0'0'78'0,"0"0"28"0,0 0 56 0,0 0-91 16,0 0-51-16,0 0 3 16,278 29-7-16,-2-29-2 15,11-9-14-15,-42-11-34 16,-21-4-45-16,-40-1-144 15,-49 3-187-15,-58 4-433 16</inkml:trace>
  <inkml:trace contextRef="#ctx0" brushRef="#br0" timeOffset="23990.8">23732 7595 900 0,'0'0'45'0,"0"0"24"0,-24-172 111 0,-65 127-46 16,-41 10-39-16,-59 16-61 16,-63 19-10-16,-61 0-7 15,-58 36-14-15,-44 39 33 16,-35 28-7-16,-2 35 10 15,4 33 36-15,28 25-30 16,69 26 3-16,91 12-11 16,105 0-15-16,91-8 15 15,64-23-30-15,130-28-6 0,127-31 8 16,118-36-8-16,89-40-2 16,52-42 1-1,12-26-15-15,-18-26 10 16,-36-42-1-16,-52-25-12 0,-48-17 16 15,-58-22-18-15,-47-29 14 16,-36-41 2-16,-44-35-23 16,-40-35 26-16,-60-14-33 15,-53 10-16-15,-36 22 23 16,-114 43-19-16,-112 59 40 0,-102 55-32 16,-103 54-33-16,-107 43-44 15,-75 11-196-15,-54 58-282 16</inkml:trace>
  <inkml:trace contextRef="#ctx0" brushRef="#br0" timeOffset="24994.62">12656 10830 1069 0,'0'0'10'0,"0"0"8"16,-273-100 61-16,122 86-12 15,-50 14-32-15,-44 0-17 16,-47 36 17-16,-55 36-23 16,-54 29-4-16,-51 37 3 0,-27 26-5 15,-6 17 3-15,27 7 49 16,39 5 22-16,46 13 30 15,67 10-21-15,70 7-39 16,73-20-3-16,92-22-45 16,71-29 15-1,83-31-15-15,131-30 6 16,98-27-15-16,86-31 7 0,92-33-16 16,76 0 11-16,73-54-3 0,26-29 0 15,12-19 5-15,-24-23-30 16,-43-15 32-1,-68-11-23-15,-84-12 24 16,-102-13-4-16,-120-15 7 16,-126-8-3-16,-110-10 0 0,-143-6 7 15,-147 12-19-15,-104 26-24 16,-96 53-67-16,-53 55-10 16,-23 50 7-16,22 19-19 0,11 51-140 15,45 18-184-15</inkml:trace>
  <inkml:trace contextRef="#ctx0" brushRef="#br0" timeOffset="25600.62">16435 9069 1019 0,'0'0'0'0,"0"0"-166"0,0 0-49 0,0 0-143 0</inkml:trace>
  <inkml:trace contextRef="#ctx0" brushRef="#br0" timeOffset="27304.22">930 8279 788 0,'0'0'122'0,"0"0"13"0,0 0 53 16,0 0-91-16,0 0-32 15,0 0-45-15,-135 63-9 16,281-109 25-16,74-25 11 16,63-30-12-16,49-16-20 0,3 0-11 15,-24 17 20 1,-64 19-24-16,-60 27-13 0,-65 25-22 16,-39 13-51-16,-38 10-6 15,-29 6-49-15,-16 0-27 16,-33 25 99-16,-64 24-28 15,-46 23-43-15,-25 15 58 16,-27 11 27-16,-27 8 33 16,-7-5 21-16,5-3 1 0,19-14 71 15,28-13 18 1,43-11 35-16,33-22-5 0,37-13 8 16,38-14 3-16,24-11-15 15,2 0-38-15,73-50-21 16,99-42-29-16,111-46 13 15,99-32-21-15,70-25-19 16,60 6-3-16,16-8-95 0,10 3-93 16,6-24-441-1</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6:24:51.910"/>
    </inkml:context>
    <inkml:brush xml:id="br0">
      <inkml:brushProperty name="width" value="0.05292" units="cm"/>
      <inkml:brushProperty name="height" value="0.05292" units="cm"/>
      <inkml:brushProperty name="color" value="#C00000"/>
    </inkml:brush>
  </inkml:definitions>
  <inkml:trace contextRef="#ctx0" brushRef="#br0">6814 8845 937 0,'0'0'82'0,"0"0"128"0,0 0-48 15,0 0-69-15,0 0-64 16,0 0 5-16,0 0-13 0,-68 138 5 16,68-10 48-16,-7 4-61 15,-8-4 4-15,4-5-1 16,4-8-10-16,0-13-5 15,7-18-1-15,0-13-48 16,0-21-67-16,30-14-123 16,8-24-136-16,-15-12-222 15</inkml:trace>
  <inkml:trace contextRef="#ctx0" brushRef="#br0" timeOffset="381.7">6755 9135 553 0,'0'0'104'0,"0"-155"47"16,21 89-3-16,45 16-47 16,-2 20-22-1,-5 19-37-15,-5 11-9 0,-7 0-12 16,-2 28-17-16,-5 18 20 16,-9 10-22-16,-15 7 1 15,-16 6-3-15,0 2 9 16,-21 1-9-16,-45-1 0 0,-9-5-4 15,-3-9-5-15,7-16-6 16,19-6 15-16,12-13 0 16,21-10 0-16,10-10-1 15,4-2-4-15,5 0 5 16,0 0-1-16,0 0 1 0,0 0 0 16,0 0 20-16,0 0-11 15,26 0 19-15,21 0 4 16,3 12-18-16,9 22 24 15,7 3-35-15,-3 7-3 16,1-4 0-16,2 3-20 16,-2-7-65-16,6-15-117 15,-6-10-74 1,-3-11-90-16</inkml:trace>
  <inkml:trace contextRef="#ctx0" brushRef="#br0" timeOffset="1178.56">7823 9352 679 0,'0'0'126'0,"0"0"-25"0,0 0 91 0,0 0-106 16,0 0-24-16,0 0-4 16,-193-75-40-16,169 75-5 15,-6 32-13-15,-3 11 3 16,9 5 1-1,10 12-4-15,7 0-1 0,7-3-4 0,0-5-9 32,0-12-1-32,0-9-17 15,26-17-9-15,-7-8 18 0,14-6-17 0,0 0 24 16,2-27 16-16,7-15 2 16,-4-9 3-1,-5 0 1-15,-2-2 6 0,-3 2 23 0,-11 12-20 31,-1 10 21-31,-11 10 4 16,-5 10-13-16,0 3 16 16,0 6 2-16,0 0-19 15,0 0-11-15,0 0-15 16,0 40 0-16,12 11-1 16,2 13 4-16,0 2-5 0,12-1 2 15,0-5-24-15,4-8 2 16,-1-17-27-16,8-10 30 15,6-14 4-15,-10-11-17 16,7 0 19-16,2-15 11 16,5-27 2-16,-9-13 7 15,0-11-5-15,-12-6 7 16,0-2 12-16,-19 4-15 16,5 8 12-16,-12 9 0 15,0 10 11-15,0 20 6 16,0 8-6-16,0 9 10 0,0 6 18 15,0 0-34-15,0 21-12 16,0 45-9-16,0 29 4 16,0 27 30-16,0 9-23 15,0 9 7-15,0 1 4 16,0-7-23-16,0-6 14 16,0-15 1-16,0-2-13 15,-12-13 15-15,-21-9-16 0,-10-16-2 16,10-21 10-16,0-12-7 15,19-22 2-15,2-7-5 16,12-8 3 0,0-3 0-16,-4 0-3 0,-6-12 0 15,-6-33-7-15,-5-16-1 16,13-18 0-16,8-4-47 16,0-15-66-16,3-16-48 15,39-4-140-15,-2-8-114 0</inkml:trace>
  <inkml:trace contextRef="#ctx0" brushRef="#br0" timeOffset="1465.08">8059 8957 717 0,'0'0'24'0,"0"0"33"15,0 0 42-15,0 0-65 0,0 0-8 16,0 0-19-16,99 140 6 16,-47-155 18-16,-15-19 2 15,-20-4 14-15,-17-4 9 16,0-1 5-16,-5 9-3 31,-35 7-44-31,5 8-6 0,-1 10-8 16,10 9-48-16,15 0-122 15,-3 34-186-15</inkml:trace>
  <inkml:trace contextRef="#ctx0" brushRef="#br0" timeOffset="1767.83">8884 9271 877 0,'0'0'109'16,"0"0"94"-16,0 0-6 15,0 0-82-15,0 0-76 16,0 0-1-16,-78 11-17 15,66 63-3-15,-2 13 11 0,2-1-22 16,12-3-6-16,-4-6-2 16,4-11-14-16,0-18-64 15,0-22-67-15,0-15-134 16,0-11-145-16</inkml:trace>
  <inkml:trace contextRef="#ctx0" brushRef="#br0" timeOffset="2005.67">8667 9076 685 0,'0'0'86'0,"0"0"27"15,0 0 21-15,0 0-68 16,0 0-49-16,0 0 28 16,-42 2 13-16,68-2-9 15,-5 0 25-15,-7-21-8 16,-2-8-24-16,-12-8 0 15,0 9-22-15,0 1-16 16,-7 10-4-16,-12 17-82 16,5 0-108-16,2 32-422 0</inkml:trace>
  <inkml:trace contextRef="#ctx0" brushRef="#br0" timeOffset="2272.44">8981 9288 900 0,'0'0'60'16,"0"0"107"0,0 0 6-16,0 0-102 15,0 0-47-15,0 0 14 16,0 0 14-16,110 149-45 0,-81-84-6 0,-6 1 2 31,1-11-3-31,-3-6-29 0,-9-17-83 0,0-7-111 16,2-16-56-1,5-9-124-15</inkml:trace>
  <inkml:trace contextRef="#ctx0" brushRef="#br0" timeOffset="2455.79">9476 9162 574 0,'0'0'114'0,"0"0"77"0,0 0 21 16,0 0-62-16,0 0-47 15,0 0-58-15,-158 60-12 16,115 35 29-16,13 0-49 16,11 4-3-16,5-6-10 15,14-8-7-15,0-4-33 16,0-16-137-16,0-16-258 15</inkml:trace>
  <inkml:trace contextRef="#ctx0" brushRef="#br0" timeOffset="3005.71">10492 9606 610 0,'0'0'113'0,"0"0"56"16,0 0 38-16,0 0-84 15,0 0-40-15,0 0-29 16,-54 0-13-16,131 0 50 16,41 0-22-16,24 0-35 0,25 0 16 15,12 0-29-15,-4 0 0 16,-20-6-21-16,-20-5 11 16,-24-1-13-16,-34-1 2 15,-18 4 0-15,-16 3 2 16,-17 3 2-16,-8 0-4 15,-8 0 0-15,-1 3 5 16,-2-2 3 0,-4 2-8-16,-3 0 0 15,0 0 14-15,4 0-10 16,-4 0-4-16,8 0 2 0,-8 0 4 16,0 0 5-16,0 0-11 15,0 0 0-15,0 0 5 16,0 0-2-16,0 0-3 0,0 0 0 15,0 0-20-15,0 5-18 16,0 16-111-16,0 0-103 16,0-6-213-16</inkml:trace>
  <inkml:trace contextRef="#ctx0" brushRef="#br0" timeOffset="4009.64">13052 9048 900 0,'0'0'118'0,"0"0"70"0,0 0 32 0,0 0-92 15,0 0-80 1,0 0 0-16,-94 43-33 0,73 60 10 15,4 18 0-15,5-12-21 16,-2-4-1-16,2-7-3 16,-6-14 2-16,10-21-10 15,-3-25-4-15,6-15-11 16,5-17 11-16,0-6-34 16,0 0 22-16,0-23 6 0,0-37 11 15,0-24 3 1,0-10 4-1,0-5 0-15,35 1-3 0,5 7 7 0,5 5-4 16,12 17 0 0,2 17 5-16,-15 13 9 15,4 24 4-15,-11 15 2 16,3 23 23-16,8 54-25 16,-13 31 16-16,-4 15-10 15,-13 3-20-15,-1-10 14 16,-12-9-18-16,-1-9 0 0,-4-9-7 15,0-14-14-15,0-13 1 16,-14-16-102-16,-23-17-74 16,-1-13-139-1,-16-16-159-15</inkml:trace>
  <inkml:trace contextRef="#ctx0" brushRef="#br0" timeOffset="5172.27">12856 9615 862 0,'0'0'86'0,"0"0"88"0,0 0-22 0,123-176-88 16,-7 135-22-16,-1 14 5 31,-9 18-17-31,-12 9-5 16,-16 15-3-16,-5 36-21 15,-9 10 20-15,-22 5-13 0,-13 0-8 16,-22-9 18-1,-7-18-17-15,0-12 9 0,0-13 6 16,0-8-13-16,0-6 23 16,0 0-20-16,0-18-1 15,-3-35 8-15,-8-13-13 16,11-9 0-16,0-5-3 16,0 8-46-16,14 7-14 15,16 12-57-15,3 23-25 16,-2 15-61-16,-3 15-71 15,-9 0 74-15,5 0-17 0,-3 6-52 16,-4 5 202-16,-6-2 70 16,-1-3 115-16,-6-6 58 15,-4 0-5-15,0 0 11 16,0 0 10-16,0 0-50 16,0 0 0-16,0 0-16 15,0 0-42-15,0 0 8 16,0 0-30-16,0 6-7 15,0 15-14-15,0 15-30 16,0 6 40-16,0 8-34 0,0 7-10 16,0-4 10-16,0 2-11 15,0-8-3-15,41-11 0 16,10-13-11-16,11-10 8 16,-1-7-29-16,5-6-2 15,-12 0 32-15,0-10-34 16,-21-16 32-16,-2-12 4 15,-5-13 0 1,-14-4-1-16,-10-2 1 0,-2 2 0 16,0 4 10-1,0 6-8-15,0 11 11 0,-26 11 8 16,7 8-6-16,-2 10 15 16,12 1-19-16,6 4-8 15,3 0 0-15,0 15-3 16,0 30 0-16,12 8-8 0,40 1 8 15,9-9-1 1,-2-8-21-16,0-8-15 0,-5-6 20 16,-11-7-24-16,-15-14 18 0,-2-2 10 15,-7 0 4-15,0-12 9 16,2-20 0-16,-14-13 0 16,3-2 11-16,-3-1-11 15,-7 3 14-15,0 13 23 16,0 13-14-16,0 10 25 15,0 9-9 1,0 0-16-16,0 0 1 0,0 36-19 16,-17 11-3-1,-4 13 7-15,7-6-2 16,2-9-3-16,-7-4-4 0,10-14 1 0,-3-8 2 16,2-14-2-16,8-2-1 15,-3-3 0 1,-9 0 7-16,0-8-15 15,0-32 7-15,2-7 1 16,12-7-14-16,0-3 14 16,7 7-2-16,47-3-1 0,8 10-3 15,8 8 3-15,-4 13 3 16,-2 13 0-16,-10 9 1 16,-4 18 5-16,-5 33-1 15,2 14 14-15,-5 1-19 0,-13-3 15 31,1-6-15-31,1-16 5 16,-10-7-2-16,3-11-2 16,2-12-1-16,7-11 0 15,0 0-19-15,7 0-8 16,-5-32-53-16,-9-10-79 0,-19-11-60 16,-7-19-229-16</inkml:trace>
  <inkml:trace contextRef="#ctx0" brushRef="#br0" timeOffset="6055.34">9216 8293 899 0,'0'0'131'0,"0"0"64"0,0 0-45 0,0 0-78 15,0 0-5-15,0 0 34 16,288-53-55-16,-194 44-16 15,-14-1-9-15,-9 8-14 16,-7-4-6-16,-12 1-1 16,-5 1 2-16,-12 2-9 15,-14 2-23-15,-9 0-77 16,-12 0-44-16,0 0-110 0,0 0-40 16,-12-13-134-16</inkml:trace>
  <inkml:trace contextRef="#ctx0" brushRef="#br0" timeOffset="6237.35">9636 7978 736 0,'0'0'166'0,"0"0"62"16,0 0-32-16,0 0-89 16,0 0-39-16,0 0-31 15,-21 58-3-15,21 42 9 16,12 13-14-16,14 6-22 0,-1-2-7 15,-1-1-22-15,-7 7-112 16,-13-2-153-16,-4-9-205 16</inkml:trace>
  <inkml:trace contextRef="#ctx0" brushRef="#br0" timeOffset="13289.71">13960 6991 369 0,'0'0'199'0,"-71"-185"-131"0,50 101 60 0,9 7 27 16,0 1-27-16,12 12-61 16,0 9 15-16,0 10-42 15,0 16 37-15,0 7-15 16,0 10-36-16,0 10 30 15,0 2-33-15,0 0 1 16,-2 0-17 0,2 36 7-16,0 42-10 15,0 28 15-15,0 22-11 16,0 7 34-16,0 11-37 0,0 5 13 0,0 9 10 16,0-11-28-1,0-17 23-15,0-20-23 16,0-13 3-16,0-21 14 15,-7-15-17-15,2-23 0 0,5-9-1 16,0-17 10-16,0-8-21 16,0-3 9-16,0-3-61 15,0 0 14-15,14 0-64 16,38 0-55-16,19-5-123 16,-3-19-95-16</inkml:trace>
  <inkml:trace contextRef="#ctx0" brushRef="#br0" timeOffset="14789.61">14349 5389 851 0,'0'0'32'0,"0"0"51"0,-17-159 70 0,-13 123-57 15,11 9-46-15,-2 7 8 16,2 8-41-16,7 3-2 16,5 7 17-16,0 2-30 15,-5 0-1-15,-7 2-1 16,-9 30 0-16,-10 17 10 15,12 2-10-15,5-2 0 16,16 5-2 0,5 3 7-16,0 1-5 15,31 1 0-15,23-5 2 16,-4-4 0-16,-3 1-2 0,-10-10 0 16,-11-8-4-16,-11-9 12 15,-11-11-8-15,-4-9 12 0,0 6-12 16,-7 3 32-16,-61-5-23 15,-29 3-8-15,-2-5 2 16,-2-6-3-16,16 0-9 16,35 0-36-16,17 0-62 15,19-14-49-15,14-4-63 16,7-7-71 0,59-4-94-16</inkml:trace>
  <inkml:trace contextRef="#ctx0" brushRef="#br0" timeOffset="15140.22">14627 5453 434 0,'0'0'156'0,"0"0"0"0,0 0 23 0,0 0-13 0,0 0-76 15,0 0-25 1,59-109 2-16,-59 109-55 0,0 3-10 16,-24 35-2-16,1 15 1 15,-6 4 13-15,15-2-14 16,14-1 0-16,0-10-2 15,0-2 2-15,14-10-2 16,12-8 2-16,0-8-17 31,5-11 15-31,2-5-4 16,0 0 6-16,-2-5 9 0,-5-28-4 16,-5-15-2-16,-9-6 5 15,-12 0-7-15,0-3 25 16,0 7-21-16,-33 2-4 15,-3 9 8-15,-4 10-9 16,9 14-6-16,8 15-50 16,11 0-182-16,12 6-138 15,0 17-240-15</inkml:trace>
  <inkml:trace contextRef="#ctx0" brushRef="#br0" timeOffset="15738">15334 5457 10 0,'0'0'838'16,"0"0"-717"-16,0 0 71 15,0 0-55-15,0 0-48 16,0 0-68-16,-35-32-5 16,16 76 2-16,0 12-11 15,-7 4 20-15,7-6-27 0,12-3 0 16,-5-6 2-16,3-10 4 15,-3-11-6-15,8-9 0 16,4-12-5-16,0-3-2 16,0 0-3-1,0 0 4-15,0-18-2 16,0-26 8-16,40-19 0 0,11-2 0 16,13 2-3-16,-5 8-7 0,-5 17 7 15,-7 10 1 1,-14 17-8-16,-16 5 5 15,-5 6 0-15,-8 0-3 0,1 29-8 16,7 16 11-16,2 10 5 16,5-6-12-16,7-6 8 15,0-4-33-15,0-15-12 16,7-7 3-16,-10-10-29 16,6-5 51-16,1-2-10 15,8 0 29-15,-5-18-2 16,5-11 9-16,-3-7-2 0,-7-6 0 15,5 6 7-15,-7 1-1 16,-16 4-5-16,6 11 7 16,-16 2 34-1,0 9-18-15,3 5 38 16,-3 4 5-16,0 0-37 16,0 0 8-16,0 13-28 0,0 16-2 15,-19 11 21 1,9-8-26-16,6-2-3 0,4 0 0 15,0-2-10-15,0-8-33 16,4-2-108-16,18-15-109 16,-18-3-120-16</inkml:trace>
  <inkml:trace contextRef="#ctx0" brushRef="#br0" timeOffset="15966.77">15893 5170 616 0,'0'0'49'0,"0"0"58"0,0 0 37 0,0 0-59 32,0 0-35-32,0 0-21 15,-50-50 25-15,62 37 21 16,0 2-39-16,-5-1 12 16,-7 1-14-16,0-4-29 15,0 5 16-15,0 8-21 16,-12 2-7-16,-16 0-81 15,-5 12-157-15,2 20-54 0,8 7-390 16</inkml:trace>
  <inkml:trace contextRef="#ctx0" brushRef="#br0" timeOffset="16491.16">16782 5332 678 0,'0'0'101'0,"0"0"49"15,0 0 5-15,0 0-54 16,0 0-39-16,0 0-23 15,-231-40-34-15,160 86-5 16,0 5 16-16,12-2-16 0,15 0 0 16,13-7 0-1,14-10 10-15,13-8-17 0,4-5 7 16,0-7-11-16,0-4 7 16,4-5-20-16,18-3 24 15,18 0-1-15,12-11 3 16,6-16 8-16,-1 3-10 15,7 3 0-15,-12 6-1 16,-15 5 3-16,-4 7-2 0,-11 3 0 16,-15 0 5-1,9 34-6-15,-6 5 1 0,-6-1 0 16,8-6 0-16,-5-10 6 16,5-13-6-1,-3-3 0-15,-9-6 3 0,5 0-4 16,0 0 1-16,16 0 0 15,17-15-1-15,9-24 1 0,16-12-51 16,8-5-150 0,5-7-154-16</inkml:trace>
  <inkml:trace contextRef="#ctx0" brushRef="#br0" timeOffset="17214.34">15777 8382 307 0,'0'0'538'0,"0"0"-453"0,0 0 81 0,0 0-30 16,0 0-53-16,0 0-39 16,57 0 22-16,14 0 36 0,9 0-63 15,9 0 1 1,8 0-6-16,-10-1-34 16,5-9 17-16,-7 1-17 15,-21 0-17-15,-12 6-7 16,-22 1-95-16,-23-2-42 0,-7-1-113 15,0-4 3-15,-28-6-154 16</inkml:trace>
  <inkml:trace contextRef="#ctx0" brushRef="#br0" timeOffset="17413.95">16152 8047 767 0,'0'0'168'0,"0"0"-2"16,0 0-15-16,0 0-110 15,-45 178 49-15,45-82-19 16,0 5-54 0,0 10-2-16,0-7-15 15,0 6-101-15,0 0-10 16,-16-14-303-16,-38-7-222 16</inkml:trace>
  <inkml:trace contextRef="#ctx0" brushRef="#br0" timeOffset="20615.46">17739 5499 266 0,'0'0'635'0,"0"0"-480"0,0 0 44 0,0 0-52 16,0 0-65-16,0 0-15 16,0 0-42-16,-193 14-13 15,211-11 26-15,34 0-14 16,17 1 23-16,-10-4-22 0,0 0-21 16,-15 0 14-16,-11 0-18 15,-7 0 0-15,-7 0-9 16,5 0 9-16,-8 0-28 15,-4 0-25-15,9 0-57 16,10 0-42-16,7 0-170 0,-1-7-118 16</inkml:trace>
  <inkml:trace contextRef="#ctx0" brushRef="#br0" timeOffset="21094.68">19425 5319 631 0,'0'0'188'0,"0"0"8"32,33-158-22-32,-33 117-71 0,-17 11-28 15,-11 13-28-15,-3 4 5 16,-14 13-41-16,-14 0-5 16,-4 38-6-16,-3 22 0 15,14 6-6-15,19 8 11 16,23-2-10-16,10-4 4 15,17 1-36-15,37-6 28 16,24-3-10-16,-3-6-1 16,-9-9 16-16,-9-7-2 15,-22-9 6-15,-11-7 0 0,-17-10 4 16,-7-9-4-16,0 0 1 16,-7 6 11-16,-52-1 30 15,-24 7-40-15,-20-5-2 16,-1-7-17-16,14 0-67 15,24-3-41-15,15 0-101 16,32 0-120-16</inkml:trace>
  <inkml:trace contextRef="#ctx0" brushRef="#br0" timeOffset="22206.23">19634 5559 708 0,'0'0'151'0,"0"0"8"16,0 0 49-16,0 0-112 0,-21-161-39 15,21 152 15 1,0 5-24-16,0 4-24 0,0 0 10 16,0 0-33-16,-5 15-1 15,5 29 0-15,0 13 3 16,0 3-15-16,0-5 4 15,26-8-23-15,5-5 12 16,9-9-34-16,-2-9 11 16,0-13 7-1,-5-8-22-15,-3-3 31 16,-2 0 11-16,-2-3 15 0,5-26 2 0,-12-8-1 16,-3-7 11-16,-6-3 16 15,-3-4-8-15,0 2 33 16,-7 9-13-1,0 8 7-15,0 18 13 0,0 9-28 16,0 5 6-16,0 0-37 16,0 0 12-16,0 2-26 15,0 30 8-15,26 10-9 16,21 3 3-16,17-9-47 16,-1-12 9-16,3-3-5 0,-2-12-27 15,-22-3 55 1,-13-4-1-16,-17-2 19 0,-8 0 5 15,-4 0 6-15,10-28 25 16,-10-12-15-16,0-1 14 16,0-1 25-16,0 2-32 15,0 12 7 1,0 9 46-16,0 13-36 16,0 6 7-16,0 0-29 0,0 0-8 0,0 38-9 15,-14 14 2-15,2 4 0 16,0-7-2-1,12-14 2-15,0-9 0 16,0-10-1-16,0-10-12 16,0-3 6-16,0-3 2 15,0 0 5 1,0 0-4-16,0 0 4 16,0-26-1-16,0-13-1 0,12-7-12 15,14 1 5-15,-3 7 9 16,8 4-4-16,-3 13-12 15,-7 10 15-15,-11 8 1 16,2 3 0-16,-8 0-7 16,6 0-2-16,4 3 2 15,7 20 7-15,3 11-7 16,-5-2 1-16,-5 11-2 16,5-5 5-16,2 1-13 0,0-6 10 15,0-3 0-15,0-10 6 16,-4-4-14-16,-1-4 13 15,1-7 1-15,-8-5-1 16,1 0 2-16,11 0-4 16,-2-11 3-16,2-19 0 15,5-12 4-15,-7 1-2 16,0-3-2-16,-12 4 0 16,-2 6 8-16,-5 8 2 15,0 5 7-15,0 6 6 0,0 3 22 16,0 9-31-1,0 1 25-15,0 2-18 0,0 0-15 16,0 0 0-16,0 24-6 16,0 14 0-16,0 7 22 15,0-4-19 1,0-4-3-16,21-5 0 0,5-2 0 16,-3-9-5-16,20-7-47 15,-8-5-77-15,5-9-27 16,3 0-181-16,-17-35-235 15</inkml:trace>
  <inkml:trace contextRef="#ctx0" brushRef="#br0" timeOffset="22454.28">20943 5207 703 0,'0'0'77'0,"0"0"18"0,0 0 69 0,0 0-66 0,0 0-48 15,0 0 41-15,-47 6-31 16,47-6-11-16,0-15 18 31,0 0-55-31,0 2 17 0,0 7-29 16,0 6 0-16,0 0-43 16,0 6-78-16,-17 25-179 15,1-2-59-15</inkml:trace>
  <inkml:trace contextRef="#ctx0" brushRef="#br0" timeOffset="22668.16">21285 4971 833 0,'0'-63'108'0,"-7"16"71"16,-5 11 35-16,7 15-98 15,5 14-1-15,0 7-59 16,0 18-45-16,0 60 16 15,0 36 18-15,17 26-16 16,-3 0-1-16,-2-9-25 16,-1-9-3-16,3-12 0 0,-2-16-19 31,5-17-15-31,4-17-102 16,-14-19-151-16,7-20-243 15</inkml:trace>
  <inkml:trace contextRef="#ctx0" brushRef="#br0" timeOffset="23431.57">16824 4809 613 0,'0'0'175'0,"0"0"-37"0,0 0-17 0,0 0 2 0,0 0-55 15,0 0 0-15,-87-44-28 16,113 34 1-16,45-5 9 16,32-2-26-16,20-4 22 15,11 0-3-15,-4 3-19 16,-26 7 14-16,-19 2-35 15,-36 3-3-15,-16 0 0 16,-16 3 11-16,-17 0-13 16,0 3 2-16,0 0-28 0,0 0 5 15,0 0-77-15,0 0-58 32,0 0-107-32,-24 6-88 0,-14 0-210 0</inkml:trace>
  <inkml:trace contextRef="#ctx0" brushRef="#br0" timeOffset="26970.92">9464 7383 7 0,'0'0'82'0,"271"-116"13"0,-144 47 7 0,-9 2-6 15,-19 1-3 1,-23 4 32-16,-20 7-28 15,-27 17 30-15,-29 2-23 16,0 13 38-16,-64 6-3 0,-59 9-113 16,-79 8-10-16,-67 36 17 15,-61 48-20 1,-62 44 6-16,-23 39 14 0,-35 41-31 16,-12 55 9-16,2 38 7 15,10 48 22-15,23 40 19 16,34 12-24-16,48 18-11 15,91-4-4-15,68 14-19 16,105-5 11-16,81-47-12 16,19-57 10-16,160-84-11 15,74-69 1-15,65-42 0 0,47-41-9 16,29-49 9-16,28-35-7 16,21-71-1-16,24-66-13 15,9-58 20-15,10-36-15 16,16-36 16-16,-14-22 10 15,-40-20-9-15,-64-16-1 16,-75-19 0-16,-78-8 1 16,-75-8 13-16,-85-7-2 15,-71-4-3-15,-95 10 23 16,-133 24-26-16,-121 39 1 16,-142 78-7-16,-79 88-19 15,-64 101 18-15,-3 68-55 0,43 95-32 16,31 56-60-16,23 26-238 15,-7 16-198-15</inkml:trace>
  <inkml:trace contextRef="#ctx0" brushRef="#br0" timeOffset="28117.07">19915 6239 447 0,'0'0'85'0,"0"0"47"0,-269 75 26 0,187-56-62 16,23 7 27-16,21-15-11 15,31 7-30-15,7-3-20 16,26-4-48 0,70 8 21-16,44-16-12 15,36-3-14-15,37 0 22 0,18-22-28 16,2-4-1 0,-21 1 7-16,-30 10-7 15,-53 4-4-15,-46 7-1 0,-57 4-42 16,-26 0-37-16,-54 26-59 15,-81 18-65-15,-56 21 4 16,-23 1 120-16,-22 0 77 16,0 0 1-16,5-7 8 0,10 1 10 15,23-11 11-15,35-6 44 16,43-14 28-16,61-10-43 16,54-7 23-16,21-9-60 15,121-3 11-15,71 0 32 16,56-28-31-16,45-25-24 15,28-12 0-15,9-14-5 0,-16-4-72 16,-40 2-179-16,-61 7-437 16</inkml:trace>
  <inkml:trace contextRef="#ctx0" brushRef="#br0" timeOffset="34151.92">20535 4263 498 0,'0'0'172'0,"0"0"33"0,0 0-73 16,0 0-46-16,0 0-10 15,0 0-8-15,0 0 8 0,-19 0-27 16,19-23-20-1,-5-3 38-15,5-8-33 0,-9-1-1 16,4-4 13-16,1-10-35 16,-4-4 7-16,-8-9 4 15,-1-4-22-15,-9-3 36 16,-4-5-28-16,-6 6 2 16,-15 4 6-16,-4 5-13 15,-11 8 5-15,-11 10-4 16,1 1-1-16,-11 8 10 0,-10 1-13 15,-11 5 0-15,-17-2 10 16,-10 8-7-16,-25 6-3 16,-7 2 0-16,4 3 7 15,3 3 0-15,4 2-5 16,22 4-1 0,-1 0 13-16,10 0-9 15,-9 7-2-15,7 13-3 0,11 4 5 16,-6 3-6-16,18 5 1 15,0 2 0-15,3 2 13 0,4-4-5 16,1 4-5 0,-6 6-3-16,1 2 7 15,-3 5-3-15,7 1-4 16,10 5 0-16,-5-3 1 0,-4 5 3 16,1 3-4-16,-1-9 0 15,8-2 6-15,6 6-5 16,-3-13-1-16,26 5 0 0,-2-5-3 31,18-5 3-31,13-8-9 0,18-6-9 0,5 2-41 16,7-7-41-16,0-4-143 31,19-8-58-31,11-6-97 16,-8 0-285-16</inkml:trace>
  <inkml:trace contextRef="#ctx0" brushRef="#br0" timeOffset="34866.76">15695 4079 443 0,'0'0'96'0,"0"0"38"0,0 0 2 16,0 0-47-16,0 0-31 16,132-165 2-16,-123 153-1 15,-2 10-2 1,-7 2-8-16,0 0-39 0,0 0 5 15,0 14-12-15,0 29-2 16,0 23 18-16,-25 2-19 0,3 4 0 16,-4-4 7-1,3-8-4-15,13-9-3 16,10-7 0-16,0-10 1 0,0-9-6 16,0-4-11-16,33-8-14 15,33-13 24-15,24 0-30 16,21-7 5-16,23-28-28 15,15-8-12-15,16-1-9 16,2-3-104-16,0-8-2 16,-16 2-212-16</inkml:trace>
  <inkml:trace contextRef="#ctx0" brushRef="#br0" timeOffset="39719.9">12404 3622 488 0,'0'0'81'0,"0"0"-1"0,0 0 19 0,0 0-41 0,0 0 0 0,0 0-2 15,0 0 6 1,80-85 17-16,-101 93-35 0,-64 40-32 16,-35 26 14-1,-45 27-11-15,-31 31 23 16,-35 31-7-16,-28 17-15 15,-13 11 13 1,6-3-27-16,-3-15 4 16,12-10 2-16,17-14-3 15,9-20-3-15,28-18-2 16,24-22 3-16,40-12-2 16,28-14-1-16,38-17-3 15,30-20 0-15,34-11-25 16,9-15-23-16,5 0-50 0,70-27 19 15,52-33-32-15,41-23-196 16</inkml:trace>
  <inkml:trace contextRef="#ctx0" brushRef="#br0" timeOffset="40130.37">12378 3742 188 0,'0'0'55'16,"0"0"21"-16,0 0-14 0,0 0-19 16,0 0 29-16,269-152-6 15,-253 140-1-15,-16 5 5 16,0 5 34-16,0 2-19 15,0 0-41-15,-45 15-27 0,-47 40-2 16,-47 36-15-16,-28 29 17 16,-36 28-10-16,-40 23 36 15,-42 14-16-15,-43 8-22 16,-32 6 2-16,-8-4 4 16,-14-7-11-16,14-21 0 0,43-21-1 15,40-18 10 1,51-17-13-16,46-16 4 0,48-18-4 15,32-17-6-15,49-11-24 16,26-17-29-16,24-11-70 16,9-12-57-1,0-9-62-15</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6:27:48.732"/>
    </inkml:context>
    <inkml:brush xml:id="br0">
      <inkml:brushProperty name="width" value="0.05292" units="cm"/>
      <inkml:brushProperty name="height" value="0.05292" units="cm"/>
      <inkml:brushProperty name="color" value="#C00000"/>
    </inkml:brush>
  </inkml:definitions>
  <inkml:trace contextRef="#ctx0" brushRef="#br0">13205 7760 111 0,'0'0'447'0,"0"0"-368"0,0-194 75 16,19 134 27-16,0 7-63 16,-2 4-28-16,-1 11 20 15,-4 9-26-15,-12 10-25 16,0 10 25-16,0 9-28 15,0 0-13-15,0 3-16 0,0 55-21 16,-12 27 36-16,-14 32-3 16,7 6-21-16,5-2 8 15,7-4-22-15,2-9-3 16,5-7-1 0,-4-12-10-16,-6-15-5 15,10-11-58-15,0-18-57 0,0-16-104 16,-7-19-110-1,-5-10-22-15</inkml:trace>
  <inkml:trace contextRef="#ctx0" brushRef="#br0" timeOffset="477.87">13321 7555 628 0,'0'0'51'0,"0"0"95"0,0 0 0 15,198-159-48-15,-137 146-60 16,0 13 17-16,-13 0-42 16,-8 40-4-16,-14 20 13 15,-22 8-18-15,-4 4 2 16,0 2-6-16,-35-4 5 16,-36-6 2-16,-4 0-7 15,-8-12 0-15,10-3-3 16,17-17 10-16,6-7-14 15,27-14 7-15,6-5 0 16,12-6 11-16,5 0-11 0,0 0 0 16,0 0 6-16,0 0-2 15,0 0-4-15,0 0 0 16,0 0 4-16,0 0 3 16,0 0 0-16,10 0 0 15,30 0 28-15,12 15 11 16,18 9-5-16,-4 9-12 15,17 6-14-15,-1 5 19 16,3 1-16-16,7 3-6 0,-4-1 14 16,-25-5-25-16,-2-7 14 15,-18-6-15-15,-17-10 6 16,-5-4-15-16,-14-2 9 16,-2-7-49-1,-5-1-38-15,0 1-111 0,-19-6-203 16</inkml:trace>
  <inkml:trace contextRef="#ctx0" brushRef="#br0" timeOffset="1272.13">14061 6978 629 0,'0'0'80'0,"0"0"20"0,0 0 75 0,0 0-22 15,0 0-82-15,0 0-8 16,-148 2-13-16,148-2-13 15,54 0 18-15,47 0 0 16,43 0 24-16,19 0-40 16,-12 0-18-16,-15 0 23 0,-20-2-28 15,-38 2-16-15,-10 0 7 16,-21 0-2 0,-19 0-6-16,-6 0 1 15,-1 2-49-15,-14 4 10 0,7-1-98 16,-14-3-84-16,0 2-59 15,-21-4-69-15</inkml:trace>
  <inkml:trace contextRef="#ctx0" brushRef="#br0" timeOffset="1496.1">14622 6760 638 0,'0'0'48'15,"0"0"55"-15,0 0 65 16,0 0 21-16,0 0-109 15,0 0-25-15,-75-32 3 16,75 41-31-16,0 35 14 16,26 15 21-16,-3 11-48 15,3 5-4-15,-9-1-4 16,-13-2-12-16,-4-5 3 16,0 2-58-16,-4 1-13 15,-39-3-115-15,-11-1-107 0,-17-6-164 16</inkml:trace>
  <inkml:trace contextRef="#ctx0" brushRef="#br0" timeOffset="2103.76">13552 9406 592 0,'0'0'63'0,"0"0"69"0,0 0 30 16,0 0-86-16,0 0-50 0,-292 63 88 16,115 17-29-16,-38 19-9 15,-18 11 4-15,-10 10-6 16,-7 5-2 0,5 0-13-16,-7 9-11 0,18 3 16 15,15-5-43-15,30-7-4 16,34-17 15-16,32-25-31 15,36-11 11-15,30-27-12 16,34-18 0-16,23-13-3 16,0-11-24-16,42-3-23 0,34 0-14 15,27-15-78-15,20-36-16 16,11-14-86-16,13-13-45 16,13-2-162-16</inkml:trace>
  <inkml:trace contextRef="#ctx0" brushRef="#br0" timeOffset="2490.54">13557 9615 738 0,'0'0'26'16,"0"0"-12"-16,0 0 83 0,0 0-55 16,0 0-37-1,0 0 32-15,132-51 0 16,-50 76 39-16,22 26 30 16,40 17-33-16,35 15 16 0,28 4-18 15,27 8-9-15,9-2 6 16,21 2-7-16,19 1-22 15,-8-4-1-15,1-2-34 16,-28-10 23-16,-38-11-24 16,-38-12 5-16,-50-12-16 15,-39-16-1 1,-50-9-20-16,-33-3-4 16,0-3-39-16,-40-3-11 0,-57-2-57 0,-26-9-149 31,-27 0-113-31</inkml:trace>
  <inkml:trace contextRef="#ctx0" brushRef="#br0" timeOffset="3421.82">9992 11566 787 0,'0'0'269'0,"0"0"-187"0,0 0 64 0,0 0-29 15,0 0-82-15,0 0-4 16,-231-12-29-1,219 64 12-15,7 10 14 0,-4 10-25 16,2 2 21-16,2 0-13 16,1 4-10-16,4-9 12 15,0-10-10-15,16-8-3 16,29-10 0-16,16-10 0 16,8-16-8-16,4-13 6 0,16-2 2 15,-6-2-11 1,2-32 11-16,-10-7-1 0,-11-7-1 15,-5-12-5-15,-15-5 0 16,-15-10 7-16,-10-3 0 16,-19 1-9-16,0 3 4 15,-15 2 3-15,-39 10-10 16,-12 10-26 0,-14 20 33-16,-3 13-12 15,1 13 13-15,4 6-5 16,12 0 6-16,-2 31 3 0,16 14 0 15,17 4 6 1,16 12 2-16,12 5-6 0,7-1-2 16,0 4 30-16,14-4-20 15,26-1 5-15,19-5 7 16,12-6-16-16,4-2 26 16,0-6-19-16,-2-4-9 0,-11-4 13 15,-13-5-13-15,-6-2-4 16,-17-4 0-16,0 1-14 15,-15 4-6-15,-1 2-69 0,-8-4-52 16,-2 1-117-16,0-6-143 16</inkml:trace>
  <inkml:trace contextRef="#ctx0" brushRef="#br0" timeOffset="4188.72">16480 11840 1101 0,'0'0'63'0,"0"0"27"0,0 0 59 16,0 0-18-16,0 0-106 0,0 0 0 16,-50-92 11-16,41 92-30 15,4 30 23-15,-2 32-21 16,-19 23 8-16,-2 4 8 16,7-11-21-16,-7-7 2 15,9-6-5-15,0-5 8 16,0-10-7-16,14-13-1 0,3-14 0 15,2-11-3 1,0-5 3-16,0-7 0 0,0 0-1 16,0-10 1-16,0-37-7 15,12-19 7 1,9-14 0-16,-2-4-6 0,7 3 14 16,4 1-8-16,3 12 0 15,-4 7 1-15,-3 16-3 16,-1 13 2-16,-8 11 0 15,-10 13 14-15,0 3-9 16,-2 5 3-16,4 0-1 0,5 43 2 16,8 31 18-16,4 19-12 15,-8 9-13-15,4 2 22 16,-1 6-18-16,0-2-12 16,0-10 4-16,-21 31 2 15,0-22 0-15,0-12-69 16,0-8 59-16,0-51 10 15,0-13-22-15,0-8-70 0,0-15-74 16,-11 0-106-16,-15-15-206 16</inkml:trace>
  <inkml:trace contextRef="#ctx0" brushRef="#br0" timeOffset="4364.22">15893 12400 551 0,'0'0'500'0,"0"0"-412"0,0 0 32 0,0 0 5 15,0 0-61-15,302-25-17 16,-88 3-42-16,-2-5 4 16,-14 1-9-16,-25 5-44 15,-39 2-159-15,-56 3-344 0</inkml:trace>
  <inkml:trace contextRef="#ctx0" brushRef="#br0" timeOffset="6954.98">16916 11491 1096 0,'0'0'145'0,"0"0"30"0,0 0-64 16,0 0-65-16,0 0-3 15,323-38-3-15,-200 17 8 0,-31 9-45 16,-40 3 11-1,-29 6-12-15,-11 3 2 0,-12 0 9 16,0 0-10 0,0 0 0-16,0 0 8 0,-47 0-6 15,-15 0-5-15,-1 0 0 16,-6 0 0-16,8 0 7 16,16 0-3-16,10 0-3 15,28 0 14-15,7 0-14 16,0 0 5-16,0 0-6 15,49 0 3-15,36 0 1 0,26 0-3 16,9-12-1 0,-21-7 0-16,-9-1-34 0,-26 6-36 15,-29 8-49 1,-35 3-130-16,0 3-267 0</inkml:trace>
  <inkml:trace contextRef="#ctx0" brushRef="#br0" timeOffset="7472.53">16049 7829 93 0,'0'0'0'0</inkml:trace>
  <inkml:trace contextRef="#ctx0" brushRef="#br0" timeOffset="7759.59">15164 7858 911 0,'0'0'159'0,"0"0"-17"15,0 0 107-15,0 0-132 16,0 0-51-16,0 0-27 16,-205-14-22-16,316 34 39 15,54-2-30-15,31-10-13 16,23-8 15-16,-2 0-24 0,-24 0 1 16,-30 0-5-1,-31 0-34-15,-33 0 4 16,-45 0-81-16,-28 0-102 0,-26 0-104 15,0-8-42-15,-40-18-181 16</inkml:trace>
  <inkml:trace contextRef="#ctx0" brushRef="#br0" timeOffset="7982.56">16001 7619 599 0,'0'0'195'16,"0"0"12"-16,0 0 13 0,0 0-76 15,-261-26-42-15,261 26-50 16,0 0-17-16,61 24-19 15,43 9 33-15,21-7-19 16,23-5-20-16,8-6 16 0,-22-3-26 16,-14-3 2-16,-32-4-6 31,-27 5-36-31,-26-1-47 16,-35 3-82-16,0 6-116 0,-21 2-109 15,-54 4-314-15</inkml:trace>
  <inkml:trace contextRef="#ctx0" brushRef="#br0" timeOffset="8268.18">14740 8413 852 0,'0'0'172'0,"0"0"-58"15,0 0 85-15,0 0-66 16,0 0-99-16,0 0 6 15,76 63 20-15,105-60-9 16,24-3-22-16,17 0-7 16,-1 0 16-16,-4-8-27 15,-23-8 13-15,-29 6-11 0,-36 2-13 32,-41 4 5-32,-41 4-5 15,-26 0-32-15,-21 0-10 16,-7 0-74-16,-80 15-85 15,-38 8-216-15,-31-9-190 16</inkml:trace>
  <inkml:trace contextRef="#ctx0" brushRef="#br0" timeOffset="8471.48">14891 8395 1033 0,'0'0'200'16,"0"0"-19"-16,0 0-4 15,0 0-111-15,0 0 29 16,0 0-50-16,243 193-31 16,-154-130-7-16,1 0-7 15,0 0-12-15,-10 0-34 16,-5-6-96-16,-4-10-135 0,-7-15-277 16</inkml:trace>
  <inkml:trace contextRef="#ctx0" brushRef="#br0" timeOffset="8761.62">17638 7629 1242 0,'0'0'24'0,"0"0"97"15,0 0 65-15,0 0-93 16,0 0-45-16,0 0-45 16,-55-45 13-16,55 96 3 15,0 23-17-15,0 18 19 16,-33 8-21-16,7-5-10 16,0-12 0-16,-4-6-89 15,16-17-80-15,4-23-100 16,5-20-165-16,5-17-249 15</inkml:trace>
  <inkml:trace contextRef="#ctx0" brushRef="#br0" timeOffset="8952.43">17557 7701 756 0,'0'0'166'16,"0"0"14"-16,0 0 55 0,0 0-59 15,0 0-105-15,0 0-12 16,5-23-26-1,54 63 24-15,12 2-13 0,14 2-41 16,-10 2-3-16,-4-6-4 16,-8 0-54-16,-8-8-31 15,-11-1-157 1,-18-5-104-16,0-4-66 16</inkml:trace>
  <inkml:trace contextRef="#ctx0" brushRef="#br0" timeOffset="9188.29">18729 7632 616 0,'0'0'96'0,"0"0"48"15,0 0 30 1,0-164 31 0,0 151-109-16,-5 7-1 15,-21 6 6-15,-23 0-61 0,-29 28-21 16,-21 27-19-16,-16 14 0 15,4 8-4-15,19-1 3 16,28-1-38-16,19-8-51 16,19-7-46-16,26-6-97 15,0-17-123-15,0-20-266 16</inkml:trace>
  <inkml:trace contextRef="#ctx0" brushRef="#br0" timeOffset="9488.2">18668 7515 772 0,'0'0'144'0,"0"0"57"15,0 0 2-15,0 0-94 16,0 0-30-16,0 0-12 16,0-83-25-16,0 140-21 15,0 32 50-15,0 28-20 16,-3 4-27-16,-4 4 13 15,7-5-18-15,0-6 1 16,0-19-18-16,0-9 6 0,0-17-8 16,0-15 0-16,0-15-15 15,0-18-3-15,0-12-25 16,0-6-15-16,0-3-39 16,0 0-98-16,0-43-85 15,-4-26-294-15</inkml:trace>
  <inkml:trace contextRef="#ctx0" brushRef="#br0" timeOffset="9826.08">19278 6817 1004 0,'0'0'83'15,"0"0"57"-15,0 0 78 16,0 0-104-16,0 0-62 16,0 0-37-1,50-17 27-15,101 17 36 16,21 0-59-16,-17 0 9 15,-18 0-1-15,-35 0-25 0,-36 0 7 16,-31 0-9-16,-26 0-36 16,-9 0-26-16,-26 0-193 15,-42 0-476-15</inkml:trace>
  <inkml:trace contextRef="#ctx0" brushRef="#br0" timeOffset="19227.7">13571 9415 1024 0,'0'0'76'0,"0"0"44"0,0 0 62 15,0 0-40-15,0 0-101 16,0 0 19-16,0 0-31 16,-52-17-7-16,52 107 11 15,0 37-4-15,0 22 14 16,-5 1-22-16,0-4-12 15,-2-12 35-15,-7-9-44 16,12-8 8-16,-3-14-7 16,-2-15 12-16,7-19-14 0,0-26 1 15,0-12-16-15,0-11 13 16,0-8-57-16,0 1-13 16,0-2-129-16,0-1-229 15,0-1-284-15</inkml:trace>
  <inkml:trace contextRef="#ctx0" brushRef="#br0" timeOffset="19751.49">13418 11914 998 0,'0'0'157'0,"0"0"-29"0,0 0 30 0,0 0-106 16,0 0-16 0,-59-157-14-16,16 157-22 0,-23 0 26 15,-9 32-26-15,2 22 0 0,14 4-3 16,33 7 11 0,26 1-13-16,0 0 5 15,45-7-10-15,32-9 3 16,8-5 4-1,-7 1 3-15,-12-6 0 0,-24 0 6 0,-20-5 21 16,-22 2 21-16,0-3 5 16,-19 0 24-16,-47-2-60 15,-10-7-1-15,-11-5-16 16,12-11-3-16,4-9 3 0,19 0-35 31,24-20-49-31,7-31-33 0,21-10-143 0,0-13-194 31</inkml:trace>
  <inkml:trace contextRef="#ctx0" brushRef="#br0" timeOffset="19989.49">13988 11643 1123 0,'0'0'142'15,"0"0"-6"-15,0 0 23 16,0 0-63-16,0 0-72 16,0 0 42-16,236-5-54 15,-128 5-9-15,-6 0-3 16,-6-12-10-16,-13-3 6 16,-10 4-44-16,-14-6-71 15,-19 15-22-15,-9 2-123 16,-31 0 16-16,0 0-200 0</inkml:trace>
  <inkml:trace contextRef="#ctx0" brushRef="#br0" timeOffset="20196.13">14398 11297 950 0,'0'0'199'0,"0"0"24"0,0 0-4 16,0 0-117-16,-111 191-30 15,111-79-27-15,26-12-34 16,14-7 8-16,-2-6-19 16,-31-1-23-16,-7 3-23 15,-19 4-175-15,-65-3-273 16</inkml:trace>
  <inkml:trace contextRef="#ctx0" brushRef="#br0" timeOffset="26256.22">17696 10970 194 0,'0'0'571'0,"0"0"-553"0,-391-25 70 16,243 25 39-16,-17 25-37 15,2 10-28-15,0 10-15 16,-18 15 23-16,-10 18-33 16,-12 20 16-1,0 27 13-15,10 21-18 16,26 33 19-16,37 27-8 0,40 15-24 0,50 3 4 15,33-19-33-15,7-13-2 16,47-23 2 0,62-20-6-1,27-24 0-15,25-19 0 16,6-20-7-16,8-20-1 0,23-18 2 16,11-25 3-16,13-23-9 15,23 0 12-15,5-49 0 16,9-19-1-16,10-15 6 15,-12-27-2-15,-14-25-3 16,-21-26 0-16,-31-30-1 16,-43-24 7-16,-32-19-6 15,-50-5 0-15,-40 5 0 16,-26 25 6-16,-69 28-6 16,-75 25 0-16,-58 35-4 15,-55 33-8-15,-33 44-48 16,-29 42-44-16,-20 10-65 15,-10 67-156-15,-28 22-230 0</inkml:trace>
  <inkml:trace contextRef="#ctx0" brushRef="#br0" timeOffset="26908.89">13153 13940 911 0,'0'0'96'0,"0"0"63"0,0 0 7 0,0 0-13 16,0 0-67-16,0 0-26 15,-91-23-28-15,131 92 5 31,16 22 23-31,10 18-47 0,17 3 4 0,4-7-17 16,7-10 7 0,17-15-4-16,-7-20-3 0,18-14 0 31,1-26-6-31,14-20-12 16,7 0 12-16,-3-26 1 15,5-25 2-15,-19-9-4 0,-13-12 7 16,-18 0-27-16,-11-5-17 15,-2 3-33 1,2 5-71-16,-3-3-32 0,-2 6-150 16,-14 15-103-16</inkml:trace>
  <inkml:trace contextRef="#ctx0" brushRef="#br0" timeOffset="27163.59">14804 13923 888 0,'0'0'92'0,"0"0"-1"0,0 0 33 15,0 0 19-15,0 0-54 16,316 110-15-16,-180-72 1 16,-15 8-17-16,-25 2 4 15,-37 2-51-15,-28 1-10 16,-31 6-2-16,-10 5-9 15,-67 10-60-15,-18 0-108 0,-6-12-185 16,14-14-262-16</inkml:trace>
  <inkml:trace contextRef="#ctx0" brushRef="#br0" timeOffset="28423.32">13439 2781 864 0,'0'0'60'0,"0"0"59"0,0 0 71 0,0 0-59 0,-260 3-78 15,119 159-28-15,-48 82 38 16,-30 76 13-16,-12 49-19 16,-7 21-28-1,-19 1-14-15,-2-14 1 16,6-47-14-16,18-32-3 16,46-50 1-16,48-45-21 15,44-51-1-15,45-47-27 0,28-49-33 16,24-40-7-16,24-22-73 15,85-79-97-15,39-46 48 16,24-41-107-16</inkml:trace>
  <inkml:trace contextRef="#ctx0" brushRef="#br0" timeOffset="28720.31">13856 2706 372 0,'0'0'354'0,"0"0"-240"16,0 0 2-16,0 0 98 16,0 0-58-16,0 0-110 15,-240 57-17-15,60 132 22 16,-25 57 8-16,-14 49-14 16,-14 51-30-16,-24 37 16 15,-22 7-29-15,8-4-1 16,10-37 7-16,27-37-5 15,36-49-3-15,47-45 0 16,38-44-19-16,38-43 11 16,32-33-36-16,29-41-22 0,14-31-3 15,0-26-73-15,33-15-93 16,24-59-19 0,28-34 24-16</inkml:trace>
  <inkml:trace contextRef="#ctx0" brushRef="#br0" timeOffset="29248.75">14153 2724 667 0,'0'0'23'0,"0"0"26"16,26-211 69-16,-45 147 3 0,-56 9-34 15,-17 4-15-15,-31 11-2 16,-18 18-14-16,-27 16-19 16,-34 6-18-16,-37 59 5 15,-32 65-9 1,-40 71 16-16,-14 68 4 15,-5 59-1-15,33 39 17 16,44 20-25-16,86-5-12 0,85-24-14 16,82-45-18-16,49-50-15 15,128-51-8-15,66-51-29 16,58-53 5-16,39-58-52 16,25-44-22-16,22-29 23 15,26-65 58-15,13-33 58 0,-6-47 64 16,-7-52-3-16,-27-51 17 15,-46-60 7-15,-34-40 13 16,-47-19-29-16,-70 5-52 16,-66 15-3-16,-116 42-6 15,-87 68-8-15,-213 82-1 0,-181 115-9 16,-148 76 2-16,-69 129 6 31,-25 88-27-31,-6 68-118 16,41 54-46-16,54 32 2 0,44 13-86 0</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6:30:03.971"/>
    </inkml:context>
    <inkml:brush xml:id="br0">
      <inkml:brushProperty name="width" value="0.05292" units="cm"/>
      <inkml:brushProperty name="height" value="0.05292" units="cm"/>
      <inkml:brushProperty name="color" value="#C00000"/>
    </inkml:brush>
  </inkml:definitions>
  <inkml:trace contextRef="#ctx0" brushRef="#br0">7884 7998 1123 0,'0'0'72'0,"0"0"119"0,0 0 6 15,0 0-127-15,0 0-33 16,0 0-10-16,0 0-17 16,-40 218 61-16,45-84-54 0,4 1-12 15,-9-7 8-15,0 4-12 16,0-11-2 0,0-7-19-16,0-16-53 0,0-17-34 15,0-22-133-15,0-25-158 16,0-23-130-16</inkml:trace>
  <inkml:trace contextRef="#ctx0" brushRef="#br0" timeOffset="237.49">7946 8183 871 0,'0'0'90'15,"0"0"94"-15,0 0 3 16,287-124-109-16,-209 124-36 15,-12 20-8-15,-16 43-9 16,-29 14 4-16,-21 9-29 16,-21 4-10-16,-62 0-33 15,-35-10-11-15,-11-6-25 0,15-5-25 16,15-12-74 0,22-15-44-16,32-24-214 0</inkml:trace>
  <inkml:trace contextRef="#ctx0" brushRef="#br0" timeOffset="491.79">8580 7790 1045 0,'0'0'31'0,"0"0"114"0,0 0 24 16,0 0-84-16,0 0-4 16,0 0-33-1,394-12-22-15,-265 12-26 0,-16 3-1 16,-25 6-29-16,-20-4-89 0,-21-1-111 31,-19-4-109-31,-23 0-207 0</inkml:trace>
  <inkml:trace contextRef="#ctx0" brushRef="#br0" timeOffset="682.08">8981 7551 943 0,'0'0'74'0,"0"0"104"0,0 0 24 15,0 0-98-15,-109 176-41 16,109-99-11-16,0 3-40 15,19 7-10-15,5-3-4 16,9-1-59-16,-5-2-81 16,-2-9-90-16,-17-13-175 15</inkml:trace>
  <inkml:trace contextRef="#ctx0" brushRef="#br0" timeOffset="969.12">9266 8963 1052 0,'0'0'130'0,"0"0"-93"0,0 0 139 16,0 0-32-16,0 0-109 15,0 0 12-15,193 17 1 16,-44-17-41-16,-8 0 4 16,1-12-11-16,-3 1-20 15,5 1-27-15,-10 3-106 16,-16 7-70-16,-10 0-448 16</inkml:trace>
  <inkml:trace contextRef="#ctx0" brushRef="#br0" timeOffset="1699.6">11871 8381 544 0,'0'0'158'16,"0"0"-112"-16,0 0 124 0,0 0-61 15,0 0-38-15,0 0 14 16,-47-66-44-16,40 66 7 16,2 0-19-16,-2 9-27 15,-12 20 22-15,7 11 4 16,1 4-4-16,6 4 9 15,5 8-10-15,0 2 17 0,0 3-15 16,0 5-17-16,21 2 19 16,24-5-19-16,14-6-6 15,4-8 11-15,1-15-13 16,7-6 0-16,-5-11 0 16,-3-5 2-16,-8-9-5 15,1-3 3-15,-6 0 0 16,-3-17 0-16,-7-23 1 0,-2-3-1 31,-5-21 0-31,-7-10 7 0,-7-6-5 0,-8-5-2 16,-11 4 0-16,0 10 0 15,0 6 3-15,-4 9-3 16,-39 11 0-16,1 5 4 16,-24 11-9-16,-7 4 5 15,-10 14-15-15,3 5 13 16,0 6-5-16,4 0 7 0,10 0-3 31,3 17 6-31,18 14-2 0,14 4-1 0,15 10 0 16,16 9 3-16,0 12-1 15,47 0 12-15,28 6 2 32,13 5-3-32,8 0 16 0,6 6-16 0,-6-6-4 15,1-2 23 1,-15-6-30-16,-11-7 12 15,-17-5-14-15,-16-6 9 16,-24-8-19-16,-14-5 3 0,0 0-69 0,-7 2-59 31,-42-4-101-31,-22-7-196 0</inkml:trace>
  <inkml:trace contextRef="#ctx0" brushRef="#br0" timeOffset="4538.26">12677 7907 1093 0,'0'0'111'0,"0"0"55"0,0 0-10 0,0 0-96 16,0 0-13-16,361 0-12 16,-189 0-16-16,-14 0-16 15,-24 0 3-15,-30-4-12 16,-28 4-22-16,-34 0-100 15,-42 0-138-15,-16 12-342 16</inkml:trace>
  <inkml:trace contextRef="#ctx0" brushRef="#br0" timeOffset="5381.74">12045 10293 665 0,'0'0'316'0,"0"0"-147"0,-44-192 13 0,44 163-26 15,0 11-55-15,0 11-40 16,0 7-12-16,0 0-17 15,0 34-16 1,0 40 11-16,0 31 14 0,0 7-30 16,0-4 6-16,0-4-13 15,0-4-4-15,0-8 0 16,0-6-9-16,0-12 3 16,0-8-44-16,0-9-52 15,0-6-98-15,0-7-133 0,9-7-124 16</inkml:trace>
  <inkml:trace contextRef="#ctx0" brushRef="#br0" timeOffset="6128.1">12031 12141 565 0,'0'0'307'0,"0"0"-133"0,0 0 10 0,0 0-57 16,0 0-43-16,0 0 33 15,-70-43-37-15,70 43 0 16,-8 0-44-16,8 5-16 16,-7 52 9-16,-4 15-19 15,-4 22 8-15,4-7-17 16,6-11 3-16,-2-12-1 15,7-5-3-15,0-13-11 0,0-7 0 32,0-15-35-32,0-10-12 0,0-8-42 0,0-3-17 15,-14-3 11-15,-5-5 3 16,-7-35-20-16,-5-16 70 16,5-15 32-16,12-8 21 15,10-7 6-15,4 0 17 31,0 3 32-31,28 8 4 0,19 18-10 16,12 9 25-16,-10 19-22 16,-1 11 0-16,-11 8-11 15,3 10-19-15,3 4 18 16,-10 37-20-16,-7 16-8 16,-22 3 5-16,-4 3-15 15,0-1 4-15,-35-3-6 16,-31 1 2-16,-9-3 0 15,-6-12-2-15,4-6 0 16,8-9-8-16,10-9 3 0,19-8-2 16,10-7 4-16,18-1-3 15,-2-5 3-15,14 0 3 16,0 0 0-16,0 0-4 16,0 0 4-16,0 6 0 15,56 5 11-15,32 13-2 16,13 9 22-16,3 5 11 15,-8 8-16-15,-13 1 4 16,-5-2-24-16,-17-3-1 0,-7-7-5 16,-11-4 5-16,-8-8-8 15,-16-6 3-15,-3-4-9 16,-6-7-8 0,-6 1-40-16,-4-7-4 0,0 0-27 15,0 0-57-15,0 0-53 16,-4-26-102-16,-22 7-154 15</inkml:trace>
  <inkml:trace contextRef="#ctx0" brushRef="#br0" timeOffset="7353.31">13043 12351 1061 0,'0'0'148'0,"0"0"-41"0,0 0 80 15,0 0-67-15,0 0-82 16,-83 176 11-16,243-150-34 15,8-10-6-15,9-10 10 16,-5-3-15 0,-24-3-8-16,-16 0 4 0,-26 0-49 15,-35 0-56-15,-33-12-140 16,-38-6-185-16,0-1-355 16</inkml:trace>
  <inkml:trace contextRef="#ctx0" brushRef="#br0" timeOffset="7560.77">13722 12141 924 0,'0'0'113'0,"0"0"92"0,0 0-5 0,0 0-94 16,0 0-4-16,0 0-63 0,179 197-1 16,-17-151-15-16,6-13-20 31,-20-6 7-31,-32-10-10 15,-43 0-23-15,-31-4 0 16,-34-1-98-16,-8 6-56 16,0-1-84-16,-50 2-149 15,-23 2-140-15</inkml:trace>
  <inkml:trace contextRef="#ctx0" brushRef="#br0" timeOffset="7814.66">13038 13008 917 0,'0'0'158'15,"0"0"-2"-15,0 0-12 16,0 0-71-16,276 53-15 16,-95-53 10-16,20 0-4 15,4 0-23-15,0-14 10 16,-24-3-27-16,-25 6-19 0,-57 2 2 15,-49 3-4-15,-24 6-6 16,-26 0-4-16,0 0-78 16,-76 12-73-16,-32 12-207 15,-17 3-164-15</inkml:trace>
  <inkml:trace contextRef="#ctx0" brushRef="#br0" timeOffset="8020.79">13153 13207 992 0,'0'0'222'16,"0"0"-37"-16,0 0-26 15,0 0-51-15,43 166-47 16,49-106-23-16,-7-3-24 16,-10-2-8-16,-16-2-9 15,-9-6 3-15,-3-5-36 16,-2-7-71-16,-5-10-179 15,4-10-247-15</inkml:trace>
  <inkml:trace contextRef="#ctx0" brushRef="#br0" timeOffset="8355.71">15796 12353 1230 0,'0'0'52'0,"0"0"-34"0,0 0 141 0,0 0-20 16,0 0-112 0,0 0 9-16,-37-9-7 0,62 97 21 15,-8 15 2-15,-8 8-34 16,-9-7 15-16,0-2-18 0,0-12-12 15,0-16 8-15,0-8-11 16,0-15 0-16,0-14-8 16,0-9-20-16,0-10-17 15,0-9-39-15,0-9-126 16,-26 0-118-16,-18-38-217 16</inkml:trace>
  <inkml:trace contextRef="#ctx0" brushRef="#br0" timeOffset="8611.89">15308 12426 466 0,'0'0'423'0,"0"0"-294"16,0 0 51-16,0 0-13 16,0 0-109-16,0 0-25 15,250-126 43-15,-92 109-48 16,10 0 17-16,1 9 6 15,-27-1-39-15,-24 7 5 16,-43-1-17-16,-28 3 4 0,-28 0-9 16,-14 0 5-16,-5 0-18 15,0 0-53-15,0 8-78 16,-38 12-13-16,0-4-96 16,-6 0-95-16,-20-5-277 15</inkml:trace>
  <inkml:trace contextRef="#ctx0" brushRef="#br0" timeOffset="9408.2">13799 13276 20 0,'0'0'843'0,"0"0"-709"0,0 0 65 15,0 0-40-15,0 0-81 16,0 0 2-16,0 0-36 16,-122-83 10-16,122 91 3 15,5 43-21-15,21 24 29 16,-1 23-26-16,-8 10-16 15,-8 13 16-15,-2 10-35 16,-7 1 3-16,0-6-7 16,0-9 10-16,0-8-11 0,0-12 1 15,-7-12 0-15,-7-11 0 16,7-21 0-16,2-10-2 16,5-13-6-16,0-12-23 15,0-3-1-15,0-13-17 16,0-2-56-16,0 0-61 15,0-20-59-15,0-28-150 0,0-18-450 16</inkml:trace>
  <inkml:trace contextRef="#ctx0" brushRef="#br0" timeOffset="9965.83">16911 11331 722 0,'0'0'306'0,"0"0"-152"0,0 0 22 0,0 0 5 16,0 0-110-16,0 0-6 15,-193 0-18-15,193 0-27 16,40 14 11-16,50 8-10 16,32-1 6-16,13-7 7 15,-6-8-27-15,-11-6 7 16,-16 0-5-16,-20 0-3 15,-28 0-1-15,-11 0-5 16,-22 0 0-16,-16 0-7 16,-5 0-18-16,0 0-34 0,0 0-34 15,-38 3-196-15,-21 18-160 32,-23 3-421-32</inkml:trace>
  <inkml:trace contextRef="#ctx0" brushRef="#br0" timeOffset="10762.32">17282 10856 719 0,'0'0'169'0,"0"0"-35"0,0 0 76 15,0 0-67-15,0 0-53 16,0 0-35-16,-81 0-29 16,114 89 33-1,5 34-8-15,-10 17-40 0,3-3 6 0,-10 1-17 16,-11-13-8-16,-10-4-30 16,0 2-105-16,-5-4-87 31,-52-8-166-31,-13-10-472 0</inkml:trace>
  <inkml:trace contextRef="#ctx0" brushRef="#br0" timeOffset="11623.8">13630 15471 847 0,'0'0'206'0,"0"0"3"0,0 0-54 0,0 0-24 15,-156-159-62 1,147 148 1-16,4 9-21 0,0-2-20 16,5 4 9-1,0 0-16-15,0 0-4 0,0 0 12 31,-7 57-28-31,2 30 13 16,1 16 0-16,1 2-13 16,-11-13 7-16,10-8-9 15,4 0 0-15,-5-7-3 0,5-8-2 16,0-10-24-16,0-12-32 16,0-4-31-16,19-14-75 15,9-8-114-15,-2-14-131 16,-3-7-107-16</inkml:trace>
  <inkml:trace contextRef="#ctx0" brushRef="#br0" timeOffset="11894.76">13842 15641 617 0,'0'0'156'16,"0"0"23"-16,0-208-26 15,0 145-36-15,2 9-8 16,5 12-20-16,-2 12 1 15,-5 13-20-15,0 11-22 16,0 6 16-16,0 0-30 16,0 38-20-16,0 42 15 15,0 26-15-15,0 10-5 16,0 0-8-16,0-8 6 0,0-8-10 16,0-4 3-16,-12-12-23 15,10-12-30-15,-10-10-96 16,-2-15-119-16,-10-10-175 15,-13-15-198-15</inkml:trace>
  <inkml:trace contextRef="#ctx0" brushRef="#br0" timeOffset="12069.06">13314 16145 531 0,'0'0'458'15,"0"0"-283"-15,0 0-40 16,0 0-52-16,0 0-66 15,0 0 11-15,243-200-23 16,-100 149-5-16,13-2-17 16,7-1-225-16,-12-3-269 15</inkml:trace>
  <inkml:trace contextRef="#ctx0" brushRef="#br0" timeOffset="15588.15">12566 11394 498 0,'0'0'152'0,"0"0"-56"0,0 0 10 0,0 0-50 15,0 0-43-15,0 0 18 16,0 0-16-16,-28-12-14 16,28 12 16-16,54 20-16 15,5 10 17-15,12-6 33 0,4-3-44 16,3-13 10-16,-7-2-2 16,-12-3-11-16,-14-3 19 15,-17 3-19-15,-2-3 0 16,-10 0 16-16,-11 0-13 15,-2 0 19-15,-3 0-9 16,0 0-9-16,0 0 26 16,0 0-15-16,0 0 4 0,0 0 4 15,-26-12-22-15,-26-2-4 16,-12 2-1-16,-2 6 3 16,-9 6-1-16,-3 0-2 15,5 0 0-15,-3 12-6 16,6 6 11-16,6-1-5 15,5 2 0-15,17-8 1 16,16-1-1-16,14-7 0 16,12-3 0-16,0 0-2 0,0 0-2 15,0 0-2 1,26 0 4-16,28 0 4 0,10 0-4 16,13-3 2-16,4-13 0 15,3-2-3-15,-1-3 9 16,-8-2-6-16,-4-2 0 15,-7-1 2-15,-17 9-1 16,-16 0-1-16,-20 7 0 0,-11 6 2 16,0 1 2-16,0-12-4 15,0 7 4-15,-11-7 3 16,-39 0 0 0,5 9-7-16,-9-1 0 0,-14 7-2 15,-3 0 6-15,0 0-4 16,5 9 0-16,7 7 1 15,12-1-2-15,24-10 1 16,8 1 0-16,15-6-7 16,0 3-59-16,64-3-118 15,21 0-18-15,19-26-326 0</inkml:trace>
  <inkml:trace contextRef="#ctx0" brushRef="#br0" timeOffset="19377.45">13766 14903 811 0,'0'0'159'0,"0"0"6"15,0 0-64-15,0 0-42 0,0 0-27 16,-278 6 8 0,250-8-14-16,-14-7-5 0,-3 3 29 15,-14 1-30 1,-12 1 2-16,0 4 13 0,-6 0-25 15,-11 0 23-15,1 0-25 16,2 13-8-16,-2 6 30 16,9 7-30-16,5 6 16 15,2 7 5-15,-4 9-17 16,-5 5 9-16,11 4-13 16,-1 0 1-16,-1-1 4 15,7 7-5-15,5-4 0 16,0 9 0-16,15 7 9 0,-4 3-11 15,11 9 2-15,4 2 0 16,16 7 1-16,-2 9-1 16,17 4 0-16,2-1-1 15,0-4 10-15,0-5-12 16,12-13 3-16,26-6 0 16,-3-6-2-16,5-2 4 15,5-6-2-15,11 2 0 0,3-5 6 16,5-9-12-16,7-6 6 15,-5-10 0-15,2-7-9 16,-9-8 10 0,0-8-1-16,-2-1 0 0,6-3 2 15,-4-3-12-15,7-1 10 16,-2-5 0-16,-1 4-7 16,3-6 11-16,3 0-4 15,2 0 0-15,4-8 0 16,17-19-8-16,5-1 8 15,4-4 0-15,7 4-5 16,-11-4 9-16,-7 5-4 16,-13 1 0-16,-8-1 5 0,-8-3-10 31,3 3 5-31,-5-7 0 0,7 2-9 0,7-4 11 16,-2 4-2-16,2-5 0 15,0-1 6-15,-3-1-9 31,-1-2 3-31,-10-4 0 16,4 3-3-16,3-5 5 16,-9-1-2-16,7 3 0 0,-10-3 9 15,-7 0-11-15,7-3 2 16,-7-1 0-16,-2 3 1 16,-9-2 4-16,-1-2-5 15,-9 2 0-15,0 0 9 16,-3 0 1-16,-4 5-10 15,-7 1 2-15,-3-4 16 16,-9 1-14-16,0 1 6 16,0 0 1-16,0-5-7 15,-9 2 20-15,-15-3-24 0,-6-2 2 16,-3 2 16-16,-21-4-13 16,-3-5-1-16,-14-7 5 15,-4 3 0-15,-17-2 5 16,-10 8-14-16,-11 3 0 15,-12 12 9-15,-14 10-2 16,-23 13-7-16,-20 13 0 16,-32 9 6-16,-8 7-20 15,-14 37 5-15,15 20-21 0,15 10 23 16,6 12-37-16,-5 13-5 16,7 18-33-16,2 6-75 15,8 6-36-15,20-2-92 16,13-14-87-16</inkml:trace>
  <inkml:trace contextRef="#ctx0" brushRef="#br0" timeOffset="20780">13125 6980 449 0,'0'0'69'0,"0"0"33"0,0 0-40 0,0-168 52 16,0 135-49-16,-5 9-2 16,-39 3 48-16,-20 6-48 15,-16 9-24 1,-17 6-5-16,-21 0-30 15,-2 12 19-15,-14 26-15 0,-1 11-8 16,1 10 20-16,9-2-17 16,5 12 6-16,14 8 17 15,4 9-25-15,10 21 14 16,7 18-15-16,-2 15 0 16,7 11 1-16,-2 1 1 0,18-3-2 15,0 0 0-15,12 0 4 16,19-6-5-16,15-1 1 15,18-9 0-15,0-2-5 16,23 3 3 0,50-6-4-16,10-15 3 0,28-8-16 15,9-22 11-15,24-14-10 16,-1-9-8-16,15-19 22 16,5-10-48-1,0-14 13-15,2-12 14 0,-14-5-6 16,-5 0 26-1,-5-22-8-15,3-15 8 0,12-10 0 0,-10-4 6 16,5-9-1-16,-12-3 0 16,-5-5 5-16,-16-10 1 15,-10-2 3-15,-16-9-2 16,-16-8 27-16,-10 3-13 16,-21-7 21-16,-10-10 1 0,-4-3-15 31,-15-10 17-31,-9-8-21 15,-7-2-5-15,0-3 21 0,0 0-22 0,-49-7 7 16,-22 8 1-16,-21 7-18 16,-26 12 20-16,-21 25-20 15,-21 21-7-15,-24 22 15 32,0 17-16-32,-2 20 0 15,23 12-2-15,22 0-22 0,18 18-7 16,19 25-69-16,12 12-79 15,3 5-82-15,18 0-317 16</inkml:trace>
  <inkml:trace contextRef="#ctx0" brushRef="#br0" timeOffset="21721.5">13689 7477 718 0,'0'0'53'15,"0"0"20"-15,0 0-9 0,0 0-31 0,0 0-7 16,40-179 16-16,5 152-30 15,-3 8 20 1,-2 4 2-16,-7 7-26 0,-5-1 15 16,8 0-14-16,8 1-1 15,20-5 19-15,9-2-24 16,22-8 2-16,25 2-3 0,31-7 4 16,37 2 5-1,43-5 0-15,10 3 0 0,4-5 16 16,17 14-20-16,11 13 6 15,41 6 7-15,42 6 60 16,56 31-54-16,46 0-9 16,18 18 8-16,40 10 23 15,-11 12-24-15,-22 23 3 16,-7 16-5-16,-35 18-21 0,-36 14 19 16,-34 18-18-1,-20 12 2-15,-40 10 17 0,-42 9-18 31,-50 12 2-31,-56 11-5 0,-38 4 10 0,-29 11-8 16,-15 2-2-16,-30 7 0 16,-15 4 2-16,-10 5 1 15,-19 1-3-15,-3 3 0 16,-4 8 6-16,0 7-8 16,-11-1 2-16,-39 3 0 0,-28-12 0 31,-4-1 4-31,-29-12-4 0,-14-10 0 0,-28-12 6 31,-40 0-7-31,-36-6 1 0,-30-9 0 0,-13 0-4 31,-10-12 4-31,-8-11-1 16,-3 0-2-16,-4-7 6 16,-2-9-8-16,11-13 5 15,-2-4 0-15,5-7 3 0,16-11-3 16,10-10 0-16,11-12 0 15,17-11 12-15,10-8-11 16,16-6-1-16,28-11 0 16,31-14-6-16,28-11 6 15,23-12 0-15,34-10 0 16,23-12 5-16,17-15-7 16,9-3 2-16,8-3 0 0,-1 0-10 15,5 0-1-15,0 0-11 16,0-6 1-16,0-24-21 15,0 0 13-15,5-4-28 16,11 0-16-16,-2 1 3 16,0 0-83-16,8 6-20 15,4 2-16-15,-5 5 16 16,-12 8-139-16</inkml:trace>
  <inkml:trace contextRef="#ctx0" brushRef="#br0" timeOffset="22054.79">17131 15728 391 0,'0'0'61'0,"0"0"80"0,0 0-23 0,0 0 10 0,0 0-35 15,0 0-8 1,129-134 23-16,-129 134-42 0,0 51 8 16,-30 34-36-16,-41 35-30 15,-4 11 21-15,-8 6-1 16,3-9-17-16,14-14 16 16,14-23-24-16,31-21-3 15,21-23 0-15,59-22-2 16,96-25-2-16,102-13-18 15,80-56-50-15,55-19-63 0,16-18-195 16,-41 9-395-16</inkml:trace>
  <inkml:trace contextRef="#ctx0" brushRef="#br0" timeOffset="26982.51">14686 3450 629 0,'0'0'9'0,"0"0"97"0,238-174-7 16,-179 136-62-16,-12 7 22 15,-23 17-25-15,-15 8 1 16,-9 6 89-16,-21 3-36 16,-88 54-39-16,-65 41-18 15,-55 44-1-15,-65 32 34 0,-53 32-21 16,-40 29 9-16,-32 23 7 31,-17 22-40-31,9 6 1 16,19-3 0-16,36-14-12 15,49-28 17-15,75-36-25 16,76-42 1-16,82-45 3 0,88-34-3 16,9-36-2-1,111-31-10-15,42-17-37 0,36-44-23 16,28-52-45-16,19-31-75 16,11-32-46-16,3-17-84 15,-30-9-222-15</inkml:trace>
  <inkml:trace contextRef="#ctx0" brushRef="#br0" timeOffset="27332.55">15681 2892 401 0,'0'0'21'0,"0"0"97"16,0 0-41-16,0 0-24 16,0 0-23-16,0 0 0 0,-14-37 40 15,-50 83-48 1,-37 32-5-16,-50 38 42 0,-61 38-35 16,-57 44 13-16,-71 34 9 15,-70 48-1-15,-61 21 7 16,-39 28-18-16,-25 11-24 15,24-9-1-15,25 4-8 16,21-22-2-16,46-13-19 16,39-16-53-16,62-27-27 15,63-21-34-15,57-31-90 16,31-23-194-16</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6:33:08.863"/>
    </inkml:context>
    <inkml:brush xml:id="br0">
      <inkml:brushProperty name="width" value="0.05292" units="cm"/>
      <inkml:brushProperty name="height" value="0.05292" units="cm"/>
      <inkml:brushProperty name="color" value="#C00000"/>
    </inkml:brush>
  </inkml:definitions>
  <inkml:trace contextRef="#ctx0" brushRef="#br0">5204 5824 785 0,'0'0'98'0,"0"0"57"16,0 0 36-16,0 0-53 0,0 0-50 15,0 0-24 1,0 0-22-16,-118 9-18 16,33 134 18-16,-2 23-19 0,-10 14 4 15,5-3-20-15,-4-4-2 16,6-13-5-16,19-20 0 16,12-11-28-16,10-19-17 15,11-15-62-15,12-18-43 16,24-20-102-16,-12-25-121 15,14-15-151-15</inkml:trace>
  <inkml:trace contextRef="#ctx0" brushRef="#br0" timeOffset="301.86">3997 7392 414 0,'0'0'408'0,"0"0"-328"16,0 0 39-16,0 0-7 15,0 0-80-15,0 0-15 16,287 6 30-16,-32 13-42 16,56-1 29-16,45 0 36 0,47-7 7 15,22-3-19-15,13-8-24 16,-11 0-17-16,-31 0 9 16,-31-4-26-16,-58-15-4 15,-69-1-38-15,-68 2-43 16,-62-1 5-16,-47 8-4 15,-30 2-25-15,-26 1 52 16,-5-5-24-16,0 5-74 0,-31 2 5 16,-14 6 20-16,-6 0-206 15</inkml:trace>
  <inkml:trace contextRef="#ctx0" brushRef="#br0" timeOffset="2005.9">9433 5556 853 0,'0'0'71'0,"0"0"32"0,0 0 16 0,-125 154-48 15,50-2 5-15,-15 37-17 16,13 17-18-16,-8-1-39 16,9-1 7-16,10-13-9 15,7-19-15-15,-4-11-11 16,4-13-41-16,-10-7-51 0,3-16-70 15,-4-20-69-15,4-22 5 16</inkml:trace>
  <inkml:trace contextRef="#ctx0" brushRef="#br0" timeOffset="2561.64">3881 7258 396 0,'0'0'178'0,"0"0"-125"0,0 0 47 16,0 0 33-16,0 0-66 15,0 0-10-15,-7 0-31 16,196 6 12-16,80 3-10 16,61 1-24-16,68-4-3 15,59 0 13-15,24-6-13 16,19 0 14-16,-5 0-15 16,-26 0-2-16,-40 0 2 15,-47 0-16-15,-66-3-60 16,-52-3 0-16,-63-3-40 15,-65-4-28-15,-60 1-3 16,-67-3 5-16,-9 4 51 16,-75-1-40-16,-59 1 96 0,-53 0 35 15,-25-1 0-15,-35 7-9 16,-34-1-103-16</inkml:trace>
  <inkml:trace contextRef="#ctx0" brushRef="#br0" timeOffset="2815.87">4758 7398 498 0,'-320'37'94'0,"46"-2"-2"16,50-4 57-16,69-5-31 15,51-9 15-15,73 0-13 16,31-3-51-16,123-2-14 16,89-1 8-16,99-11-29 15,95 0 2-15,77-3-31 16,92-23 16-16,48-11-2 15,13-3-16-15,5-8-3 16,-42 0-3-16,-49 3-35 0,-67 0-45 16,-92 1-66-16,-91 2-144 15,-107 2-85-15</inkml:trace>
  <inkml:trace contextRef="#ctx0" brushRef="#br0" timeOffset="7584.07">11199 10582 809 0,'0'0'85'0,"0"0"107"0,0 0 37 0,0 0-74 16,-52-158-50-16,52 158-48 0,0 0-9 16,0 18 3-16,0 59-26 15,0 34-6-15,0 15 0 16,0-11-14-16,0-10 6 15,0-16-11-15,0-6-3 16,10-11 0-16,-1-21-28 16,-4-15-16-16,7-15-49 15,-8-12-103-15,-4-9-51 16,0 0-42-16,0-24-41 0,0-21-173 16</inkml:trace>
  <inkml:trace contextRef="#ctx0" brushRef="#br0" timeOffset="7742.88">10772 10696 540 0,'0'0'119'0,"0"0"44"0,-42-152-27 15,42 103-26-15,57 7-40 16,25 4-28-16,22 10 0 16,25 11-33-16,1 8-9 0,4 9-11 15,-18 0-90-15,-29 11-101 16,-18 16-196-16</inkml:trace>
  <inkml:trace contextRef="#ctx0" brushRef="#br0" timeOffset="8109.87">11675 9969 439 0,'0'0'135'16,"0"0"-22"-16,0 0 81 0,0 0-50 15,0 0-33-15,0 0-18 16,-139-26-17-16,130 26-13 15,9 0 3-15,0 0-24 16,9 0-15-16,62 15 24 16,33 0-12-16,18-7-6 15,-2-3-14-15,-4-3-15 16,-24-2-4-16,-21 0-27 16,-12 0-33-16,-17 0-67 15,-18 0-54-15,-10 0-133 16,-14-7-190-16</inkml:trace>
  <inkml:trace contextRef="#ctx0" brushRef="#br0" timeOffset="8316.41">11968 9621 772 0,'0'0'152'15,"0"0"29"-15,0 0-9 0,0 0-108 16,0 0 1-16,-7 200-18 15,56-123-22-15,-2 0-25 16,-7 2-4-16,-9-1-49 16,-19-1-98-16,-12-2-162 15,0-7-252-15</inkml:trace>
  <inkml:trace contextRef="#ctx0" brushRef="#br0" timeOffset="8618.35">12239 11050 899 0,'0'0'109'16,"0"0"27"-16,0 0-1 0,294-27-12 15,-110 3-76-15,10 4 10 16,-10-4 1-16,-19 5-32 16,-26 8-2-16,-36-1-23 15,-25 6-2-15,-21 1-7 16,-17 1-78-16,-9 2-42 16,-31-4-117-16,0-5-98 15,-5 0-91-15</inkml:trace>
  <inkml:trace contextRef="#ctx0" brushRef="#br0" timeOffset="8792.96">13260 10671 473 0,'0'0'177'31,"0"0"-10"-31,0 0-3 0,0 0 1 0,0 0-68 16,0 0-14-16,106 128 6 15,-7-82-37-15,7-1 1 16,0-10-16-16,-12-3-37 15,-23-4-8-15,-19-5-55 16,-19-1-61-16,-21-2-69 0,-12-2-126 16,0-4-130-16</inkml:trace>
  <inkml:trace contextRef="#ctx0" brushRef="#br0" timeOffset="9062.37">12404 11485 574 0,'0'0'327'0,"0"0"-224"16,0 0 51-16,0 0-12 15,0 0-53-15,318 105-33 16,-129-105 3-16,9 0-9 15,-5-9-13-15,-14-15-15 16,-30 3-20-16,-41 4 5 16,-25 4-7-16,-29 4-48 0,-23 6-18 15,-20 3-99-15,-11 0-108 16,-4 0-108-16</inkml:trace>
  <inkml:trace contextRef="#ctx0" brushRef="#br0" timeOffset="9285.37">12710 11602 820 0,'0'0'142'0,"0"0"52"16,-40 152-7-16,71-89-100 0,54-6-23 15,11-4-21-15,3-5-30 16,-2-6-13-16,-3-7-11 15,-16-7-86-15,-7-10-49 16,-19-10-191-16,-7-2-315 16</inkml:trace>
  <inkml:trace contextRef="#ctx0" brushRef="#br0" timeOffset="9587.35">14938 10696 1032 0,'0'0'50'16,"0"0"84"-16,0 0 26 0,0 0-41 16,0 0-56-16,0 0-51 15,-85-60 18-15,88 74 4 16,32 40 10-16,-2 18 12 15,9 5-35-15,-9-2 4 16,10-7-9-16,-5-8-12 16,2-6-8-16,4-10 3 0,-6-7-21 15,2-14-6-15,7-8-61 16,-2-13-82-16,2-2-118 16,-11-4-185-1</inkml:trace>
  <inkml:trace contextRef="#ctx0" brushRef="#br0" timeOffset="9936.66">15662 10614 746 0,'0'0'119'0,"0"0"-15"16,0 0 53-16,0 0-48 31,0 0-65-31,-259-24 12 15,221 64-8-15,5 16 0 16,0 16 11-16,2 6-13 16,5 8 11-16,14 3-9 15,-2 7-14-15,10 5 10 16,4 7-17-16,0-7 2 0,0-9-6 16,23-14-13-1,5-25 4-15,3-4-3 0,2-13-10 16,-16-9 4-16,-1-13-5 15,-6-6-14-15,1-4-5 16,-1-4-39-16,4 0-38 16,12-42-80-16,9-26-120 15,-2-21-124-15,0-22-340 16</inkml:trace>
  <inkml:trace contextRef="#ctx0" brushRef="#br0" timeOffset="10190.96">15822 10257 862 0,'0'0'92'0,"0"0"26"16,0 0 72-16,0 0-74 16,0 0-63-16,0 0-31 0,234-42 52 15,-86 30 1-15,3 7-32 16,-12-6 2-16,-30 5-2 15,-32 0-35-15,-29 6 3 16,-32 0-11-16,-11 0-12 16,-5 0-13-16,-17 0-77 15,-49 19-101-15,-30 5-163 16,-20 2-256-16</inkml:trace>
  <inkml:trace contextRef="#ctx0" brushRef="#br0" timeOffset="14583.02">15344 9109 781 0,'0'0'119'0,"0"0"50"0,-135-162 36 0,119 134-43 0,6 11-46 16,10 12-48-16,0 1-23 16,0 4 7-16,-7 0-14 15,7 70-13-15,-4 49 10 16,-1 30-7-16,2 14-21 15,-1-14 13-15,-10-18-18 16,2-8 0-16,-5-22-2 16,1-19-20-16,11-27 6 15,5-18-31-15,0-17-53 0,0-20-131 16,31 0-137-16,2-40-159 16</inkml:trace>
  <inkml:trace contextRef="#ctx0" brushRef="#br0" timeOffset="14900.52">15044 7735 711 0,'0'0'128'0,"0"0"38"0,0 0 37 16,0 0-81-16,0 0-7 16,0 0-36-16,-40-83-13 15,40 83 0-15,0 0-34 16,-7 39 0-16,-12 33-16 0,7 18-15 16,-4 1 14-1,-1-16-15-15,8-9-4 0,-3-9 2 16,3-6-35-16,9-8-24 15,0-9-100-15,0-11-135 32,0-14-201-32</inkml:trace>
  <inkml:trace contextRef="#ctx0" brushRef="#br0" timeOffset="15124.05">14966 7733 911 0,'0'0'81'0,"0"0"165"16,0 0-73-16,0 0-49 15,0 0-59-15,0 0-41 16,24 30 24-16,28 23-35 16,2 7-12-16,0-1-2 0,8-1-34 15,-6-8-51-15,3-6-49 16,5-10-84-16,-3-11-69 15,-2-14-126-15</inkml:trace>
  <inkml:trace contextRef="#ctx0" brushRef="#br0" timeOffset="15346.23">15952 7532 659 0,'0'0'109'0,"0"0"80"0,0 0 10 15,0 0-80-15,0 0-45 16,-271-64-54-16,231 102-10 16,7 13-5-16,4 18-5 15,8 2-3-15,12 4-50 16,-3 3-83-16,12-7-63 16,-5-2-63-16,1-12-90 0</inkml:trace>
  <inkml:trace contextRef="#ctx0" brushRef="#br0" timeOffset="15601.44">15792 7867 499 0,'0'0'136'0,"0"0"54"16,44-166-29-16,-32 109 20 0,7 2-47 15,-5 21-21-15,-7 11-8 16,-2 15-21-16,-5 8-17 15,0 0-30-15,0 3-13 16,0 68 4-16,0 34-23 16,0 29 6-16,0 7-10 15,12-7-1-15,-3-6-2 16,3 0-36-16,-7 0-56 16,-5-11-56-16,0-6-121 15,0-12-169-15</inkml:trace>
  <inkml:trace contextRef="#ctx0" brushRef="#br0" timeOffset="22002.78">16221 7160 465 0,'0'0'145'0,"0"0"26"0,0 0-9 0,0 0-24 0,0 0 3 16,0 0-34-16,0 0-17 15,-172 0 11-15,172 0-32 16,0 3-31-16,0-3 11 16,0 0-30-16,0 0-10 15,0 3 11-15,37 6-16 16,25 6 11-16,11 0 12 15,-14-6-24-15,0-6 8 16,-10-3-11-16,-2 0 0 16,-9 0 7-16,-5 0-5 0,-21 0-2 15,2 0 0-15,-12 0-6 16,8 0 1 0,-3 0-3-16,12 0-23 0,-1 0-5 15,15-8-92-15,8-3-70 16,-1 10-152-16,-5 1-155 15</inkml:trace>
  <inkml:trace contextRef="#ctx0" brushRef="#br0" timeOffset="22351.88">16841 8070 313 0,'0'0'535'0,"0"0"-376"0,0 0 63 0,0 0-74 16,0 0-74-16,0 0-9 15,-22 9-22-15,133-9 37 16,26 0-4-1,12 0-40-15,-3-3-6 0,5-3 8 16,-26 0-33 0,-12 1-2-16,-24-1-3 0,-11 2-18 15,-19-2 3-15,-17-1-60 16,-27 6-79-16,-8-8-70 0,-7-7-123 16,0-4-58-16</inkml:trace>
  <inkml:trace contextRef="#ctx0" brushRef="#br0" timeOffset="22559.17">17390 7754 703 0,'0'0'207'0,"0"0"-20"0,0 0 7 0,0 0-80 32,0 0-62-32,0 0 20 15,160 36 23-15,-23-4-61 16,4-4 10-16,3-5-31 15,-21-1-12-15,-17-8-2 0,-24 1-25 16,-32-4-26-16,-19 4-62 16,-20 4-57-1,-11 5-85-15,0 5-4 16,-42 4-62-16</inkml:trace>
  <inkml:trace contextRef="#ctx0" brushRef="#br0" timeOffset="22862">16996 8514 777 0,'0'0'186'16,"0"0"32"-16,0 0-89 0,0 0-78 15,0 0 36 1,323 6-16-16,-144-15 2 0,19-17-7 15,5-4-14-15,-33 6-18 16,-31-2-13-16,-42 10-15 16,-38 8-4-16,-22 1-2 15,-30 7-24-15,-7 0-18 16,0 0-78-16,0 0-42 16,-49 13-71-16,-17 7-67 15,-14 0 21-15,-17 1-261 16</inkml:trace>
  <inkml:trace contextRef="#ctx0" brushRef="#br0" timeOffset="23115.84">17098 8625 714 0,'0'0'226'16,"0"0"5"-16,0 0-52 0,0 0-72 15,0 0-12-15,0 0 42 16,254 134-89-1,-162-74-7-15,-16 0-18 0,-13-3-23 16,-8-8 17-16,-6 0-17 16,-7-11 0-16,-9-5-5 15,-7-15-17-15,-4-4-7 16,-4-8-34-16,1-3-61 16,7-3-12-16,0-3-92 15,7-37-85-15,12-23-162 0</inkml:trace>
  <inkml:trace contextRef="#ctx0" brushRef="#br0" timeOffset="23735.97">19538 7781 700 0,'0'0'179'0,"0"0"-8"0,0 0 9 0,0 0-75 16,0 0-33-16,0 0 17 16,-40-60-19-16,40 60-21 15,0 0 11-15,0 0-37 16,0 29 9-16,0 22-7 0,0 6-24 15,0 0 20-15,0-1-21 16,0-5 4-16,0 0 6 16,0 3-4-16,0 6-6 15,0 0 0-15,0-5 7 16,0-1-2-16,0-11-5 16,0-11 0-16,-7-8-6 15,2-8 6-15,2-11-1 16,3-2 0-16,-4 0-8 0,4-3 4 15,0 0-13 1,0 0-6-16,0 0 13 0,0 0-27 16,0 0 5-1,-7 0-9-15,7 0-15 0,-5-6-5 16,5-18-57-16,0-12-49 16,0-2-28-16,0-4-115 15,0-1-88-15</inkml:trace>
  <inkml:trace contextRef="#ctx0" brushRef="#br0" timeOffset="24264.41">19894 7716 660 0,'0'0'160'0,"0"0"-19"0,0 0 4 0,0 0-73 16,0 0 2-16,0 0-32 15,9-27-6-15,-9 59-1 0,-45 14-32 16,-11 9 0-16,2-1-3 16,-10-3 5-1,10-9-6-15,4-7 1 16,3-4 0-16,5-13 3 0,23-7-2 16,5-5-1-1,14-6 0-15,0 0 3 0,0 0-6 16,0 0 3-16,0 6 0 15,14 5 35-15,21 4-16 0,7 4 16 32,10-4 0-32,-2 0 4 0,-1 0 31 15,-1 0-37-15,-11 3-3 0,17 2 15 16,-11 3-26-16,11 5 4 16,-2-2-10-16,-14 2-12 15,7 1 19-15,-5 0-13 16,-10 0-7-16,-4-7 18 0,-9-3-16 31,-8 0 4-31,-2-8-6 0,-2-5 10 0,-3-1-10 16,-2-2 0-16,0-3 0 15,0 0-3-15,0 3 3 32,0-3-9-32,0 0-7 15,0 3-26-15,0-3-19 16,0 0-78-16,-19 0-75 15,-32-17-102-15,-4-13-123 0</inkml:trace>
  <inkml:trace contextRef="#ctx0" brushRef="#br0" timeOffset="24934.46">20162 7074 781 0,'0'0'178'0,"0"0"-6"0,0 0 1 0,0 0-60 16,0 0-50-16,0 0 6 16,0 0-20-16,102 0 25 15,11 0-21-15,-5 0-20 16,-11 0 4-16,-26 0-32 16,-17 0-3-16,-7 0 5 31,-21 0-1-31,-7 0-12 15,-14 0 6-15,-1 0-43 0,-4 0-15 16,0 6-79 0,0-6-80-16,0 0-57 0,0 0-84 15,0 0-97-15</inkml:trace>
  <inkml:trace contextRef="#ctx0" brushRef="#br0" timeOffset="25142.6">20518 6862 663 0,'0'0'193'0,"0"0"-3"0,0 0-3 16,0 0-86-16,0 0-34 15,0 0 12-15,-40-22 6 16,40 22-9-16,0 5-29 16,7 50-16-16,10 30 22 15,9 16-50-15,-5-1 4 16,-9 0-7-16,-12-8-30 0,0-2-20 15,0 3-121-15,-17-10-98 16,-37-6-216-16</inkml:trace>
  <inkml:trace contextRef="#ctx0" brushRef="#br0" timeOffset="29999.55">21143 6250 623 0,'0'0'40'0,"-285"15"84"0,134 0-23 0,-12 9-28 16,8 9 26 0,-13 15-54-16,-8 27 63 15,-1 19-47-15,-12 32-60 16,1 26 30-16,13 30-7 0,8 33-2 16,6 28 12-1,27 23-26-15,16 15 4 0,31-13-6 16,35-16-1-16,45-17 0 15,7-35-5-15,24-31 0 16,72-30 0-16,34-41 0 16,40-27 0-16,35-28 0 0,14-35-24 15,24-8 24 1,23-47-14-16,19-34 14 0,10-30-8 16,7-21 13-16,-17-14-5 15,-16-3 0-15,-22-11 3 16,-41-17-2-16,-46-17 0 15,-35-26-1-15,-57-18 26 16,-32-20-22 0,-36-7 17-16,0 4 3 15,-78 4-23-15,-61 30 12 0,-59 30-13 0,-40 36-4 16,-34 38-2-16,-22 40-61 16,-17 47-40-1,-8 36-117-15,-32 51-155 16</inkml:trace>
  <inkml:trace contextRef="#ctx0" brushRef="#br0" timeOffset="31102.15">9983 13079 861 0,'0'0'59'0,"0"0"106"0,0 0-87 16,0 0-17-16,0 0-20 15,0 0-28 1,-118 0 15-16,118 14-27 0,82 67 4 16,81 66 29-16,80 66 5 15,54 50-24-15,26 14-6 16,9 7-3-16,-4-19 4 16,-12-24-10-16,0-35 0 0,-7-47 1 15,6-49-1-15,34-54 0 16,17-43-1-16,18-16 3 15,12-75 5-15,-2-47-7 16,-5-45 13 0,-12-27 18-16,-28-15-23 15,-33-22 22-15,-38-20-5 16,-33-18-19-16,-26-32 10 16,-2-19-7-16,12-17 13 15,28-8 34-15,12 1-34 16,-10 17-3-16,-18 21-11 0,-36 41-1 15,-26 33 2-15,-24 40-9 16,-32 38 0-16,-31 34-1 16,-42 32 1-16,-25 28-8 0,-20 17-28 15,-5 21-62-15,0 15-26 16,-42 10-49-16,-24 12-150 16,-29 48-103-16</inkml:trace>
  <inkml:trace contextRef="#ctx0" brushRef="#br0" timeOffset="31418.64">17944 11145 816 0,'0'0'63'0,"0"0"76"0,0 0-20 0,0 0-68 0,0 0-30 16,0 0-11-16,0-175-5 16,108 84-5-16,22-3 0 15,14-7 7-15,-5 1 10 16,-2 15 0-16,-15 13 5 16,-20 21 41-16,-24 21-21 15,-24 22 13-15,-12 8-18 16,-9 43 14-16,-2 41 43 15,2 15-90-15,-7-1-4 0,-5-4-2 16,3-14-62 0,4-6-59-16,3 1-131 15,-10-12-183-15</inkml:trace>
  <inkml:trace contextRef="#ctx0" brushRef="#br0" timeOffset="38268.28">16463 12141 282 0,'0'0'437'0,"0"0"-336"0,0 0 6 0,-285 19-54 16,245-13-31-16,9 0-17 15,15-1-4-15,11 4-2 16,5 3-21-16,0-3-38 15,0-2-121-15,0-4-54 16</inkml:trace>
  <inkml:trace contextRef="#ctx0" brushRef="#br0" timeOffset="42588.66">2875 10832 558 0,'0'0'77'0,"0"0"-13"0,0 0 49 16,0 0-26-16,0 0-37 15,0 0 21-15,0 0 25 16,-17-87-37-16,-25 87 18 16,-15 11-36-16,-37 35-39 15,-31 26 21 1,-35 24-23-16,-29 22 12 0,-35 17 8 15,-17 18-13-15,-15 14 16 0,-4 9-17 16,13 8-2-16,-1 7 19 16,3 0-22-16,4-6 9 15,25-12 2-15,29-20-12 16,25-17 17-16,32-21-17 16,40-26 0-16,22-21 7 15,44-26-5-15,13-15-4 16,11-16 0-16,0-11-36 0,0 0 16 15,35-8-16 1,12-35-3-16,19-14 5 0,12-8-50 16,14-10-26-16,9 1 10 15,-2-1-36-15,17-2 33 16,-1 0 9-16,-1 0-21 16,3-4-22-16,-6 3-87 15</inkml:trace>
  <inkml:trace contextRef="#ctx0" brushRef="#br0" timeOffset="43355.65">2681 11157 24 0,'0'0'12'0,"0"0"15"0,248-155 27 0,-177 114 10 16,-10 2 13-16,-7 9-9 16,-16 0-6-16,-5 7-1 15,-17 4-15-15,1 4 4 16,-12 6-10-16,-5 7 0 16,0-4 24-16,0 6-15 15,0-3 4-15,0 3 6 0,0 0-15 16,0 0-5-16,-10 0-5 15,-51 33-33-15,-22 8 22 16,-16 19-17-16,-23 17 11 16,-32 18 7-16,-22 22-14 15,-41 20 15 1,-40 6-9-16,-17 7 12 0,-9 1 31 16,-4 2-38-16,23-3 20 15,9-2-4-15,12-10-8 0,29-10 6 16,20-16-13-16,39-6-6 15,20-14 19-15,32-12-24 16,13-6 7 0,24-10-10-16,17-11-4 0,16-7 3 15,2-14-7-15,10-4 0 16,-1-8 0-16,11-6 2 16,1-2-2-16,8-5 0 15,-3-5 5-15,-4 2-4 16,9-4-1-16,-5 0 0 0,5 0 2 15,0 0 0-15,0 3-2 16,0-3 0-16,0 2 5 16,-5-2-7-16,5 0 2 15,-2 4 0-15,2-4-1 16,0 0 2-16,0 0-1 16,0 0 0-16,0 0 3 15,0 0-9-15,0 0 6 16,0 0 0-16,0 0-11 0,0 0 8 15,0 0-6-15,0 0-4 16,0 0-26-16,0-9-4 16,0-10-23-16,21-1-22 15,12 0-7-15,12-5-27 16,7-1 17-16,2 1-28 16,-2-1-3-1,-12 2-98-15</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6:35:38.174"/>
    </inkml:context>
    <inkml:brush xml:id="br0">
      <inkml:brushProperty name="width" value="0.05292" units="cm"/>
      <inkml:brushProperty name="height" value="0.05292" units="cm"/>
      <inkml:brushProperty name="color" value="#C00000"/>
    </inkml:brush>
  </inkml:definitions>
  <inkml:trace contextRef="#ctx0" brushRef="#br0">4494 4068 498 0,'0'0'85'0,"0"0"27"0,0 0-3 0,0 0-57 0,0 0 4 0,0 0-19 16,0 0 21-16,19-147 16 16,-19 147-11-16,0 59 18 0,0 58-38 15,-40 43 7-15,-24 32 7 16,-18 11-23-16,-3-3 3 31,-7-11-7-31,5-4-27 16,9-19 9-16,12-20-12 15,28-25 0-15,10-22-6 16,23-27-27-16,5-24-35 16,0-18-48-16,17-22-128 15,11-8 11-15,-7 0-70 16</inkml:trace>
  <inkml:trace contextRef="#ctx0" brushRef="#br0" timeOffset="288.86">3688 5836 535 0,'0'0'192'0,"0"0"5"16,0 0-62-16,0 0-33 0,0 0-58 15,0 0-36-15,-17 66 12 16,135-44 20-16,54-3-11 16,59-4 5-16,41-3 7 15,53 6 2-15,50 9-25 16,11 0 10-16,-8-7-10 15,-34-8-16-15,-64-12-2 16,-56 0 0-16,-56 0-15 0,-46 0 2 16,-44 0-11-1,-26 0-12-15,-26 0 33 0,-14 0-27 16,-5-6-25-16,-7-6-61 16,0-2-68-16,0-7-5 15,-7-4-154-15</inkml:trace>
  <inkml:trace contextRef="#ctx0" brushRef="#br0" timeOffset="3108.39">12345 9975 803 0,'0'0'137'0,"-24"-157"36"0,20 94 17 0,4 16-66 0,0 17-31 0,0 15-17 15,0 13-24-15,0 2 3 16,0 0-7-16,-8 0-31 31,6 39 15-31,-14 47-21 16,-6 29 2-16,4 29 23 0,-1-10-33 16,-3-12 13-16,1-14-14 15,9-16 5-15,12-11-9 16,0-22 2-16,0-10-27 15,0-15-5-15,17-15-42 16,9-10-49-16,19-9-83 16,7-7-82-16,-8-42-73 15,6-20-195-15</inkml:trace>
  <inkml:trace contextRef="#ctx0" brushRef="#br0" timeOffset="3442.43">12779 9967 628 0,'0'0'170'0,"0"0"23"15,0 0-18-15,0 0-46 16,0 0-41-16,0 0-40 16,14-132 14-16,-40 183-49 15,-31 21-11-15,-28 17-4 16,-2 5-3-16,7-14-3 16,9-8 2-16,12-19 3 15,12-18-5-15,24-12 8 16,8-15-5-16,15-8 0 0,0 0-27 15,0 6 29-15,48 0 3 16,15 6 7-16,25 11 47 16,20 11-16-16,10 11 1 15,0 7 25-15,-5-1-51 16,-7-6 1-16,-24-3-14 16,3-9-8-16,-19-9-20 0,3-10-86 15,-3-14-85 1,-3 0-149-16,-4-5-332 0</inkml:trace>
  <inkml:trace contextRef="#ctx0" brushRef="#br0" timeOffset="3664.3">13771 9850 455 0,'0'0'627'0,"0"0"-448"16,0 0 7-16,0 0-103 15,0 0-63 1,0 0 84-16,389-32-74 0,-191 21-20 16,-35 1 6-16,-29 4-16 15,-32 4-11-15,-32 2-29 16,-20 0-58-16,-20 0-45 16,-18 0-77-16,-12 0-80 15,0 0-56-15</inkml:trace>
  <inkml:trace contextRef="#ctx0" brushRef="#br0" timeOffset="3856.28">14424 9457 808 0,'0'0'233'16,"0"0"26"-16,0 0-74 16,0 0-62-16,0 0-50 15,0 0-40 1,-75 247 26-16,105-116-48 15,13-8-4-15,-10-9-14 0,5-7 4 16,-15-11-49 0,-13-10-44-16,-10-5-153 0,0-16-181 0</inkml:trace>
  <inkml:trace contextRef="#ctx0" brushRef="#br0" timeOffset="4605.63">12875 7841 910 0,'0'0'163'0,"-63"-157"28"0,63 108 4 0,0 22-81 0,0 14-37 16,0 11-16-16,0 2-26 16,0 0 10-16,0 57-28 15,0 47-13-15,0 30 49 16,0 14-46-16,2 12 4 16,3-17-11-16,-1-9 10 15,-4-19-12 1,0-21 2-16,0-23-2 0,0-8-5 0,0-19-31 15,0-17-25 1,0-17-67-16,0-10-196 16,17-31-185-16</inkml:trace>
  <inkml:trace contextRef="#ctx0" brushRef="#br0" timeOffset="5148.28">13439 6274 838 0,'0'0'82'0,"0"0"101"0,0 0 9 16,0 0-71-16,0 0 4 15,0 0-70-15,-71-110-3 16,71 110-7-16,0 21-34 0,0 53 24 16,0 40-8-16,0 18-10 15,0-5 5-15,21-16-16 16,0-16-5-16,1-21-1 16,-15-17 6-16,9-21-14 15,-11-18 8-15,0-12-10 16,-1-4 5-16,-4-2-10 0,0 0 14 15,0-23 1 1,0-37 0-16,0-26-10 0,-4-16 10 16,-13 4 0-16,1 2-1 15,-3 16 6-15,9 23-5 16,6 22 6 0,-1 20-5-16,5 9 22 0,0 6-22 15,0 0 0-15,0 0 0 0,0 53 0 16,0 22-1-1,0 12 0-15,16-3-3 0,-4-16 1 16,9-11-27-16,-4-9-22 16,-8-4-33-16,-4-14-104 15,-5-6-27-15,0-10-82 16,0-14-55-16</inkml:trace>
  <inkml:trace contextRef="#ctx0" brushRef="#br0" timeOffset="5402.31">12991 6236 795 0,'0'0'125'0,"0"0"60"0,0 0 9 0,0 0-106 16,0 0-52-16,0 0 19 15,137-120-18-15,-22 94-8 16,1 4-22-16,-1 7 0 15,-9 7-5-15,-12 2-2 16,-18 6-10-16,-27 0-23 0,-13 0-55 16,-15 0-8-1,-21 0-86-15,0 17-104 0,-14 20-38 16</inkml:trace>
  <inkml:trace contextRef="#ctx0" brushRef="#br0" timeOffset="7915.13">14186 5507 903 0,'0'0'143'0,"0"0"-5"0,0 0 0 16,0 0-86-16,0 0-40 0,0 0 22 16,87-12-3-16,-7 12 13 15,-4 0 4 1,-10-2-29-16,-19 2 2 16,-21-3-11-16,-17 3-5 0,-9 0 7 15,0 0-8-15,0 0 3 16,0 0 20-16,-18 0-23 15,-46 0 2-15,-26 0-6 16,-13 0 1-16,-1 9-4 0,5 5 3 16,23-4 0-1,25-4 3 1,32 0 3-16,14-6-6 16,5 0 0-16,0 0 3 0,19 0-8 0,44 3 10 31,15-3-4-31,19 0 19 15,0 0-18-15,-8 0 9 16,-25 0-11-16,-12-6 5 16,-19 3-5-16,-21-1 0 15,-5 4 0-15,-7 0-8 0,0 0-19 16,0 0-26-16,9 0-54 16,12 0-86-16,8 0-97 15,8 0-44-15,1 4-361 16</inkml:trace>
  <inkml:trace contextRef="#ctx0" brushRef="#br0" timeOffset="8398.25">14540 6505 715 0,'0'0'155'0,"0"0"16"0,0 0-9 0,0 0-103 16,0 0-21-16,0 0 42 15,205 0-1-15,-68-4-8 16,11-5-18-1,-6-1-21-15,-6 2-5 0,-20-1-27 16,-34 4-8-16,-18 1-4 16,-26 4-64-16,-17 0-59 15,-9-2-108-15,-12-7-99 16,0-10-87-16</inkml:trace>
  <inkml:trace contextRef="#ctx0" brushRef="#br0" timeOffset="8607.46">15150 6188 689 0,'0'0'185'0,"0"0"-47"0,0 0 85 15,0 0-90-15,0 0-85 16,0 0 19-16,85 26 45 16,50 14-70-16,1-5 6 15,-1 1-29-15,-29-2-7 0,-19-8-12 0,-23 0-7 16,-10-1-3-1,-21-11-43-15,-7-2-65 16,-10-3-74-16,-16-3-124 0,0-1-107 31</inkml:trace>
  <inkml:trace contextRef="#ctx0" brushRef="#br0" timeOffset="8830.24">14827 6886 664 0,'0'0'189'16,"0"0"-58"-16,0 0 20 15,0 0-55-15,0 0 36 16,340 42-95-16,-137-64 3 16,18-13 23-16,-23 2-27 0,-30 3-12 15,-39 7-16 1,-44 10-8-16,-47 9-5 0,-31 4-66 15,-7 0-66-15,-59 17-73 16,-42 12-261-16</inkml:trace>
  <inkml:trace contextRef="#ctx0" brushRef="#br0" timeOffset="9048.52">14907 6974 931 0,'0'0'171'15,"0"0"34"-15,0 0-4 0,0 0-114 16,0 0-27-16,17 163 27 16,68-74-52-1,0-3-6-15,-7 0-29 0,-12-1-4 16,4-5-9-16,-1-5-66 16,-10-10-107-16,-8-18-204 15,-6-16-274-15</inkml:trace>
  <inkml:trace contextRef="#ctx0" brushRef="#br0" timeOffset="9451.95">16791 6161 959 0,'0'0'80'16,"0"0"109"-16,0 0-22 16,0 0-60-1,0 0-55-15,0 0-9 16,-40 30-31-16,40 50 45 16,0 28-9-16,0 5-42 15,0-5 26-15,-7-16-29 0,-12-16-3 16,0-18 6-16,8-19-2 15,-4-13-4-15,11-14 0 16,1-5 0-16,3-5-9 16,0-2 6-16,0 0-6 15,0 0 5-15,7 0-5 0,50 7 9 16,14-7 0-16,16 2 4 0,10-2-4 16,4 0 0-1,0 0-6 1,-9 0-3-16,-9 0-48 15,-24-9-27-15,-12 3-99 16,-24-9-99-16,-23 1-118 16</inkml:trace>
  <inkml:trace contextRef="#ctx0" brushRef="#br0" timeOffset="9831.66">17319 5833 744 0,'0'0'107'0,"0"0"33"0,0 0 91 16,0 0-94-16,0 0-39 15,0 0-34 1,-181-49-18-16,218 49-13 0,44 0 13 15,32 4 16-15,24-4-15 16,18 0-24-16,10 0-8 16,-5 0-2-16,-16 0-12 15,-33-9-2-15,-26 0-16 16,-36 3-40-16,-34 0-12 16,-15 0-82-16,0-2-12 15,-26-11-126-15,-33 1-65 16,-10-5 29-16</inkml:trace>
  <inkml:trace contextRef="#ctx0" brushRef="#br0" timeOffset="9978.24">17729 5478 469 0,'0'0'173'15,"0"0"73"-15,0 0-5 16,0 0-68-16,0 0-66 16,0 0-7-16,-56 47-16 0,79 50 17 15,10 25-60-15,-4 5-32 16,16-2-9-16,-22-2-8 15,-2 0-86-15,-21 2-140 32,0-6-155-32,-66-9-334 0</inkml:trace>
  <inkml:trace contextRef="#ctx0" brushRef="#br0" timeOffset="13298.77">15101 8599 5 0,'0'0'764'0,"0"0"-645"0,0 0-38 16,0 0-35-16,0 0 3 16,0 0 35-16,0 0 21 15,-219-66-18-15,136 66-22 16,-42 0 8-16,-23 12-42 15,-29 23 8-15,-33 10 18 0,-35 9-14 16,-24 1-6-16,-28 9 1 16,0 4-35-16,19 10 5 15,14 3-1-15,37 5-3 16,15 6 16-16,38 4-19 16,25 8 0-16,29 7 11 15,35 9-5-15,26 13-1 16,26 7-6-16,28 9 4 0,5-2-2 15,5-1-2-15,59-8 0 16,11-7-3-16,27-16 5 16,18-6-2-1,28-17 0-15,29-15 3 16,35-3-12-16,10 11 9 16,25-7 0-16,32-19-10 15,18-23-3-15,30-36 4 16,3 0 6-16,-11-49-5 0,-8-16-4 15,-21-16 12-15,-24-4 0 16,-20-11-10-16,-39-12 9 16,-33-8 1-16,-32 0-1 15,-24-1 4-15,-17 0-7 0,-18 2 4 16,-24-5 0-16,-8-14-2 16,-13-12 9-16,-19-3-7 15,-14-12 7-15,-5-4-5 16,-21 1 19-16,-55 7-21 15,-28 15 1-15,-16 25 12 0,-17 20-3 16,-16 19-10 0,-21 18 0-16,-13 17 5 0,-6 6-17 15,0 11 12-15,25 11-30 32,41 9-28-32,40 6-97 0,28 0-93 15,21 0-286-15</inkml:trace>
  <inkml:trace contextRef="#ctx0" brushRef="#br0" timeOffset="13851.13">18790 6510 1115 0,'0'0'145'0,"0"0"-36"0,0 0-1 16,0 175-37-16,0-43-31 15,0 11 14-15,-21 6-39 16,-24 13 7 0,-21 5 0-16,-23 3-18 15,-34-3 13-15,-25-1-17 16,-24-5 0-16,-17-8-2 0,-4-15-13 15,13-23-57-15,39-16-51 16,37-24-54-16,34-23-85 0,15-21-113 16,25-25-289-1</inkml:trace>
  <inkml:trace contextRef="#ctx0" brushRef="#br0" timeOffset="14090.4">17126 8199 834 0,'0'0'253'15,"0"0"-49"-15,0 0-70 0,0 0-27 16,0 0-77-16,0 0-15 16,-47 86-6-16,47-9-5 31,9-6-4-31,17-16 0 0,19-16 5 0,19-10-12 16,13-18 7-1,44-11-24-15,30 0-22 16,28-53-40-16,19-28-16 15,2-19-140-15,-16-12-250 16</inkml:trace>
  <inkml:trace contextRef="#ctx0" brushRef="#br0" timeOffset="18091.71">3551 8168 474 0,'0'0'67'0,"0"0"57"0,0 0-25 0,0 0-28 15,0 0-10 1,0 0 13-16,0 0-23 0,-306 79 35 16,240-50 6-16,-17 7-20 15,-21 5-25-15,-30 11 9 16,-24 7-8-16,-21 10 10 15,-21 20-31-15,-34 19-4 16,-23 16 8 0,-7 7-28-16,-12 13 6 15,12-8 1-15,12-1-7 16,30-12 5-16,50-19-8 16,33-14 1-16,38-16 1 0,40-19-1 0,25-20-1 15,36-15 0 1,0-11-24-16,40-9-40 15,38 0-48-15,2-5-73 16,7-25-41-16,-6-4-73 0,-20 0-138 0</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6:38:19.970"/>
    </inkml:context>
    <inkml:brush xml:id="br0">
      <inkml:brushProperty name="width" value="0.05292" units="cm"/>
      <inkml:brushProperty name="height" value="0.05292" units="cm"/>
      <inkml:brushProperty name="color" value="#C00000"/>
    </inkml:brush>
  </inkml:definitions>
  <inkml:trace contextRef="#ctx0" brushRef="#br0">10942 11880 479 0,'0'0'40'0,"-99"-234"47"0,61 112 53 15,1 3 8-15,-1 8 20 0,12 22 3 16,0 21-32-16,2 22 10 15,20 25-33-15,-3 14-21 16,7 7-61-16,0 0-9 0,0 76 3 16,7 47-27-1,28 29 40-15,3 13-31 0,-10-23-10 16,8-2 14 0,-3-11-14-16,-5-7-6 0,-5-20 3 15,3-22-42-15,5-21 18 16,-10-14-18-16,-2-20-39 15,0-14-35-15,-17-11-46 16,-2 0-5-16,0-36 5 16,0-36 27-16,0-26 7 15,-28-12 93 1,-10-7 38-16,-2-8 38 16,5 1 12-16,7 0 15 0,9 5 4 0,19 10-6 15,0 12 7 1,19 17 11-16,37 20-21 0,17 19 11 31,-2 26-28-31,-7 15-3 16,-1 26-6-16,-6 46-28 15,-22 24 18-15,-21 11-21 16,-14 1 1-16,-23-4-8 16,-60-12-17-16,1-11-67 0,6-9-31 15,10-23-127-15,19-11-118 16</inkml:trace>
  <inkml:trace contextRef="#ctx0" brushRef="#br0" timeOffset="764.03">11350 10522 874 0,'0'0'86'0,"0"0"102"0,0 0-8 0,0 0-70 15,0 0-74-15,0 0 2 16,113-32 61-16,31 7-47 15,-5 2-9-15,-7 5-19 16,-16 3-18-16,-20-1 11 16,-20 10-17-16,-10-3 0 15,-12 7 0 1,-23 2-14-16,-8 0-26 0,-9 0-53 16,-11 0-53-16,-3 0 17 15,0 0-48-15,0 2-44 0,-36 11-3 31,-20 2-149-31</inkml:trace>
  <inkml:trace contextRef="#ctx0" brushRef="#br0" timeOffset="1018.44">11767 10101 610 0,'0'0'83'0,"0"0"41"15,0 0 41-15,0 0-31 16,0 0-25-16,0 0-41 16,-56-62-28-16,56 64-12 15,0 49 2-15,0 30 16 16,0 15 18-16,16 7-24 16,10-3-30-16,-5-11 9 15,-4-3-19-15,4-11-10 16,-4-7-16-16,-13-2-119 15,-4-6-150-15,0-6-154 16</inkml:trace>
  <inkml:trace contextRef="#ctx0" brushRef="#br0" timeOffset="1559.14">11157 13027 704 0,'0'0'120'0,"0"0"59"0,0 0 7 0,-66-178-57 16,66 159-52-16,-5 11-15 0,5 8 38 15,0 0-47 1,0 0-14 0,0 59-3-16,0 22-23 15,0 24 29-15,9-4-17 0,8 1-25 0,-8-5 22 16,-2-8-22-16,-7-6 0 16,0-24 4-16,0-12-2 15,0-11-2-15,0-15 0 16,0-6-35-16,0-10-1 15,0-2-68-15,0 0-96 16,5-3-41-16,4 0-116 0,3 6-71 16</inkml:trace>
  <inkml:trace contextRef="#ctx0" brushRef="#br0" timeOffset="1924.25">11204 14651 749 0,'0'0'123'0,"0"0"13"15,0 0-4-15,0 0-50 16,0 0-3-16,0 0-23 16,-50-66 47-16,50 87-10 0,0 39-54 15,0 21 23-15,0 10-28 16,0 12-19-16,0-8 1 16,0-10-12-16,0-4-4 15,0-16 0-15,0-14-6 16,0-11 3-16,0-14-41 15,0-15-63-15,0-4-45 16,0-7-105-16,0-7-71 16,0-24-154-16</inkml:trace>
  <inkml:trace contextRef="#ctx0" brushRef="#br0" timeOffset="2179.92">10553 14648 583 0,'0'0'328'0,"0"0"-185"16,0 0 42-16,0 0-54 15,0 0-80-15,0 0-46 0,-12-19 44 16,147 19 6-16,16 0 2 16,9 0-6-16,-12 0-27 15,-16 0 15-15,-23 0-39 16,-29 0 0-16,-19 6-9 15,-14 3-32-15,-11-5-62 16,-13 2-81-16,-13-3-167 16,-10 0-220-16</inkml:trace>
  <inkml:trace contextRef="#ctx0" brushRef="#br0" timeOffset="6019.08">11440 14167 87 0,'0'0'838'0,"0"0"-657"0,0 0-14 0,0 0-56 15,0 0-19-15,0 0-43 16,0 0 2-16,0-44 6 15,77 41-8-15,13 3-4 16,0 0-30-16,-1 0-12 16,-4 0 20-16,-7 0-20 15,-17-9-3-15,-7 3 0 16,-21-3 11-16,-14 6-20 0,-7 3 9 16,-5 0-25-16,-7 0-9 15,0 0-82-15,5 0-87 16,9 10-120-16,5 18-107 15</inkml:trace>
  <inkml:trace contextRef="#ctx0" brushRef="#br0" timeOffset="6368.25">12463 14973 921 0,'0'0'157'0,"0"0"42"16,0 0-61-16,0 0-43 15,0 0-51-15,0 0 23 16,148 6 27-16,5 2-40 15,3 5-24-15,0 2 28 16,-15 2-37-16,-23-2-1 16,-17-2-18-16,-28-4 8 15,-21-3-17-15,-9-4 7 16,-22 2-54-16,3-4-4 16,1 0-130-16,4 0-244 0,18 0-405 15</inkml:trace>
  <inkml:trace contextRef="#ctx0" brushRef="#br0" timeOffset="6910.64">14493 14442 883 0,'0'0'195'16,"0"0"-15"-16,0 0-27 0,0 0-47 16,0 0-66-16,0 0 32 31,-48-16-16-31,46 16-34 15,-12 43 23-15,9 26-42 16,-2 16 18-16,7 6 1 16,0-5-20-16,0 4 15 15,17-5-17-15,37-4 3 16,10-10 3-16,11-11-6 16,0 0 0-16,-11-2 0 0,2-5 8 15,-7-18-15-15,9-16 7 16,3-19 0-16,-7-4-1 15,-12-28 4-15,-10-11-3 16,-14-4 18-16,-14-10-14 16,-14-11 16-16,0-16-14 15,0-18-2-15,-21-4 8 16,-24-2-11-16,1 7-1 16,4 13 0-16,4 14 4 0,8 18-11 15,2 11 2-15,7 14-36 16,0 17 9-16,5 14-68 15,0 0-109-15,-7 6-163 16,-12 33-315-16</inkml:trace>
  <inkml:trace contextRef="#ctx0" brushRef="#br0" timeOffset="9858.65">15381 14131 218 0,'0'0'798'0,"0"0"-592"0,0 0-22 15,0 0-51-15,0 0-64 16,0 0-36-16,130 4 1 16,0-13 27-1,-8 6-42-15,-23 3-3 16,-16 0-12-16,-17 0 4 0,-17 0-2 15,-18 0-6-15,-10 0 0 16,-9 0 0-16,-10 0 3 16,-2 0-3-16,0 0 0 0,0 0 10 15,-35-6-19 1,-33-3 9-16,-15 0 0 0,-14 3-8 16,1 6 8-16,4 0 0 15,9 0 0-15,17 0 6 16,26 0-11-16,21 0 5 15,12 0 0-15,7 0-9 16,0 0 9-16,22 0-13 31,41 0 10-31,29 0-24 0,7 0-19 16,12 6-62-16,7 3-108 16,-10 6-219-16</inkml:trace>
  <inkml:trace contextRef="#ctx0" brushRef="#br0" timeOffset="10289.35">16287 14678 824 0,'0'0'163'0,"0"0"21"0,0 0-20 16,0 0-84-16,0 0-45 0,0 0 51 15,-43 74-4 1,138-57-28-16,20-8-16 0,19-9-2 16,10 0 18-16,2 0-33 15,-2-9-8-15,-24-11 4 16,-9-4-14-16,-16 0-6 16,-15-5-8-16,-14-2-44 15,-14-1-2 1,-15-1-86-16,-20 6-127 0,-17 1-123 15,0 5-177-15</inkml:trace>
  <inkml:trace contextRef="#ctx0" brushRef="#br0" timeOffset="10526.34">17027 14421 791 0,'0'0'183'0,"0"0"32"16,0 0-35-1,0 0-103-15,0 0 32 0,0 0-26 0,330 90-38 32,-207-57 24-32,-13-7-48 0,-8-5-14 15,-13-3 7-15,-23 2-14 0,-28-5-6 16,-17 1-24-16,-16-1-85 16,-5 2-83-16,-9 5-135 15,-46 1-143-15</inkml:trace>
  <inkml:trace contextRef="#ctx0" brushRef="#br0" timeOffset="10776.1">16485 15331 868 0,'0'0'153'0,"0"0"1"0,0 0-50 16,292 2 71-16,-94-25-88 16,12-11-44-16,-5 5 18 15,-19 0-36-15,-23 7-1 16,-48 4-20-16,-32 10 6 16,-43 5-20-16,-31 3 6 15,-1 0-57-15,-8 0-34 16,-12 0-99-16,-45 0-166 15,-21 0-255-15</inkml:trace>
  <inkml:trace contextRef="#ctx0" brushRef="#br0" timeOffset="11042.99">16640 15361 927 0,'0'0'204'0,"0"0"-50"16,0 0-6-16,0 0-14 15,0 0-48-15,264 98-18 0,-172-59-29 16,-9-7 12 0,-24 2-33-16,-7 1-16 0,-12-6 15 15,-5 2-16-15,12-2-2 16,-11-13-8-16,-1-4-41 15,3-9-16-15,-5-3-176 16,-7 0-253-16</inkml:trace>
  <inkml:trace contextRef="#ctx0" brushRef="#br0" timeOffset="11592.72">18736 14421 997 0,'0'0'94'15,"0"0"43"-15,0 0 28 16,0 0-75-16,0 0-45 16,0 0-9-16,-33 62 9 15,66 16 29-15,0 15-37 0,-2-4-23 16,2-11 32-16,0-3-37 31,5-13 0-31,-13-5 6 0,1-2-10 0,-4-10 4 16,-15-14-9-1,9-10 3-15,-11-10 4 16,0-8-7-16,-1-3 0 0,-4 0-1 31,14 0 12-31,10-20-9 16,0-31 11-16,11-23-10 0,3-19 20 16,-1-12-19-16,-4-8-4 15,0-9 0-15,0 8 12 16,-2 16-14-16,-7 12 2 15,-3 35 0-15,-16 23-9 16,-1 13 9-16,-4 15-12 16,0 0-2-16,0 0-34 15,0 0 8-15,-33 0-98 16,-47 28-171-16,-9 10-160 16</inkml:trace>
  <inkml:trace contextRef="#ctx0" brushRef="#br0" timeOffset="13715.49">19601 13747 903 0,'0'0'233'0,"0"0"-54"0,0 0-38 0,0 0-43 0,0 0-41 15,368 42 13-15,-208-46-42 16,-9-28-7-16,-16 1-1 15,-22 2-12-15,-26 4-8 16,-30 5 0 0,-27 6-30-16,-25 5-24 0,-5 0-104 15,-16 6-120-15,-39 3-218 16</inkml:trace>
  <inkml:trace contextRef="#ctx0" brushRef="#br0" timeOffset="13938.01">20141 13410 963 0,'0'0'243'15,"0"0"-33"-15,0 0-38 32,0 0-77-32,0 0-45 15,0 0-3-15,73 241 8 16,-49-121-39-16,-10-6-13 0,-14-5-3 15,0-7 0-15,0-12-40 16,-26-7-27-16,-33 3-85 16,-16-5-122-16,-27 0-213 15</inkml:trace>
  <inkml:trace contextRef="#ctx0" brushRef="#br0" timeOffset="17472.98">12585 9723 846 0,'0'0'99'0,"0"0"0"15,0-203 35-15,-30 138-11 0,-22 8-51 16,-19 2-16-16,-28 11 13 16,-40 8-38-16,-38 18 27 15,-49 16-12-15,-29 2-20 16,-42 20 13-16,-14 22-19 15,-29 18-6-15,-20 9 21 16,-10 17-35-16,-12 21 31 16,26 24-14-16,37 31-12 0,41 25 29 15,71 33-27-15,72 20 9 16,65 13 0-16,56 1-8 16,14-6-5-16,87-16-3 15,54-12 5-15,45-2-4 16,24-24-1-16,43-33-67 15,18-44 57-15,40-57 10 16,45-36-2-16,26-24-2 16,21-15-30-16,-5-51 21 15,3-26-11-15,0-28 9 16,-17-20 8-16,-23-17 3 0,-45-27 4 16,-64-18 0-1,-73-22 4-15,-73-20 13 16,-68-13-17-16,-38-11 1 0,-64-16 5 15,-84 2-5-15,-60 15-1 16,-56 47 0-16,-52 62-16 16,-28 72 7-16,-12 62-94 15,5 24-80-15,23 59 32 16,31 33-114-16,33 19-59 16</inkml:trace>
  <inkml:trace contextRef="#ctx0" brushRef="#br0" timeOffset="18636.27">20118 13193 726 0,'0'0'122'0,"0"0"-3"0,0 0 17 0,0 0-30 16,-286-129-14-16,216 120-33 16,-8 9-35-16,-19 0 19 15,-11 9-21-15,-31 31 0 16,-15 15-1-16,-4 19-4 0,-4 22 6 15,20 29-14 1,32 30-1-16,27 25 23 16,45 11-20-16,38-4 3 0,0-8-14 15,69-8 8-15,23-13-13 16,11-9 5-16,1-15-13 16,12-17 6-16,-3-14-26 15,0-16 24 1,2-13 8-16,-8-18 0 0,1-12-4 15,-7-18 5-15,8-12 0 16,-1-14-5-16,5 0 3 16,10-29 2-16,-3-26 0 0,3-9-11 15,4-14 9-15,-9-8-14 16,-10-6 16-16,-9-4 0 16,-9-8 0-16,-14-13 0 15,-18-9 16-15,-17-11-11 16,-20-12 32-16,-17-8-20 15,-4-7-1-15,-7-7 17 0,-52 10-19 16,-23 9 15-16,-15 15-7 16,-18 12-21-16,-15 11 10 15,-21 19-11-15,-4 17-8 16,-10 33 4 0,11 28-44-16,11 17-26 0,18 14-85 15,16 40-191-15,12 15-210 16</inkml:trace>
  <inkml:trace contextRef="#ctx0" brushRef="#br0" timeOffset="19497.83">19293 15948 423 0,'0'0'250'0,"0"0"-101"0,0 0-26 15,0 0-7 1,0 0-44-16,0 0 24 0,11-32-29 16,-11 26-14-16,-40 6 21 15,-28 0-31-15,-22 0 0 16,-23 12-1-16,-21 23-15 16,-27 7 9-1,-18 3-16-15,-42 5-2 0,-20 1 16 16,-13 0-33-16,-13-1 15 15,17-5-4-15,31-12-8 0,19-8 12 16,32-14-4-16,13-11-12 16,20 0 11-16,13-15-7 15,8-30-4-15,15-5 0 16,-7-14 3-16,22 5-13 16,10 6 10-1,4 8 0-15,23 15-2 16,16 9 7-16,14 15-5 0,6 4 0 15,11 2 3-15,-5 0-4 16,0 0 1-16,5 0 0 0,0 0 0 16,0 0 3-1,0 0-3-15,0 0 0 16,0 0-15-16,0 0 3 16,0 0-51-1,0 0-78-15,0 0-85 0,0 0-190 0,0 0-301 16</inkml:trace>
  <inkml:trace contextRef="#ctx0" brushRef="#br0" timeOffset="19848.43">15843 15754 801 0,'0'0'92'0,"0"0"52"0,0 0-42 0,0 0-85 0,0 0 4 15,-181 188-2-15,141-127-13 16,-10 1 32-16,-2-5-17 16,-11-8 0-16,9-3 31 15,2-13-17-15,9-6 8 16,20-19 3-16,6 1-9 0,17-9 11 15,0 11-17-15,0 14-21 16,64 7 9-16,21 17-9 16,23-9-5-16,-9-2-5 15,3-12-4 1,-6-5-20-16,-13-3-95 0,-20 0-106 16,-15-1-223-16</inkml:trace>
  <inkml:trace contextRef="#ctx0" brushRef="#br0" timeOffset="24001.71">10897 9827 842 0,'0'0'38'0,"0"0"49"0,0 0 14 0,0 0-73 16,0 0-26-16,0 0 11 15,0 0-12-15,-66 27 0 16,66-27 15-16,0 0-14 31,0 0-2-31,0 0 1 0,0 0 9 16,0 0-9-16,0 0-1 0,0 0 0 15,0 0 7-15,0 3-3 16,0 6-4-16,0 0 0 16,5 0 6-16,-5-4-6 15,7 1 0-15,-2 0 1 0,-5 0 1 16,0-3-1-16,0 1-1 16,0-4 0-16,0 0 2 15,0 0-3-15,0 2 1 31,0-2 0-31,0 0-3 16,0 0 3-16,0 0 0 0,0 0-1 16,0 0 1-16,0 4 0 15,5-4 0-15,-1 0-17 16,3 0 15-16,0 0-10 16,-2 0 10-16,9 0 0 15,-2 0 3-15,9 0-1 16,5-6 0-16,-7-7 2 15,7 1 17-15,-5-5-17 16,10-5 6-16,9-7 11 0,16-16-19 16,20-8 13-1,11-13-12-15,7-8 2 0,10-7-4 16,5-3 1-16,-10-6-27 16,-5 5-26-16,-23 10-51 15,-22 12-67-15,-28 27-102 16</inkml:trace>
  <inkml:trace contextRef="#ctx0" brushRef="#br0" timeOffset="25451.75">3457 9704 787 0,'0'0'83'0,"0"0"50"0,0 0 1 0,0 0-41 16,-264 142-7-16,113-74 19 0,-33 15-53 15,-38 18 22 1,-30 13-10-16,-17 14-15 0,-21 16 5 15,-23 11-31-15,-1-4 5 16,13-2 3-16,41-8-28 31,48-13 3-31,45-5-4 0,42-22 8 16,40-14-9-16,42-23-1 0,36-15-4 0,7-16 2 16,7-15-28-16,50-15 2 31,21-3-15-31,7-18-29 15,11-36 1-15,1-11-65 0,11-10 1 0,3-5-27 16,0 2-23 0,23-1 23-16,1-1 6 0,4 3-104 31</inkml:trace>
  <inkml:trace contextRef="#ctx0" brushRef="#br0" timeOffset="25897.28">3681 9475 473 0,'0'0'254'0,"0"0"-74"0,0 0-77 0,0 0-7 16,0 0-25-16,0 0-9 15,-189 140 18-15,121-83-21 16,-22 12 15-16,-25 11 1 16,-34 15-15-16,-28 15-8 15,-35 17-8-15,-26 9-16 0,-21 11 6 16,-5 5-17-16,0 3-13 15,-5-6 25-15,17-5-27 16,32-13 4-16,32-10-6 16,46-9 1-16,36-12 0 15,24-13-1-15,28-15-12 16,21-12 11-16,14-16-32 16,19-12-11-16,0-7-23 15,21-2-79-15,28-11 18 16,20 1-55-16,-6-5-51 0,3-8-13 15,-7 6-74 1</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6:41:10.463"/>
    </inkml:context>
    <inkml:brush xml:id="br0">
      <inkml:brushProperty name="width" value="0.05292" units="cm"/>
      <inkml:brushProperty name="height" value="0.05292" units="cm"/>
      <inkml:brushProperty name="color" value="#C00000"/>
    </inkml:brush>
  </inkml:definitions>
  <inkml:trace contextRef="#ctx0" brushRef="#br0">2115 7103 434 0,'0'0'134'0,"0"0"-45"0,0 0 105 15,0 0-84-15,0 0-16 16,0 0-12-16,0 0-53 15,-207-20 17-15,207 17 9 16,0 3-42-16,35-3 23 16,46-6-6-16,41-3 8 0,41-9 5 15,47 0-33-15,37 0 7 16,22 6 4-16,-5 9-20 16,-12 6 17-16,-40 0-18 15,-30 0 0-15,-26 8-6 16,-41 5 6-16,-30-3-1 15,-26-1 1-15,-21-7 0 16,-22 4-5-16,-11-6 5 16,0 0 0-16,-5 0 7 15,4 0 0-15,3 0-6 16,0 0-1-16,-2 0 6 0,5 0-16 16,-6 0 1-16,3 0-17 15,5 0 25-15,2 0-15 16,3 0 11-16,4 0 3 15,0 0 1-15,12 0-5 16,12 0 6-16,2 0 0 16,0 0 14-16,-9 0-9 15,-5 0 3-15,-7 6-4 0,-7-6 0 16,7 3 15-16,-12-3-15 16,0 0 3-1,5 0 31-15,-12 0-24 16,2 0 10-16,8 0-4 0,-1 0-18 15,6 0 17-15,11 0-19 16,9 0 0-16,12 0 8 16,-4 0-8-16,-3 0 0 15,-5 0 0-15,-4 0 6 0,-3 0-8 16,1 0 2-16,-10-3 0 16,2 3 0-16,-14 0 3 15,-2 0-3-15,-5 0 0 16,-2 0 5-16,-1 0-6 15,-4 0 1-15,0 0 0 16,0 0 3-16,0-3 2 16,0 3-5-16,0 0 0 15,0-3-10-15,0 3 10 16,0 0-53-16,0 0-82 0,-11 0-28 16,-32 0-212-1,1-2-179 1</inkml:trace>
  <inkml:trace contextRef="#ctx0" brushRef="#br0" timeOffset="2263.75">10322 10399 1003 0,'0'0'175'0,"0"0"19"0,0 0 11 15,0 0-123-15,0 0-28 16,0 0-37-16,0 0-1 16,-33 165 22-16,33-58-29 15,0-14 5-15,0-10-14 0,5-14 1 16,4-12-6 0,-9-7-20-16,0-8-25 0,0-3-52 15,0-6-224 1,-30-16-240-16</inkml:trace>
  <inkml:trace contextRef="#ctx0" brushRef="#br0" timeOffset="2470.71">9697 10624 1025 0,'0'0'105'0,"0"0"75"15,78-188 11-15,42 117-111 16,19 10-64-16,-18 19 2 15,-6 16-18-15,-32 17-6 16,-22 9-12-16,-16 23-74 16,-33 37-18-16,-12 21-1 15,0 15-93-15,-38 5-28 16,-33 1-86-16</inkml:trace>
  <inkml:trace contextRef="#ctx0" brushRef="#br0" timeOffset="2633.98">9858 11310 636 0,'0'0'208'16,"0"0"-33"-16,0 0-7 16,0 0-44-16,0 0-19 15,339-3-12-15,-200-30-37 16,-9 1-46-16,-15 1-10 0,-18 4-78 16,-7-3-85-16,-31-2-180 15,-17-10-346-15</inkml:trace>
  <inkml:trace contextRef="#ctx0" brushRef="#br0" timeOffset="2900.69">10654 9803 991 0,'0'0'127'16,"0"0"72"-16,0 0-19 16,0 0-133-16,0 0-34 15,0 0 47-15,248-14-21 16,-92 1-14-16,-22 1 7 16,-11 3-30-16,-31 3-4 15,-29 1-24-15,-18 5-56 0,-19 0-131 16,-26 23-174-16,0 22-549 15</inkml:trace>
  <inkml:trace contextRef="#ctx0" brushRef="#br0" timeOffset="3187">11661 10752 1195 0,'0'0'78'0,"0"0"89"15,0 0 4-15,0 0-116 16,0 0-25-16,0 0 28 16,349-24-25-16,-219 12-14 0,-19 3 5 15,-17 6-24 1,-21 3-10-16,-7 0-3 0,0 0-54 15,9 0-56-15,1-3-151 16,-3-6-191-16</inkml:trace>
  <inkml:trace contextRef="#ctx0" brushRef="#br0" timeOffset="3695.58">13245 10436 1139 0,'0'0'133'16,"0"0"47"-16,0 0-1 0,0 0-116 15,0 0-47-15,0 0 32 16,274-77-27-16,-140 67-12 16,-16 7 13-16,-19 1-22 15,-30 2-3-15,-32 0 1 16,-16 0-27-16,-21 0 1 15,5 0-4-15,-5 0-21 0,0 0 2 16,0 0-17-16,0 0 23 16,0 0 20-16,0 0 9 15,-5-4 16-15,-20-2 4 16,1 4 7-16,3-3 36 16,11 5 2-16,6 0-5 15,4 0 9-15,-7 17-32 31,2 30 10-31,0 18 8 0,5 17-19 16,0-6 16-16,-2 2-20 16,2 0 2-16,-5-12 8 15,-4 0-17-15,9-17 9 16,-5-7-1-16,0-5-14 16,-2-17 10-16,-5 0-12 15,-4-8 2-15,-10-3 1 16,2-3-3-16,-11-6-2 15,-15 0-2-15,-18 0-33 0,-3-15 1 16,-4-11-27-16,2-7-29 16,0 1-102-16,2 2-246 15,-7 8-374-15</inkml:trace>
  <inkml:trace contextRef="#ctx0" brushRef="#br0" timeOffset="6586.81">13677 9932 822 0,'0'0'139'0,"0"0"85"15,0 0-52-15,0 0-50 0,0 0-31 16,0 0-44-16,-163 0 8 16,163 0-26-16,19 9-17 15,40-1 22-15,26-1-12 16,30-7-1-16,15 0 0 0,9 0-18 16,-19 0 19-1,-6-9-22-15,-34-1 6 0,-26 5-15 16,-12 2 4-1,-25 0-22-15,-12 3-4 0,-3 0-37 16,-2 0-15-16,0 0-92 16,0 0-36-16,0 0-60 15,0 0-73-15,-2 0-274 16</inkml:trace>
  <inkml:trace contextRef="#ctx0" brushRef="#br0" timeOffset="8053.78">14495 10839 897 0,'0'0'122'0,"0"0"75"0,0 0-50 0,0 0-74 0,0 0-27 0,0 0 33 16,193 0-9-16,-58 0-31 31,-6 0 2-31,15 0 7 16,-10 0-40-16,-13 0 15 15,-20 0-23-15,-16 0 6 0,-5-9-13 16,-28-3-27-16,-5-4-43 15,-12 2-67-15,-20-7-127 16,-15-7-142-16,0-7-202 16</inkml:trace>
  <inkml:trace contextRef="#ctx0" brushRef="#br0" timeOffset="8272.54">15289 10427 828 0,'0'0'133'0,"0"0"36"0,0 0 58 15,0 0-123-15,0 0-4 16,88 152-28-16,34-119-22 16,3-6 6-16,-2-7-35 15,-15-1-12-15,-23-5-4 16,-19-5-5-16,-23 3-10 16,-18-6-31-16,-22 3-55 15,-3-1-69-15,0 8-59 16,-28 2-89-16,-27 2-142 15</inkml:trace>
  <inkml:trace contextRef="#ctx0" brushRef="#br0" timeOffset="8499.06">14731 11291 610 0,'0'0'223'15,"0"0"-84"-15,0 0 83 16,-76 168-73-16,173-156-47 0,37-12 1 15,29 0-36-15,23-21-15 16,3-18 10-16,-17 1-40 16,-28 2 3-16,-36 9-13 15,-37 14-12-15,-31 10-6 16,-19 3-32-16,-16 0-64 16,-5 9-193-16,-5 13-106 15</inkml:trace>
  <inkml:trace contextRef="#ctx0" brushRef="#br0" timeOffset="8721.29">15009 11462 933 0,'0'0'158'0,"0"0"54"16,0 0 8-16,0 0-114 15,-38 166-20-15,116-111-40 16,12-9-11-16,1-1-35 15,-1-5 4-15,-12-8-11 16,-10-2-19-16,-6-5-53 16,1-12-104-16,1 0-164 0,7-13-190 15</inkml:trace>
  <inkml:trace contextRef="#ctx0" brushRef="#br0" timeOffset="9007.46">16796 10447 1072 0,'0'0'67'16,"0"0"87"-1,0 0 43-15,0 0-123 16,0 0-36-16,0 0 13 15,19 66 9-15,11 17-4 16,-20 19-26-16,-10-1-9 16,0 2 9-16,0-9-21 0,0-8 3 15,0-11-7-15,0-12-1 16,0-12-8-16,0-15-20 16,0-12-23-16,0-12-21 15,14-12-95-15,12 0-110 16,0-27-88-16,-3-33-129 15</inkml:trace>
  <inkml:trace contextRef="#ctx0" brushRef="#br0" timeOffset="9453.46">17272 10588 78 0,'0'0'631'0,"0"0"-471"16,0 0 28-16,0 0-15 15,0 0-89-15,0 0-21 16,21-110-19-16,-58 148-8 15,-25 19-35-15,-6 9 0 16,-3-1 4-16,5-8-2 16,-2-3-3-16,16-13 0 15,7-12 3-15,17-4-3 0,9-10 0 16,12-4 0-16,7 1-2 16,0-3 4-16,0 4-2 15,0-1 1-15,0-1 0 16,26-2 14-1,7 0-4-15,12 1 2 16,7-1 21-16,4 3-7 0,3-1-2 16,9 1 1-16,3 5 1 15,2 11 11-15,0 7-13 0,-4 11-1 16,1-2 12-16,-11 3-24 16,0-7 5-16,-9-11-1 15,-10-4-14-15,0-7 1 16,-2-4-3-16,-8-5-4 15,-8 2-1-15,-4-5-40 16,-13-6-23-16,-5 0-105 16,0 0-104-16,0-17-174 15,-16-33-349-15</inkml:trace>
  <inkml:trace contextRef="#ctx0" brushRef="#br0" timeOffset="10072.48">17600 10024 814 0,'0'0'110'0,"0"0"12"0,0 0 87 0,0 0-89 16,0 0-78-16,0 0 36 16,155-9 18-16,-25 9-48 15,7 0 18-15,7 0-37 16,-5 0 8-16,-21-2-17 16,-31-2-17-16,-26-2 10 0,-30 6-13 15,-19 0-8 1,-12 0 3-16,0 0-48 15,0 0-32-15,-8 0-79 16,-27-6-66-16,-5-5-76 0,-14-8-4 16,0-1-23-16</inkml:trace>
  <inkml:trace contextRef="#ctx0" brushRef="#br0" timeOffset="10247.7">18126 9803 327 0,'0'0'209'0,"0"0"-50"15,0 0 64-15,0 0-7 0,0 0-51 16,0 0-35-16,-107-65-11 15,107 65-47-15,0 29 0 16,10 27-21-16,18 19-12 16,19 2-1-16,-11 2-34 15,-1-1-1-15,-2-7-3 16,-21 1-36-16,2-9-9 16,-14-2-70-16,0-1-103 15,-14-6-80-15,-31-9-160 16</inkml:trace>
  <inkml:trace contextRef="#ctx0" brushRef="#br0" timeOffset="14655.66">15506 11734 41 0,'0'0'823'0,"0"0"-630"0,0 0-6 0,-129-155-34 15,117 136-18-15,12 16-36 16,0 0-32-16,-5 3-21 15,5 0 0-15,0 12-31 16,0 50 12-16,5 25-3 16,28 21-3-16,-14 4 3 0,0-10-24 15,-3-7 0-15,-2-1 0 16,3-20-2-16,-5-8-7 16,-5-6-19-16,2-10-25 15,5-8-1-15,-2-7-89 16,0 2-93-16,-12-4-78 15,0 2-68-15</inkml:trace>
  <inkml:trace contextRef="#ctx0" brushRef="#br0" timeOffset="15182.22">15398 13573 757 0,'0'0'192'15,"0"0"22"-15,0 0-45 0,-33-169-48 16,33 138-48-16,0 14-2 15,0 11-8-15,0 6-20 16,0 0 8-16,0 0-31 16,0 21-7-16,0 30 8 0,16 21-15 15,6 13 7 1,-8 4-4 0,0 2-7-16,-14-2 7 15,0-6-9-15,0-8 0 16,0-10 3-16,0-8-1 15,-2-6-2-15,-22-10 0 16,17-10 1-16,-5-2-1 16,7-7 0-16,5-1 0 15,0-4-9-15,24-2 9 0,37-6 0 16,22-7 0 0,23-2-2-16,23 0-7 0,13-11 7 15,-8-18-3-15,1 5 1 16,-24-3-11-16,-8 6-14 15,-27-1-20-15,-17 5-58 16,-22 2-77-16,-15 1-176 16,-22 5-252-16</inkml:trace>
  <inkml:trace contextRef="#ctx0" brushRef="#br0" timeOffset="20490.66">16145 13222 646 0,'0'0'178'0,"0"0"11"0,0 0 7 0,0 0-87 0,0 0-21 16,0 0-24-16,0 0-9 15,-68-9-1-15,68 9-33 16,26 0 11-1,23 0 11-15,20 0-17 16,4 0 13-16,0 0-28 0,-5-9-4 0,-16 0 2 16,-5 3-4-1,-21-1-5-15,-5 1 0 16,-18 4 6-16,-3 2 0 16,0 0-5-16,0-6 0 15,0-3 4-15,-33 0-1 16,-31 1-6-16,-7 8 2 0,-4 0 0 15,2 0-4-15,0 2 4 0,23 10 0 16,12-3-4-16,22-6-2 31,16-1 0-31,0 2-11 16,0-2-25-16,0 9 5 16,12-3-63-16,33 4-88 15,23-3-94-15,3 2-131 16</inkml:trace>
  <inkml:trace contextRef="#ctx0" brushRef="#br0" timeOffset="21071.48">17286 14099 784 0,'0'0'226'0,"0"0"8"0,0 0-98 0,0 0-24 15,0 0-37-15,0 0-15 16,-59 9-29-16,130-9 29 0,26 0-3 16,2 0-29-16,16 0 19 15,-6 0-11-15,-1 0-9 16,-28 0 8-16,-14 0-32 16,-16 3 2-16,-15-3-5 15,3 0 6-15,-17 0-13 16,0 0-9-1,-9 0-25-15,9 0-12 16,10 0-43-16,9 0-103 16,7-6-205-16,3-16-348 15</inkml:trace>
  <inkml:trace contextRef="#ctx0" brushRef="#br0" timeOffset="21381.28">18720 13579 1094 0,'0'0'149'16,"0"0"32"-16,0 0-9 16,0 0-70-16,0 0-37 15,0 0-32-15,-55-79 1 16,55 79 13-16,0 26-25 15,0 33 6-15,0 18 5 16,0 12-24 0,0-6 7-1,0-9-16-15,0-8-2 16,0-9-5-16,0-14-27 16,0-9-2-16,0-7-30 0,0-13-47 15,3-7-135-15,16-7-211 16,-12 0-278-16</inkml:trace>
  <inkml:trace contextRef="#ctx0" brushRef="#br0" timeOffset="21619.78">18750 13547 847 0,'0'0'346'16,"0"0"-160"-16,0 0 23 15,0 0-92-15,0 0-77 16,0 0 5-16,12 66-7 15,52-13-4-15,2-2-17 16,-14-3-9-16,-3-7-7 16,-2-7-1-16,-2-8-32 15,0-7 1-15,2-7-57 16,-5-10-83-16,-4-2-115 16,-2 0-142-16,-6-20-270 15</inkml:trace>
  <inkml:trace contextRef="#ctx0" brushRef="#br0" timeOffset="21842.75">19736 13350 932 0,'0'0'223'0,"0"0"-62"0,0 0-9 16,0 0-52-16,0 0-43 15,0 0 2-15,-276-17-37 16,210 76 3-1,12 16-6-15,4 3-18 16,8-7 4-16,21-2-5 0,9-10-26 16,12-9-25-16,0-10-89 15,4-15-102-15,25-12-193 16,8-13-379-16</inkml:trace>
  <inkml:trace contextRef="#ctx0" brushRef="#br0" timeOffset="22113.6">19698 13373 390 0,'0'0'712'16,"0"0"-485"-16,0 0-33 15,0 0-34-15,0 0-97 16,0 0-6-16,-19-59-20 16,19 116-7-16,0 23 17 15,5 14-35-15,0 6 10 0,-5-1-13 16,9-6-2-16,-7-10-6 15,8-12-1-15,-3-14-26 16,-2-9 7 0,-5-13-46-16,0-8 5 15,0-12-59-15,0-5-187 16,-38-10-194-16</inkml:trace>
  <inkml:trace contextRef="#ctx0" brushRef="#br0" timeOffset="22814.1">16412 12936 534 0,'0'0'141'0,"0"0"49"0,0 0 10 16,0 0-25-16,0 0-35 15,0 0-32-15,-10-146-12 16,10 146-37-16,0 0-19 16,0 0 13-16,0 0-33 15,-12 8-11-15,-2 58 14 16,-7 23-22-16,5 22 9 16,-3 1-6-16,16-15 0 15,3-11 2 1,0-14-6-16,0-13-13 0,0-8 4 0,3-13-52 15,23-8-59-15,0-11-108 16,-10-11-120-16,-14-8-31 16</inkml:trace>
  <inkml:trace contextRef="#ctx0" brushRef="#br0" timeOffset="23179.33">15978 13102 527 0,'0'0'115'15,"0"0"59"-15,0 0-34 16,0 0-39-16,0 0-11 0,0 0-30 15,-85 0-13-15,123 0 15 32,32 0 29-32,27 0 20 15,14-11-5-15,4-7-44 16,3 3-6-16,-21-1-24 16,-22 1-31-16,-9 4 4 15,-21-1-5-15,-19 6-18 16,-5 0-2-16,-16 3-52 0,-5 1-33 15,0-4-66-15,0 1-108 16,0-1-103-16,-14 0-231 16</inkml:trace>
  <inkml:trace contextRef="#ctx0" brushRef="#br0" timeOffset="23449.07">16487 12769 878 0,'0'0'152'16,"0"0"42"-16,0 0-69 0,0 0-38 16,0 0-41-16,0 0-15 15,-45-60 18-15,45 129-41 16,0 23 13-16,0 19-16 15,0 1 2-15,0-7-14 16,0-1-25-16,0-5-81 16,-12-4-44-16,-30 3-148 0,-7 1-144 15</inkml:trace>
  <inkml:trace contextRef="#ctx0" brushRef="#br0" timeOffset="28782.1">17612 12017 671 0,'0'0'188'0,"0"0"-42"0,0 0-63 0,0 0-17 15,0 0-25-15,0 0-8 16,0 0 30-16,0 0-45 16,-173-16 15-16,124 16 3 15,-17 4-13-15,-9 17 33 16,-10-1-23-1,5 8-4-15,-8-2 24 16,8 4-49-16,-7-6 21 0,2-1-5 0,7 1-17 16,0-2 22-16,12-1-25 31,7-1 2-31,5-1 18 0,-5 4-13 0,3 3-7 16,-3 5 0-16,-5 4 10 15,-21 11-11 1,-7 10 1-16,-9 7 0 15,-3 5 0-15,-4 7 5 0,-10 0-5 32,7 2 0-32,3 1 14 15,2-1-9-15,9-3-5 0,5-5 0 16,9 0 3 0,8-6 1-16,16-1-4 0,7 10 0 15,7 0 8-15,3 7-10 16,4 8 2-16,1 0 0 15,8 3-4-15,3 2 6 16,5-2-2-16,9-4 0 16,8 1 11-16,-1-2-17 0,5 2 6 15,0 4 0 1,0-2-4-16,0-6 6 0,0-6-2 16,0-8 0-16,19-13 7 15,9-8-15-15,14-10 8 16,3 2 0-16,14-11-11 15,7-4 14-15,10-7-3 16,6-7 0-16,1-5-5 16,-3-6-6-16,12 0 11 0,0 0 0 15,4-14-15-15,10-13 17 16,10-10-2-16,2-1 0 16,-3-7 7-16,1-3-16 15,-12-3 9-15,-3 2 0 16,-9-2 0-16,-2 2 4 15,-8-1-4-15,3-6 0 16,-10-4 7-16,6-6-5 16,-6 1-2-16,-4-4 0 15,-10-2 19-15,0-4-13 16,1-5-2-16,1-13 5 16,-4-6 1-16,7-1 11 0,3-3-21 15,-6 14 0-15,3 5 12 16,0 1-5-16,-4 5-5 15,-6 0 0-15,-9 1 9 16,-14-3-8-16,-14-1-3 16,0-6 0-1,-12-6-4-15,-2-7 6 0,-5-8-2 0,0 1 0 16,0 8-23-16,-24 16 20 16,-23 17-44-16,-17 12-30 15,-6 10-18-15,-20 11-99 16,-7 15-74-16,-9 12-9 15,-4 6-71 1</inkml:trace>
  <inkml:trace contextRef="#ctx0" brushRef="#br0" timeOffset="29883.31">11781 9091 623 0,'0'0'98'0,"0"0"58"0,0 0-42 0,0 0-25 0,0 0-17 16,-356-128 6-16,220 128-27 16,-25 5-13-16,-25 37 26 15,-26 14-35-15,-21 21 38 16,-20 19-32-1,-23 17-5-15,5 18 19 16,21 28-42-16,15 20 9 0,34 18 1 16,29 15-12-16,31 5 11 0,23-2-16 15,42-6 3 1,41 0 7-16,35-15-7 0,0-12-3 16,47-24 0-1,38-20 11-15,19-19-25 16,0-15 14-16,18-12-16 15,1-18 13-15,13-20-30 0,32-21 15 16,30-17 14-16,21-16-7 16,15-24 4-16,1-36 4 15,-18-26 3-15,-2-10-8 16,-22-11 10-16,-11-10-2 0,-8-17 0 31,-25-21 10-31,-20-19-2 16,-20-13-1-16,-17-10-1 15,-22-12 44-15,-15-15-46 16,-13-12 20-16,-26 1 1 16,-6 15-24-16,-10 22 18 0,-21 28-19 15,-55 26 4-15,-20 32-4 16,-15 25 0-16,0 28-8 16,-12 29-29-16,3 30-102 15,-24 14-73-15,-11 55-169 16,-17 15-270-16</inkml:trace>
  <inkml:trace contextRef="#ctx0" brushRef="#br0" timeOffset="30633.09">9744 12631 672 0,'0'0'30'0,"0"0"139"0,0 0-65 16,0 0-55-16,-143-161 25 15,143 129-20 1,0 1 14-16,0 8 13 15,0 5-28-15,0 5 18 0,0 11-13 16,0 2-15-16,0 0 26 16,0 0-57-16,0 18 2 15,0 45-6-15,19 38-1 16,9 44 11-16,19 35-10 0,19 26-3 16,24 23 12-1,39 12-17-15,27-4 0 0,11-17-3 31,27-25 11-31,18-38-12 16,21-26 4-16,34-16 0 16,32-18-1-16,26-14 2 15,31-14-1-15,10-24 0 16,-1-21-5-16,-4-11-5 0,-17-13-36 16,-47 0-44-16,-59 0-85 15,-78-24-201-15,-89-8-256 16</inkml:trace>
  <inkml:trace contextRef="#ctx0" brushRef="#br0" timeOffset="30855.92">13941 14572 943 0,'0'0'254'0,"0"0"-70"0,0 0-57 16,0 0-88-16,0 0-4 15,0 0 30-15,250 100-15 16,-142-20 7-16,-49 9-50 16,-59 11 5-16,0 3-8 15,-106-4 6-15,-61 0-20 16,-55-5 8-16,-42 3-67 0,-21-8-68 16,-22-4-226-16,10-7-204 15</inkml:trace>
  <inkml:trace contextRef="#ctx0" brushRef="#br0" timeOffset="31830.57">10961 9309 554 0,'0'0'97'0,"0"0"72"0,0 0-43 0,0 0-19 15,0 0-28-15,0 0-24 16,-92-109-47-16,177 34 5 15,26-10 8-15,23-11-16 16,22-6 13-16,25 5 10 16,20 6-2-16,8 17 26 15,6 8-15-15,-5 19 4 0,-7 7 17 16,-10 24-46-16,-19 16 14 16,-20 0-10-16,-18 37-15 15,-15 20 15-15,-18 15-16 16,-18 2 0-1,-26-5 4-15,-28 1 3 0,-29-12-7 16,-2-9 0-16,0-10-37 16,-16-10-52-16,-1-11-170 0,-4-10-120 15</inkml:trace>
  <inkml:trace contextRef="#ctx0" brushRef="#br0" timeOffset="32116.54">13571 8416 740 0,'0'0'72'0,"0"0"117"16,0 0-77-16,0 0-87 16,0 0 44-16,0 0-14 31,245-17-26-31,-160 19-7 15,-19 22-14-15,-14 3-1 16,-29 6-2-16,-9 9-1 16,-14 8 15-16,-37 12-15 15,-69 10-4-15,-41 15 3 16,-34 6-3-16,-5 7-19 0,-8 2-52 16,13-1-80-16,6-5-40 15,20-6-126-15</inkml:trace>
  <inkml:trace contextRef="#ctx0" brushRef="#br0" timeOffset="36396.47">3030 7927 789 0,'0'0'14'0,"-488"141"108"0,229-43-6 0,-5 9-26 16,-3 7 15-16,-1 4-62 15,15-1 9-15,34-5-32 16,45-1-10-1,25-5 18-15,19-11-28 16,22-4 0-16,0-3 0 16,11-4 9-16,17-7-12 15,16-12 3-15,24-14-28 0,21-13 26 0,19-7-60 16,0-13-39 0,28-10-44-16,50-8-13 15,19-8-12 1,18-43-18-16,17-10-192 15</inkml:trace>
  <inkml:trace contextRef="#ctx0" brushRef="#br0" timeOffset="36843.08">3386 7721 123 0,'0'0'222'0,"0"0"-164"16,0 0 6-16,0 0-3 16,189-158-20-16,-180 150 17 15,-9 4 5-15,0 4 25 16,0 0 22-16,0 0-50 15,-56 33-31-15,-29 15 9 16,-26 21-12-16,-30 8 35 16,-32 14 4-16,-34 18-7 0,-15 6 10 15,-28 13-31-15,-14 1-6 16,-19 0 6-16,-9-3-23 16,19-11 16-16,30-1-30 15,38-10 6-15,33-5-7 16,35-13 1-16,28-9 0 15,32-8-5-15,22-3-31 16,25-9-3-16,23-4-49 16,7-2-40-16,0-4-2 15,0-5-99-15,0-4 34 16,0 6-52-16</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5-09-20T06:46:07.265"/>
    </inkml:context>
    <inkml:brush xml:id="br0">
      <inkml:brushProperty name="width" value="0.05292" units="cm"/>
      <inkml:brushProperty name="height" value="0.05292" units="cm"/>
      <inkml:brushProperty name="color" value="#C00000"/>
    </inkml:brush>
  </inkml:definitions>
  <inkml:trace contextRef="#ctx0" brushRef="#br0">2288 7829 588 0,'0'0'60'0,"0"0"113"0,0 0-32 0,0 0-2 0,0 0-52 16,0 0-19-16,0 0-2 16,0 0-19-16,-31-100-8 15,31 100-21-15,0 0-15 16,19 0 1-1,59 0 2-15,63 0-6 0,29 0 7 16,21 0-2-16,4-17 1 16,-22 0 2-16,-32-2-6 15,-28 4 5-15,-33 6-7 16,-28 1 0-16,-26 5-1 16,-12 0-20-16,-9 3-1 0,-5 0-37 15,0 0-32-15,0 0-28 16,0 0-72-16,0 0-43 15,0 0-2-15</inkml:trace>
  <inkml:trace contextRef="#ctx0" brushRef="#br0" timeOffset="2089.04">5286 5427 555 0,'0'0'15'0,"0"0"100"0,0 0 56 16,-259-48-66-16,228 42-7 15,8 6-9-15,13-3-1 16,3 3-43-16,7 0-16 16,0 0 1-16,0 0-28 15,10 0 6-15,84 0 4 16,66 13-4-16,78 4 16 16,85-5-24-16,66 1 1 0,64-8 23 15,35-5-19-15,10 0 0 16,-3 0 5-16,-29 0-4 15,-60 0 14-15,-74 0-20 16,-91 6-5-16,-93 0-9 16,-58-6-30-16,-45 0 23 15,-36 0 7 1,-9 0 2-16,0 0 6 0,-2 0-32 16,-48 0-39-16,10 0-31 15,2 0-51-15,-4 0-62 0,-5 2-26 16</inkml:trace>
  <inkml:trace contextRef="#ctx0" brushRef="#br0" timeOffset="3584.96">10820 11002 480 0,'0'0'486'0,"0"0"-319"0,-97-172 29 16,76 141-8-16,4 17-86 16,10 8-45-16,7 6 11 15,0 0-52-15,0 47-2 16,0 55 0-16,0 33 19 16,12 13 6-16,-5-2-36 15,-7-15-2-15,0-11-1 16,0-16-7-16,0-14-19 0,0-16-19 15,7-15-38-15,2-19-55 16,1-20-97-16,-8-20-41 16,-2 0 31-16,0-47 44 15,-2-27-36-15,-31-15 128 16,-7-5 109-16,2-3 155 0,5-3 39 16,7 6-2-1,19-3-76-15,7 10-14 0,0 8-7 16,61 12-31-16,17 14-13 15,12 18 24 1,4 14-10-16,-2 21 3 16,-21 0 6-16,-12 21-47 15,-22 28-10-15,-23 15 5 16,-14 11-20-16,-14 11-4 0,-63 1 2 16,-8-4-59-16,-5-9-67 15,12-12-152-15,5-22-150 16</inkml:trace>
  <inkml:trace contextRef="#ctx0" brushRef="#br0" timeOffset="3984.04">11503 10450 392 0,'0'0'471'0,"0"0"-348"0,-264 0 94 0,217 0-63 16,26 0-67-16,21 0-17 0,0 0-33 15,0 0 0 1,59 0-37-16,44 0 21 16,41 0 27-16,-7-3-35 15,-14 0 11-15,-31 1-24 16,-24 2-11-16,-26 0-11 0,-9 0-80 16,-11 11-85-16,-22 20-131 15,0-5-121-15</inkml:trace>
  <inkml:trace contextRef="#ctx0" brushRef="#br0" timeOffset="4285.55">11871 11530 1163 0,'0'0'35'0,"0"0"93"0,0 0 26 15,0 0-141-15,0 0 4 16,0 0 40-16,380 0-37 16,-199-14 14-16,-9-8 0 15,-16 7-16-15,-34 4-2 16,-39 5-16-16,-19 3-9 15,-22 0-11-15,-18 3-77 16,-10 0-92-16,-14 0-119 16,0-3-120-16</inkml:trace>
  <inkml:trace contextRef="#ctx0" brushRef="#br0" timeOffset="4477.01">12599 11128 863 0,'0'0'107'15,"0"0"79"-15,0 0 7 16,0 0-129-16,0 0-42 16,0 0 41-16,71 99 29 15,38-52-65-15,1-8 13 16,6-7-22-16,-8-1-2 0,-16-7-16 16,-16-2-9-1,-15-3-6-15,-26-4-66 0,-2 0-75 16,-25-3-79-16,-8-7-162 15,0 4-176-15</inkml:trace>
  <inkml:trace contextRef="#ctx0" brushRef="#br0" timeOffset="4779.84">11640 12037 982 0,'0'0'80'16,"0"0"82"-16,0 0-36 15,0 0-96-15,0 0 38 16,332 40-12-16,-150-53-9 16,21-25 13-16,-1-8-24 0,3-1-1 15,-23-4 2-15,-15 12-25 16,-25 10 8-16,-31 10-20 15,-41 10-4-15,-32 8 3 16,-24 1-68 0,-14 0-55-16,-19 14-55 15,-61 27-116-15,-33 5-138 0</inkml:trace>
  <inkml:trace contextRef="#ctx0" brushRef="#br0" timeOffset="5018.81">11930 12103 916 0,'0'0'177'0,"0"0"7"16,0 0 2-16,0 0-71 16,0 0-68-16,0 0 34 15,259 123-46-15,-162-51-35 16,-17 2 2-16,-9-2-2 15,-8-7-45-15,-15-8-30 16,-11-13-84-16,3-14-74 16,3-18-129-16,4-12-266 15</inkml:trace>
  <inkml:trace contextRef="#ctx0" brushRef="#br0" timeOffset="5830.54">14089 11291 714 0,'0'0'111'0,"0"0"71"0,0 0 26 16,0 0-141-16,0 0 18 16,0 0-19-16,-150-49-33 15,107 49 16-15,-11 32-34 16,-10 22 18-16,10 12 1 16,4 5-20-16,17 7 13 0,17-4-17 31,16-2-6-31,0-1 10 0,7-11-5 0,50-4-9 15,4-12 0-15,14-12 3 16,1-15 1 0,11-8-4-16,7-9 0 15,-6 0-1-15,8-20 5 16,1-20-4-16,-15-7 0 0,-6-7 7 0,-20-3-6 16,-15-9-1-16,-23-8 0 15,-15-6 3 1,-3-10 0-16,0 7-3 15,-54 4 0-15,-15 18-9 0,-18 16 1 16,4 20 0 0,-6 19 4-16,-3 6-7 0,12 6 6 15,-3 28 5-15,22 10 0 32,16 7-4-32,29 2 1 0,16 10 3 15,0 3 0 1,26 2-6-16,28 2 10 0,16-8-4 15,6-2 7-15,9-3-6 16,2-7 25-16,5-3-17 16,-12 2-2-16,-9-9 3 15,-15 0-6-15,-15-8-4 16,-11-1 0-16,-4-7-21 16,-7-4-6-16,-5-8-74 15,-7-5-82-15,5-7-98 0,-12 0-158 16</inkml:trace>
  <inkml:trace contextRef="#ctx0" brushRef="#br0" timeOffset="6149.15">15016 10961 36 0,'0'0'971'0,"0"0"-914"0,0 0 154 0,0 0-46 16,0 0-128-16,0 0 1 15,47-42 27-15,66 27-11 16,24 3-3-16,-3-3-28 16,-18 9-8-16,-10-3 7 15,-28 3-18-15,-29 1-4 16,-9 1 0-16,-16 4-26 0,-10 0-8 15,-7 0-54-15,-7 0-86 16,0-2-43-16,-14-11-67 16,-40-1-182-16</inkml:trace>
  <inkml:trace contextRef="#ctx0" brushRef="#br0" timeOffset="6354.65">15334 10630 586 0,'0'0'178'0,"0"0"4"0,0 0 55 15,0 0-77-15,0 0-45 16,0 0-53-16,-73-37 2 16,73 40-30-16,0 42-29 15,33 21 53-15,5 12-27 16,-5-4-30-16,-7 3 6 16,0 4-5-16,-12-3-4 15,-9 3-13-15,-5-1-66 16,0-11-57-16,-5-6-68 15,-28-14-90-15,-14-9-37 16</inkml:trace>
  <inkml:trace contextRef="#ctx0" brushRef="#br0" timeOffset="9849.73">2797 1931 623 0,'0'0'236'0,"0"0"-168"0,0 0 104 15,0 0-7-15,0 0-65 16,0 0-45-16,0 0-2 15,-203-6-9-15,203 6-25 16,0 0 13-16,9 0-19 16,57 0-7-16,43 0 35 0,42 6-12 15,26 0 0 1,4-3-7-16,-18-3-20 0,-29 0 4 16,-37 0-6-16,-31 0-14 15,-24 0-11-15,-20 0-99 16,-22 0-128-16,0-11-188 0</inkml:trace>
  <inkml:trace contextRef="#ctx0" brushRef="#br0" timeOffset="10565.55">2561 389 355 0,'0'0'403'0,"0"0"-317"0,0 0 111 0,0 0-28 0,0 0-90 0,0 0 9 16,-85-84-55-16,85 84-4 15,-12 0-22-15,-9 33-1 16,-12 15 2-16,-2 11-8 15,11 5 0 1,20-3 6-16,4 2 2 16,0-3-5-16,0-3-3 15,51-19 6-15,22-10-12 0,8-17 6 0,11-11-3 16,4 0-3 0,-6-9-1-16,-17-21 7 15,-5-8 0-15,-16-8 4 16,-14-3-6-16,-17-5 2 0,-14-5 0 15,-7-5 4-15,0-7-4 16,-54 2 0-16,-5 6-1 0,-9 18 4 31,9 22-2-31,7 12-1 16,7 11 0-16,5 0-5 16,2 0 8-16,0 22-3 15,13 15 0-15,3 6 5 16,22 9 5-16,0-4-8 15,0 3 0-15,36-2 29 16,20 3-19-16,-1-1 13 16,1-2-11-16,8 0-6 15,-17-7-3-15,9-4-5 0,-6-4-53 16,-3-5-45-16,-2-4-126 16,2-11-70-16,-4-11-123 15</inkml:trace>
  <inkml:trace contextRef="#ctx0" brushRef="#br0" timeOffset="10788.42">3443 785 802 0,'0'0'104'0,"0"0"0"0,0 0 156 0,0 0-126 15,0 0-64-15,0 0-18 16,-47-12-16-16,139 4 16 15,18-1-33-15,11-3-9 16,-22 3-10-16,-10 6-20 16,-25 3-58-16,-24 0-137 15,-21 0-149-15,-19 0-132 16</inkml:trace>
  <inkml:trace contextRef="#ctx0" brushRef="#br0" timeOffset="11026.06">4117 415 859 0,'0'0'56'16,"0"0"67"-16,0 0 114 0,0 0-126 0,0 0-10 15,0 0-29 1,17-125-15-16,1 125-10 0,8 34-21 16,-4 21 17-16,3 21-18 15,-8 1-19 1,-3 3 6-16,0-2-9 0,-4-7-6 15,-6-8 1-15,-4-9-41 16,0-4-18-16,0-8-80 16,0-10-78-16,-35-10-82 15,-5-16-63 1,2-6-252-16</inkml:trace>
  <inkml:trace contextRef="#ctx0" brushRef="#br0" timeOffset="11216.3">3836 502 149 0,'0'0'687'16,"0"0"-632"-16,0 0 112 16,0 0 40-16,0 0-151 15,0 0-33-15,194-132 10 16,-86 100-29-16,3 5 1 16,0 8-5-16,-24 11-85 15,-9 8-112-15,-26 0-160 0</inkml:trace>
  <inkml:trace contextRef="#ctx0" brushRef="#br0" timeOffset="11630.81">6583 481 776 0,'0'0'72'16,"0"0"122"-16,0 0 18 16,0 0-115-16,0 0-7 15,0 0-12-15,-33-42-29 16,33 42-4-16,19 25-4 16,21 13-1-16,-2 10-7 15,6 3-21-15,-15-2-4 16,1 9-8-16,-18-5-3 0,-12 4-6 15,0-2-59-15,0-9-80 16,-19-3-64-16,-25-17-133 16,-8-20-102-16</inkml:trace>
  <inkml:trace contextRef="#ctx0" brushRef="#br0" timeOffset="11838.15">6100 544 716 0,'0'0'88'0,"0"0"64"16,0 0 18-16,0 0-74 16,0 0-41-16,353-165-11 15,-232 138-1-15,11 11-31 16,-3-2-11-16,-20 9 1 16,-6 9-2-16,-27 0-80 15,-29 0-120-15,-30 32-138 0,-17 10-204 16</inkml:trace>
  <inkml:trace contextRef="#ctx0" brushRef="#br0" timeOffset="13448.26">11407 504 816 0,'0'0'77'0,"0"0"55"0,0 0 103 16,0 0-126-16,0 0-72 0,0 0 13 15,0 0-34-15,-156 11-10 16,123 38 18-16,14 12-6 16,19-2 1-16,0-5-2 15,0-4-14-15,5-5 19 16,23-9-20-16,17-4 4 16,-7-11 4-16,6-8-7 15,15-10 8-15,12-3 1 0,14 0-4 16,2-22 24-16,-2-13-20 15,-14-7 2-15,-17-2 1 16,-16-7-13-16,-12-6 5 16,-22-5-7-16,-4-10 5 15,0 3-3-15,-30 9-2 16,-20 19 0-16,-4 14-1 16,-10 18 8-16,-6 9-7 15,-8 0 0-15,2 9 1 16,-1 30-5-16,11 15 4 15,21 7 0-15,31 12-1 0,14 5 4 16,35 5-3-16,59-3 0 16,22 3 1-16,6-5-1 15,-18-7 0-15,-14-5 0 16,-41-3-2-16,-39 5-41 16,-10 1-91-16,-76 2-175 15,-56-1-362-15</inkml:trace>
  <inkml:trace contextRef="#ctx0" brushRef="#br0" timeOffset="15509.46">12899 12410 1013 0,'0'0'108'0,"0"0"34"0,0 0 2 15,-76-170-13-15,76 158-71 16,0 7-1-16,0 5-17 16,0 0-30-16,0 15 14 15,7 53-21-15,27 21 31 16,1 16 0-16,-7 2-31 16,-2-5 4-16,-5-4-9 15,-14-5 9-15,-7-12-16 0,0-11 7 16,0-4-26-1,0-1 3-15,0-5-62 0,0-3-101 16,-16 3-102-16,-17-6-166 16,-10-4-280-16</inkml:trace>
  <inkml:trace contextRef="#ctx0" brushRef="#br0" timeOffset="15859.83">12496 14583 1007 0,'0'0'90'0,"0"0"104"0,0 0-48 15,0 0-68 1,0 0 1-16,0 0-25 0,-54-81 1 31,54 81-18-31,0 17-14 16,9 31 12-16,19 12-2 15,-4 5-24-15,-1-2 7 16,-1-6-11-16,-11 0-5 0,11-6 0 0,-11-7-21 16,-6 1 4-1,-3-7-36-15,-2-4-52 16,0-8-82-1,0-7-109-15,0-15-130 0,-28-4-198 16</inkml:trace>
  <inkml:trace contextRef="#ctx0" brushRef="#br0" timeOffset="16082.35">12116 14601 492 0,'0'0'548'0,"0"0"-412"15,0 0 44-15,-45-163-44 16,114 122-79-16,16 8-6 0,7 9-27 16,2 10-23-16,-5 11-1 15,-15 3-17-15,3 0-36 16,-11 0-48-16,-9 0-60 16,-19 11-76-16,-20 7-97 15,-13 1-234-15</inkml:trace>
  <inkml:trace contextRef="#ctx0" brushRef="#br0" timeOffset="16464.87">12941 14105 667 0,'0'0'248'0,"0"0"-91"0,0 0 24 16,0 0-35-16,0 0-63 15,0 0-36-15,-122-28 14 16,122 22-17-16,37 0-10 15,34-5 19 1,26 0-21-16,4-1-16 0,-2-5 10 16,-7 6-25-16,-9 5 4 15,-22-3-5-15,-26 7 6 0,-21 2-12 16,-9 0 6-16,-5 0-16 16,0 0-7-16,0 0-70 15,0 0-77-15,0 5-124 16,-5 16-174-16</inkml:trace>
  <inkml:trace contextRef="#ctx0" brushRef="#br0" timeOffset="18735.81">4770 7589 611 0,'0'0'137'0,"0"0"-60"0,0 0 114 0,0 0-35 15,0 0-56 1,0 0-3-16,0 0-20 0,-186 28 13 16,141-16-40-1,17-3-5-15,7-3 1 0,18-4-33 16,3 2 17-16,0 4-30 15,26 4 1-15,57-4 23 16,34 3-21-16,20-11 11 16,24 0 5-16,-13 0-14 0,-4 0 18 31,-24-19-19-31,-23 1-3 16,-19 4 12-16,-29 5-10 15,-16 3-5-15,-19 6 2 16,-14 0-29-16,0 0 10 0,0 0-45 15,0 0-76 1,-42 0-65-16,-17 6-152 0,-17 3-94 16</inkml:trace>
  <inkml:trace contextRef="#ctx0" brushRef="#br0" timeOffset="20199.93">1979 3056 663 0,'0'0'132'0,"0"0"31"0,0 0 100 15,0 0-107-15,0 0-49 16,0 0 15-16,-57-63-48 15,57 63-28-15,0 3-5 16,0 33-37-16,5 14 15 0,9 7-17 16,-7 2-2-16,-7 2-5 15,0-7-48 1,0-8-80-16,0-9-118 0,0-14-167 16,0-17-170-16</inkml:trace>
  <inkml:trace contextRef="#ctx0" brushRef="#br0" timeOffset="20345.41">1684 3001 803 0,'0'0'79'15,"0"0"41"-15,0 0 103 32,0 0-161-32,0 0-47 15,290-163-15-15,-163 158-36 16,-16 5-115-16,-31 0-171 15,-18 2-259-15</inkml:trace>
  <inkml:trace contextRef="#ctx0" brushRef="#br0" timeOffset="20519.91">2380 3207 792 0,'0'0'104'0,"0"0"-30"16,0 0 103-16,0 0-88 15,0 0-48-15,273-29-32 16,-155 11-9-16,-10 3-24 16,-28 11-113-16,-30 2-61 15,-24-1-73-15,-26 3-150 16</inkml:trace>
  <inkml:trace contextRef="#ctx0" brushRef="#br0" timeOffset="20709.41">2752 2981 559 0,'0'0'123'0,"0"0"65"16,0 0 26-16,0 0-89 16,0 0-49-16,0 0 24 15,-16 149-14-15,20-81-40 16,15 2-42-16,-12-2-4 0,5-8-12 16,-7-3-98-16,4-13-94 15,-9-14-183-15,12-20-310 16</inkml:trace>
  <inkml:trace contextRef="#ctx0" brushRef="#br0" timeOffset="20931.4">3346 2935 918 0,'0'0'227'0,"0"0"-69"15,0 0 44-15,0 0-70 16,0 0-110-16,0 0 4 15,-59 115-5-15,59-62-15 16,0 2-12-16,0-6-41 16,0-1-89-16,0-5-48 15,-38-5-126-15,-9-15-48 16,10-17-102-16</inkml:trace>
  <inkml:trace contextRef="#ctx0" brushRef="#br0" timeOffset="21171.42">3287 3029 474 0,'0'0'71'16,"0"0"56"-16,0 0 39 16,0 0-53-16,0 0-24 15,0 0 2-15,259-122-55 16,-259 139-20 0,0 28 23-16,-25 8-39 0,-34-2 4 15,0 0-6-15,-3-6 3 0,8-10-1 16,16-7 2-16,13-11 2 15,25-2 4-15,0 2-8 16,25 0 3-16,46-6 16 16,12-1-19-16,13-4-2 15,-6-4-31-15,-8 4-72 16,-6-3-45-16,-8 3-141 16</inkml:trace>
  <inkml:trace contextRef="#ctx0" brushRef="#br0" timeOffset="21800.82">5183 2935 838 0,'0'0'104'0,"0"0"117"0,0 0 36 15,0 0-123-15,0 0-63 0,0 0-22 16,-90-46-39-16,90 84 16 15,5 10-21-15,21 3-5 16,-5-7 0-16,-2-5-15 16,-12 4-34-16,-7-8-66 15,0-9-43-15,0-4-7 16,-26-13-45-16,0-9 23 16,5 0 57-16,11-22 52 15,8-22 43-15,2-4 35 16,0-6 8-16,24 10 33 0,25 2 12 15,8 8 11-15,6 11 17 16,-8 6-22-16,-6 8 5 16,-9 9-9-16,-9 0 14 15,-17 0-8-15,-14 22-35 16,0 12-10-16,-14-1 1 16,-31 0-15-16,-2-6 5 15,2-7 13-15,10-4-1 16,9 1 7-16,19-2-15 0,7 0-1 15,0 4 7-15,7-5-16 16,45 1-1-16,14 0 0 16,14-4-38-16,9 4-49 15,3-2-50-15,-9-1-99 16,2-4-138-16</inkml:trace>
  <inkml:trace contextRef="#ctx0" brushRef="#br0" timeOffset="23600.34">10006 3062 356 0,'0'0'581'0,"0"0"-477"0,0 0 110 0,0 0 0 16,0 0-122-16,0 0-37 15,-68-50 12-15,68 54-35 16,0 33 7-16,0 11 2 16,0-2-29-16,0 3 14 15,5-4-19-15,-1-7-4 16,3-4-3-16,-7-11-19 0,0 0 3 16,0 2-46-16,-26-5-94 15,-16-2-98-15,2-9-190 16,2-9-179-16</inkml:trace>
  <inkml:trace contextRef="#ctx0" brushRef="#br0" timeOffset="23802.91">9572 3141 631 0,'0'0'207'16,"0"0"-92"-16,0 0 72 15,0 0-33-15,0 0-94 0,0 0-24 16,118-160-14-16,-21 140-20 15,2 5 9-15,2 2-11 16,-9 9-14-16,-16 4 9 16,-13 0-58-1,-16 0-38-15,-35 0-80 16,-12 12-18-16,0 8-53 0,0-2-358 16</inkml:trace>
  <inkml:trace contextRef="#ctx0" brushRef="#br0" timeOffset="26200.1">13410 14623 1093 0,'0'0'106'0,"0"0"26"0,0 0 16 15,0 0-14-15,0 0-70 16,0 0-25-16,168 49 18 16,-38-46-43-16,13-3-11 15,8 0-3-15,7-6-14 16,2-12-27-16,-13-4-69 16,-18-1-204-16,-16 2-235 15</inkml:trace>
  <inkml:trace contextRef="#ctx0" brushRef="#br0" timeOffset="26848.24">15263 14165 1176 0,'0'0'120'0,"0"0"40"16,0 0 13-16,0 0-86 15,0 0-44-15,0 0 13 16,-66-45-25 0,66 53-9-16,19 41 4 0,26 19-10 15,-7 7-2-15,-10 0-14 16,-11-10 3-16,-1-6-7 16,1-8-36-16,-13-6-17 15,-4-9 4-15,0-9-66 16,0-7-87-16,0-8-33 15,-4-6-52-15,-34-6 12 0,5 0 35 16,7-18 84 0,2-20 160-1,10-7 95-15,14-13 76 16,0-4-6-16,0-4 12 0,19-5-42 0,26 2-13 16,26 6-49-1,9 10-11-15,12 8-23 16,-12 13 10-16,-9 10-6 15,-20 13-1-15,-13 7 7 16,-17 2-33-16,-21 17-2 16,0 31 16-16,-14 13-23 15,-45 1 5-15,-11-2-12 16,-1-7 4-16,0-5 0 16,8-9-4-16,11-10 0 15,12-7 2-15,21-12 4 16,7 1-6-16,7-5 0 15,5 3 2-15,0 8 1 16,0 11 1-16,43 4 13 16,20 1 9-16,17-1-10 0,-2-2 9 15,5-5 1-15,-5-5-18 16,-3-6 6-16,-11-5-14 16,-5-3-10-16,-10-6-25 15,-6 0-107-15,-15 0-79 16,-2 0-143-16,-10-21-162 15</inkml:trace>
  <inkml:trace contextRef="#ctx0" brushRef="#br0" timeOffset="27438.5">16228 13794 786 0,'0'0'174'0,"0"0"-1"0,0 0-6 16,0 0-57-16,0 0-65 16,0 0 17-16,-71-14-15 15,118 14-16-15,24 0 44 16,9 0-42-16,19-4-5 15,2-4 8-15,1-4-27 16,-1 0 17 0,-11-4-14-16,-12 5-12 0,-22 5 15 0,-21 1-15 31,-18 1 0-31,-15 1-1 0,3 3-5 0,-5 0 4 16,0 0-12-1,0 0-24-15,0 0 7 16,0 0-40-16,0 0 2 15,0 0 16-15,0 0-10 16,0 0 35-16,0 0 1 16,-7 0-2-16,-14 0 11 0,-3 0-36 0,-2 0-31 31,-7 12-42-31,-2-1-55 16,2 1-79-16,0 5-91 15</inkml:trace>
  <inkml:trace contextRef="#ctx0" brushRef="#br0" timeOffset="29270.75">6088 7913 669 0,'0'0'162'0,"0"0"9"0,0 0 33 0,0 0-98 0,0 0-43 0,0 0 24 16,0 0-9-16,-21-29-33 15,47 29 14-15,7 0-19 16,33 0-10-16,4 0 26 31,32 0-45-31,6 0 0 16,8 0-7-16,13 0 3 16,-11 0-7-16,-14 0 0 0,-24 0-6 15,-19-2 0 1,-30-1-11-16,-14 3 5 0,-17 0 7 15,0 0-9-15,0-3 8 16,-50 3 6-16,-21 0 0 16,-23 0-11-16,-10 0 17 15,-21 0-6-15,-2 0 0 16,-3 12 3-16,8 3-1 16,25-3 1-16,41-6-3 0,25 0 15 15,29-6-12-15,2 0-3 16,11 6 0-16,74-4 1 15,35-2 0-15,31 0-1 16,17 0-10-16,4-2-3 16,-5-7-87-16,-9 0-129 15,-26 1-165-15,-35 2-200 16</inkml:trace>
  <inkml:trace contextRef="#ctx0" brushRef="#br0" timeOffset="30666.54">5616 5432 746 0,'0'0'76'0,"0"0"49"0,0 0 101 0,0 0-132 16,0 0-77-16,0 0-12 16,0 0-5-16,-18 0-44 15,18 6-117-15,0 5-194 16,18-3-314-16</inkml:trace>
  <inkml:trace contextRef="#ctx0" brushRef="#br0" timeOffset="31549.83">16610 14266 1144 0,'0'0'151'0,"0"0"-41"0,0 0 66 0,0 0-58 15,0 0-64-15,0 0-9 16,0 0-23-16,407 92 15 15,-234-92-37-15,-11 0-5 16,-27 0-5-16,-46-12-36 16,-27 4 0-16,-39 4-77 0,-23 4-150 15,0 0-160 1,-45 0-341-16</inkml:trace>
  <inkml:trace contextRef="#ctx0" brushRef="#br0" timeOffset="31743.73">17345 14146 493 0,'0'0'580'0,"0"0"-423"16,0 0 10-16,0 0-3 15,0 0-94-15,0 0-31 16,264-26 10-16,-122 26-24 0,-20 0-24 16,-13 3 0-16,-24 5-1 15,-26 10-53-15,-22 6-40 16,-37 8-136-16,0 12-134 15,-45-7-147-15</inkml:trace>
  <inkml:trace contextRef="#ctx0" brushRef="#br0" timeOffset="31935.99">16605 14829 893 0,'0'0'102'0,"0"0"45"0,0 0 48 15,0 0-99-15,0 0-1 16,0 0-39-16,354 86-35 16,-149-118 10-16,21-13-26 15,-7-3 8-15,-25 10 0 16,-41 4-13-16,-52 17-4 16,-54 17-135-16,-47 0-111 0,-47 17-253 15</inkml:trace>
  <inkml:trace contextRef="#ctx0" brushRef="#br0" timeOffset="32141.59">16966 15030 902 0,'0'0'288'0,"0"0"-156"0,0 0 30 16,0 0-9-16,0 0-85 15,0 0-16-15,214 188-39 16,-122-156-8-16,-12-6-10 15,-9 8-17 1,-7 5-85 0,-5-1-176-16,-5-4-330 15</inkml:trace>
  <inkml:trace contextRef="#ctx0" brushRef="#br0" timeOffset="32396.78">18595 14406 1303 0,'0'0'79'0,"0"0"70"16,0 0 17-16,0 0-81 16,0 0-59-16,0 0 9 15,-12-3-20-15,68 60 4 16,-8 12-19-16,-25 5-7 0,-9 1-5 15,-2-4-54-15,-12-8-36 16,0-11-102-16,0-9-167 16,-7-20-114-16</inkml:trace>
  <inkml:trace contextRef="#ctx0" brushRef="#br0" timeOffset="32571.28">18628 14540 124 0,'0'0'798'16,"0"0"-559"-16,0 0-37 15,0 0 6-15,0 0-85 16,0 0-68 0,89-85-2-16,-18 90-16 0,2 27-24 15,-2 11 2 1,-10 5-15-16,0 1-19 0,-4 3-17 16,0-11-80-16,2-8-163 15,-1-18-213-15</inkml:trace>
  <inkml:trace contextRef="#ctx0" brushRef="#br0" timeOffset="32778.1">19748 14249 796 0,'0'0'270'0,"0"0"-129"16,0 0 25-16,0 0 7 15,0 0-112-15,0 0-24 16,-281-60-26-16,222 125-6 0,-5 13 1 15,13 5-6-15,15-6-27 16,6-2-53-16,22-4-117 16,8-17-156-16,0-17-203 15</inkml:trace>
  <inkml:trace contextRef="#ctx0" brushRef="#br0" timeOffset="33016.76">19601 14362 951 0,'0'0'221'16,"0"0"-30"-16,0 0 23 16,0 0-97-16,0 0-75 15,0 0 14 1,-7 33-23-16,17 59 25 0,11 16-15 16,-16-5-31-16,-1 2 24 31,1-16-35-31,7-11 2 15,-10-7-6-15,5-11-31 16,-2-6-24-16,2-13-19 0,-2-14-50 16,2-15-174-16,7-12-206 15</inkml:trace>
  <inkml:trace contextRef="#ctx0" brushRef="#br0" timeOffset="33287.04">20125 13880 1013 0,'0'0'117'0,"0"0"34"15,0 0 17-15,0 0-22 16,0 0-93-16,0 0-32 16,101-104-1-16,33 81 16 15,3 1-24-15,-2-3-3 16,-13 0 5-16,-18 1-13 15,-14 3-2-15,-36 7-1 0,-31 1-34 16,-9 13-10-16,-14 0-89 16,0 0-110-16,-42 0-61 15,-19 0-42 1,-3 0-5-16</inkml:trace>
  <inkml:trace contextRef="#ctx0" brushRef="#br0" timeOffset="33461.99">20625 13473 369 0,'0'0'246'16,"0"0"-47"-16,0 0 17 15,0 0 18-15,0 0-95 16,0 0-10-16,-140 83-52 0,140 29 4 16,0 9-20-16,0-11-48 15,0-6 1-15,5-2-14 16,-2-2-17-16,-3 3-47 16,0-2-171-16,-62-8-175 15,-13-12-272-15</inkml:trace>
  <inkml:trace contextRef="#ctx0" brushRef="#br0" timeOffset="35794.67">21874 12900 684 0,'0'0'99'0,"0"0"-14"0,0 0 71 0,33-176-34 15,-33 149-52-15,-54 5-12 16,-31 8-40-16,-38 14 10 15,-44 0-7-15,-55 34-12 0,-65 23 19 16,-50 27-23 0,-36 18 20-16,-28 18 34 15,-11 23-12-15,6 35 38 16,24 28-19-16,57 22-12 0,70 16 5 16,88 4-40-16,96-4 10 15,71 1-6-15,62-18-21 16,114-19 19-16,79-23-21 15,44-32 1-15,31-26-2 16,19-42-7-16,0-30-6 16,-2-33 4-16,6-22-10 0,-1-37 17 15,4-40-23-15,-7-27-1 16,2-21 24-16,-2-24-26 16,-21-22 13-16,-20-19-3 15,-36-32-23-15,-70-21 39 16,-56-26-16-16,-63-26 19 15,-69-5 14-15,-28 8-7 16,-142 25 9 0,-105 48-14-16,-95 47 3 0,-76 55-10 15,-79 63 0-15,-55 54-125 16,-40 65-190-16,-33 64-283 16</inkml:trace>
  <inkml:trace contextRef="#ctx0" brushRef="#br0" timeOffset="37350.96">11817 9901 894 0,'0'0'5'0,"-76"-184"-5"0,1 109 20 0,-38 18 62 16,-33 21 3-16,-36 27-15 15,-54 9-35-15,-56 57 26 16,-69 50-29-16,-47 43 27 16,-23 50-2-16,0 53-18 15,23 43 28-15,40 37-8 16,68-1-4-16,98-19 1 0,91-35-37 16,94-45-3-16,34-37-14 15,129-50 4-15,78-42-12 16,78-47-7-16,66-45-7 15,51-12 8 1,32-57-38-16,27-38 14 0,-9-30 0 16,-14-33 11-16,-45-19 25 15,-56-13 0-15,-69-21 20 16,-80-20 31-16,-65-16-48 16,-81-18 5-16,-59-7-8 15,-17 6-10-15,-134 13-40 16,-59 26-62-16,-73 49-91 0,-35 57-16 15,-38 75-33-15,-28 46-118 16</inkml:trace>
  <inkml:trace contextRef="#ctx0" brushRef="#br0" timeOffset="39245.08">9601 12527 746 0,'0'0'90'0,"0"0"30"0,-163-204 36 15,132 166-18 1,17 13-51 0,14 14-32-16,0 6-3 15,0 1-21-15,0 4-28 16,0 0 11-16,0 0-14 0,0 37 0 15,0 43-4-15,0 27 11 16,0 21-4-16,0 1-3 16,33 8 3-16,0 7-1 15,12 7-2-15,0 6 0 16,7 15 4-16,11 8 0 16,1 9-4-16,16 14 0 15,-2 0 4-15,16 6 0 16,-2 3-4-16,10-3 0 15,-3-9 2-15,2-13 9 16,10-11-9-16,9-21 8 0,14-9-9 16,29-15 13-16,26-5-8 15,35-3 2-15,35-20 26 16,31-15-23-16,31-27 16 16,23-18 3-16,12-23-12 15,-3-15 12-15,-30-5-26 16,-21 0-3-16,-26-25 1 0,-24-20-2 15,-30-8-2-15,-24-16 1 16,-19-8 1-16,-28-6 1 16,2 0 0-16,-18 0 14 15,-20 6 27 1,-14 6-23-16,-25 8 14 16,-20 11-12-16,-15 10-13 0,-16 10 15 15,-6 6-18-15,0 8-5 16,-16 5 17-16,1 10-15 15,-4 3 9-15,0 0-3 16,0 0-8-16,0 0 13 16,0 0-13-16,0 0 0 0,0 3-5 15,0 10 5-15,0-1-1 16,0 3-2-16,0-7-19 16,5-1 10-16,0-5-34 15,-5 1-8-15,0-3 3 16,0 0-86-16,0 0-103 15,-17 0-151-15,-16 0-189 16</inkml:trace>
  <inkml:trace contextRef="#ctx0" brushRef="#br0" timeOffset="39482.54">15473 15558 894 0,'0'0'113'0,"0"0"16"0,0 0 12 15,0 0-87-15,0 0-30 16,0 0-9-16,257-105 8 0,-177 105 46 16,-23 0-20-16,-5 3 15 15,-14 36-3-15,-27 8-22 16,-11 7-10 0,0 3-29-16,0-3-6 15,-28-1-14-15,-14 0-112 0,-1-1-158 16,-2-10-330-16</inkml:trace>
  <inkml:trace contextRef="#ctx0" brushRef="#br0" timeOffset="41454.3">19512 14332 1087 0,'0'0'0'0,"0"0"-241"0,0 0-6 0</inkml:trace>
  <inkml:trace contextRef="#ctx0" brushRef="#br0" timeOffset="42954.09">3391 12217 821 0,'0'0'84'0,"0"0"-40"0,0 0 101 0,0 0 2 15,0 0-97-15,-264 60-15 16,115 32-24 0,-18 32 14-16,-29 29 49 0,-30 17-31 0,-17 6 18 15,-7 2-12 1,12-7-22-16,31-10 25 15,32-12-37-15,38-15-1 16,31-14 10-16,31-22-14 16,28-32-10-16,33-24 0 0,14-27-12 15,11-15-7-15,53 0-48 0,28-43 20 32,16-15 13-32,15-17-56 15,11-12-24-15,34-11-59 16,6-16-72-16,20-3-58 15</inkml:trace>
  <inkml:trace contextRef="#ctx0" brushRef="#br0" timeOffset="43288.44">3391 12455 821 0,'0'0'67'0,"0"0"8"15,0 0 88-15,0 0-32 16,0 0-48-16,0 0-57 15,-349 6-3-15,229 62 26 16,-41 27-32-16,-27 28 19 16,-27 20 7-16,-32 18-30 15,-17 7 27-15,-12 8-32 16,2-3 3-16,10-7 23 16,17 2-34-16,13-16 28 0,25-23 8 15,32-16-24-15,35-20 20 16,46-25-32-16,37-23 0 15,42-22 6-15,17-19-6 16,17-4 0-16,61-21-69 16,23-32-3-16,12-19-15 15,10-6-106-15,-10-3-135 16,5 0-69-16</inkml:trace>
  <inkml:trace contextRef="#ctx0" brushRef="#br0" timeOffset="43876.74">4464 12398 677 0,'0'0'150'0,"0"0"-53"0,0 0 29 15,209-181-7-15,-209 150-51 16,-49 11-38-16,-85 5 44 16,-60 15-33-16,-65 0-40 15,-59 26 45-15,-55 35-27 16,-35 11 23 0,-33 22-6-16,-21 14-8 0,10 11 23 0,8 12-43 15,32 9 18-15,32 7 14 16,31 5-24-16,38 3 21 31,61-4-5-31,57 2-25 0,85-13 31 0,82-15-38 16,37-17 2-16,157-24-10 15,112-24 11-15,107-22-3 16,96-22 0-16,85-16 7 16,69-13-10-16,23-53 3 0,21-29 0 15,1-31-10 1,-10-25 10-16,-15-16 0 0,-32-9-4 15,-90 0 6-15,-122 2-8 32,-140 11 6-32,-138 1 0 15,-131 7-13-15,-79 9 23 16,-198 15-10-16,-142 27 0 16,-116 26 9-16,-75 42-23 15,-40 36 8-15,-26 25-10 0,-2 66 0 16,9 38-87-16,66 29-32 15,81 24 41-15,98 11-38 16,109-4-52-16,96-16-146 16,100-37-272-16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7505FF-8B11-4D48-9C41-9D2AC2739953}" type="datetimeFigureOut">
              <a:rPr lang="en-IN" smtClean="0"/>
              <a:t>20-09-2025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3B4AC6-3570-45B7-A134-9FABAE5B8706}" type="slidenum">
              <a:rPr lang="en-IN" smtClean="0"/>
              <a:t>‹#›</a:t>
            </a:fld>
            <a:endParaRPr lang="en-IN"/>
          </a:p>
        </p:txBody>
      </p:sp>
    </p:spTree>
    <p:extLst>
      <p:ext uri="{BB962C8B-B14F-4D97-AF65-F5344CB8AC3E}">
        <p14:creationId xmlns:p14="http://schemas.microsoft.com/office/powerpoint/2010/main" val="1465688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3B4AC6-3570-45B7-A134-9FABAE5B8706}" type="slidenum">
              <a:rPr lang="en-IN" smtClean="0"/>
              <a:t>1</a:t>
            </a:fld>
            <a:endParaRPr lang="en-IN"/>
          </a:p>
        </p:txBody>
      </p:sp>
    </p:spTree>
    <p:extLst>
      <p:ext uri="{BB962C8B-B14F-4D97-AF65-F5344CB8AC3E}">
        <p14:creationId xmlns:p14="http://schemas.microsoft.com/office/powerpoint/2010/main" val="1074454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793B819-59D1-4993-935E-F9C2E56118B9}" type="datetime1">
              <a:rPr lang="en-IN" smtClean="0"/>
              <a:t>20-09-2025</a:t>
            </a:fld>
            <a:endParaRPr lang="en-IN"/>
          </a:p>
        </p:txBody>
      </p:sp>
      <p:sp>
        <p:nvSpPr>
          <p:cNvPr id="5" name="Footer Placeholder 4"/>
          <p:cNvSpPr>
            <a:spLocks noGrp="1"/>
          </p:cNvSpPr>
          <p:nvPr>
            <p:ph type="ftr" sz="quarter" idx="11"/>
          </p:nvPr>
        </p:nvSpPr>
        <p:spPr/>
        <p:txBody>
          <a:bodyPr/>
          <a:lstStyle/>
          <a:p>
            <a:r>
              <a:rPr lang="en-IN"/>
              <a:t>TOPIC NAME</a:t>
            </a:r>
          </a:p>
        </p:txBody>
      </p:sp>
      <p:sp>
        <p:nvSpPr>
          <p:cNvPr id="6" name="Slide Number Placeholder 5"/>
          <p:cNvSpPr>
            <a:spLocks noGrp="1"/>
          </p:cNvSpPr>
          <p:nvPr>
            <p:ph type="sldNum" sz="quarter" idx="12"/>
          </p:nvPr>
        </p:nvSpPr>
        <p:spPr/>
        <p:txBody>
          <a:bodyPr/>
          <a:lstStyle/>
          <a:p>
            <a:fld id="{E6BE162A-C06E-41B6-AEA8-5AD0FEF31657}" type="slidenum">
              <a:rPr lang="en-IN" smtClean="0"/>
              <a:t>‹#›</a:t>
            </a:fld>
            <a:endParaRPr lang="en-IN"/>
          </a:p>
        </p:txBody>
      </p:sp>
    </p:spTree>
    <p:extLst>
      <p:ext uri="{BB962C8B-B14F-4D97-AF65-F5344CB8AC3E}">
        <p14:creationId xmlns:p14="http://schemas.microsoft.com/office/powerpoint/2010/main" val="1096041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5EC91FF-D30B-443C-A8C3-B4DA415C6005}" type="datetime1">
              <a:rPr lang="en-IN" smtClean="0"/>
              <a:t>20-09-2025</a:t>
            </a:fld>
            <a:endParaRPr lang="en-IN"/>
          </a:p>
        </p:txBody>
      </p:sp>
      <p:sp>
        <p:nvSpPr>
          <p:cNvPr id="5" name="Footer Placeholder 4"/>
          <p:cNvSpPr>
            <a:spLocks noGrp="1"/>
          </p:cNvSpPr>
          <p:nvPr>
            <p:ph type="ftr" sz="quarter" idx="11"/>
          </p:nvPr>
        </p:nvSpPr>
        <p:spPr/>
        <p:txBody>
          <a:bodyPr/>
          <a:lstStyle/>
          <a:p>
            <a:r>
              <a:rPr lang="en-IN"/>
              <a:t>TOPIC NAME</a:t>
            </a:r>
          </a:p>
        </p:txBody>
      </p:sp>
      <p:sp>
        <p:nvSpPr>
          <p:cNvPr id="6" name="Slide Number Placeholder 5"/>
          <p:cNvSpPr>
            <a:spLocks noGrp="1"/>
          </p:cNvSpPr>
          <p:nvPr>
            <p:ph type="sldNum" sz="quarter" idx="12"/>
          </p:nvPr>
        </p:nvSpPr>
        <p:spPr/>
        <p:txBody>
          <a:bodyPr/>
          <a:lstStyle/>
          <a:p>
            <a:fld id="{E6BE162A-C06E-41B6-AEA8-5AD0FEF31657}" type="slidenum">
              <a:rPr lang="en-IN" smtClean="0"/>
              <a:t>‹#›</a:t>
            </a:fld>
            <a:endParaRPr lang="en-IN"/>
          </a:p>
        </p:txBody>
      </p:sp>
    </p:spTree>
    <p:extLst>
      <p:ext uri="{BB962C8B-B14F-4D97-AF65-F5344CB8AC3E}">
        <p14:creationId xmlns:p14="http://schemas.microsoft.com/office/powerpoint/2010/main" val="2308812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6F6FA4-C6E6-4FD4-987B-59D53EADE9B3}" type="datetime1">
              <a:rPr lang="en-IN" smtClean="0"/>
              <a:t>20-09-2025</a:t>
            </a:fld>
            <a:endParaRPr lang="en-IN"/>
          </a:p>
        </p:txBody>
      </p:sp>
      <p:sp>
        <p:nvSpPr>
          <p:cNvPr id="5" name="Footer Placeholder 4"/>
          <p:cNvSpPr>
            <a:spLocks noGrp="1"/>
          </p:cNvSpPr>
          <p:nvPr>
            <p:ph type="ftr" sz="quarter" idx="11"/>
          </p:nvPr>
        </p:nvSpPr>
        <p:spPr/>
        <p:txBody>
          <a:bodyPr/>
          <a:lstStyle/>
          <a:p>
            <a:r>
              <a:rPr lang="en-IN"/>
              <a:t>TOPIC NAME</a:t>
            </a:r>
          </a:p>
        </p:txBody>
      </p:sp>
      <p:sp>
        <p:nvSpPr>
          <p:cNvPr id="6" name="Slide Number Placeholder 5"/>
          <p:cNvSpPr>
            <a:spLocks noGrp="1"/>
          </p:cNvSpPr>
          <p:nvPr>
            <p:ph type="sldNum" sz="quarter" idx="12"/>
          </p:nvPr>
        </p:nvSpPr>
        <p:spPr/>
        <p:txBody>
          <a:bodyPr/>
          <a:lstStyle/>
          <a:p>
            <a:fld id="{E6BE162A-C06E-41B6-AEA8-5AD0FEF31657}" type="slidenum">
              <a:rPr lang="en-IN" smtClean="0"/>
              <a:t>‹#›</a:t>
            </a:fld>
            <a:endParaRPr lang="en-IN"/>
          </a:p>
        </p:txBody>
      </p:sp>
    </p:spTree>
    <p:extLst>
      <p:ext uri="{BB962C8B-B14F-4D97-AF65-F5344CB8AC3E}">
        <p14:creationId xmlns:p14="http://schemas.microsoft.com/office/powerpoint/2010/main" val="1973624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A36ECB0-90FA-4314-8150-5B45DD559FB3}" type="datetime1">
              <a:rPr lang="en-IN" smtClean="0"/>
              <a:t>20-09-2025</a:t>
            </a:fld>
            <a:endParaRPr lang="en-IN"/>
          </a:p>
        </p:txBody>
      </p:sp>
      <p:sp>
        <p:nvSpPr>
          <p:cNvPr id="6" name="Footer Placeholder 5"/>
          <p:cNvSpPr>
            <a:spLocks noGrp="1"/>
          </p:cNvSpPr>
          <p:nvPr>
            <p:ph type="ftr" sz="quarter" idx="11"/>
          </p:nvPr>
        </p:nvSpPr>
        <p:spPr/>
        <p:txBody>
          <a:bodyPr/>
          <a:lstStyle/>
          <a:p>
            <a:r>
              <a:rPr lang="en-IN"/>
              <a:t>TOPIC NAME</a:t>
            </a:r>
          </a:p>
        </p:txBody>
      </p:sp>
      <p:sp>
        <p:nvSpPr>
          <p:cNvPr id="7" name="Slide Number Placeholder 6"/>
          <p:cNvSpPr>
            <a:spLocks noGrp="1"/>
          </p:cNvSpPr>
          <p:nvPr>
            <p:ph type="sldNum" sz="quarter" idx="12"/>
          </p:nvPr>
        </p:nvSpPr>
        <p:spPr/>
        <p:txBody>
          <a:bodyPr/>
          <a:lstStyle/>
          <a:p>
            <a:fld id="{E6BE162A-C06E-41B6-AEA8-5AD0FEF31657}" type="slidenum">
              <a:rPr lang="en-IN" smtClean="0"/>
              <a:t>‹#›</a:t>
            </a:fld>
            <a:endParaRPr lang="en-IN"/>
          </a:p>
        </p:txBody>
      </p:sp>
    </p:spTree>
    <p:extLst>
      <p:ext uri="{BB962C8B-B14F-4D97-AF65-F5344CB8AC3E}">
        <p14:creationId xmlns:p14="http://schemas.microsoft.com/office/powerpoint/2010/main" val="2350897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13F8F7A-3372-48AC-BA06-615CBA3FC879}" type="datetime1">
              <a:rPr lang="en-IN" smtClean="0"/>
              <a:t>20-09-2025</a:t>
            </a:fld>
            <a:endParaRPr lang="en-IN"/>
          </a:p>
        </p:txBody>
      </p:sp>
      <p:sp>
        <p:nvSpPr>
          <p:cNvPr id="8" name="Footer Placeholder 7"/>
          <p:cNvSpPr>
            <a:spLocks noGrp="1"/>
          </p:cNvSpPr>
          <p:nvPr>
            <p:ph type="ftr" sz="quarter" idx="11"/>
          </p:nvPr>
        </p:nvSpPr>
        <p:spPr/>
        <p:txBody>
          <a:bodyPr/>
          <a:lstStyle/>
          <a:p>
            <a:r>
              <a:rPr lang="en-IN"/>
              <a:t>TOPIC NAME</a:t>
            </a:r>
          </a:p>
        </p:txBody>
      </p:sp>
      <p:sp>
        <p:nvSpPr>
          <p:cNvPr id="9" name="Slide Number Placeholder 8"/>
          <p:cNvSpPr>
            <a:spLocks noGrp="1"/>
          </p:cNvSpPr>
          <p:nvPr>
            <p:ph type="sldNum" sz="quarter" idx="12"/>
          </p:nvPr>
        </p:nvSpPr>
        <p:spPr/>
        <p:txBody>
          <a:bodyPr/>
          <a:lstStyle/>
          <a:p>
            <a:fld id="{E6BE162A-C06E-41B6-AEA8-5AD0FEF31657}" type="slidenum">
              <a:rPr lang="en-IN" smtClean="0"/>
              <a:t>‹#›</a:t>
            </a:fld>
            <a:endParaRPr lang="en-IN"/>
          </a:p>
        </p:txBody>
      </p:sp>
    </p:spTree>
    <p:extLst>
      <p:ext uri="{BB962C8B-B14F-4D97-AF65-F5344CB8AC3E}">
        <p14:creationId xmlns:p14="http://schemas.microsoft.com/office/powerpoint/2010/main" val="233283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0FE6F72-AAAC-43DB-8C44-28C5D0FCBEA8}" type="datetime1">
              <a:rPr lang="en-IN" smtClean="0"/>
              <a:t>20-09-2025</a:t>
            </a:fld>
            <a:endParaRPr lang="en-IN"/>
          </a:p>
        </p:txBody>
      </p:sp>
      <p:sp>
        <p:nvSpPr>
          <p:cNvPr id="4" name="Footer Placeholder 3"/>
          <p:cNvSpPr>
            <a:spLocks noGrp="1"/>
          </p:cNvSpPr>
          <p:nvPr>
            <p:ph type="ftr" sz="quarter" idx="11"/>
          </p:nvPr>
        </p:nvSpPr>
        <p:spPr/>
        <p:txBody>
          <a:bodyPr/>
          <a:lstStyle/>
          <a:p>
            <a:r>
              <a:rPr lang="en-IN"/>
              <a:t>TOPIC NAME</a:t>
            </a:r>
          </a:p>
        </p:txBody>
      </p:sp>
      <p:sp>
        <p:nvSpPr>
          <p:cNvPr id="5" name="Slide Number Placeholder 4"/>
          <p:cNvSpPr>
            <a:spLocks noGrp="1"/>
          </p:cNvSpPr>
          <p:nvPr>
            <p:ph type="sldNum" sz="quarter" idx="12"/>
          </p:nvPr>
        </p:nvSpPr>
        <p:spPr/>
        <p:txBody>
          <a:bodyPr/>
          <a:lstStyle/>
          <a:p>
            <a:fld id="{E6BE162A-C06E-41B6-AEA8-5AD0FEF31657}" type="slidenum">
              <a:rPr lang="en-IN" smtClean="0"/>
              <a:t>‹#›</a:t>
            </a:fld>
            <a:endParaRPr lang="en-IN"/>
          </a:p>
        </p:txBody>
      </p:sp>
    </p:spTree>
    <p:extLst>
      <p:ext uri="{BB962C8B-B14F-4D97-AF65-F5344CB8AC3E}">
        <p14:creationId xmlns:p14="http://schemas.microsoft.com/office/powerpoint/2010/main" val="933884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F07F6E-7F47-4504-BCBE-EABC079302BE}" type="datetime1">
              <a:rPr lang="en-IN" smtClean="0"/>
              <a:t>20-09-2025</a:t>
            </a:fld>
            <a:endParaRPr lang="en-IN"/>
          </a:p>
        </p:txBody>
      </p:sp>
      <p:sp>
        <p:nvSpPr>
          <p:cNvPr id="3" name="Footer Placeholder 2"/>
          <p:cNvSpPr>
            <a:spLocks noGrp="1"/>
          </p:cNvSpPr>
          <p:nvPr>
            <p:ph type="ftr" sz="quarter" idx="11"/>
          </p:nvPr>
        </p:nvSpPr>
        <p:spPr/>
        <p:txBody>
          <a:bodyPr/>
          <a:lstStyle/>
          <a:p>
            <a:r>
              <a:rPr lang="en-IN"/>
              <a:t>TOPIC NAME</a:t>
            </a:r>
          </a:p>
        </p:txBody>
      </p:sp>
      <p:sp>
        <p:nvSpPr>
          <p:cNvPr id="4" name="Slide Number Placeholder 3"/>
          <p:cNvSpPr>
            <a:spLocks noGrp="1"/>
          </p:cNvSpPr>
          <p:nvPr>
            <p:ph type="sldNum" sz="quarter" idx="12"/>
          </p:nvPr>
        </p:nvSpPr>
        <p:spPr/>
        <p:txBody>
          <a:bodyPr/>
          <a:lstStyle/>
          <a:p>
            <a:fld id="{E6BE162A-C06E-41B6-AEA8-5AD0FEF31657}" type="slidenum">
              <a:rPr lang="en-IN" smtClean="0"/>
              <a:t>‹#›</a:t>
            </a:fld>
            <a:endParaRPr lang="en-IN"/>
          </a:p>
        </p:txBody>
      </p:sp>
    </p:spTree>
    <p:extLst>
      <p:ext uri="{BB962C8B-B14F-4D97-AF65-F5344CB8AC3E}">
        <p14:creationId xmlns:p14="http://schemas.microsoft.com/office/powerpoint/2010/main" val="2276748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B5D4FD-2029-4754-A58A-54C6F6042C21}" type="datetime1">
              <a:rPr lang="en-IN" smtClean="0"/>
              <a:t>20-09-2025</a:t>
            </a:fld>
            <a:endParaRPr lang="en-IN"/>
          </a:p>
        </p:txBody>
      </p:sp>
      <p:sp>
        <p:nvSpPr>
          <p:cNvPr id="6" name="Footer Placeholder 5"/>
          <p:cNvSpPr>
            <a:spLocks noGrp="1"/>
          </p:cNvSpPr>
          <p:nvPr>
            <p:ph type="ftr" sz="quarter" idx="11"/>
          </p:nvPr>
        </p:nvSpPr>
        <p:spPr/>
        <p:txBody>
          <a:bodyPr/>
          <a:lstStyle/>
          <a:p>
            <a:r>
              <a:rPr lang="en-IN"/>
              <a:t>TOPIC NAME</a:t>
            </a:r>
          </a:p>
        </p:txBody>
      </p:sp>
      <p:sp>
        <p:nvSpPr>
          <p:cNvPr id="7" name="Slide Number Placeholder 6"/>
          <p:cNvSpPr>
            <a:spLocks noGrp="1"/>
          </p:cNvSpPr>
          <p:nvPr>
            <p:ph type="sldNum" sz="quarter" idx="12"/>
          </p:nvPr>
        </p:nvSpPr>
        <p:spPr/>
        <p:txBody>
          <a:bodyPr/>
          <a:lstStyle/>
          <a:p>
            <a:fld id="{E6BE162A-C06E-41B6-AEA8-5AD0FEF31657}" type="slidenum">
              <a:rPr lang="en-IN" smtClean="0"/>
              <a:t>‹#›</a:t>
            </a:fld>
            <a:endParaRPr lang="en-IN"/>
          </a:p>
        </p:txBody>
      </p:sp>
    </p:spTree>
    <p:extLst>
      <p:ext uri="{BB962C8B-B14F-4D97-AF65-F5344CB8AC3E}">
        <p14:creationId xmlns:p14="http://schemas.microsoft.com/office/powerpoint/2010/main" val="2663461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3244D5C-AD36-4BB5-972E-467500C46EB8}" type="datetime1">
              <a:rPr lang="en-IN" smtClean="0"/>
              <a:t>20-09-2025</a:t>
            </a:fld>
            <a:endParaRPr lang="en-IN"/>
          </a:p>
        </p:txBody>
      </p:sp>
      <p:sp>
        <p:nvSpPr>
          <p:cNvPr id="6" name="Footer Placeholder 5"/>
          <p:cNvSpPr>
            <a:spLocks noGrp="1"/>
          </p:cNvSpPr>
          <p:nvPr>
            <p:ph type="ftr" sz="quarter" idx="11"/>
          </p:nvPr>
        </p:nvSpPr>
        <p:spPr/>
        <p:txBody>
          <a:bodyPr/>
          <a:lstStyle/>
          <a:p>
            <a:r>
              <a:rPr lang="en-IN"/>
              <a:t>TOPIC NAME</a:t>
            </a:r>
          </a:p>
        </p:txBody>
      </p:sp>
      <p:sp>
        <p:nvSpPr>
          <p:cNvPr id="7" name="Slide Number Placeholder 6"/>
          <p:cNvSpPr>
            <a:spLocks noGrp="1"/>
          </p:cNvSpPr>
          <p:nvPr>
            <p:ph type="sldNum" sz="quarter" idx="12"/>
          </p:nvPr>
        </p:nvSpPr>
        <p:spPr/>
        <p:txBody>
          <a:bodyPr/>
          <a:lstStyle/>
          <a:p>
            <a:fld id="{E6BE162A-C06E-41B6-AEA8-5AD0FEF31657}" type="slidenum">
              <a:rPr lang="en-IN" smtClean="0"/>
              <a:t>‹#›</a:t>
            </a:fld>
            <a:endParaRPr lang="en-IN"/>
          </a:p>
        </p:txBody>
      </p:sp>
    </p:spTree>
    <p:extLst>
      <p:ext uri="{BB962C8B-B14F-4D97-AF65-F5344CB8AC3E}">
        <p14:creationId xmlns:p14="http://schemas.microsoft.com/office/powerpoint/2010/main" val="1734308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2B86E10-6F6A-4FDB-90BF-4E84F414A90F}" type="datetime1">
              <a:rPr lang="en-IN" smtClean="0"/>
              <a:t>20-09-2025</a:t>
            </a:fld>
            <a:endParaRPr lang="en-IN"/>
          </a:p>
        </p:txBody>
      </p:sp>
      <p:sp>
        <p:nvSpPr>
          <p:cNvPr id="5" name="Footer Placeholder 4"/>
          <p:cNvSpPr>
            <a:spLocks noGrp="1"/>
          </p:cNvSpPr>
          <p:nvPr>
            <p:ph type="ftr" sz="quarter" idx="11"/>
          </p:nvPr>
        </p:nvSpPr>
        <p:spPr/>
        <p:txBody>
          <a:bodyPr/>
          <a:lstStyle/>
          <a:p>
            <a:r>
              <a:rPr lang="en-IN"/>
              <a:t>TOPIC NAME</a:t>
            </a:r>
          </a:p>
        </p:txBody>
      </p:sp>
      <p:sp>
        <p:nvSpPr>
          <p:cNvPr id="6" name="Slide Number Placeholder 5"/>
          <p:cNvSpPr>
            <a:spLocks noGrp="1"/>
          </p:cNvSpPr>
          <p:nvPr>
            <p:ph type="sldNum" sz="quarter" idx="12"/>
          </p:nvPr>
        </p:nvSpPr>
        <p:spPr/>
        <p:txBody>
          <a:bodyPr/>
          <a:lstStyle/>
          <a:p>
            <a:fld id="{E6BE162A-C06E-41B6-AEA8-5AD0FEF31657}" type="slidenum">
              <a:rPr lang="en-IN" smtClean="0"/>
              <a:t>‹#›</a:t>
            </a:fld>
            <a:endParaRPr lang="en-IN"/>
          </a:p>
        </p:txBody>
      </p:sp>
    </p:spTree>
    <p:extLst>
      <p:ext uri="{BB962C8B-B14F-4D97-AF65-F5344CB8AC3E}">
        <p14:creationId xmlns:p14="http://schemas.microsoft.com/office/powerpoint/2010/main" val="2431686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C73F9CF-AA0E-47D6-9E77-2A2612C49DFD}" type="datetime1">
              <a:rPr lang="en-IN" smtClean="0"/>
              <a:t>20-09-2025</a:t>
            </a:fld>
            <a:endParaRPr lang="en-IN"/>
          </a:p>
        </p:txBody>
      </p:sp>
      <p:sp>
        <p:nvSpPr>
          <p:cNvPr id="5" name="Footer Placeholder 4"/>
          <p:cNvSpPr>
            <a:spLocks noGrp="1"/>
          </p:cNvSpPr>
          <p:nvPr>
            <p:ph type="ftr" sz="quarter" idx="11"/>
          </p:nvPr>
        </p:nvSpPr>
        <p:spPr/>
        <p:txBody>
          <a:bodyPr/>
          <a:lstStyle/>
          <a:p>
            <a:r>
              <a:rPr lang="en-IN"/>
              <a:t>TOPIC NAME</a:t>
            </a:r>
          </a:p>
        </p:txBody>
      </p:sp>
      <p:sp>
        <p:nvSpPr>
          <p:cNvPr id="6" name="Slide Number Placeholder 5"/>
          <p:cNvSpPr>
            <a:spLocks noGrp="1"/>
          </p:cNvSpPr>
          <p:nvPr>
            <p:ph type="sldNum" sz="quarter" idx="12"/>
          </p:nvPr>
        </p:nvSpPr>
        <p:spPr/>
        <p:txBody>
          <a:bodyPr/>
          <a:lstStyle/>
          <a:p>
            <a:fld id="{E6BE162A-C06E-41B6-AEA8-5AD0FEF31657}" type="slidenum">
              <a:rPr lang="en-IN" smtClean="0"/>
              <a:t>‹#›</a:t>
            </a:fld>
            <a:endParaRPr lang="en-IN"/>
          </a:p>
        </p:txBody>
      </p:sp>
    </p:spTree>
    <p:extLst>
      <p:ext uri="{BB962C8B-B14F-4D97-AF65-F5344CB8AC3E}">
        <p14:creationId xmlns:p14="http://schemas.microsoft.com/office/powerpoint/2010/main" val="2591510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880584-61E1-412D-BF33-619697A9787D}" type="datetime1">
              <a:rPr lang="en-IN" smtClean="0"/>
              <a:t>20-09-2025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TOPIC NAME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BE162A-C06E-41B6-AEA8-5AD0FEF31657}" type="slidenum">
              <a:rPr lang="en-IN" smtClean="0"/>
              <a:t>‹#›</a:t>
            </a:fld>
            <a:endParaRPr lang="en-IN"/>
          </a:p>
        </p:txBody>
      </p:sp>
    </p:spTree>
    <p:extLst>
      <p:ext uri="{BB962C8B-B14F-4D97-AF65-F5344CB8AC3E}">
        <p14:creationId xmlns:p14="http://schemas.microsoft.com/office/powerpoint/2010/main" val="6179658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customXml" Target="../ink/ink14.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FA2C7-36E7-2D44-BAEA-896C59850128}"/>
              </a:ext>
            </a:extLst>
          </p:cNvPr>
          <p:cNvSpPr>
            <a:spLocks noGrp="1"/>
          </p:cNvSpPr>
          <p:nvPr>
            <p:ph type="title"/>
          </p:nvPr>
        </p:nvSpPr>
        <p:spPr>
          <a:xfrm>
            <a:off x="1420585" y="3092450"/>
            <a:ext cx="8229600" cy="1143000"/>
          </a:xfrm>
        </p:spPr>
        <p:txBody>
          <a:bodyPr/>
          <a:lstStyle/>
          <a:p>
            <a:r>
              <a:rPr lang="en-US" b="1">
                <a:solidFill>
                  <a:schemeClr val="tx2"/>
                </a:solidFill>
                <a:latin typeface="Century Gothic" panose="020B0502020202020204" pitchFamily="34" charset="0"/>
              </a:rPr>
              <a:t>Blood Relation </a:t>
            </a:r>
          </a:p>
        </p:txBody>
      </p:sp>
      <p:sp>
        <p:nvSpPr>
          <p:cNvPr id="4" name="Footer Placeholder 3">
            <a:extLst>
              <a:ext uri="{FF2B5EF4-FFF2-40B4-BE49-F238E27FC236}">
                <a16:creationId xmlns:a16="http://schemas.microsoft.com/office/drawing/2014/main" id="{04AAE3CA-1EC1-FD4A-BBC2-BFE87EA2E1A1}"/>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89129804-C71E-3545-953A-503022F89235}"/>
              </a:ext>
            </a:extLst>
          </p:cNvPr>
          <p:cNvSpPr>
            <a:spLocks noGrp="1"/>
          </p:cNvSpPr>
          <p:nvPr>
            <p:ph type="sldNum" sz="quarter" idx="12"/>
          </p:nvPr>
        </p:nvSpPr>
        <p:spPr/>
        <p:txBody>
          <a:bodyPr/>
          <a:lstStyle/>
          <a:p>
            <a:fld id="{E6BE162A-C06E-41B6-AEA8-5AD0FEF31657}" type="slidenum">
              <a:rPr lang="en-IN" smtClean="0"/>
              <a:t>1</a:t>
            </a:fld>
            <a:endParaRPr lang="en-IN"/>
          </a:p>
        </p:txBody>
      </p:sp>
      <p:sp>
        <p:nvSpPr>
          <p:cNvPr id="7" name="Title 1">
            <a:extLst>
              <a:ext uri="{FF2B5EF4-FFF2-40B4-BE49-F238E27FC236}">
                <a16:creationId xmlns:a16="http://schemas.microsoft.com/office/drawing/2014/main" id="{99C94F70-7AAF-7845-B2E9-4CE51AF48CF0}"/>
              </a:ext>
            </a:extLst>
          </p:cNvPr>
          <p:cNvSpPr txBox="1">
            <a:spLocks/>
          </p:cNvSpPr>
          <p:nvPr/>
        </p:nvSpPr>
        <p:spPr>
          <a:xfrm>
            <a:off x="-1382486" y="1885951"/>
            <a:ext cx="8229600" cy="11430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5400" b="1">
                <a:solidFill>
                  <a:schemeClr val="accent2">
                    <a:lumMod val="50000"/>
                  </a:schemeClr>
                </a:solidFill>
                <a:latin typeface="Bell MT" panose="02020503060305020303" pitchFamily="18" charset="0"/>
              </a:rPr>
              <a:t>Reasoning </a:t>
            </a:r>
          </a:p>
        </p:txBody>
      </p:sp>
      <p:sp>
        <p:nvSpPr>
          <p:cNvPr id="3" name="Right Triangle 2">
            <a:extLst>
              <a:ext uri="{FF2B5EF4-FFF2-40B4-BE49-F238E27FC236}">
                <a16:creationId xmlns:a16="http://schemas.microsoft.com/office/drawing/2014/main" id="{FF322CAD-E495-ECAD-2DFA-E7A4E675C54A}"/>
              </a:ext>
            </a:extLst>
          </p:cNvPr>
          <p:cNvSpPr/>
          <p:nvPr/>
        </p:nvSpPr>
        <p:spPr>
          <a:xfrm>
            <a:off x="0" y="43053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89863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B6672-BF8A-90A2-8C70-B5ACF80D7ED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69461A7-F3AF-F8DF-94ED-4DF125E46CAB}"/>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6DA4ECD0-1C5B-0E2F-4D88-705376D1016F}"/>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6C92CEF3-CB53-0849-D2D7-F66AD52068B6}"/>
              </a:ext>
            </a:extLst>
          </p:cNvPr>
          <p:cNvSpPr>
            <a:spLocks noGrp="1"/>
          </p:cNvSpPr>
          <p:nvPr>
            <p:ph type="sldNum" sz="quarter" idx="12"/>
          </p:nvPr>
        </p:nvSpPr>
        <p:spPr/>
        <p:txBody>
          <a:bodyPr/>
          <a:lstStyle/>
          <a:p>
            <a:fld id="{E6BE162A-C06E-41B6-AEA8-5AD0FEF31657}" type="slidenum">
              <a:rPr lang="en-IN" smtClean="0"/>
              <a:t>2</a:t>
            </a:fld>
            <a:endParaRPr lang="en-IN"/>
          </a:p>
        </p:txBody>
      </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51370792-18EA-173C-81FC-0BF4E9D4EB92}"/>
                  </a:ext>
                </a:extLst>
              </p14:cNvPr>
              <p14:cNvContentPartPr/>
              <p14:nvPr/>
            </p14:nvContentPartPr>
            <p14:xfrm>
              <a:off x="88560" y="314280"/>
              <a:ext cx="7980120" cy="6014160"/>
            </p14:xfrm>
          </p:contentPart>
        </mc:Choice>
        <mc:Fallback>
          <p:pic>
            <p:nvPicPr>
              <p:cNvPr id="7" name="Ink 6">
                <a:extLst>
                  <a:ext uri="{FF2B5EF4-FFF2-40B4-BE49-F238E27FC236}">
                    <a16:creationId xmlns:a16="http://schemas.microsoft.com/office/drawing/2014/main" id="{51370792-18EA-173C-81FC-0BF4E9D4EB92}"/>
                  </a:ext>
                </a:extLst>
              </p:cNvPr>
              <p:cNvPicPr/>
              <p:nvPr/>
            </p:nvPicPr>
            <p:blipFill>
              <a:blip r:embed="rId3"/>
              <a:stretch>
                <a:fillRect/>
              </a:stretch>
            </p:blipFill>
            <p:spPr>
              <a:xfrm>
                <a:off x="79200" y="304920"/>
                <a:ext cx="7998840" cy="6032880"/>
              </a:xfrm>
              <a:prstGeom prst="rect">
                <a:avLst/>
              </a:prstGeom>
            </p:spPr>
          </p:pic>
        </mc:Fallback>
      </mc:AlternateContent>
    </p:spTree>
    <p:extLst>
      <p:ext uri="{BB962C8B-B14F-4D97-AF65-F5344CB8AC3E}">
        <p14:creationId xmlns:p14="http://schemas.microsoft.com/office/powerpoint/2010/main" val="3412007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9FE5C-8C1D-42B2-8564-AD7C3FE8595E}"/>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742C9AEA-77B3-45B7-B5EC-597C585AEE38}"/>
              </a:ext>
            </a:extLst>
          </p:cNvPr>
          <p:cNvSpPr>
            <a:spLocks noGrp="1"/>
          </p:cNvSpPr>
          <p:nvPr>
            <p:ph type="subTitle" idx="1"/>
          </p:nvPr>
        </p:nvSpPr>
        <p:spPr/>
        <p:txBody>
          <a:bodyPr/>
          <a:lstStyle/>
          <a:p>
            <a:endParaRPr lang="en-IN"/>
          </a:p>
        </p:txBody>
      </p:sp>
      <p:sp>
        <p:nvSpPr>
          <p:cNvPr id="4" name="Footer Placeholder 3">
            <a:extLst>
              <a:ext uri="{FF2B5EF4-FFF2-40B4-BE49-F238E27FC236}">
                <a16:creationId xmlns:a16="http://schemas.microsoft.com/office/drawing/2014/main" id="{FFB02B27-98F1-43C8-B2BC-046908179856}"/>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4179A84C-43EB-475B-97E3-4EAD338D9DFE}"/>
              </a:ext>
            </a:extLst>
          </p:cNvPr>
          <p:cNvSpPr>
            <a:spLocks noGrp="1"/>
          </p:cNvSpPr>
          <p:nvPr>
            <p:ph type="sldNum" sz="quarter" idx="12"/>
          </p:nvPr>
        </p:nvSpPr>
        <p:spPr/>
        <p:txBody>
          <a:bodyPr/>
          <a:lstStyle/>
          <a:p>
            <a:fld id="{E6BE162A-C06E-41B6-AEA8-5AD0FEF31657}" type="slidenum">
              <a:rPr lang="en-IN" smtClean="0"/>
              <a:t>3</a:t>
            </a:fld>
            <a:endParaRPr lang="en-IN"/>
          </a:p>
        </p:txBody>
      </p:sp>
      <p:pic>
        <p:nvPicPr>
          <p:cNvPr id="7" name="Picture 6">
            <a:extLst>
              <a:ext uri="{FF2B5EF4-FFF2-40B4-BE49-F238E27FC236}">
                <a16:creationId xmlns:a16="http://schemas.microsoft.com/office/drawing/2014/main" id="{BCE3BA41-1625-488A-80C8-02CB2DAA35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4"/>
            <a:ext cx="9115425" cy="6858000"/>
          </a:xfrm>
          <a:prstGeom prst="rect">
            <a:avLst/>
          </a:prstGeom>
        </p:spPr>
      </p:pic>
      <p:sp>
        <p:nvSpPr>
          <p:cNvPr id="6" name="Rectangle 5">
            <a:extLst>
              <a:ext uri="{FF2B5EF4-FFF2-40B4-BE49-F238E27FC236}">
                <a16:creationId xmlns:a16="http://schemas.microsoft.com/office/drawing/2014/main" id="{AC640307-330A-9C53-53FE-73ED448AF26B}"/>
              </a:ext>
            </a:extLst>
          </p:cNvPr>
          <p:cNvSpPr/>
          <p:nvPr/>
        </p:nvSpPr>
        <p:spPr>
          <a:xfrm>
            <a:off x="0" y="-27384"/>
            <a:ext cx="971600" cy="6206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ight Triangle 8">
            <a:extLst>
              <a:ext uri="{FF2B5EF4-FFF2-40B4-BE49-F238E27FC236}">
                <a16:creationId xmlns:a16="http://schemas.microsoft.com/office/drawing/2014/main" id="{A75A9BF5-24CF-FFA6-56B2-B24BA874D61C}"/>
              </a:ext>
            </a:extLst>
          </p:cNvPr>
          <p:cNvSpPr/>
          <p:nvPr/>
        </p:nvSpPr>
        <p:spPr>
          <a:xfrm>
            <a:off x="0" y="43053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4D857ACB-F4FB-0692-EEB7-C9C7B254FD5A}"/>
                  </a:ext>
                </a:extLst>
              </p14:cNvPr>
              <p14:cNvContentPartPr/>
              <p14:nvPr/>
            </p14:nvContentPartPr>
            <p14:xfrm>
              <a:off x="397440" y="1314000"/>
              <a:ext cx="7903800" cy="4712400"/>
            </p14:xfrm>
          </p:contentPart>
        </mc:Choice>
        <mc:Fallback>
          <p:pic>
            <p:nvPicPr>
              <p:cNvPr id="10" name="Ink 9">
                <a:extLst>
                  <a:ext uri="{FF2B5EF4-FFF2-40B4-BE49-F238E27FC236}">
                    <a16:creationId xmlns:a16="http://schemas.microsoft.com/office/drawing/2014/main" id="{4D857ACB-F4FB-0692-EEB7-C9C7B254FD5A}"/>
                  </a:ext>
                </a:extLst>
              </p:cNvPr>
              <p:cNvPicPr/>
              <p:nvPr/>
            </p:nvPicPr>
            <p:blipFill>
              <a:blip r:embed="rId4"/>
              <a:stretch>
                <a:fillRect/>
              </a:stretch>
            </p:blipFill>
            <p:spPr>
              <a:xfrm>
                <a:off x="388080" y="1304640"/>
                <a:ext cx="7922520" cy="4731120"/>
              </a:xfrm>
              <a:prstGeom prst="rect">
                <a:avLst/>
              </a:prstGeom>
            </p:spPr>
          </p:pic>
        </mc:Fallback>
      </mc:AlternateContent>
    </p:spTree>
    <p:extLst>
      <p:ext uri="{BB962C8B-B14F-4D97-AF65-F5344CB8AC3E}">
        <p14:creationId xmlns:p14="http://schemas.microsoft.com/office/powerpoint/2010/main" val="4282193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218BD-4734-4499-8A1D-011D502EC6BB}"/>
              </a:ext>
            </a:extLst>
          </p:cNvPr>
          <p:cNvSpPr>
            <a:spLocks noGrp="1"/>
          </p:cNvSpPr>
          <p:nvPr>
            <p:ph type="title"/>
          </p:nvPr>
        </p:nvSpPr>
        <p:spPr>
          <a:xfrm>
            <a:off x="457200" y="457200"/>
            <a:ext cx="8229600" cy="1143000"/>
          </a:xfrm>
        </p:spPr>
        <p:txBody>
          <a:bodyPr>
            <a:normAutofit/>
          </a:bodyPr>
          <a:lstStyle/>
          <a:p>
            <a:pPr algn="l"/>
            <a:r>
              <a:rPr lang="en-US" sz="2000" dirty="0">
                <a:latin typeface="+mn-lt"/>
              </a:rPr>
              <a:t>1. A is the brother of B, B is the father of C, D is the wife of A. how is D related to C?</a:t>
            </a:r>
            <a:endParaRPr lang="en-IN" sz="2000" dirty="0">
              <a:latin typeface="+mn-lt"/>
            </a:endParaRPr>
          </a:p>
        </p:txBody>
      </p:sp>
      <p:sp>
        <p:nvSpPr>
          <p:cNvPr id="3" name="Content Placeholder 2">
            <a:extLst>
              <a:ext uri="{FF2B5EF4-FFF2-40B4-BE49-F238E27FC236}">
                <a16:creationId xmlns:a16="http://schemas.microsoft.com/office/drawing/2014/main" id="{2F1509A2-D085-4448-9EF3-3495127B94B0}"/>
              </a:ext>
            </a:extLst>
          </p:cNvPr>
          <p:cNvSpPr>
            <a:spLocks noGrp="1"/>
          </p:cNvSpPr>
          <p:nvPr>
            <p:ph idx="1"/>
          </p:nvPr>
        </p:nvSpPr>
        <p:spPr/>
        <p:txBody>
          <a:bodyPr>
            <a:normAutofit/>
          </a:bodyPr>
          <a:lstStyle/>
          <a:p>
            <a:pPr marL="514350" indent="-514350">
              <a:buAutoNum type="alphaUcParenR"/>
            </a:pPr>
            <a:r>
              <a:rPr lang="en-US" sz="2000" dirty="0"/>
              <a:t>Sister</a:t>
            </a:r>
          </a:p>
          <a:p>
            <a:pPr marL="514350" indent="-514350">
              <a:buAutoNum type="alphaUcParenR"/>
            </a:pPr>
            <a:r>
              <a:rPr lang="en-US" sz="2000" dirty="0"/>
              <a:t>Aunt</a:t>
            </a:r>
          </a:p>
          <a:p>
            <a:pPr marL="514350" indent="-514350">
              <a:buAutoNum type="alphaUcParenR"/>
            </a:pPr>
            <a:r>
              <a:rPr lang="en-US" sz="2000" dirty="0"/>
              <a:t>Mother</a:t>
            </a:r>
          </a:p>
          <a:p>
            <a:pPr marL="514350" indent="-514350">
              <a:buAutoNum type="alphaUcParenR"/>
            </a:pPr>
            <a:r>
              <a:rPr lang="en-US" sz="2000" dirty="0"/>
              <a:t>Mother-in-law</a:t>
            </a:r>
            <a:endParaRPr lang="en-IN" sz="2000" dirty="0"/>
          </a:p>
        </p:txBody>
      </p:sp>
      <p:sp>
        <p:nvSpPr>
          <p:cNvPr id="4" name="Footer Placeholder 3">
            <a:extLst>
              <a:ext uri="{FF2B5EF4-FFF2-40B4-BE49-F238E27FC236}">
                <a16:creationId xmlns:a16="http://schemas.microsoft.com/office/drawing/2014/main" id="{D6C3DAE6-7905-4997-AA31-B4557D4DBE5D}"/>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76E11C1D-4023-48C0-B9AD-1FDC241EDF7F}"/>
              </a:ext>
            </a:extLst>
          </p:cNvPr>
          <p:cNvSpPr>
            <a:spLocks noGrp="1"/>
          </p:cNvSpPr>
          <p:nvPr>
            <p:ph type="sldNum" sz="quarter" idx="12"/>
          </p:nvPr>
        </p:nvSpPr>
        <p:spPr/>
        <p:txBody>
          <a:bodyPr/>
          <a:lstStyle/>
          <a:p>
            <a:fld id="{E6BE162A-C06E-41B6-AEA8-5AD0FEF31657}" type="slidenum">
              <a:rPr lang="en-IN" smtClean="0"/>
              <a:t>4</a:t>
            </a:fld>
            <a:endParaRPr lang="en-IN"/>
          </a:p>
        </p:txBody>
      </p:sp>
      <p:sp>
        <p:nvSpPr>
          <p:cNvPr id="7" name="Right Triangle 6">
            <a:extLst>
              <a:ext uri="{FF2B5EF4-FFF2-40B4-BE49-F238E27FC236}">
                <a16:creationId xmlns:a16="http://schemas.microsoft.com/office/drawing/2014/main" id="{46EE5C76-3862-F69F-AA43-2555CF61B83C}"/>
              </a:ext>
            </a:extLst>
          </p:cNvPr>
          <p:cNvSpPr/>
          <p:nvPr/>
        </p:nvSpPr>
        <p:spPr>
          <a:xfrm>
            <a:off x="0" y="43053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FEACFF0E-C1B1-BE7B-96D6-8474283BD2F9}"/>
                  </a:ext>
                </a:extLst>
              </p14:cNvPr>
              <p14:cNvContentPartPr/>
              <p14:nvPr/>
            </p14:nvContentPartPr>
            <p14:xfrm>
              <a:off x="-149040" y="368640"/>
              <a:ext cx="8574840" cy="5117400"/>
            </p14:xfrm>
          </p:contentPart>
        </mc:Choice>
        <mc:Fallback>
          <p:pic>
            <p:nvPicPr>
              <p:cNvPr id="9" name="Ink 8">
                <a:extLst>
                  <a:ext uri="{FF2B5EF4-FFF2-40B4-BE49-F238E27FC236}">
                    <a16:creationId xmlns:a16="http://schemas.microsoft.com/office/drawing/2014/main" id="{FEACFF0E-C1B1-BE7B-96D6-8474283BD2F9}"/>
                  </a:ext>
                </a:extLst>
              </p:cNvPr>
              <p:cNvPicPr/>
              <p:nvPr/>
            </p:nvPicPr>
            <p:blipFill>
              <a:blip r:embed="rId3"/>
              <a:stretch>
                <a:fillRect/>
              </a:stretch>
            </p:blipFill>
            <p:spPr>
              <a:xfrm>
                <a:off x="-158400" y="359280"/>
                <a:ext cx="8593560" cy="5136120"/>
              </a:xfrm>
              <a:prstGeom prst="rect">
                <a:avLst/>
              </a:prstGeom>
            </p:spPr>
          </p:pic>
        </mc:Fallback>
      </mc:AlternateContent>
    </p:spTree>
    <p:extLst>
      <p:ext uri="{BB962C8B-B14F-4D97-AF65-F5344CB8AC3E}">
        <p14:creationId xmlns:p14="http://schemas.microsoft.com/office/powerpoint/2010/main" val="2530774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218BD-4734-4499-8A1D-011D502EC6BB}"/>
              </a:ext>
            </a:extLst>
          </p:cNvPr>
          <p:cNvSpPr>
            <a:spLocks noGrp="1"/>
          </p:cNvSpPr>
          <p:nvPr>
            <p:ph type="title"/>
          </p:nvPr>
        </p:nvSpPr>
        <p:spPr>
          <a:xfrm>
            <a:off x="457200" y="632495"/>
            <a:ext cx="8229600" cy="1143000"/>
          </a:xfrm>
        </p:spPr>
        <p:txBody>
          <a:bodyPr>
            <a:normAutofit/>
          </a:bodyPr>
          <a:lstStyle/>
          <a:p>
            <a:pPr algn="l"/>
            <a:r>
              <a:rPr lang="en-US" sz="2000" dirty="0">
                <a:latin typeface="+mn-lt"/>
              </a:rPr>
              <a:t>2. P is the brother of Q. R is the daughter of Q. S is the sister of P. Q is sister of S. T is the brother of R. who is the uncle of T?</a:t>
            </a:r>
            <a:endParaRPr lang="en-IN" sz="2000" dirty="0">
              <a:latin typeface="+mn-lt"/>
            </a:endParaRPr>
          </a:p>
        </p:txBody>
      </p:sp>
      <p:sp>
        <p:nvSpPr>
          <p:cNvPr id="3" name="Content Placeholder 2">
            <a:extLst>
              <a:ext uri="{FF2B5EF4-FFF2-40B4-BE49-F238E27FC236}">
                <a16:creationId xmlns:a16="http://schemas.microsoft.com/office/drawing/2014/main" id="{2F1509A2-D085-4448-9EF3-3495127B94B0}"/>
              </a:ext>
            </a:extLst>
          </p:cNvPr>
          <p:cNvSpPr>
            <a:spLocks noGrp="1"/>
          </p:cNvSpPr>
          <p:nvPr>
            <p:ph idx="1"/>
          </p:nvPr>
        </p:nvSpPr>
        <p:spPr/>
        <p:txBody>
          <a:bodyPr>
            <a:normAutofit/>
          </a:bodyPr>
          <a:lstStyle/>
          <a:p>
            <a:pPr marL="514350" indent="-514350">
              <a:buAutoNum type="alphaUcParenR"/>
            </a:pPr>
            <a:r>
              <a:rPr lang="en-US" sz="2000" dirty="0"/>
              <a:t>P</a:t>
            </a:r>
          </a:p>
          <a:p>
            <a:pPr marL="514350" indent="-514350">
              <a:buAutoNum type="alphaUcParenR"/>
            </a:pPr>
            <a:r>
              <a:rPr lang="en-US" sz="2000" dirty="0"/>
              <a:t>Q</a:t>
            </a:r>
          </a:p>
          <a:p>
            <a:pPr marL="514350" indent="-514350">
              <a:buAutoNum type="alphaUcParenR"/>
            </a:pPr>
            <a:r>
              <a:rPr lang="en-US" sz="2000" dirty="0"/>
              <a:t>C</a:t>
            </a:r>
          </a:p>
          <a:p>
            <a:pPr marL="514350" indent="-514350">
              <a:buAutoNum type="alphaUcParenR"/>
            </a:pPr>
            <a:r>
              <a:rPr lang="en-US" sz="2000" dirty="0"/>
              <a:t>S</a:t>
            </a:r>
            <a:endParaRPr lang="en-IN" sz="2000" dirty="0"/>
          </a:p>
        </p:txBody>
      </p:sp>
      <p:sp>
        <p:nvSpPr>
          <p:cNvPr id="4" name="Footer Placeholder 3">
            <a:extLst>
              <a:ext uri="{FF2B5EF4-FFF2-40B4-BE49-F238E27FC236}">
                <a16:creationId xmlns:a16="http://schemas.microsoft.com/office/drawing/2014/main" id="{D6C3DAE6-7905-4997-AA31-B4557D4DBE5D}"/>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76E11C1D-4023-48C0-B9AD-1FDC241EDF7F}"/>
              </a:ext>
            </a:extLst>
          </p:cNvPr>
          <p:cNvSpPr>
            <a:spLocks noGrp="1"/>
          </p:cNvSpPr>
          <p:nvPr>
            <p:ph type="sldNum" sz="quarter" idx="12"/>
          </p:nvPr>
        </p:nvSpPr>
        <p:spPr/>
        <p:txBody>
          <a:bodyPr/>
          <a:lstStyle/>
          <a:p>
            <a:fld id="{E6BE162A-C06E-41B6-AEA8-5AD0FEF31657}" type="slidenum">
              <a:rPr lang="en-IN" smtClean="0"/>
              <a:t>5</a:t>
            </a:fld>
            <a:endParaRPr lang="en-IN"/>
          </a:p>
        </p:txBody>
      </p:sp>
      <p:sp>
        <p:nvSpPr>
          <p:cNvPr id="7" name="Right Triangle 6">
            <a:extLst>
              <a:ext uri="{FF2B5EF4-FFF2-40B4-BE49-F238E27FC236}">
                <a16:creationId xmlns:a16="http://schemas.microsoft.com/office/drawing/2014/main" id="{E433BB92-33C6-6E60-9C3F-56BC8E3D37EA}"/>
              </a:ext>
            </a:extLst>
          </p:cNvPr>
          <p:cNvSpPr/>
          <p:nvPr/>
        </p:nvSpPr>
        <p:spPr>
          <a:xfrm>
            <a:off x="0" y="479864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37A21D23-9DB7-D872-2CAA-42A015DDFE64}"/>
                  </a:ext>
                </a:extLst>
              </p14:cNvPr>
              <p14:cNvContentPartPr/>
              <p14:nvPr/>
            </p14:nvContentPartPr>
            <p14:xfrm>
              <a:off x="-237240" y="1219320"/>
              <a:ext cx="7484040" cy="2842560"/>
            </p14:xfrm>
          </p:contentPart>
        </mc:Choice>
        <mc:Fallback>
          <p:pic>
            <p:nvPicPr>
              <p:cNvPr id="9" name="Ink 8">
                <a:extLst>
                  <a:ext uri="{FF2B5EF4-FFF2-40B4-BE49-F238E27FC236}">
                    <a16:creationId xmlns:a16="http://schemas.microsoft.com/office/drawing/2014/main" id="{37A21D23-9DB7-D872-2CAA-42A015DDFE64}"/>
                  </a:ext>
                </a:extLst>
              </p:cNvPr>
              <p:cNvPicPr/>
              <p:nvPr/>
            </p:nvPicPr>
            <p:blipFill>
              <a:blip r:embed="rId3"/>
              <a:stretch>
                <a:fillRect/>
              </a:stretch>
            </p:blipFill>
            <p:spPr>
              <a:xfrm>
                <a:off x="-246600" y="1209960"/>
                <a:ext cx="7502760" cy="2861280"/>
              </a:xfrm>
              <a:prstGeom prst="rect">
                <a:avLst/>
              </a:prstGeom>
            </p:spPr>
          </p:pic>
        </mc:Fallback>
      </mc:AlternateContent>
    </p:spTree>
    <p:extLst>
      <p:ext uri="{BB962C8B-B14F-4D97-AF65-F5344CB8AC3E}">
        <p14:creationId xmlns:p14="http://schemas.microsoft.com/office/powerpoint/2010/main" val="1070881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218BD-4734-4499-8A1D-011D502EC6BB}"/>
              </a:ext>
            </a:extLst>
          </p:cNvPr>
          <p:cNvSpPr>
            <a:spLocks noGrp="1"/>
          </p:cNvSpPr>
          <p:nvPr>
            <p:ph type="title"/>
          </p:nvPr>
        </p:nvSpPr>
        <p:spPr>
          <a:xfrm>
            <a:off x="457200" y="457200"/>
            <a:ext cx="8229600" cy="1143000"/>
          </a:xfrm>
        </p:spPr>
        <p:txBody>
          <a:bodyPr>
            <a:normAutofit/>
          </a:bodyPr>
          <a:lstStyle/>
          <a:p>
            <a:pPr algn="l"/>
            <a:r>
              <a:rPr lang="en-US" sz="2000" dirty="0">
                <a:latin typeface="+mn-lt"/>
              </a:rPr>
              <a:t>3. </a:t>
            </a:r>
            <a:r>
              <a:rPr lang="en-US" sz="2000" dirty="0" err="1">
                <a:latin typeface="+mn-lt"/>
              </a:rPr>
              <a:t>Renu</a:t>
            </a:r>
            <a:r>
              <a:rPr lang="en-US" sz="2000" dirty="0">
                <a:latin typeface="+mn-lt"/>
              </a:rPr>
              <a:t> is Sashi’s daughter. Sashi is </a:t>
            </a:r>
            <a:r>
              <a:rPr lang="en-US" sz="2000" dirty="0" err="1">
                <a:latin typeface="+mn-lt"/>
              </a:rPr>
              <a:t>babli’s</a:t>
            </a:r>
            <a:r>
              <a:rPr lang="en-US" sz="2000" dirty="0">
                <a:latin typeface="+mn-lt"/>
              </a:rPr>
              <a:t> mother. Vanish is </a:t>
            </a:r>
            <a:r>
              <a:rPr lang="en-US" sz="2000" dirty="0" err="1">
                <a:latin typeface="+mn-lt"/>
              </a:rPr>
              <a:t>Babli’s</a:t>
            </a:r>
            <a:r>
              <a:rPr lang="en-US" sz="2000" dirty="0">
                <a:latin typeface="+mn-lt"/>
              </a:rPr>
              <a:t> brother. How is vanish related to </a:t>
            </a:r>
            <a:r>
              <a:rPr lang="en-US" sz="2000" dirty="0" err="1">
                <a:latin typeface="+mn-lt"/>
              </a:rPr>
              <a:t>Renu</a:t>
            </a:r>
            <a:r>
              <a:rPr lang="en-US" sz="2000" dirty="0">
                <a:latin typeface="+mn-lt"/>
              </a:rPr>
              <a:t>?</a:t>
            </a:r>
            <a:endParaRPr lang="en-IN" sz="2000" dirty="0">
              <a:latin typeface="+mn-lt"/>
            </a:endParaRPr>
          </a:p>
        </p:txBody>
      </p:sp>
      <p:sp>
        <p:nvSpPr>
          <p:cNvPr id="3" name="Content Placeholder 2">
            <a:extLst>
              <a:ext uri="{FF2B5EF4-FFF2-40B4-BE49-F238E27FC236}">
                <a16:creationId xmlns:a16="http://schemas.microsoft.com/office/drawing/2014/main" id="{2F1509A2-D085-4448-9EF3-3495127B94B0}"/>
              </a:ext>
            </a:extLst>
          </p:cNvPr>
          <p:cNvSpPr>
            <a:spLocks noGrp="1"/>
          </p:cNvSpPr>
          <p:nvPr>
            <p:ph idx="1"/>
          </p:nvPr>
        </p:nvSpPr>
        <p:spPr/>
        <p:txBody>
          <a:bodyPr>
            <a:normAutofit/>
          </a:bodyPr>
          <a:lstStyle/>
          <a:p>
            <a:pPr marL="514350" indent="-514350">
              <a:buAutoNum type="alphaUcParenR"/>
            </a:pPr>
            <a:r>
              <a:rPr lang="en-US" sz="2000" dirty="0"/>
              <a:t>Father</a:t>
            </a:r>
          </a:p>
          <a:p>
            <a:pPr marL="514350" indent="-514350">
              <a:buAutoNum type="alphaUcParenR"/>
            </a:pPr>
            <a:r>
              <a:rPr lang="en-US" sz="2000" dirty="0"/>
              <a:t>Nephew</a:t>
            </a:r>
          </a:p>
          <a:p>
            <a:pPr marL="514350" indent="-514350">
              <a:buAutoNum type="alphaUcParenR"/>
            </a:pPr>
            <a:r>
              <a:rPr lang="en-US" sz="2000" dirty="0"/>
              <a:t>Brother</a:t>
            </a:r>
          </a:p>
          <a:p>
            <a:pPr marL="514350" indent="-514350">
              <a:buAutoNum type="alphaUcParenR"/>
            </a:pPr>
            <a:r>
              <a:rPr lang="en-US" sz="2000" dirty="0"/>
              <a:t>none</a:t>
            </a:r>
            <a:endParaRPr lang="en-IN" sz="2000" dirty="0"/>
          </a:p>
        </p:txBody>
      </p:sp>
      <p:sp>
        <p:nvSpPr>
          <p:cNvPr id="4" name="Footer Placeholder 3">
            <a:extLst>
              <a:ext uri="{FF2B5EF4-FFF2-40B4-BE49-F238E27FC236}">
                <a16:creationId xmlns:a16="http://schemas.microsoft.com/office/drawing/2014/main" id="{D6C3DAE6-7905-4997-AA31-B4557D4DBE5D}"/>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76E11C1D-4023-48C0-B9AD-1FDC241EDF7F}"/>
              </a:ext>
            </a:extLst>
          </p:cNvPr>
          <p:cNvSpPr>
            <a:spLocks noGrp="1"/>
          </p:cNvSpPr>
          <p:nvPr>
            <p:ph type="sldNum" sz="quarter" idx="12"/>
          </p:nvPr>
        </p:nvSpPr>
        <p:spPr/>
        <p:txBody>
          <a:bodyPr/>
          <a:lstStyle/>
          <a:p>
            <a:fld id="{E6BE162A-C06E-41B6-AEA8-5AD0FEF31657}" type="slidenum">
              <a:rPr lang="en-IN" smtClean="0"/>
              <a:t>6</a:t>
            </a:fld>
            <a:endParaRPr lang="en-IN"/>
          </a:p>
        </p:txBody>
      </p:sp>
      <p:sp>
        <p:nvSpPr>
          <p:cNvPr id="6" name="Right Triangle 5">
            <a:extLst>
              <a:ext uri="{FF2B5EF4-FFF2-40B4-BE49-F238E27FC236}">
                <a16:creationId xmlns:a16="http://schemas.microsoft.com/office/drawing/2014/main" id="{BE4D4BC0-8D3F-1590-D143-C805474DC8A7}"/>
              </a:ext>
            </a:extLst>
          </p:cNvPr>
          <p:cNvSpPr/>
          <p:nvPr/>
        </p:nvSpPr>
        <p:spPr>
          <a:xfrm>
            <a:off x="0" y="43053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478C30B2-343C-53BB-A210-8DBD8D5EBDFD}"/>
                  </a:ext>
                </a:extLst>
              </p14:cNvPr>
              <p14:cNvContentPartPr/>
              <p14:nvPr/>
            </p14:nvContentPartPr>
            <p14:xfrm>
              <a:off x="389880" y="1470600"/>
              <a:ext cx="8319240" cy="2968560"/>
            </p14:xfrm>
          </p:contentPart>
        </mc:Choice>
        <mc:Fallback>
          <p:pic>
            <p:nvPicPr>
              <p:cNvPr id="9" name="Ink 8">
                <a:extLst>
                  <a:ext uri="{FF2B5EF4-FFF2-40B4-BE49-F238E27FC236}">
                    <a16:creationId xmlns:a16="http://schemas.microsoft.com/office/drawing/2014/main" id="{478C30B2-343C-53BB-A210-8DBD8D5EBDFD}"/>
                  </a:ext>
                </a:extLst>
              </p:cNvPr>
              <p:cNvPicPr/>
              <p:nvPr/>
            </p:nvPicPr>
            <p:blipFill>
              <a:blip r:embed="rId3"/>
              <a:stretch>
                <a:fillRect/>
              </a:stretch>
            </p:blipFill>
            <p:spPr>
              <a:xfrm>
                <a:off x="380520" y="1461240"/>
                <a:ext cx="8337960" cy="2987280"/>
              </a:xfrm>
              <a:prstGeom prst="rect">
                <a:avLst/>
              </a:prstGeom>
            </p:spPr>
          </p:pic>
        </mc:Fallback>
      </mc:AlternateContent>
    </p:spTree>
    <p:extLst>
      <p:ext uri="{BB962C8B-B14F-4D97-AF65-F5344CB8AC3E}">
        <p14:creationId xmlns:p14="http://schemas.microsoft.com/office/powerpoint/2010/main" val="4235067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218BD-4734-4499-8A1D-011D502EC6BB}"/>
              </a:ext>
            </a:extLst>
          </p:cNvPr>
          <p:cNvSpPr>
            <a:spLocks noGrp="1"/>
          </p:cNvSpPr>
          <p:nvPr>
            <p:ph type="title"/>
          </p:nvPr>
        </p:nvSpPr>
        <p:spPr>
          <a:xfrm>
            <a:off x="457200" y="833928"/>
            <a:ext cx="8229600" cy="1143000"/>
          </a:xfrm>
        </p:spPr>
        <p:txBody>
          <a:bodyPr>
            <a:normAutofit/>
          </a:bodyPr>
          <a:lstStyle/>
          <a:p>
            <a:pPr algn="l"/>
            <a:r>
              <a:rPr lang="en-US" sz="2000" dirty="0">
                <a:latin typeface="+mn-lt"/>
              </a:rPr>
              <a:t>4. Amar is the brother of Babul, babul is the sister of </a:t>
            </a:r>
            <a:r>
              <a:rPr lang="en-US" sz="2000" dirty="0" err="1">
                <a:latin typeface="+mn-lt"/>
              </a:rPr>
              <a:t>krishna</a:t>
            </a:r>
            <a:r>
              <a:rPr lang="en-US" sz="2000" dirty="0">
                <a:latin typeface="+mn-lt"/>
              </a:rPr>
              <a:t>. Krishna is the father of Durga who is the only daughter of Krishna. How is Durga related Amar?</a:t>
            </a:r>
            <a:endParaRPr lang="en-IN" sz="2000" dirty="0">
              <a:latin typeface="+mn-lt"/>
            </a:endParaRPr>
          </a:p>
        </p:txBody>
      </p:sp>
      <p:sp>
        <p:nvSpPr>
          <p:cNvPr id="3" name="Content Placeholder 2">
            <a:extLst>
              <a:ext uri="{FF2B5EF4-FFF2-40B4-BE49-F238E27FC236}">
                <a16:creationId xmlns:a16="http://schemas.microsoft.com/office/drawing/2014/main" id="{2F1509A2-D085-4448-9EF3-3495127B94B0}"/>
              </a:ext>
            </a:extLst>
          </p:cNvPr>
          <p:cNvSpPr>
            <a:spLocks noGrp="1"/>
          </p:cNvSpPr>
          <p:nvPr>
            <p:ph idx="1"/>
          </p:nvPr>
        </p:nvSpPr>
        <p:spPr>
          <a:xfrm>
            <a:off x="457200" y="2042318"/>
            <a:ext cx="8229600" cy="4525963"/>
          </a:xfrm>
        </p:spPr>
        <p:txBody>
          <a:bodyPr>
            <a:normAutofit/>
          </a:bodyPr>
          <a:lstStyle/>
          <a:p>
            <a:pPr marL="514350" indent="-514350">
              <a:buAutoNum type="alphaUcParenR"/>
            </a:pPr>
            <a:r>
              <a:rPr lang="en-US" sz="2000" dirty="0"/>
              <a:t>Sister</a:t>
            </a:r>
          </a:p>
          <a:p>
            <a:pPr marL="514350" indent="-514350">
              <a:buAutoNum type="alphaUcParenR"/>
            </a:pPr>
            <a:r>
              <a:rPr lang="en-US" sz="2000" dirty="0"/>
              <a:t>Niece</a:t>
            </a:r>
          </a:p>
          <a:p>
            <a:pPr marL="514350" indent="-514350">
              <a:buAutoNum type="alphaUcParenR"/>
            </a:pPr>
            <a:r>
              <a:rPr lang="en-US" sz="2000" dirty="0"/>
              <a:t>Mother</a:t>
            </a:r>
          </a:p>
          <a:p>
            <a:pPr marL="514350" indent="-514350">
              <a:buAutoNum type="alphaUcParenR"/>
            </a:pPr>
            <a:r>
              <a:rPr lang="en-US" sz="2000" dirty="0"/>
              <a:t>wife</a:t>
            </a:r>
            <a:endParaRPr lang="en-IN" sz="2000" dirty="0"/>
          </a:p>
        </p:txBody>
      </p:sp>
      <p:sp>
        <p:nvSpPr>
          <p:cNvPr id="4" name="Footer Placeholder 3">
            <a:extLst>
              <a:ext uri="{FF2B5EF4-FFF2-40B4-BE49-F238E27FC236}">
                <a16:creationId xmlns:a16="http://schemas.microsoft.com/office/drawing/2014/main" id="{D6C3DAE6-7905-4997-AA31-B4557D4DBE5D}"/>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76E11C1D-4023-48C0-B9AD-1FDC241EDF7F}"/>
              </a:ext>
            </a:extLst>
          </p:cNvPr>
          <p:cNvSpPr>
            <a:spLocks noGrp="1"/>
          </p:cNvSpPr>
          <p:nvPr>
            <p:ph type="sldNum" sz="quarter" idx="12"/>
          </p:nvPr>
        </p:nvSpPr>
        <p:spPr/>
        <p:txBody>
          <a:bodyPr/>
          <a:lstStyle/>
          <a:p>
            <a:fld id="{E6BE162A-C06E-41B6-AEA8-5AD0FEF31657}" type="slidenum">
              <a:rPr lang="en-IN" smtClean="0"/>
              <a:t>7</a:t>
            </a:fld>
            <a:endParaRPr lang="en-IN"/>
          </a:p>
        </p:txBody>
      </p:sp>
      <p:sp>
        <p:nvSpPr>
          <p:cNvPr id="7" name="Right Triangle 6">
            <a:extLst>
              <a:ext uri="{FF2B5EF4-FFF2-40B4-BE49-F238E27FC236}">
                <a16:creationId xmlns:a16="http://schemas.microsoft.com/office/drawing/2014/main" id="{9D69232B-39AA-B16C-756E-E42B437B4571}"/>
              </a:ext>
            </a:extLst>
          </p:cNvPr>
          <p:cNvSpPr/>
          <p:nvPr/>
        </p:nvSpPr>
        <p:spPr>
          <a:xfrm>
            <a:off x="0" y="43053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3CBE784A-AB7A-AF34-52A0-8510CDB857DF}"/>
                  </a:ext>
                </a:extLst>
              </p14:cNvPr>
              <p14:cNvContentPartPr/>
              <p14:nvPr/>
            </p14:nvContentPartPr>
            <p14:xfrm>
              <a:off x="82440" y="2089080"/>
              <a:ext cx="8620200" cy="2901960"/>
            </p14:xfrm>
          </p:contentPart>
        </mc:Choice>
        <mc:Fallback>
          <p:pic>
            <p:nvPicPr>
              <p:cNvPr id="9" name="Ink 8">
                <a:extLst>
                  <a:ext uri="{FF2B5EF4-FFF2-40B4-BE49-F238E27FC236}">
                    <a16:creationId xmlns:a16="http://schemas.microsoft.com/office/drawing/2014/main" id="{3CBE784A-AB7A-AF34-52A0-8510CDB857DF}"/>
                  </a:ext>
                </a:extLst>
              </p:cNvPr>
              <p:cNvPicPr/>
              <p:nvPr/>
            </p:nvPicPr>
            <p:blipFill>
              <a:blip r:embed="rId3"/>
              <a:stretch>
                <a:fillRect/>
              </a:stretch>
            </p:blipFill>
            <p:spPr>
              <a:xfrm>
                <a:off x="73080" y="2079720"/>
                <a:ext cx="8638920" cy="2920680"/>
              </a:xfrm>
              <a:prstGeom prst="rect">
                <a:avLst/>
              </a:prstGeom>
            </p:spPr>
          </p:pic>
        </mc:Fallback>
      </mc:AlternateContent>
    </p:spTree>
    <p:extLst>
      <p:ext uri="{BB962C8B-B14F-4D97-AF65-F5344CB8AC3E}">
        <p14:creationId xmlns:p14="http://schemas.microsoft.com/office/powerpoint/2010/main" val="2816431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218BD-4734-4499-8A1D-011D502EC6BB}"/>
              </a:ext>
            </a:extLst>
          </p:cNvPr>
          <p:cNvSpPr>
            <a:spLocks noGrp="1"/>
          </p:cNvSpPr>
          <p:nvPr>
            <p:ph type="title"/>
          </p:nvPr>
        </p:nvSpPr>
        <p:spPr>
          <a:xfrm>
            <a:off x="457200" y="457200"/>
            <a:ext cx="8229600" cy="1143000"/>
          </a:xfrm>
        </p:spPr>
        <p:txBody>
          <a:bodyPr>
            <a:normAutofit/>
          </a:bodyPr>
          <a:lstStyle/>
          <a:p>
            <a:pPr algn="l"/>
            <a:r>
              <a:rPr lang="en-US" sz="2000" dirty="0">
                <a:latin typeface="+mn-lt"/>
              </a:rPr>
              <a:t>5. Introducing Neeta, Anil said, ’she is the wife of my mother’s only son’. How is Neeta related to Anil</a:t>
            </a:r>
            <a:endParaRPr lang="en-IN" sz="2000" dirty="0">
              <a:latin typeface="+mn-lt"/>
            </a:endParaRPr>
          </a:p>
        </p:txBody>
      </p:sp>
      <p:sp>
        <p:nvSpPr>
          <p:cNvPr id="3" name="Content Placeholder 2">
            <a:extLst>
              <a:ext uri="{FF2B5EF4-FFF2-40B4-BE49-F238E27FC236}">
                <a16:creationId xmlns:a16="http://schemas.microsoft.com/office/drawing/2014/main" id="{2F1509A2-D085-4448-9EF3-3495127B94B0}"/>
              </a:ext>
            </a:extLst>
          </p:cNvPr>
          <p:cNvSpPr>
            <a:spLocks noGrp="1"/>
          </p:cNvSpPr>
          <p:nvPr>
            <p:ph idx="1"/>
          </p:nvPr>
        </p:nvSpPr>
        <p:spPr/>
        <p:txBody>
          <a:bodyPr>
            <a:normAutofit/>
          </a:bodyPr>
          <a:lstStyle/>
          <a:p>
            <a:pPr marL="514350" indent="-514350">
              <a:buAutoNum type="alphaUcParenR"/>
            </a:pPr>
            <a:r>
              <a:rPr lang="en-US" sz="2000" dirty="0"/>
              <a:t>Mother</a:t>
            </a:r>
          </a:p>
          <a:p>
            <a:pPr marL="514350" indent="-514350">
              <a:buAutoNum type="alphaUcParenR"/>
            </a:pPr>
            <a:r>
              <a:rPr lang="en-US" sz="2000" dirty="0"/>
              <a:t>Wife</a:t>
            </a:r>
          </a:p>
          <a:p>
            <a:pPr marL="514350" indent="-514350">
              <a:buAutoNum type="alphaUcParenR"/>
            </a:pPr>
            <a:r>
              <a:rPr lang="en-US" sz="2000" dirty="0"/>
              <a:t>Sister</a:t>
            </a:r>
          </a:p>
          <a:p>
            <a:pPr marL="514350" indent="-514350">
              <a:buAutoNum type="alphaUcParenR"/>
            </a:pPr>
            <a:r>
              <a:rPr lang="en-US" sz="2000" dirty="0"/>
              <a:t>Daughter-in-law</a:t>
            </a:r>
            <a:endParaRPr lang="en-IN" sz="2000" dirty="0"/>
          </a:p>
        </p:txBody>
      </p:sp>
      <p:sp>
        <p:nvSpPr>
          <p:cNvPr id="4" name="Footer Placeholder 3">
            <a:extLst>
              <a:ext uri="{FF2B5EF4-FFF2-40B4-BE49-F238E27FC236}">
                <a16:creationId xmlns:a16="http://schemas.microsoft.com/office/drawing/2014/main" id="{D6C3DAE6-7905-4997-AA31-B4557D4DBE5D}"/>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76E11C1D-4023-48C0-B9AD-1FDC241EDF7F}"/>
              </a:ext>
            </a:extLst>
          </p:cNvPr>
          <p:cNvSpPr>
            <a:spLocks noGrp="1"/>
          </p:cNvSpPr>
          <p:nvPr>
            <p:ph type="sldNum" sz="quarter" idx="12"/>
          </p:nvPr>
        </p:nvSpPr>
        <p:spPr/>
        <p:txBody>
          <a:bodyPr/>
          <a:lstStyle/>
          <a:p>
            <a:fld id="{E6BE162A-C06E-41B6-AEA8-5AD0FEF31657}" type="slidenum">
              <a:rPr lang="en-IN" smtClean="0"/>
              <a:t>8</a:t>
            </a:fld>
            <a:endParaRPr lang="en-IN"/>
          </a:p>
        </p:txBody>
      </p:sp>
      <p:sp>
        <p:nvSpPr>
          <p:cNvPr id="6" name="Right Triangle 5">
            <a:extLst>
              <a:ext uri="{FF2B5EF4-FFF2-40B4-BE49-F238E27FC236}">
                <a16:creationId xmlns:a16="http://schemas.microsoft.com/office/drawing/2014/main" id="{E19F3EAA-2FF8-C663-3C66-4645094AB379}"/>
              </a:ext>
            </a:extLst>
          </p:cNvPr>
          <p:cNvSpPr/>
          <p:nvPr/>
        </p:nvSpPr>
        <p:spPr>
          <a:xfrm>
            <a:off x="0" y="4366592"/>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62C54BEB-37F7-3516-CEF5-72CBBD691A18}"/>
                  </a:ext>
                </a:extLst>
              </p14:cNvPr>
              <p14:cNvContentPartPr/>
              <p14:nvPr/>
            </p14:nvContentPartPr>
            <p14:xfrm>
              <a:off x="-2160" y="379440"/>
              <a:ext cx="8022240" cy="3873960"/>
            </p14:xfrm>
          </p:contentPart>
        </mc:Choice>
        <mc:Fallback>
          <p:pic>
            <p:nvPicPr>
              <p:cNvPr id="9" name="Ink 8">
                <a:extLst>
                  <a:ext uri="{FF2B5EF4-FFF2-40B4-BE49-F238E27FC236}">
                    <a16:creationId xmlns:a16="http://schemas.microsoft.com/office/drawing/2014/main" id="{62C54BEB-37F7-3516-CEF5-72CBBD691A18}"/>
                  </a:ext>
                </a:extLst>
              </p:cNvPr>
              <p:cNvPicPr/>
              <p:nvPr/>
            </p:nvPicPr>
            <p:blipFill>
              <a:blip r:embed="rId3"/>
              <a:stretch>
                <a:fillRect/>
              </a:stretch>
            </p:blipFill>
            <p:spPr>
              <a:xfrm>
                <a:off x="-11520" y="370080"/>
                <a:ext cx="8040960" cy="3892680"/>
              </a:xfrm>
              <a:prstGeom prst="rect">
                <a:avLst/>
              </a:prstGeom>
            </p:spPr>
          </p:pic>
        </mc:Fallback>
      </mc:AlternateContent>
    </p:spTree>
    <p:extLst>
      <p:ext uri="{BB962C8B-B14F-4D97-AF65-F5344CB8AC3E}">
        <p14:creationId xmlns:p14="http://schemas.microsoft.com/office/powerpoint/2010/main" val="4151568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218BD-4734-4499-8A1D-011D502EC6BB}"/>
              </a:ext>
            </a:extLst>
          </p:cNvPr>
          <p:cNvSpPr>
            <a:spLocks noGrp="1"/>
          </p:cNvSpPr>
          <p:nvPr>
            <p:ph type="title"/>
          </p:nvPr>
        </p:nvSpPr>
        <p:spPr>
          <a:xfrm>
            <a:off x="457200" y="457200"/>
            <a:ext cx="8229600" cy="1143000"/>
          </a:xfrm>
        </p:spPr>
        <p:txBody>
          <a:bodyPr>
            <a:normAutofit/>
          </a:bodyPr>
          <a:lstStyle/>
          <a:p>
            <a:pPr algn="l"/>
            <a:r>
              <a:rPr lang="en-US" sz="2000" dirty="0">
                <a:latin typeface="+mn-lt"/>
              </a:rPr>
              <a:t>6. Pointing to a girl, Pankaj said “she is the wife of the son of my son”. How is the girl related to Pankaj?</a:t>
            </a:r>
            <a:endParaRPr lang="en-IN" sz="2000" dirty="0">
              <a:latin typeface="+mn-lt"/>
            </a:endParaRPr>
          </a:p>
        </p:txBody>
      </p:sp>
      <p:sp>
        <p:nvSpPr>
          <p:cNvPr id="3" name="Content Placeholder 2">
            <a:extLst>
              <a:ext uri="{FF2B5EF4-FFF2-40B4-BE49-F238E27FC236}">
                <a16:creationId xmlns:a16="http://schemas.microsoft.com/office/drawing/2014/main" id="{2F1509A2-D085-4448-9EF3-3495127B94B0}"/>
              </a:ext>
            </a:extLst>
          </p:cNvPr>
          <p:cNvSpPr>
            <a:spLocks noGrp="1"/>
          </p:cNvSpPr>
          <p:nvPr>
            <p:ph idx="1"/>
          </p:nvPr>
        </p:nvSpPr>
        <p:spPr/>
        <p:txBody>
          <a:bodyPr>
            <a:normAutofit/>
          </a:bodyPr>
          <a:lstStyle/>
          <a:p>
            <a:pPr marL="514350" indent="-514350">
              <a:buAutoNum type="alphaUcParenR"/>
            </a:pPr>
            <a:r>
              <a:rPr lang="en-US" sz="2000" dirty="0"/>
              <a:t>Mother</a:t>
            </a:r>
          </a:p>
          <a:p>
            <a:pPr marL="514350" indent="-514350">
              <a:buAutoNum type="alphaUcParenR"/>
            </a:pPr>
            <a:r>
              <a:rPr lang="en-US" sz="2000" dirty="0"/>
              <a:t>Wife</a:t>
            </a:r>
          </a:p>
          <a:p>
            <a:pPr marL="514350" indent="-514350">
              <a:buAutoNum type="alphaUcParenR"/>
            </a:pPr>
            <a:r>
              <a:rPr lang="en-US" sz="2000" dirty="0"/>
              <a:t>Daughter-in-law</a:t>
            </a:r>
          </a:p>
          <a:p>
            <a:pPr marL="514350" indent="-514350">
              <a:buAutoNum type="alphaUcParenR"/>
            </a:pPr>
            <a:r>
              <a:rPr lang="en-US" sz="2000" dirty="0"/>
              <a:t>Grand Daughter-in-law</a:t>
            </a:r>
            <a:endParaRPr lang="en-IN" sz="2000" dirty="0"/>
          </a:p>
        </p:txBody>
      </p:sp>
      <p:sp>
        <p:nvSpPr>
          <p:cNvPr id="4" name="Footer Placeholder 3">
            <a:extLst>
              <a:ext uri="{FF2B5EF4-FFF2-40B4-BE49-F238E27FC236}">
                <a16:creationId xmlns:a16="http://schemas.microsoft.com/office/drawing/2014/main" id="{D6C3DAE6-7905-4997-AA31-B4557D4DBE5D}"/>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76E11C1D-4023-48C0-B9AD-1FDC241EDF7F}"/>
              </a:ext>
            </a:extLst>
          </p:cNvPr>
          <p:cNvSpPr>
            <a:spLocks noGrp="1"/>
          </p:cNvSpPr>
          <p:nvPr>
            <p:ph type="sldNum" sz="quarter" idx="12"/>
          </p:nvPr>
        </p:nvSpPr>
        <p:spPr/>
        <p:txBody>
          <a:bodyPr/>
          <a:lstStyle/>
          <a:p>
            <a:fld id="{E6BE162A-C06E-41B6-AEA8-5AD0FEF31657}" type="slidenum">
              <a:rPr lang="en-IN" smtClean="0"/>
              <a:t>9</a:t>
            </a:fld>
            <a:endParaRPr lang="en-IN"/>
          </a:p>
        </p:txBody>
      </p:sp>
      <p:sp>
        <p:nvSpPr>
          <p:cNvPr id="7" name="Right Triangle 6">
            <a:extLst>
              <a:ext uri="{FF2B5EF4-FFF2-40B4-BE49-F238E27FC236}">
                <a16:creationId xmlns:a16="http://schemas.microsoft.com/office/drawing/2014/main" id="{E8F88668-30D5-2C2E-52C4-6A2151B51968}"/>
              </a:ext>
            </a:extLst>
          </p:cNvPr>
          <p:cNvSpPr/>
          <p:nvPr/>
        </p:nvSpPr>
        <p:spPr>
          <a:xfrm>
            <a:off x="0" y="4366592"/>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93E6AA6C-390E-377E-E94C-6195C44EEADC}"/>
                  </a:ext>
                </a:extLst>
              </p14:cNvPr>
              <p14:cNvContentPartPr/>
              <p14:nvPr/>
            </p14:nvContentPartPr>
            <p14:xfrm>
              <a:off x="172440" y="360360"/>
              <a:ext cx="7415640" cy="5008680"/>
            </p14:xfrm>
          </p:contentPart>
        </mc:Choice>
        <mc:Fallback>
          <p:pic>
            <p:nvPicPr>
              <p:cNvPr id="9" name="Ink 8">
                <a:extLst>
                  <a:ext uri="{FF2B5EF4-FFF2-40B4-BE49-F238E27FC236}">
                    <a16:creationId xmlns:a16="http://schemas.microsoft.com/office/drawing/2014/main" id="{93E6AA6C-390E-377E-E94C-6195C44EEADC}"/>
                  </a:ext>
                </a:extLst>
              </p:cNvPr>
              <p:cNvPicPr/>
              <p:nvPr/>
            </p:nvPicPr>
            <p:blipFill>
              <a:blip r:embed="rId3"/>
              <a:stretch>
                <a:fillRect/>
              </a:stretch>
            </p:blipFill>
            <p:spPr>
              <a:xfrm>
                <a:off x="163080" y="351000"/>
                <a:ext cx="7434360" cy="5027400"/>
              </a:xfrm>
              <a:prstGeom prst="rect">
                <a:avLst/>
              </a:prstGeom>
            </p:spPr>
          </p:pic>
        </mc:Fallback>
      </mc:AlternateContent>
    </p:spTree>
    <p:extLst>
      <p:ext uri="{BB962C8B-B14F-4D97-AF65-F5344CB8AC3E}">
        <p14:creationId xmlns:p14="http://schemas.microsoft.com/office/powerpoint/2010/main" val="122004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218BD-4734-4499-8A1D-011D502EC6BB}"/>
              </a:ext>
            </a:extLst>
          </p:cNvPr>
          <p:cNvSpPr>
            <a:spLocks noGrp="1"/>
          </p:cNvSpPr>
          <p:nvPr>
            <p:ph type="title"/>
          </p:nvPr>
        </p:nvSpPr>
        <p:spPr>
          <a:xfrm>
            <a:off x="457200" y="588979"/>
            <a:ext cx="8229600" cy="1143000"/>
          </a:xfrm>
        </p:spPr>
        <p:txBody>
          <a:bodyPr>
            <a:normAutofit/>
          </a:bodyPr>
          <a:lstStyle/>
          <a:p>
            <a:pPr algn="l"/>
            <a:r>
              <a:rPr lang="en-US" sz="2000" dirty="0">
                <a:latin typeface="+mn-lt"/>
              </a:rPr>
              <a:t>7. Introducing a woman, Shashank said “she is the mother of the only daughter of my son”. How that woman is related to Shashank?</a:t>
            </a:r>
            <a:endParaRPr lang="en-IN" sz="2000" dirty="0">
              <a:latin typeface="+mn-lt"/>
            </a:endParaRPr>
          </a:p>
        </p:txBody>
      </p:sp>
      <p:sp>
        <p:nvSpPr>
          <p:cNvPr id="3" name="Content Placeholder 2">
            <a:extLst>
              <a:ext uri="{FF2B5EF4-FFF2-40B4-BE49-F238E27FC236}">
                <a16:creationId xmlns:a16="http://schemas.microsoft.com/office/drawing/2014/main" id="{2F1509A2-D085-4448-9EF3-3495127B94B0}"/>
              </a:ext>
            </a:extLst>
          </p:cNvPr>
          <p:cNvSpPr>
            <a:spLocks noGrp="1"/>
          </p:cNvSpPr>
          <p:nvPr>
            <p:ph idx="1"/>
          </p:nvPr>
        </p:nvSpPr>
        <p:spPr/>
        <p:txBody>
          <a:bodyPr>
            <a:normAutofit/>
          </a:bodyPr>
          <a:lstStyle/>
          <a:p>
            <a:pPr marL="514350" indent="-514350">
              <a:buAutoNum type="alphaUcParenR"/>
            </a:pPr>
            <a:r>
              <a:rPr lang="en-US" sz="2000" dirty="0"/>
              <a:t>Daughter</a:t>
            </a:r>
          </a:p>
          <a:p>
            <a:pPr marL="514350" indent="-514350">
              <a:buAutoNum type="alphaUcParenR"/>
            </a:pPr>
            <a:r>
              <a:rPr lang="en-US" sz="2000" dirty="0"/>
              <a:t>Sister-in-law</a:t>
            </a:r>
          </a:p>
          <a:p>
            <a:pPr marL="514350" indent="-514350">
              <a:buAutoNum type="alphaUcParenR"/>
            </a:pPr>
            <a:r>
              <a:rPr lang="en-US" sz="2000" dirty="0"/>
              <a:t>Wife</a:t>
            </a:r>
          </a:p>
          <a:p>
            <a:pPr marL="514350" indent="-514350">
              <a:buAutoNum type="alphaUcParenR"/>
            </a:pPr>
            <a:r>
              <a:rPr lang="en-US" sz="2000" dirty="0"/>
              <a:t>Daughter-in-law</a:t>
            </a:r>
            <a:endParaRPr lang="en-IN" sz="2000" dirty="0"/>
          </a:p>
        </p:txBody>
      </p:sp>
      <p:sp>
        <p:nvSpPr>
          <p:cNvPr id="4" name="Footer Placeholder 3">
            <a:extLst>
              <a:ext uri="{FF2B5EF4-FFF2-40B4-BE49-F238E27FC236}">
                <a16:creationId xmlns:a16="http://schemas.microsoft.com/office/drawing/2014/main" id="{D6C3DAE6-7905-4997-AA31-B4557D4DBE5D}"/>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76E11C1D-4023-48C0-B9AD-1FDC241EDF7F}"/>
              </a:ext>
            </a:extLst>
          </p:cNvPr>
          <p:cNvSpPr>
            <a:spLocks noGrp="1"/>
          </p:cNvSpPr>
          <p:nvPr>
            <p:ph type="sldNum" sz="quarter" idx="12"/>
          </p:nvPr>
        </p:nvSpPr>
        <p:spPr/>
        <p:txBody>
          <a:bodyPr/>
          <a:lstStyle/>
          <a:p>
            <a:fld id="{E6BE162A-C06E-41B6-AEA8-5AD0FEF31657}" type="slidenum">
              <a:rPr lang="en-IN" smtClean="0"/>
              <a:t>10</a:t>
            </a:fld>
            <a:endParaRPr lang="en-IN"/>
          </a:p>
        </p:txBody>
      </p:sp>
      <p:sp>
        <p:nvSpPr>
          <p:cNvPr id="7" name="Right Triangle 6">
            <a:extLst>
              <a:ext uri="{FF2B5EF4-FFF2-40B4-BE49-F238E27FC236}">
                <a16:creationId xmlns:a16="http://schemas.microsoft.com/office/drawing/2014/main" id="{2F34CCF3-48AA-9E0E-C545-197B38029C86}"/>
              </a:ext>
            </a:extLst>
          </p:cNvPr>
          <p:cNvSpPr/>
          <p:nvPr/>
        </p:nvSpPr>
        <p:spPr>
          <a:xfrm>
            <a:off x="0" y="43053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29230146-C006-2AED-F9E8-5B1181A905D8}"/>
                  </a:ext>
                </a:extLst>
              </p14:cNvPr>
              <p14:cNvContentPartPr/>
              <p14:nvPr/>
            </p14:nvContentPartPr>
            <p14:xfrm>
              <a:off x="81000" y="1092600"/>
              <a:ext cx="8102160" cy="4526280"/>
            </p14:xfrm>
          </p:contentPart>
        </mc:Choice>
        <mc:Fallback>
          <p:pic>
            <p:nvPicPr>
              <p:cNvPr id="9" name="Ink 8">
                <a:extLst>
                  <a:ext uri="{FF2B5EF4-FFF2-40B4-BE49-F238E27FC236}">
                    <a16:creationId xmlns:a16="http://schemas.microsoft.com/office/drawing/2014/main" id="{29230146-C006-2AED-F9E8-5B1181A905D8}"/>
                  </a:ext>
                </a:extLst>
              </p:cNvPr>
              <p:cNvPicPr/>
              <p:nvPr/>
            </p:nvPicPr>
            <p:blipFill>
              <a:blip r:embed="rId3"/>
              <a:stretch>
                <a:fillRect/>
              </a:stretch>
            </p:blipFill>
            <p:spPr>
              <a:xfrm>
                <a:off x="71640" y="1083240"/>
                <a:ext cx="8120880" cy="4545000"/>
              </a:xfrm>
              <a:prstGeom prst="rect">
                <a:avLst/>
              </a:prstGeom>
            </p:spPr>
          </p:pic>
        </mc:Fallback>
      </mc:AlternateContent>
    </p:spTree>
    <p:extLst>
      <p:ext uri="{BB962C8B-B14F-4D97-AF65-F5344CB8AC3E}">
        <p14:creationId xmlns:p14="http://schemas.microsoft.com/office/powerpoint/2010/main" val="2989933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52346-B6F3-6E4E-BD70-03772F7D9BDF}"/>
              </a:ext>
            </a:extLst>
          </p:cNvPr>
          <p:cNvSpPr>
            <a:spLocks noGrp="1"/>
          </p:cNvSpPr>
          <p:nvPr>
            <p:ph type="title"/>
          </p:nvPr>
        </p:nvSpPr>
        <p:spPr>
          <a:xfrm>
            <a:off x="457200" y="830263"/>
            <a:ext cx="8229600" cy="1143000"/>
          </a:xfrm>
        </p:spPr>
        <p:txBody>
          <a:bodyPr>
            <a:noAutofit/>
          </a:bodyPr>
          <a:lstStyle/>
          <a:p>
            <a:pPr algn="l"/>
            <a:r>
              <a:rPr lang="en-US" sz="2000" dirty="0"/>
              <a:t>8. Pointing towards a girl, </a:t>
            </a:r>
            <a:r>
              <a:rPr lang="en-US" sz="2000" dirty="0" err="1"/>
              <a:t>Rajan</a:t>
            </a:r>
            <a:r>
              <a:rPr lang="en-US" sz="2000" dirty="0"/>
              <a:t> said, she is the daughter of my Mother’s daughter, then how is the girl related to </a:t>
            </a:r>
            <a:r>
              <a:rPr lang="en-US" sz="2000" dirty="0" err="1"/>
              <a:t>Rajan</a:t>
            </a:r>
            <a:r>
              <a:rPr lang="en-US" sz="2000" dirty="0"/>
              <a:t>?</a:t>
            </a:r>
            <a:br>
              <a:rPr lang="en-US" sz="2000" dirty="0"/>
            </a:br>
            <a:r>
              <a:rPr lang="en-US" sz="2000" dirty="0"/>
              <a:t>A) Daughter   B) Niece    C) Nephew   D) Uncle</a:t>
            </a:r>
          </a:p>
        </p:txBody>
      </p:sp>
      <p:sp>
        <p:nvSpPr>
          <p:cNvPr id="3" name="Content Placeholder 2">
            <a:extLst>
              <a:ext uri="{FF2B5EF4-FFF2-40B4-BE49-F238E27FC236}">
                <a16:creationId xmlns:a16="http://schemas.microsoft.com/office/drawing/2014/main" id="{019261BB-2720-5F4E-BFFE-3D0B2C069508}"/>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58D37D95-6D3A-0B4B-B133-3ACB34001BFF}"/>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0A4DF1A1-1F6B-4F4E-987B-502433D378CD}"/>
              </a:ext>
            </a:extLst>
          </p:cNvPr>
          <p:cNvSpPr>
            <a:spLocks noGrp="1"/>
          </p:cNvSpPr>
          <p:nvPr>
            <p:ph type="sldNum" sz="quarter" idx="12"/>
          </p:nvPr>
        </p:nvSpPr>
        <p:spPr/>
        <p:txBody>
          <a:bodyPr/>
          <a:lstStyle/>
          <a:p>
            <a:fld id="{E6BE162A-C06E-41B6-AEA8-5AD0FEF31657}" type="slidenum">
              <a:rPr lang="en-IN" smtClean="0"/>
              <a:t>11</a:t>
            </a:fld>
            <a:endParaRPr lang="en-IN"/>
          </a:p>
        </p:txBody>
      </p:sp>
      <p:sp>
        <p:nvSpPr>
          <p:cNvPr id="6" name="Right Triangle 5">
            <a:extLst>
              <a:ext uri="{FF2B5EF4-FFF2-40B4-BE49-F238E27FC236}">
                <a16:creationId xmlns:a16="http://schemas.microsoft.com/office/drawing/2014/main" id="{5AD10CA1-B147-48AB-1908-E90CDC73DC3E}"/>
              </a:ext>
            </a:extLst>
          </p:cNvPr>
          <p:cNvSpPr/>
          <p:nvPr/>
        </p:nvSpPr>
        <p:spPr>
          <a:xfrm>
            <a:off x="0" y="43053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05D5277F-2641-589D-AC62-98F134941783}"/>
                  </a:ext>
                </a:extLst>
              </p14:cNvPr>
              <p14:cNvContentPartPr/>
              <p14:nvPr/>
            </p14:nvContentPartPr>
            <p14:xfrm>
              <a:off x="1311480" y="711360"/>
              <a:ext cx="6971040" cy="4765320"/>
            </p14:xfrm>
          </p:contentPart>
        </mc:Choice>
        <mc:Fallback>
          <p:pic>
            <p:nvPicPr>
              <p:cNvPr id="9" name="Ink 8">
                <a:extLst>
                  <a:ext uri="{FF2B5EF4-FFF2-40B4-BE49-F238E27FC236}">
                    <a16:creationId xmlns:a16="http://schemas.microsoft.com/office/drawing/2014/main" id="{05D5277F-2641-589D-AC62-98F134941783}"/>
                  </a:ext>
                </a:extLst>
              </p:cNvPr>
              <p:cNvPicPr/>
              <p:nvPr/>
            </p:nvPicPr>
            <p:blipFill>
              <a:blip r:embed="rId3"/>
              <a:stretch>
                <a:fillRect/>
              </a:stretch>
            </p:blipFill>
            <p:spPr>
              <a:xfrm>
                <a:off x="1302120" y="702000"/>
                <a:ext cx="6989760" cy="4784040"/>
              </a:xfrm>
              <a:prstGeom prst="rect">
                <a:avLst/>
              </a:prstGeom>
            </p:spPr>
          </p:pic>
        </mc:Fallback>
      </mc:AlternateContent>
    </p:spTree>
    <p:extLst>
      <p:ext uri="{BB962C8B-B14F-4D97-AF65-F5344CB8AC3E}">
        <p14:creationId xmlns:p14="http://schemas.microsoft.com/office/powerpoint/2010/main" val="2347217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5AAA0-A582-FF41-BA62-A64E59729F95}"/>
              </a:ext>
            </a:extLst>
          </p:cNvPr>
          <p:cNvSpPr>
            <a:spLocks noGrp="1"/>
          </p:cNvSpPr>
          <p:nvPr>
            <p:ph type="title"/>
          </p:nvPr>
        </p:nvSpPr>
        <p:spPr>
          <a:xfrm>
            <a:off x="611560" y="1196752"/>
            <a:ext cx="8229600" cy="1143000"/>
          </a:xfrm>
        </p:spPr>
        <p:txBody>
          <a:bodyPr>
            <a:noAutofit/>
          </a:bodyPr>
          <a:lstStyle/>
          <a:p>
            <a:pPr algn="l"/>
            <a:r>
              <a:rPr lang="en-US" sz="2000" dirty="0"/>
              <a:t>9. If ram is the husband of Sita and Sita is the daughter in law of </a:t>
            </a:r>
            <a:r>
              <a:rPr lang="en-US" sz="2000" dirty="0" err="1"/>
              <a:t>Ramu</a:t>
            </a:r>
            <a:r>
              <a:rPr lang="en-US" sz="2000" dirty="0"/>
              <a:t>. Rahul is the son of Ram. How Rahul related to </a:t>
            </a:r>
            <a:r>
              <a:rPr lang="en-US" sz="2000" dirty="0" err="1"/>
              <a:t>Ramu</a:t>
            </a:r>
            <a:r>
              <a:rPr lang="en-US" sz="2000" dirty="0"/>
              <a:t>?</a:t>
            </a:r>
            <a:br>
              <a:rPr lang="en-US" sz="2000" dirty="0"/>
            </a:br>
            <a:r>
              <a:rPr lang="en-US" sz="2000" dirty="0"/>
              <a:t>A) Grandson   </a:t>
            </a:r>
            <a:br>
              <a:rPr lang="en-US" sz="2000" dirty="0"/>
            </a:br>
            <a:r>
              <a:rPr lang="en-US" sz="2000" dirty="0"/>
              <a:t>B) Father   </a:t>
            </a:r>
            <a:br>
              <a:rPr lang="en-US" sz="2000" dirty="0"/>
            </a:br>
            <a:r>
              <a:rPr lang="en-US" sz="2000" dirty="0"/>
              <a:t>C) Grand father   </a:t>
            </a:r>
            <a:br>
              <a:rPr lang="en-US" sz="2000" dirty="0"/>
            </a:br>
            <a:r>
              <a:rPr lang="en-US" sz="2000" dirty="0"/>
              <a:t>D) Son</a:t>
            </a:r>
          </a:p>
        </p:txBody>
      </p:sp>
      <p:sp>
        <p:nvSpPr>
          <p:cNvPr id="4" name="Footer Placeholder 3">
            <a:extLst>
              <a:ext uri="{FF2B5EF4-FFF2-40B4-BE49-F238E27FC236}">
                <a16:creationId xmlns:a16="http://schemas.microsoft.com/office/drawing/2014/main" id="{B8FAF256-7D05-254B-8273-B4246CBA2F42}"/>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DF858D8A-2F42-6F4C-A512-BD681D5E5337}"/>
              </a:ext>
            </a:extLst>
          </p:cNvPr>
          <p:cNvSpPr>
            <a:spLocks noGrp="1"/>
          </p:cNvSpPr>
          <p:nvPr>
            <p:ph type="sldNum" sz="quarter" idx="12"/>
          </p:nvPr>
        </p:nvSpPr>
        <p:spPr/>
        <p:txBody>
          <a:bodyPr/>
          <a:lstStyle/>
          <a:p>
            <a:fld id="{E6BE162A-C06E-41B6-AEA8-5AD0FEF31657}" type="slidenum">
              <a:rPr lang="en-IN" smtClean="0"/>
              <a:t>12</a:t>
            </a:fld>
            <a:endParaRPr lang="en-IN"/>
          </a:p>
        </p:txBody>
      </p:sp>
      <p:sp>
        <p:nvSpPr>
          <p:cNvPr id="6" name="Right Triangle 5">
            <a:extLst>
              <a:ext uri="{FF2B5EF4-FFF2-40B4-BE49-F238E27FC236}">
                <a16:creationId xmlns:a16="http://schemas.microsoft.com/office/drawing/2014/main" id="{BAB064E2-675A-5608-5938-855156420493}"/>
              </a:ext>
            </a:extLst>
          </p:cNvPr>
          <p:cNvSpPr/>
          <p:nvPr/>
        </p:nvSpPr>
        <p:spPr>
          <a:xfrm>
            <a:off x="0" y="43053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8" name="Ink 7">
                <a:extLst>
                  <a:ext uri="{FF2B5EF4-FFF2-40B4-BE49-F238E27FC236}">
                    <a16:creationId xmlns:a16="http://schemas.microsoft.com/office/drawing/2014/main" id="{B0F8A0F2-3041-00E4-BE08-FA0181014BA2}"/>
                  </a:ext>
                </a:extLst>
              </p14:cNvPr>
              <p14:cNvContentPartPr/>
              <p14:nvPr/>
            </p14:nvContentPartPr>
            <p14:xfrm>
              <a:off x="9720" y="1146600"/>
              <a:ext cx="8739360" cy="3512880"/>
            </p14:xfrm>
          </p:contentPart>
        </mc:Choice>
        <mc:Fallback>
          <p:pic>
            <p:nvPicPr>
              <p:cNvPr id="8" name="Ink 7">
                <a:extLst>
                  <a:ext uri="{FF2B5EF4-FFF2-40B4-BE49-F238E27FC236}">
                    <a16:creationId xmlns:a16="http://schemas.microsoft.com/office/drawing/2014/main" id="{B0F8A0F2-3041-00E4-BE08-FA0181014BA2}"/>
                  </a:ext>
                </a:extLst>
              </p:cNvPr>
              <p:cNvPicPr/>
              <p:nvPr/>
            </p:nvPicPr>
            <p:blipFill>
              <a:blip r:embed="rId3"/>
              <a:stretch>
                <a:fillRect/>
              </a:stretch>
            </p:blipFill>
            <p:spPr>
              <a:xfrm>
                <a:off x="360" y="1137240"/>
                <a:ext cx="8758080" cy="3531600"/>
              </a:xfrm>
              <a:prstGeom prst="rect">
                <a:avLst/>
              </a:prstGeom>
            </p:spPr>
          </p:pic>
        </mc:Fallback>
      </mc:AlternateContent>
    </p:spTree>
    <p:extLst>
      <p:ext uri="{BB962C8B-B14F-4D97-AF65-F5344CB8AC3E}">
        <p14:creationId xmlns:p14="http://schemas.microsoft.com/office/powerpoint/2010/main" val="1486174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EF913-66F5-1242-8F34-3B1A06DAF8E0}"/>
              </a:ext>
            </a:extLst>
          </p:cNvPr>
          <p:cNvSpPr>
            <a:spLocks noGrp="1"/>
          </p:cNvSpPr>
          <p:nvPr>
            <p:ph type="title"/>
          </p:nvPr>
        </p:nvSpPr>
        <p:spPr>
          <a:xfrm>
            <a:off x="426368" y="1212018"/>
            <a:ext cx="8291264" cy="1143000"/>
          </a:xfrm>
        </p:spPr>
        <p:txBody>
          <a:bodyPr>
            <a:noAutofit/>
          </a:bodyPr>
          <a:lstStyle/>
          <a:p>
            <a:pPr algn="l"/>
            <a:r>
              <a:rPr lang="en-US" sz="2000" dirty="0"/>
              <a:t>10. If Sudha is the daughter of the wife of the only son of the father of Priya’s father, how is Sudha related to Priya if Sudha’s grandfather has no grandson?</a:t>
            </a:r>
            <a:br>
              <a:rPr lang="en-US" sz="2000" dirty="0"/>
            </a:br>
            <a:r>
              <a:rPr lang="en-US" sz="2000" dirty="0"/>
              <a:t>A) sister    </a:t>
            </a:r>
            <a:br>
              <a:rPr lang="en-US" sz="2000" dirty="0"/>
            </a:br>
            <a:r>
              <a:rPr lang="en-US" sz="2000" dirty="0"/>
              <a:t>B) cousin   </a:t>
            </a:r>
            <a:br>
              <a:rPr lang="en-US" sz="2000" dirty="0"/>
            </a:br>
            <a:r>
              <a:rPr lang="en-US" sz="2000" dirty="0"/>
              <a:t>C) Sister-in-law   </a:t>
            </a:r>
            <a:br>
              <a:rPr lang="en-US" sz="2000" dirty="0"/>
            </a:br>
            <a:r>
              <a:rPr lang="en-US" sz="2000" dirty="0"/>
              <a:t>D) Mother</a:t>
            </a:r>
          </a:p>
        </p:txBody>
      </p:sp>
      <p:sp>
        <p:nvSpPr>
          <p:cNvPr id="4" name="Footer Placeholder 3">
            <a:extLst>
              <a:ext uri="{FF2B5EF4-FFF2-40B4-BE49-F238E27FC236}">
                <a16:creationId xmlns:a16="http://schemas.microsoft.com/office/drawing/2014/main" id="{425AB070-AE81-2E44-ABB7-6BA2001CF20F}"/>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9AF22E2D-6882-7245-AAF6-D284D26623D3}"/>
              </a:ext>
            </a:extLst>
          </p:cNvPr>
          <p:cNvSpPr>
            <a:spLocks noGrp="1"/>
          </p:cNvSpPr>
          <p:nvPr>
            <p:ph type="sldNum" sz="quarter" idx="12"/>
          </p:nvPr>
        </p:nvSpPr>
        <p:spPr/>
        <p:txBody>
          <a:bodyPr/>
          <a:lstStyle/>
          <a:p>
            <a:fld id="{E6BE162A-C06E-41B6-AEA8-5AD0FEF31657}" type="slidenum">
              <a:rPr lang="en-IN" smtClean="0"/>
              <a:t>13</a:t>
            </a:fld>
            <a:endParaRPr lang="en-IN"/>
          </a:p>
        </p:txBody>
      </p:sp>
      <p:sp>
        <p:nvSpPr>
          <p:cNvPr id="6" name="Right Triangle 5">
            <a:extLst>
              <a:ext uri="{FF2B5EF4-FFF2-40B4-BE49-F238E27FC236}">
                <a16:creationId xmlns:a16="http://schemas.microsoft.com/office/drawing/2014/main" id="{3807F917-898B-A51D-B8F6-472822D8C600}"/>
              </a:ext>
            </a:extLst>
          </p:cNvPr>
          <p:cNvSpPr/>
          <p:nvPr/>
        </p:nvSpPr>
        <p:spPr>
          <a:xfrm>
            <a:off x="0" y="43053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8" name="Ink 7">
                <a:extLst>
                  <a:ext uri="{FF2B5EF4-FFF2-40B4-BE49-F238E27FC236}">
                    <a16:creationId xmlns:a16="http://schemas.microsoft.com/office/drawing/2014/main" id="{5381670D-FCE2-DD16-9AFE-A4F09EA9D544}"/>
                  </a:ext>
                </a:extLst>
              </p14:cNvPr>
              <p14:cNvContentPartPr/>
              <p14:nvPr/>
            </p14:nvContentPartPr>
            <p14:xfrm>
              <a:off x="150480" y="1117080"/>
              <a:ext cx="8299080" cy="2866680"/>
            </p14:xfrm>
          </p:contentPart>
        </mc:Choice>
        <mc:Fallback>
          <p:pic>
            <p:nvPicPr>
              <p:cNvPr id="8" name="Ink 7">
                <a:extLst>
                  <a:ext uri="{FF2B5EF4-FFF2-40B4-BE49-F238E27FC236}">
                    <a16:creationId xmlns:a16="http://schemas.microsoft.com/office/drawing/2014/main" id="{5381670D-FCE2-DD16-9AFE-A4F09EA9D544}"/>
                  </a:ext>
                </a:extLst>
              </p:cNvPr>
              <p:cNvPicPr/>
              <p:nvPr/>
            </p:nvPicPr>
            <p:blipFill>
              <a:blip r:embed="rId3"/>
              <a:stretch>
                <a:fillRect/>
              </a:stretch>
            </p:blipFill>
            <p:spPr>
              <a:xfrm>
                <a:off x="141120" y="1107720"/>
                <a:ext cx="8317800" cy="2885400"/>
              </a:xfrm>
              <a:prstGeom prst="rect">
                <a:avLst/>
              </a:prstGeom>
            </p:spPr>
          </p:pic>
        </mc:Fallback>
      </mc:AlternateContent>
    </p:spTree>
    <p:extLst>
      <p:ext uri="{BB962C8B-B14F-4D97-AF65-F5344CB8AC3E}">
        <p14:creationId xmlns:p14="http://schemas.microsoft.com/office/powerpoint/2010/main" val="2303430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5CD97-0E3A-B54E-886D-B6F138FB0757}"/>
              </a:ext>
            </a:extLst>
          </p:cNvPr>
          <p:cNvSpPr>
            <a:spLocks noGrp="1"/>
          </p:cNvSpPr>
          <p:nvPr>
            <p:ph type="title"/>
          </p:nvPr>
        </p:nvSpPr>
        <p:spPr>
          <a:xfrm>
            <a:off x="611560" y="1340768"/>
            <a:ext cx="8229600" cy="1143000"/>
          </a:xfrm>
        </p:spPr>
        <p:txBody>
          <a:bodyPr>
            <a:noAutofit/>
          </a:bodyPr>
          <a:lstStyle/>
          <a:p>
            <a:pPr algn="l"/>
            <a:r>
              <a:rPr lang="en-US" sz="2000" dirty="0"/>
              <a:t>11. Arun said, Deepak’s mother is the mother of my father’s wife”. How is Deepak related to Arun? </a:t>
            </a:r>
            <a:br>
              <a:rPr lang="en-US" sz="2000" dirty="0"/>
            </a:br>
            <a:br>
              <a:rPr lang="en-US" sz="2000" dirty="0"/>
            </a:br>
            <a:r>
              <a:rPr lang="en-US" sz="2000" dirty="0"/>
              <a:t>A) brother</a:t>
            </a:r>
            <a:br>
              <a:rPr lang="en-US" sz="2000" dirty="0"/>
            </a:br>
            <a:r>
              <a:rPr lang="en-US" sz="2000" dirty="0"/>
              <a:t>B) Father’s brother</a:t>
            </a:r>
            <a:br>
              <a:rPr lang="en-US" sz="2000" dirty="0"/>
            </a:br>
            <a:r>
              <a:rPr lang="en-US" sz="2000" dirty="0"/>
              <a:t>C) Grandfather</a:t>
            </a:r>
            <a:br>
              <a:rPr lang="en-US" sz="2000" dirty="0"/>
            </a:br>
            <a:r>
              <a:rPr lang="en-US" sz="2000" dirty="0"/>
              <a:t>D) Maternal uncle</a:t>
            </a:r>
          </a:p>
        </p:txBody>
      </p:sp>
      <p:sp>
        <p:nvSpPr>
          <p:cNvPr id="4" name="Footer Placeholder 3">
            <a:extLst>
              <a:ext uri="{FF2B5EF4-FFF2-40B4-BE49-F238E27FC236}">
                <a16:creationId xmlns:a16="http://schemas.microsoft.com/office/drawing/2014/main" id="{8AB8EC24-385B-6143-A90D-B61BF5497EB7}"/>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9A889F5C-4F49-A546-B647-0ADB824170E4}"/>
              </a:ext>
            </a:extLst>
          </p:cNvPr>
          <p:cNvSpPr>
            <a:spLocks noGrp="1"/>
          </p:cNvSpPr>
          <p:nvPr>
            <p:ph type="sldNum" sz="quarter" idx="12"/>
          </p:nvPr>
        </p:nvSpPr>
        <p:spPr/>
        <p:txBody>
          <a:bodyPr/>
          <a:lstStyle/>
          <a:p>
            <a:fld id="{E6BE162A-C06E-41B6-AEA8-5AD0FEF31657}" type="slidenum">
              <a:rPr lang="en-IN" smtClean="0"/>
              <a:t>14</a:t>
            </a:fld>
            <a:endParaRPr lang="en-IN"/>
          </a:p>
        </p:txBody>
      </p:sp>
      <p:sp>
        <p:nvSpPr>
          <p:cNvPr id="6" name="Right Triangle 5">
            <a:extLst>
              <a:ext uri="{FF2B5EF4-FFF2-40B4-BE49-F238E27FC236}">
                <a16:creationId xmlns:a16="http://schemas.microsoft.com/office/drawing/2014/main" id="{5BE45AC5-54BF-06F1-21A5-8AFBECD35CBF}"/>
              </a:ext>
            </a:extLst>
          </p:cNvPr>
          <p:cNvSpPr/>
          <p:nvPr/>
        </p:nvSpPr>
        <p:spPr>
          <a:xfrm>
            <a:off x="0" y="43053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4FBB316C-AA0C-E5E8-C0EF-8C7267D1135D}"/>
                  </a:ext>
                </a:extLst>
              </p14:cNvPr>
              <p14:cNvContentPartPr/>
              <p14:nvPr/>
            </p14:nvContentPartPr>
            <p14:xfrm>
              <a:off x="-1620688" y="1179728"/>
              <a:ext cx="7911000" cy="3150000"/>
            </p14:xfrm>
          </p:contentPart>
        </mc:Choice>
        <mc:Fallback>
          <p:pic>
            <p:nvPicPr>
              <p:cNvPr id="7" name="Ink 6">
                <a:extLst>
                  <a:ext uri="{FF2B5EF4-FFF2-40B4-BE49-F238E27FC236}">
                    <a16:creationId xmlns:a16="http://schemas.microsoft.com/office/drawing/2014/main" id="{4FBB316C-AA0C-E5E8-C0EF-8C7267D1135D}"/>
                  </a:ext>
                </a:extLst>
              </p:cNvPr>
              <p:cNvPicPr/>
              <p:nvPr/>
            </p:nvPicPr>
            <p:blipFill>
              <a:blip r:embed="rId3"/>
              <a:stretch>
                <a:fillRect/>
              </a:stretch>
            </p:blipFill>
            <p:spPr>
              <a:xfrm>
                <a:off x="-1630048" y="1170368"/>
                <a:ext cx="7929720" cy="31687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9" name="Ink 8">
                <a:extLst>
                  <a:ext uri="{FF2B5EF4-FFF2-40B4-BE49-F238E27FC236}">
                    <a16:creationId xmlns:a16="http://schemas.microsoft.com/office/drawing/2014/main" id="{F7079E55-CD9C-83BE-3A69-D1A006621A02}"/>
                  </a:ext>
                </a:extLst>
              </p14:cNvPr>
              <p14:cNvContentPartPr/>
              <p14:nvPr/>
            </p14:nvContentPartPr>
            <p14:xfrm>
              <a:off x="286200" y="347040"/>
              <a:ext cx="8598960" cy="4433760"/>
            </p14:xfrm>
          </p:contentPart>
        </mc:Choice>
        <mc:Fallback>
          <p:pic>
            <p:nvPicPr>
              <p:cNvPr id="9" name="Ink 8">
                <a:extLst>
                  <a:ext uri="{FF2B5EF4-FFF2-40B4-BE49-F238E27FC236}">
                    <a16:creationId xmlns:a16="http://schemas.microsoft.com/office/drawing/2014/main" id="{F7079E55-CD9C-83BE-3A69-D1A006621A02}"/>
                  </a:ext>
                </a:extLst>
              </p:cNvPr>
              <p:cNvPicPr/>
              <p:nvPr/>
            </p:nvPicPr>
            <p:blipFill>
              <a:blip r:embed="rId5"/>
              <a:stretch>
                <a:fillRect/>
              </a:stretch>
            </p:blipFill>
            <p:spPr>
              <a:xfrm>
                <a:off x="276840" y="337680"/>
                <a:ext cx="8617680" cy="4452480"/>
              </a:xfrm>
              <a:prstGeom prst="rect">
                <a:avLst/>
              </a:prstGeom>
            </p:spPr>
          </p:pic>
        </mc:Fallback>
      </mc:AlternateContent>
    </p:spTree>
    <p:extLst>
      <p:ext uri="{BB962C8B-B14F-4D97-AF65-F5344CB8AC3E}">
        <p14:creationId xmlns:p14="http://schemas.microsoft.com/office/powerpoint/2010/main" val="1018522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7DFE6-06E0-9947-AACC-B7BCBD026817}"/>
              </a:ext>
            </a:extLst>
          </p:cNvPr>
          <p:cNvSpPr>
            <a:spLocks noGrp="1"/>
          </p:cNvSpPr>
          <p:nvPr>
            <p:ph type="title"/>
          </p:nvPr>
        </p:nvSpPr>
        <p:spPr>
          <a:xfrm>
            <a:off x="460850" y="752932"/>
            <a:ext cx="8229600" cy="1143000"/>
          </a:xfrm>
        </p:spPr>
        <p:txBody>
          <a:bodyPr>
            <a:noAutofit/>
          </a:bodyPr>
          <a:lstStyle/>
          <a:p>
            <a:pPr algn="l"/>
            <a:r>
              <a:rPr lang="en-US" sz="2000" dirty="0"/>
              <a:t>12. Rajiv is the brother of Arun. Sonia is the sister of Sunil. Arun is the son of Sonia. How is Rajiv related to </a:t>
            </a:r>
            <a:r>
              <a:rPr lang="en-US" sz="2000" dirty="0" err="1"/>
              <a:t>sunil</a:t>
            </a:r>
            <a:r>
              <a:rPr lang="en-US" sz="2000" dirty="0"/>
              <a:t>?</a:t>
            </a:r>
            <a:br>
              <a:rPr lang="en-US" sz="2000" dirty="0"/>
            </a:br>
            <a:r>
              <a:rPr lang="en-US" sz="2000" dirty="0"/>
              <a:t>A) Son    B) Brother    C) Father    D) Nephew</a:t>
            </a:r>
          </a:p>
        </p:txBody>
      </p:sp>
      <p:sp>
        <p:nvSpPr>
          <p:cNvPr id="3" name="Content Placeholder 2">
            <a:extLst>
              <a:ext uri="{FF2B5EF4-FFF2-40B4-BE49-F238E27FC236}">
                <a16:creationId xmlns:a16="http://schemas.microsoft.com/office/drawing/2014/main" id="{D39BD113-D33E-4145-BEB6-27570EB2D99B}"/>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1E7A19C4-E731-104B-9A71-D5E3885B1C35}"/>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31D9A5A5-0D0D-D84B-B66E-24599346947C}"/>
              </a:ext>
            </a:extLst>
          </p:cNvPr>
          <p:cNvSpPr>
            <a:spLocks noGrp="1"/>
          </p:cNvSpPr>
          <p:nvPr>
            <p:ph type="sldNum" sz="quarter" idx="12"/>
          </p:nvPr>
        </p:nvSpPr>
        <p:spPr/>
        <p:txBody>
          <a:bodyPr/>
          <a:lstStyle/>
          <a:p>
            <a:fld id="{E6BE162A-C06E-41B6-AEA8-5AD0FEF31657}" type="slidenum">
              <a:rPr lang="en-IN" smtClean="0"/>
              <a:t>15</a:t>
            </a:fld>
            <a:endParaRPr lang="en-IN"/>
          </a:p>
        </p:txBody>
      </p:sp>
      <p:sp>
        <p:nvSpPr>
          <p:cNvPr id="6" name="Right Triangle 5">
            <a:extLst>
              <a:ext uri="{FF2B5EF4-FFF2-40B4-BE49-F238E27FC236}">
                <a16:creationId xmlns:a16="http://schemas.microsoft.com/office/drawing/2014/main" id="{92E68B17-415A-C9F4-E13D-8375D1D64B63}"/>
              </a:ext>
            </a:extLst>
          </p:cNvPr>
          <p:cNvSpPr/>
          <p:nvPr/>
        </p:nvSpPr>
        <p:spPr>
          <a:xfrm>
            <a:off x="0" y="43053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8" name="Ink 7">
                <a:extLst>
                  <a:ext uri="{FF2B5EF4-FFF2-40B4-BE49-F238E27FC236}">
                    <a16:creationId xmlns:a16="http://schemas.microsoft.com/office/drawing/2014/main" id="{AED6980E-3712-233C-64F0-0B611624F833}"/>
                  </a:ext>
                </a:extLst>
              </p14:cNvPr>
              <p14:cNvContentPartPr/>
              <p14:nvPr/>
            </p14:nvContentPartPr>
            <p14:xfrm>
              <a:off x="1777320" y="1162080"/>
              <a:ext cx="6002640" cy="3224160"/>
            </p14:xfrm>
          </p:contentPart>
        </mc:Choice>
        <mc:Fallback>
          <p:pic>
            <p:nvPicPr>
              <p:cNvPr id="8" name="Ink 7">
                <a:extLst>
                  <a:ext uri="{FF2B5EF4-FFF2-40B4-BE49-F238E27FC236}">
                    <a16:creationId xmlns:a16="http://schemas.microsoft.com/office/drawing/2014/main" id="{AED6980E-3712-233C-64F0-0B611624F833}"/>
                  </a:ext>
                </a:extLst>
              </p:cNvPr>
              <p:cNvPicPr/>
              <p:nvPr/>
            </p:nvPicPr>
            <p:blipFill>
              <a:blip r:embed="rId3"/>
              <a:stretch>
                <a:fillRect/>
              </a:stretch>
            </p:blipFill>
            <p:spPr>
              <a:xfrm>
                <a:off x="1767960" y="1152720"/>
                <a:ext cx="6021360" cy="3242880"/>
              </a:xfrm>
              <a:prstGeom prst="rect">
                <a:avLst/>
              </a:prstGeom>
            </p:spPr>
          </p:pic>
        </mc:Fallback>
      </mc:AlternateContent>
    </p:spTree>
    <p:extLst>
      <p:ext uri="{BB962C8B-B14F-4D97-AF65-F5344CB8AC3E}">
        <p14:creationId xmlns:p14="http://schemas.microsoft.com/office/powerpoint/2010/main" val="1454375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8EBB9-030A-8B47-A4EE-64D1630C51A4}"/>
              </a:ext>
            </a:extLst>
          </p:cNvPr>
          <p:cNvSpPr>
            <a:spLocks noGrp="1"/>
          </p:cNvSpPr>
          <p:nvPr>
            <p:ph type="title"/>
          </p:nvPr>
        </p:nvSpPr>
        <p:spPr>
          <a:xfrm>
            <a:off x="539552" y="620688"/>
            <a:ext cx="8229600" cy="1143000"/>
          </a:xfrm>
        </p:spPr>
        <p:txBody>
          <a:bodyPr>
            <a:noAutofit/>
          </a:bodyPr>
          <a:lstStyle/>
          <a:p>
            <a:pPr algn="l"/>
            <a:r>
              <a:rPr lang="en-US" sz="2000" dirty="0"/>
              <a:t>13. S is the son of M. R is the father of Q and A. A is the daughter of M. How is A related to S?</a:t>
            </a:r>
            <a:br>
              <a:rPr lang="en-US" sz="2000" dirty="0"/>
            </a:br>
            <a:r>
              <a:rPr lang="en-US" sz="2000" dirty="0"/>
              <a:t>A) Aunt    B) Mother    C) Daughter   D) Sister</a:t>
            </a:r>
          </a:p>
        </p:txBody>
      </p:sp>
      <p:sp>
        <p:nvSpPr>
          <p:cNvPr id="3" name="Content Placeholder 2">
            <a:extLst>
              <a:ext uri="{FF2B5EF4-FFF2-40B4-BE49-F238E27FC236}">
                <a16:creationId xmlns:a16="http://schemas.microsoft.com/office/drawing/2014/main" id="{E74D0DA9-69B2-E549-81D5-0F419E6BAEFD}"/>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EECD9C01-608D-7247-8C52-180F23ACB831}"/>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92ED19EB-08B7-E74B-BBDC-CDA8C6D2797A}"/>
              </a:ext>
            </a:extLst>
          </p:cNvPr>
          <p:cNvSpPr>
            <a:spLocks noGrp="1"/>
          </p:cNvSpPr>
          <p:nvPr>
            <p:ph type="sldNum" sz="quarter" idx="12"/>
          </p:nvPr>
        </p:nvSpPr>
        <p:spPr/>
        <p:txBody>
          <a:bodyPr/>
          <a:lstStyle/>
          <a:p>
            <a:fld id="{E6BE162A-C06E-41B6-AEA8-5AD0FEF31657}" type="slidenum">
              <a:rPr lang="en-IN" smtClean="0"/>
              <a:t>16</a:t>
            </a:fld>
            <a:endParaRPr lang="en-IN"/>
          </a:p>
        </p:txBody>
      </p:sp>
      <p:sp>
        <p:nvSpPr>
          <p:cNvPr id="6" name="Right Triangle 5">
            <a:extLst>
              <a:ext uri="{FF2B5EF4-FFF2-40B4-BE49-F238E27FC236}">
                <a16:creationId xmlns:a16="http://schemas.microsoft.com/office/drawing/2014/main" id="{081C8983-4E78-4D14-F885-10E9644421A2}"/>
              </a:ext>
            </a:extLst>
          </p:cNvPr>
          <p:cNvSpPr/>
          <p:nvPr/>
        </p:nvSpPr>
        <p:spPr>
          <a:xfrm>
            <a:off x="0" y="43053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8" name="Ink 7">
                <a:extLst>
                  <a:ext uri="{FF2B5EF4-FFF2-40B4-BE49-F238E27FC236}">
                    <a16:creationId xmlns:a16="http://schemas.microsoft.com/office/drawing/2014/main" id="{A82FAD2D-0DD5-7E8D-D915-CB0F8663A507}"/>
                  </a:ext>
                </a:extLst>
              </p14:cNvPr>
              <p14:cNvContentPartPr/>
              <p14:nvPr/>
            </p14:nvContentPartPr>
            <p14:xfrm>
              <a:off x="3498840" y="763920"/>
              <a:ext cx="3757320" cy="4529880"/>
            </p14:xfrm>
          </p:contentPart>
        </mc:Choice>
        <mc:Fallback>
          <p:pic>
            <p:nvPicPr>
              <p:cNvPr id="8" name="Ink 7">
                <a:extLst>
                  <a:ext uri="{FF2B5EF4-FFF2-40B4-BE49-F238E27FC236}">
                    <a16:creationId xmlns:a16="http://schemas.microsoft.com/office/drawing/2014/main" id="{A82FAD2D-0DD5-7E8D-D915-CB0F8663A507}"/>
                  </a:ext>
                </a:extLst>
              </p:cNvPr>
              <p:cNvPicPr/>
              <p:nvPr/>
            </p:nvPicPr>
            <p:blipFill>
              <a:blip r:embed="rId3"/>
              <a:stretch>
                <a:fillRect/>
              </a:stretch>
            </p:blipFill>
            <p:spPr>
              <a:xfrm>
                <a:off x="3489480" y="754560"/>
                <a:ext cx="3776040" cy="4548600"/>
              </a:xfrm>
              <a:prstGeom prst="rect">
                <a:avLst/>
              </a:prstGeom>
            </p:spPr>
          </p:pic>
        </mc:Fallback>
      </mc:AlternateContent>
    </p:spTree>
    <p:extLst>
      <p:ext uri="{BB962C8B-B14F-4D97-AF65-F5344CB8AC3E}">
        <p14:creationId xmlns:p14="http://schemas.microsoft.com/office/powerpoint/2010/main" val="31726513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CF0C6-F597-A747-9B5F-9E42A4343271}"/>
              </a:ext>
            </a:extLst>
          </p:cNvPr>
          <p:cNvSpPr>
            <a:spLocks noGrp="1"/>
          </p:cNvSpPr>
          <p:nvPr>
            <p:ph type="title"/>
          </p:nvPr>
        </p:nvSpPr>
        <p:spPr>
          <a:xfrm>
            <a:off x="617400" y="868405"/>
            <a:ext cx="8229600" cy="1143000"/>
          </a:xfrm>
        </p:spPr>
        <p:txBody>
          <a:bodyPr>
            <a:noAutofit/>
          </a:bodyPr>
          <a:lstStyle/>
          <a:p>
            <a:pPr algn="l"/>
            <a:r>
              <a:rPr lang="en-US" sz="2000" dirty="0"/>
              <a:t>14. P is the brother of Q who is the mother of R. R is married to T who is the father of H. How H related to Q?</a:t>
            </a:r>
            <a:br>
              <a:rPr lang="en-US" sz="2000" dirty="0"/>
            </a:br>
            <a:r>
              <a:rPr lang="en-US" sz="2000" dirty="0"/>
              <a:t>A) sister   B) Sister-in-law   C) mother   D) Cannot be determine</a:t>
            </a:r>
            <a:br>
              <a:rPr lang="en-US" sz="2000" dirty="0"/>
            </a:br>
            <a:endParaRPr lang="en-US" sz="2000" dirty="0"/>
          </a:p>
        </p:txBody>
      </p:sp>
      <p:sp>
        <p:nvSpPr>
          <p:cNvPr id="4" name="Footer Placeholder 3">
            <a:extLst>
              <a:ext uri="{FF2B5EF4-FFF2-40B4-BE49-F238E27FC236}">
                <a16:creationId xmlns:a16="http://schemas.microsoft.com/office/drawing/2014/main" id="{987AAD7A-90E0-1A44-90C1-C7D40C3A5A53}"/>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73EFCF96-50AF-2F42-AACC-952A280AB922}"/>
              </a:ext>
            </a:extLst>
          </p:cNvPr>
          <p:cNvSpPr>
            <a:spLocks noGrp="1"/>
          </p:cNvSpPr>
          <p:nvPr>
            <p:ph type="sldNum" sz="quarter" idx="12"/>
          </p:nvPr>
        </p:nvSpPr>
        <p:spPr/>
        <p:txBody>
          <a:bodyPr/>
          <a:lstStyle/>
          <a:p>
            <a:fld id="{E6BE162A-C06E-41B6-AEA8-5AD0FEF31657}" type="slidenum">
              <a:rPr lang="en-IN" smtClean="0"/>
              <a:t>17</a:t>
            </a:fld>
            <a:endParaRPr lang="en-IN"/>
          </a:p>
        </p:txBody>
      </p:sp>
      <p:sp>
        <p:nvSpPr>
          <p:cNvPr id="6" name="Right Triangle 5">
            <a:extLst>
              <a:ext uri="{FF2B5EF4-FFF2-40B4-BE49-F238E27FC236}">
                <a16:creationId xmlns:a16="http://schemas.microsoft.com/office/drawing/2014/main" id="{E68FEE8B-D6BF-5F0F-2F0A-589E95B379AB}"/>
              </a:ext>
            </a:extLst>
          </p:cNvPr>
          <p:cNvSpPr/>
          <p:nvPr/>
        </p:nvSpPr>
        <p:spPr>
          <a:xfrm>
            <a:off x="0" y="43053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9E243932-B104-42F8-5234-DADC432022DF}"/>
                  </a:ext>
                </a:extLst>
              </p14:cNvPr>
              <p14:cNvContentPartPr/>
              <p14:nvPr/>
            </p14:nvContentPartPr>
            <p14:xfrm>
              <a:off x="2794320" y="1027800"/>
              <a:ext cx="5447160" cy="5160600"/>
            </p14:xfrm>
          </p:contentPart>
        </mc:Choice>
        <mc:Fallback>
          <p:pic>
            <p:nvPicPr>
              <p:cNvPr id="7" name="Ink 6">
                <a:extLst>
                  <a:ext uri="{FF2B5EF4-FFF2-40B4-BE49-F238E27FC236}">
                    <a16:creationId xmlns:a16="http://schemas.microsoft.com/office/drawing/2014/main" id="{9E243932-B104-42F8-5234-DADC432022DF}"/>
                  </a:ext>
                </a:extLst>
              </p:cNvPr>
              <p:cNvPicPr/>
              <p:nvPr/>
            </p:nvPicPr>
            <p:blipFill>
              <a:blip r:embed="rId3"/>
              <a:stretch>
                <a:fillRect/>
              </a:stretch>
            </p:blipFill>
            <p:spPr>
              <a:xfrm>
                <a:off x="2784960" y="1018440"/>
                <a:ext cx="5465880" cy="5179320"/>
              </a:xfrm>
              <a:prstGeom prst="rect">
                <a:avLst/>
              </a:prstGeom>
            </p:spPr>
          </p:pic>
        </mc:Fallback>
      </mc:AlternateContent>
    </p:spTree>
    <p:extLst>
      <p:ext uri="{BB962C8B-B14F-4D97-AF65-F5344CB8AC3E}">
        <p14:creationId xmlns:p14="http://schemas.microsoft.com/office/powerpoint/2010/main" val="3359943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C7AFD0-1CB7-8245-80CF-164DEA952E6D}"/>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75EB2F87-7D40-7F4A-ADD4-E18F6AFAFE9D}"/>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FC5FCF8D-0994-AA4D-95A5-E8F7224D073C}"/>
              </a:ext>
            </a:extLst>
          </p:cNvPr>
          <p:cNvSpPr>
            <a:spLocks noGrp="1"/>
          </p:cNvSpPr>
          <p:nvPr>
            <p:ph type="sldNum" sz="quarter" idx="12"/>
          </p:nvPr>
        </p:nvSpPr>
        <p:spPr/>
        <p:txBody>
          <a:bodyPr/>
          <a:lstStyle/>
          <a:p>
            <a:fld id="{E6BE162A-C06E-41B6-AEA8-5AD0FEF31657}" type="slidenum">
              <a:rPr lang="en-IN" smtClean="0"/>
              <a:t>18</a:t>
            </a:fld>
            <a:endParaRPr lang="en-IN"/>
          </a:p>
        </p:txBody>
      </p:sp>
      <p:sp>
        <p:nvSpPr>
          <p:cNvPr id="6" name="Right Triangle 5">
            <a:extLst>
              <a:ext uri="{FF2B5EF4-FFF2-40B4-BE49-F238E27FC236}">
                <a16:creationId xmlns:a16="http://schemas.microsoft.com/office/drawing/2014/main" id="{62AB511E-B0F6-3561-A548-3B7766E4BF77}"/>
              </a:ext>
            </a:extLst>
          </p:cNvPr>
          <p:cNvSpPr/>
          <p:nvPr/>
        </p:nvSpPr>
        <p:spPr>
          <a:xfrm>
            <a:off x="0" y="43053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itle 9">
            <a:extLst>
              <a:ext uri="{FF2B5EF4-FFF2-40B4-BE49-F238E27FC236}">
                <a16:creationId xmlns:a16="http://schemas.microsoft.com/office/drawing/2014/main" id="{8B0089DF-5580-B79D-EC30-54161567015E}"/>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1947457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7E95B-8BD1-4A25-950C-99BCAB185428}"/>
              </a:ext>
            </a:extLst>
          </p:cNvPr>
          <p:cNvSpPr>
            <a:spLocks noGrp="1"/>
          </p:cNvSpPr>
          <p:nvPr>
            <p:ph type="title"/>
          </p:nvPr>
        </p:nvSpPr>
        <p:spPr>
          <a:xfrm>
            <a:off x="628650" y="834293"/>
            <a:ext cx="7886700" cy="1325563"/>
          </a:xfrm>
        </p:spPr>
        <p:txBody>
          <a:bodyPr>
            <a:normAutofit fontScale="90000"/>
          </a:bodyPr>
          <a:lstStyle/>
          <a:p>
            <a:pPr algn="l">
              <a:lnSpc>
                <a:spcPct val="150000"/>
              </a:lnSpc>
            </a:pPr>
            <a:r>
              <a:rPr lang="en-IN" sz="2000" dirty="0">
                <a:latin typeface="+mn-lt"/>
              </a:rPr>
              <a:t>1. A # B means A is the brother of B</a:t>
            </a:r>
            <a:br>
              <a:rPr lang="en-IN" sz="2000" dirty="0">
                <a:latin typeface="+mn-lt"/>
              </a:rPr>
            </a:br>
            <a:r>
              <a:rPr lang="en-IN" sz="2000" dirty="0">
                <a:latin typeface="+mn-lt"/>
              </a:rPr>
              <a:t>A @ B means A is the daughter of B</a:t>
            </a:r>
            <a:br>
              <a:rPr lang="en-IN" sz="2000" dirty="0">
                <a:latin typeface="+mn-lt"/>
              </a:rPr>
            </a:br>
            <a:r>
              <a:rPr lang="en-IN" sz="2000" dirty="0">
                <a:latin typeface="+mn-lt"/>
              </a:rPr>
              <a:t>A &amp; B means A is the husband of B</a:t>
            </a:r>
            <a:br>
              <a:rPr lang="en-IN" sz="2000" dirty="0">
                <a:latin typeface="+mn-lt"/>
              </a:rPr>
            </a:br>
            <a:r>
              <a:rPr lang="en-IN" sz="2000" dirty="0">
                <a:latin typeface="+mn-lt"/>
              </a:rPr>
              <a:t>A % B means A is the wife of B</a:t>
            </a:r>
            <a:br>
              <a:rPr lang="en-IN" sz="2000" dirty="0">
                <a:latin typeface="+mn-lt"/>
              </a:rPr>
            </a:br>
            <a:r>
              <a:rPr lang="en-IN" sz="2000" dirty="0">
                <a:latin typeface="+mn-lt"/>
              </a:rPr>
              <a:t>if W # Q @ T &amp; Y @ M % K, then how K is related to T?</a:t>
            </a:r>
          </a:p>
        </p:txBody>
      </p:sp>
      <p:sp>
        <p:nvSpPr>
          <p:cNvPr id="3" name="Content Placeholder 2">
            <a:extLst>
              <a:ext uri="{FF2B5EF4-FFF2-40B4-BE49-F238E27FC236}">
                <a16:creationId xmlns:a16="http://schemas.microsoft.com/office/drawing/2014/main" id="{37A54579-F301-411C-A813-656F6F22890C}"/>
              </a:ext>
            </a:extLst>
          </p:cNvPr>
          <p:cNvSpPr>
            <a:spLocks noGrp="1"/>
          </p:cNvSpPr>
          <p:nvPr>
            <p:ph idx="1"/>
          </p:nvPr>
        </p:nvSpPr>
        <p:spPr>
          <a:xfrm>
            <a:off x="628650" y="2777881"/>
            <a:ext cx="7886700" cy="4351338"/>
          </a:xfrm>
        </p:spPr>
        <p:txBody>
          <a:bodyPr>
            <a:normAutofit/>
          </a:bodyPr>
          <a:lstStyle/>
          <a:p>
            <a:pPr marL="514350" indent="-514350">
              <a:buAutoNum type="alphaUcParenR"/>
            </a:pPr>
            <a:r>
              <a:rPr lang="en-IN" sz="2000" dirty="0"/>
              <a:t>Mother</a:t>
            </a:r>
          </a:p>
          <a:p>
            <a:pPr marL="514350" indent="-514350">
              <a:buAutoNum type="alphaUcParenR"/>
            </a:pPr>
            <a:r>
              <a:rPr lang="en-IN" sz="2000" dirty="0"/>
              <a:t>Father</a:t>
            </a:r>
          </a:p>
          <a:p>
            <a:pPr marL="514350" indent="-514350">
              <a:buAutoNum type="alphaUcParenR"/>
            </a:pPr>
            <a:r>
              <a:rPr lang="en-IN" sz="2000" dirty="0"/>
              <a:t>Mother-in-law</a:t>
            </a:r>
          </a:p>
          <a:p>
            <a:pPr marL="514350" indent="-514350">
              <a:buAutoNum type="alphaUcParenR"/>
            </a:pPr>
            <a:r>
              <a:rPr lang="en-IN" sz="2000" dirty="0"/>
              <a:t>Father-in-law</a:t>
            </a:r>
          </a:p>
        </p:txBody>
      </p:sp>
      <p:sp>
        <p:nvSpPr>
          <p:cNvPr id="6" name="Right Triangle 5">
            <a:extLst>
              <a:ext uri="{FF2B5EF4-FFF2-40B4-BE49-F238E27FC236}">
                <a16:creationId xmlns:a16="http://schemas.microsoft.com/office/drawing/2014/main" id="{16529B30-90CC-9041-93FF-74ABB6CF6C78}"/>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453F5C3E-D273-557B-C54E-F2E84447F55B}"/>
                  </a:ext>
                </a:extLst>
              </p14:cNvPr>
              <p14:cNvContentPartPr/>
              <p14:nvPr/>
            </p14:nvContentPartPr>
            <p14:xfrm>
              <a:off x="-260280" y="2000160"/>
              <a:ext cx="8260200" cy="3547080"/>
            </p14:xfrm>
          </p:contentPart>
        </mc:Choice>
        <mc:Fallback>
          <p:pic>
            <p:nvPicPr>
              <p:cNvPr id="5" name="Ink 4">
                <a:extLst>
                  <a:ext uri="{FF2B5EF4-FFF2-40B4-BE49-F238E27FC236}">
                    <a16:creationId xmlns:a16="http://schemas.microsoft.com/office/drawing/2014/main" id="{453F5C3E-D273-557B-C54E-F2E84447F55B}"/>
                  </a:ext>
                </a:extLst>
              </p:cNvPr>
              <p:cNvPicPr/>
              <p:nvPr/>
            </p:nvPicPr>
            <p:blipFill>
              <a:blip r:embed="rId3"/>
              <a:stretch>
                <a:fillRect/>
              </a:stretch>
            </p:blipFill>
            <p:spPr>
              <a:xfrm>
                <a:off x="-269640" y="1990800"/>
                <a:ext cx="8278920" cy="3565800"/>
              </a:xfrm>
              <a:prstGeom prst="rect">
                <a:avLst/>
              </a:prstGeom>
            </p:spPr>
          </p:pic>
        </mc:Fallback>
      </mc:AlternateContent>
    </p:spTree>
    <p:extLst>
      <p:ext uri="{BB962C8B-B14F-4D97-AF65-F5344CB8AC3E}">
        <p14:creationId xmlns:p14="http://schemas.microsoft.com/office/powerpoint/2010/main" val="3605960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7E95B-8BD1-4A25-950C-99BCAB185428}"/>
              </a:ext>
            </a:extLst>
          </p:cNvPr>
          <p:cNvSpPr>
            <a:spLocks noGrp="1"/>
          </p:cNvSpPr>
          <p:nvPr>
            <p:ph type="title"/>
          </p:nvPr>
        </p:nvSpPr>
        <p:spPr>
          <a:xfrm>
            <a:off x="628650" y="481364"/>
            <a:ext cx="7886700" cy="1325563"/>
          </a:xfrm>
        </p:spPr>
        <p:txBody>
          <a:bodyPr>
            <a:normAutofit fontScale="90000"/>
          </a:bodyPr>
          <a:lstStyle/>
          <a:p>
            <a:pPr algn="l">
              <a:lnSpc>
                <a:spcPct val="150000"/>
              </a:lnSpc>
            </a:pPr>
            <a:r>
              <a:rPr lang="en-US" sz="2000" dirty="0">
                <a:latin typeface="+mn-lt"/>
              </a:rPr>
              <a:t>2. ‘A &amp; B’ means A is the brother of B</a:t>
            </a:r>
            <a:br>
              <a:rPr lang="en-US" sz="2000" dirty="0">
                <a:latin typeface="+mn-lt"/>
              </a:rPr>
            </a:br>
            <a:r>
              <a:rPr lang="en-US" sz="2000" dirty="0">
                <a:latin typeface="+mn-lt"/>
              </a:rPr>
              <a:t>‘A $ B’ means A is the wife of B</a:t>
            </a:r>
            <a:br>
              <a:rPr lang="en-US" sz="2000" dirty="0">
                <a:latin typeface="+mn-lt"/>
              </a:rPr>
            </a:br>
            <a:r>
              <a:rPr lang="en-US" sz="2000" dirty="0">
                <a:latin typeface="+mn-lt"/>
              </a:rPr>
              <a:t>‘A @ B’ means A is the son of B</a:t>
            </a:r>
            <a:br>
              <a:rPr lang="en-US" sz="2000" dirty="0">
                <a:latin typeface="+mn-lt"/>
              </a:rPr>
            </a:br>
            <a:r>
              <a:rPr lang="en-US" sz="2000" dirty="0">
                <a:latin typeface="+mn-lt"/>
              </a:rPr>
              <a:t>if H &amp; D $ K @ T $ L then how  is K related to L?</a:t>
            </a:r>
            <a:endParaRPr lang="en-IN" sz="2000" dirty="0">
              <a:latin typeface="+mn-lt"/>
            </a:endParaRPr>
          </a:p>
        </p:txBody>
      </p:sp>
      <p:sp>
        <p:nvSpPr>
          <p:cNvPr id="5" name="Content Placeholder 2">
            <a:extLst>
              <a:ext uri="{FF2B5EF4-FFF2-40B4-BE49-F238E27FC236}">
                <a16:creationId xmlns:a16="http://schemas.microsoft.com/office/drawing/2014/main" id="{9DFBB6C3-52C3-4C99-B088-CB895D8733E3}"/>
              </a:ext>
            </a:extLst>
          </p:cNvPr>
          <p:cNvSpPr>
            <a:spLocks noGrp="1"/>
          </p:cNvSpPr>
          <p:nvPr>
            <p:ph idx="1"/>
          </p:nvPr>
        </p:nvSpPr>
        <p:spPr>
          <a:xfrm>
            <a:off x="628650" y="2141536"/>
            <a:ext cx="7886700" cy="4351338"/>
          </a:xfrm>
        </p:spPr>
        <p:txBody>
          <a:bodyPr>
            <a:normAutofit/>
          </a:bodyPr>
          <a:lstStyle/>
          <a:p>
            <a:pPr marL="514350" indent="-514350">
              <a:buAutoNum type="alphaUcParenR"/>
            </a:pPr>
            <a:r>
              <a:rPr lang="en-US" sz="2000" dirty="0"/>
              <a:t>Father</a:t>
            </a:r>
          </a:p>
          <a:p>
            <a:pPr marL="514350" indent="-514350">
              <a:buAutoNum type="alphaUcParenR"/>
            </a:pPr>
            <a:r>
              <a:rPr lang="en-US" sz="2000" dirty="0"/>
              <a:t>Son-in-law</a:t>
            </a:r>
          </a:p>
          <a:p>
            <a:pPr marL="514350" indent="-514350">
              <a:buAutoNum type="alphaUcParenR"/>
            </a:pPr>
            <a:r>
              <a:rPr lang="en-US" sz="2000" dirty="0"/>
              <a:t>Son</a:t>
            </a:r>
          </a:p>
          <a:p>
            <a:pPr marL="514350" indent="-514350">
              <a:buAutoNum type="alphaUcParenR"/>
            </a:pPr>
            <a:r>
              <a:rPr lang="en-US" sz="2000" dirty="0"/>
              <a:t>Brother</a:t>
            </a:r>
            <a:endParaRPr lang="en-IN" sz="2000" dirty="0"/>
          </a:p>
        </p:txBody>
      </p:sp>
      <p:sp>
        <p:nvSpPr>
          <p:cNvPr id="3" name="Right Triangle 2">
            <a:extLst>
              <a:ext uri="{FF2B5EF4-FFF2-40B4-BE49-F238E27FC236}">
                <a16:creationId xmlns:a16="http://schemas.microsoft.com/office/drawing/2014/main" id="{72C06A27-F41D-F1CE-8E51-6D10B0A68BB4}"/>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85569653-D49D-66E3-24D2-9CBC2238ECC9}"/>
                  </a:ext>
                </a:extLst>
              </p14:cNvPr>
              <p14:cNvContentPartPr/>
              <p14:nvPr/>
            </p14:nvContentPartPr>
            <p14:xfrm>
              <a:off x="15480" y="1411560"/>
              <a:ext cx="6749280" cy="2672280"/>
            </p14:xfrm>
          </p:contentPart>
        </mc:Choice>
        <mc:Fallback>
          <p:pic>
            <p:nvPicPr>
              <p:cNvPr id="6" name="Ink 5">
                <a:extLst>
                  <a:ext uri="{FF2B5EF4-FFF2-40B4-BE49-F238E27FC236}">
                    <a16:creationId xmlns:a16="http://schemas.microsoft.com/office/drawing/2014/main" id="{85569653-D49D-66E3-24D2-9CBC2238ECC9}"/>
                  </a:ext>
                </a:extLst>
              </p:cNvPr>
              <p:cNvPicPr/>
              <p:nvPr/>
            </p:nvPicPr>
            <p:blipFill>
              <a:blip r:embed="rId3"/>
              <a:stretch>
                <a:fillRect/>
              </a:stretch>
            </p:blipFill>
            <p:spPr>
              <a:xfrm>
                <a:off x="6120" y="1402200"/>
                <a:ext cx="6768000" cy="2691000"/>
              </a:xfrm>
              <a:prstGeom prst="rect">
                <a:avLst/>
              </a:prstGeom>
            </p:spPr>
          </p:pic>
        </mc:Fallback>
      </mc:AlternateContent>
    </p:spTree>
    <p:extLst>
      <p:ext uri="{BB962C8B-B14F-4D97-AF65-F5344CB8AC3E}">
        <p14:creationId xmlns:p14="http://schemas.microsoft.com/office/powerpoint/2010/main" val="3753880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7E95B-8BD1-4A25-950C-99BCAB185428}"/>
              </a:ext>
            </a:extLst>
          </p:cNvPr>
          <p:cNvSpPr>
            <a:spLocks noGrp="1"/>
          </p:cNvSpPr>
          <p:nvPr>
            <p:ph type="title"/>
          </p:nvPr>
        </p:nvSpPr>
        <p:spPr>
          <a:xfrm>
            <a:off x="628650" y="834293"/>
            <a:ext cx="7886700" cy="1325563"/>
          </a:xfrm>
        </p:spPr>
        <p:txBody>
          <a:bodyPr>
            <a:normAutofit fontScale="90000"/>
          </a:bodyPr>
          <a:lstStyle/>
          <a:p>
            <a:pPr algn="l">
              <a:lnSpc>
                <a:spcPct val="150000"/>
              </a:lnSpc>
            </a:pPr>
            <a:r>
              <a:rPr lang="en-IN" sz="2000" dirty="0">
                <a:latin typeface="+mn-lt"/>
              </a:rPr>
              <a:t>3. A * B means A is the sister of B</a:t>
            </a:r>
            <a:br>
              <a:rPr lang="en-IN" sz="2000" dirty="0">
                <a:latin typeface="+mn-lt"/>
              </a:rPr>
            </a:br>
            <a:r>
              <a:rPr lang="en-IN" sz="2000" dirty="0">
                <a:latin typeface="+mn-lt"/>
              </a:rPr>
              <a:t>A @ B means A is the wife of B</a:t>
            </a:r>
            <a:br>
              <a:rPr lang="en-IN" sz="2000" dirty="0">
                <a:latin typeface="+mn-lt"/>
              </a:rPr>
            </a:br>
            <a:r>
              <a:rPr lang="en-IN" sz="2000" dirty="0">
                <a:latin typeface="+mn-lt"/>
              </a:rPr>
              <a:t>A - B means A is the brother of B</a:t>
            </a:r>
            <a:br>
              <a:rPr lang="en-IN" sz="2000" dirty="0">
                <a:latin typeface="+mn-lt"/>
              </a:rPr>
            </a:br>
            <a:r>
              <a:rPr lang="en-IN" sz="2000" dirty="0">
                <a:latin typeface="+mn-lt"/>
              </a:rPr>
              <a:t>A + B means A is the father of B</a:t>
            </a:r>
            <a:br>
              <a:rPr lang="en-IN" sz="2000" dirty="0">
                <a:latin typeface="+mn-lt"/>
              </a:rPr>
            </a:br>
            <a:r>
              <a:rPr lang="en-IN" sz="2000" dirty="0">
                <a:latin typeface="+mn-lt"/>
              </a:rPr>
              <a:t>if P + T * U @ V , then how P is related to V?</a:t>
            </a:r>
          </a:p>
        </p:txBody>
      </p:sp>
      <p:sp>
        <p:nvSpPr>
          <p:cNvPr id="3" name="Content Placeholder 2">
            <a:extLst>
              <a:ext uri="{FF2B5EF4-FFF2-40B4-BE49-F238E27FC236}">
                <a16:creationId xmlns:a16="http://schemas.microsoft.com/office/drawing/2014/main" id="{37A54579-F301-411C-A813-656F6F22890C}"/>
              </a:ext>
            </a:extLst>
          </p:cNvPr>
          <p:cNvSpPr>
            <a:spLocks noGrp="1"/>
          </p:cNvSpPr>
          <p:nvPr>
            <p:ph idx="1"/>
          </p:nvPr>
        </p:nvSpPr>
        <p:spPr>
          <a:xfrm>
            <a:off x="628650" y="2777881"/>
            <a:ext cx="7886700" cy="4351338"/>
          </a:xfrm>
        </p:spPr>
        <p:txBody>
          <a:bodyPr>
            <a:normAutofit/>
          </a:bodyPr>
          <a:lstStyle/>
          <a:p>
            <a:pPr marL="514350" indent="-514350">
              <a:buAutoNum type="alphaUcParenR"/>
            </a:pPr>
            <a:r>
              <a:rPr lang="en-IN" sz="2000" dirty="0"/>
              <a:t>Uncle</a:t>
            </a:r>
          </a:p>
          <a:p>
            <a:pPr marL="514350" indent="-514350">
              <a:buAutoNum type="alphaUcParenR"/>
            </a:pPr>
            <a:r>
              <a:rPr lang="en-IN" sz="2000" dirty="0"/>
              <a:t>Niece</a:t>
            </a:r>
          </a:p>
          <a:p>
            <a:pPr marL="514350" indent="-514350">
              <a:buAutoNum type="alphaUcParenR"/>
            </a:pPr>
            <a:r>
              <a:rPr lang="en-IN" sz="2000" dirty="0"/>
              <a:t>Father-in-law</a:t>
            </a:r>
          </a:p>
          <a:p>
            <a:pPr marL="514350" indent="-514350">
              <a:buAutoNum type="alphaUcParenR"/>
            </a:pPr>
            <a:r>
              <a:rPr lang="en-IN" sz="2000" dirty="0"/>
              <a:t>Brother</a:t>
            </a:r>
          </a:p>
          <a:p>
            <a:pPr marL="514350" indent="-514350">
              <a:buAutoNum type="alphaUcParenR"/>
            </a:pPr>
            <a:r>
              <a:rPr lang="en-IN" sz="2000" dirty="0"/>
              <a:t>Son-in-law</a:t>
            </a:r>
          </a:p>
        </p:txBody>
      </p:sp>
      <p:sp>
        <p:nvSpPr>
          <p:cNvPr id="5" name="Right Triangle 4">
            <a:extLst>
              <a:ext uri="{FF2B5EF4-FFF2-40B4-BE49-F238E27FC236}">
                <a16:creationId xmlns:a16="http://schemas.microsoft.com/office/drawing/2014/main" id="{29E83399-FD62-9C53-B6EF-B01574A1A9ED}"/>
              </a:ext>
            </a:extLst>
          </p:cNvPr>
          <p:cNvSpPr/>
          <p:nvPr/>
        </p:nvSpPr>
        <p:spPr>
          <a:xfrm>
            <a:off x="0" y="4221088"/>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6168F91-237F-B5A2-939C-977CBE8917E3}"/>
                  </a:ext>
                </a:extLst>
              </p14:cNvPr>
              <p14:cNvContentPartPr/>
              <p14:nvPr/>
            </p14:nvContentPartPr>
            <p14:xfrm>
              <a:off x="-720" y="3264840"/>
              <a:ext cx="7587000" cy="2707560"/>
            </p14:xfrm>
          </p:contentPart>
        </mc:Choice>
        <mc:Fallback>
          <p:pic>
            <p:nvPicPr>
              <p:cNvPr id="4" name="Ink 3">
                <a:extLst>
                  <a:ext uri="{FF2B5EF4-FFF2-40B4-BE49-F238E27FC236}">
                    <a16:creationId xmlns:a16="http://schemas.microsoft.com/office/drawing/2014/main" id="{96168F91-237F-B5A2-939C-977CBE8917E3}"/>
                  </a:ext>
                </a:extLst>
              </p:cNvPr>
              <p:cNvPicPr/>
              <p:nvPr/>
            </p:nvPicPr>
            <p:blipFill>
              <a:blip r:embed="rId3"/>
              <a:stretch>
                <a:fillRect/>
              </a:stretch>
            </p:blipFill>
            <p:spPr>
              <a:xfrm>
                <a:off x="-10080" y="3255480"/>
                <a:ext cx="7605720" cy="2726280"/>
              </a:xfrm>
              <a:prstGeom prst="rect">
                <a:avLst/>
              </a:prstGeom>
            </p:spPr>
          </p:pic>
        </mc:Fallback>
      </mc:AlternateContent>
    </p:spTree>
    <p:extLst>
      <p:ext uri="{BB962C8B-B14F-4D97-AF65-F5344CB8AC3E}">
        <p14:creationId xmlns:p14="http://schemas.microsoft.com/office/powerpoint/2010/main" val="22842677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7E95B-8BD1-4A25-950C-99BCAB185428}"/>
              </a:ext>
            </a:extLst>
          </p:cNvPr>
          <p:cNvSpPr>
            <a:spLocks noGrp="1"/>
          </p:cNvSpPr>
          <p:nvPr>
            <p:ph type="title"/>
          </p:nvPr>
        </p:nvSpPr>
        <p:spPr>
          <a:xfrm>
            <a:off x="628650" y="834293"/>
            <a:ext cx="7886700" cy="1325563"/>
          </a:xfrm>
        </p:spPr>
        <p:txBody>
          <a:bodyPr>
            <a:normAutofit fontScale="90000"/>
          </a:bodyPr>
          <a:lstStyle/>
          <a:p>
            <a:pPr algn="l">
              <a:lnSpc>
                <a:spcPct val="150000"/>
              </a:lnSpc>
            </a:pPr>
            <a:r>
              <a:rPr lang="en-IN" sz="2000" dirty="0">
                <a:latin typeface="+mn-lt"/>
              </a:rPr>
              <a:t>4. A * B means A is the sister of B</a:t>
            </a:r>
            <a:br>
              <a:rPr lang="en-IN" sz="2000" dirty="0">
                <a:latin typeface="+mn-lt"/>
              </a:rPr>
            </a:br>
            <a:r>
              <a:rPr lang="en-IN" sz="2000" dirty="0">
                <a:latin typeface="+mn-lt"/>
              </a:rPr>
              <a:t>A @ B means A is the wife of B</a:t>
            </a:r>
            <a:br>
              <a:rPr lang="en-IN" sz="2000" dirty="0">
                <a:latin typeface="+mn-lt"/>
              </a:rPr>
            </a:br>
            <a:r>
              <a:rPr lang="en-IN" sz="2000" dirty="0">
                <a:latin typeface="+mn-lt"/>
              </a:rPr>
              <a:t>A - B means A is the brother of B</a:t>
            </a:r>
            <a:br>
              <a:rPr lang="en-IN" sz="2000" dirty="0">
                <a:latin typeface="+mn-lt"/>
              </a:rPr>
            </a:br>
            <a:r>
              <a:rPr lang="en-IN" sz="2000" dirty="0">
                <a:latin typeface="+mn-lt"/>
              </a:rPr>
              <a:t>A + B means A is the father of B</a:t>
            </a:r>
            <a:br>
              <a:rPr lang="en-IN" sz="2000" dirty="0">
                <a:latin typeface="+mn-lt"/>
              </a:rPr>
            </a:br>
            <a:r>
              <a:rPr lang="en-IN" sz="2000" dirty="0">
                <a:latin typeface="+mn-lt"/>
              </a:rPr>
              <a:t>if I * J @ K + L - M , then how L is related to I?</a:t>
            </a:r>
          </a:p>
        </p:txBody>
      </p:sp>
      <p:sp>
        <p:nvSpPr>
          <p:cNvPr id="3" name="Content Placeholder 2">
            <a:extLst>
              <a:ext uri="{FF2B5EF4-FFF2-40B4-BE49-F238E27FC236}">
                <a16:creationId xmlns:a16="http://schemas.microsoft.com/office/drawing/2014/main" id="{37A54579-F301-411C-A813-656F6F22890C}"/>
              </a:ext>
            </a:extLst>
          </p:cNvPr>
          <p:cNvSpPr>
            <a:spLocks noGrp="1"/>
          </p:cNvSpPr>
          <p:nvPr>
            <p:ph idx="1"/>
          </p:nvPr>
        </p:nvSpPr>
        <p:spPr>
          <a:xfrm>
            <a:off x="628650" y="2777881"/>
            <a:ext cx="7886700" cy="4351338"/>
          </a:xfrm>
        </p:spPr>
        <p:txBody>
          <a:bodyPr>
            <a:normAutofit/>
          </a:bodyPr>
          <a:lstStyle/>
          <a:p>
            <a:pPr marL="514350" indent="-514350">
              <a:buAutoNum type="alphaUcParenR"/>
            </a:pPr>
            <a:r>
              <a:rPr lang="en-IN" sz="2000" dirty="0"/>
              <a:t>Nephew</a:t>
            </a:r>
          </a:p>
          <a:p>
            <a:pPr marL="514350" indent="-514350">
              <a:buAutoNum type="alphaUcParenR"/>
            </a:pPr>
            <a:r>
              <a:rPr lang="en-IN" sz="2000" dirty="0"/>
              <a:t>Husband</a:t>
            </a:r>
          </a:p>
          <a:p>
            <a:pPr marL="514350" indent="-514350">
              <a:buAutoNum type="alphaUcParenR"/>
            </a:pPr>
            <a:r>
              <a:rPr lang="en-IN" sz="2000" dirty="0"/>
              <a:t>Uncle</a:t>
            </a:r>
          </a:p>
          <a:p>
            <a:pPr marL="514350" indent="-514350">
              <a:buAutoNum type="alphaUcParenR"/>
            </a:pPr>
            <a:r>
              <a:rPr lang="en-IN" sz="2000" dirty="0"/>
              <a:t>Father</a:t>
            </a:r>
          </a:p>
          <a:p>
            <a:pPr marL="514350" indent="-514350">
              <a:buAutoNum type="alphaUcParenR"/>
            </a:pPr>
            <a:r>
              <a:rPr lang="en-IN" sz="2000" dirty="0"/>
              <a:t>Mother</a:t>
            </a:r>
          </a:p>
        </p:txBody>
      </p:sp>
      <p:sp>
        <p:nvSpPr>
          <p:cNvPr id="5" name="Right Triangle 4">
            <a:extLst>
              <a:ext uri="{FF2B5EF4-FFF2-40B4-BE49-F238E27FC236}">
                <a16:creationId xmlns:a16="http://schemas.microsoft.com/office/drawing/2014/main" id="{1724B91B-95EC-71B2-E2E5-2A4CE7FC5D59}"/>
              </a:ext>
            </a:extLst>
          </p:cNvPr>
          <p:cNvSpPr/>
          <p:nvPr/>
        </p:nvSpPr>
        <p:spPr>
          <a:xfrm>
            <a:off x="0" y="4343400"/>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6A1E8E62-EC87-85BE-6501-CE4656226F94}"/>
                  </a:ext>
                </a:extLst>
              </p14:cNvPr>
              <p14:cNvContentPartPr/>
              <p14:nvPr/>
            </p14:nvContentPartPr>
            <p14:xfrm>
              <a:off x="15480" y="2509920"/>
              <a:ext cx="7089840" cy="3137040"/>
            </p14:xfrm>
          </p:contentPart>
        </mc:Choice>
        <mc:Fallback>
          <p:pic>
            <p:nvPicPr>
              <p:cNvPr id="6" name="Ink 5">
                <a:extLst>
                  <a:ext uri="{FF2B5EF4-FFF2-40B4-BE49-F238E27FC236}">
                    <a16:creationId xmlns:a16="http://schemas.microsoft.com/office/drawing/2014/main" id="{6A1E8E62-EC87-85BE-6501-CE4656226F94}"/>
                  </a:ext>
                </a:extLst>
              </p:cNvPr>
              <p:cNvPicPr/>
              <p:nvPr/>
            </p:nvPicPr>
            <p:blipFill>
              <a:blip r:embed="rId3"/>
              <a:stretch>
                <a:fillRect/>
              </a:stretch>
            </p:blipFill>
            <p:spPr>
              <a:xfrm>
                <a:off x="6120" y="2500560"/>
                <a:ext cx="7108560" cy="3155760"/>
              </a:xfrm>
              <a:prstGeom prst="rect">
                <a:avLst/>
              </a:prstGeom>
            </p:spPr>
          </p:pic>
        </mc:Fallback>
      </mc:AlternateContent>
    </p:spTree>
    <p:extLst>
      <p:ext uri="{BB962C8B-B14F-4D97-AF65-F5344CB8AC3E}">
        <p14:creationId xmlns:p14="http://schemas.microsoft.com/office/powerpoint/2010/main" val="3463276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7E95B-8BD1-4A25-950C-99BCAB185428}"/>
              </a:ext>
            </a:extLst>
          </p:cNvPr>
          <p:cNvSpPr>
            <a:spLocks noGrp="1"/>
          </p:cNvSpPr>
          <p:nvPr>
            <p:ph type="title"/>
          </p:nvPr>
        </p:nvSpPr>
        <p:spPr>
          <a:xfrm>
            <a:off x="628650" y="834293"/>
            <a:ext cx="7886700" cy="1325563"/>
          </a:xfrm>
        </p:spPr>
        <p:txBody>
          <a:bodyPr>
            <a:normAutofit fontScale="90000"/>
          </a:bodyPr>
          <a:lstStyle/>
          <a:p>
            <a:pPr algn="l">
              <a:lnSpc>
                <a:spcPct val="150000"/>
              </a:lnSpc>
            </a:pPr>
            <a:r>
              <a:rPr lang="en-IN" sz="2000">
                <a:latin typeface="+mn-lt"/>
              </a:rPr>
              <a:t>5. </a:t>
            </a:r>
            <a:r>
              <a:rPr lang="en-IN" sz="2000" dirty="0">
                <a:latin typeface="+mn-lt"/>
              </a:rPr>
              <a:t>A - B means B is the daughter of A</a:t>
            </a:r>
            <a:br>
              <a:rPr lang="en-IN" sz="2000" dirty="0">
                <a:latin typeface="+mn-lt"/>
              </a:rPr>
            </a:br>
            <a:r>
              <a:rPr lang="en-IN" sz="2000" dirty="0">
                <a:latin typeface="+mn-lt"/>
              </a:rPr>
              <a:t>A @ B means A is the son of B</a:t>
            </a:r>
            <a:br>
              <a:rPr lang="en-IN" sz="2000" dirty="0">
                <a:latin typeface="+mn-lt"/>
              </a:rPr>
            </a:br>
            <a:r>
              <a:rPr lang="en-IN" sz="2000" dirty="0">
                <a:latin typeface="+mn-lt"/>
              </a:rPr>
              <a:t>A + B means B is the sister of A</a:t>
            </a:r>
            <a:br>
              <a:rPr lang="en-IN" sz="2000" dirty="0">
                <a:latin typeface="+mn-lt"/>
              </a:rPr>
            </a:br>
            <a:r>
              <a:rPr lang="en-IN" sz="2000" dirty="0" err="1">
                <a:latin typeface="+mn-lt"/>
              </a:rPr>
              <a:t>A</a:t>
            </a:r>
            <a:r>
              <a:rPr lang="en-IN" sz="2000" dirty="0">
                <a:latin typeface="+mn-lt"/>
              </a:rPr>
              <a:t> $ B means A is the wife of B</a:t>
            </a:r>
            <a:br>
              <a:rPr lang="en-IN" sz="2000" dirty="0">
                <a:latin typeface="+mn-lt"/>
              </a:rPr>
            </a:br>
            <a:r>
              <a:rPr lang="en-IN" sz="2000" dirty="0">
                <a:latin typeface="+mn-lt"/>
              </a:rPr>
              <a:t>A * B means A is the father of B</a:t>
            </a:r>
            <a:br>
              <a:rPr lang="en-IN" sz="2000" dirty="0">
                <a:latin typeface="+mn-lt"/>
              </a:rPr>
            </a:br>
            <a:r>
              <a:rPr lang="en-IN" sz="2000" dirty="0">
                <a:latin typeface="+mn-lt"/>
              </a:rPr>
              <a:t>if P $ Q – T + R $ M, then how M is related to P?</a:t>
            </a:r>
          </a:p>
        </p:txBody>
      </p:sp>
      <p:sp>
        <p:nvSpPr>
          <p:cNvPr id="3" name="Content Placeholder 2">
            <a:extLst>
              <a:ext uri="{FF2B5EF4-FFF2-40B4-BE49-F238E27FC236}">
                <a16:creationId xmlns:a16="http://schemas.microsoft.com/office/drawing/2014/main" id="{37A54579-F301-411C-A813-656F6F22890C}"/>
              </a:ext>
            </a:extLst>
          </p:cNvPr>
          <p:cNvSpPr>
            <a:spLocks noGrp="1"/>
          </p:cNvSpPr>
          <p:nvPr>
            <p:ph idx="1"/>
          </p:nvPr>
        </p:nvSpPr>
        <p:spPr>
          <a:xfrm>
            <a:off x="628650" y="2925115"/>
            <a:ext cx="7886700" cy="4351338"/>
          </a:xfrm>
        </p:spPr>
        <p:txBody>
          <a:bodyPr>
            <a:normAutofit/>
          </a:bodyPr>
          <a:lstStyle/>
          <a:p>
            <a:pPr marL="514350" indent="-514350">
              <a:buAutoNum type="alphaUcParenR"/>
            </a:pPr>
            <a:r>
              <a:rPr lang="en-IN" sz="2000" dirty="0"/>
              <a:t>Son</a:t>
            </a:r>
          </a:p>
          <a:p>
            <a:pPr marL="514350" indent="-514350">
              <a:buAutoNum type="alphaUcParenR"/>
            </a:pPr>
            <a:r>
              <a:rPr lang="en-IN" sz="2000" dirty="0"/>
              <a:t>Daughter</a:t>
            </a:r>
          </a:p>
          <a:p>
            <a:pPr marL="514350" indent="-514350">
              <a:buAutoNum type="alphaUcParenR"/>
            </a:pPr>
            <a:r>
              <a:rPr lang="en-IN" sz="2000" dirty="0"/>
              <a:t>Grandson</a:t>
            </a:r>
          </a:p>
          <a:p>
            <a:pPr marL="514350" indent="-514350">
              <a:buAutoNum type="alphaUcParenR"/>
            </a:pPr>
            <a:r>
              <a:rPr lang="en-IN" sz="2000" dirty="0"/>
              <a:t>Grand daughter</a:t>
            </a:r>
          </a:p>
          <a:p>
            <a:pPr marL="514350" indent="-514350">
              <a:buAutoNum type="alphaUcParenR"/>
            </a:pPr>
            <a:r>
              <a:rPr lang="en-IN" sz="2000" dirty="0"/>
              <a:t>None</a:t>
            </a:r>
          </a:p>
        </p:txBody>
      </p:sp>
      <p:sp>
        <p:nvSpPr>
          <p:cNvPr id="5" name="Right Triangle 4">
            <a:extLst>
              <a:ext uri="{FF2B5EF4-FFF2-40B4-BE49-F238E27FC236}">
                <a16:creationId xmlns:a16="http://schemas.microsoft.com/office/drawing/2014/main" id="{168B92B3-21BD-EFCB-FAFE-0BD2F0E14013}"/>
              </a:ext>
            </a:extLst>
          </p:cNvPr>
          <p:cNvSpPr/>
          <p:nvPr/>
        </p:nvSpPr>
        <p:spPr>
          <a:xfrm>
            <a:off x="0" y="4293096"/>
            <a:ext cx="2483224" cy="2590800"/>
          </a:xfrm>
          <a:prstGeom prst="rtTriangle">
            <a:avLst/>
          </a:prstGeom>
          <a:solidFill>
            <a:schemeClr val="tx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B4840A7B-40CA-F044-415C-9497A8B6747D}"/>
                  </a:ext>
                </a:extLst>
              </p14:cNvPr>
              <p14:cNvContentPartPr/>
              <p14:nvPr/>
            </p14:nvContentPartPr>
            <p14:xfrm>
              <a:off x="-320400" y="70560"/>
              <a:ext cx="8769960" cy="5852160"/>
            </p14:xfrm>
          </p:contentPart>
        </mc:Choice>
        <mc:Fallback>
          <p:pic>
            <p:nvPicPr>
              <p:cNvPr id="6" name="Ink 5">
                <a:extLst>
                  <a:ext uri="{FF2B5EF4-FFF2-40B4-BE49-F238E27FC236}">
                    <a16:creationId xmlns:a16="http://schemas.microsoft.com/office/drawing/2014/main" id="{B4840A7B-40CA-F044-415C-9497A8B6747D}"/>
                  </a:ext>
                </a:extLst>
              </p:cNvPr>
              <p:cNvPicPr/>
              <p:nvPr/>
            </p:nvPicPr>
            <p:blipFill>
              <a:blip r:embed="rId3"/>
              <a:stretch>
                <a:fillRect/>
              </a:stretch>
            </p:blipFill>
            <p:spPr>
              <a:xfrm>
                <a:off x="-329760" y="61200"/>
                <a:ext cx="8788680" cy="5870880"/>
              </a:xfrm>
              <a:prstGeom prst="rect">
                <a:avLst/>
              </a:prstGeom>
            </p:spPr>
          </p:pic>
        </mc:Fallback>
      </mc:AlternateContent>
    </p:spTree>
    <p:extLst>
      <p:ext uri="{BB962C8B-B14F-4D97-AF65-F5344CB8AC3E}">
        <p14:creationId xmlns:p14="http://schemas.microsoft.com/office/powerpoint/2010/main" val="38019375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676B8-2447-15EF-A876-101B849328DA}"/>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2DCCFFFA-4C26-F5AA-D777-6111E6C71691}"/>
              </a:ext>
            </a:extLst>
          </p:cNvPr>
          <p:cNvSpPr>
            <a:spLocks noGrp="1"/>
          </p:cNvSpPr>
          <p:nvPr>
            <p:ph type="ftr" sz="quarter" idx="11"/>
          </p:nvPr>
        </p:nvSpPr>
        <p:spPr/>
        <p:txBody>
          <a:bodyPr/>
          <a:lstStyle/>
          <a:p>
            <a:r>
              <a:rPr lang="en-IN"/>
              <a:t>TOPIC NAME</a:t>
            </a:r>
          </a:p>
        </p:txBody>
      </p:sp>
      <p:sp>
        <p:nvSpPr>
          <p:cNvPr id="5" name="Slide Number Placeholder 4">
            <a:extLst>
              <a:ext uri="{FF2B5EF4-FFF2-40B4-BE49-F238E27FC236}">
                <a16:creationId xmlns:a16="http://schemas.microsoft.com/office/drawing/2014/main" id="{C1DA350A-0CD2-B02F-D72A-6B3378B124D1}"/>
              </a:ext>
            </a:extLst>
          </p:cNvPr>
          <p:cNvSpPr>
            <a:spLocks noGrp="1"/>
          </p:cNvSpPr>
          <p:nvPr>
            <p:ph type="sldNum" sz="quarter" idx="12"/>
          </p:nvPr>
        </p:nvSpPr>
        <p:spPr/>
        <p:txBody>
          <a:bodyPr/>
          <a:lstStyle/>
          <a:p>
            <a:fld id="{E6BE162A-C06E-41B6-AEA8-5AD0FEF31657}" type="slidenum">
              <a:rPr lang="en-IN" smtClean="0"/>
              <a:t>24</a:t>
            </a:fld>
            <a:endParaRPr lang="en-IN"/>
          </a:p>
        </p:txBody>
      </p:sp>
      <p:pic>
        <p:nvPicPr>
          <p:cNvPr id="8" name="Content Placeholder 7" descr="A black and white text&#10;&#10;Description automatically generated">
            <a:extLst>
              <a:ext uri="{FF2B5EF4-FFF2-40B4-BE49-F238E27FC236}">
                <a16:creationId xmlns:a16="http://schemas.microsoft.com/office/drawing/2014/main" id="{5CC200A5-E1EA-12A4-F1A3-6F2C19A871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1560" y="1628800"/>
            <a:ext cx="7620000" cy="3333750"/>
          </a:xfrm>
        </p:spPr>
      </p:pic>
    </p:spTree>
    <p:extLst>
      <p:ext uri="{BB962C8B-B14F-4D97-AF65-F5344CB8AC3E}">
        <p14:creationId xmlns:p14="http://schemas.microsoft.com/office/powerpoint/2010/main" val="39963857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3836</TotalTime>
  <Words>977</Words>
  <Application>Microsoft Office PowerPoint</Application>
  <PresentationFormat>On-screen Show (4:3)</PresentationFormat>
  <Paragraphs>111</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Bell MT</vt:lpstr>
      <vt:lpstr>Calibri</vt:lpstr>
      <vt:lpstr>Century Gothic</vt:lpstr>
      <vt:lpstr>Office Theme</vt:lpstr>
      <vt:lpstr>Blood Relation </vt:lpstr>
      <vt:lpstr>PowerPoint Presentation</vt:lpstr>
      <vt:lpstr>PowerPoint Presentation</vt:lpstr>
      <vt:lpstr>1. A is the brother of B, B is the father of C, D is the wife of A. how is D related to C?</vt:lpstr>
      <vt:lpstr>2. P is the brother of Q. R is the daughter of Q. S is the sister of P. Q is sister of S. T is the brother of R. who is the uncle of T?</vt:lpstr>
      <vt:lpstr>3. Renu is Sashi’s daughter. Sashi is babli’s mother. Vanish is Babli’s brother. How is vanish related to Renu?</vt:lpstr>
      <vt:lpstr>4. Amar is the brother of Babul, babul is the sister of krishna. Krishna is the father of Durga who is the only daughter of Krishna. How is Durga related Amar?</vt:lpstr>
      <vt:lpstr>5. Introducing Neeta, Anil said, ’she is the wife of my mother’s only son’. How is Neeta related to Anil</vt:lpstr>
      <vt:lpstr>6. Pointing to a girl, Pankaj said “she is the wife of the son of my son”. How is the girl related to Pankaj?</vt:lpstr>
      <vt:lpstr>7. Introducing a woman, Shashank said “she is the mother of the only daughter of my son”. How that woman is related to Shashank?</vt:lpstr>
      <vt:lpstr>8. Pointing towards a girl, Rajan said, she is the daughter of my Mother’s daughter, then how is the girl related to Rajan? A) Daughter   B) Niece    C) Nephew   D) Uncle</vt:lpstr>
      <vt:lpstr>9. If ram is the husband of Sita and Sita is the daughter in law of Ramu. Rahul is the son of Ram. How Rahul related to Ramu? A) Grandson    B) Father    C) Grand father    D) Son</vt:lpstr>
      <vt:lpstr>10. If Sudha is the daughter of the wife of the only son of the father of Priya’s father, how is Sudha related to Priya if Sudha’s grandfather has no grandson? A) sister     B) cousin    C) Sister-in-law    D) Mother</vt:lpstr>
      <vt:lpstr>11. Arun said, Deepak’s mother is the mother of my father’s wife”. How is Deepak related to Arun?   A) brother B) Father’s brother C) Grandfather D) Maternal uncle</vt:lpstr>
      <vt:lpstr>12. Rajiv is the brother of Arun. Sonia is the sister of Sunil. Arun is the son of Sonia. How is Rajiv related to sunil? A) Son    B) Brother    C) Father    D) Nephew</vt:lpstr>
      <vt:lpstr>13. S is the son of M. R is the father of Q and A. A is the daughter of M. How is A related to S? A) Aunt    B) Mother    C) Daughter   D) Sister</vt:lpstr>
      <vt:lpstr>14. P is the brother of Q who is the mother of R. R is married to T who is the father of H. How H related to Q? A) sister   B) Sister-in-law   C) mother   D) Cannot be determine </vt:lpstr>
      <vt:lpstr>PowerPoint Presentation</vt:lpstr>
      <vt:lpstr>1. A # B means A is the brother of B A @ B means A is the daughter of B A &amp; B means A is the husband of B A % B means A is the wife of B if W # Q @ T &amp; Y @ M % K, then how K is related to T?</vt:lpstr>
      <vt:lpstr>2. ‘A &amp; B’ means A is the brother of B ‘A $ B’ means A is the wife of B ‘A @ B’ means A is the son of B if H &amp; D $ K @ T $ L then how  is K related to L?</vt:lpstr>
      <vt:lpstr>3. A * B means A is the sister of B A @ B means A is the wife of B A - B means A is the brother of B A + B means A is the father of B if P + T * U @ V , then how P is related to V?</vt:lpstr>
      <vt:lpstr>4. A * B means A is the sister of B A @ B means A is the wife of B A - B means A is the brother of B A + B means A is the father of B if I * J @ K + L - M , then how L is related to I?</vt:lpstr>
      <vt:lpstr>5. A - B means B is the daughter of A A @ B means A is the son of B A + B means B is the sister of A A $ B means A is the wife of B A * B means A is the father of B if P $ Q – T + R $ M, then how M is related to 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dc:creator>
  <cp:lastModifiedBy>Pavithra Kura</cp:lastModifiedBy>
  <cp:revision>71</cp:revision>
  <dcterms:created xsi:type="dcterms:W3CDTF">2021-02-08T10:06:55Z</dcterms:created>
  <dcterms:modified xsi:type="dcterms:W3CDTF">2025-09-20T06:49:16Z</dcterms:modified>
</cp:coreProperties>
</file>