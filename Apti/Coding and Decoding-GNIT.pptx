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7" r:id="rId2"/>
    <p:sldId id="285"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4" r:id="rId2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17A256C-E10B-4872-8E36-6614464CF302}" v="11" dt="2023-09-17T06:27:33.46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80" autoAdjust="0"/>
    <p:restoredTop sz="94660"/>
  </p:normalViewPr>
  <p:slideViewPr>
    <p:cSldViewPr snapToGrid="0">
      <p:cViewPr varScale="1">
        <p:scale>
          <a:sx n="96" d="100"/>
          <a:sy n="96" d="100"/>
        </p:scale>
        <p:origin x="1003"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 Id="rId8" Type="http://schemas.openxmlformats.org/officeDocument/2006/relationships/slide" Target="slides/slide7.xml"/></Relationships>
</file>

<file path=ppt/ink/ink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5.68611" units="1/deg"/>
          <inkml:channelProperty channel="T" name="resolution" value="1" units="1/dev"/>
        </inkml:channelProperties>
      </inkml:inkSource>
      <inkml:timestamp xml:id="ts0" timeString="2023-09-16T13:06:54.199"/>
    </inkml:context>
    <inkml:brush xml:id="br0">
      <inkml:brushProperty name="width" value="0.05292" units="cm"/>
      <inkml:brushProperty name="height" value="0.05292" units="cm"/>
      <inkml:brushProperty name="color" value="#FF0000"/>
    </inkml:brush>
  </inkml:definitions>
  <inkml:trace contextRef="#ctx0" brushRef="#br0">8207 5624 1039 0,'0'0'31'16,"0"0"-19"-16,0 0 97 15,0 0-37-15,0 0-43 16,0 0-6-16,0 0-10 16,-12 123 25-16,12-49-1 15,0-2-18-15,0 1 3 16,0-7-9-16,0-6-9 0,-6-6-1 16,4-4-3-16,-3-6-4 15,3-2-15-15,2-6-143 16,0-16-172-16,-2-16-493 15</inkml:trace>
  <inkml:trace contextRef="#ctx0" brushRef="#br0" timeOffset="471.41">8141 5671 604 0,'0'0'107'0,"0"0"-100"15,126-101 103 1,-75 84-41-16,-2 11-33 0,-5 6-1 16,-8 7-8-16,-8 25-6 15,-7 13 1-15,-8 6-5 16,-11 8-10-16,-2 1 0 16,-4 2-3-16,-28-3-1 15,-9-6 0-15,-9-5-1 16,0-7-3-16,3-8 2 15,2-8-1-15,10-7 0 16,8-5 1-16,11-10-1 0,7-3 0 16,9 0 0-16,0 0-4 15,0 0-3-15,0-6 6 16,19-4 2-16,-2 0 6 16,3 2 1-1,-3 5 7-15,0 3 5 0,0 0 6 16,5 13 11-16,5 14 1 15,2 4-15-15,5 3-9 16,3 2-1-16,-1-2 5 16,2-1 2-16,2-4-16 0,0-3-4 15,4-1 0 1,1-7-3-16,7-7-79 0,4-11-207 16,-1 0-539-16</inkml:trace>
  <inkml:trace contextRef="#ctx0" brushRef="#br0" timeOffset="801.74">9196 5789 879 0,'0'0'45'15,"0"0"-20"-15,0 0 95 0,0 0-77 16,-20-110 34-16,20 102-27 15,0 4 13 1,0 4-22-16,0 0-17 0,0 0-5 16,0 1-13-16,0 29-3 15,0 20 11-15,2 13 1 16,4 7-1-16,2 4 17 16,-4-4-9-16,-2-3-9 15,0-9-7-15,-2-8-2 16,0-8-2-16,0-6-2 0,0-8 0 15,0-6-3-15,0-8 0 16,0-3-21-16,5-11-166 16,1 0-40-16,1-21-134 15</inkml:trace>
  <inkml:trace contextRef="#ctx0" brushRef="#br0" timeOffset="1023.93">9169 5727 755 0,'0'0'12'16,"0"0"89"-16,0 0 8 0,0 0-67 16,0 0-4-16,0 0-11 15,114-60-16-15,-86 60-10 16,1 1-1-16,-4 17-3 15,0 5-9-15,-3 3-118 16,-5 2-126-16,-7 1-175 0</inkml:trace>
  <inkml:trace contextRef="#ctx0" brushRef="#br0" timeOffset="1224.2">9176 6126 613 0,'0'0'18'0,"0"0"30"15,0 0 71-15,0 0-48 16,0 0 45-16,0 0-54 16,33 24-13-16,5-24-19 15,5 0-14-15,-6 0-8 16,-1-4-7-16,-7-2-1 16,-7 4-1-16,-7 2-7 0,-3 0-133 15,-12 8-266-15</inkml:trace>
  <inkml:trace contextRef="#ctx0" brushRef="#br0" timeOffset="1401.58">9167 6444 702 0,'0'0'12'0,"0"0"133"15,0 0-42-15,0 0-15 0,0 0-27 16,0 0-9-16,77 6-12 15,-29-6-33-15,2-6-7 16,11-6-8-16,6-2-249 16,4 3-535-16</inkml:trace>
  <inkml:trace contextRef="#ctx0" brushRef="#br0" timeOffset="1844">10393 5819 978 0,'0'0'39'0,"0"0"-34"16,0 0 88-16,0 0-56 16,-145-116 5-16,111 104-20 15,3 6-1-15,0 6-8 16,0 0-13-16,-1 10 0 15,3 17 1-15,5 8-1 16,8 5 1-16,11 5-1 16,5 2-1-16,3-1 1 0,26-3 0 15,7 1-1 1,6-5-1-16,4 0 2 16,2-3 2-16,-7-2-2 0,-2 0 1 15,-8 0-1-15,-9 0 0 16,-6-3 1-1,-12-2 0-15,-4-2 2 0,0-4 2 16,-31-2 4-16,-7-7 8 16,-7-4 3-16,-3-6 2 15,1-4-5-15,3 0-5 0,3-9 3 16,4-16-3 0,14-8-12-16,7-4-2 15,16-4-75-15,0 3-57 0,34 1-201 16</inkml:trace>
  <inkml:trace contextRef="#ctx0" brushRef="#br0" timeOffset="2207.48">11193 5778 827 0,'0'0'164'15,"0"0"-138"-15,0 0 145 0,0 0-113 16,0 0 29-16,0 0-30 16,-25-42-28-16,25 48-16 15,0 37-12-15,0 14 11 0,0 14 21 16,0 8-8-16,0-10-10 15,0-4 8 1,0-5-14-16,0-10-5 0,0-6-4 16,0-8-3-16,-2-8 0 15,0-5-8-15,-1-9-126 16,-2-9-117-16,-4-5-39 16,-6-18-268-16</inkml:trace>
  <inkml:trace contextRef="#ctx0" brushRef="#br0" timeOffset="2365.31">10834 5829 969 0,'0'0'6'15,"0"0"12"-15,0 0 22 16,0 0-19-16,136-70 13 16,-65 59-7-1,2 5-22-15,0 6-5 0,1 0-9 31,-9 3-150-31,-11 23-619 16</inkml:trace>
  <inkml:trace contextRef="#ctx0" brushRef="#br0" timeOffset="2648.06">11800 5861 948 0,'0'0'9'15,"0"0"79"-15,0 0 101 16,0 0-79-16,0 0-4 16,0 0-77-16,-50-46-21 15,50 67-8-15,0 27 0 16,6 13 7-16,-4 10 0 16,-2-1-1-16,0-2 1 0,0-5-2 15,0-2 0-15,0-7-5 16,0-8 0-16,0-7-3 15,0-9-2-15,0-10-114 16,0-10-147-16,0-10-135 16</inkml:trace>
  <inkml:trace contextRef="#ctx0" brushRef="#br0" timeOffset="2852.72">11785 5897 731 0,'0'0'142'16,"0"0"-135"-16,0 0 116 0,0 0-74 16,0 0 11-16,109-106-11 15,-66 101-23-15,-4 5-19 16,-5 0-7-16,-7 5 0 16,-7 13-9-16,-7 7-53 15,-7 0-107-15,-6 2-203 16</inkml:trace>
  <inkml:trace contextRef="#ctx0" brushRef="#br0" timeOffset="3057.08">11831 6203 678 0,'0'0'14'0,"0"0"50"16,0 0 116-16,0 0-98 15,0 0 15-15,0 0-20 16,16 6-50-16,18-6 12 15,10 0 5-15,5 0-25 16,1-9-13-16,-6 3-3 16,-4 4-3-16,-8 2-11 15,0 0-63-15,-9 0-144 16,-13 0-191-16</inkml:trace>
  <inkml:trace contextRef="#ctx0" brushRef="#br0" timeOffset="3245.72">11845 6542 622 0,'0'0'310'0,"0"0"-293"15,0 0 116-15,0 0-79 16,0 0-1-16,0 0-10 16,58 11-20-16,7-11-13 15,8-14-8-15,8-4-2 16,0 4-65-16,4-1-220 15,-2 4-4-15</inkml:trace>
  <inkml:trace contextRef="#ctx0" brushRef="#br0" timeOffset="3559.61">13115 5795 973 0,'0'0'13'16,"0"0"155"-16,0 0-83 0,0 0-29 16,0 0-10-16,0 0-19 15,-13-24-10-15,13 37-13 16,0 22 2-16,0 15 15 16,0 9-3-16,0 5 0 15,0-2 26-15,0-5-27 16,-3-1-5-16,1-7-8 15,0-6-4-15,2-10 0 16,0-7-9-16,0-6-17 16,0-5-164-16,0-9-31 15,0-6-152-15</inkml:trace>
  <inkml:trace contextRef="#ctx0" brushRef="#br0" timeOffset="3811.37">13007 5835 939 0,'0'0'0'16,"0"0"0"-16,0 0 41 16,35-122-34-16,5 100 8 15,8 10 13-15,14 8-7 16,10 4-7-16,2 14 4 16,0 28-3-16,-8 16 14 15,-13 10 18-15,-12 6 32 0,-14 1-3 16,-12-6 7-1,-11 0-3-15,-4-4-40 0,-8-8-1 16,-32 1-3-16,-20-8-11 16,-17-3-16-16,-10-7-9 15,-1-7 0-15,-3-10-114 16,-1-15-266-16,1-8-748 16</inkml:trace>
  <inkml:trace contextRef="#ctx0" brushRef="#br0" timeOffset="4881.22">8478 7814 936 0,'0'0'27'0,"0"0"47"16,0 0 101-16,0 0-73 16,-117-74-9-16,76 70-37 15,1 4-35-15,7 0 2 16,-1 0-1-16,3 18-20 15,4 6 2-15,5 1-4 16,9 0 2-16,9 1-2 16,4 5 0-16,0 1 0 15,29 4 0-15,9-3 4 16,12 0-3-16,1-1-1 16,3-1 1-16,0 6-1 0,-6 3 1 15,-3 4 0-15,-13 0 2 16,-11 2-3-1,-11-1 2-15,-10-3 3 0,-5 0-1 16,-29-2 9-16,-10-3 6 16,-8-6-2-16,-6-10 8 15,1-6 0-15,1-15-8 16,1 0 6-16,1-16-6 16,3-22-5-16,4-4-12 15,14-10-3-15,14-6-39 0,19-2-54 16,10 3-117-16,38 7-79 15,12 8-344-15</inkml:trace>
  <inkml:trace contextRef="#ctx0" brushRef="#br0" timeOffset="5195.09">9394 7877 1117 0,'0'0'4'0,"0"0"29"16,0 0 103-16,0 0-74 16,0 0 48-16,0 0-70 15,-60-43-34-15,60 79-3 16,0 21 5-16,0 13 22 15,0 4 24-15,0-2-29 16,4-4-7-16,0-7-8 16,2-8-4-16,0-6-6 15,3-13-2-15,3-8 1 16,-2-7-27-16,5-7-186 0,-1-12-129 16,-3 0-574-16</inkml:trace>
  <inkml:trace contextRef="#ctx0" brushRef="#br0" timeOffset="5524.66">9292 7975 1084 0,'0'0'4'16,"0"0"7"-16,0 0 74 16,5-108-38-16,30 88 7 15,14 7-8-15,11 13-35 0,9 0-5 16,2 15-4-16,-2 18-4 15,-9 13-3-15,-6 7 5 16,-9 2 1-16,-7 6 1 16,-9-3 1-16,-12 0 1 15,-8 3 1-15,-9-3 1 16,0 0 2-16,-29-4 1 16,-16-4-3-16,-8-6 3 15,-7-8 3-15,-5-9-4 16,-2-11-4-16,3-13 5 15,6-3-9-15,13-6-10 16,21-21-71-16,22-11-109 0,2-7-205 16</inkml:trace>
  <inkml:trace contextRef="#ctx0" brushRef="#br0" timeOffset="5854.92">10626 7913 610 0,'0'0'492'0,"0"0"-487"15,0 0 122-15,0 0-48 16,0 0-62-16,0 0 1 15,-29 59 4-15,29 14 45 16,0 8-25-16,0 2-15 16,0-7-13-16,0-1-2 15,0-13-1-15,-4-6-11 16,4-14 2-16,0-12-4 16,0-10-2-16,0-14-51 15,0-6-218-15,0-12-86 0,0-34-479 16</inkml:trace>
  <inkml:trace contextRef="#ctx0" brushRef="#br0" timeOffset="6059.32">10368 7841 1089 0,'0'0'2'0,"0"0"-2"15,0 0 67-15,0 0-26 16,0 0 0-16,0 0-28 15,87-19-3-15,-1 17-6 0,15 2-2 16,1 0-2 0,0 0-102-16,-14 2-226 0,-14 17-363 15</inkml:trace>
  <inkml:trace contextRef="#ctx0" brushRef="#br0" timeOffset="6467.75">11711 7836 980 0,'0'0'6'16,"0"0"29"-16,0 0 53 16,-142-37-67-16,95 37 25 15,0 5-7-15,2 18-18 16,8 3 1-16,10 6-14 15,18 4 3-15,9 0-6 16,2 1-5-16,32 0-1 16,5-5 1-16,9 0-1 15,0-2 3-15,-1-2-1 16,-5 2-1-16,-3 0-2 16,-8 4 2-16,-5 2 4 15,-10 6-3-15,-9 2 11 16,-7 0 7-16,-3-6 25 0,-28-3 12 15,-9-7 11-15,-9-5 5 16,-9-10-26-16,-4-7-18 16,-3-6-3-16,1-9-12 15,6-28-7-15,13-10-6 16,16-4-11-16,15 2-54 16,14 5-56-16,17 4-125 15,29 6-187-15</inkml:trace>
  <inkml:trace contextRef="#ctx0" brushRef="#br0" timeOffset="6766.16">12422 7981 1163 0,'0'0'6'0,"0"0"2"16,0 0 100 0,0 0-4-16,0 0-37 0,0 0-21 0,-18 10-36 15,18 48 25 1,0 15 18-16,5-2-32 0,3 5 4 16,-3 1-8-16,-5-3-11 15,0-4-4-15,0-6-2 16,0-10-1-16,0-12-1 15,0-10-8-15,0-7-105 16,0-14-159-16,5-11-78 16</inkml:trace>
  <inkml:trace contextRef="#ctx0" brushRef="#br0" timeOffset="6985.92">12394 8063 1001 0,'0'0'0'16,"0"0"0"-16,0 0 23 16,0 0 7-16,0 0 6 15,106-106 21-15,-59 103-38 16,6 3-16 0,-1 0-2-16,-6 0-1 0,-8 14-36 15,-8 4-116-15,-13 4-177 16</inkml:trace>
  <inkml:trace contextRef="#ctx0" brushRef="#br0" timeOffset="7174.31">12602 8372 715 0,'0'0'15'0,"0"0"34"16,0 0 142-16,0 0-86 15,0 0-24-15,0 0-18 16,-2 38-26-16,37-38-16 15,13 0-11-15,10 0-10 16,8-11-2 0,1-5-71-16,4 7-166 0,2 1-369 0</inkml:trace>
  <inkml:trace contextRef="#ctx0" brushRef="#br0" timeOffset="7503.96">14162 8007 1111 0,'0'0'20'0,"0"0"-9"16,0 0 58-16,0 0-29 15,-143-85 5 1,88 85-6-16,-12 13-10 0,-7 23 10 0,6 14-10 15,5 11-3-15,14 12 15 16,18 5-17-16,16 7 3 16,15-2 1-16,0-4 6 15,23-8-14-15,25-9 1 16,12-18-11 0,9-16-6-16,11-17 1 0,9-11-2 15,7-15-3-15,6-28-5 16,-1-19-102-16,-4-15-131 0,-16-15-210 15</inkml:trace>
  <inkml:trace contextRef="#ctx0" brushRef="#br0" timeOffset="8573.32">16903 5031 684 0,'0'0'54'0,"0"0"-38"16,0 0-14-16,0 0 56 15,0 0-53-15,0 0-5 0,-9-20 0 16,11 84 1-16,5 37 26 15,-3 29 1-15,-4 28 6 16,2 17 5-16,-2 20 2 16,0 18 3-16,0 18 29 15,2 26 1-15,3 18-20 16,2 19-7-16,0 15 8 16,1-9-15-16,1-12 4 15,3-26-27-15,1-28-4 16,5-28-6-16,-3-14 0 0,1-19-3 15,-5-9-2-15,-3-15-1 16,-2-19-1-16,-6-15-5 16,0-20-16-16,0-23-99 15,0-25-32 1,0-30-59-16,0-17-250 0</inkml:trace>
  <inkml:trace contextRef="#ctx0" brushRef="#br0" timeOffset="8997.33">17809 5679 962 0,'0'0'5'15,"0"0"53"1,0 0 26-16,0 0-29 0,0 0-25 15,0 0-20-15,-19 24-4 16,19 38 11-16,-2 20 24 16,-1 6 16-16,-4-1-15 15,0-5-17-15,-1-8-8 16,-1-10-10-16,2-8-4 16,-2-7-1-16,5-11-4 15,2-10 1-15,2-5-5 16,0-9-106-16,0-7-153 15,0-7-245-15</inkml:trace>
  <inkml:trace contextRef="#ctx0" brushRef="#br0" timeOffset="9279.71">17740 5713 680 0,'0'0'1'0,"0"0"24"15,67-113 40-15,-26 86-8 16,3 7 13-16,7 8-2 0,5 12-31 16,-5 0-15-1,-4 25-13-15,-7 23 1 0,-11 13-1 16,-9 3 0-16,-7 0-4 16,-13-10 3-16,0-8 4 15,-15-6 4-15,-30-2-1 16,-19-2 15-16,-12-3-21 15,-4-8-6-15,1-3-3 16,15-5-8-16,15-3-22 16,18-4-179-16,17-4-262 15</inkml:trace>
  <inkml:trace contextRef="#ctx0" brushRef="#br0" timeOffset="9751.62">18752 5857 947 0,'0'0'9'16,"0"0"-2"-16,0 0 47 15,0 0-24-15,0 0-19 0,0 0-8 16,-71 4 3-1,59 42 6-15,4 6-6 0,5 5 3 16,3-4-6-16,0 1-1 16,0-1 0-16,3-5 0 15,7-8-2 1,6-7 0-16,5-8 0 0,3-6 0 16,9-12-5-16,6-7 5 15,0 0 2-15,3-6 2 16,-1-16-3-16,-10-7 3 15,-7-6 3-15,-10-11 13 16,-12-8 24-16,-2-6 16 16,-13-7-10-16,-21 4-3 0,-6 6 10 15,-2 9 4-15,1 10-26 16,4 12-10-16,10 10-13 16,5 8-12-16,6 6-6 15,7 2-11-15,3 8-56 16,6 22-123-16,0 6-70 15,6-2-447-15</inkml:trace>
  <inkml:trace contextRef="#ctx0" brushRef="#br0" timeOffset="10018.65">19558 5817 1075 0,'0'0'9'16,"0"0"123"-16,0 0 13 16,0 0-56-16,0 0-56 15,0 0-20-15,-4 18-9 16,-9 33-1-16,-1 18 15 16,1 1-4-16,1 1-7 15,4-6-6-15,3 2-1 16,1-3-1-16,2-8-3 0,2-4-17 15,0-8-201-15,4-13-71 16,23-15-414-16</inkml:trace>
  <inkml:trace contextRef="#ctx0" brushRef="#br0" timeOffset="10270.2">19928 5949 1059 0,'0'0'10'15,"0"0"10"-15,0 0 101 0,0 0-29 16,0 0 0 0,0 0-48-16,-42-36-37 0,40 75-5 15,0 11 8-15,2 5-6 16,0-1-4-16,0-4 0 16,0-1-7-16,0-5-47 15,0-7-143-15,0-12-27 16,0-9-153-16</inkml:trace>
  <inkml:trace contextRef="#ctx0" brushRef="#br0" timeOffset="10442.92">19884 5997 920 0,'0'0'5'16,"0"0"3"-16,0 0 56 15,0 0-39 1,152 17 12-16,-107 15 13 0,5 6-7 15,-1 1-24-15,0 2-12 16,1-1-7-16,-4-4-4 16,-1-6-16-16,-7-9-139 15,-7-9-172-15</inkml:trace>
  <inkml:trace contextRef="#ctx0" brushRef="#br0" timeOffset="10678.47">20524 5603 779 0,'0'0'1'31,"0"0"81"-31,0 0 93 16,0 0-111-16,0 0-7 15,0 0-33-15,-41 25-20 16,41 42 37-16,0 11-17 15,0 4-1-15,0-1-4 16,0-1-12-16,0-4-3 16,0-7-4-16,4-2-1 0,-2-7-3 15,6-7-35-15,5-16-267 16,7-11-526-16</inkml:trace>
  <inkml:trace contextRef="#ctx0" brushRef="#br0" timeOffset="10976.32">21332 5711 957 0,'0'0'89'0,"0"0"-81"15,0 0 108-15,0 0-78 16,0 0-35-16,0 0 1 15,-14 84 7-15,14-14 4 16,2 4 4-16,-2-2-1 16,0-1-5-16,0-9-6 15,0-6-5-15,0-8 0 16,0-10-2-16,-6-8-1 16,2-12-9-16,2-5-97 15,-3-10-132-15,1-3-272 16</inkml:trace>
  <inkml:trace contextRef="#ctx0" brushRef="#br0" timeOffset="11165.74">20904 5727 155 0,'0'0'751'15,"0"0"-736"-15,0 0 86 16,0 0-78-16,119-64-14 15,-40 49 3-15,15 3-5 0,9 4-2 16,6 4-5 0,1 4 0-16,2 0-6 0,-13 0-115 15,-19 11-440-15</inkml:trace>
  <inkml:trace contextRef="#ctx0" brushRef="#br0" timeOffset="11622.59">22560 5657 756 0,'0'0'44'16,"0"0"135"-16,0 0-134 15,0 0 29-15,-125-76-26 16,96 76-34-16,5 0-3 15,3 0 1-15,6 7-7 16,3 18 0-16,6 7-2 16,2 8 5-16,4 6-7 15,0 1 7-15,0-2-7 0,18-3 0 16,8-2 3 0,5-4-3-16,10-2-1 0,1-6 2 15,1-2 2-15,-1-1-3 16,-5 0-1-16,-6 5 1 15,-8 5 0-15,-10 1 5 16,-11 1 14-16,-2-4 20 16,-17-3 26-16,-24-7 9 15,-12-6-4-15,-10-5-17 16,-6-8-4-16,0-4-34 16,-2 0-10-16,5 0-6 15,3-22 0-15,7-6-11 16,3-5-120-16,6-9-160 0,0 1-287 15</inkml:trace>
  <inkml:trace contextRef="#ctx0" brushRef="#br0" timeOffset="12674.68">17716 8013 868 0,'0'0'2'16,"0"0"29"-16,0 0 100 15,0 0-52-15,0 0 5 16,0 0-22-16,-74-52-30 16,61 52-17-16,-4 24-5 15,0 15-1-15,2 6 11 16,2 8-7-16,6 0-4 15,7 1-5 1,0 2-1-16,0-3-2 0,18-1 1 0,9-6-1 16,8-10-1-16,5-8 0 15,5-12-1-15,1-8 1 16,4-8 0-16,0 0 0 16,2-24-5-16,-5-13 4 15,0-6 0-15,-10-11 1 16,-6-9 0-16,-6-7 0 15,-7-10 1-15,-7-8 0 16,-7 2 1-16,-4 7-3 16,0 17 3-16,-6 17 0 15,-17 9 3-15,-1 13 0 16,-4 5-5-16,-11 6 0 0,-2 7-4 16,-4 5 3-16,-2 0 1 15,7 0-8-15,4 14 8 16,7 5-2-16,7 3-1 15,4 2 3-15,9 4-1 16,5 4-2-16,4 4 2 16,0 7 0-16,10 5 0 15,13 6 1 1,2 6 0-16,4 2 2 0,2 0-1 16,2 1-1-16,5-4 3 15,-3 4 2-15,-1 3-1 0,-3-4 4 16,-4 0-5-1,-5-5-3-15,1-10 3 0,-4-7-3 16,2-7-4-16,3-9-42 16,3-12-162-16,7-10-144 15</inkml:trace>
  <inkml:trace contextRef="#ctx0" brushRef="#br0" timeOffset="12941.47">18706 7949 987 0,'0'0'10'15,"0"0"128"-15,0 0-17 16,0 0-44-16,0 0-37 16,0 0-16-16,-29 18-4 15,23 36 32 1,2 10-29-16,4-6-11 0,0-4-12 15,0-6 0-15,0-8-1 16,0-3-1-16,0-8-44 16,0-6-127-16,0-9-39 15,6-10-126-15,2-4-330 16</inkml:trace>
  <inkml:trace contextRef="#ctx0" brushRef="#br0" timeOffset="13130.84">18706 8051 1008 0,'0'0'26'0,"0"0"-17"16,0 0 38 0,0 0-26-1,0 0-20-15,0 0 18 0,128 88 22 16,-71-51 3 0,2 0-24-16,6 1-16 15,-8 0-4-15,-7-2 0 16,-10 1-4-16,-9-7-55 0,-4-4-70 15,-7-8-72-15,3-12 121 16,-6-6-424-16</inkml:trace>
  <inkml:trace contextRef="#ctx0" brushRef="#br0" timeOffset="13366.76">19269 7921 396 0,'0'0'242'0,"0"0"-157"16,0 0 123-16,0 0-83 15,0 0-63-15,0 0 1 16,-43-89-20-16,43 89-24 0,0 24-12 16,0 23 5-16,0 17 47 15,2 7-11-15,1 4-27 16,0-3-4-16,-3-6-11 16,0-4-5-16,0-3-1 15,0-5 0-15,0-6-24 16,4-8-157-16,0-11-156 15</inkml:trace>
  <inkml:trace contextRef="#ctx0" brushRef="#br0" timeOffset="13618.53">19565 7910 960 0,'0'0'2'0,"0"0"37"16,0 0 71-16,0 0-94 15,0 0-9-15,0 0 1 16,114-16-3-16,-54 13 5 16,7-3 1-16,-9 2 2 15,-9 0-8-15,-14 1-5 0,-17 1-2 16,-11 2-59-16,-7 0-159 15,0 0-192-15</inkml:trace>
  <inkml:trace contextRef="#ctx0" brushRef="#br0" timeOffset="13963.65">19806 7877 68 0,'0'0'705'15,"0"0"-692"-15,0 0 147 16,0 0-88-16,0 0-34 0,0 0 9 15,-11 23-24 1,11 12 15-16,0 11 13 0,2 5-24 16,11 8-12-16,1-1-4 15,-1 0-9-15,-1-2 7 16,-4-1-3-16,-1-4 3 16,-3 0 7-16,-4-9-1 15,2-5-5-15,-2-10-7 16,0-10 2-16,0-10-1 15,0-6-2-15,0-1 6 16,-6 0 5-16,-17 0-7 16,-12-13-6-16,-12-11 2 15,-4-4-2-15,-9-1-1 0,4 4-5 16,7 5-8 0,11 12-29-16,16 5-29 15,12 3-65-15,7 0-213 0</inkml:trace>
  <inkml:trace contextRef="#ctx0" brushRef="#br0" timeOffset="14230.04">20327 7947 1122 0,'0'0'10'0,"0"0"26"16,0 0 59-16,0 0-67 16,0 0-5-16,0 0 88 15,40 122-48-15,-28-66-49 16,-4-2-8-16,-1-7-6 16,-1-1-1-16,-6-8-30 15,0-5-171-15,0-4-74 16,0-13-344-16</inkml:trace>
  <inkml:trace contextRef="#ctx0" brushRef="#br0" timeOffset="14419.12">20347 7972 1104 0,'0'0'7'0,"0"0"2"15,0 0 58-15,0 0-26 16,134 25 12-16,-85 4 25 15,0 6-32-15,4 1-35 16,1-2-11-16,-3-4-1 16,-2-8-64-16,-2-8-171 15,-9-6-284-15</inkml:trace>
  <inkml:trace contextRef="#ctx0" brushRef="#br0" timeOffset="14640.15">21225 7766 1005 0,'0'0'19'16,"0"0"30"-16,0 0 32 15,0 0-49-15,-160-9-2 16,104 52 15-16,0 15-22 16,7 12-4-16,7 9-5 0,5-1-14 15,11-6 0-15,7-5-13 16,10-12-79-16,6-12-80 15,3-15-112-15,6-15-327 16</inkml:trace>
  <inkml:trace contextRef="#ctx0" brushRef="#br0" timeOffset="14877.93">21232 7854 711 0,'0'0'303'0,"0"0"-259"15,0 0 136 1,0 0-69-16,0 0-6 0,0 0-35 16,2-38-44-16,-2 85-22 15,0 21 15-15,0 12 7 16,0-3-13-16,3 0-4 16,1-9-9-16,-2-8 0 15,2-3-5-15,-1-7-36 16,3-8-85-16,6-6-92 0,3-10 25 15,7-14-496-15</inkml:trace>
  <inkml:trace contextRef="#ctx0" brushRef="#br0" timeOffset="15255.02">21595 7910 1050 0,'0'0'5'16,"0"0"-1"-16,0 0 75 15,0 0-22-15,0 0-13 16,0 0-1-16,-55-61-14 0,47 89-21 31,4 16 0-31,4 10-1 16,0 7-6-16,0 2 0 0,2-3-2 0,10-8-2 16,3-7 3-16,5-8 0 15,5-8-5-15,3-11-2 16,6-8 3-16,4-10-1 15,2 0-9-15,5-4-4 16,-3-20 9-16,-2-5 7 16,3-7 2-16,-6-12 1 15,-5-8 8-15,-6-11 23 0,-10 0 24 16,-10 1 16 0,-6 12-44-16,0 9 6 0,0 15-9 15,0 10-16-15,-11 4-9 16,3 8-32-16,-8 2-153 15,3 4-189 1</inkml:trace>
  <inkml:trace contextRef="#ctx0" brushRef="#br0" timeOffset="15553.16">22479 7724 1087 0,'0'0'6'0,"0"0"33"16,0 0 111-16,0 0-67 15,0 0-53-15,0 0-10 16,9 29-5-16,-9 29 48 16,0 13-15-1,0 4-27 1,0-1 23-16,0-6-36 15,0-8-2-15,0-8-4 16,0-10-2-16,0-7-1 16,0-7-17-16,0-8-112 15,0-9-137-15,0-11-142 0</inkml:trace>
  <inkml:trace contextRef="#ctx0" brushRef="#br0" timeOffset="15947.67">22529 7749 896 0,'0'0'0'16,"0"0"-10"-16,115-105 10 15,-66 83 0-15,-3 7 0 16,2 5 3-16,-8 10 1 16,-7 0 21-16,-2 9 7 15,-6 21-1-15,-7 4-20 0,-9 6-9 16,-9-1-1-16,0 0-1 15,-19-3 1-15,-16 3 11 16,-11-5-1-16,-8 0 0 16,-2-7-7-16,0-3-4 15,8-3 4-15,6-5-3 16,11-6 2-16,8-3-2 16,9 0 0-16,10-1 12 15,4 4-13-15,0 5 9 16,6 4-2-16,23 3 4 15,8 4 5-15,7 2-2 0,8 2-3 16,4 0 13-16,3 1 13 16,-1-3-7-16,-2-3-9 15,-5 0-17-15,-11-7-3 16,-11-5-1-16,-18-6-125 16,-11-7-650-16</inkml:trace>
  <inkml:trace contextRef="#ctx0" brushRef="#br0" timeOffset="17202.91">7623 4923 739 0,'0'0'125'16,"0"0"-109"-16,0 0 159 16,0 0-43-16,0 0-56 0,0 0 46 15,0 0-44-15,0 0-54 0,-43-49-22 16,43 92-2-16,0 21 0 15,12 12 7-15,-3 1 2 16,-1-8-7-16,-4-5 2 16,4-3-4-1,-2-9-5-15,3-4-1 0,2-10-85 16,7-12-193-16,2-14-127 16</inkml:trace>
  <inkml:trace contextRef="#ctx0" brushRef="#br0" timeOffset="17597.27">7991 4923 736 0,'0'0'0'0,"0"0"33"16,0 0 183-16,-45-117-97 16,14 108-89-16,-3 6 9 15,3 3-32-15,2 0-6 16,4 17 1-1,10 6 0-15,9 7-2 0,6 4-5 16,4 3 2-16,26-3 2 16,15-2-1-16,3-5 1 15,2-2 0-15,-5 1-1 0,-7 4 2 16,-9 4 0-16,-16 2-2 16,-13 1 0-1,0-1-6-15,-20 0 4 0,-17-2 4 16,-6-8 2-16,1-8-1 15,1-12-1-15,11-6 6 16,7 0 0-16,9-24 5 16,8-18-7-16,6-11-4 15,0-7-1-15,4 1 0 16,21 0-4-16,4 7-12 16,7 8-54-16,-5 10-108 0,-9 16-251 15</inkml:trace>
  <inkml:trace contextRef="#ctx0" brushRef="#br0" timeOffset="18164">7150 9240 1185 0,'0'0'0'0,"0"0"35"0,0 0 76 16,0 0-29-16,0 0-35 15,0 0 0-15,-58 150-2 16,58-83-13-16,16-3-22 15,5-9-7-15,0-5-2 16,1-8-1-16,1-11-16 16,2-5-52-16,1-12-108 15,7-10-63-15,1-4-224 16</inkml:trace>
  <inkml:trace contextRef="#ctx0" brushRef="#br0" timeOffset="18587.47">7712 9351 581 0,'0'0'307'16,"0"0"-296"-16,-51-129 158 15,17 93-39-15,-1 7-82 16,-2 14 36-16,6 13-14 16,5 2-47-16,2 4-19 15,1 24-4-15,3 7-2 16,5 8-1-16,4 1 2 15,8 0 1-15,3-8-3 16,3-7-3-16,21-11-12 0,5-11-22 16,6-7-3-16,2 0 9 15,-2-6 25-15,-4-10 2 16,-6 0 7-16,-8 7 1 16,-8 2 0-16,-4 5 1 15,-1 2 3-15,1 0 19 16,3 24-1-16,6 11 18 15,4 9-8-15,2 10-1 16,3 8 6-16,0 2-17 16,0 5-12-16,4-6-4 15,-5-8-4-15,-2-7-1 16,-4-10-11-16,-1-12-112 0,-3-12-128 16,-4-10-238-16</inkml:trace>
  <inkml:trace contextRef="#ctx0" brushRef="#br0" timeOffset="20205.34">7545 6272 445 0,'0'0'576'16,"0"0"-571"0,0 0 36-16,0 0 32 0,0 0-32 15,0 0-6-15,-5 32-18 0,5 49-3 16,0 26 9-16,0 12 3 15,0-1 1-15,0 5 9 16,0-8-22-16,0-5-9 16,0-12-5-16,0-12 0 15,0-6-3-15,0-6-25 16,-2-8-119-16,-14-9-101 16,-3-21-152-16</inkml:trace>
  <inkml:trace contextRef="#ctx0" brushRef="#br0" timeOffset="20472">7268 7429 560 0,'0'0'259'0,"0"0"-244"0,0 0 100 15,0 0-9-15,0 0-56 16,0 0 10-16,-31-38-19 16,31 58-23-16,14 24-11 15,8 11 9-15,2 1-11 16,1-9 0-1,-5-8-5-15,-5-11 1 0,-1-9 0 16,-5-11 1-16,2-5 1 0,3-3-2 16,7-6 5-16,6-26 1 15,7-14-7-15,1-8-10 16,2-2-55-16,-2-1-93 16,-6 5-209-16</inkml:trace>
  <inkml:trace contextRef="#ctx0" brushRef="#br0" timeOffset="20801.66">6313 7097 942 0,'0'0'8'16,"0"0"43"-16,0 0 63 15,0 0-87-15,0 0-1 0,0 0 12 16,107-86-8-16,-56 67-27 15,-2 7-3-15,-8 4-3 32,1 6-35-32,-9 2-90 0,-9-3-187 0,-12-4-101 15</inkml:trace>
  <inkml:trace contextRef="#ctx0" brushRef="#br0" timeOffset="21005.79">6464 6761 798 0,'0'0'6'0,"0"0"55"16,0 0 117-16,0 0-112 0,0 0-5 15,-56 111 22-15,56-39-37 16,7 10-15-16,15 1-10 16,5-4-14-16,2-4-7 31,2-6-2-31,3-4-38 15,-3-7-157-15,-2-14-135 16,-7-14-430-16</inkml:trace>
  <inkml:trace contextRef="#ctx0" brushRef="#br0" timeOffset="21240.96">6944 6567 1127 0,'0'0'4'0,"0"0"36"16,0 0 42-16,0 0-61 15,0 0-13-15,0 0 9 16,4 152 13-16,11-71-18 16,3-3-10-16,-3-2-2 15,4-2-6-15,-4-11-58 16,-1-10-88-16,-4-15-176 15,-1-16-464-15</inkml:trace>
  <inkml:trace contextRef="#ctx0" brushRef="#br0" timeOffset="22560.93">9334 4932 495 0,'0'0'220'16,"0"0"-182"-16,0 0 131 16,0 0-77-16,0 0-38 0,0 0-11 15,-34-19-9-15,30 19-25 16,-2 16-9-16,1 14 0 16,-2 9 0-16,5-2 2 15,-1-7 2-15,3-4-4 16,0-4 0-16,0-7-3 15,0-8-2-15,17-3 3 0,7-4 2 16,10 0 5 0,5 0-2-16,3 0-1 0,1-3-1 15,-1 3 2-15,0 0-2 16,-5 3 4-16,-11 17 3 16,-10 0 1-16,-12 0 19 15,-4 7 14 1,-9-1 16-16,-28 6 4 0,-15 0-30 15,-2 2-5-15,1-6-13 16,6-6-12-16,10-5-4 16,8-11-4-16,5-6-52 15,12 0-114-15,7-31-95 16,5-23-283-16</inkml:trace>
  <inkml:trace contextRef="#ctx0" brushRef="#br0" timeOffset="22765.08">9311 4913 742 0,'0'0'7'15,"0"0"31"-15,0 0 120 16,0 0-82-16,0 0-41 16,0 0-16-16,112-50 29 15,-29 23-19-15,8 1-15 16,-4 0-12-16,-12 8-2 0,-10 6-11 15,-20 9-228-15,-23 3-662 16</inkml:trace>
  <inkml:trace contextRef="#ctx0" brushRef="#br0" timeOffset="23661.57">9383 9078 1139 0,'0'0'18'15,"0"0"63"-15,0 0 45 16,0 0-44 0,0 0-28-16,0 0-7 0,-6 1-26 15,6 52-14-15,0 14-5 16,0 0 0-16,0-11-1 16,-2-8 1-16,-12-10-2 15,1-11-11-15,1-13-4 16,5-9-5-16,5-5-10 15,2 0-6-15,0 0 14 0,0 0-14 16,5-4 18-16,17-2 17 16,9 2 1-16,7 4 1 15,2 0-1-15,5 0-1 16,1-2-5-16,-3-4-10 16,-3-5-23-16,-6-6-21 15,-6 0 23 1,-10-7 6-16,-9-5 12 0,-7-4 17 15,-2 0 2-15,0-1 6 16,-8 6-2-16,-6 6 16 0,5 10 13 16,3 6 2-16,3 3 27 15,3 3-6-15,-2 0-31 16,2 19-14 0,-2 21-5-16,2 14 9 0,0 8 13 15,0-1-14-15,0-2-2 16,0-2-7-16,2-5-4 15,3-8-1-15,-1-8-2 16,2-7-85-16,-1-8-132 16,-1-11-153-16</inkml:trace>
  <inkml:trace contextRef="#ctx0" brushRef="#br0" timeOffset="24132.55">9556 6324 798 0,'0'0'44'15,"0"0"93"-15,0 0-22 16,0 0-33-16,0 0 2 16,0 0-22-16,-18-54-12 15,18 54-9-15,-1 0-13 16,-1 0-17-16,-6 21-5 15,2 20-3-15,-3 21 6 16,3 15 4-16,1 9 4 16,0 10 2-16,5 7 5 0,0 1 3 15,0-4-22 1,0-7 2-16,0-14-6 0,0-11 1 16,0-13-2-16,0-11-4 15,0-12-1-15,0-10-52 16,0-8-152-16,0-12-29 15,0-2-138-15,-15-20-320 16</inkml:trace>
  <inkml:trace contextRef="#ctx0" brushRef="#br0" timeOffset="24384.75">9332 7099 727 0,'0'0'15'15,"0"0"-11"-15,0 0 50 0,0 0 6 16,0 0-30-16,0 0 25 15,2 83 29-15,18-21-43 16,3 1-16-16,-4-3-11 16,-1-8-7-16,-3-12 3 15,1-14-1-15,0-14 9 16,5-12 16-16,13 0 12 16,8-22-5-16,10-22-27 15,6-12-12-15,0-8 0 16,-4 0-2-16,-8 5-22 0,-8 15-100 15,-14 14-59-15,-14 15-135 16</inkml:trace>
  <inkml:trace contextRef="#ctx0" brushRef="#br0" timeOffset="24746.27">8523 7178 910 0,'0'0'9'15,"0"0"-2"-15,0 0 119 16,0 0-60-16,0 0-48 0,0 0 29 16,96-28 23-16,-32 2-53 15,-1 1-17-15,-8 4-30 16,-8 4-158-16,-16 6-131 15,-11 1-203-15</inkml:trace>
  <inkml:trace contextRef="#ctx0" brushRef="#br0" timeOffset="24950.49">8901 6747 677 0,'0'0'112'0,"0"0"-89"0,0 0 186 16,0 0-90-1,0 0-61-15,0 0-14 0,-4 116 5 16,4-35 33-16,11 3-52 16,8-3-17-16,7-8-12 15,-3 0-1-15,2-4-1 16,2-8-45-16,2-13-154 16,3-15-225-16</inkml:trace>
  <inkml:trace contextRef="#ctx0" brushRef="#br0" timeOffset="25467.9">10366 4891 781 0,'0'0'187'15,"0"0"-142"-15,0 0 131 16,0 0-77-16,0 0-53 15,0 0 3-15,-16 62-27 0,11 13 21 16,1 10 19-16,4 1-22 16,0-12-26-16,0-11-7 15,0-11-6-15,0-12-1 16,0-8-3-16,4-4-22 16,7-7-165-16,7-14-95 15,-1-7-286-15</inkml:trace>
  <inkml:trace contextRef="#ctx0" brushRef="#br0" timeOffset="25909.17">10693 5067 760 0,'0'0'24'16,"0"0"20"-16,0 0 102 15,0 0-81-15,-82-119-29 16,64 103-14-16,-1 7 28 15,2 9-22-15,-5 0-28 16,-1 12 1-16,2 18-1 16,0 6-2-16,8 2 0 15,9-2 0 1,4 0-2-16,0-6-8 0,6-5 3 0,14-12-1 16,7-8 4-16,-1-5-3 15,4 0-16-15,1-11 11 16,-2-7 14-16,-5-2 1 15,-1 0 3-15,-6 4 0 16,-6 2 3-16,-4 4 7 16,-2 4 4-16,-3 4 21 15,0 2-10-15,-2 0 20 16,0 0-13-16,0 28-34 16,0 24 13-16,4 21 20 15,3 7-6-15,0 2-13 16,-2-4-8-16,1 0-6 0,-2 4-2 31,1 5-9-31,-3 7-18 0,-2 10-211 0,0-2-200 16</inkml:trace>
  <inkml:trace contextRef="#ctx0" brushRef="#br0" timeOffset="26695.57">10535 9414 744 0,'0'0'36'0,"0"0"80"15,0 0 33-15,0 0-72 16,-18-108-22-16,18 82 12 16,18 0-12-16,6 6 2 15,-1 8-21-15,-2 10-11 16,2 2-15-16,-5 14 7 15,2 18 10-15,-6 9-10 0,-6 10-14 16,-8-3 2-16,0-4-2 16,0-4-3-16,-20-6 1 15,0-9-1-15,0-7 0 16,1-4-4-16,7-7 4 16,3 0 0-16,3-3 3 15,6-2-3-15,0 0 1 16,0 0 0-16,0 0-1 15,0 2 0-15,0 0 2 16,11 0 3-16,9-4 4 0,11 0-2 16,7 0-5-1,6-22-2-15,7-8-5 0,-1-6-83 16,-2-8-88-16,-5-6-118 16,-7 0-469-16</inkml:trace>
  <inkml:trace contextRef="#ctx0" brushRef="#br0" timeOffset="27040.85">11074 9053 677 0,'0'0'279'15,"0"0"-255"-15,0 0 112 16,0 0-53-16,0 0-21 16,0 0-20-16,-87 75 11 0,87-21-23 15,0-2-17-15,7-8-13 16,13-6 0-16,0-8 1 15,-2-6-1-15,0-6 0 16,-1-7 0-16,-1-7 0 16,-1-4-2-16,6 0 2 15,-2-7 0-15,4-19 5 16,-1-10 6-16,-7-5 7 16,-5-8 18-16,-10-3-4 15,0-2-5-15,-12-2-4 16,-19 2-7-16,-11 5-10 15,-3 11-6-15,-1 6-6 0,-4 8-25 16,-2 7-70-16,-5-2-73 16,-2-4-188-16</inkml:trace>
  <inkml:trace contextRef="#ctx0" brushRef="#br0" timeOffset="27468.73">10510 6278 862 0,'0'0'7'0,"0"0"65"15,0 0 35-15,0 0-56 0,0 0 30 16,0 0-29-16,-31-50-30 16,31 81-12-16,0 26 10 15,0 19 38-15,9 17-8 16,-2 6-18-16,-1-2-7 15,1 6 5-15,-3-3-8 16,1-6-8-16,0-4-6 16,-1-11-4-16,-2-13-1 15,0-10-3-15,-2-10 0 16,0-14 0-16,0-10-12 16,0-9-94-16,0-9-77 15,0-4-55-15,-2-5-142 16</inkml:trace>
  <inkml:trace contextRef="#ctx0" brushRef="#br0" timeOffset="27701.71">10366 7177 695 0,'0'0'52'15,"0"0"28"-15,0 0 0 16,0 0-37-16,0 0-11 16,0 0 34-1,15 34 0-15,7-3-31 0,3 2-4 16,2 1-4-16,-1-7-14 15,1-6 0-15,0-6 1 0,-3-8 14 16,10-7 3-16,-1 0 12 16,3-18-17-16,2-15-23 15,0-10-3-15,-7-9-59 16,-4-6-68-16,-8 0-88 16,-7 11-415-16</inkml:trace>
  <inkml:trace contextRef="#ctx0" brushRef="#br0" timeOffset="28069.67">10179 7066 942 0,'0'0'10'0,"0"0"18"15,0 0 79-15,0 0-89 16,0 0 31-16,0 0 29 15,160-74-37-15,-96 48 2 16,0 0-20-16,-9 2-16 16,-11 8-7-16,-17 2-12 15,-11 6-81-15,-12-1-37 16,-4 3-93-16,0-1-140 16</inkml:trace>
  <inkml:trace contextRef="#ctx0" brushRef="#br0" timeOffset="28269.38">10414 6739 696 0,'0'0'14'0,"0"0"109"16,0 0 47-16,0 0-75 15,0 0-15 1,0 0-6-16,-11 89 11 0,11-27-25 16,0 2-26-1,7 0-9-15,9-2-19 0,6-7-4 16,0-5-2-16,3-2-27 15,2-7-132-15,-4-10-65 0,4-11-221 16</inkml:trace>
  <inkml:trace contextRef="#ctx0" brushRef="#br0" timeOffset="28503.56">11027 6743 894 0,'0'0'83'0,"0"0"68"0,0 0-5 16,0 0-31-16,0 0-44 15,0 0-27-15,-19 9-27 16,19 31 11-16,0 14-4 0,13 6-12 16,0-3-12-16,0 6 0 15,0-1-13 1,-6-1-138-16,-7-7-179 0,0-8-537 15</inkml:trace>
  <inkml:trace contextRef="#ctx0" brushRef="#br0" timeOffset="29231.31">8812 12959 1255 0,'0'0'130'0,"0"0"-130"16,0 0 9-16,0 0 30 16,0 0-24-16,0 0-5 0,103-27 3 15,6 3 10-15,9-1-17 16,-2 0-6-16,-11 0 0 16,-14 3-42-16,-12-2-152 15,-17 2-16-15,-24 0-185 16</inkml:trace>
  <inkml:trace contextRef="#ctx0" brushRef="#br0" timeOffset="29451.03">9340 12498 929 0,'0'0'16'16,"0"0"-10"-16,0 0 107 15,0 0-2-15,0 0 2 0,0 0 16 16,-21-21-49-16,21 30-47 15,6 42-22-15,7 21 18 16,3 18 11-16,-3 2-26 16,1-5-11-16,1-6-3 15,1-7 0-15,4-10-4 16,9-5-5-16,6-8-104 16,6-11-180-16,-6-16-267 15</inkml:trace>
  <inkml:trace contextRef="#ctx0" brushRef="#br0" timeOffset="29702.42">10085 12504 1202 0,'0'0'28'15,"0"0"-3"-15,0 0 145 0,0 0-59 16,0 0-42-16,0 0-34 15,-54-42-22-15,54 96-7 16,0 19 7-16,21 7-2 16,0-8-8-16,2-4-2 15,0-4-2-15,-6-5 0 0,3-5-15 16,1-6-105-16,2-12-155 16,3-15-167-16</inkml:trace>
  <inkml:trace contextRef="#ctx0" brushRef="#br0" timeOffset="30208.52">11580 12296 1202 0,'0'0'10'15,"0"0"9"-15,0 0 56 0,0 0-38 16,0 0-30-16,-148-64-2 15,106 79 5 1,0 18 1-16,4 7-4 0,9 4-1 16,9 0-1-16,14 1 3 15,6-8-3 1,2 0-4-16,27-5 0 0,13-4 2 16,12-6 0-16,4-9-1 15,-3-7-2-15,-4-6 1 16,-11 0-1-16,-11 0 0 0,-8 0 1 15,-13 0-1-15,-4 0 0 16,-4 0 1-16,0 0 0 16,-4 0 2-16,-21 0-3 15,-10 5-5 1,-7 26 3-16,0 8 2 0,1 14 3 16,8 5 6-1,3 4-2-15,14-2 8 0,14-6-2 16,2-8-2-16,8-12 1 0,25-13-9 31,9-8 0-31,10-13 0 16,8 0-3-16,5-14-1 0,-1-16-39 0,-4-6-56 15,-4-8-35-15,-9-10-26 16,-9-13-102-16</inkml:trace>
  <inkml:trace contextRef="#ctx0" brushRef="#br0" timeOffset="30444.6">11747 11871 978 0,'0'0'7'0,"0"0"47"16,0 0 74-16,-91 130-45 15,75-40 38-15,7 19-17 16,7 13-40-16,2 14-1 15,0 9-22-15,0-1-8 16,0-4-16-16,0-9-2 16,0-10-9-16,0-12-3 15,-2-6-3-15,-2-11 0 0,0-14-7 16,4-8-55-16,0-15-138 16,14-17-133-16,20-20-321 15</inkml:trace>
  <inkml:trace contextRef="#ctx0" brushRef="#br0" timeOffset="30742.6">12520 12878 1191 0,'0'0'5'0,"0"0"58"0,0 0 53 15,0 0-52-15,0 0-21 16,0 0 27-16,187-26-37 16,-105 7-25-16,1-3-7 15,2-6-2-15,-10 3 0 16,-3-2-7-16,-15 7-31 16,-7 0-40-16,-11 1-78 15,-5 2-12-15,-9-1-80 16,-3-3-241-16</inkml:trace>
  <inkml:trace contextRef="#ctx0" brushRef="#br0" timeOffset="30931.27">13441 12278 352 0,'0'0'473'15,"2"-102"-290"-15,-2 73-33 16,0 15 10-16,0 9-11 16,0 3-61-16,0 2-10 15,0 18-39-15,-12 41-33 16,3 32 19-16,5 19 12 15,4-2-17-15,0-4-8 16,2-6-9-16,9-15-3 16,-4-4-9-16,-7-8-32 15,0-6-97-15,-11-7-139 16,-20-10-186-16</inkml:trace>
  <inkml:trace contextRef="#ctx0" brushRef="#br0" timeOffset="31308.81">11820 14243 1080 0,'0'0'9'15,"0"0"5"-15,0 0 27 16,0 0 26 0,0 0-12-16,138 0 5 15,1-42-34-15,35-10-14 0,35-4-7 16,21-4 0-16,10 1 0 16,0 7-4-16,-12-4 6 15,-20 6 9-15,-27 2-7 16,-29 0-8-16,-34 5-1 15,-31 3 0-15,-29 5-20 0,-18 6 0 16,-19 5-54-16,-21 8-90 16,0 2-302-1</inkml:trace>
  <inkml:trace contextRef="#ctx0" brushRef="#br0" timeOffset="32737.52">18139 12272 911 0,'0'0'39'0,"0"0"-5"16,-4-104 75-16,4 83-19 15,0 11-26-15,0 2 23 16,0 8 4-16,0 0-23 15,0 0-12-15,0 3-21 16,0 37-20-16,4 22-2 16,5 18 33-16,0 2-23 0,2-7-11 15,-2-9-9-15,3-6-3 16,-6-8 0-16,0-6-2 16,1-6-12-16,5-6-101 15,1-12-127-15,5-14-44 16,-5-8-301-16</inkml:trace>
  <inkml:trace contextRef="#ctx0" brushRef="#br0" timeOffset="33288.65">18128 12280 971 0,'0'0'36'0,"-9"-102"-36"0,12 50 45 15,32-1-38-15,5 5-1 16,7 10 4-16,-2 13 13 15,-8 12 10-15,-3 13-16 16,-3 9-15-16,0 26 6 16,-2 11 0-16,-4 6-4 15,-15-2-4-15,-10-1 1 16,0-3 0-16,-17-8 8 16,-16-6 0-1,-3-4 1-15,0-4-1 0,5-4 1 16,2-4-2-1,9-2-2-15,6-8-2 0,10-4 2 0,4-2-6 16,0 0 7-16,0 0-1 16,0 0-6-16,16 0-3 15,9-2 3-15,8-4 0 16,3 2 1-16,6 4 0 16,3 0-1-1,7 0 1 1,2 14 0-16,2 8 0 15,0 10-1-15,-3 4 2 16,-6 4 1-16,-9 3 1 0,-16-1-1 16,-15-4 4-16,-7 0 16 15,-15-4 21-15,-31-2 22 16,-12-5-20-16,-4-6-14 16,-2-5-1-16,-1-12-3 15,0-4-4-15,10 0 3 16,3-15-12-16,12-11-13 15,9-7-2-15,6-1-1 16,10 0-67-16,9 4-67 16,6 10-94-16,0 6-213 15</inkml:trace>
  <inkml:trace contextRef="#ctx0" brushRef="#br0" timeOffset="33760.31">18603 13316 933 0,'0'0'13'16,"0"0"95"-16,0 0-12 15,0 0-13-15,0 0-12 16,0 0-10-16,-23-80-27 15,23 127-16-15,10 25 33 0,9 20 19 16,4 8-23-16,-3 3-9 16,-1-1-8-16,-3-7 1 15,-3-1-7-15,-1-11-1 16,-1-6-12-16,-5-13-5 16,4-8-4-16,-6-8-2 15,-4-8-5-15,0-10-38 16,0-8-65-16,0-10-82 15,-6-8-59-15,-21-4-29 16,-10-16-313-16</inkml:trace>
  <inkml:trace contextRef="#ctx0" brushRef="#br0" timeOffset="34012.99">18405 14147 784 0,'0'0'71'15,"0"0"76"-15,0 0-60 16,0 0-49-16,0 0-19 15,0 0 40-15,48 48 7 16,-21 0-21-16,2 6-7 16,-2-8-15-16,-2-3 0 0,-1-10-14 15,0-6-7-15,1-11 3 16,-1-10-2-16,8-6 2 16,4 0-4-16,13-28 0 15,9-10-1-15,6-9 0 16,-2 3 0-16,-4 4-13 15,-9 8-94-15,-16 4-72 16,-17 8-135-16,-16 1-319 16</inkml:trace>
  <inkml:trace contextRef="#ctx0" brushRef="#br0" timeOffset="34327.97">16834 14149 1042 0,'0'0'6'0,"0"0"6"15,0 0 37-15,0 0 19 16,169-35-3-16,-91 12-16 16,1 3-31-16,-6 1-16 15,-12 4-2-15,-10 0-17 16,-12 1-116-16,-19 0-101 16,-20-2-199-16</inkml:trace>
  <inkml:trace contextRef="#ctx0" brushRef="#br0" timeOffset="34532.05">17067 13828 977 0,'0'0'38'0,"0"0"76"15,0 0 25-15,0 0-78 16,0 0-9-16,0 0-6 16,-21 82 29-16,21-3 26 15,4 4-55-15,21 0-25 16,8 1-14-1,3-7-7-15,-1-2-2 0,0-4-40 16,-3-11-85-16,1-12-88 16,0-22-85-16,0-22-366 15</inkml:trace>
  <inkml:trace contextRef="#ctx0" brushRef="#br0" timeOffset="34767.56">17642 13619 1239 0,'0'0'8'16,"0"0"36"-16,0 0 89 15,0 0-70-15,0 0-52 16,0 0-3 0,-31 53 10-16,58 15 53 0,6 6-50 15,5 3-14-15,2-2-7 0,-6-4-6 16,-12-6-58-16,-10-2-94 15,-12-9-105-15,0-12-294 16</inkml:trace>
  <inkml:trace contextRef="#ctx0" brushRef="#br0" timeOffset="36229.87">19124 14897 909 0,'0'0'128'15,"0"0"10"-15,2-108-31 16,-2 80-38-16,-15 6-13 16,-10 4-8-16,-4 9 6 15,-9 5-24-15,-6 4-10 0,-7 8-5 16,-9 30-4-16,-3 15-1 16,-1 8 8-16,0 12 3 15,12 1 4-15,9 0-4 16,19-4-5-16,22-3-4 15,2-9-2-15,41-5 1 16,27-7-5-16,16-15-4 16,12-15 0-16,6-13-2 15,6-3-3-15,-2-19 3 16,-8-16 0-16,-13-3 0 16,-20 5-19-16,-20 9-40 0,-22 8-33 15,-11 6-21-15,-12 0-74 16,0 5-158-16</inkml:trace>
  <inkml:trace contextRef="#ctx0" brushRef="#br0" timeOffset="37722.6">1511 6900 1134 0,'0'0'5'0,"-127"3"10"0,94-3 74 16,17 0 7-1,16 0 25-15,7-9-68 0,58-19-37 16,57-10-14-16,63-12 5 16,54-5-5-16,48 1-2 31,35 0-2-31,25 6 2 0,29 9 1 0,13 5 4 15,6 12 4-15,-3 4-8 16,-33 5-1-16,-34 1 4 16,-47 1 0-16,-52 2-3 15,-53 3-1-15,-54 0-5 16,-46 3-3-16,-37 1-44 16,-36 2-125-16,-18 0-48 0,-55 8-376 15</inkml:trace>
  <inkml:trace contextRef="#ctx0" brushRef="#br0" timeOffset="38445.71">1580 9393 962 0,'-113'0'177'0,"30"0"-171"16,34 0 14-16,25 1 76 15,22-1-15-15,15 0 8 16,65-13-67-16,63-18-7 16,78-12 13-16,60-4-8 15,51-3-15-15,29-4-3 16,13 2 0-16,9 5 2 0,0 6 1 15,-7 1 1-15,-22 3-5 16,-34 3 2-16,-44 4-1 16,-48 2 1-16,-57 6-3 15,-51 6-3-15,-53 4-26 16,-41 6-37-16,-24 6-52 16,-20 0-67-16,-40 0-339 15</inkml:trace>
  <inkml:trace contextRef="#ctx0" brushRef="#br0" timeOffset="40898.25">19719 12091 848 0,'0'0'13'16,"0"0"163"0,0-125-14-16,0 106-47 0,0 9-17 15,0 8-15-15,0 2-50 16,5 31-25-16,3 31 1 16,3 22 18-16,3 12 3 15,-1-2-19-15,-4-6-5 16,-2-12-5-16,-7-9 0 15,0-16 0-15,0-10 2 16,-12-15-1-16,4-13 0 16,1-11-2-16,7-2 0 15,0-7 2-15,0-36-2 0,0-22-16 16,0-25 10 0,0-15-9-16,9-5-25 0,11 1 4 15,2 15 13-15,3 22 21 16,1 20 2-16,4 14 1 15,-1 14 1-15,-1 12 2 16,6 12 6-16,1 8-2 16,5 38 11-16,7 21 10 15,0 16-6-15,4 8 1 16,-3 3-8-16,-6-6-11 16,-5-7-1-16,-8-12-3 15,-4-10-1-15,-10-12 0 16,-8-10-1-16,-7-5-1 0,0-8-25 15,-11-4-71-15,-16-8-93 16,-9-12-16-16,-8 0-75 16,-7-37-222-16</inkml:trace>
  <inkml:trace contextRef="#ctx0" brushRef="#br0" timeOffset="41102.21">19690 12352 901 0,'0'0'2'16,"0"0"33"-16,0 0 46 16,0 0-44-16,0 0 16 0,176-2-7 15,-91-8 8-15,13-4-18 16,-1 0-23-16,-7 4-13 16,-14 4 0-16,-23 4-94 15,-20-1-207-15,-15 1-399 16</inkml:trace>
  <inkml:trace contextRef="#ctx0" brushRef="#br0" timeOffset="43162.14">19884 12787 1014 0,'0'0'13'0,"0"0"117"0,0 0-19 16,0 0-41-16,0 0-30 15,0 0 5-15,0 0 73 16,22 181-56-16,0-85-15 16,5 2-18-16,-4 1-13 15,-1-5-9 1,-2-10-3-16,-4-7-3 15,-1-4-1-15,-7-9 1 0,0-5-2 16,-6-5-8-16,-2-10-96 0,0-4-91 31,-10-7-102-31,-16-20-137 16</inkml:trace>
  <inkml:trace contextRef="#ctx0" brushRef="#br0" timeOffset="43414.65">19748 13784 487 0,'0'0'349'0,"0"0"-243"16,0 0-11-16,0 0-58 16,0 0 34-16,0 0-18 15,132 57-14-15,-97-21-15 16,-4-3 3-16,1-4-10 16,-6-6-2-16,-2-11-1 15,-1-3 4-15,-5-9 8 16,5 0 13-16,2-6 1 15,9-25-6-15,7-11-18 0,5-18-15 16,3-10-1-16,0-8-73 16,-4-9-131-16,-3-3-230 15</inkml:trace>
  <inkml:trace contextRef="#ctx0" brushRef="#br0" timeOffset="43619.01">20308 13130 1098 0,'0'0'7'15,"0"0"-3"-15,0 0 113 16,0 0-51-16,0 0-25 16,0 0-13-16,86-64-10 15,-20 42-8-15,4 2-10 16,-7 8-26-16,-13 0-207 15,-11-2-202-15</inkml:trace>
  <inkml:trace contextRef="#ctx0" brushRef="#br0" timeOffset="43822.21">20670 12781 724 0,'0'0'205'0,"0"0"-90"0,0 0 22 15,0 0-36-15,0 0-52 16,0 0-7-16,-2 22 36 15,22 25 11-15,3 6-40 16,3 2-26-16,3 3-12 16,-2 4-9-16,-3 8-2 15,-8 12-25-15,-13 0-186 16,-3 1-125-16,-8-9-497 16</inkml:trace>
  <inkml:trace contextRef="#ctx0" brushRef="#br0" timeOffset="44436.89">20331 14552 574 0,'0'0'508'0,"0"0"-481"0,0 0 42 16,0 0-15-16,119-76-31 15,-43 36 25-15,6 1-21 16,-4 3 28-16,-3 7-14 15,-12 2-15-15,-16 11-20 16,-14 6-6-16,-18 10 1 16,-7 0 0-16,-8 0-1 15,0 0 2-15,0 0 8 16,0 0 5-16,0 0 0 16,-12 26-5-16,-9 18-2 15,-11 15 19-15,0 5-21 0,1-2-1 16,-2 0-3-16,-1-2-1 15,-1 5 1-15,-1-3-2 16,3 2 0-16,0-12 1 16,4-6 0-16,8-19 1 15,8-8 1-15,7-6-3 16,6-9-1-16,0-1-4 16,0 1 5-16,13 2 5 15,16-2 1-15,11-4-2 16,13 0 0-16,8-4-2 0,7-13-2 15,9-8 3-15,2-3-4 16,6-1 1-16,-4-5-9 16,-6-2-76-1,-11-4-89-15,-10-10-135 0,-14-10-519 16</inkml:trace>
  <inkml:trace contextRef="#ctx0" brushRef="#br0" timeOffset="44830.09">21254 11959 918 0,'0'0'219'15,"0"0"-161"-15,0 0 41 0,0 0-12 16,0 0-63-16,0 0 7 15,-22 94 53-15,22-25-48 16,0 0-16-16,0 2-15 16,0 0-3-16,0-8-2 15,2-2-1-15,1-7-24 16,-3-8-125-16,0-8-86 16,0-17-106-16,0-16-242 15</inkml:trace>
  <inkml:trace contextRef="#ctx0" brushRef="#br0" timeOffset="45081.32">21162 12086 874 0,'0'0'138'0,"0"0"-102"16,0 0 60-16,0 0-40 16,0 0-45-16,0 0 36 15,72 78 14-15,-23-28-10 16,13 2-21-16,7-6-16 0,5-2-6 15,-3-6-8 1,-9-8 0-16,-10-8-1 0,-12-7-9 16,-7-10-46-16,-4-5-51 15,-2 0-35-15,0-13-21 16,-7-24-163-16,-5-13-202 16</inkml:trace>
  <inkml:trace contextRef="#ctx0" brushRef="#br0" timeOffset="45269.59">21835 11803 684 0,'0'0'70'16,"0"0"147"-16,0 0-83 15,0 0-34-15,0 0-51 0,0 0-41 16,-20 23 27-16,20 40 40 16,0 10-22-1,0 6-25-15,12 3-13 0,7 4-10 16,4 1-4-16,-4-2-1 15,-3 0-82-15,-10-7-210 16,-6-11-483-16</inkml:trace>
  <inkml:trace contextRef="#ctx0" brushRef="#br0" timeOffset="45882.39">21646 12733 911 0,'0'0'59'15,"0"0"35"-15,0 0 20 16,0 0-33-16,0 0-4 15,0 0-38-15,-8-44-13 16,8 92-2-16,15 18 75 16,7 14-54-16,3 5-22 15,2-1 0-15,-6 0-2 16,0-2-9-16,-6-2-3 0,-1-9-1 16,-3-9-3-1,0-10-4-15,-2-8-1 0,0-2-3 16,-1-8 2-16,6 3-17 15,-5-1-115-15,3-7-157 16,-2-8-119-16</inkml:trace>
  <inkml:trace contextRef="#ctx0" brushRef="#br0" timeOffset="48461.03">22073 14012 1031 0,'0'0'41'0,"0"0"43"0,0 0 17 16,0 0-67-16,0 0 1 16,0 0 3-16,-128-26-21 15,103 52 14-15,3 10 7 16,1 13-11-16,6 7 1 16,9 7-4-16,4 8-9 31,2 6-2-31,0-4 0 15,0 2-7-15,10-8 6 16,14-6-1-16,11-3-5 16,4-8-3-16,9-8 0 15,5-11 0-15,0-14 0 0,3-12-2 16,-2-5 1-16,-1-5 1 16,0-22 1-16,-1-12 3 15,-3-6 3-15,-7-10 1 16,-6-3 7-16,-14-10 0 15,-15-6 1-15,-7-12-2 16,-13-1-3-16,-32 4-5 16,-16 14-8-16,-10 13 2 15,-7 16-3-15,-2 19-4 16,-2 15-2-16,3 6-23 16,4 4-71-16,6 29-106 0,9 1-133 15,10 4-185-15</inkml:trace>
  <inkml:trace contextRef="#ctx0" brushRef="#br0" timeOffset="49891.01">22517 11933 632 0,'0'0'2'16,"0"0"85"0,0 0 37-16,0 0 1 0,0 0-31 15,0 0-23-15,-29-86 0 16,27 84-14-16,2 0-2 16,0 0-10-16,0 2-11 0,0 0-15 15,0 0 1-15,0 0-3 16,0 0 6-16,0 0 3 15,0 0 1-15,0 0-3 16,0-2 0-16,0 2-1 16,0 0-5-16,-2 0-3 15,2 0-1-15,0 0-5 16,0 0-5-16,0 0-3 16,0 0 1-16,0 14-2 15,0 16 0-15,0 8 7 16,8 3 1-16,-1 0 0 0,5 3-3 15,-4 5 1 1,2-4 1-16,-4-2-1 0,3-7-2 16,-5-10-1-16,4-6-1 15,-4-3-1-15,3-3-1 16,-3 3 0 0,2-3-3-16,4 2-5 0,-1-2-1 15,-1-4-38-15,-1-1-52 16,-3-8-50-16,-4 2-37 15,0-3-79-15,0-11-177 16</inkml:trace>
  <inkml:trace contextRef="#ctx0" brushRef="#br0" timeOffset="50174.49">22553 11831 239 0,'0'0'733'16,"0"0"-704"0,0 0 58-16,0 0 11 0,0 0-59 15,0 0-6-15,20 30 30 16,22 10 17-16,12-2-35 0,8 2-6 16,5-4-12-1,-3 1-16-15,-8-6-9 0,-9 1 0 16,-9-3-2-1,-7-1-1-15,0-4-10 0,-2-2-113 16,0-4-81-16,-2-7-42 16,-7-8-112-16</inkml:trace>
  <inkml:trace contextRef="#ctx0" brushRef="#br0" timeOffset="50409.05">23150 11583 787 0,'0'0'47'0,"0"0"110"16,0 0-59-16,0 0-23 16,0 0 1-16,0 0-24 15,-31-63-3-15,31 83-20 16,0 29 3 0,0 20 42-16,4 12-38 0,17 1-20 15,-2-2-14-15,-3-6-2 16,-7 3 0-16,-6-1-2 15,-3-2-95-15,0 0-125 16,0-11-95-16,-7-15-443 0</inkml:trace>
  <inkml:trace contextRef="#ctx0" brushRef="#br0" timeOffset="51212.58">23019 12605 793 0,'0'0'50'16,"0"0"101"-16,0 0-2 0,0 0-59 16,0 0 27-16,0 0-22 15,-22-83-32-15,22 83-31 16,0 21-5-16,6 25-6 15,14 16 58-15,4 12-59 16,3 3-6-16,2-3-1 16,-4-3-9-16,-3-4-3 15,-2-3-1-15,-2-1-1 16,-2 0-3-16,-3-1-14 16,-4 3-111-16,0-7-124 0,-4-8-144 15</inkml:trace>
  <inkml:trace contextRef="#ctx0" brushRef="#br0" timeOffset="53414.32">21308 13352 1154 0,'0'0'1'0,"0"0"58"15,0 0 109-15,0 0-44 16,0 0-71-16,0 0-13 16,0 0 3-16,60-95-8 15,2 54-1-15,5 9-20 16,-5 10-12-16,-12 10-2 15,-13 8-11-15,-19 4-12 16,-9 0-72-16,-9 0-112 0,0 2-1 16,-14 8 29-16,-17-4-221 31</inkml:trace>
  <inkml:trace contextRef="#ctx0" brushRef="#br0" timeOffset="53630.44">21379 13006 700 0,'0'0'143'15,"0"0"49"-15,0 0-21 16,0 0-71-16,0 0-13 16,0 0-17-16,-13-9-24 0,13 42-10 15,22 17 52-15,0 11-47 16,7 10-22-16,0 1-9 16,2 3-8-16,2-5-3 15,1-6 1-15,-1-10-12 16,6-8-120-16,0-10-115 15,3-13-58-15,1-17-283 16</inkml:trace>
  <inkml:trace contextRef="#ctx0" brushRef="#br0" timeOffset="53866.88">22097 13008 1147 0,'0'0'13'0,"0"0"98"16,0 0 34-16,0 0-32 16,0 0-29-16,0 0-53 15,-41-80-18-15,41 102-10 16,2 24 2-16,23 20-2 16,6 12-3-16,7 7-7 15,-2-1-53-15,-7-2-199 16,-12-14-115-16,-12-18-394 15</inkml:trace>
  <inkml:trace contextRef="#ctx0" brushRef="#br0" timeOffset="54417.31">22883 13046 883 0,'0'0'44'16,"0"0"-4"-16,0 0 110 15,0 0-34-15,0 0-38 16,0 0 1-16,-27 0-33 16,64-13 2-16,15-10 20 15,10-3-23-15,5 0-21 16,1 2-16-16,-6 2-7 0,-9 6-1 15,-12 6-9 1,-16 6-65-16,-2 1-144 0,0-3 2 16,-1-2-116-16,5-7-80 15</inkml:trace>
  <inkml:trace contextRef="#ctx0" brushRef="#br0" timeOffset="54636.93">23547 12593 78 0,'0'0'770'0,"0"0"-636"15,0 0 30-15,0 0-13 16,0 0-31-16,0 0-21 16,-20-103-11-16,20 103-26 0,0 0-27 15,0 0-18-15,0 32-2 16,10 18 15-16,13 19-1 16,4 5-22-16,2 7-5 15,-4 1-2-15,-4 4-6 16,-5 2-42-16,-5 1-120 15,-11-2-181-15,0-14-210 16</inkml:trace>
  <inkml:trace contextRef="#ctx0" brushRef="#br0" timeOffset="55657.84">23001 14102 1094 0,'0'0'72'0,"0"0"57"16,0 0-21-16,0 0-50 0,0 0-20 16,0 0 5-16,-11 43 16 15,11-5 8-15,13 1-40 16,5 3-2-16,0-1-17 16,0 1-6-16,-3-3-2 15,-1-3-1-15,-3-5-2 16,-3-7-73-16,-3-2-105 15,-2-5-49 1,-1-13-46-16,0-4-247 0</inkml:trace>
  <inkml:trace contextRef="#ctx0" brushRef="#br0" timeOffset="55846.8">23058 14183 1068 0,'0'0'39'16,"0"0"90"-16,0 0 8 0,0 0-48 15,0 0-50-15,0 0-17 16,-15-19-1-16,42 24-6 16,13 17 30-16,11 1-20 15,11 2-21-15,1-3-4 16,1-2-1-16,-6-4-104 16,-6-4-169-16,-6-10-8 15,-5-2-167-15</inkml:trace>
  <inkml:trace contextRef="#ctx0" brushRef="#br0" timeOffset="56051.12">23794 13936 1047 0,'0'0'59'0,"0"0"100"0,0 0-34 16,0 0-101-16,0 0-11 15,-134 18-7-15,83 26 9 16,3 10 12-16,9 5-27 15,10 1 0-15,9 0-4 16,9-2-93-16,7-6-82 16,4-11-126-16,0-15-214 0</inkml:trace>
  <inkml:trace contextRef="#ctx0" brushRef="#br0" timeOffset="56270.8">23772 13924 905 0,'0'0'134'0,"0"0"18"16,0 0-23-16,0 0-11 15,0 0-84-15,0 0-18 0,0 17-5 16,0 44 1-16,13 20 66 16,9 5-49-16,5 3-20 15,2-4-9 1,-6 2 0-16,-8-1-14 0,-13-6-153 15,-2-8-204-15,-6-10-494 16</inkml:trace>
  <inkml:trace contextRef="#ctx0" brushRef="#br0" timeOffset="57480.53">2837 4678 1057 0,'0'0'9'16,"0"0"-7"-16,0 0 127 15,0 0-30-15,0 0-12 16,0 0-57-16,-196 175 4 15,94-36 12-15,-14 41-10 16,-9 18 5-16,-12 13 7 16,-12 3-10-16,-5-10-10 15,12-17-5-15,22-29-16 16,33-37 4-16,35-38-11 0,26-30 0 16,26-23-5-16,0-16-9 15,36-14-75-15,20 0-46 16,10-38-144-16,1-21-259 15</inkml:trace>
</inkml:ink>
</file>

<file path=ppt/ink/ink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5.68611" units="1/deg"/>
          <inkml:channelProperty channel="T" name="resolution" value="1" units="1/dev"/>
        </inkml:channelProperties>
      </inkml:inkSource>
      <inkml:timestamp xml:id="ts0" timeString="2023-09-16T13:10:43.445"/>
    </inkml:context>
    <inkml:brush xml:id="br0">
      <inkml:brushProperty name="width" value="0.05292" units="cm"/>
      <inkml:brushProperty name="height" value="0.05292" units="cm"/>
      <inkml:brushProperty name="color" value="#FF0000"/>
    </inkml:brush>
  </inkml:definitions>
  <inkml:trace contextRef="#ctx0" brushRef="#br0">10885 5444 938 0,'0'0'14'16,"0"0"-3"-16,0 0 116 0,0 0-25 15,0 0-42-15,0 0-6 16,0 0-9-16,-31-33-31 15,28 54-14-15,-2 25 0 16,1 23 14-16,-1 19 14 16,4 8 1-16,-1 8 13 15,2 4 0-15,0-5-6 16,0-11-5-16,2-14-16 16,11-12-12-16,5-12 2 15,-3-12-3-15,3-11-2 16,0-13-5-16,2-6-67 15,5-12-195-15,-3-17-166 16</inkml:trace>
  <inkml:trace contextRef="#ctx0" brushRef="#br0" timeOffset="313.94">10815 5482 966 0,'0'0'8'0,"0"0"-3"0,0 0 40 15,0 0-42-15,143-92-3 16,-62 86 6 0,-4 6 0-16,-4 25 7 0,-12 25-10 15,-23 13 4-15,-23 10-5 16,-15 3 4-16,-40 1 4 15,-28-2-4-15,-15-7 4 16,-6-7-5-16,2-11-1 16,7-13 0-16,16-9-4 15,18-7-3-15,22-13-44 16,24-8-347-16</inkml:trace>
  <inkml:trace contextRef="#ctx0" brushRef="#br0" timeOffset="833.68">12039 5568 868 0,'0'0'16'16,"0"0"97"-16,0 0 19 16,0 0-37-16,0 0-53 15,0 0-26-15,-36 71-1 16,32-1 32-16,0 7-21 15,-2 2 0-15,0-1-17 16,-1-5-2-16,-3-7-2 16,-4-10-3-16,3-12 1 15,2-12-2-15,2-12 0 0,5-7-1 16,2-10 0 0,0-3-1-16,0 0 0 0,0 0 1 15,14 0 8-15,15 0 6 16,8 0-9-16,12 0-3 15,4 0 0-15,8 0-1 16,3 0 0-16,1 0-1 16,-3 0 0-16,-2 0 1 15,-6 4-2-15,0 2-1 16,-8 0-37-16,-1-2-140 0,-1-4-61 16,1 0-290-16</inkml:trace>
  <inkml:trace contextRef="#ctx0" brushRef="#br0" timeOffset="1367.62">13053 5813 748 0,'0'0'36'0,"0"0"162"15,0 0-51-15,0 0-48 0,0 0-6 16,0 0-23-1,-16-60-38-15,16 60-18 0,0 33-12 16,0 20 7-16,0 13 2 16,0 4-3-16,5-3-2 15,-3-7-3-15,-2-6 0 16,2-10-1-16,-2-6-1 16,0-10-1-16,0-10 0 15,0-10 0-15,0-3-2 16,0-5 2-16,0 0 5 0,0-36-5 15,0-19-1-15,0-21-26 16,0-12 3-16,7-1-13 16,9 5 16-16,7 10 14 15,4 14 3-15,7 11 3 32,1 11 1-32,6 13-1 0,3 5 1 0,3 12 2 15,2 8 0-15,0 2 1 16,-5 37 11-16,-3 23 2 15,-8 18 0-15,-6 7 3 16,-9 5-6-16,-8-3-6 16,-2-5 1-16,-8-5-5 15,0-12-1-15,0-9-1 0,0-7-1 16,0-14-1-16,0-6-3 16,-5-9-2-16,-6-11-125 15,-7-8-100-15,-4-3-140 16</inkml:trace>
  <inkml:trace contextRef="#ctx0" brushRef="#br0" timeOffset="1572.28">13108 6039 861 0,'0'0'7'0,"0"0"11"0,0 0 104 16,0 0-93-1,0 0 4-15,0 0-4 0,147-1-7 16,-58 1-22-16,14-6-1 16,4-9-23-16,4 4-267 15,3 0-423-15</inkml:trace>
  <inkml:trace contextRef="#ctx0" brushRef="#br0" timeOffset="1888.14">14509 5618 1017 0,'0'0'5'15,"0"0"75"-15,0 0-13 16,0 0-32-16,0 0-11 15,0 0-15-15,-8 41-4 0,8 18 23 16,2 15 43 0,2 9-32-16,1-1 37 0,-5-5-28 15,0-5-10-15,0-11-13 16,0-6-17-16,0-11-2 16,4-6-6-16,1-10 0 15,-3-10-4-15,3-4-7 16,-3-10-74-16,-2-4-148 15,0-18-22-15,-9-34-370 16</inkml:trace>
  <inkml:trace contextRef="#ctx0" brushRef="#br0" timeOffset="2029.52">14173 5698 931 0,'0'0'9'0,"0"0"15"16,0 0 43-16,0 0-54 15,0 0-4-15,143-41-5 16,-52 37-4-16,21-2-15 16,4-2-381-16</inkml:trace>
  <inkml:trace contextRef="#ctx0" brushRef="#br0" timeOffset="2327.36">15737 5722 1105 0,'0'0'7'0,"0"0"68"16,0 0 43-16,0 0-83 16,0 0-17-16,0 0-12 15,-17 63-4-15,17 7 18 16,0 11 16-16,0 0 4 15,6-1-5-15,-3-5-20 16,-3-7-3-16,0-4-9 16,0-9-2-16,0-10-1 15,4-7-5-15,0-9-24 0,3-11-198 16,-3-16-125-16</inkml:trace>
  <inkml:trace contextRef="#ctx0" brushRef="#br0" timeOffset="2565.3">15679 5753 997 0,'0'0'5'16,"0"0"-5"-16,0 0 78 0,0 0-36 16,0 0 27-16,0 0-36 15,75-67-13-15,-32 67 0 16,5 0-12-16,-2 0-2 15,6 0-4-15,-2 0-1 16,2 0-1-16,-7 0-1 16,-12 0-2-16,-11 5-60 15,-17 11-75-15,-5 8-161 16,-16 4-278-16</inkml:trace>
  <inkml:trace contextRef="#ctx0" brushRef="#br0" timeOffset="2786.36">15713 6117 723 0,'0'0'9'0,"0"0"79"16,0 0 62-16,0 0-74 15,0 0 22-15,0 0-15 16,80 59-21-16,-28-59-10 16,0 0-7-16,2-3-19 0,2-6-13 15,-7-1-8-15,-7 2-5 16,-6 2-1-16,-16 4-9 15,-9 2-52-15,-11 0-95 16,0 0-111-16,-29 22-126 16</inkml:trace>
  <inkml:trace contextRef="#ctx0" brushRef="#br0" timeOffset="2990.35">15724 6422 663 0,'0'0'17'16,"0"0"87"-16,0 0 37 0,0 0-37 15,0 0-14 1,78 117-16 0,-33-95-6-16,3-5 13 0,6-9-10 0,4-2-16 15,4-6-20-15,5 0-20 16,4-8-9-16,-3-15-6 16,-11 1-8-16,-12-2-151 15,-22 1-153-15,-23 2-541 16</inkml:trace>
  <inkml:trace contextRef="#ctx0" brushRef="#br0" timeOffset="3964.68">10998 7485 1058 0,'0'0'9'0,"0"0"-1"15,0 0 111-15,-127-52-55 0,114 34 4 16,9-4 14-16,4 1-34 16,0-6-32-16,31 6-16 15,11 2-4-15,7 6 3 16,-2 12 0-16,-5 1-2 15,-6 10 0-15,-7 25 2 16,-9 14-1-16,-6 9 1 16,-12 1 1-16,-2-1 0 15,-10-8 5-15,-19-4-1 16,-4-8-1 0,-3-8 2-16,1-5-1 0,10-10 6 0,8-7-7 15,9-4-1-15,5-4-2 16,3 0 6-16,0 0-6 31,0 0-1-31,22 0-9 0,11-6 9 0,9-4 1 16,12 6 0-16,-3 4 1 15,1 0 2-15,-4 24-3 32,-8 12 0-32,-11 2 0 15,-13 7 1-15,-16 0-1 16,-4-1 5-16,-32-6 8 0,-9-3 1 15,-3-10 17-15,-6-4 4 16,-4-4-2-16,-2-10 3 16,-5-7-4-16,3 0-12 15,0-7-9-15,3-22-11 16,8-13 0-16,15-14-46 16,26-10-117-16,10-9-196 15,35 5-511-15</inkml:trace>
  <inkml:trace contextRef="#ctx0" brushRef="#br0" timeOffset="4437.09">12328 7646 1178 0,'0'0'18'0,"0"0"-11"16,0 0 42-16,0 0-36 16,-57-111 28-16,59 87-21 15,34 2-4-15,8 5-14 16,14 8 2-16,-2 9-4 16,-5 0 0-16,-9 25-1 15,-11 15 1-15,-12 11 1 0,-11 12-1 16,-8 1 4-16,0 2-2 15,-22-4-2-15,-16-3-2 16,-7-5 2-16,-6-8 5 16,0-4 2-16,2-8 2 15,4-6 10-15,10-6-8 16,12-10-2-16,10-7 0 16,11-2 1-16,2-3-1 0,0 0 0 15,7 0 2-15,22 0-2 16,10 0 8-16,13 0-8 15,8-13 0-15,7-2-3 16,10-3-6-16,2 0 0 16,1-2 0-16,4 1-31 15,1 7-229-15,4-1-120 16</inkml:trace>
  <inkml:trace contextRef="#ctx0" brushRef="#br0" timeOffset="4888.66">13899 7642 1149 0,'0'0'1'15,"0"0"-1"-15,-98-150 85 16,58 105-23-16,0 7 31 16,2 10-33-16,2 8-16 15,5 8-19 1,0 10-17-16,0 2-4 0,2 0-4 15,-1 14-1-15,7 11 1 16,5 11-1-16,13 3 0 16,5 7-1-16,11 3 0 0,27 1 3 15,13-2-1-15,5-3 2 16,4-4-2-16,-2 1 2 16,-5-2-2-16,-6 5 0 15,-7-2 0-15,-15 4 1 16,-11-3-1-16,-14-2 2 15,0-4-2-15,-18-6 4 16,-16-9 2-16,-3-4 8 16,-6-11 14-16,-1-8 18 15,1 0-15-15,3-12-10 16,9-17 12-16,13-11-15 0,13-10-3 16,5-7-13-16,27-11-2 15,27-9-9-15,12 0-39 16,15 0-108-16,1 11-146 15,-2 8-162-15</inkml:trace>
  <inkml:trace contextRef="#ctx0" brushRef="#br0" timeOffset="5303.34">14590 7435 1055 0,'0'0'1'16,"0"0"1"-16,0 0 46 16,0 0-35-16,116 6 3 15,-43-4 4-15,8-2-4 16,1 0-4-16,-6 0-6 16,-7 0-3-16,-11 0-2 15,-14 0-1 1,-17 0 2-16,-11-2-1 0,-10-3 1 0,-6 5 8 15,0 0 61-15,0 0 6 16,0 0-34-16,-16 0-25 16,-5 13-13-16,-4 17 0 15,0 13 13-15,5 9 0 16,7 10 22 0,4 8-6-16,3 0 34 0,1 3-20 15,0-9-14-15,3-6-5 16,-2-8-16-16,-1-8-9 15,3-6-4-15,0-6 0 16,2-8-9-16,0-1-75 16,15-14-180-16,23-7-107 0</inkml:trace>
  <inkml:trace contextRef="#ctx0" brushRef="#br0" timeOffset="5745.48">16512 7215 781 0,'0'0'295'0,"0"0"-288"0,0 0 49 16,0 0 29-16,0 0-77 15,-112-47 23-15,73 70 1 16,-3 17 21-1,0 15-35-15,5 12 10 0,0 11-6 16,3 4-3-16,8 2 0 16,6 1 8-16,8-6-4 15,12-4 2-15,0-7-7 16,12-11-11-16,26-11-4 16,10-10 0-16,10-12 0 0,5-15-2 31,-1-6-2-31,-4-3-1 0,-8-8-1 0,-11-14-1 15,-10-8 4-15,-10-3 0 16,-11 1 2-16,-8-1 5 16,0 3 0-16,-20 6 10 15,-14 6 11-15,-5 7-2 16,-11 11-20 0,-5 0-5-1,-5 5-1-15,-4 20 0 16,-2 6-24-16,9 6-87 15,3 3-175-15,7-5-371 0</inkml:trace>
  <inkml:trace contextRef="#ctx0" brushRef="#br0" timeOffset="6530.84">17640 4820 699 0,'0'0'5'16,"0"0"-5"-16,0 0 71 15,0 0-30-15,0 0-4 16,0 0 4-16,-49 25 2 16,49 16 9-16,0 15-19 15,0 15 2-15,0 21 7 16,12 23 8-16,-4 21 15 15,-3 24-27-15,-1 22-5 16,-4 25 43-16,0 24-36 16,0 19 4-16,0 27-1 0,0 14-13 15,0 8-6-15,0 4 0 16,0-10-4-16,0-1 3 16,0-13-2-16,0-17 9 15,0-20-11-15,0-30-5 16,0-26-10-16,0-27 3 15,0-27-7-15,6-21-7 16,4-28-27-16,1-25-82 16,5-29-104-16,1-29-117 15</inkml:trace>
  <inkml:trace contextRef="#ctx0" brushRef="#br0" timeOffset="6907.66">18393 5953 1012 0,'0'0'2'0,"0"0"6"15,0 0 35-15,0 0-19 16,0 0 3-16,0 0 7 16,-4 26 8-16,4 24 21 15,0 13 11 1,0 5-18-16,0 4-11 0,0 0-7 16,0-8-19-16,0-7-8 15,0-14-8-15,0-10 2 16,0-6-5-16,0-10-1 15,0-5-8-15,4-6-70 0,18-6-180 16,1-4-240 0</inkml:trace>
  <inkml:trace contextRef="#ctx0" brushRef="#br0" timeOffset="7410.68">18349 6032 844 0,'0'0'9'0,"0"0"-9"16,89-125 31-16,-29 91-14 16,5 10 6-16,-1 14 17 15,-4 10-13-15,-10 3-13 16,-15 34-5-16,-13 13-9 0,-12 13 2 16,-10 6 1-16,-8 0 0 15,-30-5 3 1,-6-10 4-16,-7-8 14 0,7-12 14 15,1-9-7-15,8-8-6 16,9-6-12-16,9-6-8 16,8 0 1-16,6-5-4 15,3 0 6-15,0 0-4 16,3-2-4-16,19-10-10 16,8-5 10-16,9 5 0 0,4 2-3 15,-3 4-1 1,0 6 3-16,-2 0 1 0,2 2 0 15,-2 24-1-15,-3 14 2 16,-2 8-1-16,-10 7 2 16,-9-1 2-16,-12-2 2 15,-2-10 6 1,-10-8 14-16,-25-3 29 0,-12-9 36 16,-10-7-36-16,-10-2-5 15,-7-13-18-15,1 0-12 16,6-3-5-16,5-25-8 15,10-5-7-15,17-10-14 16,14-1-111-16,21-6-101 16,0 4-310-16</inkml:trace>
  <inkml:trace contextRef="#ctx0" brushRef="#br0" timeOffset="7834.19">19284 6006 1152 0,'0'0'10'0,"0"0"27"16,0 0 70-16,0 0-93 15,0 0-9 1,0 0 7-16,-15 41-9 0,13 9 8 15,-2 13 4-15,0-1-6 16,0 4-5-16,-2-1-2 16,-1-8 2-16,-1-4-2 15,-2-9 1-15,6-12-3 16,1-8 3-16,3-8 0 16,0-6 1-16,5-2 5 15,17-4 0-15,12 0 3 16,11-4-1-16,8 0-7 15,5 0-4-15,4-2 0 0,2-6 1 16,-1-1 1-16,-5 2 4 16,-11 1-6-16,-12 2 0 15,-5-2-13 1,-8 2-108-16,-2-7-124 0,-4-6-455 16</inkml:trace>
  <inkml:trace contextRef="#ctx0" brushRef="#br0" timeOffset="8093.12">20133 5897 961 0,'0'0'10'0,"0"0"133"15,0 0-45-15,0 0-78 16,0 0 19-16,-26 135 38 15,26-58-20-15,18 0-14 16,-1-2-20-16,1-4-12 16,-5-9-8-16,-1-6-2 15,-5-9-1-15,-3-13 0 0,2-10-13 16,-1-10-78-16,1-8-161 16,2-6-140-16</inkml:trace>
  <inkml:trace contextRef="#ctx0" brushRef="#br0" timeOffset="8321.84">20033 6014 1040 0,'0'0'2'16,"0"0"18"-16,0 0 80 15,0 0-71-15,0 0-1 0,0 0 17 16,159-69-20-16,-95 65-8 15,2-1-3-15,-9 5-14 16,-13 0-3-16,-9 3-21 16,-12 15-58-16,-11 9-76 31,-12 0-217-31</inkml:trace>
  <inkml:trace contextRef="#ctx0" brushRef="#br0" timeOffset="8513.04">20218 6288 758 0,'0'0'9'16,"0"0"72"-16,0 0 25 15,0 0-48-15,0 0-3 16,0 0 14-16,145 15-15 16,-87-20-19-16,2-7-20 15,0-2-1-15,-4 2-8 16,-10 5-6-16,-13 1-12 15,-12 6-116-15,-17 0-109 0,-4 7-249 16</inkml:trace>
  <inkml:trace contextRef="#ctx0" brushRef="#br0" timeOffset="8669.98">20325 6617 789 0,'0'0'16'0,"0"0"116"16,0 0-41-16,0 0-33 15,0 0-6-15,168 32-9 16,-91-53-15-16,6-4-21 16,-1 1-7-16,-6 4-21 0,-5-4-184 15,-13-4-212 1</inkml:trace>
  <inkml:trace contextRef="#ctx0" brushRef="#br0" timeOffset="8906.39">21069 6032 928 0,'0'0'11'16,"0"0"68"-16,0 0 77 16,0 0-70-16,0 0 25 15,0 0-27-15,-36-60-45 16,36 80-27-16,0 26 2 16,0 13 56-16,9 5-36 15,1 1-26-15,-2-5-6 0,1-5-2 16,-3-7 0-16,0-8-4 15,-4-8-69-15,0-8-180 16,-2-11-97-16,2-13-604 16</inkml:trace>
  <inkml:trace contextRef="#ctx0" brushRef="#br0" timeOffset="9127.11">21029 6032 1007 0,'0'0'11'15,"0"0"-11"-15,0 0 29 16,129 43-15-16,-77 1 13 16,1 7 4-16,2 1 19 15,3 2-9-15,0-6-22 16,3-4-4-16,-3-5-12 16,-5-10 2-16,-8-6-5 15,-12-11-7-15,-4-12-51 16,2 0-49-16,0-4-168 15,-2-31-84-15</inkml:trace>
  <inkml:trace contextRef="#ctx0" brushRef="#br0" timeOffset="9348.03">21758 5789 902 0,'0'0'11'0,"0"0"119"15,0 0-6-15,0 0-100 16,0 0 29-16,0 0-28 15,-76 72 25-15,71 3 10 16,5 9-14-16,0-2 2 16,0-2-18-16,9-1-13 0,3-6-9 15,-1-9-4 1,-3-8-4-16,0-9 0 0,2-13-5 16,3-6-81-16,8-13-255 15,8-9-549-15</inkml:trace>
  <inkml:trace contextRef="#ctx0" brushRef="#br0" timeOffset="9615.44">22324 5973 809 0,'0'0'38'0,"0"0"81"16,0 0 52-16,0 0-108 15,0 0-34 1,0 0-25-16,-11 43 10 0,22 16 25 16,-5 10 16-16,-4 3-13 15,-2-6-24-15,0-1-6 16,0-12-10-16,0-9 0 16,0-11-2-16,2-12-7 15,10-10-34-15,3-11-208 16,1 0-187-16</inkml:trace>
  <inkml:trace contextRef="#ctx0" brushRef="#br0" timeOffset="9867.16">22272 5855 1059 0,'0'0'0'16,"0"0"0"-16,0 0 20 15,119-76-17-15,-41 76-3 16,11 2 30-16,2 38 45 15,-2 17 10-15,-7 10 21 0,-13 8-14 16,-15-2-14-16,-19 0-24 16,-19-5-1-16,-16-4-4 15,-11-6-20 1,-38-1-16-16,-23-7-6 0,-21-2-7 16,-18-4-9-16,-16-8-78 15,-13-5-210-15,-8-14-269 16</inkml:trace>
  <inkml:trace contextRef="#ctx0" brushRef="#br0" timeOffset="10685.74">17994 8019 658 0,'0'0'465'0,"0"0"-460"15,0 0 124-15,0 0-2 16,0 0-81-16,0 0-14 16,-24-62-19-16,24 84-12 15,0 20-1-15,0 11 5 0,2-1-3 16,1-3-2-16,-3-11 0 16,0-8 0-16,0-10-1 15,0-8 0-15,0-4-6 16,0-8 2-16,0 0 3 15,0 0-9-15,0-8-13 16,17-18-2-16,10-5 19 16,8-8 5-16,8 3 1 15,3 2-1-15,8 10 2 16,2 8 2-16,6 12 5 16,-4 4 25-16,-2 14-5 0,-9 22-4 15,-12 10-2-15,-17 4-1 16,-11 2-6-16,-7 1 6 15,-4-3-4-15,-23-3-3 16,-9-4-4-16,1-11-5 16,-4-6-4-16,8-12-3 15,0-8-11-15,-3-6-149 16,-3-8-76-16,-3-32-146 16</inkml:trace>
  <inkml:trace contextRef="#ctx0" brushRef="#br0" timeOffset="10875.02">18048 7979 87 0,'0'0'1018'15,"0"0"-1011"-15,0 0 21 16,0 0 14-16,0 0-38 16,0 0 4-16,129-52 1 15,-55 33-9-15,24-3-1 16,16-1-110-16,6-6-359 15</inkml:trace>
  <inkml:trace contextRef="#ctx0" brushRef="#br0" timeOffset="11315.96">19307 8067 905 0,'0'0'8'0,"0"0"12"15,-116-35 161-15,96 11-108 16,13-5-4-16,7-6 3 0,9-1-49 16,27 6-23-16,10 6 0 15,6 8 0-15,-3 10-2 16,-5 6 1-16,-4 0-1 16,-7 22 2-16,-4 15-4 15,-8 8 4-15,-10 10 1 16,-6 5 3-16,-5 0-2 15,0-2 2-15,-18-3-1 16,-9-7 2-16,-4-4 3 16,-3-9 1-16,-2-6 7 15,3-5 5-15,0-8 3 16,4-4 1-16,9-4-3 16,7-2-13-16,5-6 0 15,8 0 1-15,0 0 6 0,0 0-6 16,19 0-5-16,16 0 2 15,10-6 3-15,12-8-9 16,9-2-1-16,7-4-2 16,10 2-6-16,6 0-54 15,-1 2-47-15,3-3-145 16,-3-4-250-16</inkml:trace>
  <inkml:trace contextRef="#ctx0" brushRef="#br0" timeOffset="11757.9">20460 7749 1017 0,'0'0'5'0,"0"0"15"16,0 0 64-16,-150-36-47 16,113 36 33-16,4 11-7 15,4 21-17-15,10 11-26 16,7 11-5-16,7 1-6 15,5 8-5-15,0 1-3 16,0 0 1-16,19 0-2 0,1-5-1 16,10-6 1-16,7-9-7 15,7-6 3-15,3-12-6 16,2-10-12-16,0-14-40 16,-3-2 6-16,2-2-9 15,-4-23 6-15,-4-7 18 16,-6-4 14-16,-10-2 13 15,-12 3 14-15,-8 5 1 16,-4 2 16-16,-5 8 38 0,-26 8 4 16,-10 5 11-16,-7 7-30 15,-8 0-11-15,-2 13 18 16,4 12-1-16,6-2-19 31,10 4-11-31,13-2-12 0,11 1-4 0,14 0-12 16,0 1-69-16,27-5-168 15,14-12-606-15</inkml:trace>
  <inkml:trace contextRef="#ctx0" brushRef="#br0" timeOffset="12245.5">21661 7818 1071 0,'0'0'25'16,"0"0"-21"-16,-127-122 107 16,79 96-68-16,1 8 16 15,3 10-2-15,1 8-31 16,5 0-22-16,3 12-4 0,7 18 0 16,9 6-2-16,10 3 0 15,9 8 0-15,0-1-2 31,14-3 0-31,17-8-14 16,4-9 5-16,3-9-45 0,0-11 18 0,0-6-5 16,0 0 14-16,-1-9-8 15,-3-10 16-15,-3-3 18 16,-6-1 5-16,-8 3 3 16,-3 6 11-16,-8 3 22 15,-4 4 21-15,-2 7 16 31,0 0-14-31,0 0-18 16,0 0-18-16,0 18-10 0,0 21 1 16,3 15 19-16,1 11 19 15,1 2-1-15,2-3-20 16,-5-2-7-16,0-5-14 16,0-1-9-16,-2-2 0 15,0-4-1-15,2-4-3 16,5-6-38-16,9-8-144 15,13-10-125-15,15-13-71 16</inkml:trace>
  <inkml:trace contextRef="#ctx0" brushRef="#br0" timeOffset="12669.83">22567 7636 1044 0,'0'0'29'0,"0"0"-9"16,0 0 94-16,0 0-19 16,10-104-24-16,-10 101 1 15,0 3-36-15,0 0-35 16,0 17-1-16,0 25-1 16,-8 12 1-16,-11 8 3 15,2-2-2-15,1-8 1 0,1-5-2 16,-1-6 2-16,5-7-1 15,5-1 2-15,1-11-2 16,5-4 5-16,0-5-2 16,0-6-2-16,18 3 2 15,11-2-2-15,10 2 3 16,13-6-3-16,4-4-2 16,8 0 1-16,5 0 0 15,0 0-1-15,-1-10 0 16,-8-2 0-16,-12 2 0 0,-10 0 0 15,-9-3-6-15,-9 4-69 16,-8-4-59-16,-3 2-8 16,-9-6-145-16,0 2-308 15</inkml:trace>
  <inkml:trace contextRef="#ctx0" brushRef="#br0" timeOffset="12890.46">22889 7716 737 0,'0'0'69'0,"0"0"-4"16,0 0 134-16,0 0-115 16,0 0-17-16,0 0-6 15,-31-9-31-15,31 52-1 0,0 18 51 16,0 16-19-16,0 10-31 16,0 1-8-16,0 0-14 15,2-1-6-15,-2-3-2 16,0 0-1-16,0-6-13 15,-13-4-106-15,-17-12-154 16,-2-10-327-16</inkml:trace>
  <inkml:trace contextRef="#ctx0" brushRef="#br0" timeOffset="14241.07">13998 10651 1275 0,'0'0'0'16,"0"0"0"0,0 0 133-16,-23-104-40 0,21 100-36 15,2 4 17-15,0 0-34 16,0 0-33-16,0 7-7 15,0 40-12-15,0 28 12 16,4 19 11-16,7 2-4 16,-1-5-4-16,-4-12-1 15,-2-2-3-15,-1-11 2 16,1-10-2-16,0-14-3 16,4-8-20-16,2-9-103 15,6-14-105-15,2-11-31 16,-7-11-303-16</inkml:trace>
  <inkml:trace contextRef="#ctx0" brushRef="#br0" timeOffset="14555.21">13908 10676 1081 0,'0'0'2'16,"0"0"10"-16,13-108 13 15,23 73-17-15,18 8 0 16,22 4 18-16,20 11 8 15,10 10-3-15,2 2-16 16,-13 24-13-16,-13 20 1 16,-10 12-2-1,-17 8-1-15,-13 7 4 0,-10 1 1 0,-19 4 0 16,-11-2 3-16,-2 0 4 16,-21-7 9-16,-29-1 5 15,-17-4 26-15,-15-3-7 16,-14-8-22-16,-4-7-15 15,0-9-1-15,13-15-7 16,15-12-1-16,21-8 1 16,22-2-54-16,15-36-108 15,14-22-216-15</inkml:trace>
  <inkml:trace contextRef="#ctx0" brushRef="#br0" timeOffset="14868.99">15301 10557 1208 0,'0'0'22'16,"0"0"-13"-16,0 0 86 0,0 0-12 15,0 0-55-15,0 0-14 16,-11 35 2-16,20 35 45 16,4 6-24-16,3 0-26 15,-3-3-11-15,3-6-1 16,-6 0-3-16,1-12-3 16,-3-9-29-16,-2-6-89 15,3-15-74-15,-3-15-159 16</inkml:trace>
  <inkml:trace contextRef="#ctx0" brushRef="#br0" timeOffset="15088.81">15302 10646 1078 0,'0'0'3'15,"0"0"0"-15,0 0 28 16,0 0 11-16,103-115 11 15,-49 97 4 1,2 8-31 0,0 8-18-16,-8 2-8 15,-5 5-4-15,-10 17-51 16,-8 3-66-16,-10 4-62 16,-11 2-130-16,-4 2-148 0</inkml:trace>
  <inkml:trace contextRef="#ctx0" brushRef="#br0" timeOffset="15293.39">15450 10961 734 0,'0'0'11'15,"0"0"57"-15,0 0 49 16,0 0-60-16,0 0 31 16,0 0 10-16,73 36-29 15,-19-36-34-15,11-7-17 16,1-7-11-16,-1 0-5 15,-9 2-2-15,-11 5-5 16,-14 7-117-16,-14 0-143 0,-15 1-247 16</inkml:trace>
  <inkml:trace contextRef="#ctx0" brushRef="#br0" timeOffset="15452.37">15602 11414 1088 0,'0'0'11'0,"0"0"51"16,0 0 3-16,0 0-28 16,137-46 5-16,-71 21-16 15,5 3-20-15,2 1-6 16,2 6-62-16,-1 5-73 16,-5 3-356-16</inkml:trace>
  <inkml:trace contextRef="#ctx0" brushRef="#br0" timeOffset="15689.73">16335 10734 1026 0,'0'0'14'16,"0"0"129"-16,0 0 4 16,0 0-64-16,0 0-24 15,0 0-32-15,-37 28-2 16,37 26 78-1,8 6-73-15,3 3-18 0,0-1-10 16,-2-4-2-16,-2-6-3 0,-3-8-31 16,0-4-84-1,1-9-105-15,-1-8-28 0,-1-16-260 16</inkml:trace>
  <inkml:trace contextRef="#ctx0" brushRef="#br0" timeOffset="15905.75">16373 10851 1009 0,'0'0'133'0,"0"0"-117"16,0 0 83-16,0 0-44 15,0 0-10-15,116-64 13 0,-68 70-14 16,10 25-9-16,-2 7-23 16,0 8-12-16,-3 4 0 15,-4-1-5-15,-5-5-55 16,-1-6-44-16,-1-8 3 15,-5-10 30-15,5-12-133 16,-7-8-63-16,-2-4 23 16</inkml:trace>
  <inkml:trace contextRef="#ctx0" brushRef="#br0" timeOffset="16132.02">16983 10499 753 0,'0'0'40'16,"0"0"144"-16,0 0-41 15,0 0-41-15,0 0-31 16,0 0-27-16,-29-24-14 16,29 84 33-16,0 17 47 15,2 5-61-15,7 0-20 16,1-2-10-16,3-4-12 16,-5-1-7-16,3-9-1 15,3-8-11-15,-1-8-72 16,5-9-148-1,7-14-120-15</inkml:trace>
  <inkml:trace contextRef="#ctx0" brushRef="#br0" timeOffset="16383.25">17674 10668 1034 0,'0'0'3'15,"0"0"83"-15,0 0 83 16,0 0-72-16,0 0-34 0,0 0-42 16,-13 16-12-16,13 50 69 15,6 12-30-15,1-3-28 16,-3-7-8-16,-2-8-9 16,0-10-2-16,0-6-1 15,-2-12-3-15,0-7-18 16,0 0-100-16,0-7-91 15,-2-6-49-15,-19-12-324 16</inkml:trace>
  <inkml:trace contextRef="#ctx0" brushRef="#br0" timeOffset="16558.88">17283 10700 1231 0,'0'0'1'0,"0"0"6"16,0 0 25-16,127-94-19 15,-58 71-10 1,9 5-1-16,7 4-2 0,2 5-3 16,-2 6-122-16,-9 3-146 15,-10 7-333-15</inkml:trace>
  <inkml:trace contextRef="#ctx0" brushRef="#br0" timeOffset="16809.04">18289 10694 1044 0,'0'0'15'0,"0"0"51"15,0 0 90-15,0 0-97 16,0 0-7-16,0 0-33 16,-7 28 0-16,7 26 75 15,0 14-41-15,0 2-8 16,4 3-22-16,9-7-14 15,-3-5-6-15,-4-7-1 16,-1-15-2-16,-3-5-7 0,2-7-13 16,0-10-89-16,-1-5-123 15,-1-9-63-15,-2-3-425 16</inkml:trace>
  <inkml:trace contextRef="#ctx0" brushRef="#br0" timeOffset="17007.73">18255 10633 1177 0,'0'0'74'0,"0"0"-54"0,0 0-1 15,0 0 14-15,0 0-6 16,118-68 23-16,-67 53-14 16,7 0-20-16,4 5-12 15,-6 9-4-15,-11 1-15 16,-11 0-95-16,-15 22-91 15,-19 3-156-15</inkml:trace>
  <inkml:trace contextRef="#ctx0" brushRef="#br0" timeOffset="17219.09">18384 10962 850 0,'0'0'153'0,"0"0"-129"16,0 0 69-16,0 0 9 15,0 0-38-15,0 0 20 16,69 63-16-16,-17-63-34 16,12 0-23-16,7-10-11 15,1-4-6-15,-5 6-53 16,-12 5-13-16,-10 3-65 16,-16 0-161-16,-21 0-137 15</inkml:trace>
  <inkml:trace contextRef="#ctx0" brushRef="#br0" timeOffset="17407.77">18389 11343 981 0,'0'0'14'16,"0"0"63"0,0 0 37-16,0 0-23 0,0 0-40 15,176 26-13-15,-99-30-26 16,18-10-8-16,5 2-3 15,-2 5-1-15,-7 0-84 16,-8 1-117-16,-12-6-176 0,-7-10-303 16</inkml:trace>
  <inkml:trace contextRef="#ctx0" brushRef="#br0" timeOffset="17642.32">19429 10699 1003 0,'0'0'10'15,"0"0"91"-15,0 0 46 16,0 0-59-16,0 0 16 16,0 0-52-16,-18-63-16 15,18 103-20-15,0 20 28 16,0 16 23-16,0 6-47 0,0-1-12 16,0-8-8-16,0-2-1 15,0-8 0-15,0-10-36 16,0-9-62-1,5-11-82-15,4-16-68 0,4-13-182 16</inkml:trace>
  <inkml:trace contextRef="#ctx0" brushRef="#br0" timeOffset="17908.88">19358 10557 1099 0,'0'0'1'0,"0"0"19"15,0 0 17-15,0 0-30 16,0 0-5-16,171-83 6 16,-90 90 3-16,12 33 2 15,7 17-9-15,-7 5 1 16,-9 4 7 0,-22 0 13-16,-20-4 13 0,-15-2 32 0,-15-1 2 15,-12-1 9 1,-10 0-21-16,-44 4-31 0,-27 2-11 15,-31 0-18-15,-24 0-13 16,-16-8-202-16,-5-17-316 16</inkml:trace>
  <inkml:trace contextRef="#ctx0" brushRef="#br0" timeOffset="23304.99">16201 4927 651 0,'0'0'4'16,"0"0"-4"-16,-140-54 12 16,86 48 28-16,-2 6-25 15,-2 0 34 1,-4 1-9-16,-3 23-7 0,-4 13 15 16,-8 15-10-16,1 20 0 15,-5 22-2-15,6 26 7 0,3 23 28 16,9 29-16-16,13 24 25 15,12 19-24-15,16 22-10 16,22 14 6-16,0 6-1 16,39-7-22-16,20-7-3 15,14-21-12-15,12-18-2 16,17-23-6-16,12-25-5 16,10-26 2-16,11-23 0 15,9-22-3-15,10-32-2 16,9-26 2-16,2-27-10 0,-5-24-18 15,-4-38 14-15,-9-24 7 16,-18-16 5-16,-22-26 2 16,-25-19 2-16,-19-28 0 15,-23-25-1-15,-25-31 1 16,-15-30 1-16,-17-20 2 16,-41-8-5-16,-20 9 2 15,-18 23 1 1,-18 31-2-16,-15 29 3 0,-11 39-4 0,-11 33 0 15,-13 39-2 1,0 36-6-16,4 32-27 0,10 18-60 16,21 42-82-16,15 26-48 15,16 7-502-15</inkml:trace>
  <inkml:trace contextRef="#ctx0" brushRef="#br0" timeOffset="24846.02">20487 5466 792 0,'0'0'0'16,"0"0"26"-16,0 0 80 15,0 0-33-15,0 0-19 16,-104-114-17-16,71 104 13 0,4 6 2 16,0 4-12-16,-3 0 0 15,1 10-4-15,-9 22-31 16,-5 18 1-16,1 23-4 16,-3 22 25-16,5 24 23 15,0 15-22-15,5 10 16 16,6 3-10-16,8-5-4 15,6-1-8-15,9-7 1 16,4 2-4-16,4 3-11 16,0 1-6-16,0 4 2 0,10 3 0 15,11 1-4-15,0 2 5 16,6 3-3-16,0-6 2 16,6-7-2-16,5-11-1 15,-1-5 0-15,2-12 0 16,1-8 0-16,3-6-1 15,6-8-4-15,0-12 4 16,2-11 0-16,0-13-1 16,1-8 1-16,0-8-4 15,0-12 4-15,0-7-9 16,3-15-8-16,6-4 4 0,-2-3 1 16,3-20 2-16,4-12 8 15,-6-9-2-15,0-8-4 16,-7-14 5-16,-8-18 1 15,-9-14-5-15,-7-17 4 16,-7-14 2-16,-9-11-1 16,-7-8-12-16,-6-7-7 15,0-2 13-15,0 0 6 16,-17 0 1-16,-7 3 0 16,-8-3 1-16,-3 2 2 0,-8-2 0 15,-3-6 1 1,-8 4-2-16,-2 2 0 0,-4 10 0 15,-3 13 0-15,1 10 4 16,0 13-3-16,-3 11 1 16,3 7-3-16,2 13-2 15,4 6-3-15,0 6-9 16,1 10-109-16,1 8-78 16,3 11-241-1</inkml:trace>
  <inkml:trace contextRef="#ctx0" brushRef="#br0" timeOffset="30179.43">12482 5464 182 0,'0'0'180'16,"0"0"-165"-16,0-147 56 15,0 100 3-15,0 0-11 16,0 9 25-16,0 6-24 0,-2 7 18 16,-7 6-7-16,-3 9-13 15,1 3-28-15,-4 6 8 16,-7 1-18-16,-1 0-22 15,-6 0-1-15,-2 14 2 16,-4 7 2-16,-1 4-1 16,-2 5 3-16,1 9-1 15,-5 1 0-15,5 2 0 16,-3 4 2-16,5 2-3 16,2 10 5-16,4 6-2 0,6 13 5 15,7 10 17-15,5 12-5 16,5 9-10-1,6 5 1-15,0 2-4 0,0 4-4 16,8 5 2-16,8 7 6 16,0 6 1-16,0 2-1 15,-1-2 9-15,1-5-12 16,1-9 3-16,2-8 5 16,5-4 7-16,2 1-12 15,1-2 0-15,2-6-5 16,4-1-3-16,6-4 0 15,-4-7-2-15,3-6-4 16,0-9 0-16,-5-19-1 0,0-10 0 16,-4-12 0-16,-2-13-1 15,0-6 2-15,-2-5-1 16,-1-11 0-16,3-1 0 16,4 0 1-16,5-7 0 15,4-17 3-15,0-8-2 16,-2-11 0-16,2-7-2 15,-5-8-1-15,1-9 2 16,-3-10-1-16,-4-14-1 0,-2-19 0 16,-9-28 0-1,-7-22 0-15,-6-35 0 0,-5-24 2 16,0-10-4-16,-30-3 3 16,-11 14-2-16,-15 21 0 15,-11 15 1-15,-7 21 0 16,-6 23 2-16,4 21-2 15,1 17 0-15,8 12-4 16,11 8 3-16,16 8-14 16,10 16-36-16,11 10-65 15,10 19-58-15,3 17-19 16,3 10-411-16</inkml:trace>
  <inkml:trace contextRef="#ctx0" brushRef="#br0" timeOffset="31406.22">19489 5853 486 0,'0'0'41'16,"0"0"81"-16,5-102-31 15,-5 69-33-15,0 6-3 16,-15 3 43-16,-6 4-25 16,1 5-10-16,-2 6-29 15,-2 4 1-15,-1 5-18 16,-6 0-1-16,-5 17-8 16,-5 19 6-16,-3 10-4 15,2 12 8-15,2 14-5 0,6 12 13 16,1 13-3-1,6 11 13-15,3 12-17 16,0 10 0-16,3 7 5 0,6 12 4 16,5 11-5-16,4 5-5 15,6 19 8-15,0 2-11 16,0-7-11-16,0-7 0 16,0-20-1-16,0-15-2 15,4-18 1-15,12-12-2 16,4-8 1-16,7-15-1 15,2-10 1-15,2-8 0 16,0-9 0-16,0-10-2 16,0-8 1-16,3-12-3 0,-1-9-4 15,4-7-5-15,0-11-6 16,5 0-1-16,5-20-1 16,0-15-6-16,4-7 22 15,5-15-2-15,-1-6 5 16,5-13 0-16,3-12 1 15,-3-14 0-15,-4-21 1 16,-11-18-1-16,-12-17 4 16,-13-16-2-16,-11-19-2 15,-9-23 8-15,-4-17-5 0,-33-13 5 16,-13-6 1 0,-17 16-6-16,-16 14-2 15,-1 28 3-15,-6 25-4 0,5 31-2 16,6 33-2-16,-1 27-13 15,2 28-25-15,-1 38-73 16,-2 12-110-16,0 41-284 16</inkml:trace>
  <inkml:trace contextRef="#ctx0" brushRef="#br0" timeOffset="33749.44">13988 12595 1133 0,'0'0'29'16,"-4"-133"-29"-16,4 93 84 15,0 21 41-15,0 10-38 16,-2 9-20-16,-1 0-23 16,-3 4-22-16,-1 38-12 0,-2 21 3 15,-2 18 3-15,0 7-13 16,-3-2 3-16,1-7-4 16,-5-7 0-16,-1-11 0 15,-2-15 0-15,7-15-2 16,4-12 3-16,5-11-3 15,5-8-1-15,0 0-1 16,0 0 0-16,0 0-3 16,21 0-3-16,21-2 8 15,14-10 6-15,8-2-6 16,1 7 1-16,-2 2 0 0,0 5-1 16,2 0-4-16,-8 0-8 15,-4 0-2-15,-16 0-32 16,-14 0-2-16,-15 0 10 15,-3 0 21-15,-5-8 17 16,0-8 4-16,0-10-4 16,-19-12 1-16,-4-5 2 15,-6 1 0-15,2-1-2 16,4 6-1-16,10 12 3 16,4 6 3-16,7 11 9 15,2 6-8-15,-3 2 1 0,3 0 0 16,0 0-1-16,0 0 2 15,0 18-6-15,3 28-1 16,16 24 16-16,7 10 10 16,1 5-16-16,-8-1 3 15,1 0-2-15,-7 0 6 16,1-3-10-16,-3-9-7 16,-1-12-2-16,0-10 0 15,1-9-2-15,8-8-2 16,10-7-44-16,12-9-114 15,11-17-160-15,8-5-414 16</inkml:trace>
  <inkml:trace contextRef="#ctx0" brushRef="#br0" timeOffset="34456.86">15818 12633 1025 0,'0'0'105'16,"0"0"-93"-16,0 0 33 0,0 0 5 15,-143-6-42-15,99 38 0 16,-1 10 37-16,5 13 8 16,9 4-7-16,8 13-11 15,10 7-2-15,11 1 4 16,2 2-4-16,2-6-20 15,25-3 1-15,11-9-8 16,12-10-5-16,10-12 3 0,6-13 1 16,1-14-4-16,-5-11-1 15,-4-4-9-15,-9-10-13 16,-7-20 6-16,-10-14 7 16,-13-10 4-16,-12-6 1 15,-7-6 4 1,-11 7 2-16,-25 13-2 0,-9 16 1 15,-8 20 6-15,-7 10 4 16,0 13-5-16,4 25-6 16,5 7 0-16,15 5-1 15,17 5-3-15,10 1-7 0,9 4-79 16,0-4-150-16,13-8-103 16</inkml:trace>
  <inkml:trace contextRef="#ctx0" brushRef="#br0" timeOffset="36107.65">979 6591 1075 0,'0'0'3'16,"-150"26"-3"-16,121-18 8 15,29-5 29-15,19-3 32 16,66 0-45-16,59 0-2 16,54-19-12-16,48-11 5 15,34-4-9-15,32-6 4 16,22 0-7-16,16-3 7 15,13 3-1-15,1-1-1 0,-9 3 4 16,-18 5-7-16,-34 3-4 16,-45 6-1-16,-57 0 1 15,-53 4-1-15,-55 4 0 16,-42 4-3-16,-35 4-49 16,-16-2 38-16,-38-5-45 15,-43-3-286-15,-39-6-131 16</inkml:trace>
  <inkml:trace contextRef="#ctx0" brushRef="#br0" timeOffset="36484.96">1159 4935 882 0,'0'0'1'0,"0"0"-1"15,0 0 26-15,0 0 2 16,0 0-20-16,0 0-7 16,38 0 14-16,62 12 21 0,41-5-24 15,48-4-2-15,38-3-5 16,43-10-2-16,37-16 10 15,25-10 7-15,22-4 14 16,10-1-11-16,1-3-3 16,-15 1 1-16,-25 6-3 15,-44 5 3-15,-51 7-7 16,-48 8-10-16,-58 7 20 16,-45 8-24-16,-52 2-2 15,-29 17-66-15,-67 26-55 0,-39 6-148 16</inkml:trace>
  <inkml:trace contextRef="#ctx0" brushRef="#br0" timeOffset="37363.49">985 8372 861 0,'0'0'2'16,"0"0"-2"-16,0 0 36 15,0 0 60-15,27-103-90 16,75-3-6-16,46-33 3 15,43-31 7-15,45-18-9 16,22-6 11-16,17 1 7 16,-3 13 8-16,-14 15 4 15,-15 20-1-15,-25 25-7 16,-33 29-7-16,-42 24-9 16,-54 28-7-16,-45 21-8 15,-44 18-16-15,-17 14-66 16,-52 37-100-16,-24 15-137 0</inkml:trace>
  <inkml:trace contextRef="#ctx0" brushRef="#br0" timeOffset="37851.01">1301 8941 351 0,'0'0'495'0,"0"0"-495"16,0 0 0-16,0 0 19 15,0 0 17-15,210 14 29 0,-15-37-17 16,52-4-10-16,57 3 6 16,37 2-15-16,22 1-7 15,23 2 4-15,-1-5 0 16,-7-4-13-16,-31-7-12 15,-49-6 0 1,-46-7 0-16,-45-1 13 0,-46 4-1 16,-46 8 8-16,-41 13-6 15,-38 12-8-15,-30 8-4 16,-6 4 5-16,-33 0-8 0,-34 0-166 16,-24 8-134-16,-10 6-186 15</inkml:trace>
</inkml:ink>
</file>

<file path=ppt/ink/ink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5.68611" units="1/deg"/>
          <inkml:channelProperty channel="T" name="resolution" value="1" units="1/dev"/>
        </inkml:channelProperties>
      </inkml:inkSource>
      <inkml:timestamp xml:id="ts0" timeString="2023-09-16T13:14:57.349"/>
    </inkml:context>
    <inkml:brush xml:id="br0">
      <inkml:brushProperty name="width" value="0.05292" units="cm"/>
      <inkml:brushProperty name="height" value="0.05292" units="cm"/>
      <inkml:brushProperty name="color" value="#FF0000"/>
    </inkml:brush>
  </inkml:definitions>
  <inkml:trace contextRef="#ctx0" brushRef="#br0">8423 5053 1019 0,'0'0'3'0,"0"0"72"0,0 0 8 15,-149-28-43-15,97 28 32 16,-2 26-5-16,-1 18-16 16,-1 22-11-16,5 16-4 15,9 11-2-15,11 1-1 16,10-8-11-16,17-11-5 16,4-9-1-16,13-2-8 15,28-10-4-15,17-4 5 16,11-14-9-16,8-11-2 15,12-12-7-15,5-13-93 16,6 0-99-16,1-14-30 0,-14-24-252 16</inkml:trace>
  <inkml:trace contextRef="#ctx0" brushRef="#br0" timeOffset="392.36">8819 5332 1004 0,'0'0'3'0,"0"0"46"16,0 0 17-16,0 0-8 16,0 0 15-16,0 0-31 15,-107-32-32-15,107 70-5 16,0 16 10-16,0 8-11 0,0 0 2 16,13-4-1-16,3-1-4 15,5-7 1-15,0-4-2 16,8-10 0-16,2-7 0 15,10-10-1-15,2-9 0 16,9-10 1-16,5 0 9 16,-2-14-9-16,-4-18 1 15,-9-12 4-15,-8-8-1 16,-14-9 4-16,-11-9 1 16,-9-8 10-16,-5-2-7 15,-30 6 0-15,-15 11 12 16,-12 16-1-16,-9 17 3 15,0 15-16-15,2 11-10 0,13 4-3 16,11 6-3-16,16 26-51 16,14 16-133-16,11 11-168 15</inkml:trace>
  <inkml:trace contextRef="#ctx0" brushRef="#br0" timeOffset="785.72">9666 5202 1232 0,'0'0'4'0,"0"0"3"16,0 0 86-16,0 0-28 15,0 0-36-15,0 0-13 16,-27 46-11-16,27 28 19 15,0 8-4-15,0-6-15 16,0-6-3-16,0-7 1 16,0-12-2-16,0-6-1 15,0-12 1-15,-2-6 1 0,0-11-2 16,0-9 0 0,2-2 0-16,0 1 0 0,6 0 0 15,25 0 3-15,11 4 0 16,10-1 0-16,6-1-2 15,0 1-1-15,0-1 0 16,0-4-2-16,4 0-14 16,3-4-88-16,1 0-8 15,3 0-118-15,-8-6-200 16</inkml:trace>
  <inkml:trace contextRef="#ctx0" brushRef="#br0" timeOffset="1179.48">10437 5396 902 0,'0'0'7'0,"0"0"98"16,0 0-10-16,0 0-28 15,0 0 25-15,0 0-22 16,-44-79-36-16,38 100-30 16,4 21-3-16,2 12 3 15,0 9-1-15,0-1-1 0,8-3-2 16,7 2 3-1,1-9-3-15,3-4 0 0,5-8 0 16,6-10 0-16,1-12 0 16,5-12 1-16,3-6-1 15,9-4 7-15,1-24-3 16,-5-10 0-16,-3-8 3 16,-9-8-1-16,-13-7 20 15,-13-4 11-15,-6-8-4 16,-19-3-13-16,-20 4 1 15,-7 12-11-15,-1 16 18 16,-2 14-16-16,4 15-1 16,3 10-11-16,2 5-14 0,6 1-18 15,8 38-132-15,3 8-144 16,7 6-334-16</inkml:trace>
  <inkml:trace contextRef="#ctx0" brushRef="#br0" timeOffset="1571.85">11237 5311 1149 0,'0'0'7'0,"0"0"56"15,0 0 48 1,0 0-61-16,0 0-19 0,0 0-25 15,-16-4-4-15,16 56-2 16,11 9 4-16,7 5-3 16,4-2 0-16,1-1-1 15,6-5 2-15,0-8-2 16,2-10 0-16,2-9 2 16,1-8 0-16,1-10-1 15,-2-13 1-15,5 0 3 0,1-9 3 16,1-21-1-16,-5-11 4 15,-8-7 9-15,-11-11 10 16,-5-12 8-16,-11-7-12 16,0 0-3-16,-5 6-10 31,-13 12-1-31,3 13 0 0,-1 15-10 0,5 10-2 16,5 13-10-16,0 4-80 15,4 5-150-15,0 0-249 16</inkml:trace>
  <inkml:trace contextRef="#ctx0" brushRef="#br0" timeOffset="1838.95">12145 5136 1020 0,'0'0'19'0,"0"0"122"16,0 0 43-16,0 0-113 15,0 0-42-15,0 0 21 16,0 162 47-16,0-80-57 16,0-3-23-16,0-8-7 15,0-6-4-15,0-10-2 0,0-2-4 16,0-11 0 0,0-6-1-16,0-4-1 0,0-11-18 31,0-8-113-31,0-11-100 0,-8-2-51 0,-5-30-121 15</inkml:trace>
  <inkml:trace contextRef="#ctx0" brushRef="#br0" timeOffset="2216.69">12083 5234 838 0,'0'0'1'16,"0"0"-1"-16,132-119 31 15,-76 93 18-15,-5 8 26 16,0 10-10-16,1 6-4 0,-8 2-8 15,-11 12-5-15,-10 22-15 16,-23 20-18-16,0 20-13 16,-38 11-1-16,-20 6 1 31,-12-4-2-31,-1-11 0 0,2-15-1 0,7-14 1 16,6-11 1-16,12-9-1 15,15-9 0-15,13-8 0 16,16-4 0-16,0 0-3 15,25 0 3-15,17 4 2 0,9 2 5 16,3 3-5 0,2 2 1-1,-6 7 0-15,0 2 18 16,-4 8-2-16,1 4-7 16,0 5-2-16,-7 1-4 15,-4 2-6-15,-9-2-10 16,-12 2-77-16,-15-6-166 15,-2-4-550-15</inkml:trace>
  <inkml:trace contextRef="#ctx0" brushRef="#br0" timeOffset="3003.08">7714 7650 991 0,'0'0'18'15,"0"0"57"-15,0 0 84 16,0 0-40-16,0 0-6 16,0 0-44-16,-13-46-59 15,13 114-10-15,0 26 15 16,0 10-2-16,8-2-8 16,0-9 4-16,-2-9-5 0,-2-8-3 15,3-9-1-15,-1-13-1 16,4-12 0-16,-4-6-15 15,5-14-112-15,-1-11-98 16,-4-11-62-16,-6-15-151 16</inkml:trace>
  <inkml:trace contextRef="#ctx0" brushRef="#br0" timeOffset="3191.35">7611 7613 1087 0,'0'0'10'15,"0"0"-10"-15,0 0 69 0,0 0-26 16,52-118 5-16,-8 97-3 16,8 6-27-16,6 11-18 15,0 4-1-15,0 0-9 16,-6 19-54-16,-4 9-62 16,-11 5-68-16,-12 7-83 15,-14 4-265-15</inkml:trace>
  <inkml:trace contextRef="#ctx0" brushRef="#br0" timeOffset="3349.55">7915 8026 634 0,'0'0'266'0,"0"0"-240"15,0 0 105-15,0 0-58 16,0 0-29-16,0 0-11 16,8 77 13-16,60-98 11 15,11-12-39-15,6-5-18 16,-2-1-92-16,-12 3-178 15,-13 4-283-15</inkml:trace>
  <inkml:trace contextRef="#ctx0" brushRef="#br0" timeOffset="3872.07">8670 7619 1025 0,'0'0'13'16,"0"0"28"-16,0 0 33 15,-127 47-36-15,109-13 34 16,7 6-22-16,11 8-19 16,0 7-12-16,7 2-9 15,18 1-4-15,4-3-4 16,2-5 0-16,-3-8-1 0,1-8 0 16,2-12-1-16,3-9 1 15,8-13 0-15,7 0 6 16,9-25 4-16,6-15-6 15,4-8-3-15,-6-6 7 16,-13-6-5-16,-16-6-2 16,-15-9 1-16,-18-5 1 15,0-6-3-15,-29 7-1 16,-15 15-2-16,-7 22-5 0,-12 22 7 16,-1 16-9-16,-5 4 2 15,3 16 2-15,12 16 4 16,8 6 0-16,11 2 1 31,19 7-6-31,14 3 6 0,2 6-1 0,31 4 0 16,20 2 2-16,10 0 5 15,3-2-1-15,1-3 6 16,-3-5 10-16,-10 0 7 16,-6-6 2-16,-10 0-11 0,-10-6-16 15,-3-4-3 1,-8-3-1-16,-1-6-1 0,4-2-52 15,5-7-90-15,10-16-147 16,5-2-215-16</inkml:trace>
  <inkml:trace contextRef="#ctx0" brushRef="#br0" timeOffset="4269">9622 7686 1032 0,'0'0'20'0,"0"0"-10"16,0 0 79-16,0 0-44 16,-123-26 24-16,111 46-8 15,7 18-51-15,5 16 1 16,0 10-5-16,22 7-4 16,4-3-1-16,6-7-1 15,3-4 0-15,-2-15 0 16,3-9 0-16,2-15 0 0,5-11 0 15,3-7 3 1,5-7 3-16,5-26 4 16,1-7-4-16,-5-12-1 0,-5-4 27 15,-16-5-16-15,-18-5 4 16,-13-4 18-16,0-4-2 16,-33 1-4-16,-11 9 1 15,-8 14-1-15,-1 16-17 16,-3 14-8-16,1 16-7 15,-5 4 0-15,-1 10-9 16,-1 24-33-16,8 12-92 0,9 13-85 16,14 2-172-16</inkml:trace>
  <inkml:trace contextRef="#ctx0" brushRef="#br0" timeOffset="4835.63">10526 7618 1028 0,'0'0'12'15,"0"0"8"-15,0 0 62 16,-125-26-34-16,90 27-3 16,6 25 2-16,4 16-27 15,9 10-13-15,7 9 0 16,9 8-1-16,0-4-1 15,14 3-4-15,15-6 2 16,5-3-1-16,-1-11-1 16,2-12 0-16,3-10 0 15,2-14 0-15,5-9 3 16,0-3 5-16,7-9-3 0,3-21 0 16,-3-10-1-16,4-10-3 15,-6-7 7-15,-13-7 0 16,-10-4-1-16,-18-4 8 15,-9-6 4-15,-2-2-3 16,-34-2-10-16,-8 9-6 16,-12 17 1-16,-4 18 2 15,-2 22-4-15,-5 16-2 16,1 0-6-16,9 24 0 16,8 15 2-16,16 5 6 15,14 6-6-15,19 6 5 0,0 2-1 16,37 2 4-1,9 3 1-15,8-3 1 16,-4 2-2-16,-2-2 8 0,-6 2 7 16,-4 4 10-16,-9 0-2 15,-7-2 3-15,-2-6-19 16,-5-5-1-16,1-3-7 16,0-5-1-16,4-10-16 15,7-9-106-15,6-20-186 16,9-6-263-16</inkml:trace>
  <inkml:trace contextRef="#ctx0" brushRef="#br0" timeOffset="5071.35">11816 7600 1248 0,'0'0'0'0,"0"0"19"16,0 0 129-16,0 0-54 15,0 0-51-15,0 0-21 16,-87 50-11-16,52 32 5 16,-3 8-8-16,-1 2-5 15,-5-3-3-15,-1-6-2 16,-3-8-33-16,-4-17-85 0,6-15-95 16,5-22 3-16,10-19-199 15</inkml:trace>
  <inkml:trace contextRef="#ctx0" brushRef="#br0" timeOffset="5244.91">11322 7782 1009 0,'0'0'21'15,"0"0"23"-15,0 0 132 16,0 0-23-16,133 95-39 0,-73-40-26 16,6-1-39-1,1-4-19-15,3-1-22 0,1-5-8 16,-2-4-14-16,2-6-84 31,-1-6-89-31,-3-12-91 0,1-10-182 0</inkml:trace>
  <inkml:trace contextRef="#ctx0" brushRef="#br0" timeOffset="5481.29">12712 7766 1216 0,'0'0'72'0,"0"0"-66"15,0 0 110-15,0 0-62 0,0 0-12 16,0 0 18-16,-116 45-17 16,109 22 15-16,7 8-23 15,0 3-20-15,0-4-14 16,0-5-1-16,0-14 0 16,0-6-4-16,0-14-16 15,-2-8-52-15,0-11-65 16,-2-12-84-16,-2-4-39 15,-4-20-343-15</inkml:trace>
  <inkml:trace contextRef="#ctx0" brushRef="#br0" timeOffset="5669.82">12346 7704 1225 0,'0'0'2'16,"0"0"-1"-16,0 0 37 15,0 0 37-15,148 0 6 16,-55-14-47-16,18-10-25 16,7-6-9-16,5 0-23 15,-9-2-139-15,-21 4-83 0,-20-1-514 16</inkml:trace>
  <inkml:trace contextRef="#ctx0" brushRef="#br0" timeOffset="6568.85">14322 4203 794 0,'0'0'18'0,"0"0"-9"16,0 0 42-16,0 0 2 15,0 0-4-15,0 0-33 0,-31 33-13 16,31 46 22-16,0 25 23 15,0 23-7-15,0 21 16 16,0 22-16-16,0 35 1 16,2 28-3-16,0 33-9 15,-2 33 23-15,12 22-8 16,-2 30 9-16,7 14-11 16,5 16-3-1,-8-6 0-15,-6-28-15 0,-1-18-12 16,-5-34 10-16,0-27-17 0,0-18 5 15,0-29-8-15,2-20 3 16,4-29-6-16,1-32-2 16,5-30-11-16,-1-37-50 15,0-31 2-15,5-30-47 16,4-14-85-16,5-56-20 16,7-40-236-16</inkml:trace>
  <inkml:trace contextRef="#ctx0" brushRef="#br0" timeOffset="6948.29">15475 5326 753 0,'0'0'444'0,"0"0"-435"15,0 0 13-15,0 0 34 16,0 0-9-16,0 0-11 15,11 24-6-15,24 35 42 16,12 18-1-16,2 14-30 16,2 3-32-16,-2-2-4 0,0-6 1 15,-1-10-6-15,-2-16 0 16,1-13-4-16,2-18-42 31,6-12-173-31,1-17-69 0,-7-9-242 0</inkml:trace>
  <inkml:trace contextRef="#ctx0" brushRef="#br0" timeOffset="7169.39">16250 5354 1019 0,'0'0'23'0,"0"0"-9"0,0 0 129 16,0 0-39-16,0 0-63 15,-134 63-9-15,85 14 26 16,6 13-10-16,9 5-3 15,11-1-27-15,9-2-10 32,10-8-8-32,4-4-2 15,0-9-8-15,7-12-115 0,15-14-85 16,11-19-200-16</inkml:trace>
  <inkml:trace contextRef="#ctx0" brushRef="#br0" timeOffset="7422.82">16657 5492 1012 0,'0'0'19'16,"0"0"94"-16,0 0 47 15,0 0-61-15,0 0-43 16,0 0-31-16,0 17-17 0,3 44 0 15,11 19 33-15,-1 6 7 16,0-3-36-16,-2-9-4 16,0-10-6-16,-2-11-1 15,0-11-1-15,0-15-2 16,2-4-8-16,7-11-119 16,5-12-169-16,-2 0-187 15</inkml:trace>
  <inkml:trace contextRef="#ctx0" brushRef="#br0" timeOffset="7832.94">17254 5423 969 0,'0'0'6'16,"0"0"77"-16,0 0-20 15,0 0-15-15,0 0 5 16,-120 86-15-16,111-31-3 15,9 12-19-15,0 5-8 0,9 4-5 16,17-2-2-16,4-5 1 16,1-12-2-16,2-11 0 15,4-10 0-15,-2-9 0 16,3-15 0-16,4-8 0 16,5-4-2-16,-1-8 2 15,4-22 2-15,-6-13 0 16,-5-7 4-16,-10-12-3 15,-16-10 9-15,-7-8 8 16,-6-8 24-16,-6-1-1 16,-26 7-7-16,-10 12 0 15,-11 16 25-15,-10 18-19 16,-5 16-34-16,0 14-8 0,1 6-8 16,14 15-12-16,10 29-89 15,18 13-111-15,15 3-97 16,10-2-598-16</inkml:trace>
  <inkml:trace contextRef="#ctx0" brushRef="#br0" timeOffset="8182.55">18056 5336 1025 0,'0'0'7'15,"0"0"41"-15,0 0 23 16,0 0-42-16,-55 142-1 16,36-56 24-16,9 9-13 15,8-3-6-15,2-4 0 16,0-8-21-16,0-14-4 16,0-12-3-16,7-15-4 0,-3-15 5 15,3-12-6-15,-3-7 4 16,3-1 1-16,4 1 2 15,6-3 6-15,10 0 12 16,7-2-14-16,11 0-5 16,6 0-6-1,6 0-1-15,6 0-5 0,6 0-43 16,7 0-123-16,0-10-61 0,2-8-256 16</inkml:trace>
  <inkml:trace contextRef="#ctx0" brushRef="#br0" timeOffset="8423.34">18941 5494 1072 0,'0'0'19'0,"0"0"-16"16,0 0 141-16,0 0-26 0,0 0-47 16,0 0-39 15,-54 17-8-31,54 53 42 0,0 9-14 15,12 6-21-15,5-5-16 16,2-8-10-16,-4-6-5 16,-3-9 1-16,-4-11-2 15,-3-8-4-15,-3-8-72 16,5-10-115-16,0-8-54 16,-3-12-126-16</inkml:trace>
  <inkml:trace contextRef="#ctx0" brushRef="#br0" timeOffset="8626.79">18928 5456 1093 0,'0'0'1'16,"0"0"14"-16,0 0 54 16,0 0-28-16,0 0 0 15,156-96 5-15,-105 84-20 16,0 8-23-16,-1 4-3 15,-10 0-33-15,-9 28-83 0,-15 11-91 16,-14 9-38-16,-2-1-168 16</inkml:trace>
  <inkml:trace contextRef="#ctx0" brushRef="#br0" timeOffset="8816.34">19049 5775 606 0,'0'0'45'16,"0"0"27"-16,0 0 34 0,0 0-34 15,0 0 25 1,0 0 0-16,129 56-28 0,-81-56-26 16,2 0-18-16,-3-10-4 15,-5-2-11-15,-9 1-9 16,-6 2-2-16,-12 6-60 16,-7 3-117-16,-8 0-209 15</inkml:trace>
  <inkml:trace contextRef="#ctx0" brushRef="#br0" timeOffset="8974.14">19100 6180 741 0,'0'0'93'0,"0"0"-8"16,0 0 0-16,0 0 23 16,0 0-29-16,144 46-32 15,-59-46-19-15,9-9-15 16,4 2-13-16,-3-3 0 15,3-4-151-15,-4-11-254 16</inkml:trace>
  <inkml:trace contextRef="#ctx0" brushRef="#br0" timeOffset="9225.89">20347 5372 890 0,'0'0'38'15,"0"0"-15"-15,0 0 64 16,0 0 11-16,-6 137 50 16,6-62-20-1,11 1-32-15,9-1-24 0,-3-7-22 16,2-10-32-16,-6-3-15 16,-7-10-3-16,-1-4 0 0,-5-8-1 15,0-2-74-15,-9-4-117 16,-18-6-70-16,-6-12-175 15</inkml:trace>
  <inkml:trace contextRef="#ctx0" brushRef="#br0" timeOffset="9414.42">20059 5417 948 0,'0'0'4'16,"0"0"-4"-16,0 0 87 0,137-25-15 15,-60 21-13 1,17-2-3-16,11-4-38 0,6-3-15 16,-4-4-3-16,-7 3-2 15,-15 0-88-15,-18 2-194 16</inkml:trace>
  <inkml:trace contextRef="#ctx0" brushRef="#br0" timeOffset="10546.21">15868 7510 993 0,'0'0'10'16,"0"0"80"-16,0 0 48 16,0 0-57-16,0 0 0 15,0 0-22-15,-11-17-29 16,11 27-20-16,17 33-9 15,11 13 27-15,8 12 30 16,-2-4-47-16,3-8-8 16,0-5-3-16,4-7 0 0,4-11-1 15,6-4-20-15,4-9-159 16,8-16-100-16,-1-4-231 16</inkml:trace>
  <inkml:trace contextRef="#ctx0" brushRef="#br0" timeOffset="10893.56">16562 7578 1028 0,'0'0'13'0,"0"0"-13"16,0 0 23-16,-156 26-16 0,107-4 1 16,0 2 16-16,8 0 6 15,10 1-9-15,10 0-7 16,4 0-7-16,11-2 3 15,6 2-6-15,0 0 0 16,0 3-2-16,6 4 7 16,8 4-2-16,4 9 18 15,0 7 8-15,1 4 13 16,0 5-11-16,-4 2-2 16,3 4 3-16,-5-1-2 0,1 2-10 15,-3-2-6-15,0-8-13 16,-4-6 0-1,1-11-4-15,-1-10 1 0,0-7-2 16,2-5-5-16,1-7-40 16,9-8-153-16,8-4-94 15,4-9-368-15</inkml:trace>
  <inkml:trace contextRef="#ctx0" brushRef="#br0" timeOffset="11398.4">17056 7713 1018 0,'0'0'72'16,"0"0"-35"-16,0 0 126 16,0 0-69-16,0 0-44 15,0 0-19-15,-10-25-25 16,10 57-6-16,0 16 0 15,2 12 4-15,3 3-1 16,5-10-3-16,-1-4 1 16,-2-13 0-16,-3-10-1 15,-2-12 0-15,-2-8 0 0,0-6 0 16,0 0 1-16,0 0 0 16,0-4 8-16,0-31 3 15,-2-16-12-15,-6-9-5 16,-4-7 3-16,5 8 1 15,1 9-1-15,0 11 2 16,2 17 1-16,2 12 2 16,0 8 2-16,2 2 4 15,0 0 0-15,0 8 0 16,0 26-7-16,0 9 9 0,0 10 8 16,0 1 1-16,12-1-10 15,-4-3-7-15,3-6-1 16,-1-6-1-1,-2-3-1-15,1-4-4 0,-2-3 0 16,0-1-25-16,2-6-142 16,-3-7-84-16,3-10-146 15</inkml:trace>
  <inkml:trace contextRef="#ctx0" brushRef="#br0" timeOffset="11745.23">17437 7747 997 0,'0'0'11'0,"0"0"43"16,0 0 62-16,0 0-73 15,0 0-34-15,0 0-4 16,-144 109-2-16,101-66 0 16,5-4-2-16,7-5-1 15,4-5 0-15,7-9 0 16,7-6-1-16,4-8 1 0,5-4 0 15,2 0 1-15,2-2 2 16,0 0 5-16,0 0 0 16,15 8 2-1,18 10 28-15,10 8-1 0,4 6-3 16,6 2-7-16,-2-2 12 16,0-1 13-16,-3-1-36 15,-4-4-13-15,-5-2-3 0,-2-5-1 16,-6-2-19-1,0-2-176-15,1-4-58 16,-1-11-88-16</inkml:trace>
  <inkml:trace contextRef="#ctx0" brushRef="#br0" timeOffset="11998.28">17912 7816 953 0,'0'0'107'15,"0"0"-73"-15,0 0 117 0,0 0-43 16,0 0 11-16,0 0-78 16,-14-42-15-16,14 74-13 0,0 16 12 15,0 11 14-15,6 0-27 16,9 1-8-16,-5-6-4 16,2-1 0-1,-5-7-1 1,-3-6-15-16,0-5-101 15,-1-10-96-15,-1-9-11 16,0-16-136-16,-2 0-140 16</inkml:trace>
  <inkml:trace contextRef="#ctx0" brushRef="#br0" timeOffset="12376.57">17854 7738 781 0,'0'0'3'0,"0"0"5"16,134-110-2-16,-70 84-4 15,1 7-4-15,-12 14 4 16,-8 5 0-16,-7 5 49 16,-7 31 42-16,-8 13-47 15,-12 5-31-15,-11 2-6 16,0 0 2-16,-14-2 3 0,-15-1 5 16,-7-8-11-1,1-6 0-15,-3-9 1 0,5-6-4 16,1-6-1-16,6-4-3 15,5-3-1-15,8-7 2 16,7 1 0-16,4-4-1 16,2 6 0-16,0 1 4 15,10 6 18-15,17 4 32 16,9 4 12-16,4 6-40 16,7-1-10-16,1 2 18 15,6-1 19-15,-2-5-39 16,-1-2-11-16,0-4-4 15,0-5-8-15,5-2-118 0,-3-6-49 16,-4-4-45-16,-9-4-175 16</inkml:trace>
  <inkml:trace contextRef="#ctx0" brushRef="#br0" timeOffset="12581.01">18739 7893 718 0,'0'0'112'0,"0"0"8"16,0 0 34-16,0 0-18 15,0 0-30-15,0 0-39 16,-13-100-38-16,13 134-22 0,0 16 10 16,3 11 17-16,7 4-17 15,-1-5-13-15,-1-4-4 16,-3-6 0-16,-3-6-2 16,-2-8-13-16,0-7-124 15,0-14-69-15,0-8-48 16,0-7-173-16</inkml:trace>
  <inkml:trace contextRef="#ctx0" brushRef="#br0" timeOffset="12973.13">18756 7922 801 0,'0'0'111'16,"0"0"-10"-16,0 0 18 0,0 0-29 16,0 0-19-16,145-5 0 15,-98 31-21-15,0 3-20 16,-3 6-19-16,3 1-7 15,-3 0-3-15,2-4 0 16,-2-2-2-16,-1-8-3 16,-6-9-33-16,-3-4-53 15,-8-8 7-15,-6-1-34 16,-8-11 20-16,-12-25-61 16,0-12 78-16,-7-12 44 15,-13-4 30-15,-5 1 6 16,5 6 17-16,2 9 57 15,4 9 33-15,6 13-15 0,4 12-16 16,1 7 26-16,3 5-25 16,0 2-27-16,0 7-18 15,0 31-20-15,5 14 37 16,11 10-2-16,-3 4-20 16,3-3-21-16,-2-1-6 15,0-4-1-15,-5-3-7 16,-4-5-100-16,-3-8-142 15,0-15-156-15</inkml:trace>
  <inkml:trace contextRef="#ctx0" brushRef="#br0" timeOffset="13208.74">19815 7797 1056 0,'0'0'4'0,"0"0"61"15,0 0 88-15,0 0-8 16,0 0-51-16,0 0-71 16,-3-3-13-16,3 62 22 15,12 10-5-15,3 6-22 0,3-5-4 16,-1-6-1 0,2-4-11-16,-3-9-74 0,-1-8-112 15,-1-12-40-15,5-11-200 16</inkml:trace>
  <inkml:trace contextRef="#ctx0" brushRef="#br0" timeOffset="13444.72">20474 7642 1146 0,'0'0'17'15,"0"0"84"-15,0 0 21 0,0 0-64 16,0 0-48-1,0 0 20-15,0 118 36 0,0-50-28 16,19 1-25-16,2-1-7 16,-3-2-6-16,-5-4 0 15,-6-6-2-15,-7-6-10 16,0-7-77-16,-20-6-102 16,-13-6-34-16,-6-12-130 15,-3-10-273-15</inkml:trace>
  <inkml:trace contextRef="#ctx0" brushRef="#br0" timeOffset="13601.75">19971 8249 1046 0,'0'0'20'0,"0"0"131"16,0 0-86 0,0 0-22-16,117-64-11 0,-40 30-32 15,10-2-4-15,11-5-79 16,4-4-141-16,-2 2-140 15</inkml:trace>
  <inkml:trace contextRef="#ctx0" brushRef="#br0" timeOffset="13979.12">20984 7661 846 0,'0'0'166'15,"0"0"-160"-15,0 0 80 16,0 0 14-16,0 0-34 15,0 0-23-15,-9-4-5 16,28 31 14-16,7 13 49 16,10 10-49-16,-1 10-27 15,3 3 1-15,-2 3-1 16,-5-3-11-16,-7-4-4 16,-1-9-6-16,-8-9 4 0,-1-6-3 15,-1-11 1 1,-3-8 2-16,-2-7 4 15,-1-7 5-15,3-2 9 0,7 0 13 16,5-31-3-16,7-17-7 16,7-22-18-16,1-18-2 15,3-19-3-15,10-14-6 16,1-6 0-16,-5 14-11 16,-6 25-25-16,-17 32-10 15,-12 32-38-15,-11 20-69 16,-3 4-141-16,-34 0-326 15</inkml:trace>
  <inkml:trace contextRef="#ctx0" brushRef="#br0" timeOffset="14875.77">12030 10762 1360 0,'0'0'0'15,"0"0"9"-15,0 0 9 16,0 0 37-16,7 163 31 16,-7-45-4-16,0 7-26 0,0-10-36 15,-13-11-8-15,-4-5-7 16,7-11-3-16,0-4-2 15,8-9-2-15,2-15-8 16,0-12-116-16,14-18-142 16,17-20-79-16,7-10-454 15</inkml:trace>
  <inkml:trace contextRef="#ctx0" brushRef="#br0" timeOffset="15174.28">11945 10968 1182 0,'0'0'5'0,"0"0"-5"16,-29-118 8-16,50 82-4 15,18 2 6-15,17 10 1 16,11 14 8-16,14 10 8 16,5 16-1-16,-1 34 0 15,-11 16-15-15,-24 10-6 16,-23 1-4-16,-25-7-1 15,-6-2 6-15,-45-6 5 16,-14-6 3-16,-12-6-4 16,-1-9-5-16,-2-11-5 0,5-10 0 15,8-8 0-15,14-10-33 16,15-2-168-16,20 0-247 16</inkml:trace>
  <inkml:trace contextRef="#ctx0" brushRef="#br0" timeOffset="15601.26">13121 11034 1208 0,'0'0'2'0,"0"0"1"16,0 0 29-16,0 0 2 16,0 0-31-16,0 0 10 15,-91 173-3-15,91-83 4 16,0 0-6-16,10 3-1 16,16-7-6-16,7-9 1 0,8-16-2 15,5-17-1-15,8-20 1 16,2-21 1-16,4-3 4 15,2-22 1-15,1-23-2 16,-3-13-1-16,-10-9 3 16,-13-13 2-16,-16-9 19 15,-19-7 9-15,-2-3-17 16,-17 5 0-16,-20 20-11 16,-11 16-4-16,2 18-4 15,3 18 0-15,10 9-11 0,10 13-75 16,12 0-131-16,11 10-371 15</inkml:trace>
  <inkml:trace contextRef="#ctx0" brushRef="#br0" timeOffset="15916.67">14154 11053 1116 0,'0'0'4'15,"0"0"29"-15,0 156 162 16,0-87-96-16,0-5-34 15,0-5-25-15,-3-2-22 0,-6-5-11 16,-1 0-7-16,5-4-2 16,0-2-5-16,3-8-113 15,2-10-138-15,0-16-132 16</inkml:trace>
  <inkml:trace contextRef="#ctx0" brushRef="#br0" timeOffset="16279.59">14091 11149 937 0,'0'0'0'0,"0"0"-16"15,0 0 15-15,163-121 2 0,-101 105 13 32,2 15 48-32,-1 1 7 0,-7 17 27 0,-14 24-25 15,-20 8-54-15,-20 4-11 16,-2 2-4-16,-31 2-1 15,-20-4 3-15,-14-7-2 16,-2-9-2-16,3-5 0 16,10-5 0-16,12-5 1 15,13-8-1-15,16-4 0 16,8-1 0-16,5 1 1 0,0 3 2 16,27 9 5-16,16 6 62 31,8 6-8-31,13 7-37 15,6 0-15-15,-2-2-3 16,-1-6 0-16,0-6-1 16,-5-7-6-16,-2-6 0 15,-6-4-21-15,-2 0-186 16,-10-9-227-16</inkml:trace>
  <inkml:trace contextRef="#ctx0" brushRef="#br0" timeOffset="16612.4">15074 10999 581 0,'0'0'494'15,"0"0"-486"-15,0 0 90 0,0 0-7 16,0 0-71-16,0 0 9 16,-27 112 89-16,27-32-34 15,0 2-10-15,9 2-6 16,4-5-45-16,0-3-8 16,0-5-11-16,-1-8-2 15,-3-6-2-15,-3-12-1 16,-1-10-2-16,2-7-36 15,-3-13-109-15,3-4-74 0,-1-11-31 16,-1-22-201-16</inkml:trace>
  <inkml:trace contextRef="#ctx0" brushRef="#br0" timeOffset="16834.75">15056 10972 905 0,'0'0'0'0,"0"0"-4"15,0 0 4-15,153-85 1 16,-88 82 5-16,-3 3 23 16,-4 19 37-16,-6 18 30 0,-17 12-28 15,-20 6-32-15,-15 2-13 16,-19-1-3-16,-39-1 1 16,-14-2-13-16,-5-4-8 15,1-6-3-15,18-4-111 16,15-16-225-16</inkml:trace>
  <inkml:trace contextRef="#ctx0" brushRef="#br0" timeOffset="17165.75">15924 10921 1090 0,'0'0'6'0,"0"0"18"16,0 0 63-16,0 0-68 0,0 0-4 15,0 130 120-15,0-44-51 16,0 3-33 0,-2-1-3-16,-2-8-30 0,-1-10-10 15,3-8 3-15,2-12-3 16,0-8 6-16,2-10 4 15,23-10-7-15,11-10-6 16,12-7 0-16,20-5-4 16,14-8-1-16,9-27-102 15,5-14-110-15,3-9-43 16,-2-7-102-16</inkml:trace>
  <inkml:trace contextRef="#ctx0" brushRef="#br0" timeOffset="17450.9">16923 10810 1057 0,'0'0'37'15,"0"0"117"-15,0 0-43 16,0 0-78-16,0 0 39 15,0 162 47-15,0-73-59 0,0 1-15 16,2-6-11-16,5-10-17 16,-5-7-11-16,2-9-6 15,-2-10 1-15,-2-8-2 32,2-6-5-32,1-7-21 15,4-9-120-15,2-5-108 16,4-13-112-16</inkml:trace>
  <inkml:trace contextRef="#ctx0" brushRef="#br0" timeOffset="17672.24">16840 10949 1275 0,'0'0'2'15,"0"0"-2"-15,0 0 38 16,0 0-10-16,0 0-22 15,112-106 11-15,-53 85-8 16,9 3-5-16,7 7-1 0,-4 2-3 16,-5 5-2-16,-18 4-3 15,-12 0-11-15,-18 0-42 16,-14 7-37-16,-4 18-22 16,-13 7-152-16,-26 8-179 15</inkml:trace>
  <inkml:trace contextRef="#ctx0" brushRef="#br0" timeOffset="17877.25">17090 11233 611 0,'0'0'49'15,"0"0"121"-15,0 0 24 0,0 0-60 16,147 35-62-16,-90-35-31 16,4 0-6-16,0-12 0 15,-4-7-12-15,-2 3-14 16,-5 0-9-16,-12 4-11 15,-16 6-77-15,-18 6-90 16,-4 0-135-16,-18 12-420 16</inkml:trace>
  <inkml:trace contextRef="#ctx0" brushRef="#br0" timeOffset="18067.24">17204 11698 896 0,'0'0'26'0,"0"0"68"0,0 0 33 15,120 77-44-15,-53-77-16 16,4 0-13-16,5-13 13 16,-3-10-13-16,0-9-28 15,-5-4-25-15,-11-1-1 16,-5-1-58-16,-17-2-180 0,-19-4-449 16</inkml:trace>
  <inkml:trace contextRef="#ctx0" brushRef="#br0" timeOffset="19435.59">7395 4466 1097 0,'0'0'1'0,"0"0"61"15,0 0 70-15,0 0-94 16,52-127 0-16,2 91 11 15,8 8-21-15,2 14-12 16,-8 14-2-16,-9 4-11 16,-14 32 0-16,-13 16-3 31,-15 4 3-31,-5 5 0 16,-19-3 1-16,-20-7 4 15,-10-2-7-15,0-11 3 16,4-8-3-16,7-10 0 0,9-8 1 15,12-4-1-15,7-8 4 16,7 0-1-16,3 0-4 16,0 0-8-16,21 0 1 15,23-2 5-15,10 0 1 16,6 2 0-16,-2 0 0 16,-10 12-2-16,-9 14 1 15,-12 7 1-15,-16 2 1 16,-11 5 6-16,-2-1 9 15,-36 1 1-15,-18-2-4 16,-10-2 8-16,-11-4-2 16,-2-6-8-16,0-8-1 15,2-8-6-15,1-10-3 0,7 0-4 16,6 0-49-16,10-20-152 16,-1-14-131-16</inkml:trace>
  <inkml:trace contextRef="#ctx0" brushRef="#br0" timeOffset="20238.04">7619 8718 118 0,'0'0'1031'16,"0"0"-1011"-16,0 0 89 15,0 0 17-15,-147-86-44 16,93 117-32-16,-2 21 7 16,-1 20-13-16,12 12-19 15,9 11-4-15,14 2-2 0,15-3-4 16,7-1-9 0,5-9 0-16,28-8-6 0,13-14-1 15,8-15-4-15,2-19-6 16,4-16-8-16,-2-12-4 15,0 0 0-15,-7-28 12 16,-8-6-2-16,-14-5 2 16,-12 2 11-16,-17 1 1 15,0 0 2-15,-24 7 8 16,-21 9 4-16,-7 10 9 16,-5 10-5-16,-1 6-8 15,2 20-10-15,5 6-1 0,11-1-6 16,13-3-28-16,11-3-34 15,12-6-59-15,4-9-166 16,0-10-255-16</inkml:trace>
  <inkml:trace contextRef="#ctx0" brushRef="#br0" timeOffset="20662.43">6932 5478 1172 0,'0'0'4'0,"0"0"-3"16,0 0 88-16,0 0-33 15,0 0-27-15,0 0 7 0,-9 14-34 16,9 55 0-16,15 37 8 16,10 18 33-16,4 13-16 15,-2 2 8-15,-2 0-2 16,-6-3 5-16,-1-6 0 15,-7-10-9-15,1-13-20 16,-1-14-6-16,-3-16-3 16,4-10-2-16,-1-15-43 15,3-10-131 1,-4-13-113-16,-8-22-177 0</inkml:trace>
  <inkml:trace contextRef="#ctx0" brushRef="#br0" timeOffset="20913.37">6847 6888 1053 0,'0'0'0'16,"0"0"0"-16,0 0 22 15,0 0 15-15,0 0 36 16,-4 111-6-16,26-70-24 16,7-3-7-16,7-3 8 15,3-12-32-15,2-9-2 16,1-11 2-16,8-3 3 15,2-22 10-15,9-23-2 0,1-9-16 16,-4-11-7-16,-6 1-2 16,-15-7-86-16,-10 8-115 15,-13 5-191-15</inkml:trace>
  <inkml:trace contextRef="#ctx0" brushRef="#br0" timeOffset="21180.67">5519 6684 1071 0,'0'0'29'0,"0"0"-29"15,0 0 143-15,145-33-57 16,-91 11-9-16,-3-2-33 16,0 0-34-16,-1 0-10 15,-4 3 0 1,-3 6-79-16,-10 1-98 0,-11 1-146 16,-13-4-237-16</inkml:trace>
  <inkml:trace contextRef="#ctx0" brushRef="#br0" timeOffset="21384.81">5765 6350 1137 0,'0'0'3'0,"0"0"23"16,0 0 137-16,-28 159-51 16,28-93-10-16,0 0-31 15,12 0-47-15,13-6-18 16,6 1-6-16,5-3-3 15,3-2-75-15,3-4-100 16,-3-10-101-16,-6-18-227 0</inkml:trace>
  <inkml:trace contextRef="#ctx0" brushRef="#br0" timeOffset="21825.01">6065 6224 1122 0,'0'0'10'0,"0"0"6"16,0 0 82-16,0 0-73 0,0 0-12 15,121-63 9-15,-70 84-13 16,-2 21-1-16,-12 10-5 16,-14 2-3-16,-19 2 0 15,-4-3 0-15,-21-6 5 16,-16-5 8-16,-1-11 1 15,5-11 4-15,8-10-9 16,13-7-3-16,7-3-1 16,5 0-1-16,0-8-4 15,29-17-36 1,13-5 31-16,10-1-8 0,8 12-11 0,2 11 16 16,3 8 8-1,-5 18 3-15,-6 24 7 0,-14 8 1 16,-21 0 2-16,-16-2 15 15,-3 2 17-15,-27-4 0 16,-18 2-4 0,-11-4-19-16,1-5 1 0,-1-9-4 15,5-10-5-15,5-13-11 16,3-7-3-16,7 0-26 16,9-31-87-16,10-17-131 15,12-19-625-15</inkml:trace>
  <inkml:trace contextRef="#ctx0" brushRef="#br0" timeOffset="22362.6">8235 6047 1075 0,'0'0'10'16,"0"0"122"-16,0 0 4 15,0 0-60-15,0 0-3 16,0 0 15-16,36 156-8 16,-12-73-27-16,3 9-21 15,-2 5-7-15,-1 1-4 0,1-5-8 16,-1-7-6 0,-4-9-5-16,-1-3-2 0,-3-14-5 15,1-12-22-15,0-12-51 16,-1-15-48-16,-1-9-50 15,-2-12-71 1,-7 0-198-16</inkml:trace>
  <inkml:trace contextRef="#ctx0" brushRef="#br0" timeOffset="22708.05">8289 6886 826 0,'0'0'5'15,"0"0"55"-15,0 0 51 16,0 0-31-16,0 0 20 15,98 120-29-15,-53-84 8 0,3 0-21 16,1-4-24-16,-3-6-5 16,-2-13-5-16,-4-13-6 15,-2 0-3 1,-2-21 4-16,3-19-9 0,3-18-6 16,-1-13-4-16,3-16-26 15,4-13-97-15,-4-17-100 16,1-19-389-16</inkml:trace>
  <inkml:trace contextRef="#ctx0" brushRef="#br0" timeOffset="23085.28">8810 3986 1164 0,'0'0'3'0,"0"0"15"15,0 0 99-15,0 0-80 16,0 0 14-16,18 165 139 16,2-80-126-16,2 0-52 15,-3-13-8-15,-2-9-1 16,-1-8-3-16,-1-10-2 16,3-7-87-16,3-12-164 15,0-16-127-15</inkml:trace>
  <inkml:trace contextRef="#ctx0" brushRef="#br0" timeOffset="23400.3">9122 3994 1079 0,'0'0'10'0,"0"0"-10"16,0 0 41-16,0 0-32 15,0 0-2-15,0 0 3 16,-104 130-2-16,137-90-2 16,7 0-1-16,5-2-4 0,9-1-1 15,-4-3 5-15,4-1 0 16,-6 3-3-16,-5-2 6 16,-9 2 10-16,-10-6 19 15,-13-9 0-15,-9-4 18 16,-2-3 10-16,-13 0-11 15,-18 2-39 1,-6-2-15-16,-2-4-5 0,6-10-108 16,1 0-68-16,5-9-44 15,6-28-279-15</inkml:trace>
  <inkml:trace contextRef="#ctx0" brushRef="#br0" timeOffset="23558.53">9142 4037 664 0,'0'0'317'15,"0"0"-274"-15,0 0 101 16,0 0-38-16,0 0-21 16,148-116 18-16,-84 95-48 15,1 5-44-15,-3 8-11 16,2 8-44-16,-3 0-185 16,-17 16-209-16</inkml:trace>
  <inkml:trace contextRef="#ctx0" brushRef="#br0" timeOffset="24202.39">8723 8893 1039 0,'0'0'156'15,"0"0"-93"-15,0 0 97 0,0 0-39 16,0 0-40-16,0 0-14 15,-4-2-11-15,4 12-15 16,0 40-8-16,6 18 1 16,8 17-10-16,-5-1-17 15,-5-12-4-15,0-8-3 16,2-10-2-16,0-10-13 16,5-9-44-16,7-13-82 15,9-11-155-15,4-11-165 16</inkml:trace>
  <inkml:trace contextRef="#ctx0" brushRef="#br0" timeOffset="24516.76">8989 9090 1139 0,'0'0'9'15,"0"0"14"-15,-7-137 54 16,38 96-8-16,7 4 8 15,6 9-12-15,5 12-18 16,-1 11-25-16,-4 5-8 0,-7 27-5 16,-7 19 1-1,-8 10 12-15,-11 10 5 0,-7 6 5 16,-4 1-3-16,0-3-13 16,0-5-4-16,0-12-5 15,-2-8-4-15,-2-13-3 16,-1-13-4-16,3-6-22 15,0-8-47-15,2-5-48 16,0 0-99-16,0-1-53 16,0-20-300-16</inkml:trace>
  <inkml:trace contextRef="#ctx0" brushRef="#br0" timeOffset="24674.25">9132 9330 1071 0,'0'0'10'15,"0"0"18"-15,0 0 12 16,0 0 47-16,126-134-25 16,-52 84 6-16,8-4-11 15,8-5-43-15,5 1-13 16,-8 1-1-16,-11-4-106 16,-21 1-207-16,-21 0-626 15</inkml:trace>
  <inkml:trace contextRef="#ctx0" brushRef="#br0" timeOffset="25916.04">8688 6579 769 0,'0'0'3'0,"0"0"37"0,0 0 67 0,0 0-51 16,0 0 57-16,118-43-20 16,-64 26-19-16,1 1-20 15,-4-1-7-15,-6 8-19 16,-12 0-1-16,-13 4-13 15,-4 3-9-15,-7 0-5 16,-3 2-3-16,4 0-1 0,-3 0-32 16,5 0-53-16,2-5-39 15,-5-2-88-15,-5-5-235 16</inkml:trace>
  <inkml:trace contextRef="#ctx0" brushRef="#br0" timeOffset="26167.42">8918 6278 860 0,'0'0'2'0,"0"0"79"15,0 0 65-15,0 0-55 16,0 0-8-16,0 0-19 16,-12-6-17-1,12 43-16-15,4 18 33 0,13 12-1 16,0 3-20-16,-6-2 2 15,-2-3-13-15,-5-13-16 16,-2-3-11-16,-2-6-4 16,0-5-2-16,6-7-44 15,4-2-147-15,11-11-138 16,5-14-334-16</inkml:trace>
  <inkml:trace contextRef="#ctx0" brushRef="#br0" timeOffset="26607.27">9404 6342 1086 0,'0'0'7'16,"0"0"55"-16,0 0 68 15,0 0-86-15,0 0 10 16,0 0-29-16,-95-118-16 15,95 97-5-15,16 2-4 16,7 5-3-16,8 5 0 0,-2 7 1 16,4 2-2-16,1 0 3 15,1 25 2-15,-4 15 3 16,-4 8-1-16,-10 8-3 16,-9 5 2-16,-8-2-2 15,0 4 1-15,-18-5-1 16,-9-8 1-16,-7-8 2 15,-1-10-1-15,1-9 5 16,5-10 12-16,7-4 2 31,7-5 3-31,3-4-7 0,8 1 5 16,4-1-3-16,0 0-9 16,0 0-9-16,18 0 1 15,24-12-1-15,17-6-1 16,17-2-7-16,19-4-71 15,11-4-62-15,15 2-82 16,4-4-101-16,-3 0-53 16</inkml:trace>
  <inkml:trace contextRef="#ctx0" brushRef="#br0" timeOffset="26954.84">10109 5993 153 0,'0'0'434'0,"0"0"-379"15,0 0 132-15,0 0 2 16,0 0-68-16,0 0-4 0,-11 2-72 15,11 63 1-15,0 28 62 16,0 14-40-16,4 3-11 16,10 1 2-16,1-7-27 15,-1-8-10-15,-3-5-8 16,0-11-10-16,1-4-4 16,-4-12-2-16,-1-9-29 15,-3-14-72-15,-2-11-85 16,-2-7-47-16,0-17-153 15</inkml:trace>
  <inkml:trace contextRef="#ctx0" brushRef="#br0" timeOffset="27191.45">9988 6886 957 0,'0'0'57'0,"0"0"-52"15,0 0 73-15,-15 120-27 16,15-84 15-16,15-4 3 15,10-6-12-15,3-4 4 16,9-8-23-16,8-8-18 16,-1-6-8-16,8-4 8 0,-1-28-2 15,2-13 7 1,1-6 2-16,-5-13-21 0,-3-9-6 16,-8-7-24-16,-5-11-123 15,-17-12-180-15</inkml:trace>
  <inkml:trace contextRef="#ctx0" brushRef="#br0" timeOffset="27584.56">9775 4411 1142 0,'0'0'7'15,"0"0"50"-15,0 0 96 16,0 0-60-16,0 0-48 15,0 0-21-15,-16 23-13 0,16 32 17 16,5 16 18-16,6-1-31 16,-2-8-5-16,-7-7-5 15,-2-10-2-15,0-9-3 16,0-5 0-16,0-5-25 16,7-4-115-16,7-11-118 15,5-8-195-15</inkml:trace>
  <inkml:trace contextRef="#ctx0" brushRef="#br0" timeOffset="28008.53">9898 4467 866 0,'0'0'18'0,"0"0"68"15,0 0 17-15,0 0-43 16,28-121-33-16,15 100-4 15,3 9-10-15,-3 10-3 16,-7 2-5-16,-11 12-3 16,-15 22 2-16,-10 12 3 15,0 7-7-15,-10 1 7 16,-15-7-4-16,0-6 3 0,0-7-3 16,6-6 2-16,3-10-3 15,9-6-2-15,5-8 0 16,2-2 0-16,0 0 0 15,5 0 0-15,21 1 3 16,8 1-2-16,8 3 1 16,5 7-2-16,-1 9 0 15,-1 6 2-15,-9 5 3 16,-9 3 3-16,-16-6 2 16,-11-3 8-16,0-3 16 0,-25-3 19 15,-17 0-19 1,-12-3-17-1,-4-4-14-15,1-5-3 0,1-8-8 0,7-2-102 16,5 0-82-16,3 0-232 16</inkml:trace>
  <inkml:trace contextRef="#ctx0" brushRef="#br0" timeOffset="28606.59">10027 8758 1122 0,'0'0'124'0,"0"0"-7"16,0 0 82-16,0 0-98 16,0 0-40-16,0 0-11 15,-51 91-2-15,51-27-12 16,0 2-23-16,0 5-8 16,0-5-4-1,0-4-1 1,0-6-33-16,0-14-29 15,0-12-51-15,0-12-99 0,0-12-115 16,0-6-259-16</inkml:trace>
  <inkml:trace contextRef="#ctx0" brushRef="#br0" timeOffset="28998.9">10200 8891 1061 0,'0'0'7'15,"0"0"13"-15,0 0 27 16,0 0-36-16,0 0-8 0,0 0 3 16,-21 4 2-16,19 20-5 15,2 4 3-15,0-4-1 16,0-2-2-16,17-2-3 15,5-5 0-15,1 0 3 16,3-5 5-16,-1 0 11 16,4 2 7-16,-3 5-6 15,-3-2 8-15,-6 6 18 16,-5 1 15-16,-8 0 14 16,-4-2-16-16,0 1-3 0,-8 0-6 15,-15-1-28-15,-6-4-15 16,0-2-7-16,-2-5-12 15,0-9-60-15,0 0-51 16,6-27-109-16,2-15-185 16</inkml:trace>
  <inkml:trace contextRef="#ctx0" brushRef="#br0" timeOffset="29171.94">10192 8831 1091 0,'0'0'28'16,"0"0"113"-16,0 0-38 0,0 0-28 16,0 0 25-16,124-138-44 15,-66 83-34-15,3 1-22 16,-1 0-17-16,-6 2-165 16,-10-4-152-16</inkml:trace>
  <inkml:trace contextRef="#ctx0" brushRef="#br0" timeOffset="31575.31">9853 4672 5 0,'0'0'772'0,"0"0"-768"16,0 0 103 0,-71-124-12-16,71 90-62 15,0 2 19-15,6 7-30 0,17 4 2 16,6 8 18-16,0 11-17 16,2 2 5-16,3 14 11 15,-1 29 25-15,-2 13-14 16,-4 10-17-16,-11 1-21 15,-1 4-8-15,-11-3 1 16,-4-6-3 0,0-7-2-16,0-7-1 0,-6-12 7 15,-10-8 1-15,-2-6 9 16,3-8 2-16,2-4 0 0,5-6-11 16,6-3-1-16,2-1 4 15,0 0 4-15,0 0-3 16,6 0 0-1,24-17-4-15,10-10 0 0,11-6-3 16,7-5-4-16,4-4 3 16,8-6-1-16,1-1-1 15,-4 5-3-15,-9 4-1 16,-12 8-1-16,-9 8-20 16,-15 5-93-16,-9 6-72 31,-13 1-92-31,0 4-271 15</inkml:trace>
  <inkml:trace contextRef="#ctx0" brushRef="#br0" timeOffset="32033.1">9929 4523 285 0,'0'0'515'0,"0"0"-493"16,0 0 103-16,0 0-80 16,0 0-4-16,34-106 24 0,-11 90-5 15,6 4 4-15,0 9-15 16,-4 3-24-16,4 15-6 16,-4 32 2-16,-3 12-1 15,-7 16-11-15,-8 4-5 16,-7 4-3-16,0-3-1 15,-4-3 1-15,-21-11 0 16,-6-10 3-16,0-14-2 16,2-15 3-16,7-8 6 15,8-8 6-15,10-11 5 16,4 0-3-16,0 0 3 16,0 0 4-16,13-9-12 0,21-15-1 15,14-10-6-15,17-10-6 16,9-10-1-16,10-6 0 15,3-5 0-15,7 1 1 16,-5 5-1-16,0 4-6 16,-10 15-76-16,-15 16-114 15,-16 13-84-15,-21 11-371 16</inkml:trace>
  <inkml:trace contextRef="#ctx0" brushRef="#br0" timeOffset="32739.66">10256 6811 979 0,'0'0'22'16,"0"0"48"-16,0 0 37 15,0 0-69-15,0 0 23 16,102-102 3-16,-54 78-13 16,1-2-22-16,-5 3-17 15,-4 4-8-15,-5 5-4 16,-10 2-3-16,-7 6-37 0,-9 2-102 15,-9-4-118-15,0 0-363 16</inkml:trace>
  <inkml:trace contextRef="#ctx0" brushRef="#br0" timeOffset="32961.68">10443 6403 880 0,'0'0'14'15,"0"0"44"-15,0 0 111 16,0 0-32-16,-19 132-4 16,19-68-26-16,0 4-10 0,0 0-44 15,11 0-21-15,-1-2-20 16,4-5-5-16,-1-5-7 16,3-10-11-16,4-8-63 15,4-8-101-15,6-16-127 16,3-14-287-16</inkml:trace>
  <inkml:trace contextRef="#ctx0" brushRef="#br0" timeOffset="33383.74">10898 6350 1004 0,'0'0'42'0,"0"0"-32"0,0 0 63 15,-6-116 9-15,32 99-46 16,0 11-2-16,3 6-3 16,-4 0 6-16,-5 27-2 15,-7 13-16-15,-10 10 0 16,-3 3-2-16,-7-3-15 16,-20-6 1-16,-3-8-2 15,2-8 2-15,11-14-3 16,5-6 1-16,10-8-1 0,2 0-3 15,0 0-16-15,25 0 1 16,18-4 16-16,5-5 0 16,6 6 0-16,-3 3 2 15,-4 0 2-15,-5 12 1 16,-6 10 8-16,-14 0 25 16,-15 2 16-16,-7-4 1 15,-20 7-8-15,-30 3-27 16,-16-1-11-16,-21 3-7 15,-9-3-50-15,-6-5-29 16,0-8-111-16,3-16-141 16</inkml:trace>
  <inkml:trace contextRef="#ctx0" brushRef="#br0" timeOffset="34313.25">8955 13552 1130 0,'0'0'0'16,"0"0"0"-16,0 0 58 15,160-67-2-15,-60 31-9 16,19 2 24-16,5 2-8 16,-5 4-29-16,-15 7-22 15,-21 8-12-15,-21 3-1 16,-17 4-53-16,-16-1-90 16,-11 0-89-16,-14-7-202 15</inkml:trace>
  <inkml:trace contextRef="#ctx0" brushRef="#br0" timeOffset="34533.56">9612 12873 1154 0,'0'0'1'16,"0"0"31"-16,0 0 67 16,0 0-53-16,-58 113 35 15,58-43 6-15,0 8-30 16,0 6-3-16,4 3-33 15,10 1-14-15,4 0-7 0,2-5 0 16,3-14-32-16,6-8-87 16,10-19-101-16,13-20-61 15,6-22-417-15</inkml:trace>
  <inkml:trace contextRef="#ctx0" brushRef="#br0" timeOffset="35004.17">10214 13311 1003 0,'0'0'5'0,"0"0"-5"16,-49-125 65-16,49 78-12 0,0-1-26 16,8 4 54-16,29 3-26 15,9 9-15-15,6 10 2 16,-4 16-21-16,-5 6-9 15,-7 24-2-15,-10 24-5 16,-8 12 6-16,-11 2-11 16,-7 5 3-16,-2-3-3 15,-21-7 1-15,-3-2 0 16,1-11 0-16,2-12-1 16,6-6 2-16,5-12-2 0,8-10 0 15,4-2-2 1,0-2-15-16,4 0-8 0,23-2 24 15,10-10 1-15,7 2 0 16,5 10 1-16,6 0-1 16,3 12 2-16,-11 20-1 15,-9 2-1-15,-18 4 7 16,-20 1 3-16,0-3 26 16,-40 1 0-16,-13 0 1 15,-15-7 0-15,-1-4-3 16,-2-8-7-16,-1-8-9 15,4-10-2-15,5 0-6 16,7-18-10-16,14-22-39 0,18-14-58 16,19-17-125-16,5-7-139 15</inkml:trace>
  <inkml:trace contextRef="#ctx0" brushRef="#br0" timeOffset="35710.71">12384 13112 1154 0,'0'0'20'0,"0"0"-16"16,0 0 88-16,-138-58-55 16,82 58-12-16,-6 10 19 15,2 17 27-15,6 15-47 16,12 8 5-16,17 7-12 16,15 4-9-16,10-3-7 15,4-6 2-15,27-5-1 16,11-12-2-16,12-12-6 15,2-6 1 1,4-15-6-16,2-2-12 0,-6-4 3 0,-10-13 7 16,-10 0-23-16,-16 5-5 15,-15 2 19-15,-5 4 22 16,-3 3 13-16,-26 3 4 16,-10 5-11-16,-9 27 4 15,4 14-4-15,-3 13 22 16,9 2-1-16,9 2-13 15,11-5 10-15,12-4-7 16,6-9-4-16,4-7-7 16,24-11-1-16,12-9-3 15,6-12 0-15,8-6-2 0,8-1-5 16,9-24-39 0,3-9-31-16,-1-7-46 0,-6-10-34 15,-16-9-144-15,-17-19-297 16</inkml:trace>
  <inkml:trace contextRef="#ctx0" brushRef="#br0" timeOffset="35967.46">12409 12787 1031 0,'0'0'3'15,"0"0"21"-15,0 0 74 0,0 0-60 16,-78 139 64-16,66-43 27 15,2 21-24-15,3 16-24 16,0 20-21-16,-2 9-24 16,-3 4-13-16,1-9-12 15,1-15-11-15,3-11 0 16,7-21-2-16,0-17-24 16,13-20-36-16,25-20-69 15,18-26-127-15,13-27-208 16</inkml:trace>
  <inkml:trace contextRef="#ctx0" brushRef="#br0" timeOffset="36322.94">13861 13514 948 0,'0'0'60'15,"0"0"-54"-15,0 0 33 16,0 0-6-16,0 0 8 15,0 0 46-15,81 11-21 16,-31-11 9-16,11 0-22 16,6 0-15-16,6 0-8 15,-1-11-12 1,-1-1-16-16,-14-1-2 0,-12 1-3 16,-11 0-54-16,-12-2-92 15,-9-2-148-15,-13-3-152 16</inkml:trace>
  <inkml:trace contextRef="#ctx0" brushRef="#br0" timeOffset="36568.21">14175 13212 1004 0,'0'0'30'16,"0"0"-24"-16,0 0 116 15,0 0-14-15,0 0-55 16,-13 104 87-16,13-25-42 15,0 5-13 1,0 6-31-16,0-7-22 0,0-3-20 0,9-6-9 16,7-8-3-16,5-5-28 15,6-14-71-15,14-12-95 16,8-20-97-16,9-15-289 16</inkml:trace>
  <inkml:trace contextRef="#ctx0" brushRef="#br0" timeOffset="37044.82">15029 13278 742 0,'0'0'6'0,"0"0"25"15,0 0 120-15,-143-75-31 16,112 49-38-16,7-3-4 15,10 3-23-15,12 0-4 16,2 2-34-16,12 4-13 16,25 1-4-16,14 4-2 15,7 9 2 1,2 6-1-16,0 0 2 0,-2 24-1 31,-6 16 0-31,-9 14 8 0,-15 14 10 0,-14 14-3 31,-14 10-2-31,0 2 1 0,-23-1 2 16,-18-8-8-16,-5-11 4 16,-5-8-3-16,-2-6 2 15,1-13 3-15,10-10 7 16,6-13 1-16,16-12-2 16,11-5-1-16,9-7-10 15,0 0-7-15,25 0-1 16,19 0 6-16,19 0-5 15,14-7-2-15,11 0-1 16,7-2-2-16,7 1-11 16,6 7-3-16,6-2 10 0,3 1 2 15,1 2 3 1,-2 0-85-16,-13 0-38 0,-19 0-196 16,-30 0-488-16</inkml:trace>
  <inkml:trace contextRef="#ctx0" brushRef="#br0" timeOffset="38427.68">11698 9990 995 0,'0'0'0'0,"0"0"26"16,0 0 122-16,0 0-29 15,0 0-46-15,0 0-9 16,-31-36-22-16,29 54-28 16,-1 30-14-16,-3 16 27 15,1 8 1-15,0-2-15 16,1-12-9-16,0-8-1 0,-1-13 0 16,3-15-2-1,0-8-1-15,2-9-1 0,0-4-3 16,0-1 2-16,0 0-3 15,0-4-5-15,0-30 4 16,0-16-9-16,0-13 8 16,0-9 2-16,0 2-1 15,0 7-6-15,-4 13 4 16,-2 19 8-16,2 14 1 16,2 12 4-16,2 5 0 15,-2 0 11-15,2 0-7 0,-2 0-9 16,2 34-2-1,-2 22 2-15,2 14 12 0,0 6-3 16,0-4-6-16,0-9-3 16,0-3 2-16,0-4-2 15,0-6-10-15,0 1-86 16,4-6-113-16,10-4-74 16,1-16-397-16</inkml:trace>
  <inkml:trace contextRef="#ctx0" brushRef="#br0" timeOffset="40927.97">12076 9938 779 0,'0'0'9'0,"0"0"89"0,0 0 25 16,0 0-66-16,0 0-27 16,0 0 8-16,-116-31-7 15,76 62 2-15,1 13 6 16,1 12 3-16,3 10-8 16,10 5-7-16,7 1 9 15,13-2-16-15,5-5-1 16,7 0-5-16,24-6-8 15,7-12-2-15,5-8 1 16,1-12-2-16,5-9-3 16,0-9 2-16,0-9-4 15,3 0 3-15,-11-22-2 0,-3-9-2 16,-11 0 1-16,-11-2 0 16,-9 1 2-16,-7 0 0 15,0 2 9-15,-19 2-1 16,-14 6-4-16,-9 11 2 15,-5 8-5-15,-4 3-1 16,4 14-1-16,3 16-1 16,5 8-8-1,8 6-62-15,5 9-31 0,8 4-47 16,3 2-134-16,1-7-225 16</inkml:trace>
  <inkml:trace contextRef="#ctx0" brushRef="#br0" timeOffset="42420.6">11611 11876 1005 0,'0'0'9'0,"0"0"77"15,0 0 12 1,0 0-44-16,0 0 15 0,0 0 13 16,0 0-29-16,-31 17-25 15,35 52 24-15,10 15-12 16,-1-1-14-16,-7 2-16 15,-4-5-6-15,-2-4-3 16,0-6 1-16,0-9-1 16,-6-11-1-16,-3-12-29 15,3-8-55-15,-2-10-66 16,4-8-41-16,2-10-66 16,-7-2-124-16</inkml:trace>
  <inkml:trace contextRef="#ctx0" brushRef="#br0" timeOffset="42656.04">11395 12446 176 0,'0'0'566'16,"0"0"-517"-16,0 0 71 15,0 0-45-15,0 0-48 16,0 0 31-16,-36 58 15 16,45-23-17-16,11-3 1 15,1 0-20-15,2-7-2 16,0-2-15-16,0-8-1 15,-4-4-5-15,1-9 3 16,1-2-2-16,6 0 3 0,6-21-5 16,5-10-13-16,6-5-19 15,3-11-85-15,1-4-101 16,-3-2-346-16</inkml:trace>
  <inkml:trace contextRef="#ctx0" brushRef="#br0" timeOffset="43047.93">10532 12052 967 0,'0'0'7'15,"0"0"23"-15,0 0 70 0,0 0-47 16,0 0-4-16,0 0 12 15,30-19 12-15,8 2 2 16,11 0-37-16,-1 3-29 16,-5 1-9-16,-3 3-6 15,-5 6-54-15,-4-1-56 16,-6 3-53-16,-9 2-116 16,-7-6-271-16</inkml:trace>
  <inkml:trace contextRef="#ctx0" brushRef="#br0" timeOffset="43284.68">10720 11807 989 0,'0'0'8'0,"0"0"100"16,0 0-6-16,0 0-39 16,0 0 45-16,0 0-5 15,-5 32-46-15,14 30 3 16,7 16-12-16,-1 2-36 15,-3-7-11-15,-6-8-1 16,1 0 0-16,-2-15-12 16,6-8-50-16,8-12-62 15,10-16-93-15,12-14-86 0,8-8-444 16</inkml:trace>
  <inkml:trace contextRef="#ctx0" brushRef="#br0" timeOffset="43849.3">11085 11821 111 0,'0'0'798'16,"0"0"-795"-16,0 0 104 16,0 0-40-16,0 0-23 15,0 0-6-15,-22-100 0 0,22 82-7 16,9-1-22-16,17 2-7 15,6 0 0-15,6 4-2 16,-3 2 4-16,-1 5 1 16,-8 4 17-16,-5 2-16 15,-8 0 7-15,-2 16 6 16,-7 12 19-16,-1 6-16 16,-3 9-10-16,0 2-6 15,-14 4-2-15,-6-4 0 16,0-7 0-16,0-7 0 15,5-9 0-15,0-10-3 0,12-6-1 16,-2-2 1-16,5-4 4 16,0 0-3-16,0 0-2 15,0 0-8-15,15-10-1 16,12-6 9-16,7 0 4 16,4 0-4-16,0 5 0 15,-3 10 0-15,1 1 2 16,-7 12-1-16,-2 21 0 15,-12 7 7-15,-8 3-1 16,-7-5-1-16,0-3 9 16,-31-4 6-16,-12-2 9 15,-5-3-7-15,-12-6-8 0,-3-4-4 16,1-10 2 0,4-6-4-16,6 0-7 0,12-18-2 15,9-11-46-15,11-2-87 16,11-4-161-16,9 4-663 15</inkml:trace>
  <inkml:trace contextRef="#ctx0" brushRef="#br0" timeOffset="46284.74">12205 12651 1009 0,'0'0'7'0,"0"0"43"16,0 0 56-16,0 0-28 16,0 0-36-16,0 0 22 15,-133-98 13-15,98 98-37 16,3 0-3-16,1 19-26 16,2 16-6-16,4 5 5 15,8 2-4-15,5 2-1 16,12-4 0-16,0 1-1 0,14-5 5 15,20-7-6-15,10 0-1 16,10-9-1-16,1-2 3 16,6-2-2-16,-9-2-2 15,-6 4 0-15,-13-2 0 16,-13 0 2-16,-11-1 0 16,-9-2-1-16,0 3 11 15,-27 3 9 1,-11-2-10-16,-13-1-4 0,-7-5 0 15,-2-10-5-15,-3-1 2 16,7 0-3-16,6-26-1 16,7-10-25-16,9-10-83 15,3-8-138-15,8-9-239 0</inkml:trace>
  <inkml:trace contextRef="#ctx0" brushRef="#br0" timeOffset="47765.07">1687 7510 657 0,'0'0'15'0,"-174"0"57"15,107 0 49-15,12 3 19 16,17 6-71-16,15-6 10 16,15 0-21-16,8-3-23 15,0 1-20-15,24 5-14 16,43 1 8-16,45-6 33 15,52-1 7-15,46-10-15 16,46-21-6-16,41-10-8 16,27-5-1-16,35-4 9 15,20-2 4-15,11-4-8 16,-3-1-15-16,-17 4-5 16,-26 0 8-16,-42 8-1 0,-47 5 3 15,-48 5-8-15,-54 7-5 16,-45 10-1-16,-44 6 0 15,-33 7-1-15,-26 5-28 16,-5 0-49-16,-42 0-97 16,-34 15-78-16,-24 3-291 15</inkml:trace>
  <inkml:trace contextRef="#ctx0" brushRef="#br0" timeOffset="48466.21">1616 9994 821 0,'-114'12'98'15,"20"0"-96"-15,28 2 25 16,19-6 52-16,24-5-7 16,19-3-11-16,4 0-14 15,54 0-17-15,46-13-20 16,70-7 30-16,54-10 1 16,57-14 11-16,45-12-2 0,14-11-20 15,22-7-15-15,0 3-6 16,4 2-3-16,-5 5-4 15,-12 10 2-15,-12 5 11 16,-20 10-9-16,-30 6 2 16,-35 10-1-16,-41 2-1 15,-46 5-4 1,-45 3 1-16,-41 0-3 0,-34 5-11 16,-24 2-35-16,-21 2-31 15,0-2-61-15,-37-8-117 16,-23-6-533-16</inkml:trace>
  <inkml:trace contextRef="#ctx0" brushRef="#br0" timeOffset="49526.95">13304 10351 57 0,'0'0'27'16,"0"0"42"-16,0 0-31 15,0 0-24-15,0 0-8 16,0 0 6 0,0 0-11-16,-46 64-1 0,41-64-180 15</inkml:trace>
  <inkml:trace contextRef="#ctx0" brushRef="#br0" timeOffset="50124.59">13304 10351 670 0,'9'-67'59'0,"-9"67"-25"16,0 0 104-16,-17 0-71 16,-8 3-6-16,-6 3 21 15,0 2-24 1,-3-4 3-16,3-2-17 0,4-2-17 15,2 0-2-15,8 0-1 16,3 0 6-16,10 0-5 16,2-10 2-16,0-5-3 0,2 0-8 15,0-5-5-15,0-1-9 16,15 2-2 0,9 0 0-1,1 6 0-15,2 9 0 16,2 4-1-16,0 0 1 15,4 23-4-15,1 15 4 16,-1 9 2-16,-6 3-2 16,-7 0 0-16,-11 0 1 15,-9 4 1-15,-2 0 3 16,-27-1 5-16,-7-7-7 0,-7-6 2 16,1-10-4-1,0-6 1-15,6-10 3 0,5-7-4 16,7-7 2-16,6 0 2 15,3-1 1-15,3-19-2 16,2-4-2-16,9 0 4 16,1 1-2-16,0 4-3 15,0 1 3-15,4 5-1 16,12 5 3-16,2 4-2 16,6 4 0-16,5 0-1 15,5 15 0-15,3 6-2 16,5 5-2-16,1-1-3 0,2-3-23 15,2-4-91 1,3-10-108-16,0-8-65 0,-6 0-278 16</inkml:trace>
  <inkml:trace contextRef="#ctx0" brushRef="#br0" timeOffset="50344.91">13568 10182 993 0,'0'0'4'0,"0"0"65"16,0 0 94-16,0 0-64 0,0 0 3 16,0 0-43-16,-25-39-36 15,25 71-11-15,0 14 2 16,2 9-1-16,11 6-6 16,1 3-6-16,-5 3-1 15,-3 2-34-15,-4 7-110 16,-2 3-80-16,0-5-111 15,0-6-340-15</inkml:trace>
  <inkml:trace contextRef="#ctx0" brushRef="#br0" timeOffset="50878.55">13476 12086 687 0,'0'0'276'0,"0"0"-233"16,0 0 102-16,0 0-35 0,0 0-33 15,0 0 35 1,-47-89-42-16,47 89-27 0,0 0-21 16,0 12-10-16,6 26-4 15,17 15 19-15,2 9-4 16,-5 4-6-16,-7 0-11 16,-2 0-1-16,-4-5-3 15,0-5-2-15,-3-6 0 16,-2-6-2-16,0-6-29 15,0-4-94-15,-2-5-70 16,3-4-24-16,-1-8-96 16,-2-10-147-16</inkml:trace>
  <inkml:trace contextRef="#ctx0" brushRef="#br0" timeOffset="51114.95">13460 12643 621 0,'0'0'160'0,"0"0"43"16,0 0-58-16,0 0-65 15,0 0-38-15,0 0-8 16,-13-21 0-16,15 32 21 16,16 9 1-16,2-1-31 15,0 0-15-15,0-5-4 16,-6-5 0-16,-4-7-1 16,2-2 2-16,3 0 4 0,6-8-5 15,2-21-6-15,9-13 0 16,-3-11-65-16,0-9-65 15,-7-3-119 1,-8 2-412-16</inkml:trace>
  <inkml:trace contextRef="#ctx0" brushRef="#br0" timeOffset="51445.15">12644 12306 1148 0,'0'0'17'0,"0"0"117"16,0 0-77-16,0 0-39 0,0 0 25 16,0 0-15-16,101-98-19 15,-69 86-9 1,7 3-6-16,-3 0-45 0,0 3-95 16,-7-2-76-16,-5 2-103 15</inkml:trace>
  <inkml:trace contextRef="#ctx0" brushRef="#br0" timeOffset="51649.35">12824 11981 996 0,'0'0'14'0,"0"0"52"16,0 0 82 0,0 0-86-16,0 0-19 0,0 0 41 15,0 0 10-15,-29 148-43 16,29-97-21-16,0 3-12 15,6 1-18 1,9-7-1-16,3-7-33 0,-3-7-80 16,8-6-80-16,-3-10-53 15,0-12-183-15</inkml:trace>
  <inkml:trace contextRef="#ctx0" brushRef="#br0" timeOffset="52011.32">13024 12146 375 0,'0'0'614'16,"0"0"-612"-16,0 0 47 16,0 0-33-16,0 0-13 15,-27-118 23-15,27 99 3 16,18 3 17-16,7 6 8 16,-2 6-28-1,4 4-9-15,0 6-7 0,-4 25-2 16,-8 12 0-16,-3 4-2 15,-10-1-3-15,-2-2 7 0,0 1 3 16,-12-2 6 0,-7-3 0-16,-8-8 0 0,2-5-8 15,2-6-4 1,6-7-1-16,5-4 5 0,8-5-2 16,4-5 4-16,0 0 4 15,0 0-10-15,18-9-6 16,26-19 3-16,17-10-4 15,11-12-3-15,5-5-59 16,-4-4-97-16,-3-3-297 16</inkml:trace>
  <inkml:trace contextRef="#ctx0" brushRef="#br0" timeOffset="53142.59">13144 12947 837 0,'0'0'1'0,"0"0"17"16,0 0 32-16,0 0-26 0,0 0 31 15,-126 44 21 1,109-44 2-16,0-5-4 0,5-15-30 16,2 1-17-16,7 4-23 15,3-1 3-15,0 0-4 16,0 2-2-16,0 0-1 16,13 0 1-16,7 3 1 15,5 5 3-15,8 6 5 16,3 0 5-16,2 6-5 15,-1 19 0-15,-6 5-3 16,-2 4 2-16,-6 6 0 16,-9 2-1-16,-8 4-1 0,-6 4-2 15,0-2-3-15,0 1-2 16,-18-9 1-16,-3-7 0 16,-2-2 1-16,0-12-1 15,5-1 0-15,3-9 0 16,-1-5 3-16,3-4 1 15,0 0 3-15,-1-13-2 16,3-6-5-16,0-3-1 16,6 4 0-16,3 3 0 15,2 6 1-15,0 5 1 16,0 1-1-16,0 3 2 0,5 0 4 16,17 0 14-16,5 7 2 15,4 15 5-15,2 2-14 16,-1 2-10-16,-3-3-2 15,-2-4 2-15,-1-5-4 16,-1-6-13-16,3-4-52 16,3-4-75-16,4 0-143 15,-4-22-407-15</inkml:trace>
  <inkml:trace contextRef="#ctx0" brushRef="#br0" timeOffset="53630.12">13456 12994 1015 0,'0'0'11'15,"0"0"-7"-15,0 0 66 16,0 0-52-16,0 0 30 16,-52-118 16-16,64 94-25 15,15 0-11-15,6 4-4 16,-2 5-1-16,-4 13-9 15,-5 2-9-15,-6 11 1 16,-5 23 8-16,-7 8-2 0,-2 3-3 16,-2 4 4-16,0-5-7 15,0-6-2-15,-8-6 0 16,-3-8-1-16,1-10-3 16,1-4 1-16,7-8 0 15,0 1-1-15,2-3 0 16,0 0 0-16,0 0-7 15,18 0 7-15,11-12 1 16,6-1-1-16,6-1 2 16,-1 8-2-16,0 6 2 15,-6 0-1-15,-13 2 3 0,-12 20 4 16,-9 1 10-16,0 8 15 16,-28 1 1-16,-15 0-18 15,-8 3-10-15,-5-5-6 16,-4-4 0-16,0-8 0 15,4-11-17-15,8-7-63 16,7 0-96-16,8-27-114 16,5-18-454-16</inkml:trace>
  <inkml:trace contextRef="#ctx0" brushRef="#br0" timeOffset="56316.62">1451 9760 128 0,'0'0'934'16,"0"0"-934"-16,-60 114 13 15,60-108 15-15,0-6-2 16,9-8 23-16,25-35 28 16,18-30 11-16,27-36-12 15,30-33-37-15,33-31-19 16,14-17 7-16,16-21-4 16,3-3-1-16,0 7-3 15,-1 10-5-15,-14 25 0 16,-25 34-9-16,-27 32-4 15,-42 39-1-15,-30 36 0 0,-24 18 1 16,-12 13-1-16,0 0-2 16,-23 32-45-16,-14 17-40 15,-11 11-68-15,0 1 13 16,9 0-14-16,4-5-99 16,-1-4-247-16</inkml:trace>
  <inkml:trace contextRef="#ctx0" brushRef="#br0" timeOffset="56771.82">1471 9668 778 0,'0'0'55'0,"0"0"-54"16,0 0 62-16,0 0 49 15,0 0-37-15,0 0-16 16,-16-57 7-16,70-39-7 16,29-37-16-16,35-29 4 15,24-26-6-15,21-23-3 16,15-6-13-16,7 1 0 16,-1 11 4-16,-7 23-7 15,-23 28-15-15,-34 37 2 16,-39 37-3-16,-38 37-5 15,-24 26 0-15,-19 17-1 0,0 0-1 16,-23 23-56-16,-16 24-83 16,-13 15-14-16,-2 10-5 15,4 2-100-15,-2-1-237 16</inkml:trace>
  <inkml:trace contextRef="#ctx0" brushRef="#br0" timeOffset="57118.78">1475 9490 869 0,'0'0'1'0,"0"0"-1"15,0 0 39-15,0 0 22 16,0 0 8-16,172-168 22 16,-56 47-12-16,22-17-20 15,14-22-16-15,10-12-2 0,3-3 11 16,-2 5-11 0,-19 23-19-16,-28 30-11 0,-37 27-9 15,-33 37-2-15,-28 23-11 16,-18 17-49-16,0 13-77 15,-18 0-119-15,-15 5-143 16</inkml:trace>
  <inkml:trace contextRef="#ctx0" brushRef="#br0" timeOffset="57777.75">1417 6256 905 0,'0'0'15'0,"0"0"-15"15,0 0 85-15,0 0 7 16,0 0-59-16,0 0 8 15,135-60 4-15,27 14-23 16,46-7-10-16,48 3-5 16,31 9-6-16,24 2 1 15,28 7-1-15,18 4 0 16,17 0 5 0,7 4-4-16,-4-3 0 0,-21-3 6 0,-30 1-4 15,-41-6 6 1,-44-4-2-1,-54 1-4-15,-63 9-4 0,-53 14 0 0,-44 6-1 16,-27 9-14-16,-42 0-30 16,-41 23-129-16,-25 7-119 15,-18 4-456-15</inkml:trace>
</inkml:ink>
</file>

<file path=ppt/ink/ink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5.68611" units="1/deg"/>
          <inkml:channelProperty channel="T" name="resolution" value="1" units="1/dev"/>
        </inkml:channelProperties>
      </inkml:inkSource>
      <inkml:timestamp xml:id="ts0" timeString="2023-09-16T13:18:36.953"/>
    </inkml:context>
    <inkml:brush xml:id="br0">
      <inkml:brushProperty name="width" value="0.05292" units="cm"/>
      <inkml:brushProperty name="height" value="0.05292" units="cm"/>
      <inkml:brushProperty name="color" value="#FF0000"/>
    </inkml:brush>
  </inkml:definitions>
  <inkml:trace contextRef="#ctx0" brushRef="#br0">8677 5711 1008 0,'0'0'17'0,"0"0"-14"16,0 0 126-1,0 0-36-15,0 0-16 0,0 0-12 16,0 0-25-16,-9-72-25 16,1 118-9-16,-2 22 4 0,-3 13 9 15,-1-4-5-15,-1-4 3 16,3-10-2-16,1-8-5 16,5-9-8-1,4-10-1-15,2-4-1 0,0-8-1 16,15-4-18-16,12-10-197 15,6-10-59-15,-4-6-209 16</inkml:trace>
  <inkml:trace contextRef="#ctx0" brushRef="#br0" timeOffset="409.19">9033 5745 641 0,'0'0'415'16,"0"0"-414"-16,0 0 61 15,0 0-33-15,-123 41-17 16,64 1 28-16,1 2-19 16,6 3-11-1,5 1-9-15,5-1 0 0,9-7-1 16,6-6-6-16,10-8-55 16,5-10-51-16,5-6-64 15,7-8-6-15,0-2-7 16,0 0 34-16,0-8 15 0,0-7 140 15,-4 5 13 1,2-3 147-16,2 5-19 0,0 4 12 16,0 2-14-16,0 2-45 15,2 0-44-15,21 2 33 16,8 18 17-16,4 6-29 16,3 8-17-16,2 5-14 15,-5 0-24-15,8 3-8 16,-3 1-4-1,2-3-4 1,10 0 0-16,3-8-7 0,10-6-92 16,-1-14-161-16,-6-12-387 15</inkml:trace>
  <inkml:trace contextRef="#ctx0" brushRef="#br0" timeOffset="738.67">9506 5975 1018 0,'0'0'8'16,"0"0"-6"0,0 0 61-16,0 0-16 0,0 0 47 15,0 0-26-15,-31-64-9 16,31 64-24-16,0 0-25 15,0 18-10-15,0 19 9 16,2 8 4-16,2 8-6 16,-3-1 5-16,-1-4 2 15,0-1 12-15,0-4-12 16,0-3 0-16,3-7-8 16,-1-6-6-16,3-4 0 15,4-8 0-15,4 2-8 0,10-5-81 16,8-8-193-16,7-4-149 15</inkml:trace>
  <inkml:trace contextRef="#ctx0" brushRef="#br0" timeOffset="1036.83">10098 5911 1015 0,'0'0'7'16,"0"0"99"-16,0 0 3 16,0 0-36-16,0 0-1 0,0 0-38 15,-46-42-32-15,46 80-2 16,6 14 18-16,5 5 10 16,0 0 0-16,-6-2-12 15,-1-1-4-15,-4-4-4 16,0-6-2-16,0-4-5 15,0-6 0-15,0-6-1 16,0-6-5-16,-6-5-42 16,-8-9-192-16,-3-8-52 15,-8-7-396-15</inkml:trace>
  <inkml:trace contextRef="#ctx0" brushRef="#br0" timeOffset="1210.2">9749 6029 987 0,'0'0'5'16,"0"0"30"-16,0 0 66 16,0 0-68-16,0 0-4 15,0 0-10-15,180-100-9 16,-100 99-10-16,5 1-8 16,-6 0-148-16,-7 11-225 15</inkml:trace>
  <inkml:trace contextRef="#ctx0" brushRef="#br0" timeOffset="1509.01">10765 6057 721 0,'0'0'11'16,"0"0"49"-16,0 0 117 15,0 0-79-15,-127-65-48 16,106 61 19-16,3 4-24 15,1 0-33-15,1 4-9 0,-5 21-2 16,4 12 2-16,-1 6 1 16,1 8 0-16,10 4 13 15,5-2 1-15,2-3 7 16,0-3-1-16,13-6-8 16,16-6-8-16,9-10-3 15,11-11-5-15,11-7-3 16,13-7-76-16,10 0-88 15,4-16-125-15,-5-16-300 16</inkml:trace>
  <inkml:trace contextRef="#ctx0" brushRef="#br0" timeOffset="1728.75">11164 5988 1028 0,'0'0'7'15,"0"0"13"-15,0 0 74 16,0 0-27-16,0 0-3 15,0 0-35-15,-72 18-5 16,72 32 23-16,0 11-14 16,0 0-21-16,9 1-7 15,2-5-2-15,-2-7-3 16,-3-6-1-16,4-3-4 16,-6-5-29-16,0-6-195 0,3-13-188 15</inkml:trace>
  <inkml:trace contextRef="#ctx0" brushRef="#br0" timeOffset="2253.5">11509 6022 840 0,'0'0'5'0,"0"0"116"16,0 0 26-16,0 0-35 15,0 0 5-15,0 0-22 16,-58-70-34-16,55 70-32 16,3 21-27-16,0 22 5 15,0 10 7-15,0 8 13 16,0-5-7-16,7 2-13 0,-5-2-5 16,-2-2-2-16,0-4-3 15,0-7-3-15,-11-6-51 16,-9-10-194-16,-10-10-52 15,2-17-294-15</inkml:trace>
  <inkml:trace contextRef="#ctx0" brushRef="#br0" timeOffset="2405.67">11063 6291 908 0,'0'0'107'0,"0"0"-106"15,0 0 82 1,0 0-35-16,0 0-29 15,0 0-14-15,153-57-5 0,-80 49-5 16,10 2-73-16,-4-4-321 16</inkml:trace>
  <inkml:trace contextRef="#ctx0" brushRef="#br0" timeOffset="2657.23">11839 6046 1064 0,'0'0'3'0,"0"0"35"16,0 0 23-16,0 0 42 0,0 0-2 16,0 0-40-16,-48-40-43 15,48 72-8-15,0 12 19 16,0 8 8 0,0 0-20-16,0 0-2 0,-4-6-7 15,0-2-2-15,0-5-4 16,4-8-2-16,0-4 0 15,0-10-4-15,0 0-10 16,0-9-152-16,0-8-108 16,0 0-111-16</inkml:trace>
  <inkml:trace contextRef="#ctx0" brushRef="#br0" timeOffset="2862.25">11794 6028 874 0,'0'0'3'0,"0"0"87"32,0 0-20-32,0 0-17 15,0 0-10-15,0 0 2 16,104-62-29-16,-70 62-16 16,-3 7-2-16,-7 12-51 0,-4 3-83 15,-6-2-163 1,-9 0-166-16</inkml:trace>
  <inkml:trace contextRef="#ctx0" brushRef="#br0" timeOffset="3035.76">11767 6276 709 0,'0'0'23'16,"0"0"-1"-16,0 0 80 15,0 0-37-15,0 0 5 16,0 0 52-16,12 42-7 15,36-42-73-15,14 0-23 0,4 0-13 16,-3-9-6-16,-11-2 0 16,-17 7-70-16,-16 4-77 15,-17 0-199-15</inkml:trace>
  <inkml:trace contextRef="#ctx0" brushRef="#br0" timeOffset="3224.43">11825 6542 803 0,'0'0'2'0,"0"0"79"0,0 0 27 15,0 0 19-15,0 0-23 16,120 39-70-16,-55-39-34 16,4 0-19-16,5-10-192 15,-1-6-258-15</inkml:trace>
  <inkml:trace contextRef="#ctx0" brushRef="#br0" timeOffset="3460.03">12745 6029 962 0,'0'0'6'15,"0"0"130"-15,0 0-34 16,0 0-51-16,0 0-23 15,0 0-7-15,-16 61 70 16,28-5-38-16,-4 7-24 16,-6-4 6-16,-2 0-25 15,0-5-4-15,-2-8 0 16,-11-5-6-16,-5-2-4 16,3-7-31-16,1-10-242 15,10-16-290-15</inkml:trace>
  <inkml:trace contextRef="#ctx0" brushRef="#br0" timeOffset="3664.13">12770 6114 1012 0,'0'0'5'0,"0"0"10"15,0 0 85-15,0 0-21 16,0 0 44-16,133 133-32 15,-66-89-46-15,0-3-27 16,-2-3-17-16,-10-5-1 16,-10-7-32-16,-12-2-114 0,-10-9-69 15,-8-6-216-15</inkml:trace>
  <inkml:trace contextRef="#ctx0" brushRef="#br0" timeOffset="3899.49">13335 5979 966 0,'0'0'4'16,"0"0"76"-16,0 0 36 0,0 0-105 16,0 0-10-16,0 0 15 15,-13 109 19-15,13-51-4 16,0 5-21-16,0 0-10 15,0-1 0-15,-9-2-8 16,-17 0-98-16,-13-9-240 16</inkml:trace>
  <inkml:trace contextRef="#ctx0" brushRef="#br0" timeOffset="4811.26">8563 7453 1199 0,'0'0'7'0,"0"0"21"16,0 0 146-16,0 0-129 16,0 0-24-16,0 0-6 15,0 0 46-15,-44 151 10 0,42-85-52 16,2 2-12-1,0-2-5-15,-3-3-2 0,-4-5-2 16,-4-8-1 0,-5-6-15-16,5-10-130 0,1-12-116 15,3-18-162-15</inkml:trace>
  <inkml:trace contextRef="#ctx0" brushRef="#br0" timeOffset="4999.59">8454 7611 1131 0,'0'0'3'0,"0"0"30"16,0 0 81-16,0 0-73 0,0 0 2 15,0 0-12-15,67 33 37 16,-13 11-20-16,3 8-32 16,1-2-16-16,-7-2-3 15,1-4-41 1,-6-5-21-16,-1-10-55 0,-5-4-41 15,-7-14-84-15,-4-11-226 16</inkml:trace>
  <inkml:trace contextRef="#ctx0" brushRef="#br0" timeOffset="5234.74">8979 7510 843 0,'0'0'16'0,"0"0"175"16,0 0-81-16,0 0 25 15,0 0 4-15,0 0-72 16,-17-43-45-16,17 87-21 16,-2 17 11-16,-1 9-2 31,3-1-7-31,-2 0-1 0,0 0-4 0,2-5 2 16,-2-5-1-16,2-6-16 15,0-11-210-15,11-14-63 16,24-14-335-16</inkml:trace>
  <inkml:trace contextRef="#ctx0" brushRef="#br0" timeOffset="5470.81">9510 7590 1121 0,'0'0'1'15,"0"0"25"-15,0 0 38 16,0 0-28-16,0 0 13 16,156-7 5-16,-85 7-25 0,-9 0-22 15,-12 0-7-15,-17 0-18 16,-10 0-74-16,-15 3-39 16,-8 3-63-16,0-1-79 31,-18-2-213-31</inkml:trace>
  <inkml:trace contextRef="#ctx0" brushRef="#br0" timeOffset="5831.76">9735 7582 681 0,'0'0'34'0,"0"0"143"16,0 0-88-16,0 0-51 0,0 0 10 15,0 0-24-15,-5 31 23 16,5 6 26-16,0 9-32 15,0 2-14-15,0 5 1 16,0-1 0-16,0-2-13 16,0-2-5-16,0-2-1 15,0-7 0-15,0-4-5 16,0-9-1-16,0-10 1 16,0-6-4-16,0-5 0 15,0-5 0-15,0 0 2 16,0 0 3-16,0 0 4 15,-4 0 6-15,-21-6 4 0,-10-13-13 16,-7-1-6-16,-3 0 1 16,1 4-1-16,-1 4 0 15,5 5-2-15,4 2-2 16,7 5-4-16,7 0-34 16,11 0-118-16,11 0-88 15,0 5-479-15</inkml:trace>
  <inkml:trace contextRef="#ctx0" brushRef="#br0" timeOffset="6359.52">10179 7700 1029 0,'0'0'3'0,"0"0"80"16,0 0 1-16,0 0-25 15,0 0 10-15,0 0-38 16,-2-14-31-16,2 14-2 16,-4 24-3-16,4 10 5 0,-4 8 1 15,2 2 3-15,2 3-3 16,0 3 2-16,0-5 8 15,2 0-4-15,16-5 5 16,5-9-5-16,4 0-6 16,1-9 4-16,1-2-4 15,4-7 0-15,-2-6 1 16,2-5 1-16,-2-2-1 16,-3 0-1-16,-1-8 6 15,-1-14 3-15,-1-7 0 16,0-10 5-16,-6-8 3 15,-3-6-7-15,-7-1-4 16,-7 4 6-16,-2 5 10 0,0 9 1 16,0 6 8-16,-13 7-4 15,-7 4-13-15,-1 2-9 16,0 6-1-16,3 3-5 16,5 2-4-16,1 6-6 15,8 0-24-15,-1 0-119 16,5 8-156-16,0 5-189 15</inkml:trace>
  <inkml:trace contextRef="#ctx0" brushRef="#br0" timeOffset="6660.34">10856 7730 1067 0,'0'0'5'0,"0"0"94"16,0 0 20-16,0 0-23 15,0 0-15-15,0 0-39 16,-14-30-13-16,14 58-2 0,0 16 22 16,4 8-21-16,-1 6-8 15,-3-5-12-15,0-3-2 16,0-6-5-16,0-6-1 15,0-6-3-15,0-7-1 16,2-6-69-16,5-3-127 16,2-6-78-16,-3-10-154 15</inkml:trace>
  <inkml:trace contextRef="#ctx0" brushRef="#br0" timeOffset="6916.66">10798 7761 1007 0,'0'0'0'0,"0"0"0"16,0 0 25-16,0 0-20 16,160-71 8-16,-95 71 8 15,-1 6 11-15,-1 24 12 16,-7 12-1-16,-17 6-4 16,-14 3-17-16,-21 0-6 15,-4-4 0-15,-11-1-6 16,-20-8 4-16,-8-5 5 15,-11-2 11-15,-4-9-16 16,-4-4-6-16,-3-3-7 0,4-9-1 16,2-5-3-16,10-1-120 15,14 0-260-15</inkml:trace>
  <inkml:trace contextRef="#ctx0" brushRef="#br0" timeOffset="7466.89">11609 7780 1005 0,'0'0'28'16,"0"0"-19"-16,0 0 125 15,0 0-52-15,0 0-4 16,0 0 12-16,24-84-40 16,-24 84-25-16,0 11-16 15,0 25 0 1,0 11 15-16,0 7-15 0,0 1 1 16,0-7-4-16,-2-7-3 15,-2-5 4-15,4-13-5 0,0-7-1 16,0-8 1-16,0-5 1 15,0-3-2-15,0 0 5 16,0-3 4-16,0-32 1 16,0-13-11-16,0-13 0 15,4-6-4-15,-2 10 1 16,1 10-2-16,-3 15 3 16,2 15 2-16,-2 10 2 15,0 6-1-15,0 1 2 16,0 0-1-16,0 1-2 0,0 31-8 31,0 12 8-31,0 8 9 0,0-3 5 0,0-4 0 16,0-6-8-16,0-3-1 15,0-7-5-15,2-2-1 16,9-1-23-16,5 0-105 16,-1-7-140-16,3-8-303 15</inkml:trace>
  <inkml:trace contextRef="#ctx0" brushRef="#br0" timeOffset="7761.72">12153 7764 1095 0,'0'0'1'0,"0"0"81"16,0 0 71-16,0 0-71 15,0 0-25-15,0 0-45 16,-13 0-3-16,16 42 20 16,2 10-11-16,-2 4-6 15,-3-2-9 1,0-5 8-16,0-7-11 0,0-4 2 16,0-9 0-16,0-4-2 15,0-1-3-15,-6-6-42 0,4-2-184 16,2-7-90-16,0-9-452 15</inkml:trace>
  <inkml:trace contextRef="#ctx0" brushRef="#br0" timeOffset="7953.33">12095 7778 201 0,'0'0'813'16,"0"0"-806"-16,0 0 111 15,0 0-35 1,0 0-37-16,50-104 1 0,-3 93-31 0,3 8-8 16,-2 3-8-16,-7 0-1 15,-10 0-21-15,-7 10-42 16,-6 8-87-16,-7 4-114 16,-9 2-97-16</inkml:trace>
  <inkml:trace contextRef="#ctx0" brushRef="#br0" timeOffset="8141.6">12240 8063 744 0,'0'0'5'0,"0"0"120"0,0 0 27 16,0 0-77 0,0 0 44-16,0 0-32 0,28 22-45 15,17-22-31-15,15 0-11 16,11 0-44-16,8-11-133 15,0-12-152-15</inkml:trace>
  <inkml:trace contextRef="#ctx0" brushRef="#br0" timeOffset="8424.48">13167 7646 908 0,'0'0'11'16,"0"0"160"-1,0 0-46-15,0 0-55 16,0 0-20-16,0 0-26 16,-6 54 49-16,9-4-23 15,-3 4 5-15,0 0-2 16,0 2-9-16,0-5-11 15,0-5-13-15,0-4-15 16,0-7-4-16,3-4-1 0,3-9 0 16,0-2-27-16,1-6-130 15,3-6-155-15,0-8-124 16</inkml:trace>
  <inkml:trace contextRef="#ctx0" brushRef="#br0" timeOffset="8802.01">13565 7656 921 0,'0'0'12'0,"0"0"114"16,0 0 44-16,0 0-156 16,0 0-11-16,0 0 1 0,-98 47-2 15,60-16 1-15,2-1-3 16,-1 0 0-16,-1-6 0 15,9-6 0-15,4-4 0 16,11-6 0-16,8-3-1 16,6-1-1-16,0-1 0 15,0 8 2-15,18 2 5 16,9 6 6-16,2 3 1 16,7 4 10-16,-5 1 16 15,0 4 15-15,0-3 8 0,-2-1-30 16,5-2 29-16,1 1-20 15,1-6-16-15,-1-2-5 16,-2-6-12-16,-4-4-7 16,-8-2-12-16,-10-2-121 15,-11-4-200-15,0 0-343 16</inkml:trace>
  <inkml:trace contextRef="#ctx0" brushRef="#br0" timeOffset="11676.84">8904 5293 945 0,'0'0'24'16,"0"0"-22"-16,0 0 36 15,-119-64-6-15,59 64 14 16,-13 10-24-16,-4 30 20 0,-8 19 6 16,0 19-16-16,4 17-12 15,4 21-5-15,8 12 3 16,7 12 19-16,10 7 6 16,12-1-1-16,13-2-19 15,19-4-13-15,8-9-4 16,19-11-3-16,35-15 3 15,19-20 1-15,18-20-1 16,12-23 5-16,8-22-1 16,5-18-8-16,0-2-1 15,3-31 0-15,-2-21 2 0,-3-19-2 16,-7-15 0-16,-13-13 1 16,-23-12-2-16,-20-13-1 15,-21-16-1-15,-24-15 1 16,-6-11 0-16,-36-5-5 15,-29 12-2-15,-21 16 2 16,-15 29 3-16,-6 34 0 16,-2 33-11-16,2 30-17 15,7 17-73-15,7 34-76 16,14 15-173-16</inkml:trace>
  <inkml:trace contextRef="#ctx0" brushRef="#br0" timeOffset="12603.16">13868 7091 963 0,'0'0'10'0,"0"0"-6"16,-132-42 87-1,68 42-13-15,-9 4-10 0,-8 35-34 16,1 26 2-16,0 20 2 16,1 18 15-16,11 13-24 15,10 9 3-15,9 7 1 16,11 6-11-16,12 0-2 15,10-3-3-15,16-11 1 0,0-9-8 16,24-13-3-16,25-14-2 16,15-15 3-16,17-16-5 15,15-19-1-15,13-20-1 16,9-15-1-16,5-3 2 16,2-26 2-16,-3-19-2 15,-4-14 2-15,-9-24-1 16,-13-19-1-16,-13-18-1 15,-12-23 4-15,-16-11 1 16,-17-8-2-16,-27-7 3 16,-11 7-2-16,-42 12-3 15,-35 16-4-15,-20 20-3 16,-20 24-7-16,-13 17-4 0,-6 15-27 16,-5 11-75-16,8 7-118 15,11 6 1-15,26 4-643 16</inkml:trace>
  <inkml:trace contextRef="#ctx0" brushRef="#br0" timeOffset="13185.69">13554 5367 824 0,'0'0'10'16,"0"0"-4"-16,0 0 62 0,-140-82-5 15,84 79-20 1,-9 3 8-16,-9 6 16 0,-1 28-31 16,-6 14-14-16,2 12 7 15,0 14-7-15,0 17-9 16,-6 14-5-16,0 18 1 16,4 13-1-16,16 2-4 15,22 3-2-15,20-7-2 16,19-8 3-16,4-9 0 15,22-15 2-15,22-13 0 0,16-17 10 16,17-16 10 0,7-16-7-16,15-15-8 0,7-15-3 15,15-10-3-15,14-6-3 16,8-31 2-16,0-19 2 16,-10-20 5-1,-17-23 16-15,-22-13 11 0,-23-10-13 16,-26-9-1-16,-31-3 2 15,-14-5-2-15,-26-1-22 16,-34 6-2-16,-17 9-3 16,-22 24-2-16,-14 22-23 15,-21 31-126-15,-15 32-63 16,-5 16-212-16</inkml:trace>
  <inkml:trace contextRef="#ctx0" brushRef="#br0" timeOffset="14033.76">9093 6861 1052 0,'0'0'16'0,"0"0"-16"16,-129-100 71-16,69 86-42 15,-13 12-8-15,-12 2 36 16,-11 39-25-16,-6 29 9 16,-4 26-24-1,6 24-2-15,7 18-3 0,8 15 3 16,10 1 3-16,17 1 1 16,12-10 2-16,25-7 8 15,19-8 1-15,2-10-13 0,31-11-1 16,20-13-8-16,18-14 1 15,13-14-1 1,12-14-7 0,15-19 7-16,14-20-5 15,2-13 0-15,6-22-2 16,-7-33 9-16,-5-20-4 16,-10-13 1-16,-19-15-4 15,-17-15 0-15,-27-21 0 16,-23-19-2-16,-23-20 3 15,-3-6-4-15,-48 7-4 0,-27 15-37 16,-27 31-18 0,-22 43-65-16,-17 43-38 0,-15 36-278 15</inkml:trace>
  <inkml:trace contextRef="#ctx0" brushRef="#br0" timeOffset="16476.58">15249 10365 1314 0,'0'0'16'0,"0"0"-16"16,0 0 146-16,-44-111-35 0,42 104-19 15,2 4-24 1,-2 3-34-16,-5 7-14 0,0 45-15 15,-4 26 3-15,2 15 25 16,4-2-20-16,5-12-8 16,0-10-2-16,0-8-1 15,0-11-4-15,14-8-4 16,3-8-21-16,6-8-79 16,7-8-111-16,12-16-97 15,4-2-64-15</inkml:trace>
  <inkml:trace contextRef="#ctx0" brushRef="#br0" timeOffset="16656.36">15608 10582 1073 0,'0'0'89'15,"0"0"75"-15,0 0-6 16,0 0-121-16,0 0-22 16,0 0-8-16,-89 71 8 15,49-24-2-15,5 2-11 16,4-2-2-16,1 3-3 15,10-6-23-15,4-8-184 16,10-8-30-16,6-11-145 16</inkml:trace>
  <inkml:trace contextRef="#ctx0" brushRef="#br0" timeOffset="17049.12">15444 10850 865 0,'0'0'131'15,"0"0"-6"-15,0 0 16 16,135-36-64-16,-85 36-27 15,-2 14-26-15,-1 9-11 16,0 10-12-16,-2 0-1 16,-1 3-1-16,-2-5-15 15,-6-3-87-15,-5-8-27 16,-7-8-10-16,-8-8-67 16,-9-4 65-16,-7-7 64 15,0-23 26-15,0-13 52 0,-18-13 2 16,0-10 84-1,2-16-26-15,3-13-22 0,9-9 2 32,4 2-3-32,0 13 22 0,0 22 48 0,0 22 45 15,0 23-26-15,0 14 6 16,0 7-31-16,0 1-44 16,0 3-38-16,0 38-13 15,0 22 13-15,0 23 43 16,2 5-23-1,7 1-23 1,5-3-16-16,-4-7 0 16,6-9-1-16,0-7-3 0,4-12-71 15,5-13-151-15,-2-14-155 16,6-15-522-16</inkml:trace>
  <inkml:trace contextRef="#ctx0" brushRef="#br0" timeOffset="17300.38">16421 10405 1166 0,'0'0'1'0,"0"0"15"0,0 0 91 16,0 0-6 0,0 0-8-16,0 0-27 0,-21-92-41 15,21 120-15-15,0 28-8 16,2 22 33-16,6 9-11 15,-2 0-16-15,1-10-8 16,-1-10 0-16,-6-10 1 16,0-11-1-16,0-10-12 15,0-10-44-15,0-8-132 16,2-13-80-16,2-5-174 16</inkml:trace>
  <inkml:trace contextRef="#ctx0" brushRef="#br0" timeOffset="17504.48">16281 10368 1173 0,'0'0'5'0,"0"0"4"15,0 0 95-15,0 0-82 16,0 0 5-16,163-77 34 16,-90 57-11-16,-1 6-21 15,-6 4-18-15,-12 7-11 16,-18 3-28-16,-17 5-97 15,-19 20-63-15,0 8-25 16,-33 5-236-16</inkml:trace>
  <inkml:trace contextRef="#ctx0" brushRef="#br0" timeOffset="17709.04">16400 10680 808 0,'0'0'32'15,"0"0"82"-15,0 0 27 16,0 0-4-16,0 0-33 15,0 0-7-15,162 76-35 16,-93-76-25-16,0-16-12 16,-9 0-12-16,-15 1-13 15,-16 6 0-15,-14 5-59 16,-9 2-102-16,-6 2-77 0,0 0-150 16,-15 12-89-16</inkml:trace>
  <inkml:trace contextRef="#ctx0" brushRef="#br0" timeOffset="17866.84">16500 11073 486 0,'0'0'292'0,"0"0"-241"15,0 0 81-15,0 0 30 16,0 0-54-16,116 64-53 16,-45-70-19-16,18-16-5 0,7 2-25 15,4 2-6-15,-7 6-1 16,-6 0-158-1,-16-7-156-15,-15-10-207 0</inkml:trace>
  <inkml:trace contextRef="#ctx0" brushRef="#br0" timeOffset="18228">17364 10282 1044 0,'0'0'6'0,"0"0"79"16,0 0 34-16,0 0-67 0,0 0-3 15,0 0-25-15,-19 29-5 16,15 34 100-16,0 8-83 16,4 5 9-16,0-1-19 15,0-8-10-15,0-6-13 16,-4-13 4-16,4-8-6 16,-2-8 1-16,2-10-1 15,0-6-1-15,0-4 1 16,0-2 0-16,22-2 6 15,9-2-1-15,9-3-2 16,6-3-4-16,10 0 2 16,2 0-5-16,9 0 6 15,11 0-2-15,2 0 0 0,5 0-1 16,-9 0-19-16,-8 0-96 16,-9 0-124-16,-10-15-36 15,-9-9-472-15</inkml:trace>
  <inkml:trace contextRef="#ctx0" brushRef="#br0" timeOffset="18480.04">18552 10293 1038 0,'0'0'12'15,"0"0"88"-15,0 0 14 0,0 0-34 16,-137-44-11-16,104 53-26 15,0 27 3-15,6 17-17 16,4 12-8 0,10 8-5-16,9 1 0 0,4-4-3 15,0-7-3-15,4-9-7 16,21-7-1-16,6-10-2 16,11-7 0-16,8-9-34 15,8-9-188-15,4-11-78 16,-2-1-297-16</inkml:trace>
  <inkml:trace contextRef="#ctx0" brushRef="#br0" timeOffset="18873.41">19010 10468 1069 0,'0'0'5'0,"0"0"58"15,0 0 51 1,0 0-58-16,0 0 26 0,0 0-25 15,-96-71-27-15,88 89-9 16,1 24-9-16,1 14 4 0,6 9-7 16,0 1-7-16,0-3-1 15,0-2-1-15,0-9-1 16,2-8 1 0,15-8 0-16,6-8 2 0,6-7-3 15,6-12 2-15,3-5 0 16,9-4 0-16,4-1-1 15,5-26 1-15,-3-8 1 16,-5-13 3-16,-11-7 7 16,-12-11 5-16,-16-8 10 0,-9-4 8 15,-3 1-20-15,-30 11 3 16,-10 13 11-16,-1 18-13 16,-3 12-14-16,5 8-2 15,4 11-7-15,5 4-18 16,0 8-105-16,1 20-166 15,8 6-363-15</inkml:trace>
  <inkml:trace contextRef="#ctx0" brushRef="#br0" timeOffset="19187.79">19711 10375 1238 0,'0'0'10'0,"0"0"58"16,0 0 102-16,0 0-135 16,0 0-3-16,0 0 0 15,-14 54 48 1,14 2-8-16,0 2-32 0,0-4-26 0,0-2-11 15,2-7-2-15,0-3-2 16,0-8-2-16,-2-3-23 16,0-4-110-16,0-6-97 15,0-12-72-15,-4-9-130 16</inkml:trace>
  <inkml:trace contextRef="#ctx0" brushRef="#br0" timeOffset="19376.93">19623 10449 1054 0,'0'0'20'16,"0"0"71"-16,0 0 18 16,0 0-52-16,0 0 2 15,151 4 12-15,-97 32-20 0,4 6-11 16,4 5-27-16,-1 1-11 16,-3-6-2-16,-8-4-49 15,-7-4-137-15,-5-10-68 16,-5-8-155-16</inkml:trace>
  <inkml:trace contextRef="#ctx0" brushRef="#br0" timeOffset="19567.14">20485 10403 1029 0,'0'0'14'0,"0"0"121"16,0 0 0-16,0 0-82 15,0 0-17-15,-127 10-14 16,83 32 0-16,1 9-14 16,8 5-4-16,3 0-4 15,8 0-2-15,4-2-17 16,6-8-178-16,10-13-131 16,4-14-409-16</inkml:trace>
  <inkml:trace contextRef="#ctx0" brushRef="#br0" timeOffset="19803.93">20539 10369 970 0,'0'0'9'16,"0"0"119"-16,0 0 23 16,0 0-76-16,0 0-9 15,0 0-27-15,2 6-18 0,-2 40 59 16,2 12-22-16,0 2-31 15,0 1-8-15,-2-8-13 16,0 0-6-16,0-6-1 16,0-1-6-16,0-6-52 15,-17-9-188-15,-6-5-214 16</inkml:trace>
  <inkml:trace contextRef="#ctx0" brushRef="#br0" timeOffset="20844.66">20875 10276 677 0,'0'0'296'0,"0"0"-255"16,0 0 145 0,0 0-42-16,0 0-33 0,0 0-54 15,-2-51-34-15,-2 91-7 16,-3 21 63-16,2 18-22 15,5 5-23-15,0 2-3 16,0-5-21-16,0-9-3 16,0-7-6-16,0-9-1 15,0-11-2 1,0-8 0-16,-4-7-1 0,-5-10-36 0,3-7-123 16,1-8-132-16,2-5-134 15</inkml:trace>
  <inkml:trace contextRef="#ctx0" brushRef="#br0" timeOffset="21083.46">20878 10315 1032 0,'0'0'5'16,"0"0"106"-1,0 0 7-15,0 0-54 0,0 0-13 16,0 0 12-1,113-14-10-15,-57 14-14 0,7 0-19 16,-3 0-6-16,-3 0-9 16,-14 2-5-16,-12 6-2 15,-8 2-29-15,-17 6-76 16,-6 8-71-16,0 4-42 16,-12 7-281-16</inkml:trace>
  <inkml:trace contextRef="#ctx0" brushRef="#br0" timeOffset="21316.24">20880 10790 681 0,'0'0'350'0,"0"0"-337"16,0 0 117-16,0 0-5 15,0 0 22-15,0 0-58 16,71 4-39-16,-18-4-5 15,8 0-12-15,3 0-24 16,-2-1-4-16,-3-2-4 16,-14 3-1-16,-20 0-25 0,-11 0-64 15,-14 0-119 1,-4 16-33-16,-35 8-36 0,-13 4-502 16</inkml:trace>
  <inkml:trace contextRef="#ctx0" brushRef="#br0" timeOffset="21506.3">20830 11101 685 0,'0'0'39'16,"0"0"196"-16,0 0-25 15,0 0-95-15,150 38-30 16,-78-38 5-16,5 0-15 0,6 0-7 16,2 0-14-16,-8-8-23 15,-6-2-13-15,-11 0-12 16,-21 4-6-16,-15 0-14 15,-17-2-94-15,-7-5-199 16,-14-6-249-16</inkml:trace>
</inkml:ink>
</file>

<file path=ppt/ink/ink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5.68611" units="1/deg"/>
          <inkml:channelProperty channel="T" name="resolution" value="1" units="1/dev"/>
        </inkml:channelProperties>
      </inkml:inkSource>
      <inkml:timestamp xml:id="ts0" timeString="2023-09-16T13:19:19.491"/>
    </inkml:context>
    <inkml:brush xml:id="br0">
      <inkml:brushProperty name="width" value="0.05292" units="cm"/>
      <inkml:brushProperty name="height" value="0.05292" units="cm"/>
      <inkml:brushProperty name="color" value="#FF0000"/>
    </inkml:brush>
  </inkml:definitions>
  <inkml:trace contextRef="#ctx0" brushRef="#br0">15282 12832 1234 0,'0'0'12'16,"0"0"135"-16,-33-124 17 16,29 111-87-16,0 9-7 15,1 4-18-15,3 0-25 16,-4 31-22-16,-6 50-2 16,4 30 6-16,2 21 13 15,4-1-14-15,0-14-4 16,0-12-4-16,8-17 0 15,4-14-3-15,3-17 3 0,3-13-23 16,5-10-54-16,3-18-122 16,-1-16-141-16,-7-13-232 15</inkml:trace>
  <inkml:trace contextRef="#ctx0" brushRef="#br0" timeOffset="204.12">15230 12852 1193 0,'0'0'18'0,"0"0"-18"16,0 0 79-16,0 0-19 15,0 0-30-15,0 0-14 16,158-109 14-16,-71 107-1 0,-1 2-21 16,-5 8-8-16,-10 16-8 15,-16 9-33-15,-15 0-148 16,-19 0-144-16,-21-5-372 15</inkml:trace>
  <inkml:trace contextRef="#ctx0" brushRef="#br0" timeOffset="378.24">15365 13327 748 0,'0'0'149'0,"0"0"-129"15,0 0 70 1,0 0-16-16,0 0-20 0,0 0-3 15,87 48-2-15,-22-48 2 16,8 0-7-16,1 0-33 16,-9-4-11-16,-17 4-11 15,-15 0-147-15,-21 0-307 16</inkml:trace>
  <inkml:trace contextRef="#ctx0" brushRef="#br0" timeOffset="581.98">15359 13846 604 0,'0'0'568'0,"0"0"-536"15,0 0 43-15,0 0 10 16,128 8 4-16,-44-8-21 16,11-10-33-16,3-4-12 15,-2 4-23-15,-5 8-8 16,-2 2-177-16,1-2-121 15</inkml:trace>
  <inkml:trace contextRef="#ctx0" brushRef="#br0" timeOffset="1650.06">21457 12715 173 0,'0'0'789'16,"0"0"-756"-16,0 0 86 16,0 0-64-16,0 0-24 15,0 0-1 1,-6-46 5-16,6 46-12 0,0 0-5 15,0 0-6-15,0 0-7 0,0 0 1 16,0 0-2-16,0 0-3 16,0 3-1-16,-6 28 1 15,0 18 13-15,-1 10 23 16,-1 12-3-16,1 6 9 16,0 8 0-16,5-1-18 15,2-1-5-15,0-10-13 16,0-10-3-16,0-9-2 15,0-14-2-15,0-4 0 16,0-10 0-16,0-4-15 0,0-6-86 16,0-10-159-1,0-6-119 1,0-14-410-16</inkml:trace>
  <inkml:trace contextRef="#ctx0" brushRef="#br0" timeOffset="1885.35">21762 13018 1069 0,'0'0'26'15,"0"0"103"-15,0 0-18 16,0 0-70-16,0 0-27 16,0 0 4-16,-80 112 66 0,33-39-46 15,2-1-17 1,1-2-20-16,3-4 0 0,6-6-1 15,-1-10-7-15,10-12-11 16,8-14-141-16,9-11-111 16,9-13-106-16,0 0-334 15</inkml:trace>
  <inkml:trace contextRef="#ctx0" brushRef="#br0" timeOffset="2089.41">21597 13133 994 0,'0'0'61'15,"0"0"80"-15,0 0-27 0,0 0-74 16,0 0-5-16,0 0 32 16,156 85-39-16,-109-34-3 15,-3 1-17-15,3 2-3 16,-5-7-5-16,-1-3-7 31,-5-7-3-31,-7-9-84 16,-2-7-109-16,-4-15-58 15,-2-6-224-15</inkml:trace>
  <inkml:trace contextRef="#ctx0" brushRef="#br0" timeOffset="2309">22128 12779 1029 0,'0'0'2'0,"0"0"74"16,0 0 60-16,0 0-48 15,0 0 7-15,0 0-35 16,-27-98-35-16,27 133-15 16,0 32-1-16,0 26 61 15,0 17-26-15,2 6-28 16,2-4-5-16,1-11-11 16,-1-13 5-16,-4-19-5 15,0-8-2-15,0-8-5 0,0-7-21 16,-2-10-180-16,-9-18-157 15</inkml:trace>
  <inkml:trace contextRef="#ctx0" brushRef="#br0" timeOffset="9636.67">9759 5382 1007 0,'0'0'11'15,"0"0"30"-15,0 0 145 16,0 0-75-16,-97-118-53 0,54 96 9 16,1 8-18-16,3 3 2 15,5 11-27-15,5 0-13 16,4 0-10-16,4 17-1 15,11 6-1-15,3 5-4 16,7 9 1-16,0 0-1 16,4-2 1-16,23-3-6 15,7-5-7-15,5-8-7 16,-1-5 4-16,-5-8 7 16,-1-6 0-16,-10 0 9 15,-1 0 4-15,-6-6 0 16,-4-10 5-16,-2-1 1 15,-5-6-1-15,1 4 2 0,-5 4 8 16,0 5 5-16,0 2 13 16,0 2-3-16,0 4 5 15,0 2-5-15,0 0-13 16,0 0 1-16,0 8-7 16,0 25-8-16,0 20 2 15,0 11 6-15,4 0-6 16,-4 1-5-16,0-4 0 15,0 6-3-15,2 3-22 16,3-2-58-16,6 1-76 0,2-7-67 16,3-12-123-16,2-16-468 15</inkml:trace>
  <inkml:trace contextRef="#ctx0" brushRef="#br0" timeOffset="11596.24">9527 6760 912 0,'0'0'21'0,"0"0"98"15,0 0 14-15,0 0-57 16,0 0 33-16,0 0-3 16,-28-71-39-16,25 71-20 15,1 0-16-15,2 0-11 0,-2 0-10 16,0 8-4-16,-1 24 5 15,1 14 0-15,-1 7 10 16,2 3-5-16,1 4-7 16,0-1 0-16,0-1-2 15,0-2 0-15,0-10-4 16,0-5 0-16,0-4-3 16,0-4-1-16,4-6-6 15,5-3-21-15,5-2-23 16,-1-6-44-16,1-4-61 15,-6-2-100-15,-8-9-107 16,0-1-236-16</inkml:trace>
  <inkml:trace contextRef="#ctx0" brushRef="#br0" timeOffset="11863.72">9414 7213 765 0,'0'0'4'16,"0"0"-4"-16,0 0 108 15,0 0 0-15,0 0 9 16,0 0 12-16,-11-36-55 16,11 36-28-16,0 0-29 15,0 11-5-15,0 19 2 16,16 9 26-16,-1 1-24 0,1-6-11 16,2-2-3-16,-4-9 1 15,3-4-1-15,0-9-1 16,5-6-1-16,10-4 0 15,8-4-8-15,7-22-54 16,4-12-73 0,0-10-128-16,-6-8-510 0</inkml:trace>
  <inkml:trace contextRef="#ctx0" brushRef="#br0" timeOffset="15547.27">9410 8547 979 0,'0'0'31'0,"0"0"66"0,0 0 82 16,-25-111-38-16,19 101-36 16,-2 8-7-16,4 2-23 15,2 0-28-15,2 14-29 16,-2 24-7-16,2 18-7 15,0 8-4-15,0-2 3 16,0-2-3-16,0-7-2 16,12-7-9-16,-2-8-38 15,5-8-55-15,1-6-73 16,2-12-70-16,0-8-78 16,-2-4-279-16</inkml:trace>
  <inkml:trace contextRef="#ctx0" brushRef="#br0" timeOffset="15917.78">9579 8604 808 0,'0'0'271'16,"0"0"-262"-16,0 0 65 15,0 0-11-15,0 0-1 16,-58-104 40-16,53 104-23 16,3 0-34-16,2 28-33 15,0 16-8-15,0 10-4 16,11 5-1-16,9-9 0 15,-1-4 1-15,2-8-4 0,0-10 2 16,3-7-3-16,-1-10-6 16,1-5-2-16,-2-6-3 31,2 0 8-31,0-3 5 0,-5-20 3 0,-3-7 0 16,-7-6 1-16,-9-6 2 15,0-2 6-15,-9-3 9 16,-20 1 10-16,-7 10-9 15,-4 8 12-15,-4 6 9 32,1 8-16-32,3 7-20 15,13 6-3-15,12 1-1 0,8 0-49 16,7 0-64 0,11-2-130-16,22-14-87 0</inkml:trace>
  <inkml:trace contextRef="#ctx0" brushRef="#br0" timeOffset="16939.59">10083 5398 1079 0,'0'0'8'16,"0"0"-8"-16,0 0 132 15,0 0-35-15,0 0-33 16,0 0-5-16,-101-87-17 0,134 52-38 16,10 2-1-16,4 13-3 15,-4 10 0-15,-10 10-1 16,-8 0-2-16,-15 18-1 15,-5 17 4-15,-5 13 3 16,0 10 1-16,-23 2 5 16,-8-2-5-16,0-7 6 15,2-10-7-15,5-6 7 16,4-11-2-16,9-8-2 16,6-9-4-16,5-4-1 15,0-3 1-15,0 0-2 16,0 1-5-16,20-1 5 0,7 0 3 15,10 0 1-15,1-1-4 16,7-19-3-16,-1-9-21 16,8-3-27-16,-4-6 3 15,0-4 9-15,-9 0-12 16,-10 0 30-16,-8 6 14 16,-8 4 7-16,-9 6 1 15,-4 5 7-15,0 7 19 16,0 3 31-16,0 5 14 15,-2 2-22-15,-2 4-13 0,-1 0-34 16,-3 24-3-16,-1 24 0 16,-1 14 0-1,10 6 1-15,0-6-1 0,0-6 0 16,17-7-1-16,2-11-3 16,-1-10-4-16,5-8 1 15,-6-12-4-15,-1-7 6 16,0-1 5-16,1-9 5 15,-4-23 0-15,-3-13 5 16,-8-5 0-16,-2-8 12 16,-4 0 3-16,-21 4-4 15,-2 6-6-15,3 12-3 16,1 10-12-16,1 13 0 0,2 13-35 16,0 16-79-1,-7 33-139-15,3 13-129 0</inkml:trace>
  <inkml:trace contextRef="#ctx0" brushRef="#br0" timeOffset="18288.97">17014 11493 1044 0,'0'0'6'15,"0"0"80"-15,0 0 35 16,0 0-72-16,0 0 50 16,0 0-16-16,0 0-19 15,-22-79-22-15,22 112-25 16,0 44-11-16,0 25 38 16,4 12-5-1,1-9-20-15,-3-13-10 0,-2-20-4 16,0-6-2-16,0-12 1 15,0-11-4-15,0-7-3 16,0-10-12-16,0-7-46 0,0-2-55 16,0-9-119-16,0-3 5 15,-7-5-128 1,-17 0-112-16</inkml:trace>
  <inkml:trace contextRef="#ctx0" brushRef="#br0" timeOffset="18525.66">16789 12136 794 0,'0'0'97'15,"0"0"76"-15,0 0-4 16,0 0-92-16,0 0 11 16,0 0-29-16,-20-45-22 15,20 51-23-15,0 29-9 0,18 11 26 16,4 10-8 0,3-4-9-16,0-5-9 0,-4-14-1 15,2-8-2-15,-1-8 0 16,2-11 1-16,10-6 2 15,8 0-2 1,12-27-3-16,6-13-1 0,0-5-3 16,-5-1-71-16,-5 10-82 15,-13 18-89-15,-12 18-114 16,-14 1-272-16</inkml:trace>
  <inkml:trace contextRef="#ctx0" brushRef="#br0" timeOffset="18855.84">16626 13244 1240 0,'0'0'7'15,"0"0"95"-15,0 0 33 16,0 0-39-16,0 0-33 16,0 0-5-16,-22-48-7 15,22 103-26 1,0 21 0 0,0 13-7-16,16-2-15 15,-1-13-1-15,1-11-4 16,-5-13 1-16,-3-10-17 15,-2-8-32-15,0-8-67 16,1-8-98-16,4-16-68 16,-2 0-235-16</inkml:trace>
  <inkml:trace contextRef="#ctx0" brushRef="#br0" timeOffset="19059.88">16584 13172 1188 0,'0'0'20'16,"0"0"63"-16,0 0-32 16,0 0-11-16,57-128 11 15,-20 106 0-15,1 6-31 0,-1 12-20 16,3 4-1 0,5 0-9-16,-3 10-105 15,-4 14-118-15,-14 0-111 0,-12 2-207 16</inkml:trace>
  <inkml:trace contextRef="#ctx0" brushRef="#br0" timeOffset="19232.97">16657 13523 813 0,'0'0'52'16,"0"0"79"-16,0 0-49 15,0 0 11-15,0 0-13 16,148 10-16-16,-75-32-14 0,5-4-31 15,0-1-19-15,-3-2-1 16,-1-3-121-16,-7-1-150 16,-2-12-310-16</inkml:trace>
  <inkml:trace contextRef="#ctx0" brushRef="#br0" timeOffset="19688.91">17836 11409 785 0,'0'0'3'16,"0"0"15"-16,0 0 21 15,0-120-28-15,0 102 39 16,2 6 58-16,0 6-23 16,-2 4 1-16,0 2-16 0,0 0-18 15,0 0-10 1,0 11-16-16,0 28-15 0,0 22 44 16,0 14 23-16,0 10-31 15,0 11 8-15,0 4-18 16,0 1-5-16,0-5-5 15,0-8-2-15,0-9-11 16,0-11-7-16,0-10-6 16,0-16 0-16,0-9-1 15,0-12-2-15,0-5-33 16,0-6-50-16,0-1-101 16,0-9-61-16,-4-2-41 15,-13-31-382-15</inkml:trace>
  <inkml:trace contextRef="#ctx0" brushRef="#br0" timeOffset="19892.87">17700 12086 945 0,'0'0'56'15,"0"0"7"-15,0 0-14 16,0 0-2-16,0 0-8 16,-20 128 5-16,20-92-12 15,10-2-1-15,11-6 7 16,6-7-16-16,9-7-10 15,7-11-5-15,7-3-1 16,2 0-3-16,1-24-2 0,0-11-1 16,-6-9-13-16,-2-7-80 15,-5-12-13-15,-4-6-90 16,-11-12-260-16</inkml:trace>
  <inkml:trace contextRef="#ctx0" brushRef="#br0" timeOffset="20693.55">17595 9662 1048 0,'0'0'7'16,"0"0"109"-16,0 0 10 15,0 0-29-15,0 0-44 16,0 0-10-16,-31-27-19 15,29 57-13-15,0 14 35 16,-1 10 15-16,1-2-38 16,2-2-5-16,0-2-14 15,-2-2-2-15,0 2-3 16,0-1 1-16,2-2 0 16,0-10-96-16,6-5-82 15,23-12-72-15,-1-18-109 16,2-6-436-16</inkml:trace>
  <inkml:trace contextRef="#ctx0" brushRef="#br0" timeOffset="21056.6">17669 9857 929 0,'0'0'10'16,"0"0"82"-16,0 0-20 16,0 0-61-16,34-101 2 15,-1 78-5-15,2 2 9 16,-6 8 14-16,-4 9-2 15,-10 4-19-15,-3 0-4 16,-5 30-5-16,-3 13 13 16,-4 10-2-1,0 6-1-15,-4-3-6 0,-15-8 7 0,0-8 10 16,-2-8 10-16,1-4-11 16,3-8-6-16,6-4 6 15,1-5-14-15,8-8-5 16,2-3 2-16,0 0 2 15,0 0 15-15,0 0 0 16,25 0-7-16,19-6 4 16,22-10-8-16,13-6-3 15,2 2-5-15,-6 1-2 16,-8 11-8-16,-7 8-69 0,-8 0-162 16,-6 13-219-16</inkml:trace>
  <inkml:trace contextRef="#ctx0" brushRef="#br0" timeOffset="22060.75">17636 12890 1232 0,'0'0'55'0,"0"0"78"0,0 0-26 16,0 0-56-16,0 0-4 0,0 0-7 15,-24 6-10-15,24 48 6 16,8 18 11-16,1 2-37 16,-2-4-5-16,-1-8-5 15,-3-3 1-15,-3-13 0 31,0-10-1-31,0-12 0 16,0-9-5-16,0-9-11 16,0-6-6-16,0 0 4 15,0-31 8-15,0-24-29 16,-3-16 0-16,-1-6 4 16,2 5 20-16,2 10-4 15,0 10 17-15,0 10 2 16,2 12 4-16,13 4-3 0,1 8 2 15,-3 8-1-15,3 3 1 16,2 7-1-16,0 0-2 16,9 18 5-16,4 19 4 15,2 11 10-15,1 6-10 16,-5 0 0-16,-5-2-1 16,-4-4-4-16,-2-4-2 15,-5-9-2-15,-1-9 1 16,-2-9-1-16,-3-10 1 15,-5-6 0-15,3-1 1 16,0-1-1-16,3-34 8 16,3-13-7-16,1-12-1 0,-1-7-1 15,-3 2 0-15,4 3-1 16,1 7-1-16,1 18 1 16,-3 11 1-16,2 12 0 15,-4 3 3-15,-2 9-3 16,1 2 0-16,1 0-1 15,7 31 2-15,7 19 26 16,-2 18 8-16,-3 10-6 16,-5 4-14-16,-7 1-1 15,-4 0-10-15,-2-5-1 0,0-7-3 16,0-11 0-16,0-10-3 16,0-12-24-16,0-11-39 15,0-9-46-15,0-10-65 16,0-8-89-16,-23-4-127 15</inkml:trace>
  <inkml:trace contextRef="#ctx0" brushRef="#br0" timeOffset="25736.2">1509 9260 1216 0,'0'0'3'0,"0"0"-3"15,-121 86 28-15,128-54 46 16,62 0-34-16,47-4 21 15,54-9-4-15,44-9-17 16,44-9-9-16,32-1 0 16,15 0 17-16,18-22-27 15,9-3-5-15,9-6 1 16,0 1-9-16,-13 0-7 16,-28 6-1-16,-35 11 3 0,-44 7 0 15,-54 6-3-15,-50 0-27 16,-49 7-27-16,-42 13-2 15,-26 6-40-15,-19 6-39 16,-48 4-20-16,-27-1-108 16,-22-7-105-16</inkml:trace>
  <inkml:trace contextRef="#ctx0" brushRef="#br0" timeOffset="26128.84">1914 10521 576 0,'0'0'529'0,"-177"69"-525"15,138-46-4-15,30-3 87 16,14 0-44-16,69-1 7 15,53-5 80-15,60-10-51 16,67-4-20-16,51-18-21 16,56-18-5-16,49-8-17 0,28-11-7 15,24-7-7-15,5-6 0 16,-10-2-2-16,-20 2 6 16,-32 10 12-16,-46 9-9 15,-53 13 3-15,-62 9-10 16,-61 6 2-16,-58 7-3 15,-54 6-1-15,-42 3-23 16,-29 5-51-16,-42 0-59 16,-38 0-95-16,-23 0-13 15,-8-7-175-15</inkml:trace>
  <inkml:trace contextRef="#ctx0" brushRef="#br0" timeOffset="27567.69">18507 11314 837 0,'0'0'19'0,"0"0"72"16,0 0 40-16,-38-107-25 15,36 95-27-15,2 6 9 16,0 4 16-16,0 2-48 16,0 0-24-16,0 16-14 15,11 37-8-15,14 24 58 16,1 22-14-16,1 3-31 15,-5-3-6-15,-7-6-2 16,-1-10-4-16,-5-11 4 16,-2-10-5-16,-5-6-4 15,0-9-4-15,3-7-3 0,-5-8 1 16,0-9-2-16,0-2-15 16,0-10-54-16,0-2-42 15,0-7-59-15,0-2-36 16,0-12-58-16,-16-19-394 15</inkml:trace>
  <inkml:trace contextRef="#ctx0" brushRef="#br0" timeOffset="27843.25">18436 12014 842 0,'0'0'76'0,"0"0"-1"0,0 0 11 15,0 0-45-15,0 0 53 16,0 0 6-16,15 148-33 16,7-98-19-16,3-6-14 15,6-9-14-15,1-6-2 16,0-9-10-16,4-14-3 16,0-6-2-16,9 0 6 15,1-26-7-15,-1-10 0 16,-1-8-2-16,-8-5-5 15,-11-1-74-15,-7 0-57 0,-7 2-62 16,-9 6-177-16</inkml:trace>
  <inkml:trace contextRef="#ctx0" brushRef="#br0" timeOffset="29051.51">18592 12859 1012 0,'0'0'30'16,"0"0"141"-16,0 0-50 16,0 0 3-16,0 0-30 15,0 0-21-15,-19-70-21 16,19 90-12-16,0 35-13 15,0 17 12-15,0 14-12 16,0-4-19-16,0-8-5 16,0-4 2-16,0-7-5 0,0-10-4 15,7-14 0-15,3-9-21 16,0-12-50-16,4-8-60 16,4-10-100-16,-5-3-98 15,-2-34-242-15</inkml:trace>
  <inkml:trace contextRef="#ctx0" brushRef="#br0" timeOffset="29350.02">18669 12753 55 0,'0'0'1141'0,"0"0"-1111"16,0 0 61-16,0 0 7 15,0 0-55-15,0 0-13 16,57-84-13-16,23 84 24 0,7 2-3 15,4 35 1-15,-9 13-26 16,-13 13-4-16,-16 10-9 16,-19 3 0-16,-14 1 4 15,-18-2 13-15,-2-7 9 16,-20-4 4-16,-24-3 7 16,-16-5-8-16,-9-5-20 15,-7-4-4-15,-6-5-1 16,3-10-4-16,6-11-17 0,13-14-37 15,15-7-78 1,7-12-131-16,11-22-209 0</inkml:trace>
  <inkml:trace contextRef="#ctx0" brushRef="#br0" timeOffset="32558.03">19427 11205 665 0,'0'0'46'16,"0"0"134"-16,0 0-53 15,0 0-45 1,0 0 42-16,0 0-17 0,0 0-8 16,-14-40-38-16,14 40-32 15,0 17-17-15,0 46-9 16,0 31 18-16,0 31 53 15,3 8-34-15,12-2-6 16,-2-6-19-16,1-14-3 16,-3-19-3-16,-3-15-4 0,-4-10-4 15,-4-11-1-15,2-6-3 16,-2-10-20-16,0-12-54 31,0-8-76-31,2-11-110 16,-2-9-117-16</inkml:trace>
  <inkml:trace contextRef="#ctx0" brushRef="#br0" timeOffset="33359.6">18991 9641 962 0,'0'0'18'15,"0"0"71"-15,0 0 11 16,0 0-8-16,0 0-19 16,0 0-4-16,-27-28-23 15,25 30-25-15,2 26-8 16,0 10 29-16,0 6-10 16,0-1-22-16,0-10-6 0,0-2-1 15,0-7-3-15,0-2 0 16,-3 0-5-16,3-4-45 15,-2 2-115-15,2-4-50 16,0-14-112-16,0-2-275 16</inkml:trace>
  <inkml:trace contextRef="#ctx0" brushRef="#br0" timeOffset="33783.99">19226 9613 1081 0,'0'0'28'0,"0"0"-28"16,0 0 79-16,0 0-45 0,0 0-31 16,0 0 4-16,-13-26 3 15,11 26-9-15,2 20 0 16,0 8 3-16,0 0-2 16,0-2 2-16,0-6-4 15,0-8 0-15,0-4 0 16,0-6 0-16,2-2 0 15,0 0 3-15,5 0 2 16,9 0-2-16,9 0 5 16,8 0-3-16,2 0-3 0,1 0-1 15,-7 8 0-15,-9 9 2 16,-7 2 1-16,-8 6 18 16,-5 3 14-16,0 1 23 15,-7 1-6-15,-20-1-10 16,-4-1-6-16,-4 0-15 15,1-4-12-15,5 0-8 16,7-7-2-16,11-5-5 16,7-7-48-16,4-5-115 15,0 0 7-15,4-17-29 16,13-36-100-16,1-15-219 16</inkml:trace>
  <inkml:trace contextRef="#ctx0" brushRef="#br0" timeOffset="34003.44">19231 9565 933 0,'0'0'20'0,"0"0"43"15,0 0 5-15,0 0-38 16,129-53 59-16,-60 31-8 16,-6 0 4-16,-7 3-30 15,-17 7-34-15,-12 1-16 16,-11 7 0-16,-9 3-5 15,-5 1-6-15,-2 0-16 16,0 11-116-16,-7 20-38 0,-24 7-99 16,-10-2-340-16</inkml:trace>
  <inkml:trace contextRef="#ctx0" brushRef="#br0" timeOffset="35637.4">19534 12953 671 0,'0'0'227'0,"0"0"-152"0,0 0 27 15,0 0-51 1,0 0 16-16,0 0-10 0,-20-57-26 16,20 52 20-16,0 5 9 15,0 0-19-15,0 0-2 16,0 0-7-16,0 21-8 15,0 23 26-15,2 16 37 16,7 13-56-16,2 4 1 16,-4 8-9-16,0 1 1 15,-1-4-10-15,1-10 0 16,2-10-10-16,0-10 1 16,-5-10-5-1,3-7 1-15,-5-15 0 0,0-10-1 16,-2-4 0-16,0-4 1 0,0-2-2 15,0 0 2-15,0-6-2 16,-9-24-4-16,-6-14-3 31,-1-13 2-31,5-11-3 0,2-10-7 0,7-2-5 16,-1 6 2-16,3 7 7 16,0 15-2-16,0 10 5 15,0 4 2-15,0 1 1 31,8 4-2-31,9-1-4 16,5 1 3-16,8 5 0 16,5 3 2-16,12 4 4 0,6 9 3 15,1 10 3-15,-2 2-3 16,-15 9 0-16,-6 20 0 16,-13 10 0-16,-7 3 4 15,-9 0 3-15,-2-2 1 16,-2-3 4-16,-27-1 1 15,-8-1-5-15,-13 0 0 16,-12-2-8-16,-7-3-9 0,0-7-64 16,4-10-55-1,10-13-94-15,8 0-71 0</inkml:trace>
  <inkml:trace contextRef="#ctx0" brushRef="#br0" timeOffset="36972.57">1275 8356 1184 0,'0'0'0'0,"0"0"0"0,-120 60 15 16,120-60 23-16,48-6-30 15,37-38-1-15,38-30 12 16,44-29 19-16,40-21 5 16,36-9-17-16,33 4-7 15,16 0-5-15,5 12 19 16,-10 15-4-16,-28 22-8 16,-50 20-8-16,-58 22-7 15,-62 16-6-15,-52 16-5 16,-37 6-6-16,-23 20-37 0,-41 22-88 15,-21 14-38-15,-15 5-173 16</inkml:trace>
  <inkml:trace contextRef="#ctx0" brushRef="#br0" timeOffset="48792.32">19331 12483 678 0,'0'0'54'16,"0"0"-15"-16,0 0 81 15,0 0-44-15,0 0 3 16,0 0-7-16,0 0 0 31,0-52 3-31,0 49 3 0,0 3-13 0,0 0-21 16,0 0-15-16,0 0-9 16,0 5-8-16,3 24-11 0,10 12 14 15,3 3 3-15,-3-2-16 16,0-10 0-16,-2-10-1 15,-2-7-1 1,3-12 2 0,3-3-1-16,9 0 3 15,14-22 3-15,9-20-5 16,9-12-2-16,1-8-60 16,4-9-132-16,-8-2-105 15,-3 4-470-15</inkml:trace>
  <inkml:trace contextRef="#ctx0" brushRef="#br0" timeOffset="49216.6">20637 11368 967 0,'0'0'0'0,"0"0"49"15,0 0 74-15,0 0-51 16,0 0 2-16,0 0 21 15,-25-35-23-15,21 35-27 16,-7 23-26-16,0 24-3 16,-1 22 28-16,4 13-9 15,3 7-7-15,-1 5 5 16,1 0-23-16,-2-9-1 16,5-10-3-16,0-10-4 15,2-12-2-15,0-3 0 0,0-7-6 16,-2-4-54-16,-5 0-89 15,-9-3-101-15,-11-6-49 16,-5-10-370-16</inkml:trace>
  <inkml:trace contextRef="#ctx0" brushRef="#br0" timeOffset="49507.02">20329 12184 1107 0,'0'0'21'15,"0"0"70"-15,0 0-38 0,0 0-12 16,0 0 8 0,0 0 0-16,-13-47 2 0,13 47-15 15,0 19-31-15,0 16 7 16,11 10 18-16,9 2-16 16,0-8-9-16,0-9-5 15,1-5 0-15,-4-11 0 16,3-5 3-16,7-6 0 15,7-3 0-15,5-9-2 16,6-19-2-16,2-4-6 16,-8-5-25-16,-4 2-102 15,-11 5-99-15,-8 10-145 0</inkml:trace>
  <inkml:trace contextRef="#ctx0" brushRef="#br0" timeOffset="50472.67">20285 12928 1186 0,'0'0'78'16,"0"0"104"-1,0 0-85-15,0 0-26 0,0 0-4 16,0 0-21-16,-6 6-13 0,6 50-7 16,-4 12 6-16,2 7-21 15,0-10-5-15,2-2-6 16,0-2 0-16,0-5-3 16,0-7-23-16,0-11-57 15,0-12-81-15,2-9-91 16,4-17-16-16,-4 0-222 15,-2-27 16-15</inkml:trace>
  <inkml:trace contextRef="#ctx0" brushRef="#br0" timeOffset="50645.38">20275 13153 806 0,'0'0'174'0,"0"0"-5"0,0 0-8 16,0 0-31-16,0 0-72 15,0 0-35-15,10-29-8 16,36 61 41-16,10 8-42 15,2 3-9-15,-2 5-5 16,-5-2-21-16,-4-4-52 16,-7-6-52-1,-7-8-13-15,-2-8-76 0,-2-13-125 16,0-7-88-16</inkml:trace>
  <inkml:trace contextRef="#ctx0" brushRef="#br0" timeOffset="50849.41">20780 12940 935 0,'0'0'131'16,"0"0"12"-16,-67-107-12 16,57 95-52-16,6 9 4 15,2 3-26-15,0 0-13 16,-1 29-26-16,3 32-11 16,0 21 32-16,0 12-12 15,14 0-19-15,6-3-4 16,-4-3-4-1,-7-6-34-15,-5-7-64 0,-4-16-117 16,0-14-75-16,0-17-521 0</inkml:trace>
  <inkml:trace contextRef="#ctx0" brushRef="#br0" timeOffset="51775.35">16094 11857 1351 0,'0'0'23'15,"0"0"47"-15,0 0-13 16,0 0 1-16,137-68-5 15,-80 51-25-15,-6 6-21 16,-4 1-7-16,0-1-4 0,-3 2-23 16,-4 3-82-16,-8 3-109 15,-11 3-41-15,-18 0-185 16</inkml:trace>
  <inkml:trace contextRef="#ctx0" brushRef="#br0" timeOffset="51979.33">16290 11684 618 0,'0'0'460'0,"0"0"-342"16,0 0 13-16,0 0-19 0,0 0-30 15,0 0-13-15,-29-50-14 16,29 83-13-16,8 21-21 16,9 18-5-1,1 10-16-15,-5-2-4 0,2-4-74 16,-1-7-84-16,1-11-86 15,3-14-84-15,0-18-375 16</inkml:trace>
  <inkml:trace contextRef="#ctx0" brushRef="#br0" timeOffset="52185.09">16604 11672 1293 0,'0'0'9'16,"0"0"56"-16,0 0-3 15,0 0-23-15,0 0 8 16,0 0 30-16,-13-35-22 31,13 82-41-31,10 16 3 16,9 5-17-16,0-5-6 16,-1-6-74-16,3-7-86 15,-8-7-53-15,1-15-176 16</inkml:trace>
  <inkml:trace contextRef="#ctx0" brushRef="#br0" timeOffset="52467">17250 11895 586 0,'0'0'565'0,"0"0"-536"15,0 0 80-15,0 0-63 16,0 0-17-16,0 0 1 0,29-38 45 16,27 9-15-16,6-1-33 15,-2 3-23-15,-6 9-4 16,-14 2-49-16,-13 10-54 15,-14 3-64-15,-13 3-197 16,0 0-291-16</inkml:trace>
  <inkml:trace contextRef="#ctx0" brushRef="#br0" timeOffset="52689.01">17391 11606 1177 0,'0'0'16'0,"0"0"78"15,0 0 30-15,0 0-67 16,0 0-6-16,0 0-13 16,-18 54 6-16,18 7 10 15,0 5-37-15,0 0-14 16,6-4-3-16,10-6-28 16,2-8-76-16,0-8-85 15,-2-8-51-15,-3-14-181 16</inkml:trace>
  <inkml:trace contextRef="#ctx0" brushRef="#br0" timeOffset="52893">17684 11583 1137 0,'0'0'6'15,"0"0"64"-15,0 0 34 0,0 0 3 16,0 0-19-1,0 0 0-15,-2-55-29 0,-2 91-52 16,2 16-5-16,0 13-2 16,2 7-16-16,0-4-109 15,0-4-112-15,6-10-60 16,-2-14-269-16</inkml:trace>
  <inkml:trace contextRef="#ctx0" brushRef="#br0" timeOffset="53190.82">18097 11821 1123 0,'0'0'6'0,"0"0"0"16,0 0 64-16,0 0-45 15,0 0 8-15,0 0 38 16,56-14 13-16,-10-2-35 16,4-4-34-16,-4 3-15 0,-11 6-18 15,-3 2-87-15,-16 6-22 16,-10 3-108-16,-6 0-211 15</inkml:trace>
  <inkml:trace contextRef="#ctx0" brushRef="#br0" timeOffset="53413.17">18197 11644 791 0,'0'0'127'0,"0"0"26"15,0 0-35-15,0 0-33 16,0 0 15-16,0 0-13 15,-16-26-20-15,16 32-20 0,3 30-19 16,10 15 19-16,0 7-44 16,-1 4-3-16,-1-4-63 15,-5-4-38-15,6-8-57 16,-6-7-26-16,3-11-89 16,-3-13-258-16</inkml:trace>
  <inkml:trace contextRef="#ctx0" brushRef="#br0" timeOffset="53615.25">18400 11547 1097 0,'0'0'15'16,"0"0"71"0,0 0 10-16,0 0-8 0,0 0-4 15,0 0-1-15,15-17-36 16,-15 67-20-16,0 13-13 15,0 2-14-15,7 2-24 16,0 1-114-16,-2-8-131 16,-3-10-157-16</inkml:trace>
  <inkml:trace contextRef="#ctx0" brushRef="#br0" timeOffset="56192.51">15800 9832 491 0,'0'0'209'15,"0"0"-129"-15,14-106 135 16,-28 79-93-16,-24-3-39 16,-20 4 10-16,-13 9 0 15,-18 12-59 1,-11 5-4-16,-19 36-14 0,-17 33-13 0,-13 37 2 15,-5 32 0-15,-2 26 4 16,16 21 1-16,22 15 7 16,26-3 13-16,41-3-2 15,38-11-13-15,14-8 2 16,65-13-8-16,27-8-9 16,30-16 0-16,21-17 0 15,15-21-1-15,5-29-21 16,8-36-31-16,3-32 10 15,-11-22-23-15,-6-56 29 16,-4-38 4-16,-13-21 23 16,-19-26 10-16,-28-18 1 0,-39-19 1 15,-44-22-2-15,-22-8-2 16,-62-4-20-16,-48 19 7 16,-28 39-41-16,-30 45-65 15,-12 58 35-15,-5 48-3 16,-2 22-77-16</inkml:trace>
  <inkml:trace contextRef="#ctx0" brushRef="#br0" timeOffset="57197.16">21703 9563 945 0,'0'0'150'0,"0"0"-129"16,-65-123 44-16,38 100-6 16,-4 5-19-16,-15 9 10 15,-16 9-3 1,-15 13-47-16,-17 41-3 0,-4 27 3 0,-1 30 4 15,8 25 0 1,16 25 6-16,17 19 21 0,26 11 6 16,26 5-7-16,6-6-2 15,33-11-12-15,25-14-7 16,13-23-3 0,10-24-3-16,8-19-1 0,18-25 3 15,20-28 6-15,20-26-1 16,23-20-1-16,9-32-5 15,0-40 4-15,-7-31-6 16,-21-24 7-16,-30-32 5 16,-35-28-2-16,-35-30-7 15,-35-33-1-15,-19-17-4 0,-61 0-7 16,-41 20-21-16,-42 42-24 16,-36 52-2-16,-26 65-34 15,-25 66-98-15,-4 32-26 16,4 56-542-16</inkml:trace>
  <inkml:trace contextRef="#ctx0" brushRef="#br0" timeOffset="58155.59">15573 12260 1101 0,'0'0'18'0,"-114"-57"-18"15,45 41 61-15,-12 16 9 16,-14 3-30-16,-16 48 26 16,-17 38-6-16,-8 39-25 15,-4 39-26-15,13 26 4 16,16 9-6-16,26 11 3 16,38-5-3-16,35-3-3 15,20-5-2-15,56-13 5 16,25-12-2-16,23-15-1 0,15-16-3 15,11-22 8-15,9-20-6 16,7-22 3-16,-1-25-4 16,-1-27 0-16,-5-28 3 15,-11-25 0-15,-16-48 2 16,-15-30 1-16,-18-25 1 16,-19-28 3-16,-23-31 1 15,-24-24-11-15,-21-35 0 16,-27-27-1-16,-35-13 0 15,-28 9-1-15,-19 34-8 16,-25 49 4-16,-24 57-10 0,-20 53-15 16,-18 58-30-1,-7 36-42-15,12 70-100 16,24 26-135-16,35 9-484 0</inkml:trace>
  <inkml:trace contextRef="#ctx0" brushRef="#br0" timeOffset="59224.75">21983 12056 931 0,'0'0'23'15,"0"0"14"-15,-156-37 2 16,91 37-23-16,-3 4 4 0,-9 29 5 15,-6 25 39-15,6 22-23 16,3 32-6-16,9 28-15 16,15 21 16-16,9 13-1 15,12 3-6-15,16 4-5 16,13-9-3-16,2-8-6 16,36-10-7-16,22-15 0 15,21-17-3-15,15-18-1 16,17-20 1-16,14-21-5 15,15-27 8-15,17-30-6 0,12-12 9 16,3-52 0-16,-7-40 7 16,-9-32 11-16,-21-17 17 15,-31-24-12 1,-39-17-17-16,-43-25-10 0,-24-18-5 16,-46-2 1-16,-45 2-3 15,-36 28-4-15,-27 38-16 16,-20 53-4-16,-13 56-19 15,-7 50-62-15,-5 20-89 16,-1 46-253-16</inkml:trace>
  <inkml:trace contextRef="#ctx0" brushRef="#br0" timeOffset="60309.27">21156 11351 918 0,'0'0'13'0,"0"0"-13"0,0 0 72 15,0 0 22-15,0 0-34 16,0 0 12-16,0 0-14 15,-73-70-26-15,21 70-29 16,-20 28 1-16,-22 14-4 16,-31 15-4-16,-34 7-17 15,-37 7-1 1,-40 12 5-16,-43 16 6 0,-31 9 7 0,-24 8 4 16,-17 0 5-16,-11-1 2 15,-5 1 14-15,9-6-13 16,19-8-4-16,17-3 11 15,31-7-5-15,13-2-9 32,14 0 6-32,31-5-3 15,29-10-3-15,40-12-1 16,46-15-1-16,39-18-1 16,42-14 0-16,32-9-12 15,10-7-157-15,55-13 22 16,27-27 18-16,22-20-201 0</inkml:trace>
  <inkml:trace contextRef="#ctx0" brushRef="#br0" timeOffset="60798.21">16132 10843 837 0,'0'0'16'16,"0"0"4"-16,0 0 9 0,0 0 8 15,0 0-7-15,0 0-7 16,54 60 26-16,37 9-10 16,42 26-8-16,44 20-6 15,39 24 16-15,44 24 13 16,34 27-19-16,36 19-9 15,35 14-13-15,27-3-6 16,16-15-7-16,13-20 3 16,-1-22 1-16,-2-18 0 15,-3-13 9-15,-26-10 28 0,-21-7-38 16,-40-13-3-16,-41-15-18 16,-42-16-83-16,-54-16-116 15,-54-16-223-15</inkml:trace>
</inkml:ink>
</file>

<file path=ppt/ink/ink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5.68611" units="1/deg"/>
          <inkml:channelProperty channel="T" name="resolution" value="1" units="1/dev"/>
        </inkml:channelProperties>
      </inkml:inkSource>
      <inkml:timestamp xml:id="ts0" timeString="2023-09-16T13:23:00.614"/>
    </inkml:context>
    <inkml:brush xml:id="br0">
      <inkml:brushProperty name="width" value="0.05292" units="cm"/>
      <inkml:brushProperty name="height" value="0.05292" units="cm"/>
      <inkml:brushProperty name="color" value="#FF0000"/>
    </inkml:brush>
  </inkml:definitions>
  <inkml:trace contextRef="#ctx0" brushRef="#br0">8918 6072 919 0,'0'0'7'16,"0"0"72"-16,-21-106 124 16,17 79-117-16,2 10 35 15,0 8-24-15,-1 5-25 16,3 4-28-16,-2 0-27 16,2 13-10-16,0 31-6 15,0 13 0-15,0 10 6 16,0-1-2-16,0-5-4 15,0 2-2-15,0-2 0 16,0-5-1-16,9-5-34 16,2-5-118-16,0-6-100 0,-2-15-56 15,0-15-342-15</inkml:trace>
  <inkml:trace contextRef="#ctx0" brushRef="#br0" timeOffset="284.08">8754 6111 906 0,'0'0'9'16,"0"0"32"-16,0 0 29 15,29-126-51-15,21 107 4 0,18 10 2 16,17 9 3-16,7 10 13 16,-6 33 0-16,-14 14-10 15,-16 14-13-15,-21 1-12 16,-12 2-4-16,-15-4 10 15,-8-6-4-15,0-7-4 16,-29-7 6-16,-17-6-5 16,-18-8 6-16,-17-6-7 15,-8-10-4-15,-3-9 0 16,12-10-4-16,17-1-48 16,21-10-110-16,26-19-178 0</inkml:trace>
  <inkml:trace contextRef="#ctx0" brushRef="#br0" timeOffset="724.09">9786 6164 1053 0,'0'0'8'15,"0"0"26"-15,0 0 63 0,0 0-62 16,0 0-11-16,0 0-21 16,-31 14 1-16,31 38 9 15,0 6-13-15,0 7 4 16,11-4-2-16,7-3-4 16,5-7 2-16,0-11-3 15,6-8-1-15,7-8 4 16,5-12 1-16,1-8 0 15,0-4 1-15,-2-4 1 16,-4-22 1-16,-5-8 0 16,-6-9 2-16,-10-14-1 0,-13-5 10 15,-2-6 17-15,-13-3-1 16,-22 7 20-16,-10 8-28 16,0 15 5-1,-2 7 2-15,3 15-21 0,6 6-9 16,9 9-11-16,5 4 1 15,8 18-160-15,7 17-86 16,7 7-446-16</inkml:trace>
  <inkml:trace contextRef="#ctx0" brushRef="#br0" timeOffset="1057.54">10713 6254 1069 0,'0'0'2'15,"0"0"57"-15,0 0 78 0,0 0-115 16,0 0 22-16,0 0-26 16,-139-48-10-16,102 82 2 15,6 8 17-15,2 8-3 16,9 3-3-16,6-2 4 0,10-1 1 15,4-5-4 1,4-7 5-16,25-4-6 0,9-6-3 16,7-8-9-16,7-10-5 15,5-5-4-15,5-5-4 16,6 0-64-16,5-13-83 16,2-6-42-16,4-6-38 15,-6-5-317-15</inkml:trace>
  <inkml:trace contextRef="#ctx0" brushRef="#br0" timeOffset="1289.25">11484 6190 865 0,'0'0'10'0,"0"0"173"16,0 0-3-16,0 0-78 16,0 0-11-1,0 0-54-15,-2-42-4 0,0 82 21 16,0 12 6-16,2 6-24 15,0 0-12-15,0-1-14 16,0-5-6-16,0-6-3 16,0-9-1-16,0-4-1 15,4-5-14-15,2-8-70 16,1-4-93-16,-5-10-28 0,-2-6-97 16,0-20-110-16</inkml:trace>
  <inkml:trace contextRef="#ctx0" brushRef="#br0" timeOffset="1462.45">11150 6204 942 0,'0'0'10'0,"0"0"112"0,0 0-18 16,0 0-84-16,0 0-12 16,158-38-3-16,-73 28-5 15,6 7-1-15,-6 0-22 16,-12 3-177-16,-15 0-108 0,-16 11-260 15</inkml:trace>
  <inkml:trace contextRef="#ctx0" brushRef="#br0" timeOffset="1824.3">11970 6253 758 0,'0'0'33'0,"0"0"1"15,0 0 156-15,0 0-132 16,0 0-44-16,0 0-4 15,-18 15-2-15,7 23 42 16,4 9-8-16,2 3-25 0,5 6-3 16,0 0-11-16,0-4-2 15,0-4 0-15,16-6-1 16,7-10 0-16,4-5 2 16,4-12 1-1,2-12-1-15,0-3 4 0,-1-5 4 16,-3-25-1-16,-5-8-1 15,-4-10 20-15,-8-8 6 16,-10-10 7-16,-2 0 0 16,-6 1-5-16,-19 8-9 0,-12 13 8 15,-3 9-5 1,0 14-20-16,3 6-7 0,6 9-3 16,4 6-9-16,9 0-49 15,11 16-165-15,7 10-133 16</inkml:trace>
  <inkml:trace contextRef="#ctx0" brushRef="#br0" timeOffset="2107.82">12847 6220 1202 0,'0'0'1'16,"0"0"54"-16,0 0 82 15,0 0-109-15,0 0-5 16,0 0 62-16,-6 165-18 16,6-96-37-16,0 0-14 15,4-7-10-15,0-2-6 16,2-2 0-16,-4-8-5 15,-2-10-72-15,0-8-122 0,0-11-74 16,0-20-85-16</inkml:trace>
  <inkml:trace contextRef="#ctx0" brushRef="#br0" timeOffset="2469.04">12736 6234 702 0,'0'0'0'0,"119"-48"0"16,-48 32 7-16,-5 10 21 16,1 6 45-16,-5 0 46 0,-8 16-4 15,-10 14-39 1,-13 7-13-16,-14 2-24 0,-17 3-15 16,0 2-12-16,-21-2 2 15,-19 1-8-15,-7-8-4 16,-4-2 0-16,0-10 0 15,-3-4 0-15,6-7-2 16,3-6 0-16,11-5-3 16,13 2 3-16,13-3 0 15,8 6-1-15,0 4-15 16,19 8 12-16,18 8 4 16,13 6 10-16,10 3 4 0,6-2-1 15,5-3 6-15,6-6 6 16,-6-5-9-16,-9-5-14 15,-10-7-2-15,-17-4-125 16,-18-3-351-16</inkml:trace>
  <inkml:trace contextRef="#ctx0" brushRef="#br0" timeOffset="3426.52">8908 8224 979 0,'0'0'15'0,"0"0"33"16,0 0 134-16,-11-136-93 16,-16 103-2-16,-4 3 3 15,-4 8-40-15,-5 12-19 16,-3 10-24-16,-3 0-7 16,-2 8 2-16,6 17-2 15,5 6 0-15,10 0-2 16,11 3-1-16,11-5 0 15,5 3-3-15,5-4 2 16,30 3 2-16,13-4 1 16,3 1 1-16,7 3-5 15,-3 3 3-15,-3 4 2 0,-5 11 0 16,-12 3-1-16,-11 7 1 16,-14 1 0-16,-10-5 0 15,0-8 0-15,-34-4 0 16,-11-11 6-16,-5-8 2 15,-6-8 7-15,-2-8 12 16,0-8 0-16,-2-2 7 16,1-26-15-16,8-12-6 15,11-6-13-15,15-5-6 16,17-1-44-16,8 2-41 0,22 4-102 16,32 2-84-1,11 12-331-15</inkml:trace>
  <inkml:trace contextRef="#ctx0" brushRef="#br0" timeOffset="4061.83">9788 8263 592 0,'0'0'477'16,"0"0"-472"-16,0 0 60 16,0 0 20-16,-117-41-70 15,105 45 5-15,-4 26-2 16,10 10 6-16,-1 11-2 16,7 9-7-16,0 5-5 15,0 1-7-15,9-4 0 16,7-5-3-16,4-7 0 15,9-8-2-15,2-12 2 16,6-12 0-16,6-6 1 0,1-12-1 16,2 0-1-1,-2-10-7-15,3-22 3 0,-7-9 2 16,-5-9 3-16,-10-8 1 16,-10-6 0-16,-12-6 1 15,-3-2 4-15,-7 2-1 16,-22 7 2-16,-8 13-5 15,-6 12 10-15,-4 15-2 16,-4 10-10-16,0 11 0 16,-3 2-6-16,3 4 4 15,8 18-3-15,10 6 3 16,15 7 0-16,18 5-2 16,0 2-2-16,25 3 2 0,17 6 2 15,7-1 2-15,0 4 2 16,-2 2-1-16,-7 1 9 15,-4 0 23-15,-9 4 10 16,-6 1 2-16,-2 0-23 16,-6-2-13-16,3-4-9 15,-1-9 0-15,1-10-10 16,4-6-73-16,4-11-109 16,7-12-186-16,6-8-289 15</inkml:trace>
  <inkml:trace contextRef="#ctx0" brushRef="#br0" timeOffset="4291.07">10600 8369 662 0,'0'0'376'16,"0"0"-345"-16,0 0 171 15,0 0-53-15,0 0-85 16,0 0-31-16,-12-12-22 15,8 59 2-15,0 15 4 16,-2 4-7-16,4-2-10 16,2-7 0-16,0-7-12 0,0-9-64 15,0-4-87-15,0-9-57 16,2-12-159-16</inkml:trace>
  <inkml:trace contextRef="#ctx0" brushRef="#br0" timeOffset="4511.28">10840 8574 1055 0,'0'0'9'15,"0"0"159"-15,0 0 31 0,0 0-104 0,0 0-34 16,0 0-43 0,-77-6-14-16,45 42 14 0,3 6-8 15,0 6-8-15,0 1-2 16,0-5-7-16,5-6-57 15,1-8-85-15,10-10-29 16,9-10 3-16,4-8-97 16,0-2-144-16</inkml:trace>
  <inkml:trace contextRef="#ctx0" brushRef="#br0" timeOffset="4636.92">10755 8708 450 0,'0'0'259'0,"0"0"-180"16,0 0 139-1,0 0-145-15,127 14-34 0,-98 11-26 0,-2-3-13 16,2-3-1-16,4-2-48 16,3-5-169-16,0-4-144 15</inkml:trace>
  <inkml:trace contextRef="#ctx0" brushRef="#br0" timeOffset="4841.08">11226 8456 1022 0,'0'0'8'0,"0"0"144"0,0 0 18 16,-79-110-55-16,71 106-16 16,6 4-25-16,2 0-35 15,0 0-24-15,0 30-3 32,0 20-8-32,0 14 16 15,6 4-19-15,3 2-1 16,-3-3-6-16,-3 0-71 15,-3-4-156-15,0-13-167 16</inkml:trace>
  <inkml:trace contextRef="#ctx0" brushRef="#br0" timeOffset="5463.39">11989 8324 1150 0,'0'0'33'16,"0"0"-2"-16,-69-115 55 15,43 92-43-15,-3 11-10 16,-3 6-6-16,-1 6-20 16,-5 0 0-16,-4 21-5 15,0 16 1-15,0 15-1 16,4 10-2-16,2 8 0 15,7 4 3-15,9-2 1 0,9-6 0 16,11-7-1-16,0-11-3 16,15-8-2-16,23-8 1 15,9-9 0-15,7-10-1 16,3-9-25-16,-1-4-2 16,0 0 3-16,-7-9 7 15,-11-6 2-15,-7-7 10 16,-16 1 7-16,-7-10 2 15,-8-4-1-15,-6 3 8 16,-22-1-2-16,-13 8-3 16,-5 8-4-16,-3 12 0 0,5 5 0 15,3 0 0-15,15 0-1 16,14 0 0-16,12 0-7 16,0 8-20-16,23 2 9 15,14 0 14-15,13-2 4 16,0-2-6-16,-2-1 0 15,-6-4 4-15,-10 4 3 16,-4 3 0-16,-6 6 3 16,-3 6 21-16,-11 6 13 15,-3 12 27-15,-5 6-4 0,0 4-7 16,0 6-16 0,-9-4-21-16,2-4-12 0,0-5-4 15,5-8 0-15,2-4-22 16,0-3-96-16,9-3-94 15,15-9-147-15</inkml:trace>
  <inkml:trace contextRef="#ctx0" brushRef="#br0" timeOffset="5753.1">12667 8413 936 0,'0'0'7'0,"0"0"57"16,0 0 112-16,0 0-84 16,31-101 23-16,-31 101-54 15,3 0-21-15,-1 12-24 16,5 30-6-16,1 16 40 16,-1 12-8-16,-3-2-24 15,-1-4 9-15,-3-5-12 16,2-12-11-16,0-3-4 15,1-7 2-15,-1-7-2 0,0-5-25 16,-2-8-96-16,2-5-126 16,-2-10-63-16,0-2-324 15</inkml:trace>
  <inkml:trace contextRef="#ctx0" brushRef="#br0" timeOffset="5972.88">12404 8293 979 0,'0'0'7'15,"0"0"37"-15,0 0 65 16,0 0-58-16,0 0-34 0,0 0-9 16,152-62-2-16,-92 56-3 15,5 6-3-15,-3 0-2 16,-6 0-8-16,-12 0-75 15,-9 14-100-15,-12 3-129 16</inkml:trace>
  <inkml:trace contextRef="#ctx0" brushRef="#br0" timeOffset="6271.2">13075 8307 814 0,'0'0'0'0,"0"0"-3"15,0 0 3-15,0 0 45 16,178 0-19-16,-104 0 17 15,1-1-15-15,4-8 15 16,-4 1-13-16,-3-3-18 0,-15-1-3 16,-12 2-9-16,-18 3-39 15,-21 1-194-15,-6 2-228 16</inkml:trace>
  <inkml:trace contextRef="#ctx0" brushRef="#br0" timeOffset="6538.36">13558 8272 753 0,'0'0'23'0,"0"0"41"16,0 0 46-16,0 0-5 15,0 144-28-15,0-86-5 0,0 2 8 16,0 5-15-16,0-6 4 16,2 1-18-16,-2 3-16 15,0-6-5-15,0-2-20 16,0-7-4-16,-4-13 11 15,-7-5-3-15,-5-11 4 16,-1-9-2-16,-6-6-4 16,-6-4-6-16,-11 0-6 15,-13-29-4-15,-14-12-77 16,-12-2-142-16,0-1-90 16,-2 11-489-16</inkml:trace>
  <inkml:trace contextRef="#ctx0" brushRef="#br0" timeOffset="7621.63">15114 5328 724 0,'0'0'7'0,"-50"-130"43"16,35 91 116-16,3 14-95 15,8 14-11-15,4 10-19 0,0 1-27 16,0 37-11-16,7 46 12 16,9 31 69-16,-3 24-57 15,-2 4 0-15,-2 3-15 16,0-1 3-16,0 4 17 15,2 13 1-15,0 18 3 32,5 33 13-32,-5 26-18 0,2 35-1 0,-2 16-2 15,-6-3-12-15,-3 6 2 16,-2-20-7-16,0-7-7 16,0-14 3-16,0-21 5 0,0-21-5 15,0-22-3 1,0-25 1-16,0-22-5 15,0-19-2-15,0-23-40 0,4-22-51 16,8-20-70-16,3-27-83 16,5-28-234-16</inkml:trace>
  <inkml:trace contextRef="#ctx0" brushRef="#br0" timeOffset="8503.84">17173 5936 1186 0,'0'0'8'0,"0"0"62"15,0 0 113-15,0 0-120 16,0 0-37-16,0 0-9 16,-19 27 3-16,19 35 25 15,0 6-21-15,0 0-17 16,0-3-3-16,5-3 1 15,-4-6-5-15,2-6-5 16,-1-8-1-16,-2-6-45 16,0-7-67-16,0-9-82 15,0-7-30-15,-2-13-230 0</inkml:trace>
  <inkml:trace contextRef="#ctx0" brushRef="#br0" timeOffset="8692.34">16693 6102 639 0,'0'0'487'16,"0"0"-482"-16,0 0 63 15,0 0 19-15,0 0-82 16,91-129-4-16,15 101 0 0,15 5-1 16,18 6-1-1,-1 11-11-15,-10 6-211 0,-20 2-426 16</inkml:trace>
  <inkml:trace contextRef="#ctx0" brushRef="#br0" timeOffset="9179.25">18095 6034 1163 0,'0'0'1'15,"0"0"105"-15,0 0 33 16,0 0-90-16,0 0-9 15,0 0-25-15,-91 41 9 0,81 26 11 16,8 8-15-16,2 6-8 16,0-2-10-16,0-8-2 15,0-12-1-15,0-15-2 16,0-14-1-16,0-10-28 16,-2-10 1-16,-3-8-4 15,1-2 9-15,-5-6 16 16,-4-30-35-16,-5-20-28 15,2-15 55-15,10-10 6 16,6-6 2 0,4 3 1-16,25 8 8 0,11 16 1 15,6 15 3-15,6 15 1 0,1 15 11 16,3 10 10-16,0 5 17 16,0 11 5-16,-11 28-1 15,-3 22-18-15,-14 13-7 16,-3 10-1-16,-7 2-3 15,-3-2-10-15,-3-12-5 16,-1-5 3-16,-5-11-4 16,-6-10 1-16,0-12-2 15,0-10-3-15,0-10-57 16,-10-5-90-16,-15-9-20 16,-6 0-79-16,-8-33-290 0</inkml:trace>
  <inkml:trace contextRef="#ctx0" brushRef="#br0" timeOffset="9337.14">17850 6436 1046 0,'0'0'0'16,"0"0"28"-16,0 0 36 16,0 0-49-16,0 0 10 15,198-23-6-15,-86 7-5 0,17-4-14 16,-3-1-15-16,-3 7-185 15,-5 8-356-15</inkml:trace>
  <inkml:trace contextRef="#ctx0" brushRef="#br0" timeOffset="9605.9">19222 6086 1076 0,'0'0'0'0,"0"0"64"15,0 0 53-15,0 0-27 0,0 0 10 32,0 0-42-32,-42-32-19 0,44 62-21 0,13 26-5 15,1 15 33-15,2 12-19 16,-7-5-22-16,0-8-4 16,-5-7 1-16,0-13-1 15,-2-8-2-15,0-10-7 16,3-6-76-16,-2-8-138 15,8-10-65-15,-2-8-389 16</inkml:trace>
  <inkml:trace contextRef="#ctx0" brushRef="#br0" timeOffset="9921.27">19788 6082 1042 0,'0'0'5'16,"0"0"130"-16,0 0-6 16,0 0-56-16,0 0 8 15,0 0-20-15,7-16-19 16,-7 16-18-16,0 0-17 0,4 24-2 16,3 20-5-16,-1 16 10 15,-1 10-4-15,-5 2-3 16,3-1-2-16,3-7 2 15,3-6-3-15,5-9 4 16,3-10-3-16,3-7-1 16,3-9 0-16,8-10-3 15,7-5 3-15,12-8 0 16,14 0-2-16,9-4-30 16,4-13-35-16,3-6-79 0,1-3-100 15,-10 0-167-15</inkml:trace>
  <inkml:trace contextRef="#ctx0" brushRef="#br0" timeOffset="10330.34">20761 6102 966 0,'0'0'0'15,"0"0"41"-15,0 0 11 16,0 0-35-16,-113 17 26 15,93 18-15-15,6 14 38 16,3 7-38-16,9 9-6 0,2 3-8 16,0 1-9-16,0-1-5 15,7-11 0-15,11-4-2 16,4-11-6-16,10-7-6 16,5-12-4-16,5-6-6 15,8-13-9-15,6-4 18 16,-2 0 3-16,-2-25 12 15,-5-13 5-15,-11-12 36 16,-9-11-6-16,-14-10-1 16,-13-12 13-16,0-1 6 0,-15 2 5 15,-24 10-16-15,-7 12-2 16,-4 14-20-16,0 14-20 16,-2 10-1-16,3 13-42 15,2 9-107-15,2 9-55 16,10 23-174-16</inkml:trace>
  <inkml:trace contextRef="#ctx0" brushRef="#br0" timeOffset="10597.88">21700 6126 1182 0,'0'0'18'16,"0"0"39"-16,0 0 70 15,0 0-76-15,0 0-33 16,0 106 54-16,0-28 10 16,0-3-41-16,0-7-18 15,0-8-15-15,0-10-4 16,0-6-4-16,0-8-2 0,3-7-23 15,3-6-88-15,-6-5-110 16,0-8-37-16,0-10-284 16</inkml:trace>
  <inkml:trace contextRef="#ctx0" brushRef="#br0" timeOffset="11008.98">21700 6182 767 0,'0'0'68'0,"120"-65"-42"15,-40 40-26-15,5 2 13 16,-4 10-9-16,-8 7 36 16,-11 6 32-16,-18 0-10 15,-15 11-8-15,-15 25 16 16,-14 17-24-16,-22 8-11 16,-39 10-20-16,-18 0-5 15,-8-7-6-15,4-9-2 16,10-10 0-16,10-11-1 15,12-12 0-15,17-9 3 0,16-4-3 16,10-7-1-16,8 0-2 16,0 0-8-16,8 4-4 15,23 0 14-15,10 6 6 16,5 6-2-16,4 11 1 16,0 10 6-16,2 11 12 15,8 2 12-15,0 2 10 16,7-8-12-16,2-5-7 15,1-3-13-15,-4-8-12 16,-5-2-1-16,-13-6-13 16,-15-8-151-16,-19-6-280 0</inkml:trace>
  <inkml:trace contextRef="#ctx0" brushRef="#br0" timeOffset="13698.96">8320 5151 710 0,'0'0'2'16,"0"0"65"-16,0 0 93 15,0 0-79-15,0 0 22 0,0 0-10 16,-11-60-38-16,11 60-13 15,-2 0-18-15,-2 0-21 16,-4 16-2-16,-3 24-1 16,-2 11 10-16,-3 0-3 15,-1-2 10 1,1-3 9-16,-1-4 2 0,-1-2-9 16,1-6-2-16,2-6-5 15,5-6-2-15,2-6-3 16,6-6-4-16,2-2-1 0,0 2-1 15,0-3 0-15,0 5-1 16,4-3 1-16,12 0 2 16,3-2-2-16,4-2 3 15,6-4-1 1,5-1 0-16,-1 0 1 0,3 0 0 16,0 0-2-16,-1 0 1 15,1 0-2-15,-3 0 1 16,-2-4-2-16,-4 2 2 15,-4-1-2 1,-8 0 0-16,-3 2 0 0,-8 1 0 0,-4-3 1 16,0 3-1-16,0 0 0 15,0 0 0-15,0 0 0 16,0 0-3-16,0 0-30 16,0 0-95-16,0 0-18 15,2 0-70 1,-2 0-197-16</inkml:trace>
  <inkml:trace contextRef="#ctx0" brushRef="#br0" timeOffset="14640.84">8394 5367 590 0,'0'0'12'0,"0"0"50"16,0 0 79-16,0 0-22 15,0 0-25-15,0 0-8 16,0-41-2-16,0 41-19 16,0 0-20-16,0 0-16 0,0 0-5 15,0 0-5 1,0 0 1-16,0 0-2 0,0-3 1 15,0 3 0-15,0 0-4 16,0 0-2-16,0 0-4 16,-2 0-3-16,2 0 2 15,0 0 0-15,0 0 1 16,0 0 2-16,0 0-2 16,0 0-2-16,0 0 0 15,0 0 1-15,0 0 0 16,0 11-4-16,0 22-1 15,0 17 10-15,0 9 4 16,0 3-8-16,0 4-5 0,0 9-4 16,0 9-3-16,0 10 1 15,-12 6-77-15,-7 0-185 16,-6-4-155-16</inkml:trace>
  <inkml:trace contextRef="#ctx0" brushRef="#br0" timeOffset="16229.77">7873 9200 779 0,'0'0'23'16,"0"0"125"-16,0 0 32 15,0 0-64-15,0 0-51 0,0 0 16 16,-29-78-1-1,29 78-35-15,0 0-12 16,0 6 0-16,0 32-8 0,0 18 12 16,2 12-3-16,2 2-15 15,-2 1 2-15,2-3-5 16,-1-6-5-16,1-5-6 16,1-10-3-16,0-5-2 15,3-7-2-15,1-8-14 16,3-4-37-16,5-12-56 15,3-11-108-15,3 0-67 0,4 0-276 16</inkml:trace>
  <inkml:trace contextRef="#ctx0" brushRef="#br0" timeOffset="16764.82">8361 9494 847 0,'0'0'39'0,"0"0"107"16,0 0-11-16,4-130-33 0,-4 100-44 16,-8 6-1-16,-7 2-18 15,-1 6-15 1,-1 6-12-16,-3 5 0 0,-2 5-9 16,-7 0-2-16,-2 13-2 15,2 10 2-15,2 4-1 16,9 7 0-16,9 5-1 15,9-1 1-15,0-4 0 16,0-6-1-16,21-9 0 31,0-2-3-31,4-9 1 16,4-4-2-16,0-4-1 0,4 0 1 16,-2-4-4-1,1-16 7-15,-6-3-2 0,-1 1-3 16,-5 0 3-16,-7 3 4 15,-4 5 0-15,-5 1 0 16,-1 8 3-16,-3-1 6 16,0 3 12-16,0 3 2 15,0 0 2-15,0 0 2 16,0 0-8-16,0 0-3 16,0 9-6-16,0 20-4 0,0 11 6 15,0 11 8 1,0 6-1-16,-3 8-1 0,1 6-1 15,-2-2-11-15,2-4-2 16,2-7-4-16,0-11-7 16,0-5-37-16,0-11-46 15,0-5-109-15,0-10-97 16,0-8-548-16</inkml:trace>
  <inkml:trace contextRef="#ctx0" brushRef="#br0" timeOffset="25635.39">12948 6940 744 0,'0'0'72'0,"0"0"-71"0,0 0 100 16,0 0-61-16,0 0-6 15,-124-23 20-15,81 23-18 16,-2 0 21-16,-4 0-12 16,-5 15-30-16,-6 6-6 15,-13 0-4 1,-8 5 1-16,-10 0 1 0,-15 1-5 15,-11 2 16-15,-9 2 2 16,-6 0-15-16,-4 3 5 16,-8-1 8-16,1 0 0 0,3 2 4 15,-1-1-2-15,2 0 0 16,4 1-8-16,4 5-3 16,6 1-8-16,7-1 0 15,6 3 0-15,10-3 0 16,4-4-1-16,9-1 0 15,6 0 0-15,6-3 4 16,-4 1-4-16,0 3 1 16,2-5-1-16,-4 1 0 15,8 0 1 1,3-3 0-16,3-3-1 0,2-4 0 0,5-1 3 16,0-2 3-1,1-3-2-15,8-2 9 0,4-2-8 16,10-4-2-16,8 0-3 15,10-2 0-15,7-1-5 16,6-4-4 0,8 0-41-16,0-1-76 0,24 0-76 15,24 0 58-15,17-25-247 16</inkml:trace>
  <inkml:trace contextRef="#ctx0" brushRef="#br0" timeOffset="26325.6">13121 5403 563 0,'0'0'335'16,"0"0"-331"-16,0 0 139 15,0 0 17-15,0 0-80 0,0 0 9 16,-22-31-19-1,22 31-31-15,0 0-11 0,0 26-12 16,0 12 13-16,0 6 19 16,0 0-32-16,0-2-8 15,0-2-4-15,0 2 2 16,0-1-6-16,0-1-1 16,0 0-28-16,0 0-105 15,0-4-112 1,0-8-92-1,7-15-447-15</inkml:trace>
  <inkml:trace contextRef="#ctx0" brushRef="#br0" timeOffset="26781.83">13481 5528 908 0,'0'0'7'0,"0"0"3"16,0 0 105-16,19-111-9 15,-30 97-27-15,-11 1-51 16,-4 9 10-16,1 4-1 16,0 0-25-16,3 2-2 15,-1 14-7-15,4 3-1 16,7 6-1-16,10 1 1 0,2 4 0 16,7 4-1-16,22 5 0 15,13 1 0-15,5 0 2 16,2 0-2-16,-5-3 0 15,-3-4-1-15,-10-5 1 16,-12-6 0-16,-5-4-1 16,-14-2 0-16,0 2 0 15,-16 2 0-15,-23 0-1 16,-8-4-4-16,2-10 0 16,5-6-2-16,9 0 4 0,6-18-24 15,9-14 27-15,12-13-17 16,4-10-17-16,7-9 21 15,23-5 13-15,1-1-2 16,2 8 2-16,-4 7 1 16,-7 10 0-16,-6 13 3 15,-10 9 4-15,-6 12-6 16,-2 11-2-16,-40 0-166 16,-23 6-490-16</inkml:trace>
  <inkml:trace contextRef="#ctx0" brushRef="#br0" timeOffset="27472.82">9400 7441 1062 0,'0'0'2'0,"0"0"61"0,0 0 53 16,0 0-44-16,0 0 23 16,0 0-23-16,16 4-36 15,31-18 1-15,9-4 7 16,-3 4-27-16,-10 0-17 16,-10 7-1-16,-6 1-1 15,-1-1-9-15,-1 3-43 16,0 4-103-16,-4-2-29 15,-5 2-67-15,-9-4-203 16</inkml:trace>
  <inkml:trace contextRef="#ctx0" brushRef="#br0" timeOffset="27724.51">9666 7229 817 0,'0'0'8'0,"0"0"40"16,0 0 135-16,0 0-97 15,0 0-4-15,0 0-4 16,-27-22-4-16,27 22-32 16,0 0-23-16,0 8-11 15,0 19-3-15,4 14 18 16,10 4-7-16,-3-1 2 16,2 1-10-16,1-1-5 0,1-2-1 15,3-2-2-15,3-4-2 16,0-4-80-16,4-5-98 15,4-11-71-15,-2-13-246 16</inkml:trace>
  <inkml:trace contextRef="#ctx0" brushRef="#br0" timeOffset="28007.19">10142 7218 750 0,'0'0'2'0,"0"0"126"16,0 0 57-16,0 0-110 16,0 0-7-16,0 0-13 15,0-43-19-15,0 43 0 16,0 0-19-16,-2 0-2 16,2 0 3-16,0 3-11 15,-2 22 5-15,2 8 1 16,-2 10 4-16,0 3-11 15,2 1 1-15,0-2-4 16,0-1-3-16,0-3-1 0,0-4-21 16,0-1-123-16,0-7-75 15,0-9-177 1</inkml:trace>
  <inkml:trace contextRef="#ctx0" brushRef="#br0" timeOffset="28981.97">12132 6753 207 0,'0'0'551'31,"0"0"-531"-31,0 0 162 0,0 0-72 0,0 0-84 16,0 0-8-16,-91-11 8 15,47 30 1-15,-12 20 21 16,-9 11-12-16,-9 9-10 16,-8 8-11-16,-13 10 11 0,-11 1-4 15,-7 9 19 1,-5 8-2-16,-4 1-14 0,-5 2-2 15,-1 1 19-15,2-5-7 16,7 0-22-16,8-2 2 16,9-7-7-16,13-5 4 15,10-12 1-15,17-11-4 16,16-9-4-16,11-10-4 31,12-8-1-31,4-6-2 16,8-8-9-16,7-8-20 0,2-2-22 15,2-6-30 1,0 0-45-16,0 0 28 16,22-22-56-16,13-17-54 0,8-15-229 15</inkml:trace>
  <inkml:trace contextRef="#ctx0" brushRef="#br0" timeOffset="29688.67">12110 5328 745 0,'0'0'15'0,"0"0"16"15,0 0 172-15,0 0-115 16,0 0-1-16,0 0-3 16,0 0-9-16,-42-26-21 15,42 26-31-15,0 18-14 16,-2 23 3-16,2 14 33 15,0 3-11-15,0-2-14 16,0-5-4-16,0-4-3 16,0-2-3-16,0-5 3 15,0-11-11-15,0-4 1 0,0-7-1 16,0-5-4-16,0 0 0 16,0-1-24-16,0-1-119 15,0-6-54-15,0-5-27 16,2 0-212-16</inkml:trace>
  <inkml:trace contextRef="#ctx0" brushRef="#br0" timeOffset="30112.37">12348 5440 559 0,'0'0'193'15,"0"0"-189"-15,0 0 162 16,0 0-47-16,0 0-23 0,0 0-30 15,5-56-22-15,-18 56-26 16,-2 8-12-16,3 14 0 16,1 4-1-16,2-2-2 15,4-6-3-15,3-2 4 16,2-5-4-16,0-4 1 16,0-3-2-16,11 0 2 15,11-2 3-15,7 0-1 16,3-2-1-16,1 0-2 15,0 2 0-15,-4 2 4 16,-2 6-3-16,-2 2 5 0,-5 6 7 16,-7 5 10-1,-2-2 7-15,-11 2-6 0,0 0 2 16,-5 2 2-16,-21-3 4 16,-8 2-3-16,-1-4-7 15,-1-2-11-15,1-5-11 16,4-4-3-16,4-7-18 15,2-2-79-15,7 0-61 16,3-18-30-16,8-19-245 16</inkml:trace>
  <inkml:trace contextRef="#ctx0" brushRef="#br0" timeOffset="30284.62">12324 5416 854 0,'0'0'7'16,"0"0"68"-16,0 0 26 15,0 0-70 1,0 0 10-16,0 0 30 0,127-32-23 16,-65 20-21-16,6 4-18 15,-6 0-9-15,-14 6-9 16,-12 0-124-16,-20 2-242 16</inkml:trace>
  <inkml:trace contextRef="#ctx0" brushRef="#br0" timeOffset="30992.1">9693 9601 1065 0,'0'0'14'0,"0"0"80"15,0 0 69-15,0 0-12 16,0 0-53-16,0 0-23 16,-22-54-26-16,22 62-2 15,0 32-29-15,0 14-4 16,0 15 11-16,8-4-16 16,-3-6-7-1,4-7 4-15,-1-8-4 0,6-8-2 16,4-6-2-16,0-8-27 0,3-8-81 15,2-5-135-15,-3-9-131 16,-7 0-423-16</inkml:trace>
  <inkml:trace contextRef="#ctx0" brushRef="#br0" timeOffset="31296.41">9976 9789 1071 0,'0'0'11'0,"0"0"-11"16,0 0 75-16,-19-102-6 16,19 78-32-16,21 6 2 15,8 2 12-15,8 11-2 0,-1 5-17 16,-2 0-21-16,-6 8 4 16,-7 23 3-16,-5 11 30 15,-6 4-17-15,-3 4-13 16,-3 0 0-16,-4-5-6 15,0-3-4 1,0-8-5-16,0-7-1 0,0-6-2 16,0-7-6-1,0-4-82-15,0-5-71 0,0-4-62 16,-2-1-99-16,-13 0-241 16</inkml:trace>
  <inkml:trace contextRef="#ctx0" brushRef="#br0" timeOffset="31450.38">10041 9974 928 0,'0'0'47'16,"0"0"63"-16,0 0-31 0,0 0-46 15,0 0 20-15,122-145 14 16,-59 91 23-16,17-6-47 0,1-4-34 31,-1-2-9-31,-4 0-75 0,-10-4-145 0,-13-9-150 16</inkml:trace>
  <inkml:trace contextRef="#ctx0" brushRef="#br0" timeOffset="32033.17">10393 7218 864 0,'0'0'4'0,"0"0"29"15,0 0 83-15,0 0-61 16,0 0 81-16,144-33-34 15,-82 7 3-15,-4 2-18 16,-4 3-59-16,-16 10-24 16,-14 5-3-16,-12 1-1 15,-9 5-6-15,-3 0-28 16,0 0-146-16,0 0-32 16,-17 2-188-16</inkml:trace>
  <inkml:trace contextRef="#ctx0" brushRef="#br0" timeOffset="32284.59">10555 7006 891 0,'0'0'26'16,"0"0"47"-16,0 0 112 16,0 0-85-16,0 0-17 15,0 0-9-15,-4 20-30 16,4 24-3-16,11 10 14 15,1 4-26-15,2-2-21 0,-2-2-2 16,1-1-6-16,-2-5 2 16,3-5-2-16,-3-5-7 15,2-9-59-15,3-4-134 16,3-11-39-16,6-14-262 16</inkml:trace>
  <inkml:trace contextRef="#ctx0" brushRef="#br0" timeOffset="32772.5">11098 7066 695 0,'0'0'199'0,"0"0"-150"16,0 0 48-1,0 0-40-15,0 0-11 0,0 0 4 16,-53-42-1-16,51 34-16 15,2 1-7-15,-2-2-20 16,2 1 1-16,0-2-6 16,0 0 1-16,0 1-2 15,2 0 1-15,11 3 2 16,3 2 2-16,-1 4 1 16,4 0-1-16,-4 6-2 0,1 14 3 15,-6 7 2-15,-1 4 2 16,-4 2 1-16,-5 3-2 15,0-2 0-15,0-2 4 16,-22 2 2-16,-9-2 1 16,-1-3 3-16,1-4 1 15,4-11 0-15,11-2 4 16,6-4-10-16,5-4-10 16,5-1 0-16,0-3 3 15,0 0 0-15,0 0-1 16,0 0-6-16,21 0 3 15,7-5 1-15,8-9-2 16,8-6-1-16,10-7-2 0,6 0-2 16,9-5-10-16,2-3-180 15,1-1-171-15,-3 7-535 16</inkml:trace>
  <inkml:trace contextRef="#ctx0" brushRef="#br0" timeOffset="33859.21">11189 5598 627 0,'0'0'0'0,"0"0"30"16,0 0 94-16,0 0-41 16,0 0 5-16,0 0-45 15,-44-38-13 1,44 25-23-16,13-2-4 0,8 5-1 16,1-2-2-16,3 6 1 15,-1 2 3-15,2 4 4 16,-1 0 0-16,2 3 1 15,-2 20 2-15,-6 10 11 16,-5 6 0-16,-7 2-9 31,-7 1-4-31,0-1-1 16,0-4 9-16,-19-1 5 16,-7-2-9-16,-5-6-6 0,0-1-5 15,0-10 4-15,4-2-1 16,9-9-5-16,5-3 4 15,5-3-4-15,4 0 5 16,4 0 5-16,0 0 9 16,0 0 1-16,0-9-11 15,0-2-4-15,16-3-2 16,7 2 1-16,3 0-1 16,10 2 12-16,4 0 4 15,4-1 15-15,-1 4-12 0,-3 1-13 16,-5 2-9-16,-1 0-5 15,-1 2-35-15,2-2-93 16,0-2-111-16,-6-6-205 16</inkml:trace>
  <inkml:trace contextRef="#ctx0" brushRef="#br0" timeOffset="34251.71">11723 5460 587 0,'0'0'131'15,"0"0"-118"-15,0 0 138 0,0 0-65 16,0 0-33-16,0 0-6 16,-36-26-9-16,29 26-14 15,-2 8-11-15,-2 14 5 16,-1 8-2-16,4 6-1 16,-1 4-5-16,5 3-3 15,4-2 3-15,0 2-2 16,0-5-1-16,4-2-2 15,16-6 1-15,4-6 0 16,5-10-4-16,5-6 1 16,-1-8 3-16,0 0 1 15,4-11 1-15,-4-10 3 0,-7-8 23 16,-3-2 14-16,-5-6 6 16,-12 0-15-16,-3-3-9 15,-3-4 2-15,0-5-14 16,-16 4-9-16,-8 2 2 15,-3 11-8-15,0 8-3 16,2 8-1-16,-2 10-11 16,-6 6-88-16,-7 14-101 15,-11 24-27-15,-6 6-388 16</inkml:trace>
  <inkml:trace contextRef="#ctx0" brushRef="#br0" timeOffset="34912.31">11486 6829 937 0,'0'0'11'16,"0"0"42"-16,0 0 117 16,0 0-66-16,0 0-61 15,0 0 2-15,0-7-6 16,-2 51-10-16,-16 26-8 16,-8 26 6-16,-5 14 0 0,-8 9 5 15,-1-1-2-15,-1 0 1 16,2-4-11-16,3-9 2 15,3-11-9-15,4-11-12 16,7-11 2-16,2-8-3 16,4-12 0-16,3-7-11 15,-1-6-66-15,3-11-70 16,2-5-61-16,-4-13-58 16,-5-3-143-16</inkml:trace>
  <inkml:trace contextRef="#ctx0" brushRef="#br0" timeOffset="35164.24">10896 8169 388 0,'0'0'306'0,"0"0"-236"16,0 0 81-16,0 0-47 15,0 0-42-15,0 0 8 16,4-90 10-16,3 90-34 16,2 7-14-16,6 26 11 15,4 7 0-15,-2 6-28 16,-1-6-9-16,-3-7-3 15,1-14-1-15,-3-6 7 0,2-10 5 16,5-3 6-16,6 0-4 16,6-13-6-1,7-19-7-15,3-11-3 0,3-7-27 16,-1-12-113-16,-4-2-110 16,-7 1-259-16</inkml:trace>
  <inkml:trace contextRef="#ctx0" brushRef="#br0" timeOffset="35711.61">10836 7764 653 0,'0'0'140'15,"0"0"-112"-15,0 0 158 0,0 0-81 0,0 0-26 16,0 0-32-16,8 0-1 16,33 0 30-1,3 0-6-15,0 0-27 0,-5-4-24 16,-10 1-16-16,-10 0-2 16,-3 2-2-16,-7-2-30 15,0 0-115-15,-7-6-98 16,-2-5-187-16</inkml:trace>
  <inkml:trace contextRef="#ctx0" brushRef="#br0" timeOffset="35921.91">11012 7552 723 0,'0'0'224'15,"0"0"-217"-15,0 0 111 16,0 0-16-16,0 0-24 15,0 0 43-15,-16 114-24 16,14-67-47-16,2 1-20 16,0 1-19-16,0-3-8 15,0-8-1-15,6-1-4 0,6-10-16 16,-1-6-98-16,2-3-64 16,3-12-62-16,-1-6-244 15</inkml:trace>
  <inkml:trace contextRef="#ctx0" brushRef="#br0" timeOffset="36394.36">11406 7561 888 0,'0'0'11'16,"0"0"40"-16,0 0 77 15,0 0-76-15,0 0 7 16,0 0 5-16,51-109-46 15,-22 100 18-15,0 9-15 16,-8 0-7-16,-6 4-5 16,-7 21-1-16,-8 9 12 15,0 2-4-15,0 0-7 16,-15-7 1-16,-3-4-2 16,1-8 2-16,5-9 7 15,5-4-6-15,5-2 0 0,2-2-3 16,0 0-1-16,0 0 5 15,0 0-4-15,0 0-4 16,14-3 0-16,6-8-4 16,9-2 1-16,4 3 2 15,2 0-1-15,6 7 7 16,1 3 15-16,-4 0 2 16,-9 0 4-16,-9 17 0 15,-11 2-17-15,-9 0 3 16,0 3-3-16,-27 4 4 15,-21 5-2-15,-15-4-12 0,-7-1-2 16,2-6-1-16,-1-10-6 16,2-8-44-16,5-2-76 15,6 0-91-15,9-12-141 16</inkml:trace>
  <inkml:trace contextRef="#ctx0" brushRef="#br0" timeOffset="37542.53">7507 12408 1342 0,'0'0'21'16,"0"0"39"-16,0 0 57 15,0 0-78-15,0 0-8 16,0 0-7-16,0 0 0 15,171-44 5-15,-80 21-22 16,-6 8-7-16,-18 5 0 16,-15 2-4-16,-10 2-9 15,-8 0-40-15,-6 4-114 16,-6-2-60 0,-15-2-109-16,-7-2-334 0</inkml:trace>
  <inkml:trace contextRef="#ctx0" brushRef="#br0" timeOffset="37748.46">7801 12091 1070 0,'0'0'30'0,"0"0"67"16,0 0 50-16,0 0-50 0,0 0-36 16,0 0-23-16,-11 96-4 31,19-15 50-31,11 5-70 15,5-6-12-15,3-2-2 16,2-3-8-16,2-3-31 16,1-10-141-16,-1-12-113 15,-2-19-251-15</inkml:trace>
  <inkml:trace contextRef="#ctx0" brushRef="#br0" timeOffset="37983.74">8519 11969 1198 0,'0'0'22'15,"0"0"97"-15,0 0 53 16,0 0-111-16,0 0-45 16,0 0-6-16,-31 40-5 15,31 34 22-15,0 9-15 16,4 1-9-16,4-4-3 15,1-4-3-15,-1-7-5 16,0-7-100-16,5-16-131 16,5-14-133-16</inkml:trace>
  <inkml:trace contextRef="#ctx0" brushRef="#br0" timeOffset="38203.61">9278 12477 1447 0,'0'0'9'15,"0"0"-7"-15,0 0 45 16,0 0-15-16,0 0-25 0,0 0 16 16,-49 139-10-1,39-89-12-15,4 5-1 0,-2 2-10 16,-1-3-138-16,-3-13-221 15,1-17-671-15</inkml:trace>
  <inkml:trace contextRef="#ctx0" brushRef="#br0" timeOffset="38486.17">9681 12247 1210 0,'0'0'11'15,"0"0"5"-15,0 0 56 16,0 0-21-16,0 0-13 16,139-23-1-16,-59 8-11 15,-2 2-12-15,-7-1-9 16,-13 0-4-16,-16 4-1 15,-14 2-20-15,-20 4-99 16,-8 2-87-16,0-1-168 16</inkml:trace>
  <inkml:trace contextRef="#ctx0" brushRef="#br0" timeOffset="38691.11">9898 11971 984 0,'0'0'51'0,"0"0"53"15,0 0 15-15,0 0-70 16,0 0 1-16,0 0 41 16,-5 87 14-16,14-23-53 15,2 10-24-15,2 4-18 16,1 0-10-16,1-2-2 0,6-3-12 16,1-9-139-16,3-13-237 15,4-9-507-15</inkml:trace>
  <inkml:trace contextRef="#ctx0" brushRef="#br0" timeOffset="39055.21">10399 12079 496 0,'0'0'646'15,"0"0"-642"-15,0 0 32 0,0 0 9 16,36-113-27-16,1 106-1 15,6 7 5-15,-3 5 3 16,-7 26-8-16,-6 15-1 16,-16 9-9-16,-11 7-1 15,0 2-4-15,-17-3 4 16,-18-5 4-16,-2-8 0 16,-3-8 7-16,2-9 16 0,1-6 14 15,8-11 2-15,8-4-16 16,9-6-17-16,12-3-6 15,0-1 0-15,0 0 1 16,4 0-8-16,23 0 0 16,14 0 3-16,11 0-5 15,5-11-1-15,-1-9-20 16,-4 3-86 0,1 6-115-16,0 2-163 0,1 4-64 15</inkml:trace>
  <inkml:trace contextRef="#ctx0" brushRef="#br0" timeOffset="39244.15">11156 12434 1163 0,'0'0'27'0,"0"0"3"16,0 0 119-16,-33 103-64 16,8-51-22-16,-1 2-36 15,-1-4-16-15,3 0-7 16,3-2-4-16,6-3-8 15,6-3-65-15,0-12-224 16,5-10-240 0</inkml:trace>
  <inkml:trace contextRef="#ctx0" brushRef="#br0" timeOffset="39495.68">11343 12341 1214 0,'0'0'11'15,"0"0"11"-15,0 0 58 16,0 0-40-16,0 0-2 0,128-13 3 16,-53 3-15-16,4-2-6 31,-4-4-11-31,-8-2-7 0,-16 2-2 0,-19 4-7 15,-20 2-94-15,-12 2-100 16,0-2-87-16,-29-4-349 16</inkml:trace>
  <inkml:trace contextRef="#ctx0" brushRef="#br0" timeOffset="39684.25">11578 12052 1027 0,'0'0'85'0,"0"0"39"0,0 0-31 15,0 0-50-15,0 0 40 16,-3 106 45-16,3-42-58 16,5 4-43-16,13 4-15 15,-1 2-9-15,-1 2-3 16,-5-4-19-16,-7-5-145 16,-4-13-161-16,0-14-160 15</inkml:trace>
  <inkml:trace contextRef="#ctx0" brushRef="#br0" timeOffset="40220.35">12066 11993 1157 0,'0'0'5'16,"0"0"-5"-16,0 0 10 16,0 0-2-16,0 0-5 15,120-62 0-15,-93 62 1 0,-3 0 4 16,-2 10 0-16,-7 11 13 16,-1 4-6-16,-12 9 7 15,-2 9 9-15,-8 8-3 16,-28 6 4-16,-11 3-15 15,1-8-5-15,7-8-5 16,8-14-3-16,14-10 4 16,8-9-7-16,4-6 3 15,5-3-4-15,0 0 0 16,0-2 0-16,7 0-1 16,17 0 1-16,7-4 0 0,8-3 0 15,0 1-5 1,-1 2-4-16,-5 4 2 0,-3 0 6 15,-6 1 1-15,-3 19 2 16,-6 6-2-16,-6 4 2 16,-9 2 6-16,0 1 1 15,-5-1 14-15,-21 0 7 16,-6-4 13-16,-8-2-7 16,-6-5 8-16,1-7-15 15,1-3-15-15,1-11-7 16,7 0-6-16,5 0-2 15,4-24-18-15,12-13-179 0,3-14-160 16</inkml:trace>
  <inkml:trace contextRef="#ctx0" brushRef="#br0" timeOffset="40520.47">12878 12498 1191 0,'0'0'174'0,"0"0"-167"0,0 0 31 15,0 0 64-15,-8 129-41 16,-7-85-28-16,-6 4-21 16,-6 2-9-16,-3 0-3 15,2 3-11-15,2-6-125 0,-1-8-178 16,3-11-417-16</inkml:trace>
  <inkml:trace contextRef="#ctx0" brushRef="#br0" timeOffset="40961.56">13342 12483 414 0,'0'0'798'0,"0"0"-779"16,0 0 21-16,0 0 57 16,0 0-82-16,0 0-4 15,-46 20-11 1,50-20-13-16,23 0-121 0,8 0-229 15</inkml:trace>
  <inkml:trace contextRef="#ctx0" brushRef="#br0" timeOffset="41121.01">13774 12446 1217 0,'0'0'55'16,"0"0"-45"-16,0 0 42 15,0 0-15-15,0 0-31 16,0 0-6-16,94 7-121 16,-60-7-222-16</inkml:trace>
  <inkml:trace contextRef="#ctx0" brushRef="#br0" timeOffset="41244.43">14189 12453 852 0,'0'0'0'16,"0"0"-6"0,0 0-195-16</inkml:trace>
  <inkml:trace contextRef="#ctx0" brushRef="#br0" timeOffset="41369.89">14488 12372 936 0,'0'0'0'16,"0"0"-33"-16,0 0-68 16,0 0-687-16</inkml:trace>
  <inkml:trace contextRef="#ctx0" brushRef="#br0" timeOffset="42974.77">21833 7242 689 0,'0'0'6'0,"0"0"76"15,0 0 86-15,0 0-86 0,0 0-23 16,0 0-2-1,0-6 10-15,-6 6-7 0,-17 0-15 16,-12 0-29-16,-21 2-9 16,-19 23-6-16,-19 7 4 15,-11 5-5 1,-10 9-2-16,-15-2 2 0,-17 1 0 16,-20-1 0-16,-18-2-2 15,-11 1 3-15,-5-1-1 16,-16 6 5-16,-5-2-4 15,0 2-1-15,-2-1-3 16,11-6 2-16,4-2-3 0,-1-5 4 16,7-4 0-16,7 0 1 15,3 0 2-15,10 0-3 16,6-3 1-16,11 0-1 16,16-3 0-16,10-2 0 15,11-2 3-15,12 0 0 16,13-2 5-16,4 2 10 15,13-2 6-15,6-1-9 16,15-2-1-16,14-1-3 16,12-5 4-16,9 1 0 15,9-7-3-15,7 1-5 16,3-1-3-16,5-2-3 16,5 2-1-16,0-3 1 0,2 2-1 15,0-2-6 1,0 0-20-16,0 0-133 0,0 0-24 15,6 0-216-15</inkml:trace>
  <inkml:trace contextRef="#ctx0" brushRef="#br0" timeOffset="44173.5">18351 7747 925 0,'0'0'5'16,"0"0"36"-16,0 0 87 16,0 0-40-16,0 0-31 15,0 0-13-15,-107 13-4 16,116-13 14-16,24 0-5 15,16-4-15-15,9-9-6 16,2 0-24-16,-4 1-4 16,-11 1-1-16,-9 7-9 15,-12-3-66-15,-11 5-67 16,-8 0-7-16,-5-2-22 0,0 0-32 16,-3-4-68-16,-15-2-22 15</inkml:trace>
  <inkml:trace contextRef="#ctx0" brushRef="#br0" timeOffset="44379.04">18523 7604 212 0,'0'0'172'0,"0"0"48"16,0 0-80-16,0 0 2 16,0 0-10-16,0 0-38 15,-41-43-15-15,39 43-12 16,2 0-13-16,-2 13-3 16,-3 20-10-16,1 14 48 0,-2 5-53 15,4-1-19-15,-2-2-11 16,4-1-2-16,0-2-4 15,8-8-4 1,16-5-68-16,7-11-162 0,10-12-135 16,-2-10-429-16</inkml:trace>
  <inkml:trace contextRef="#ctx0" brushRef="#br0" timeOffset="44583.56">19004 7411 1082 0,'0'0'5'0,"0"0"50"16,0 0 100-16,0 0-65 15,0 0-54-15,0 0-13 16,0 36-7-16,0 10 2 16,2 8-10-16,4 3-7 15,-6 5-1-15,0 4-11 16,0 1-171-16,-15-8-169 15,-18-7-368-15</inkml:trace>
  <inkml:trace contextRef="#ctx0" brushRef="#br0" timeOffset="47993.96">17003 8693 1135 0,'0'0'4'0,"0"0"10"16,0 0 73-16,0 0-15 15,0 0-30-15,-125-105 1 16,94 95 27-16,2 8-37 15,-2 2-8-15,-1 0-11 16,-3 23-7-16,-2 9-3 16,3 0-1-16,5 1 0 15,6-3 1-15,10-3-3 0,13-1 6 16,0 2-1-16,16 2 0 16,23 1-1-16,15-6 2 15,11 3-5-15,1 0 1 16,2-1-3-16,-8 9 0 15,-9 3 1-15,-14 6 3 16,-12 3-4-16,-15 0 8 16,-10-4-2-16,0-4 0 15,-25-6 12-15,-20-4 1 0,-11-6-2 16,-11-6-9-16,-8-10 4 16,-3-8 13-16,-2 0-4 15,6-22-14-15,9-16 0 16,7-8-7-16,8-8-10 15,7-10-53-15,9-6-111 16,7 2-136-16,6 11-189 16</inkml:trace>
  <inkml:trace contextRef="#ctx0" brushRef="#br0" timeOffset="49427.81">1342 6699 1133 0,'-122'12'3'16,"21"2"1"-16,30-1 62 16,26-9-16-16,27-3 1 15,18 3 3-15,40 2-24 16,63 7-18-16,57 0 3 16,63 0-8-16,53-9 1 15,46-4-2-15,31 0-1 0,24-17-5 16,7 5-2-16,-6 2 2 15,-17 6 4-15,-22 4-4 16,-41 0-4-16,-39 0-3 16,-52 0 5-16,-46 0-1 15,-45 0-18-15,-41 0-7 16,-37 0-15-16,-29 0-14 16,-14 3-64-16,-52 20-20 15,-28 11-352-15</inkml:trace>
  <inkml:trace contextRef="#ctx0" brushRef="#br0" timeOffset="49937.63">1362 8001 938 0,'0'0'0'0,"-130"30"2"16,93-16 31-16,16-4-12 15,21 2-1-15,7 2 12 0,58 4 15 16,42 1-20-16,44-5-1 16,53-3-19-16,38-7-2 15,46-4 0-15,36 0-5 16,17-2 4-16,14-8-3 15,-12-1-1-15,-23 0 6 16,-27-3-3-16,-37-4 24 16,-34 0-22-16,-34 2 10 15,-41-2-6-15,-33 4-4 16,-32 4-2-16,-29-1-3 16,-24 8-1-16,-21-2-49 15,-8 5-31-15,-39 0-101 0</inkml:trace>
  <inkml:trace contextRef="#ctx0" brushRef="#br0" timeOffset="51942.44">20811 6792 860 0,'0'0'18'0,"0"0"70"16,0 0 73-16,0 0-77 15,0 0-45-15,0 0-23 16,-74 19-2-16,19 29-6 15,-13 16 10-15,-9 19 18 16,-13 20-8-16,-10 13 8 16,-13 16 0-16,-14 6-10 15,-9 3 6-15,-9-5-7 0,0-1 5 16,5-10-1-16,6-2-3 16,7-3-9-16,2-5-7 15,9-6 2-15,7-12-10 16,9-8 3-16,9-16-2 15,10-7 5-15,15-16-5 16,14-11-1 0,12-9-2-16,13-11 0 0,9-6 0 15,7-3 0-15,9-3-1 16,2-6-9-16,0-1-36 16,2 0-86-16,27-10-20 15,16-20-39-15,6-14-138 16</inkml:trace>
  <inkml:trace contextRef="#ctx0" brushRef="#br0" timeOffset="52966">20711 5426 360 0,'0'0'258'16,"0"0"-230"-16,0 0 120 16,0 0-33-16,0 0 15 15,0-106-38-15,0 102 4 16,0 4-3-16,0 0 1 15,0 0-45-15,0 0-21 16,-10 6-18 0,-3 26-1-16,-3 17-2 0,1 7 13 0,3 3-7 15,4-3 4-15,6 2-10 16,2-4-5-16,0-5 0 16,0-9-2-16,0-8-6 15,2-5-5-15,16-8-18 16,3-5-138-1,9-8-34 1,4-6-72-16,-3-10-59 16</inkml:trace>
  <inkml:trace contextRef="#ctx0" brushRef="#br0" timeOffset="53421.33">20951 5426 730 0,'0'0'18'0,"0"0"62"16,0 0 105-16,0 0-87 15,0 0-31-15,0 0-32 16,0-40-10-16,0 42-11 16,-3 27-12-16,-3 13 2 15,0 3 3-15,-1 4-6 16,3-10-1-16,1-3 0 16,-2-11 3-16,5-10-3 15,0-4 0-15,0-8 0 16,0 0 0-16,0-3 1 15,0 0 1-15,0 0 3 0,0 0 0 16,8-4-4-16,11-14 4 16,10-3-5-16,5 3 0 15,3 7 2-15,4 7-4 16,1 4 4-16,-4 0 0 16,-2 15 2-16,-3 14-2 15,-11 7 21-15,-10 4 0 16,-6-2 2-16,-6-4 2 15,0-4 6-15,-20-4 6 16,-11 1 1-16,-9-6-20 16,-7 2-14-16,7-8-6 0,4-5-3 15,9-4-11-15,7-4-68 16,5-2-109-16,1-2-3 16,3-26-84-16,-3-12-258 15</inkml:trace>
  <inkml:trace contextRef="#ctx0" brushRef="#br0" timeOffset="53645.02">20888 5500 230 0,'0'0'492'16,"0"0"-480"-16,0 0 0 16,0 0 53-16,0 0-34 0,0 0 51 15,145-72 0 1,-89 58-9-16,2-2-15 0,-4 4-4 15,-8-1-20-15,-17 6-26 16,-8 7-8-16,-15 0-2 16,-6 0-29-16,0 16-228 15,-8 8-209-15</inkml:trace>
  <inkml:trace contextRef="#ctx0" brushRef="#br0" timeOffset="54302.78">18706 8256 968 0,'0'0'9'0,"0"0"-2"15,0 0 113-15,0 0-22 16,0 0-27-16,0 0-21 15,104-71 12-15,-50 54 8 16,-2 0-27-16,-4 2-20 16,-11 5-16-16,-5 6-7 15,-14 0-5-15,-7 4-22 16,-11 0-127-16,0 0-16 16,0 0-12-16,0 0-170 15,-13 0-62-15</inkml:trace>
  <inkml:trace contextRef="#ctx0" brushRef="#br0" timeOffset="54508.18">18928 8024 562 0,'0'0'88'0,"0"0"54"0,0 0 40 15,0 0-74-15,0 0-25 16,0 0-19 0,-12-11-29-16,12 11 0 0,0 23 13 15,0 12 62-15,8 5-67 16,-2-2-23-16,1-4-16 15,-1 1 1-15,1-4-5 16,0-2-3-16,3-6-17 16,9-2-187-16,1-10-84 0,4-11-310 15</inkml:trace>
  <inkml:trace contextRef="#ctx0" brushRef="#br0" timeOffset="54900.71">19273 7950 884 0,'0'0'9'0,"0"0"25"15,0 0 47-15,0 0-32 0,0 0-6 16,0 0 4 0,-6-107-28-16,23 98 13 0,8 7-9 15,0 2-9-15,-1 0 1 16,-2 9-2-16,-9 13-1 15,-4 6 9-15,-4 3 10 16,-5 4-11-16,0-1 2 16,0-4-4-16,-11 0 4 15,-12-5 1-15,-1 4-5 16,-2-5-7-16,1-6 1 16,7-4-4-16,5-6-1 15,9-5 0-15,0-1-2 16,4-2 8-16,0 0-3 0,0 0 7 15,21 0-13-15,16-6 6 16,17-17-3 0,11-4-7-16,7-10-5 0,-2-3-96 15,4-7-167-15,-12 0-405 16</inkml:trace>
  <inkml:trace contextRef="#ctx0" brushRef="#br0" timeOffset="61922.45">17792 9007 61 0,'0'0'8'16,"0"0"-4"-16,0 0-2 16,0 0-2-16,0 0-5 15,0 0-58-15</inkml:trace>
  <inkml:trace contextRef="#ctx0" brushRef="#br0" timeOffset="62930.65">17838 8931 450 0,'0'0'318'0,"0"0"-288"16,0 0 118-16,0 0-48 16,0 0-2-16,0 0-34 15,-131-50-21-15,100 50 7 16,0 26-4-16,2 10-2 0,-3 13-8 15,8 9-13-15,2 4-4 16,6 4-10-16,10 0 1 16,6 0-4-16,0-4 2 15,4-2-1-15,18-4 0 16,5-6-2-16,4-9 0 16,1-9-3-16,3-8 0 15,1-6 3-15,-1-9-4 16,3-9 2-16,3 0 3 15,3-7 2-15,3-19-6 0,-3-8 0 16,0-8-1-16,-5-6 0 16,-6-8 1-16,-8-6-2 15,-14-5 0-15,-7-3 0 16,-4-2 1-16,0 7 1 16,-27 9-2-16,-6 12-1 15,-9 12-1-15,-8 10 0 16,2 10 1-16,-1 6-2 15,4 6 1-15,2 0 1 16,10 0-1-16,6 0 2 16,10 10-4-16,3 5 4 0,8 2-2 15,3 7 0-15,3 7 2 16,0 5 0-16,13 6 1 16,14 5 0-16,7 8-1 15,6 3 1-15,7 0 2 16,6-2 4-16,8 0 9 15,-3-3 17-15,-6-3-5 16,-4-4-17-16,-11-6-11 16,-1-1 0-16,-7-10 1 15,-2-6-2-15,-3-2-1 0,-3-8-8 16,-4-5-62-16,6-8-81 16,1 0-68-16,5-26-89 15,0-21-366-15</inkml:trace>
  <inkml:trace contextRef="#ctx0" brushRef="#br0" timeOffset="63622.48">19922 7163 374 0,'0'0'20'0,"0"0"42"16,0 0 40-1,0 0-22-15,0 0 12 0,0 0-3 16,80-64 13-16,-80 64-13 0,0 0-1 16,0 0-9-16,0 0-22 15,-7 5-29-15,-17 40-15 16,-17 37 5-16,-17 32 29 15,-11 30 33-15,-6 23-26 16,-10 9-2-16,-2 9-8 16,-6 1 0-16,1-3-17 15,5-18-6-15,10-16 6 16,17-24-12-16,13-25-9 16,15-18-6-1,7-18 3-15,12-17-3 0,5-16 0 0,3-17-2 31,5-5-11-31,0-9-46 16,0 0-86-16,7-42-69 16,16-26-52-16,0-31-233 15</inkml:trace>
  <inkml:trace contextRef="#ctx0" brushRef="#br0" timeOffset="64282.17">19857 5288 741 0,'0'0'0'0,"0"0"23"15,0 0 141-15,0 0-78 16,0 0-2-16,0 0-20 16,-22-24-6-16,22 24-10 15,0 0-7-15,-3 0-22 16,1 8-12-16,-2 24-7 16,-2 12 7-16,1 6 15 15,-2-2 9-15,0-2-1 16,3-6 3-16,2-2-10 15,0-5-12-15,2-5-5 0,0-6-4 16,0-7 1-16,0-2-2 16,0-3-1-16,0 2 0 15,0-4-8-15,6-1-18 16,12-4-161-16,8-3-64 16,3-14-204-16</inkml:trace>
  <inkml:trace contextRef="#ctx0" brushRef="#br0" timeOffset="64803.06">20107 5442 868 0,'0'0'0'16,"0"0"0"-16,0 0 77 16,0 0-6-16,0 0-42 15,0 0 30-15,-52 2-6 16,46-2-14-16,1 0 4 15,3-10-13-15,0 2-17 16,2-4-4-16,0-2-3 16,0 0-4-16,0 0 1 15,6-2-1-15,13 0-1 0,4-1 0 16,4 4-1-16,4 3-2 16,-2 3 2-16,-6 7 0 15,-3 0-3-15,-7 0 3 16,-2 18 0-16,-3 15 1 15,-8 5 12-15,0 2-6 16,0-2 5-16,-8-1 0 16,-9-2 7-16,-8 1 0 15,3-1 5-15,-2-6 2 16,1-1-3-16,5-7-8 16,1-7 0-16,5-2-6 15,6-2 3-15,1-6-2 0,3 2-3 16,2-4 2-16,0-2-4 15,0 2 3-15,0-2 5 16,0 0-5-16,13 0 3 16,18 0-2-16,12-18-3 15,13-4-6-15,13-2 0 16,0-2-2 0,4 5-3-16,-9 5-35 0,-8 12-117 15,-11 4-46-15,-21 10-201 0</inkml:trace>
  <inkml:trace contextRef="#ctx0" brushRef="#br0" timeOffset="66610.53">19041 9188 848 0,'0'0'25'16,"0"0"54"-16,0 0 34 16,0 0-9-16,0 0-19 15,0 0 1-15,0 0-19 16,-142-28 4-16,109 50-7 0,6 6-3 15,0 8-40-15,7 5 1 16,7 4 2-16,4 4-17 16,9-2 9-16,0-3-4 15,9-1-3-15,18-3-2 16,6-2 0-16,7-5-6 16,5-2 9-16,3-9-8 15,6-12 2-15,-2-6 0 16,0-4-3-16,-2 0 0 15,-4-14 3-15,-3-12 3 0,-3-9-5 16,-7-7 2 0,-6-5 4-16,-9-6-8 0,-13-5 3 15,-5-2 0-15,-12 1 2 16,-28 9-2-16,-12 8-3 16,-5 17 0-16,-5 12-3 15,-3 7-9-15,-4 6-22 16,0 0-32-16,2 23-60 15,5 9-75-15,4 7 4 16,5 3-142-16,8-3-250 0</inkml:trace>
  <inkml:trace contextRef="#ctx0" brushRef="#br0" timeOffset="68747.89">19173 6711 935 0,'0'0'4'16,"0"0"6"0,0 0 55-16,0 0 1 0,0 0 12 15,0 0-15-15,-58-25-31 16,76 34-16-16,20 38 4 16,15 21-3-16,7 18 11 15,5 12 4-15,-7 11-16 16,-2 15 0-16,0 10 38 15,-3 11-4-15,2-2-14 16,1-10 11-16,2-2-7 16,-2-12-9-16,0-8-7 0,-8-9 2 15,-3-7-12-15,-5-11 1 16,-2-9-3-16,-5-16 0 16,-2-11-4-16,-4-13-5 31,-6-12-2-31,-6-6 0 0,-6-10 2 0,-2-2-3 31,-5-5-7-31,-2 0-41 16,0-8-95-16,-9-28-155 15,-18-26-216-15</inkml:trace>
  <inkml:trace contextRef="#ctx0" brushRef="#br0" timeOffset="69784.72">19396 5307 703 0,'0'0'12'16,"0"0"-4"-16,0 0 172 15,0 0-82-15,0 0-5 16,0 0-10-16,-94-59-28 16,76 40 11-16,3 6-23 0,-5-4-5 15,-5 4-11 1,-2 8-18-16,-1 5-7 0,-6 0-2 16,6 4 0-16,-1 20-1 15,6 2 1-15,5 5-2 16,11-1-2-16,7 0 1 15,0 0 2-15,5-2-6 16,17-6 4-16,3-6 3 16,0-8 0-16,-2-4 4 15,4-4-4-15,0 0 4 16,0 0 0-16,-2-11-1 16,-6-3 3-16,2-3-5 15,-3 3 0-15,-5 0 0 0,-3 4 1 16,0 2 0-16,-6 2 0 15,1 4 1-15,-5 0 2 16,0 2 0-16,0 0 4 16,0 0 0-16,0 0 0 15,0 0-2-15,0 0-2 16,0 0 1-16,0 0-4 16,0 0 2-16,0 0 1 15,0 0-5-15,0 0 4 16,0 0-1-16,0 0 1 15,0 0 1-15,0 0 3 16,0 0 1-16,0 0 1 16,0 0-1-16,0 0 2 0,1 0-3 15,-1 0-1-15,0 0 0 16,0 0-4-16,0 0 0 16,0 0-2-16,0 0-1 15,0 14-3-15,0 20 3 16,5 12 5-16,0 6 5 15,-3-2-5-15,0-1-2 16,1-6-2-16,-3 4-1 16,0-1-3-16,0-2-2 15,0 4-10-15,0-2-85 0,0 0-111 16,0-4-24 0,0-4-237-16</inkml:trace>
  <inkml:trace contextRef="#ctx0" brushRef="#br0" timeOffset="73507.89">16655 5348 601 0,'0'0'5'16,"0"0"25"-16,0 0 88 15,0 0-46-15,0 0 54 16,0 0-56-16,0 0-18 16,-37-114 1-16,52 93-37 15,-1 6-11-15,-1 2-3 16,-5 9-2-16,2 2 2 15,-1 2-4-15,4 0 1 16,-2 12 1-16,2 14 8 0,-3 9-3 16,3 2 0-16,-7 3-5 15,-4-2 8-15,-2-1-3 16,0 1-1-16,-4-2 5 16,-14 0 1-1,-6-3-4-15,-2-3 6 0,5-7-5 16,4-5-1-16,1-4 6 15,5-4 0-15,3-5-4 16,4-2 4-16,4-3-2 16,0 0 1-16,0 0 4 15,0 0 14-15,0 0 2 16,0 0-8-16,4 0-4 16,19-14 14-16,10-9-23 0,12-6 0 15,6-1 4-15,-8 6 0 16,-10 5-3-16,-10 8-7 15,-16 5-2-15,-1 2-2 16,-4 4 0-16,-2 0-5 16,4 0-37-16,8 7-169 15,3 0-148-15</inkml:trace>
  <inkml:trace contextRef="#ctx0" brushRef="#br0" timeOffset="73965.75">17065 5266 798 0,'0'0'3'16,"0"0"43"-16,0 0 70 15,0 0-65-15,0 0-18 16,0 0-4-16,-17-13-21 0,17 13 3 15,0 0-6-15,0 0 2 16,-2 0 6-16,0 13-11 16,-4 19 2-16,4 8 2 15,2 4 4-15,0 0 1 16,0-6-8-16,14-2 9 31,5-4-9-31,4-5 9 0,-1-8-9 0,3-2 3 16,-1-8 9-16,1-4-6 15,-1-5 5-15,-1 0 4 16,-2 0 2-16,2-14 17 0,-3-13 17 16,-4-5 18-16,-5-6-46 15,-11-6 0 1,0-4-4-16,-4 1-9 0,-24 4-11 16,-4 6-2-16,-11 22-7 15,-11 15-15-15,-5 14-68 16,-9 37-114-16,5 16-50 15,8 3-318-15</inkml:trace>
  <inkml:trace contextRef="#ctx0" brushRef="#br0" timeOffset="75317">17177 7106 681 0,'0'0'7'0,"0"0"20"16,0 0 52-16,0 0 2 0,0 0 8 15,0 0-37-15,-76-50-22 16,76 50 0-16,20 0-13 15,27 18-4-15,26 17-1 16,25 5-5-16,18 10-2 16,18 6 2-16,17 13 4 15,21 4 28-15,20 4 15 16,24-1-4-16,20-4-37 16,7-2 20-16,11-2-2 15,-5-4-16-15,-3-3 17 0,-13-11-5 16,-23-4-9-16,-21-8-9 15,-30-6-2-15,-28-4-3 16,-25-8-4-16,-18-8 4 16,-24-4 4-16,-18-3-3 15,-13-4-5-15,-15 0 5 16,-7-1-3-16,-9 0-4 16,-2 0-1-16,0 0-38 15,-23 0-151-15,-15-11-83 16,-13-7-318-16</inkml:trace>
  <inkml:trace contextRef="#ctx0" brushRef="#br0" timeOffset="77123.81">22243 6274 264 0,'0'0'610'0,"0"0"-609"0,0 0 23 16,0 0 101-16,0 0-64 15,0 0-16-15,0 0 2 16,0 0-21-16,0 0-8 15,0 0-12-15,0 0-6 16,0 0 0-16,-9 0-44 16,-20 4-177-16,-10-2-304 15</inkml:trace>
  <inkml:trace contextRef="#ctx0" brushRef="#br0" timeOffset="77470.25">20962 6672 659 0,'0'0'14'15,"0"0"-9"-15,0 0 77 16,0 0 55-16,0 0-53 16,0 0-28-16,0 0-17 15,0 0-16-15,0 0-11 16,0 0-12-16,0 0-4 15,0 0-63-15,0 0-165 16,-18 1-201-16</inkml:trace>
  <inkml:trace contextRef="#ctx0" brushRef="#br0" timeOffset="77910.63">19735 6667 309 0,'0'0'315'0,"0"0"-312"0,0 0-3 15,0 0 33-15,0 0 4 16,0 0-24-16,-5 0-8 16,5 0 1-16,0 0-2 15,0 0-4-15,0 2-4 16,-2 4-37 0,-7-2-194-16</inkml:trace>
  <inkml:trace contextRef="#ctx0" brushRef="#br0" timeOffset="78460.42">19231 6713 769 0,'0'0'3'0,"0"0"2"15,0 0 11-15,0 0 36 16,0 0-24-16,0 0-9 16,0 0 7-16,0 0 6 15,0 0-12-15,0 0-9 16,0 0-5 0,0 0-3-16,0 0-3 0,0 0 0 15,0 0-5-15,-11 0-37 16,-2 0-88-16,-3 0-93 0,1 0-225 15</inkml:trace>
  <inkml:trace contextRef="#ctx0" brushRef="#br0" timeOffset="79190.28">18164 6657 753 0,'0'0'1'15,"0"0"0"-15,0 0 22 16,0 0 49-16,0 0-30 0,0 0-13 16,-16 0-10-1,16 0 2-15,0 0-4 0,0 0-14 16,0 0-3-16,0 0-32 16,0 0-88-16,0 0-128 15</inkml:trace>
  <inkml:trace contextRef="#ctx0" brushRef="#br0" timeOffset="79939.53">17204 6539 649 0,'0'0'6'16,"0"0"-3"-16,0 0 49 15,0 0 11-15,0 0-23 16,0 0-3-16,-5 0-26 16,5 0-11-16,0 0-16 15,0 0-92-15,0 0-231 0</inkml:trace>
  <inkml:trace contextRef="#ctx0" brushRef="#br0" timeOffset="90584.82">21742 9499 312 0,'0'0'836'0,"0"0"-818"16,0 0 0-16,0 0 26 16,0 0 0-16,0 0 38 15,0 0-26-15,35-42-46 16,30 28 7-16,9-3-1 16,-1 5-7-16,-6 2-7 15,-7 2-2-15,-15 5-1 16,-14 0 0-1,-11 1 0-15,-8 1 1 0,-8 1 0 0,-4-2 1 16,0-1 1-16,0 3 3 16,0 0 9-16,0 0 4 15,-14 0-7-15,-10 6-3 16,-9 24-5-16,-10 19-3 16,-3 9 9-16,-2 10 1 15,6 2 4-15,7-8 2 16,6-4-7-16,6-12-2 15,7-10 4-15,10-5-1 16,6-9 0-16,0-6-5 16,8-1 1-16,31-13-3 15,12-2 2-15,16 0-1 0,13-15-4 16,7-12-4-16,4 0 2 16,-1-4 2-16,-3 4-9 15,-8 3-34-15,-14 3-41 16,-16 4-62-16,-15 2-71 15,-26 1-119-15,-8 5-356 16</inkml:trace>
  <inkml:trace contextRef="#ctx0" brushRef="#br0" timeOffset="91230.89">16682 10692 896 0,'0'0'6'0,"0"0"12"16,0 0 65-16,-114 17-42 15,114-17 5-15,5 0 52 16,46 0-42-16,41-8-20 0,45-13 10 16,54-8-15-16,46-7-13 15,49 0-10-15,39-1-5 16,36 4-2-16,24 7-1 15,18 5-2-15,14 2 2 16,-1 2 1-16,-1 0 8 16,383-31 30-1,-432 18-12-15,-35-7-14 0,-32-3-4 16,-42-2-9-16,-37-2-5 16,-45 0-28-16,-38 2-29 15,-48 6-24-15,-43 2 21 16,-41 4-51-16,-25 5-72 15,-60 0-258-15</inkml:trace>
  <inkml:trace contextRef="#ctx0" brushRef="#br0" timeOffset="92536.71">19801 9270 59 0,'0'0'737'16,"0"0"-682"-16,0 0 101 15,0 0-46-15,0 0 0 16,0 0-10-16,-17-36-6 16,17 36-19-16,0 0-22 15,-3 2-24-15,-1 32-14 0,-1 12-1 16,3 12 5-16,0-4-9 15,2-6-7-15,0 0-3 16,0-9-1-16,2-5-10 16,9-7-51-16,3-10-44 15,-1-5-91-15,3-10-36 16,-5-2-81-16,-2-12-75 16</inkml:trace>
  <inkml:trace contextRef="#ctx0" brushRef="#br0" timeOffset="92725.26">19822 9270 635 0,'0'0'102'0,"0"0"27"16,0 0 29-1,0 0-64-15,0 0-2 0,0 0-45 16,-5-13 13-16,29 28 33 16,9 7-30-16,4 6-33 15,-4 1-25-15,-2 2-5 16,1 4-4-16,-1-6-58 15,0 0-172-15,-2-11-65 16,0-8-160-16</inkml:trace>
  <inkml:trace contextRef="#ctx0" brushRef="#br0" timeOffset="92928.9">20318 9199 909 0,'0'0'34'15,"0"0"85"-15,0 0-28 0,0 0-2 16,0 0-13-16,0 0-22 16,-122-30-37-16,93 71-13 15,4 11-4-15,6 10-4 16,5 2-58-16,9-2-74 16,5-4-115-16,0-13-135 0</inkml:trace>
  <inkml:trace contextRef="#ctx0" brushRef="#br0" timeOffset="93165.19">20300 9220 835 0,'0'0'22'0,"0"0"94"0,0 0 15 15,0 0-9-15,0 0-70 16,0 0-10-16,0 4 5 15,0 40 28-15,4 16 2 0,8 5-54 16,-1 0-15-16,3 6-8 16,-1-3-1-1,-2-3 0-15,-2-6-15 0,0-6-79 16,-3-9-96-16,8-11-9 16,1-12-108-16,10-13-293 15</inkml:trace>
  <inkml:trace contextRef="#ctx0" brushRef="#br0" timeOffset="93433.45">20951 9278 979 0,'0'0'7'16,"0"0"27"-16,0 0 103 15,0 0-48-15,0 0-17 16,0 0 23-1,-7-48-39-15,7 62-34 0,0 29-4 16,4 8 34-16,7 10-23 0,-1-6-23 16,-4-1-5-1,-3-3-1-15,-3-5 0 0,0-4-12 16,0-4-44-16,-3-10-92 16,-10-6-24-1,2-10-57-15,-2-12-91 0,4 0-135 16</inkml:trace>
  <inkml:trace contextRef="#ctx0" brushRef="#br0" timeOffset="93637.16">20925 9294 928 0,'0'0'14'16,"0"0"42"-16,0 0 34 0,0 0-43 0,0 0 0 15,33-114-13-15,0 88-11 16,7 4-10-16,2 2-4 15,1 8-9-15,-3 5-3 16,-7 7-29-16,-10 0-122 16,-15 14-139-1,-8 15-152-15</inkml:trace>
  <inkml:trace contextRef="#ctx0" brushRef="#br0" timeOffset="93826.07">20994 9425 631 0,'0'0'87'15,"0"0"9"-15,0 0 70 16,0 0-88-16,0 0-8 0,0 0-30 16,-3 54-1-16,48-54 43 15,15 0-25-15,9-18-18 16,5-8-8-16,-3-3-30 31,-9 1-1-31,-12 1-2 16,-17 13-109-16,-18 1-62 15,-15 9-173-15</inkml:trace>
  <inkml:trace contextRef="#ctx0" brushRef="#br0" timeOffset="94957.53">3383 9312 856 0,'0'0'16'0,"-189"159"61"16,59-27 44-16,-23 30-39 15,-26 36 0-15,-17 23 22 16,-15 16-21-16,-7 5-12 16,6-12-16-16,23-12-17 15,27-26-10-15,42-29-7 16,40-29-11-16,33-31-5 16,30-30-5-16,17-18-7 15,6-20-14-15,32-14-58 0,16-19 10 16,10-4-104-16,9-46-57 15,4-24-198-15</inkml:trace>
</inkml:ink>
</file>

<file path=ppt/ink/ink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5.68611" units="1/deg"/>
          <inkml:channelProperty channel="T" name="resolution" value="1" units="1/dev"/>
        </inkml:channelProperties>
      </inkml:inkSource>
      <inkml:timestamp xml:id="ts0" timeString="2023-09-16T13:43:32.606"/>
    </inkml:context>
    <inkml:brush xml:id="br0">
      <inkml:brushProperty name="width" value="0.05292" units="cm"/>
      <inkml:brushProperty name="height" value="0.05292" units="cm"/>
      <inkml:brushProperty name="color" value="#FF0000"/>
    </inkml:brush>
  </inkml:definitions>
  <inkml:trace contextRef="#ctx0" brushRef="#br0">8857 6050 737 0,'0'0'10'0,"0"0"49"15,0 0 36-15,0 0-2 16,0 0-25-16,0 0-13 15,0 0 1-15,-43-65-25 16,43 65-4-16,0 0-8 0,0 0-17 16,0 3-2-16,0 31 5 15,0 19-3-15,12 20 4 16,3 5 0-16,1 5 6 16,-2-3 2-16,1-4-2 15,-4-5-7 1,-4-6 3-16,2-7-8 0,-4-4-1 15,1-1 0-15,1-2-3 16,-1 1-42-16,1-1-120 16,-2-17-124-16,-5-16-358 0</inkml:trace>
  <inkml:trace contextRef="#ctx0" brushRef="#br0" timeOffset="329.91">8828 6320 785 0,'0'0'6'15,"0"0"25"-15,0 0 13 0,-31-111-8 16,44 66 28-16,20 3-24 15,13-1-5-15,4 11 2 16,6 13-24 0,-4 13-8-16,-6 6-5 0,-3 10-9 15,-10 25 7-15,1 9-10 16,-10 11-53-16,-9 1-64 16,-5 2 15-16,-8-4-82 15,-2-3-87-15,0-5-3 16</inkml:trace>
  <inkml:trace contextRef="#ctx0" brushRef="#br0" timeOffset="487.56">9026 6684 300 0,'0'0'64'31,"0"0"38"-31,0 0 77 0,0 0-74 0,0 0-50 16,0 0-1-16,54-11 23 15,-10-5-24 1,8-6-14-16,8-6-23 0,11-4-3 15,7 2-13-15,5 8-12 16,-6 6-183-16,-10 6-311 0</inkml:trace>
  <inkml:trace contextRef="#ctx0" brushRef="#br0" timeOffset="801.95">9963 6341 803 0,'0'0'1'0,"0"0"-1"15,-48-117 18 1,33 85 15-16,3 4 66 0,4 10-25 0,4 6-13 16,1 6 16-16,3 6-15 15,0 0-35-15,0 14-12 16,0 32-12-16,0 16 5 15,0 16 4-15,9 3-4 16,2-4 0 0,1 0 10-16,-4-4-14 0,-1-4-4 15,-1-5 0-15,-1-8-5 32,0-12-69-32,1-10-119 15,-1-21-128-15,-5-13-242 16</inkml:trace>
  <inkml:trace contextRef="#ctx0" brushRef="#br0" timeOffset="1007.16">9880 6236 989 0,'0'0'6'0,"0"0"-3"15,0 0 15-15,93-119-8 16,-66 112-8-16,-2 7-2 15,2 0-6-15,1 18-6 0,3 15-18 16,-2 9-113-16,-4-1-87 16,-9-3-109-16</inkml:trace>
  <inkml:trace contextRef="#ctx0" brushRef="#br0" timeOffset="1211.08">9969 6653 618 0,'0'0'9'16,"0"0"49"-16,0 0 30 16,0 0-14-16,0 0 10 15,0 0 0-15,104 10-31 16,-54-10-22-16,0-14 0 0,3-1-13 16,2-6-12-16,-9 3-6 15,-5 7-24-15,-14 0-156 16,-19 9-229-16</inkml:trace>
  <inkml:trace contextRef="#ctx0" brushRef="#br0" timeOffset="1368.45">10058 6997 167 0,'0'0'753'0,"0"0"-748"15,0 0 26-15,0 0 26 16,0 0-5-16,0 0-21 15,163 33-5 1,-99-59-12-16,3-2-14 0,3-2-30 16,-8-3-282-16,-5-4-431 15</inkml:trace>
  <inkml:trace contextRef="#ctx0" brushRef="#br0" timeOffset="1729.71">10837 6211 1090 0,'0'0'7'0,"0"0"-7"15,0 0 17-15,0 0 49 16,0 0-10-16,0 0-45 16,-57 15-10-16,52 50 8 15,5 12 9-15,0 9 3 16,0 5-6-16,0 0-7 15,-2 1-5-15,-2-9-3 16,-2-10 0-16,-2-19 3 16,4-22-3-16,4-18-2 0,0-10 2 15,0-4 4 1,0 0 0-16,22-6 6 0,16-15-4 16,11-2-4-16,7 1-2 15,4 2-1-15,5 2-1 16,8 6-37-16,6 0-102 15,-2 1-86-15,-4 0-254 16</inkml:trace>
  <inkml:trace contextRef="#ctx0" brushRef="#br0" timeOffset="2076.42">11544 6303 956 0,'0'0'14'15,"0"0"-14"1,0 0 39-16,0 0 45 0,0 0 0 16,0 0-15-16,-22-71-33 15,22 113-30-15,0 18 0 16,0 19 17-16,0 5-8 16,0 0 4-16,0 1 0 15,0-6-8-15,0-7-2 16,0-16-4-16,0-13-2 0,0-17 2 15,0-12-3-15,0-4 4 16,6-4-1-16,14-2 2 16,12-2 5-16,7-2-7 15,11 0-4-15,6-4-1 16,8-9-2-16,5 0-29 16,5 3-87-16,4 0-61 15,-7-5-134-15,-4-4-429 16</inkml:trace>
  <inkml:trace contextRef="#ctx0" brushRef="#br0" timeOffset="2438.46">12431 6427 1043 0,'0'0'9'15,"0"0"-9"-15,0 0 41 16,0 0 51-16,0 0-62 15,0 0-19-15,-127 8-2 16,111 41 8-16,10 6 10 16,6 9-11-16,0 5-2 0,4 2-7 15,19 3 7-15,3-3-11 16,6-11-1-16,3-16 1 16,3-16-2-16,2-10 0 15,0-18-1-15,0 0 8 16,2-16 1-16,-1-24-3 15,-6-16 0 1,-8-11 3-16,-14-13 10 0,-13-4-1 16,-2-4-8-16,-38 4 0 15,-11 9-9-15,-8 16 1 16,-1 18-2-16,5 21-2 16,0 16-17-16,1 4-112 15,5 17-178-15</inkml:trace>
  <inkml:trace contextRef="#ctx0" brushRef="#br0" timeOffset="2878.97">13188 6675 689 0,'0'0'25'0,"0"0"77"16,0 0 64-16,0 0-39 16,0 0-2-16,0 0-29 15,-19-72-16-15,19 72-39 16,0 14-15-16,0 22 0 16,0 18 14-16,0 11-7 15,0 9-20-15,0 6-6 16,0 4-4-16,-2-3-3 15,-8-5-4-15,6-12-37 16,4-14-128-16,0-18-110 16,0-21-101-16</inkml:trace>
  <inkml:trace contextRef="#ctx0" brushRef="#br0" timeOffset="3068.99">13512 6797 577 0,'0'0'493'0,"0"0"-465"16,0 0 129-16,0 0-21 16,0 0-56-16,0 0-75 15,-100 72-5-15,59 1 0 16,8 3-3-16,8 5-5 16,3-5-110-16,6-4-39 15,5-8-66-15,0-18-65 0,2-21-210 16</inkml:trace>
  <inkml:trace contextRef="#ctx0" brushRef="#br0" timeOffset="3478.26">13400 7006 803 0,'0'0'30'0,"0"0"98"16,0 0-36-16,0 0-41 15,118-2-34-15,-87 40-8 0,7 6-9 16,4-6 0-16,1-3 0 15,-1-9-5-15,1-11-22 16,-3-8-25-16,-3-7 1 16,-3 0 19-16,-5-22-37 15,-7-14 40-15,-6-13 2 16,-7-15 24-16,-9-9 3 16,0-2 2-16,0 0 12 15,-2 11 47-15,-10 12 14 16,3 12-7-16,1 14-6 15,-1 10 17-15,4 10 17 16,0 2-18-16,3 4-7 16,2 0-30-16,0 0-22 0,0 24-12 15,0 20-1-15,0 21 21 16,10 10-9-16,1 10-6 16,-5-1-6-16,1 0-6 15,-3-3-1-15,-4-1-12 16,0 0-71-16,0-2-120 15,-28-8-11-15,-17-12-209 16</inkml:trace>
  <inkml:trace contextRef="#ctx0" brushRef="#br0" timeOffset="4092.93">8627 8460 473 0,'0'0'456'0,"2"-141"-416"15,6 104 121-15,-6 15-38 16,-2 15-17-16,0 7-31 16,0 13-42-16,0 37-21 0,0 22 2 15,9 16 8-15,6 0-12 16,1-2-4-16,4-4-1 16,0-1-5-1,-2-9-4-15,-1-10-32 0,-3-12-146 16,-3-15-47-16,-2-24-118 15,-6-11-293-15</inkml:trace>
  <inkml:trace contextRef="#ctx0" brushRef="#br0" timeOffset="4312.74">8675 8570 134 0,'0'0'778'16,"0"0"-770"-16,0 0 88 15,0 0 5-15,0 0-29 16,0 0-16-16,131-63 4 15,-71 110-16-15,7 5-17 16,1 6-18-16,2-4-8 16,-1-1-2-16,0-7-3 15,-2-10-22-15,-7-13-64 16,-4-10-54-16,-7-13-19 16,-9 0-50-16,-9-26-160 0</inkml:trace>
  <inkml:trace contextRef="#ctx0" brushRef="#br0" timeOffset="4503.34">9385 8316 441 0,'0'0'259'16,"0"0"-174"-16,0 0 70 15,-66-109-30-15,61 105-46 16,5 4 12-16,0 2-54 16,0 35-22-16,2 17 7 15,14 19 45-15,8 12-40 16,1 4-6-1,-2 0-10-15,2 0-10 0,-2-7-1 0,2-9-15 16,-1-4-124-16,0-15-131 16,1-20-274-16</inkml:trace>
  <inkml:trace contextRef="#ctx0" brushRef="#br0" timeOffset="5073.3">10391 8243 1278 0,'0'0'0'31,"0"0"-3"-31,0 0 3 0,0 0-16 16,-121-62-10 0,63 86 18-16,-5 10 8 15,-1 6 0-15,6 9 2 16,2 6 0-16,9 8 6 15,11 5-1-15,12 0 3 16,16-4-4-16,8-10 5 16,10-10-1-16,26-12-4 0,15-11-5 15,7-11 4-15,7-10-2 16,-1 0 0-16,-4-10 1 16,-6-12-2-16,-7 0 0 15,-14 0 0-15,-9 2-1 16,-10 0-1-16,-12 1 0 15,-2 4 0-15,-4-5-1 16,-25 5-19-16,-6 3 2 16,-3 6 8-16,-1 6 6 15,10 0 3-15,10-3 1 0,7 2 0 16,10 0 0-16,2-4-4 16,0-2-27-16,27-4 25 15,8 1 6-15,6-2 0 16,-1 9 1-16,-5 3 0 15,1 5 6-15,-7 26 3 16,-2 13 18-16,-5 7-1 16,-4 10 1-16,-4 5 2 15,-8 0-8-15,0-2-2 0,1-4-13 16,5-6-7-16,-2-6-2 16,7-5-15-16,6-5-78 15,8-10-107-15,8-16-219 16</inkml:trace>
  <inkml:trace contextRef="#ctx0" brushRef="#br0" timeOffset="5356.48">10970 8306 1170 0,'0'0'2'16,"0"0"23"-16,0 0 36 15,0 0 1-15,0 0-7 16,0 0-21-16,-47 0-28 16,47 63 17-1,0 22 22-15,8 8-4 0,13 1-13 16,-4-3-7-16,1-6-14 16,-1-9-1-16,-3-12-6 15,-3-14 0-15,3-11-5 0,-5-14-17 16,2-10-77-1,7-13-88-15,2-2-82 0,4-37-201 16</inkml:trace>
  <inkml:trace contextRef="#ctx0" brushRef="#br0" timeOffset="5577.9">11343 8289 1142 0,'0'0'6'16,"0"0"57"-16,0 0 31 15,0 0-2-15,0 0-53 0,0 0-35 16,0 0 8-16,-21 141 8 16,21-65-3-16,19-2-10 15,4-1 2-15,-3-5-9 16,-5-4 0-16,-3-6-3 16,-4-8-21-1,-3-4-128-15,-5-6-53 0,0-9-81 16,-9-17-199-16</inkml:trace>
  <inkml:trace contextRef="#ctx0" brushRef="#br0" timeOffset="5739.96">11047 8851 1054 0,'0'0'7'16,"0"0"5"-16,0 0 19 15,0 0-2-15,0 0-4 16,154-32-18-16,-92 14-7 15,3-4-28-15,-5-2-218 16,-2-2-344-16</inkml:trace>
  <inkml:trace contextRef="#ctx0" brushRef="#br0" timeOffset="5989.42">11669 8522 1027 0,'0'0'6'0,"0"0"59"15,0 0 31 1,0 0-19-16,0 0-25 0,0 0-23 16,-40-23-14-16,59 52-13 0,15 11 24 15,7 9 15 1,-4-2-22-16,-1 0-9 0,-5-1-9 16,0-6-1-16,-6-8-3 15,-3-8-25-15,-4-8-98 31,-4-11-22-31,-1-5-33 16,0-9-27-16,-2-27-208 16</inkml:trace>
  <inkml:trace contextRef="#ctx0" brushRef="#br0" timeOffset="6241.78">12114 8242 792 0,'0'0'61'15,"0"0"98"-15,0 0-68 16,0 0-89-16,0 0 11 16,-102 132 1-16,77-74 15 15,6 4-1-15,5 2 18 16,3 2-6-16,7 3-6 16,2-1 9-16,2 0 6 15,0 2-18-15,0-1-7 16,4-4-11-16,5 2-8 15,-1-4-3-15,2 0-2 0,-2-7-3 16,-1-6-64-16,-3-10-173 16,-4-19-251-16</inkml:trace>
  <inkml:trace contextRef="#ctx0" brushRef="#br0" timeOffset="6854.41">12807 8550 862 0,'0'0'96'16,"0"0"-84"-16,0 0 42 16,0 0-4-16,0 0-40 15,0 0 0-15,-129 131 19 0,118-69 4 16,6 8-13 0,5-1-4-16,0 0-2 0,0-2-9 15,19-11 0-15,5-11 0 16,7-13 2-16,5-11-6 15,4-17 6-15,3-4-5 16,-1-8 2-16,0-24 0 16,-2-8 4-16,-4-10-8 15,-11-8 4-15,-12-6-1 16,-13-7 2-16,-7-3-1 16,-28-5 0-16,-10 11-4 15,-2 20-6-15,-2 20-11 16,3 22 11-16,-1 6-2 0,6 4 6 15,8 20 2 1,6 2 2-16,9 7-2 0,12 6 1 16,6 10 3-1,0 8 0-15,29 8 5 0,13 3 1 16,9 5 4-16,5 1 7 16,-5 2 13-16,-2-7 9 15,-5-6-23-15,-3-9-14 16,-6-10-6-16,-1-8 0 15,-3-12-6-15,2-9-63 16,1-15-119-16,-1 0-208 16</inkml:trace>
  <inkml:trace contextRef="#ctx0" brushRef="#br0" timeOffset="7089.63">13520 8791 1105 0,'0'0'6'16,"0"0"38"-16,0 0 68 16,0 0-44-16,0 0-34 15,0 0-9-15,-8 70-7 16,8-7 5-16,0 1-3 16,0 1-14-16,0 1-6 15,0-3 0-15,4-9-14 0,0-10-143 16,-3-12-60-16,3-18-133 15,-4-14-362-15</inkml:trace>
  <inkml:trace contextRef="#ctx0" brushRef="#br0" timeOffset="7325.51">13467 8905 936 0,'0'0'61'0,"0"0"37"15,0 0-3-15,0 0-52 16,0 0-31-16,0 0 33 0,93 30-1 15,-35 11-26-15,4 7 7 16,1-1-16-16,1-2-8 16,-8-10-1-1,-6-8-8-15,-10-13-18 0,-9-7-39 16,-7-7-47-16,-9 0-9 16,-1-15-46-16,-7-19 21 15,-7-16-85-15,0-12-42 16</inkml:trace>
  <inkml:trace contextRef="#ctx0" brushRef="#br0" timeOffset="7484.48">13990 8654 270 0,'0'0'197'16,"-15"-103"14"-16,9 80-64 15,1 11-3-15,0 8-26 0,5 4-9 16,-2 0-57-16,2 39-25 16,0 23-15-16,0 13 36 15,2 11 2-15,10-9-25 16,-1 1-8-16,-3 3-17 15,0-1 0-15,-7-2-12 16,-1-8-143-16,0-14-230 16</inkml:trace>
  <inkml:trace contextRef="#ctx0" brushRef="#br0" timeOffset="8993.75">8997 5067 789 0,'0'0'11'16,"0"0"50"-16,0 0 60 16,0 0-75-16,-144 25-18 15,99 22-2-15,5 16 9 16,9 13 13-16,11 10-9 16,15 3-17-16,5-6-10 0,0-9 2 15,27-7-5-15,9-13-3 16,11-10 1-16,6-14-3 15,5-12 1-15,0-18-1 16,0 0 3-16,-9-12-4 16,-9-18-1-16,-9-6 3 15,-16 0 7-15,-9 0-6 16,-6-2 8-16,-17 1 13 16,-27 5 3-16,-14 8-18 15,-6 14-3-15,1 10-9 16,5 2-4-16,11 32 1 15,12 8-23-15,12 15-60 16,14 11-79-16,9 0-212 0</inkml:trace>
  <inkml:trace contextRef="#ctx0" brushRef="#br0" timeOffset="9386.44">10049 5316 860 0,'0'0'356'15,"0"0"-356"1,-9-107 8-16,-13 96 18 0,-8 11 8 16,-1 0-26-16,-2 9 3 15,7 22-8-15,4 3 5 16,10 1-3-16,12 2-2 15,0-3 2-15,14-3-5 16,23-4 0-16,13-2 1 16,3 0-1-16,5-2 1 15,-5-2-1-15,-1-1 1 16,-12 3 0-16,-7-1 1 16,-10-3 2-16,-13 2 5 15,-7-2 5-15,-3 4 30 0,-8 4-2 16,-24 3-24-16,-8-3-5 15,-5-3-6-15,1-11-4 16,3-10-2-16,2-3-1 16,9-15-24-16,3-29-105 15,3-17-89-15,2-22-340 16</inkml:trace>
  <inkml:trace contextRef="#ctx0" brushRef="#br0" timeOffset="9574.84">10056 5198 951 0,'0'0'3'0,"0"0"-1"15,0 0 22-15,0 0 36 16,0 0-13-16,0 0-8 16,131 28-10-16,-58-65-22 15,10 1-7-15,2-2-63 16,-7 4-300-16</inkml:trace>
  <inkml:trace contextRef="#ctx0" brushRef="#br0" timeOffset="9717.34">10942 5682 1001 0,'0'0'0'0,"0"0"-657"16</inkml:trace>
  <inkml:trace contextRef="#ctx0" brushRef="#br0" timeOffset="10000.52">10865 5482 949 0,'0'0'15'0,"0"0"40"16,0 0 19-16,0 0 15 15,0 0-24-15,0 0-33 16,-34-44-23-16,40 84-8 16,17 14 19-16,6 11 6 15,-2-2-17-15,-5 2 0 0,-2-5 3 16,-5-3-9-1,-5-2-2-15,-4-7-2 0,1-5-2 16,-1-11-102-16,8-13-85 16,4-12-151-16</inkml:trace>
  <inkml:trace contextRef="#ctx0" brushRef="#br0" timeOffset="10520.06">11195 5524 69 0,'0'0'822'16,"0"0"-817"-16,0 0 11 0,0 0 66 16,0 0-15-16,0 0-32 15,108-98-24-15,-85 120 10 32,-6 20-1-32,1 10-1 0,-7 3 1 0,-9 1 1 15,-2-6 3-15,0-5-8 16,-4-4 8-16,-9-7-2 15,-1-12 4-15,3-8 8 16,7-10 2-16,4-4-7 16,0 0-7-16,7-6-9 15,28-23-8-15,14-13-5 0,16-3-8 16,2 1-116-16,1 4-29 16,-5 7 30-16,-9 12-54 15,-15 10 59-15,-10 10-63 16,-11 1-16-16,-11 0 56 15,-5 0 128-15,-2 0 13 16,0 0 118-16,0 0 76 16,0 0-18-16,0 0-34 15,0 0-13-15,0 0-31 16,0 0-10-16,0 0-11 0,5 0-39 16,6 23-28-16,7 10 26 15,4 6 35-15,1 10-19 16,-4-3-27-1,2 2 12-15,-1-2-28 0,-5-4-6 16,1-4-3-16,-3-1-2 16,-1-6-42-16,1-4-138 15,0-10-48-15,-2-11-116 16</inkml:trace>
  <inkml:trace contextRef="#ctx0" brushRef="#br0" timeOffset="10818.87">12090 5695 939 0,'0'0'3'16,"0"0"13"-16,0 0 19 16,38-114 11-16,-18 94-4 15,0 9 12-15,2 11 7 32,1 0-7-32,-2 11 7 15,-2 28-11-15,-9 9 3 16,-10 8-16-16,0 5-13 15,0-1 5-15,-15-7-3 16,1-12 9-16,2-8-8 16,3-15 1-16,7-9-11 0,2-4 1 15,0-5-12-15,0 0-1 16,15 0-3-16,30-17 0 16,17-7-2-16,16-3-57 15,7-5-84-15,-6 1-58 16,-5-1-81-16,-13 3-204 15</inkml:trace>
  <inkml:trace contextRef="#ctx0" brushRef="#br0" timeOffset="11069.91">12990 5671 1087 0,'0'0'8'0,"0"0"26"15,0 0 83-15,0 0-57 16,0 0-45-16,0 0 3 16,0 114 74-16,2-50-48 15,7-2-21-15,5-3-15 16,-5-4-3-16,-3-1-5 16,4-3-4-16,-4-5-89 15,3-13-215-15,2-20-448 16</inkml:trace>
  <inkml:trace contextRef="#ctx0" brushRef="#br0" timeOffset="11352.65">13351 5757 1250 0,'0'0'0'0,"0"0"0"15,0 0 10-15,0 0 33 16,0 0-23-16,0 0-15 15,-26-16-4-15,26 40 4 16,2 8 5-16,27 2 2 16,6 0 0-16,5-6-5 15,-4-2 7-15,-8-6 1 0,-9-4-4 16,-12-4 12-16,-3-4 0 16,-4 5-9-16,0 1-9 15,-11 1-5-15,-12 0-20 16,4-9-138-16,-2-6-82 15,5-10-82-15,1-29-359 16</inkml:trace>
  <inkml:trace contextRef="#ctx0" brushRef="#br0" timeOffset="11494.19">13351 5757 905 0,'16'-50'134'0,"5"24"-118"15,11-8 63-15,10-10-15 16,8-5-37-16,3-5-17 15,8-2-10-15,-4 2-10 16,-8 6-231-16,-13 8-643 16</inkml:trace>
  <inkml:trace contextRef="#ctx0" brushRef="#br0" timeOffset="12280.54">14115 6194 1118 0,'0'0'7'16,"0"0"-7"-16,-20-116 4 0,23 77 0 16,19 7 1-16,4 6 3 15,8 6 3-15,0 12 15 16,-1 8-2-16,0 0-6 16,-6 32-7-16,-9 17-2 15,-7 9-1-15,-11 9-4 16,0-4-2-16,-7-7 0 15,-15-7-1-15,-2-12 1 16,-1-10 1-16,2-11 1 16,6-6 2-16,5-6-2 15,8-4 2-15,2 0 9 0,2 0 21 16,0-17-24 0,0-1-12-16,12-4-1 0,11 2 1 15,14-2-7-15,7 0 7 16,10 0-2-16,4-3 1 15,-1-4 1-15,-4 1-1 16,-3-2-2-16,-10 0-3 16,-9 3 3-16,-11-3-6 15,-11 7 9-15,-7-1 0 16,-2 3 4-16,0 2 0 16,0-6 0-16,0 3-4 15,0-4 0-15,0-2 0 0,14 4-3 16,8 6 0-16,2 4 1 15,1 8 0-15,-5 6 2 16,-2 0-5-16,-4 26 3 16,-6 10 0-16,-6 4 2 15,-2 1 2-15,0-11-2 16,0-9 4-16,11-6-4 16,10-6 3-16,10 0 0 15,9-1 0-15,2 1-2 16,-2 4-1-16,-9 1 3 15,-15 3 5-15,-16 10 1 0,-5 7 0 16,-41 12 0 0,-23 6-9-16,-14 4-35 0,-6 1-88 15,-7-5-28-15,-9-4-223 16</inkml:trace>
  <inkml:trace contextRef="#ctx0" brushRef="#br0" timeOffset="12895.34">8205 9621 1314 0,'0'0'4'0,"0"0"-4"16,0 0 36-16,0 0 22 16,0 0 4-16,0 0-13 15,-23-36-28-15,23 94-13 16,0 23 3-16,13 7-3 15,12 1-8-15,4 3 0 0,9-5-7 32,4-3-48-32,5-11-184 0,-5-28-83 0,-8-28-407 15</inkml:trace>
  <inkml:trace contextRef="#ctx0" brushRef="#br0" timeOffset="13288.05">8708 9563 1259 0,'0'0'4'0,"0"0"-4"0,0 0 51 15,0 0 39-15,0 0-80 16,0 0 1-16,-71 52-10 16,71-4-1-16,0 7 0 15,15-2 0-15,16 0 0 16,9-12 0-16,3-7-5 15,3-14-15-15,-1-11-47 16,-5-9 2-16,-4 0 23 16,-7-12-11-16,-5-21 53 15,-5-4 0-15,-13-3 4 16,-6-4 12-16,0 3 35 16,0 9 7-16,-4 11 22 15,-4 10 10-15,2 9-5 0,6 2-17 16,-2 0-28-16,2 0-22 15,0 24-18-15,16 23 1 16,17 16 0-16,3 7-1 16,-1-1-3-16,3 3 1 15,-3 4-26-15,0 4-140 16,2-5-67-16,-8-13-160 16</inkml:trace>
  <inkml:trace contextRef="#ctx0" brushRef="#br0" timeOffset="13587.03">9772 9857 1182 0,'0'0'23'15,"0"0"-23"-15,0 0 59 16,0 0-25-16,29-108 31 15,12 96-1-15,3 12-33 16,6 0-19-16,0 37-1 0,2 13 10 16,-5 8-11-1,-9 9 1-15,-9-2-4 0,-10 3-6 16,-5 4 2-16,-7-8-3 16,-5-7-2-16,-2-11-12 15,0-16-79 1,0-7-57-16,-9-12-66 0,-7-9-165 15</inkml:trace>
  <inkml:trace contextRef="#ctx0" brushRef="#br0" timeOffset="13760.34">9957 10334 1123 0,'0'0'0'15,"0"0"0"-15,0 0 10 16,87-123 7-16,-31 70-15 15,13-1-2-15,10 4-41 16,5 2-56-16,3 5-53 16,-3 6-192-16</inkml:trace>
  <inkml:trace contextRef="#ctx0" brushRef="#br0" timeOffset="14122.1">11179 9715 793 0,'0'0'245'0,"0"0"-241"16,0 0 34-16,0 0-24 15,0 0-8-15,0 0-1 16,-90-58 7-16,68 58-6 16,-2 19-4-16,6 10 0 15,5 3 2-15,9 0 1 16,4 0-4-16,8-1 1 0,23-4-2 15,14 0 5-15,4-4-4 16,-1-2-1-16,0-1 1 16,-13 0 2-16,-8-2-1 15,-14 1 3-15,-8 2 6 16,-5 0 10-16,-2-4-4 16,-20-1-9-16,-3-10-2 15,-2-6 22 1,0 0 12-16,2-16-6 0,8-22-12 15,11-12-21-15,6-18-1 16,2-11-27-16,36-2-112 16,3 1-153-16</inkml:trace>
  <inkml:trace contextRef="#ctx0" brushRef="#br0" timeOffset="14925.02">11841 10144 1037 0,'0'0'4'15,"0"0"7"-15,-12-101-3 0,24 58 5 16,19 0-10-16,2 5 8 16,-1 13 27-16,-3 11-2 15,-6 14-28-15,0 0-3 16,-2 29 7-16,-2 25 8 16,-5 17-12-16,-10 12-6 15,-4 0-1 1,-2-7 2-16,-19-11-3 0,-2-17 4 15,0-16-4-15,5-10 1 16,3-12 0-16,5-6-1 0,4-4 2 16,4 0 10-16,2-2 8 15,0-16-5-15,0-4-15 16,24 2 0 0,7 1-2-16,7 6 1 0,2-1-2 15,1 2 2-15,1-1 1 16,-3-6 0-16,0-4 0 15,-6-5-1-15,-4 0 1 16,-10-2 0-16,-4 1 2 16,-9-1 6-16,-6-1-8 15,0 5 3 1,0 8 0-16,0 6 5 0,0 6 17 0,0 5 26 16,0 1-23-16,7 0-24 15,22 0 2-15,14 6 48 16,9 19 14-16,-4 11-26 15,-11 4-21-15,-14 9-14 16,-14-1-3 0,-9 2 0-16,0-4-4 0,-23-2-14 15,-4-7-65-15,3-10-62 16,0-13-50-16,-5-14-48 0,-3-2-300 16</inkml:trace>
  <inkml:trace contextRef="#ctx0" brushRef="#br0" timeOffset="15055.81">12355 10040 996 0,'0'0'26'0,"0"0"-13"15,0 0 84-15,104-118-60 16,-61 83-37-16,9-1-12 16,4-2-115-16,-1 3-313 15</inkml:trace>
  <inkml:trace contextRef="#ctx0" brushRef="#br0" timeOffset="15356.48">13015 9982 187 0,'0'0'560'0,"0"0"-545"16,0 0 133-16,0 0-19 0,0 0-63 15,0 0-3-15,0 0 5 16,25 72 36-16,3-14-13 16,-1 5-47-16,-5-6-5 15,-6-1-28-15,1-3-10 16,-3-3-1-16,-1-9-19 15,0-4-132-15,-1-9-101 16,-5-16-122-16</inkml:trace>
  <inkml:trace contextRef="#ctx0" brushRef="#br0" timeOffset="15570.6">13211 10140 162 0,'0'0'785'16,"0"0"-781"-16,0 0 66 15,71-122 25-15,-38 104-53 16,-2 14 6-16,3 4-7 16,0 11-23-16,-3 28 6 15,-4 8 0-15,-4 9-10 16,-6 2-5-16,-9 0 3 16,-1-4-12-16,-7-4 0 15,0-6-47-15,0-8-100 16,0-9-85-16,-15-8-248 0</inkml:trace>
  <inkml:trace contextRef="#ctx0" brushRef="#br0" timeOffset="15743.1">13400 10474 1032 0,'0'0'13'15,"0"0"59"-15,0 0 18 16,83-123-55-16,-30 59-29 15,10-5-6-15,16 1 0 16,15 2-108-16,-1 8-238 0</inkml:trace>
  <inkml:trace contextRef="#ctx0" brushRef="#br0" timeOffset="16670.3">14298 9836 1076 0,'0'0'30'0,"0"0"73"16,0 0 69-16,0 0-61 15,0 0-48-15,0 0-20 16,-18 21-12-16,41 26 12 0,3 11 3 15,3 4-24-15,0 1-10 16,-7 0-7-16,-1-5-4 16,-4-9-2-16,-1-9-6 15,-1-8-54-15,-1-6-109 16,3-7-118-16,-5-17-65 16,-1-2-325-16</inkml:trace>
  <inkml:trace contextRef="#ctx0" brushRef="#br0" timeOffset="17094.72">14572 9890 931 0,'0'0'27'0,"0"0"48"0,-20-105 68 15,15 91-23 1,5 11-40-16,-2 3-11 0,2 0-14 16,0 0-30-16,0 13-23 15,5 24-1-15,21 7 6 16,5 6-3-16,-3-6-4 15,2-6 1-15,-4-8-1 16,2-8 0-16,1-8 0 0,0-12 0 16,2-2 0-16,-2 0 0 15,-2-16 3-15,-5-12-2 16,-6-4 1-16,-8-8 1 16,-8-7-2-16,0-5 2 15,-2 6-3-15,-15 10 3 16,1 16 0-16,7 12 1 15,5 6 9 1,2 2 13-16,2 0-4 0,0 21-9 16,0 23-13-16,9 18 11 15,15 8 8-15,5-3-3 16,2-2-9-16,0-1-6 16,-6 1-1-16,1-5-7 0,-8-4-51 15,-10-6-97 1,-8-10-149-16,0-10-152 0</inkml:trace>
  <inkml:trace contextRef="#ctx0" brushRef="#br0" timeOffset="18684.56">11326 4659 872 0,'0'0'12'15,"0"0"2"-15,0 0-9 0,15-111 7 16,14 95 2-16,0 7 5 15,0 9 11-15,0 9-14 16,-4 32 4-16,-5 24 7 16,-3 21-4-16,-7 14-4 15,1 11 2-15,-5 11-7 16,-4 10 10-16,1 8-4 16,-3 7-10-16,0 5-2 15,0 1-3-15,0 2-1 16,0 6-1-16,2 2-3 15,0-1 6-15,5 5-2 0,0 5-3 16,2-5 2-16,3-9-1 16,2-3 0-16,-1-17-2 15,1-4 1-15,-5 2-1 16,-5-7-1-16,-4 3 1 16,0 1 0-16,0-7 0 15,-13-3 0-15,-1-2-2 16,4-4 2-16,1-1-1 15,-1-5 1-15,8-11-4 16,-3 0 0-16,2-1-5 0,3-4 1 16,-3 0 3-16,3-4 4 15,0-6-1-15,13 0-1 16,14-1 0-16,9 0-8 16,2 1 3-16,0-2-12 15,-3 2 2-15,-6-1 9 16,-8 10 2-16,-11 7-1 15,-7 7 5-15,-3 6 3 16,-5 4 0-16,-24 7 0 16,-8 3 0-16,-13 6 1 15,-3 7 1-15,-4-1-2 16,5-8 2-16,10-11-2 16,13-17-2-16,17-22-24 15,12-18-126-15,0-21-80 0,12-20-231 16</inkml:trace>
  <inkml:trace contextRef="#ctx0" brushRef="#br0" timeOffset="19927.55">8672 7124 1005 0,'0'0'15'16,"0"0"-15"-16,0 0 49 15,0 0-21-15,0 0-22 16,0 0 26-16,169 18 46 0,-32 21-16 16,29 13 1-16,26 10 1 15,10 10-5-15,4 6-7 16,-6 5-18-16,-13-1-18 15,-17 2-9-15,-14-4-4 16,-13-4 0 0,-10-5-2-1,-17-10-1-15,-18-5-7 16,-16-8-71-16,-19-5-135 16,-20-17-99-16,-26-18-491 15</inkml:trace>
  <inkml:trace contextRef="#ctx0" brushRef="#br0" timeOffset="21357.77">9882 6982 973 0,'0'0'2'16,"0"0"51"-16,0 0 76 15,-33-106 3-15,33 106-16 16,0 0-63-16,0 46-26 16,2 35-13-16,18 30 18 0,0 19-3 15,-3-2-22-15,1-5-1 16,0-2-3-16,-2-3-1 16,2-8-2-16,-2-10-2 15,1-12-4-15,1-11-19 16,-3-17-67-16,6-13-82 15,-1-20-38-15,0-17-152 16</inkml:trace>
  <inkml:trace contextRef="#ctx0" brushRef="#br0" timeOffset="21640.54">11031 6806 1088 0,'0'0'0'15,"0"0"0"-15,0 0 1 16,-118 46 5-16,22 19-3 16,-17 28 8-16,-19 28 3 15,-16 31 0-15,-16 31-2 0,-13 29-4 16,-20 23-8-16,-10 9-1 15,5 6 0-15,12-11-7 16,15-10-7-16,23-25-29 16,23-34-190-16,23-43-164 15,33-46-27-15</inkml:trace>
  <inkml:trace contextRef="#ctx0" brushRef="#br0" timeOffset="22880.31">14098 7365 717 0,'0'0'5'0,"0"0"6"0,0 0 20 16,-179 46-2-16,96-4 62 15,-10 11-9-15,-11 10-13 16,-23 17-1-16,-39 18-21 0,-30 13-27 16,-40 19-16 15,-24 13 11-31,-10 8 33 0,0 7-29 0,23-5-10 0,24-17-5 31,36-24 5-31,38-28-9 16,47-20-3-16,39-24-11 15,38-18-31-15,25-20-45 16,43-2-194-16,43-43 214 16,31-26-351-16</inkml:trace>
  <inkml:trace contextRef="#ctx0" brushRef="#br0" timeOffset="23305.76">12801 7299 879 0,'0'0'3'15,"0"0"45"-15,0 0 60 16,0 0-61-16,0 0-15 15,-24 194 45-15,42-49-31 16,1 20-6-16,3 3-6 0,3 0-4 16,4-1-14-1,2-7-10-15,3-9-6 0,-1-15-5 16,0-21-51-16,-6-24-74 16,-9-22-60-16,-11-29-186 15</inkml:trace>
  <inkml:trace contextRef="#ctx0" brushRef="#br0" timeOffset="23635.1">11689 7644 1016 0,'0'0'0'0,"0"0"0"16,0 0 11-16,0 0-1 15,0 0 22-15,187 42 38 16,-53 12-24-16,33 17-2 16,25 22 12-16,12 18-32 0,4 10-14 15,-7 6-10 1,-19 0 1-16,-15-10-1 15,-15-7 0-15,-17-14 0 0,-12-21-6 16,-16-16-23-16,-18-21-76 16,-20-20-104-16,-25-18-403 15</inkml:trace>
  <inkml:trace contextRef="#ctx0" brushRef="#br0" timeOffset="24689.12">15615 5556 898 0,'0'0'7'0,"0"0"-7"15,-111-145 2-15,103 82 7 16,8-3 15-16,19 4-1 15,29 8-14-15,12 14-7 16,6 19 7-16,-2 21-5 16,-7 21-4-16,-3 46 3 15,-9 33 5-15,-5 30 7 0,-11 25-4 16,-17 20-1 0,-12 15 3-16,0 15-5 0,-34 7-1 15,-11 12 4-15,-6 2 11 16,5-2 1-16,5 3 10 15,12-14 0-15,11-7-12 16,18-12-13-16,0-13 7 16,32-10-8-16,20-1 1 15,14-6-5-15,11-3 3 16,4 3-3-16,-1 4-3 16,-6 15-2-16,-10 24 2 15,-8 21-1-15,-10 31 1 0,-3 32 3 16,-9 25 1-1,-11 21 3-15,-13-4 20 0,-10-7 31 16,0-26-2-16,-6-21 8 16,-8-21-30-16,3-25-30 15,7-22-4-15,0-29-1 16,4-32-61-16,0-27-74 16,0-37-59-16,0-36-117 15</inkml:trace>
  <inkml:trace contextRef="#ctx0" brushRef="#br0" timeOffset="25372.92">17254 6359 1118 0,'0'0'11'15,"0"0"-6"-15,0 0 57 16,0 0-18-16,0 0-25 16,-146 1-1-16,110 39-2 15,10 8 2-15,7 1-8 0,15-4-3 16,4-1 0-16,7-7-6 15,28-1-1-15,9 0 1 16,12 0 1-16,7 5-2 16,-3 0 0-16,-7 6 1 15,-12-3 0-15,-15 2 0 16,-14-4 1-16,-12-4 10 16,-4 0 35-16,-35-3 14 0,-19-3-30 15,-15-8-13-15,-5-12 12 16,-5-12-1-16,7-4-10 15,7-39-13-15,16-25-6 16,25-21-42-16,28-6-142 16,6 8-89-16,40 19-399 15</inkml:trace>
  <inkml:trace contextRef="#ctx0" brushRef="#br0" timeOffset="25794.62">17664 6515 1212 0,'0'0'1'15,"0"0"-1"-15,0 0 14 16,0 0 15-16,0 0 1 16,0 0-13-16,-26-21-15 15,26 28-2-15,0 23-1 16,0 14 1-16,4 9 1 15,9 3 0-15,3 2 0 0,0 2 1 16,0-2-2-16,-1-8 1 16,3-7-1-16,0-14 0 15,4-11 0-15,-1-9 1 16,7-9-1-16,6 0 6 16,1-31 0-16,0-11 1 15,-5-8-2-15,-10-7 4 16,-11 0 17-16,-7-6 16 15,-2-1-1-15,-2 4-27 16,-16 9-1-16,-2 8-2 16,-1 11-8-16,6 12-3 0,-1 8-4 15,3 7-64 1,5 5-126-16,-4 0-258 16</inkml:trace>
  <inkml:trace contextRef="#ctx0" brushRef="#br0" timeOffset="26755.21">18328 6511 436 0,'0'0'57'0,"0"0"85"16,0 0 6-1,0 0-34-15,0 0-32 0,0 0 1 16,-17-79-15-16,17 79-7 16,0 0-14-16,0 3-6 15,0 33-22-15,7 16 26 16,13 16 36-16,-2 7-28 0,4-3-25 16,-9-3 6-1,-2-3-19 1,-5-5-8-16,-3-11-3 15,-1-8-4-15,0-7 0 16,-2-5-4-16,0-7-27 16,3-10-110-16,1-8-98 15,-4-5-113-15</inkml:trace>
  <inkml:trace contextRef="#ctx0" brushRef="#br0" timeOffset="27007.18">18223 6557 754 0,'0'0'0'15,"0"0"-22"-15,78-107 22 0,-19 74 7 16,5 5 27-16,8 9 40 16,-3 13 36-16,-13 6-23 15,-12 14-53-15,-22 25-5 16,-22 9-7-16,-4 8-5 15,-43 8-7-15,-13 0-9 16,-7-8-1-16,0-4-56 16,9-12-73-16,14-12-185 15</inkml:trace>
  <inkml:trace contextRef="#ctx0" brushRef="#br0" timeOffset="27290.14">18967 6427 768 0,'0'0'23'0,"0"0"123"15,0 0-15-15,0 0-26 0,0 0-46 16,0 0-17-16,-5 48-7 15,5 6 26-15,0 3-38 16,0-2-15-16,0-1-3 16,0-2-5-16,0 4-5 15,0 0-81-15,0-12-61 16,0-11-62-16,-7-16-148 16</inkml:trace>
  <inkml:trace contextRef="#ctx0" brushRef="#br0" timeOffset="27676.91">18887 6497 687 0,'0'0'102'16,"37"-115"-100"-16,-2 69 1 15,3 8 15-15,0 12 23 16,-3 14 56-16,-1 12-21 16,-5 8-35-16,-3 40-5 15,-5 17-4-15,-10 7-22 16,-11 0-9-16,0-5 0 15,0-8 0-15,-20-8-1 16,-7-8 0-16,-2-10-2 16,-2-5-2-16,-4-9-21 0,1-6 13 15,7-9 4 1,5-4 7-16,11 0 1 16,9 0 7-16,2-4 8 0,0-2 4 15,0-1-7-15,11 5-4 16,16 2 34-16,8 0-10 15,5 24 1-15,5 11-2 16,-4 0-1-16,2 4 4 16,-4-5-3-16,-8-4-23 15,-8 0-6-15,-2-6-2 16,-3 1-16-16,-3-7-121 16,1-7-104-16,-3-8-304 0</inkml:trace>
  <inkml:trace contextRef="#ctx0" brushRef="#br0" timeOffset="28246.47">19502 6486 750 0,'0'0'12'0,"0"0"85"16,0 0 92-16,0 0-40 16,0 0-50-16,0 0-11 15,-32-57-35-15,32 89-21 16,0 18 4-16,0 12 26 16,15 4-32-16,-4 2-12 0,1-2-11 15,-4 3-6-15,-1-7-1 16,-3-6 0-16,0-5-14 15,4-8-77-15,3-9-131 16,-3-12-48-16,4-12-249 16</inkml:trace>
  <inkml:trace contextRef="#ctx0" brushRef="#br0" timeOffset="28608.51">19864 6643 879 0,'0'0'5'0,"0"0"-5"16,0 0 37-16,-13-108 16 15,-6 94-17-15,4 8 2 16,-3 2-30-16,3 4 0 16,-1 0-4-16,3 4-1 15,-1 16 0-15,1 4-2 0,9 3 3 16,4 6-4-16,0 3 2 15,28 2 0-15,11 3-2 16,5-2 2-16,5-1 0 16,-5-3-2-16,-8-3 3 15,-9-1 5-15,-11-8 19 16,-12 1-6-16,-4-4 9 0,-2 3 21 16,-27 0-25-1,-11-1-18-15,-9-2-5 0,-3-10-3 16,4-10 0-16,2 0-6 15,9-25-67-15,10-25-122 16,12-13-380 0</inkml:trace>
  <inkml:trace contextRef="#ctx0" brushRef="#br0" timeOffset="28927.29">20225 6521 980 0,'0'0'2'15,"0"0"8"-15,0 0 83 16,0 0 57-16,0 0-79 0,0 0-41 16,2 36-9-1,2 29 41-15,5 8 1 16,1 4-41-16,0-6-12 0,1-1-8 15,1-3-1-15,-3-9-1 0,-1-10-8 16,2-7-36 0,-4-14-110-16,0-9-50 0,-1-15-108 15,-3-3-341 1</inkml:trace>
  <inkml:trace contextRef="#ctx0" brushRef="#br0" timeOffset="29096.71">20229 6551 1013 0,'0'0'2'0,"0"0"4"15,0 0 1-15,0 0 31 0,0 0-11 16,147-74 0 0,-111 68-15-16,-3 2-12 15,-4 4-7-15,-2 0-33 16,-4 0-85-16,-6 0-78 15,-8 0-175-15</inkml:trace>
  <inkml:trace contextRef="#ctx0" brushRef="#br0" timeOffset="29277.97">20372 6866 776 0,'0'0'12'15,"0"0"42"-15,0 0 60 16,0 0-26-16,0 0-53 15,0 0-11-15,65 16 6 16,-28-35-24-16,1 3-6 0,-5 3 0 16,1 2-13-16,-7 1-149 15,-11 3-158-15</inkml:trace>
  <inkml:trace contextRef="#ctx0" brushRef="#br0" timeOffset="29416.98">20396 7185 360 0,'0'0'621'0,"0"0"-611"16,0 0 28-16,0 0 2 0,0 0-9 15,116 46-19-15,-45-70-10 16,12-1-2-16,2 0-8 16,2-1-82-16,-10-6-238 15</inkml:trace>
  <inkml:trace contextRef="#ctx0" brushRef="#br0" timeOffset="29678.57">21291 6364 1119 0,'0'0'1'16,"0"0"4"-16,0 0 38 15,0 0 15-15,0 0-32 16,0 0 24-16,-31 145 24 15,31-79-9-15,3 0-2 16,8 0-35-16,0 0-15 16,-1 1-13-16,-4-4 0 15,-2-12-6-15,3-6-77 16,-3-12-107-16,0-11-31 16,4-15-179-16</inkml:trace>
  <inkml:trace contextRef="#ctx0" brushRef="#br0" timeOffset="29927.16">21203 6363 940 0,'0'0'0'16,"0"0"-38"-16,0 0 37 16,140-81 1-16,-61 81 7 15,10 0 34-15,4 28 6 16,-1 16 39-16,-13 12 8 15,-10 5-9-15,-15 7 9 16,-21 0-28-16,-21 9-3 0,-12 8-39 16,-56 12-13-1,-42 9-7-15,-32 2-4 0,-26-2-117 16,-6-15-157-16,0-26-398 16</inkml:trace>
  <inkml:trace contextRef="#ctx0" brushRef="#br0" timeOffset="35120.99">19307 4761 805 0,'0'0'0'16,"0"0"0"-16,0 0 1 0,0 0 4 15,0 0 4-15,0 0-4 16,-58 131 9-16,58-22 21 15,0 53 10-15,14 59 31 0,3 66 10 16,5 45-10-16,1 43-18 16,3 29-33-16,-1 23 17 15,-5 13 16-15,-7 4-8 16,-9-7-26-16,-4-18 20 16,0-28-10-16,0-42-12 15,-6-44-2-15,1-50-11 16,5-35-1-16,-2-38-8 15,0-32-9-15,-3-26-22 16,1-42-35-16,0-30-47 16,-1-30-81-16,1-22-144 0</inkml:trace>
  <inkml:trace contextRef="#ctx0" brushRef="#br0" timeOffset="36033.18">18988 7255 539 0,'0'0'23'15,"0"0"72"-15,0 0 37 16,0 0 15-16,0 0-39 16,0 0-15-1,22-46-2-15,-51 54-40 0,-17 22-45 0,-21 22-6 16,-19 23 2-16,-15 17 3 15,-13 11-3-15,-11 8-1 16,-4-1 7-16,-5-3 2 16,3-10 8-16,2-9 1 15,17-9 13 1,18-14-18-16,23-12-13 0,22-10 0 16,13-14 2-16,7-6-3 0,12-7 0 15,3-6-4 1,10-6 3-16,4-4 0 0,0 0 1 15,0 0-26-15,0 0-31 16,0 0 15-16,-2 0 11 16,2 0-38-16,0 0-18 15,-5 0-28-15,-5 0-44 16,-6-5-188-16</inkml:trace>
  <inkml:trace contextRef="#ctx0" brushRef="#br0" timeOffset="43842.87">17083 9092 1193 0,'0'0'4'15,"0"0"7"-15,0 0 101 16,0 0 17-16,0 0-74 15,0 0-13-15,0 0 0 16,0 0-24-16,5 65-9 16,15 14 13-16,2 5-4 15,0-1-6-15,-1-5-7 16,-6-8-1-16,-4-6-3 0,-4-4-1 16,-5-10-6-16,-2-10 0 31,0-5-68-31,0-14-104 0,0-13-66 0,-11-8-168 15,-16-23-229-15</inkml:trace>
  <inkml:trace contextRef="#ctx0" brushRef="#br0" timeOffset="44077.97">16769 9190 145 0,'0'0'1088'0,"0"0"-1085"15,0 0-1-15,0 0 40 0,0 0 4 16,0 0-26-16,99-10 44 16,-2 4-5-16,17-6-17 15,1-1-19-15,-3-4-11 16,-14 1-6 0,-16 1-6-16,-15 4-7 15,-11 0-45-15,-14 3-185 0,-17 0-300 16</inkml:trace>
  <inkml:trace contextRef="#ctx0" brushRef="#br0" timeOffset="46090.87">1272 6611 1055 0,'0'0'6'16,"0"0"-6"-16,-115 14 36 15,106-14 15-15,9 0-16 16,7 0-13-16,55 0-13 16,45-2 6-16,65-18 1 0,61-8-1 15,60-6 10-15,47-2 1 16,30 2 22-16,31 7-22 15,11 8-4-15,5 3-10 16,-11 4-7-16,-34 1 1 16,-23-1-2-16,-34-2-3 15,-28-2 4 1,-28 0-4-16,-34 2 3 0,-38-2-2 16,-33 6-1-16,-39 2-1 15,-35 4-4-15,-32 4-48 16,-35 0-104-16,-13 0-219 0</inkml:trace>
  <inkml:trace contextRef="#ctx0" brushRef="#br0" timeOffset="46940.28">1235 10600 1132 0,'0'0'8'0,"0"0"-8"15,0 0 25-15,0 0 45 0,0 0-31 16,0 0-32-16,-67-31-4 16,165 15-3-16,72-2 11 15,73 1 8-15,68-2 26 16,59 1-4-16,31 2-24 16,27 6-7-16,2 4-4 15,-9 4-3 1,-20 0-3-16,-38-8 0 0,-26-1 1 15,-34-8 0-15,-31 5 3 16,-27-1-4-16,-33 4 3 16,-31 3 1-16,-29 2 10 15,-36 4-10-15,-29 2-4 16,-31-2 0-16,-25 0-23 16,-16-5-102-16,-15-2-83 0,0-11-156 15</inkml:trace>
  <inkml:trace contextRef="#ctx0" brushRef="#br0" timeOffset="48509.23">18411 7263 1107 0,'0'0'0'0,"0"0"-2"16,0 0 2-16,-56 186 68 15,21-35-10-15,-3 27 5 16,-3 9 8-16,-1-3-26 16,0-9 0-16,-1-19-23 15,6-23-11-15,6-21-4 16,4-24-5-16,4-19-2 15,6-16 0-15,3-9-39 16,8-13-76-16,3-9-47 16,1-8-48-16,2-10-152 0</inkml:trace>
  <inkml:trace contextRef="#ctx0" brushRef="#br0" timeOffset="51139.54">17875 9199 617 0,'0'0'90'15,"0"0"-76"-15,0 0 63 16,0 0 66-16,0 0-66 16,0 0 20-16,0 0-20 15,-48-15-25-15,46 15-11 16,2 0 2-16,0 34 3 16,0 22-6-16,0 21 21 15,7 9-25-15,-1-4-8 16,-2-2-11-16,0-8-8 15,0-4-4-15,0-7-5 16,1-15-1-16,-1-12-40 0,0-14-95 31,-2-11-87-31,-2-9-150 0</inkml:trace>
  <inkml:trace contextRef="#ctx0" brushRef="#br0" timeOffset="51548.7">17800 9314 1015 0,'0'0'0'0,"0"0"0"0,34-110 1 15,-3 84 40 1,0 11 13-16,5 12-31 0,0 3-9 16,0 14-8-16,-5 22 0 15,-4 10-3-15,-12 5-2 16,-11 5 2-16,-4-1-3 15,0-2 1-15,-21-3 0 16,-9-8-1-16,-6-6 0 16,1-9 3-16,3-8 1 15,3-7 6-15,8-6-3 16,5-6 9-16,11 0 11 16,3 0-6-1,2 0-8-15,0 0-6 0,5 0-6 0,19 0 2 16,12 0 10-16,8 8 3 15,3 10 13-15,7 5 21 16,-4 4-9-16,0-1-23 16,-8 2-15-16,-4-3 0 15,-2-1-3-15,-5-3-3 16,-7-2-22-16,-4-5-117 16,-6-4-44-16,-7-7-152 15</inkml:trace>
  <inkml:trace contextRef="#ctx0" brushRef="#br0" timeOffset="53151.78">17952 7244 748 0,'0'0'8'15,"0"0"50"-15,0 0 71 16,0 0 2-16,0 0-17 16,0 0-42-16,0 0-26 15,-13-8-4-15,44 97 10 0,18 41 30 16,4 33-44-16,1 12-16 15,-5-3 0-15,-6-5-14 16,-6-7-3-16,1-1-5 16,-3-10-9-16,1-14-46 15,-2-21-65-15,-6-26-62 16,-5-24-14-16,-9-26-115 16</inkml:trace>
  <inkml:trace contextRef="#ctx0" brushRef="#br0" timeOffset="54176.98">17603 5875 794 0,'0'0'0'16,"0"0"0"-16,0 0 17 15,0 0 9-15,0 0 8 16,0 0 22-16,-73 0-5 16,65 0-21-16,-1-12 5 15,1-4-6-15,0-2-15 16,6-2-14-1,2 0 7-15,0 4-7 0,0 0 0 16,0 4 0-16,7 3 0 0,9 4 0 16,-4 1 0-16,7 4 1 15,1 0-1-15,-3 12 2 16,6 20 4-16,-6 6-1 16,-3 6 7-16,-7 2-3 15,-7-4-5-15,0 2 3 16,-7 0 4-16,-15-4-7 15,-3-7-1-15,1-12 1 16,4-8-3-16,4-7 5 0,1-6 1 16,-1 0 2-16,3 0 5 15,-3-23 2-15,5-3-10 16,4-1-4-16,5 3 4 16,2 5-5-16,0 7 1 15,0 3 1-15,0 2 0 16,13 7 0-16,7 0 3 15,5 0-2-15,6 15 12 16,3 7-10-16,1 3-3 16,5 0-3-1,1-1 0-15,1-4-2 16,-2-2-16-16,5-2-93 16,-5-10-145-16,-7-6-110 15</inkml:trace>
  <inkml:trace contextRef="#ctx0" brushRef="#br0" timeOffset="54396.31">17890 5639 779 0,'0'0'14'0,"0"0"-11"15,0 0 76-15,0 0 47 16,0 0-68-16,0 0-44 0,-9 42-8 15,26 11 2-15,6 11-6 16,-1 11-2-16,-4 5-11 16,-2 6-183-16,-12 1-100 15,-3-2-258-15</inkml:trace>
  <inkml:trace contextRef="#ctx0" brushRef="#br0" timeOffset="56171.86">1251 8480 990 0,'-125'76'16'16,"9"0"-16"-16,20-8 78 16,27-17-7-16,24-23-12 15,28-14-26-15,17-8-26 16,4-6-3 0,54 0 2-16,42-41 5 0,52-36 17 15,42-40 43-15,44-31-9 16,32-21-28-16,19-7 4 15,10-7-15-15,-16-1-9 16,-15 8-11-16,-24 5 4 0,-28 17-6 16,-31 21 3-1,-36 24-4-15,-41 34-30 0,-39 29-56 16,-34 28-40-16,-29 18-133 16,-10 24-345-16</inkml:trace>
</inkml:ink>
</file>

<file path=ppt/ink/ink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5.68611" units="1/deg"/>
          <inkml:channelProperty channel="T" name="resolution" value="1" units="1/dev"/>
        </inkml:channelProperties>
      </inkml:inkSource>
      <inkml:timestamp xml:id="ts0" timeString="2023-09-16T13:47:14.376"/>
    </inkml:context>
    <inkml:brush xml:id="br0">
      <inkml:brushProperty name="width" value="0.05292" units="cm"/>
      <inkml:brushProperty name="height" value="0.05292" units="cm"/>
      <inkml:brushProperty name="color" value="#FF0000"/>
    </inkml:brush>
  </inkml:definitions>
  <inkml:trace contextRef="#ctx0" brushRef="#br0">6376 6800 939 0,'0'0'35'15,"0"0"1"1,0 0 105-16,0-114-40 0,0 107-2 16,0 6-15-16,0 1-29 15,0 0-13-15,0 41-33 16,3 28-4-16,7 21 5 16,1 14 5-1,2 0-7-15,-2-4 5 0,0-5-8 16,0-7 1-16,-4-8-6 15,2-12-1-15,-5-11-6 0,-2-12-4 16,-2-10-68-16,0-7-160 16,0-14-60-16,-17-14-261 15</inkml:trace>
  <inkml:trace contextRef="#ctx0" brushRef="#br0" timeOffset="189.66">5862 7319 973 0,'0'0'20'0,"0"0"59"16,0 0-9-16,0 0-36 0,152-134-7 15,-67 99-11 1,2 9-9 0,4 8-7-16,3 12-20 15,-3 6-122-15,-2 10-193 16,-9 21-271-16</inkml:trace>
  <inkml:trace contextRef="#ctx0" brushRef="#br0" timeOffset="836.45">7120 7274 780 0,'0'0'7'0,"0"0"145"15,0 0-32-15,0 0-46 16,-114-107-37-16,73 93-7 15,1 11-17-15,-2 3-6 16,-3 7-6-16,3 24-1 16,-1 16 0-16,8 6 0 15,10 8 0-15,12-3 0 16,13-8 0-16,0-8-2 0,23-12 0 16,14-7-4-16,3-14-9 15,8-9 7-15,-2 0 3 16,5-23 4-16,-3-16 1 15,-6-7 1-15,-7-4 5 16,-12 2-3-16,-10 4 8 16,-9 7-2-16,-4 12 27 15,0 11-14-15,0 8 31 16,0 6 17-16,-7 0-65 16,1 28-5-16,-3 16-3 15,9 12 1-15,0 0-1 0,0-3-8 16,15-9-30-16,12-11 3 15,7-10 13-15,1-11 4 16,3-11 2-16,3-1 10 16,-2-12 0-16,-1-17 3 15,-2-10 3-15,-10-8 3 16,-5-6 0-16,-8-5 7 16,-8-6 9-16,-5 2 13 15,0-4-11-15,0 1 2 16,0 13 4-16,0 10-4 0,-5 18 5 15,-2 14 13-15,3 8 15 16,4 2-13-16,0 0-40 16,0 32-2-16,0 16 2 15,0 15 3-15,0 4 2 16,0-2 2-16,0-2-3 16,0-4-3-16,0-7-1 15,0-8-1-15,0-8-2 16,6-8-118-16,4-10-112 15,1-9-104-15,0-9-453 16</inkml:trace>
  <inkml:trace contextRef="#ctx0" brushRef="#br0" timeOffset="1370.57">7698 7164 870 0,'0'0'120'0,"0"0"-97"16,0 0 115-16,0 0-96 15,0 0-36-15,-129 28-6 16,84 5 3-16,3-1-2 16,2-6-1-16,9-6 0 15,7-6 0-15,8-6 0 16,9-4 2-16,5-4-1 0,2 0-1 16,0 0 8-1,0 0 0-15,0 0-4 0,2 9-3 16,16 10 2-16,7 5 2 15,6 8 2-15,0 2-3 16,7-2 2-16,0-1-5 16,-1-9 1-16,4-4 1 15,-1-7-3-15,2-5 0 16,3-6 0-16,-3 0 0 16,-4 0 0-16,-5-7 0 15,-4-14 2-15,-6-2-1 16,-1-5 3-16,-7-7-1 0,-3-1 0 15,-6-3-2-15,-3 2 5 16,-3 9-1-16,0 7 1 16,0 8 2-16,-3 8-1 15,-15 5-7-15,-3 0-3 16,-6 3-3-16,2 27 2 16,2 12 3-16,11 8 1 15,7 4 1-15,5-5 5 16,0-9-1-16,13-8 4 15,14-9 7-15,6-9-12 16,9-9-4-16,12-5-1 0,8-9-49 16,9-23-196-16</inkml:trace>
  <inkml:trace contextRef="#ctx0" brushRef="#br0" timeOffset="1794.75">8814 7092 818 0,'0'0'4'0,"0"0"82"15,0-106 97-15,0 86-52 0,0 10-41 16,0 7 3-1,-2 3-25-15,-4 23-23 0,-6 33-43 16,3 25 6-16,-1 13 5 31,3 0-5-31,7-6-3 0,0-10-2 0,0-12-3 16,0-17-1-16,0-13-9 16,0-14-78-16,0-10-123 15,0-12-77-15,0 0-293 16</inkml:trace>
  <inkml:trace contextRef="#ctx0" brushRef="#br0" timeOffset="2537.25">8500 7324 843 0,'0'0'1'0,"0"0"17"16,0 0 42-16,0 0-44 15,141-49-13-15,-68 32 1 16,10 0-8-16,9-3 4 15,-2-4-14-15,-2-1 2 16,-13-3 4-16,-14-6 8 16,-17 1 5-16,-18-8 3 15,-14 2 11-15,-12 2 21 0,0 5 15 16,-5 10 7-16,-12 8-10 31,-4 6 8-31,6 8-41 16,-1 0-10-16,3 22-9 15,1 28-2-15,4 12 2 16,6 14 2-16,2 7-1 16,0 1 2-16,0 4-3 15,0-8 1-15,8-10-1 0,0-13-2 16,0-17 1-16,1-12-5 16,0-16-10-16,0-6-36 15,-2-6 17-15,3 0 11 16,2-10 18-16,-1-20 6 15,0-12 0-15,1-5 1 16,3-5 2-16,1 2 0 16,8 6 0-16,2 9 0 15,-1 16 2-15,2 9-4 16,-5 10 2-16,-2 0 6 16,0 26-3-16,3 8-3 0,-4 8 2 15,2 2-3 1,3-1-2-16,-1-10 0 0,4-6 1 15,-1-7-1-15,3-10-1 16,0-6 0-16,0-4 0 16,-2 0-4-16,-3-7 1 15,-3-15 0-15,-8-3 4 16,-3-8 1-16,-5-5 2 16,-5-1-1-16,0-1 6 15,0 9 5-15,0 12 10 16,0 8-1-16,0 7 19 15,0 4-8-15,0 0 4 0,-2 11-35 16,-1 22 4-16,3 11-6 16,0 3 9-16,0-6 4 15,0-6-1-15,0-10-12 16,10-4 0-16,5-12-17 16,6-6-61-16,3-3-66 15,0-8-206-15</inkml:trace>
  <inkml:trace contextRef="#ctx0" brushRef="#br0" timeOffset="2772.4">9778 7064 162 0,'0'0'609'0,"0"0"-604"16,0 0-3-16,0 0 18 15,0 0 44-15,0 0 10 16,55 93-20-16,-29-93 31 15,-3-7-23-15,-10-11-6 16,-6-5-5-16,-7 0-18 16,0-2-3-16,-2 6-7 15,-18 9-23-15,-4 8-1 0,-4 2-51 16,-5 20-90-16,-3 18-201 16</inkml:trace>
  <inkml:trace contextRef="#ctx0" brushRef="#br0" timeOffset="3168.45">10258 7311 897 0,'0'0'64'16,"0"0"-53"-16,0 0 92 0,0 0-57 15,0 0-27-15,0 0 3 16,-116-78-13-16,95 78-7 16,2 8 0-16,11 9-2 15,8 8 0-15,0-1-2 16,29 1 1-16,13 0 2 16,5-1 0-16,1 0 0 15,-5 2-1-15,-7 2-1 0,-17 1 1 16,-11 2 3-16,-8 2-3 15,-6-2 6-15,-27 2 13 16,-9-7 10-16,-6-5-12 16,-2-6-5-16,5-9-2 15,3-6 0-15,9 0-1 16,7-23-9-16,14-19-35 16,8-17-135-16,4-12-406 15</inkml:trace>
  <inkml:trace contextRef="#ctx0" brushRef="#br0" timeOffset="3642.41">10900 7124 905 0,'0'0'3'31,"0"0"43"-31,0 0 102 0,0 0-44 0,0 0-43 16,0 0-27-16,25-18-9 16,-8 71 23-16,8 17-9 15,2 12-19-15,4 0-6 0,2-3 8 16,3-12-13-16,0-14 2 16,-8-19-7-1,-1-16 7-15,-6-12-4 0,-6-6 13 16,-1 0 2-16,1-17 15 15,5-23 0-15,-4-20-16 32,1-12-12-32,2-8-9 15,-4-2 0-15,3 8-4 16,5 13-60-16,0 24-92 16,4 20-32-16,0 17-77 0,-2 7-276 15</inkml:trace>
  <inkml:trace contextRef="#ctx0" brushRef="#br0" timeOffset="4070.5">11822 7407 582 0,'0'0'35'15,"0"0"158"-15,0 0-26 16,0 0-79-16,0 0-7 16,0 0-40-16,23-122-6 0,-52 100-10 15,-6 3-20-15,-10 11 3 16,-4 8-8-16,0 0 0 15,-1 19-4-15,8 17 3 16,9 11-3-16,15 6-4 16,18-3 3-16,0-3-14 15,27-10-6-15,20-10 6 16,3-12 6-16,2-8 5 16,-3-7-1-16,-2 0-8 15,-10-18 16-15,0-10 1 0,-8-8 5 16,-10-4 8-1,-8 3 24-15,-6 7-6 0,-5 12 17 16,0 8 16-16,0 8 16 16,0 2-3-16,0 0-51 15,0 14-23-15,0 20 0 16,-2 8-3-16,2 5 3 16,0-7-3-16,0-3-1 15,5 0-18-15,12-10-82 0,3-6-93 16,7-12-34-1,0-9-195-15</inkml:trace>
  <inkml:trace contextRef="#ctx0" brushRef="#br0" timeOffset="4324.35">12386 7168 732 0,'0'0'12'15,"0"0"88"-15,0 0 90 16,0 0-88-16,0 0-55 15,0 0-32-15,-144-55 0 16,103 83-2-16,-1 13-2 0,5 10-2 16,5 4 4-1,10 6-2-15,9-7-4 0,8-2-2 16,5-1-5-16,7-11 3 16,24-7-3-16,9-8-10 15,12-13-23-15,8-10-51 16,6-2-43-16,5-8-94 15,0-20-116-15</inkml:trace>
  <inkml:trace contextRef="#ctx0" brushRef="#br0" timeOffset="4733.62">12741 7200 616 0,'0'0'55'16,"0"0"54"-16,0 0 89 15,0 0-95-15,0 0-33 16,0 0-50-1,-65 3-13-15,38 30 2 0,1 10 8 16,3 6 10-16,6 1-11 16,5-3 4-16,10-3 0 0,2-6-9 15,4-7-4-15,25-9-5 16,10-7-2-16,5-8-23 16,3-7-44-1,4 0-24-15,0-8-16 0,-2-16-28 16,-8-7 19-16,-10-3 49 15,-7 1 67-15,-11 0 8 16,-2 7 60-16,-7 8 35 16,-4 6 9-16,0 6-1 15,0 4-2-15,0 2-17 16,0 0-14-16,0 0-42 0,0 23-31 16,0 8 14-1,0 5 15-15,0 0-14 0,0-4-11 16,0-3-5-16,8-4-4 15,1-6-18-15,1-9-117 16,6-9-101-16,0-1-169 16</inkml:trace>
  <inkml:trace contextRef="#ctx0" brushRef="#br0" timeOffset="4843.38">13111 7132 851 0,'0'0'0'15,"0"0"-14"1,0 0 7-16,0 0-261 0</inkml:trace>
  <inkml:trace contextRef="#ctx0" brushRef="#br0" timeOffset="5408.8">13111 7132 307 0,'58'143'548'0,"-58"-137"-540"0,0 10 83 16,0 11-15-16,8 8-10 0,3 7-40 16,-3 2-9-1,-2 0-4 1,1-8-7-16,-3-8-1 0,0-12-3 0,0-7-2 16,0-9 1-1,-2 0 2-15,4 0 5 0,1-12 9 16,1-16-7-16,6-8-1 15,-1 1 9-15,5 3-9 32,4 6-1-32,-2 10-3 15,3 8-5-15,-6 8 0 16,4 0 0-16,1 4 0 16,1 22 2-16,3 4-1 0,0-1-1 15,2-4 0-15,2-2 0 16,-5-12 0-16,0-1 0 15,0-6 0-15,-6-4 1 16,4 0 2-16,1-1 1 16,-2-20-2-16,3-9 14 15,-1-8 5-15,-8-2 7 16,-3-2-10-16,-11 5-6 16,-2 12 11-16,0 9-14 15,-18 7 1-15,-3 9-8 16,-2 0-2-16,8 23-2 0,8 13-3 15,7 10 0 1,7 2 2-16,24-4 3 0,7-4-1 16,-1-8-1-16,1-6-4 15,-2-7 1-15,-5-11-3 16,0-7-1-16,-4-1 5 16,2-1-24-16,0-19-64 15,-7-13-123-15,-6-5-413 16</inkml:trace>
  <inkml:trace contextRef="#ctx0" brushRef="#br0" timeOffset="6132.31">8079 8628 935 0,'0'0'17'0,"0"0"98"16,31-138 25-16,-31 97-87 15,-15 5 3-15,-16 17 1 16,-7 11-12-16,-5 8-19 16,-3 2-26-16,3 23-4 15,10 4 4-15,16 3-1 16,14 1 0-16,3 7-3 15,27 1 2-15,26 8 2 16,11 5 0-16,6 2 1 0,-7 4 0 16,-11 1-1-16,-11-3 0 15,-19 5 0-15,-15-9 0 16,-7-5-1-16,-14-11 1 16,-23-14 2-16,-5-12 4 15,-10-12-1-15,-2 0 5 16,2-28 15-16,2-18 7 15,13-14-9-15,20-13-15 16,17-4-8-16,27 0-13 16,44 4-70-16,23 13-101 15,12 12-49-15,0 15-436 16</inkml:trace>
  <inkml:trace contextRef="#ctx0" brushRef="#br0" timeOffset="6635.89">9425 8688 1134 0,'0'0'4'0,"0"0"-4"0,0 0 94 16,-128-100-24-16,98 99-15 16,-1 1-30-16,0 6-20 15,2 23-3-15,4 7-2 16,10 0 0-16,11 1 0 16,4-10-9-16,0-4 2 15,15-7-9-15,7-6 2 16,3-8-4-16,-4-2 14 15,2 0 4-15,-3-4 7 16,-2-13 0-16,-4 4 1 0,-8-1 10 16,-2 4 7-16,-1 3 15 15,-3 6 1-15,0 1 7 16,0 0-11-16,0 10-22 16,4 24-3-16,3 17 17 15,4 14 4-15,-2 8-4 16,2 2-5-16,-2-2 1 15,4-11-11-15,1-12-3 16,1-10-11-16,8-12-2 16,8-8-28-16,9-10-88 15,13-10-163-15,14-4-211 0</inkml:trace>
  <inkml:trace contextRef="#ctx0" brushRef="#br0" timeOffset="7126.38">11324 8931 962 0,'0'0'12'16,"0"0"53"-16,-63-110 96 16,63 60-95-16,2-3-42 15,28 6-5-15,9 4-10 16,9 15-2-16,0 10 2 16,4 16 6-16,1 2-3 15,0 26-1-15,-1 22 4 0,-8 9-9 31,-6 6-2-31,-14 0-4 0,-8 1 2 0,-16-3-2 16,0-5 1-16,-16-8 3 16,-24-7-2-16,-8-6 6 15,-6-9-3-15,-4-8 2 16,2-5 4-16,8-5 11 16,7-2 2-16,20-3 7 15,11-3-3-15,10 0-14 16,6 0-1-16,35 0-11 0,26 0 3 15,22 0-4-15,25-12-1 16,15-6-9-16,20-6-50 16,14 2-38-16,20-5-72 15,18-7-29-15</inkml:trace>
  <inkml:trace contextRef="#ctx0" brushRef="#br0" timeOffset="7802.18">15309 5817 700 0,'0'0'2'15,"-13"-125"34"-15,11 93 60 16,2 17 6-16,-2 11-29 16,2 4-41-16,0 13-8 15,0 44-7-15,0 35 19 16,0 34-11-16,13 33 8 16,1 23 4-16,1 33 3 15,-2 29 11-15,-6 24 9 16,-4 21-16-16,-3 11 11 15,0 0-10-15,-10 5-2 0,-1-18-18 16,5-14 12-16,-1-21-18 16,5-33 6-16,0-23-13 15,2-26-9-15,0-27-2 16,0-24-1-16,17-33-6 16,4-29-32-16,5-32-61 15,0-25-62-15,3-8-45 16,-2-48-133-16</inkml:trace>
  <inkml:trace contextRef="#ctx0" brushRef="#br0" timeOffset="8210.66">15525 7409 694 0,'0'0'247'0,"0"0"-227"16,0 0 126-16,0 0-53 16,0 0-63-16,0 0-17 0,7 66 1 15,11-6 8-15,5 12-7 16,6 3-7-16,2-7-5 15,2-10 6-15,1-13-3 16,-5-17 2-16,-7-12 8 16,-5-13 4-16,0-3 21 15,-2-7 22-15,-1-30-14 16,-4-13-8-16,1-16-21 16,-7-8-6-16,2 0-5 15,-2 4-4-15,0 14-5 16,3 15-4-16,1 17-31 0,6 16-84 15,4 8-112-15,2 6-73 16,-1 26-80-16</inkml:trace>
  <inkml:trace contextRef="#ctx0" brushRef="#br0" timeOffset="8604.78">16368 7579 560 0,'0'0'10'0,"0"0"134"16,0 0 6-16,107-122-36 15,-107 90-28-15,0 6-8 0,-29 8-14 16,-15 11-19-16,-10 7-40 16,-13 8-5-16,-5 29 1 15,6 10-4-15,8 6 3 16,18 0-2-16,17-3 2 16,19-6-4-16,4-7 3 15,9-12-5-15,25-9 4 16,8-6 0-16,5-10-1 15,4 0-1-15,2-5 2 16,1-24-1-16,-5-3 3 16,-6-4 1-16,-10 8 0 15,-14 10 2-15,-7 9 2 16,-10 8 18-16,-2 1 18 0,0 17-7 16,0 24-4-16,0 15 10 15,0 2-27-15,0-2-7 16,4-8-6-16,17-3-15 15,8-12-77-15,11-12-48 16,6-16-149-16,10-5-349 16</inkml:trace>
  <inkml:trace contextRef="#ctx0" brushRef="#br0" timeOffset="9186.34">17046 7488 710 0,'0'0'130'0,"0"0"-23"16,-14-103 78-16,-11 87-80 15,-10 8-47-15,-5 8-13 16,-2 0-24-16,-3 18-7 16,1 20-2-16,3 12-3 15,10 7 0-15,9 5 4 16,12-4 5-16,10-6-10 16,0-5-8-16,34-10-4 15,15-7-11-15,11-10-85 16,7-12-11-16,6-8-6 0,0 0-19 15,-1-18-67 1,-9-14 12-16,-12-6-26 0,-9-9 217 16,-13-2 77-16,-8 1 25 15,-11 8 59-15,-7 12 4 16,-3 12-1-16,0 7-35 16,-3 6-18-16,-10 3-13 15,-5 0-44-15,1 12-46 16,-1 18-7-1,3 11 2-15,5 6 0 0,10-1 4 16,0 0-7-16,0-6 0 16,25-8-4-16,10-6-7 0,3-9-44 15,7-14 1-15,1-3 13 16,1 0 9-16,0-20-5 16,-4-6 30-16,-8-10 6 15,-6 0 1-15,-12 3 0 16,-7 8 14-16,-6 11 21 15,-4 11 12-15,0 3 41 16,0 0-22-16,0 0-39 16,0 23-13-16,0 4-5 15,0 4 6-15,0-3-6 16,3-4-9 0,10-3-2-16,0-5-39 0,5-7-116 15,-2-9-77-15,-1 0-389 0</inkml:trace>
  <inkml:trace contextRef="#ctx0" brushRef="#br0" timeOffset="9312.26">17747 7355 1099 0,'0'0'1'16,"0"0"-1"-16,0 0 21 0,0 0-21 15,0 0-142 1,0 0-188-16</inkml:trace>
  <inkml:trace contextRef="#ctx0" brushRef="#br0" timeOffset="9878.49">17846 7622 792 0,'0'0'29'15,"0"0"51"-15,0 0 38 16,0 0-102-1,0 0 32-15,-4 128-18 0,4-90-15 16,0-6-8-16,0-8 1 0,0-10-4 31,6-5 0-31,-2-8 0 0,-2-1-3 0,3 0 12 16,1-1 5-16,4-23 3 31,0-9 0-31,3-5-7 16,6 0 4-16,1 3 0 15,2 4-15-15,1 12-1 16,1 8-2-16,-5 6 0 16,2 5-4-16,1 3-1 15,0 22 3-15,7 6 0 16,0 3 1-16,2-6 1 16,0-2 0-16,3-7 0 0,0-8-1 15,-1-5 0-15,5-6 1 16,-3 0 1-16,5-5 0 15,3-16 0-15,-3-9 7 16,-3-4-1-16,-5-4 2 16,-10-6 5-16,-9 0-4 15,-8 7 5-15,-5 7 1 16,0 14 3-16,-11 9-3 16,-14 7 4-16,-1 0-20 15,1 23-1-15,5 18-1 16,11 7-2-16,9 4 3 0,5 0 1 15,24-6 6-15,6-7-4 16,1-7 0-16,-1-12-2 16,4-13 0-16,-2-7-8 15,3 0-94-15,0-20-81 16,-3-12-416-16</inkml:trace>
  <inkml:trace contextRef="#ctx0" brushRef="#br0" timeOffset="11639.73">19460 6310 162 0,'-78'129'0'0,"-10"16"-12"15,-9 13 3-15</inkml:trace>
  <inkml:trace contextRef="#ctx0" brushRef="#br0" timeOffset="12205.07">19244 7583 932 0,'0'0'13'15,"0"0"125"-15,0 0 0 16,0 0-34-16,0 0-24 0,0 0-44 16,5-33-16-16,1 75-16 15,4 22 19-15,3 16 2 16,1 6-10-16,-1-1-5 16,-1-7-5-16,-2-8-4 15,-1-7-1-15,-5-16 0 16,-2-13-12-16,-2-11-106 15,0-14-185-15,0-9-199 16</inkml:trace>
  <inkml:trace contextRef="#ctx0" brushRef="#br0" timeOffset="12912.38">19111 7538 848 0,'0'0'6'16,"0"0"85"-16,0 0 7 15,144-109-21-15,-86 105-30 16,-2 4-17-16,-6 16-6 16,-13 24-10-16,-6 14-13 15,-8 4 3-15,-12 1-4 16,-11-5-2-16,0-6-11 16,-23-12-49-16,-10-8 29 15,2-10-15-15,4-13 3 0,7-5 33 16,6 0 12-16,10-30 14 15,4-5 25-15,0-7-23 16,9-2-1-16,15 4 2 16,8 6-4-16,7 8-2 15,9 8 6-15,1 9 7 16,0 9 26-16,0 0-25 16,-1 12-10-16,-1 20 1 15,-4 5-7-15,-8 3-9 16,-8-2 0-16,-9-6 1 0,-11-6-1 15,-7-7 0 1,0-8 0-16,0-5 2 0,-2-4 3 16,-3-2-1-16,-1 0 12 15,0-14 25-15,2-20-18 16,4-8-8-16,0-8-3 16,0 2-12-16,14 8-2 15,3 10-2-15,-5 12-2 16,-1 14-7-16,-3 4 6 15,2 8-14-15,1 25-7 16,5 12 21-16,6 3-2 16,2-7 3-16,7-1-2 15,1-9 0-15,-1-9-4 0,0-8 6 16,0-6 2-16,-2-8 3 16,-2 0 1-16,0 0 5 15,-2-20 14-15,-8-6 27 16,-5-3 1-16,-8-8 2 15,-4-1 0-15,-2-2-13 16,-25-1-7-16,-9 7 0 16,-7 6-11-16,-1 10-14 15,-1 8-4-15,5 6-7 16,7 4-8-16,6 0-58 16,9 13-89-16,9 6-135 15,9-1-457-15</inkml:trace>
  <inkml:trace contextRef="#ctx0" brushRef="#br0" timeOffset="13493.75">20474 7299 627 0,'0'0'131'0,"0"0"-78"16,0 0 143-16,0 0-99 16,-19-105 7-16,18 103-21 15,1 2-15-15,0 0-31 16,0 7-20-16,0 32-13 16,0 22 8-16,0 19 14 0,1 4 3 15,10 0-13-15,-3-5-5 16,3-9-6-16,1-9-2 15,1-8-3-15,1-13 0 16,-3-12-7-16,-3-9-41 16,1-8-137-16,-4-9-51 15,-3-2-177-15</inkml:trace>
  <inkml:trace contextRef="#ctx0" brushRef="#br0" timeOffset="14295.73">20275 7636 748 0,'0'0'25'16,"0"0"85"-16,0 0-46 16,114-39-55-16,-43 28-8 15,6 0-1-15,-6 3-6 16,-11 8-165-16,-10 0-37 16,-15 5-49-16,-11 16 46 15,-13 2 176-15,-4-3 35 16,-3-6 134-16,-1-4-16 15,2-9 7-15,3 1 1 16,1-2-11-16,3 0 3 16,0 0-22-16,-1-6-11 0,-1-7-14 31,-1-5-12-31,-5-1-12 0,-2 4 2 0,0 1-9 16,-2 3-13-16,0 5 4 15,0 5 6-15,0 1-3 16,0 0-11-16,0 0-21 15,-15 7-2-15,-10 23-1 16,1 6 1-16,1 7 1 16,10-6 0-16,9-3-1 15,4-5 1-15,0-6-1 16,11-8-3-16,18-5-13 16,11-7-51-16,11-3-15 0,3 0-31 15,2-16-13-15,-8-7 0 16,-7-5 45-16,-12-6 74 15,-10 0 7-15,-7 2 14 16,-8 10 42-16,-4 10 53 16,0 5-2-16,0 7 7 15,0 0-47-15,-11 11-54 16,0 16-13-16,0 15 3 16,9-3 5-16,2-3-7 15,2-2 2 1,22-8-3-16,0-6-5 0,8-7-2 0,-1-12-4 15,4-1-11 1,6-1 16-16,3-28 6 0,4-9-1 16,-9-12 3-16,-5-12-2 15,-12-7 3-15,-9-7 6 16,-6-1-5-16,-7 4 4 16,0 15 2-16,-3 18 12 15,-9 22 33-15,3 10-5 16,5 6 2-16,0 2-23 15,4 10-29-15,0 34-14 16,0 21 14-16,0 16 6 16,0 4 1-16,10-5-4 0,3-5-1 31,3-10-2-31,-1-10-1 0,1-10-2 0,-1-10-24 16,4-11-137-16,-2-14-17 15,5-10-144-15,1-3-423 16</inkml:trace>
  <inkml:trace contextRef="#ctx0" brushRef="#br0" timeOffset="14470.16">21590 7597 844 0,'0'0'73'0,"0"0"66"0,0 0-27 16,0 0-45-16,0 0-37 15,0 0-26-15,116-18-4 31,-24 2 0-31,12-8-122 16,4-4-148-16,2-2-470 16</inkml:trace>
  <inkml:trace contextRef="#ctx0" brushRef="#br0" timeOffset="15191.99">22556 7321 1057 0,'0'0'0'0,"0"0"83"16,0 0 16-16,0 0-60 16,0 0-11-16,0 0-17 15,-21 61-9-15,15-2 9 16,6 3-6-16,0-2-2 16,0-5-3-16,24-10 0 15,10-5 2-15,4-15-2 16,1-6-3-16,-1-12 3 15,3-7 0-15,-1 0 0 16,2-18 5-16,-2-15-3 16,-4-10 4-16,-5-6 3 15,-9 1-6-15,-8 7 3 0,-8 8 4 16,-6 16-4-16,0 8 11 16,0 9 20-16,0 0-37 15,0 0-6-15,0 32-11 16,2 12 15-16,5 13 1 15,9-3 2-15,8-4-2 16,8-7 0-16,5-14-1 16,5-8-2-16,3-10-1 15,4-9 5-15,2-2 2 16,1-3-2-16,1-22 3 16,-6-9-1-16,-9-6-1 0,-7-8 0 15,-13-2 7-15,-9 4-2 16,-9 8-2-16,0 13 6 15,0 9 2-15,0 9-3 16,-2 5-9-16,2 2-1 16,0 3-18-16,6 33 7 15,23 13 11-15,4 7 1 16,3-2 5-16,-9-6-5 16,-7-9 2-16,-11-6 0 15,-9-5-1-15,-5-5 1 16,-37-1-2-16,-24 1-7 15,-37-2-129-15,-29-7-225 0</inkml:trace>
  <inkml:trace contextRef="#ctx0" brushRef="#br0" timeOffset="15804.15">17491 8855 974 0,'0'0'10'0,"0"0"40"0,0 0 126 15,0 0-100-15,0 0-43 16,6-118-31-16,44 85 2 15,3 14-2-15,-2 9 2 16,-6 10 1-16,-7 1 2 16,-9 34-4-16,-4 15 1 15,-10 18 4-15,-11 12-1 16,-4 6-7-16,-4 1 0 16,-25-7 2-16,-7-14-1 15,-8-12 1-15,1-16 2 16,3-14 0-16,5-8 4 15,8-9 2-15,6-6 1 16,9 1 1-16,5-2 10 0,7 0 5 16,0 0-2-16,0 0-11 15,24 0-9-15,19 0-2 16,23 0 2-16,19 0-4 16,24-7-2-16,11-2 1 15,14-1-155-15,7-2-73 16,4 0-301-16</inkml:trace>
  <inkml:trace contextRef="#ctx0" brushRef="#br0" timeOffset="16240.33">20651 8763 979 0,'0'0'11'0,"0"0"64"15,0 0 51 1,0 0-101-16,-162-41-16 0,112 41-5 16,-8 33-1-16,-1 15-2 15,6 17 3-15,15 8 5 16,16 7-2-16,20-1 1 16,2-7-4-16,33-8-4 15,23-7 0-15,11-13-1 0,9-11 0 16,-3-13 0-16,3-11 1 15,-7-9 0-15,-4 0 4 16,-10-14 13-16,-13-11 15 16,-13-3 3-16,-15 0 14 15,-14-2 19-15,0 0-6 16,-22-1-20-16,-23 6 4 16,-13 11-20-16,-11 9-15 15,-11 5-3-15,-5 17-2 16,3 17-4-16,15 2-2 0,17 2-1 15,27 2-3-15,23-2-18 16,4-4-103-16,40-9-168 16,21-16-275-16</inkml:trace>
  <inkml:trace contextRef="#ctx0" brushRef="#br0" timeOffset="16762.46">22236 8915 952 0,'0'0'1'0,"0"0"59"16,-4-114 76-16,38 80-95 15,11 5-17 1,9 9 4-16,11 10-5 0,1 10-3 16,0 0 5-16,-6 17 14 15,-9 15-25-15,-12 10-3 16,-18 2-10-16,-11 4 1 0,-10 0-1 16,-14-4-1-1,-26-3 4-15,-9-8 1 0,-4-8-5 16,4-10 6-1,9-5-3-15,11-7-2 0,13-3 1 16,9 0 0-16,7 0-1 16,0 0-1-16,4 0-21 15,23 0 15-15,11 0 6 16,9 0 1-16,2 12 0 16,2 8 1-16,-1 7 5 15,-11 8 5-15,-10-3 0 16,-13 2 23-16,-16-4-12 15,0-4-4-15,-27-2 12 0,-22-4-9 16,-17-2-12-16,-17-7-9 16,-6-7-1-16,-9-4-11 15,-10 0-98 1,-5-21-126-16,-9-17-224 0</inkml:trace>
  <inkml:trace contextRef="#ctx0" brushRef="#br0" timeOffset="17830.4">10545 11329 963 0,'0'0'32'16,"0"0"-10"-16,-54-103 76 15,42 86 23-15,3 7-28 16,6 4 8-16,2 4-31 15,1 2-28-15,0 0-10 0,0 0-22 16,0 28-10-16,0 28 2 16,11 25-2-16,3 9 3 15,-4 3 3-15,-1 2 0 16,-4-3 1-16,-1-6-5 16,-4-13-1-16,3-19 0 15,-3-18-1-15,2-16-4 16,2-9-28-16,-2-11-97 15,3 0-41-15,-5-11-1 16,0-19-115-16,0-10-176 16</inkml:trace>
  <inkml:trace contextRef="#ctx0" brushRef="#br0" timeOffset="18003.75">10165 11772 711 0,'0'0'51'15,"0"0"157"-15,0 0-41 16,0 0-44-16,0 0-39 15,0 0-57-15,-29-46-17 16,70 31-5-16,8 0-5 16,15 0-6-16,2 1-108 15,4 3-194-15,1 3-352 16</inkml:trace>
  <inkml:trace contextRef="#ctx0" brushRef="#br0" timeOffset="18647.68">11297 11614 853 0,'0'0'22'0,"0"0"128"16,0 0-37-16,0 0-52 15,-91-121-24-15,37 106-5 16,-4 13-14-16,-5 2-7 16,-5 17-6-16,3 16-4 15,4 13-1-15,18 4 0 0,18 6-3 16,23-3 1-1,2-9 2-15,31-8-9 0,20-13-1 16,7-8-19-16,4-15-6 16,-4 0-11-16,-2-6 21 15,-7-21 15-15,-11-5 7 16,-7-8 3-16,-16-1 2 16,-5 0 5-16,-8 10 13 15,-2 6 20-15,0 15 10 16,0 7 10-16,0 3 17 15,0 0-29-15,0 0-48 16,0 29 0-16,0 9-1 16,4 10 1-16,14 1 0 0,8-9-3 15,6-6-1-15,3-10-9 16,4-15-9-16,1-9-5 16,-1 0-9-16,2-21 34 15,-1-13-2-15,-7-10 3 16,-4-10 1-16,-8-9 4 15,-6-1-1-15,-9-4 1 16,-1-2 1-16,-5 2 3 16,0 5-3-16,0 16 1 15,0 12 6-15,-5 20 15 16,3 11 26-16,0 4 2 16,0 0-27-16,2 5-24 0,0 29 0 15,0 19-4-15,0 14 8 16,0 4 12-16,0 5 11 15,0 0-13-15,0-1-12 16,0-6 0-16,0-11-6 16,0-11 0-16,2-9-8 15,7-16-100-15,0-11-135 16,4-11-119-16,3-1-526 16</inkml:trace>
  <inkml:trace contextRef="#ctx0" brushRef="#br0" timeOffset="19104.56">11914 11442 939 0,'0'0'7'16,"0"0"133"-16,0 0-69 15,0 0-30-15,-114-24-28 16,66 34-11-16,-6 13 0 16,0 4-2-16,4 1 1 15,9 3 0-15,10-6 1 16,11 6-1-16,15 0 1 15,5 1 3-15,18 2 4 0,24 2-4 16,16-1-2 0,9-3 0-16,5-6-2 0,1-11-1 15,-4-4 0-15,-7-9 0 16,-4-2 0-16,-8 0 0 16,-8-16 3-16,-10-10-2 15,-2-7 1-15,-12-11 2 16,-5-3-3-16,-9-6 4 15,-4 5-2-15,0 11 1 16,0 10 2-16,0 12-3 16,-4 10 6-16,-11 5-4 0,-1 4 0 15,-3 33-5 1,0 16 1-16,9 13-1 0,10 3 7 16,0-7 4-16,8-10 0 15,17-15 4-15,6-10-9 16,5-14-3-16,5-13-3 15,9 0-1-15,10-17-66 16,5-25-226-16</inkml:trace>
  <inkml:trace contextRef="#ctx0" brushRef="#br0" timeOffset="19639.27">13340 11447 939 0,'0'0'8'0,"0"0"93"0,0 0-12 16,0 0-43-16,0 0-24 16,-20 113 0-16,15-40-9 15,3 2-5-15,2 0 0 16,0-9-4-1,27-14-3-15,13-16 0 16,7-11 1-16,4-21 0 0,5-4 3 16,1-8 5-16,3-29 3 0,-1-9 13 15,-4-13 14-15,-9-4 24 16,-13-7-6-16,-14-1-2 16,-14 5-8-16,-5 4-16 15,0 12 3-15,-15 8-5 16,-8 12-20-16,4 11 3 15,0 8-13-15,11 4 0 16,3 7-10-16,5 0-70 16,0 3-131-16,0 16-96 15,0 7-364-15</inkml:trace>
  <inkml:trace contextRef="#ctx0" brushRef="#br0" timeOffset="19968.08">14262 11432 1025 0,'0'0'1'0,"0"0"86"15,0 0-11-15,0 0-12 16,0 0-19-16,0 0-45 16,-142-67 0-16,113 89 0 15,13 7 0-15,12 1 0 16,4 4-1-16,6 2 0 0,28 2 1 15,11-2-2 1,1 5 2-16,3-1 1 0,-7 6-1 31,-10-5 1-31,-16-1 1 0,-16-5-2 0,0-11 2 16,-29-3 3-16,-18-6 0 16,-6-9 0-16,-5-6-5 15,-1 0 5-15,4-12 2 16,5-20 0-16,10-11-5 15,13-7-2 1,25-4-111-16,2 2-309 0</inkml:trace>
  <inkml:trace contextRef="#ctx0" brushRef="#br0" timeOffset="20487.39">15733 11143 729 0,'0'0'4'0,"0"0"-4"15,0 0 64-15,0 0 8 16,0 0-31-16,-141-21-14 16,108 56 9-16,9 7-1 15,10 2-6-15,14 0-14 16,0 2-3-16,21-1-3 0,12-4-1 15,7 2-2-15,7 3-3 16,-1 2 5-16,-1 4-6 16,-11-2 2-16,-13-1 5 15,-9-9 10-15,-12-9 24 16,-2-4 10-16,-31-10-17 16,-15-5-7-16,-12-9-1 15,-7-3 7-15,-6-11 1 16,1-21-20-16,6-15-1 15,14-10-6-15,19-5-9 16,21 0-48-16,12 6-100 16,28 8-115-16,20 8-321 0</inkml:trace>
  <inkml:trace contextRef="#ctx0" brushRef="#br0" timeOffset="21589.67">16225 11539 875 0,'0'0'21'15,"0"0"165"-15,0 0-117 16,0 0 1-16,0 0-34 16,-118-93-3-16,80 87-12 15,-4 6-10-15,-7 7-8 0,0 26-3 16,7 9 0-16,8 6 0 15,14 2-3-15,18-2 3 16,2-8-3-16,18-9-12 16,22-17-5-16,10-13-7 15,7-1-1-15,-2-11-16 16,1-24 11-16,-6-5 17 16,-11-4 16-16,-12 3 0 15,-16 2 1-15,-11 9 9 16,0 5 9-16,0 8 8 0,-9 11 14 15,-1 6-1-15,-4 0-23 16,7 20-17-16,5 16-1 16,2 10 0-16,6 0-1 15,26 0-1-15,3-8-12 16,6-8-18-16,1-14-15 16,-2-13-6-16,-3-3 7 15,0-14-8-15,-6-23 44 16,0-9 10-16,-6-10 1 15,-1-12 7-15,-10-5 5 16,-12-11 5-16,-2-4 17 16,0-4-7-16,-10 2-9 15,-9 10 16-15,-4 15 25 0,3 21-19 16,5 18 22-16,6 16 1 16,2 10-2-16,7 0-31 15,0 38-28-15,0 26 0 16,0 24 2-16,11 12 6 15,4 7-2-15,2 9 1 16,-5 9 0-16,0 2-3 16,-3-1-1-16,-3-13-3 15,1-15-2-15,0-15 1 16,4-16 0-16,2-20-1 0,5-12-2 16,3-15 1-16,2-16-4 15,4-4 2-15,4-4 2 16,-4-24-1-16,-6-13-15 15,-13-9 6-15,-8-12 1 16,0-13-6-16,0-2 2 16,-15 1 3-16,-12 4 5 15,-8 14 2-15,-6 12-3 16,-3 11-13-16,-6 14 0 16,9 6 13-16,5 7 5 15,16 4-2-15,17 0 4 0,3 2-2 16,42-1-25-1,30-1 27-15,22 0 0 0,15-6 0 16,2-5-3-16,-8-2-1 16,-14 0 4-1,-19-5 0-15,-16 0 0 0,-18-4 2 16,-16-1 3-16,-13 2 2 16,-7 0 9-16,-4 6 7 15,-23 4-8-15,-7 9-1 16,-3 6-10-16,-4 15 2 0,1 26-4 15,7 20-2-15,16 14 2 16,13 10 4-16,4 1 3 16,29-7 1-16,21-15-4 15,6-22-4-15,4-21 0 16,2-15 4-16,-4-6-1 16,3-21 0-16,-4-23-3 15,0-16-1-15,-5-11-1 16,-10-8-48-1,-9-6-151-15,-10-11-346 0</inkml:trace>
  <inkml:trace contextRef="#ctx0" brushRef="#br0" timeOffset="22689.72">11870 13104 1195 0,'0'0'0'16,"0"0"89"-1,0 0 72-15,0 0-82 0,0 0-59 0,0 0-14 16,0 0-6-16,-12-21-7 16,12 68-11-16,0 16 18 15,0 10 16-15,0-5-13 16,0-15-2-16,0-15 2 15,0-14-3 1,0-9 0 0,0-10-3-16,0-5-2 15,0 0 2-15,0 0 3 16,0-5 3-16,16-18-2 16,4-3 0-16,9 0-1 15,11 8-1-15,9 11-1 16,7 7 2-16,6 2 0 15,0 35 1-15,-6 9-1 0,-11 8 0 16,-16-2 1-16,-16-2 3 16,-13-5-4-16,-4-1 2 15,-37-6 1-15,-9-2-3 16,-10-13 0-16,2-8 0 16,2-15-12-16,4-9-54 15,12-30-79-15,9-20-39 16,6-13-159-16,5-9-382 15</inkml:trace>
  <inkml:trace contextRef="#ctx0" brushRef="#br0" timeOffset="22850.16">11858 13096 891 0,'0'0'34'16,"0"0"28"-16,0 0 15 15,0 0-60-15,0 0-5 16,0 0 33-16,183-22-2 15,-100 22-38-15,8 0-5 16,18 0-10-16,11 0-152 16,7-6-445-16</inkml:trace>
  <inkml:trace contextRef="#ctx0" brushRef="#br0" timeOffset="23335.73">14418 13222 776 0,'0'0'2'0,"0"0"22"16,-91-132 149-16,49 92-84 16,-6 8-22-16,4 10-8 15,0 8-12-15,-1 12-23 0,5 2-14 16,3 2-6-1,5 19-4-15,8 9-1 0,6-1-3 16,12 11-2-16,6 2-4 16,0-2-15-16,28 1 11 15,3-15-32-15,5-11 30 16,-1-9 11-16,3-6 2 16,-2 0 3-16,-4-14 1 15,-9-5 3-15,0-2-1 16,-9-1 8-16,-6 9 23 15,-3 2 11-15,-5 7 7 0,2 4 22 16,-2 0-13-16,0 0-27 16,0 0-24-16,4 21-9 15,8 24 1-15,-1 22 11 16,-1 9 13-16,0 2-10 16,-3-6 4-16,-3-6-6 15,0-12-10-15,3-14-4 16,2-9-2-16,2-13-7 15,9-13-40-15,12-5-144 16,7-7-112-16</inkml:trace>
  <inkml:trace contextRef="#ctx0" brushRef="#br0" timeOffset="23965.03">16094 13275 797 0,'0'0'29'15,"0"0"123"-15,0 0-28 0,-25-115-81 16,34 79-1-16,20 3-19 16,11 6-12-16,7 4 0 15,5 10-1-15,0 7 1 16,0 6-3-16,0 0 1 16,-8 12-8-16,-7 18 3 15,-3 10-1-15,-14 9-3 0,-9 2 3 16,-10 3 0-16,-1 0 4 15,-8-7-1-15,-21-5 0 16,-8-8-6-16,-1-10 8 16,-2-6-5-16,4-8-3 15,7-6 2-15,6-4-2 16,10 0 3 0,11-2 6-16,2-10-9 0,2-4-6 15,27 0 2-15,10 2 3 16,9 4-1-16,2 8 2 15,-2 2 0-15,2 6 0 0,-2 27 0 16,-3 6 7-16,-11 5 17 16,-14 4 15-1,-16-1-3-15,-4-6 6 0,-28-4-6 16,-22-5 1-16,-21-6-14 16,-16-4-9-16,-11-6-5 15,-4-12-3-15,3-4-6 16,13-8-4-16,12-20-43 15,14-9-171-15,6-10-183 16</inkml:trace>
  <inkml:trace contextRef="#ctx0" brushRef="#br0" timeOffset="27375.04">12739 6374 901 0,'0'0'6'0,"-154"53"6"15,102-36 76-15,21-7-2 16,25-5-33-16,6-5-24 0,44 0-28 15,34-12 19-15,40-28 14 16,41-20-4-16,32-21 15 16,27-15-7-16,17-8 3 15,-2-3 4-15,1 9-6 16,-5 10-7 0,-23 15 5-16,-26 18-15 0,-42 13-12 15,-45 12-3-15,-32 11-4 16,-32 12-3-16,-15 2-5 15,-6 4-2-15,1-2-12 16,7-1-112-16,9-6-57 0,4-5-182 16,4-14-355-1</inkml:trace>
  <inkml:trace contextRef="#ctx0" brushRef="#br0" timeOffset="27594.96">15365 4904 869 0,'0'0'8'16,"0"0"18"0,0 0 106-16,0 0-33 0,0 0-30 0,0 0-57 15,-15 57 2 1,10 17 26-16,3 10-8 0,2 4-14 16,0 3-16-16,0-5-2 15,16-9-3-15,8-12-5 16,6-17-45-1,3-16-105 1,4-18-96-16,-5-14-136 16</inkml:trace>
  <inkml:trace contextRef="#ctx0" brushRef="#br0" timeOffset="27988.17">15120 4716 872 0,'0'0'1'0,"0"0"34"0,0 0 4 16,0 0 12-16,-127 45-39 15,94 45-5-15,0 22 3 16,6 17-3-16,11 7 0 16,16-4-2-16,7-12-5 15,37-19 1-15,21-22 4 16,13-17-1-16,11-15-2 15,16-19 1-15,11-22 4 16,6-6 0-16,5-32 4 16,2-26 6-16,-2-16 10 0,-9-23 33 15,-15-23-7-15,-29-20-23 16,-32-14-8-16,-38-3-4 16,-15 4-8-16,-60 13-1 15,-36 18-3-15,-20 25-3 16,-16 36 6-16,-7 41-5 15,-2 20-4-15,-5 33-1 16,6 29-6-16,8 17-9 16,19 13-92-16,24 11-121 15,25 3-407-15</inkml:trace>
  <inkml:trace contextRef="#ctx0" brushRef="#br0" timeOffset="28381.97">17647 6796 1038 0,'0'0'5'16,"0"0"12"-16,0 0 63 16,0 0-36-16,0 0-24 15,127-71 10-15,22 19-2 16,27-2 7-16,22 0 14 0,8 2 19 15,-3 7-14-15,-14 6-16 16,-29 8-23-16,-29 7-12 16,-21 3-3-16,-24-2-7 15,-16-9-152-15,-20-13-229 16</inkml:trace>
  <inkml:trace contextRef="#ctx0" brushRef="#br0" timeOffset="28836.93">20204 5878 787 0,'0'0'10'0,"-79"-103"24"15,63 57 42-15,16 6-19 16,0 5 12-16,27 12-23 16,19 5-31-16,16 5 17 15,8 13 15-15,-1 0-8 16,-9 28-20-16,-14 19-7 16,-9 9-3-16,-18 11-9 15,-12 7-1-15,-7-5 1 16,-7-4 1-16,-28-10 4 0,-5-6-4 15,-5-11 2-15,1-10 1 16,10-12-1-16,12-8 4 16,11-5 7-16,11-3 17 15,0 0 3-15,25-9-19 16,25-18-5-16,27-6-7 16,21-8-3-16,8-2 0 15,8-4-4-15,-2-1-3 16,-8-6-33-16,-10-8-97 0,-14-12-41 15,-20-14-229-15</inkml:trace>
  <inkml:trace contextRef="#ctx0" brushRef="#br0" timeOffset="29247.34">21002 5059 207 0,'0'0'399'0,"-149"-31"-384"15,80 16 34-15,0 0 41 16,-3 6-55-16,-5 5 15 15,-13 4 23-15,-16 0-23 16,-14 36-10-16,-15 24-13 16,-7 28-4-16,-3 27-11 15,7 11 2-15,18 17-8 0,27 4 0 16,32 8-5-16,32-3 1 16,29-9 0-16,15-17 10 15,50-16-8-15,31-15 4 16,26-17 0-16,17-18 4 15,19-22-4-15,14-17 11 16,8-21 6-16,7 0 11 16,3-29 6-16,-11-13 13 0,-13-12 28 15,-12-20-71 1,-23-31 42-16,-27-25-17 0,-25-26-25 16,-42-19-2-16,-37-4-6 15,-19-2-1 1,-62 12-3-16,-30 27 1 0,-27 31-1 15,-25 39-12-15,-21 47-5 16,-24 25-20-16,-12 41-102 16,-3 51-32-16,-3 33-60 15,6 23-488-15</inkml:trace>
  <inkml:trace contextRef="#ctx0" brushRef="#br0" timeOffset="29844.69">17894 12241 1032 0,'0'0'113'16,"0"0"-113"-16,0 0 3 0,0 0 4 15,131 63 20 1,6-63 3-16,27 0-1 16,17-2-1-16,15-10-3 0,2 2 36 15,-4 4-2-15,-1 0-35 31,-4-2-15-31,-21-5-9 0,-7-6-6 0,-12-13-116 16,-6-14-115-16,-5-15-380 31</inkml:trace>
  <inkml:trace contextRef="#ctx0" brushRef="#br0" timeOffset="30425.68">21138 11769 919 0,'0'0'34'0,"0"0"40"0,0 0 12 16,-53-109-33 0,82 77-48-16,19 5 4 0,10 15 7 15,13 7 9-15,4 5 7 16,-5 12 2-16,-7 25-18 16,-14 6-7-16,-11 12-3 15,-18 5-6-15,-11 2 5 16,-9-1-5-16,-6-10 2 15,-28-7 2-15,-7-10-4 16,-5-12 0-16,1-5 2 16,5-10 1-16,16-5-1 15,8-2 0-15,12 0-2 16,4 0-3-16,0 0-16 0,17 0 9 16,17 2 10-16,9 11 3 15,-1 4-1-15,-5 7-1 16,-1 7 4-16,-7 0 4 15,-9 4-6-15,-16-5 5 16,-4-2 2-16,-8-2 15 16,-32-2 11-16,-16-2-7 15,-16-5-1-15,-12-5-9 16,-5-9-16-16,2-3 0 16,12 0-3-16,12-28-7 15,18-17-58-15,18-22-34 16,25-12-111-16,2-8-339 0</inkml:trace>
  <inkml:trace contextRef="#ctx0" brushRef="#br0" timeOffset="30882.29">21677 11119 973 0,'0'0'34'0,"0"0"-34"16,0 0 148-16,-87-120-39 15,37 105-61-15,-10 13-8 16,-8 2-20-16,-7 35-3 0,-8 30-8 16,1 25-1-1,-5 25-3-15,4 12-2 0,3 13 3 16,11 9-4-16,18 1 0 16,20 0-2-16,24-1 0 15,7-5-4-15,33-6-1 16,27-6-7-16,16-19-25 15,20-21-8-15,19-24 24 16,26-21 18-16,17-25 3 16,16-21 3-16,9-1 3 15,6-18 46-15,2-17 17 16,-8-15 2-16,-17-15-14 0,-26-21-28 16,-22-18-8-16,-24-25-1 15,-26-23-3-15,-32-27-6 16,-31-13-1-16,-12-3-2 15,-62 13 0-15,-38 32 0 16,-42 31-6-16,-38 35-2 16,-29 34-21-16,-10 30-27 15,1 20-25-15,1 8-110 16,12 24-92-16,14 0-544 16</inkml:trace>
  <inkml:trace contextRef="#ctx0" brushRef="#br0" timeOffset="31668.94">14011 11047 746 0,'0'0'0'0,"0"0"-296"15,0 0 32-15</inkml:trace>
  <inkml:trace contextRef="#ctx0" brushRef="#br0" timeOffset="34480.1">23237 6595 940 0,'0'0'9'15,"0"0"25"-15,0 0 61 16,0 0-25-16,-130-82-46 16,73 82-15-16,-15 18 0 15,-15 42 0-15,-19 42-2 16,-17 47 9-16,-8 41-5 15,-3 41 13-15,9 22 1 16,10 15-5-16,10 15-3 0,17 4-5 16,20-4-10-16,16-11 1 15,23-19-2-15,18-30-1 16,11-29-1-16,7-38-1 16,36-28 2-1,17-32 0-15,17-27 0 0,21-23-7 16,14-27-7-16,15-19 6 15,16-21 8-15,11-33 0 16,4-20 5-16,6-23 4 16,-1-21 19-16,-9-26-8 15,-12-31 0-15,-15-28 2 16,-15-28 13-16,-19-16-13 0,-15-8 5 16,-22-1-7-16,-23 10 4 15,-23 2-10-15,-12 8-7 16,-52 11-3-16,-31 24-4 15,-29 39-8-15,-28 42-33 16,-30 52-74-16,-19 41-69 16,-10 27-158-16</inkml:trace>
  <inkml:trace contextRef="#ctx0" brushRef="#br0" timeOffset="35815.39">14084 10363 959 0,'0'0'18'16,"-115"-14"1"-16,40 14 50 31,-8 22-12-31,-14 28-44 16,-10 30 21-16,-7 34-17 16,-2 41-3-16,-1 32 13 15,7 25-7-15,10 13 10 16,18 12-12-16,26 4-7 15,20 13-7-15,28 7 2 0,8-1-6 16,29-1-1-16,29-7 0 16,19-15-19-16,15-23-16 15,-1-26-46-15,0-28-4 16,-17-16-14-16,-9-18-21 16,0-24 27-16,-5-23 94 15,11-41-19-15,0-26-13 16,-9-12 32-16,-4-9 1 15,-8-25 27-15,-13-8 8 16,-6-6 9-16,-8-2-25 0,-8-4 28 16,-4-1 14-16,-4 8-16 15,-7-3-6-15,0 9-16 16,0 11-11-16,0 10-7 16,-2 8-4-16,-10 8-1 15,2 4-1-15,-3 0-14 16,-3 0-108-16,-2 4-91 15,-4 4-200-15</inkml:trace>
  <inkml:trace contextRef="#ctx0" brushRef="#br0" timeOffset="37198.94">14574 10435 771 0,'0'0'26'0,"0"0"22"16,-120-48 104-16,69 35-101 15,-9 4-12-15,-11 7-13 16,-10 2 16-16,-6 6-11 15,-6 26-1-15,-5 14-4 16,-12 20-18-16,-8 24 25 16,-4 20-26-16,6 21 6 15,13 12 2-15,26 13-5 0,25 16 8 16,29 10-6-16,23 14 3 16,0-6 10-16,35-8-7 15,9-3-8-15,3-15-5 16,6-1-3-16,5-7-2 15,6-10-3-15,11-5 3 16,6-7 1-16,9-5-1 16,5 2 0-16,11-6-7 15,10 0 3-15,8-9-25 16,3-6 15-16,2-5-1 16,-4-7 1-16,-2 0 1 0,-1-2-3 15,-1 0 8-15,-11-7-12 16,-4-3-13-16,-11-5 10 15,-3-6 14-15,-5-6-8 16,-5-12-24-16,0-8 22 16,-1-16 17-16,-4-12-1 15,13-13 3-15,3-8 2 16,7-8 10-16,6-14 18 16,-3-6-7-16,5-4-6 15,1-5-2-15,5-9 1 0,2-10-3 16,-3-10-2-16,-1-18-2 15,-8-10-2-15,-2-9-1 16,-7-2-1-16,-11 0-4 16,-15 3 0-16,-18 11 0 15,-18 8 0-15,-12 6 0 16,-19-3-1-16,-2-6 6 16,-15-8 9-16,-28-5-1 15,-10-1 3-15,-12 4-10 16,-9 11-4-16,-8 10 4 15,-4 18 0-15,-8 13-1 16,1 12 5-16,-4 10 6 16,1 8-3-16,-2 6-3 0,5 3-5 15,1 5 2-15,7 0 0 16,2 0-1-16,0 0-5 16,0 0-1-16,-2 0-1 15,1 0-1-15,1-3 0 16,1-6-1-16,4-5 1 15,2-4 1-15,2-8 0 16,6-7 0-16,3-7 1 16,5-10 0-16,4-5 1 15,3-13 0-15,4-10-2 0,8-9 0 16,6-7 1 0,10-8-1-16,12-4 0 0,9-11 0 15,4-1 3-15,0 2-1 16,15 3 2-16,10 9 2 15,4 4 1-15,2 1 0 16,-6 9 0-16,-6 3-2 16,-5 2-3-16,-12-1 2 15,-2-3 1-15,-9-5 6 16,-36 2-3-16,-21 6 4 16,-26 11-3-16,-24 18-5 15,-19 20-4-15,-23 25-4 16,-25 12-48-1,-11 32-70-15,-11 23-51 0,0 4-84 0</inkml:trace>
  <inkml:trace contextRef="#ctx0" brushRef="#br0" timeOffset="45537.15">6928 6436 820 0,'0'0'9'15,"-182"-1"-9"-15,81-5 8 16,-11 4 8-16,-3 2 6 16,-3 0 1-16,-1 15 6 15,5 20 36-15,12 9-10 16,15 8-21-16,18 14 8 16,22 17-19-16,16 17-12 15,20 12 4-15,11 8-4 16,9 1 2-16,34 1-7 15,12-2 3-15,11-2 6 0,11-1-5 16,7-5 2-16,12-4 6 16,11 1-12-16,12-4 4 15,14 0-3-15,14 1-1 16,8-2 2-16,15-5-7 16,1-11 7-16,1-12-7 15,-6-9 0 1,-9-13 1-16,-8-7 0 0,-10 2-1 15,-14 1 0-15,-7 8-1 0,-12 19 1 16,-6 19 4-16,-6 18-4 16,-7 14-1-16,-6 9-1 15,-6-4-2-15,1-14 5 16,-3-13-2-16,-6-17 1 16,-5-11-1-16,-8-6 1 15,-4-7-1-15,-6-10 0 16,-1-6 0-16,1-9 1 15,5-11-1-15,4-8 0 16,9-13 0-16,10-8 0 16,6 0 0-16,0-26-2 0,0-8 2 31,-2-6 2-31,-5-7-1 0,-4-7 3 0,-7-6-1 16,-9-12-3-16,-2-10 13 15,0-14-1-15,5-11-4 16,-4-1 3-16,0 8 0 15,-15 11-6-15,-12 20 2 16,-10 6 5 0,-7 6 11-16,-6 6-9 0,0 0 8 15,-6-6-4 1,-21 1 2-16,-11-6-18 16,-8 1 0-16,-8 3-1 15,-6 6 0-15,-2 0 1 16,-5 4-1-16,-2 6 8 15,-5 2-9-15,-1 7 0 16,-1 3 7-16,-2 2-7 16,-3 2-1-16,1-2 1 15,-2 2 0-15,4 0 0 16,-2-2 0-16,-1 0 0 0,-6-2 0 16,0-1 3-16,1-4-3 15,3-4-3-15,5-9-1 16,7-8 2-16,0-5 1 15,1-10-1-15,6-1 2 16,7 0-1-16,9-1 1 16,15 7-3-16,8-2 1 15,15-2 2-15,10-4-2 16,0-4 0-16,2 3 2 16,15 4-2-16,-3-2 5 0,-3 0-3 15,-5-5 0-15,-6-6-2 16,0-2 2-16,-11 2 1 15,-33-3 1-15,-18 2-1 16,-23-2-1-16,-25 1-2 16,-25 8 1-16,-23 10-2 15,-23 13-2-15,-26 19-3 16,-12 21-27-16,-7 15-35 16,-2 19-72-16,7 31-27 15,1 17-234-15</inkml:trace>
  <inkml:trace contextRef="#ctx0" brushRef="#br0" timeOffset="47565.35">11041 10800 854 0,'0'0'17'0,"-230"50"-17"16,103-7 36-16,-4 14 25 15,6 18-7-15,5 15-9 16,20 21-14-16,15 25 3 16,22 12 4-1,28 9-19-15,28-2 0 0,7-12-12 16,53-12-1-16,21-19 0 16,26-14-2-16,25-13-4 15,17-5 0-15,19-10 0 16,6-10-12-16,5-8-17 0,-5-6 10 31,2-2 12-31,0-2 1 0,-6-6 6 0,-4 2-1 16,-7 3 2-16,2-1 5 15,-4 4-3-15,-14 6 8 16,-18 2-6-16,-20 3-3 16,-13 11 3-16,-12 2-3 15,-6 8-2 1,-5 8 7-16,-6 6 1 0,-4 4 1 15,-4 1 4-15,-3 1-5 16,-7 2-4-16,-5-4-1 16,-4-1-1-16,0-5-1 0,-2-12-1 15,2-10 1-15,5-8-1 16,5-5 2-16,9-17 2 16,6-6 5-16,11-8-1 15,9-7-1-15,6-13 11 16,7-2-3-16,2 0 5 15,5-7 0-15,1-15 4 16,3-6-12-16,3-10 1 16,-5-11-2-16,-9-11-4 15,-5-13 0 1,-4-20 7-16,-2-13-1 0,-7-9 14 0,-4-2-5 16,-10 4-8-16,-8 2 2 15,-5 5-8-15,-11 11 3 16,-10 8-4-16,-13 9-2 15,-8 6-3-15,0-2 2 16,-26-1 0 0,-3 3 0-16,-11 4 0 0,-2 5 1 15,-8 13 0-15,-8 8 2 16,-6 10-2-16,-3 8 1 16,0 6-1-16,3 8-5 15,1 6 2 1,1 4 3-16,2 0-4 0,-3 0 1 15,3 0-1 1,4 2-1-16,0 2-1 16,6-4 1-16,-4 0-4 15,0 0 3-15,-2 0 1 16,-4 0-3-16,2-2-7 16,-6-6 6-16,1-2 1 15,1-4-4-15,0-6 5 16,-3-10 1-16,3-10-3 15,-1-10 1-15,3-15 3 16,4-7-2-16,1-9-3 16,2-6 1-16,1-1-1 0,-2-5 1 15,8 5 1-15,11 6 3 16,8 7-1-16,14 7 2 16,10-3 1-16,3 4-2 15,0-3 0-15,2 2 3 16,10 5-1-16,-6 5 3 15,-6 4-1-15,0 5 1 16,-6 2 6-16,-28-5 4 16,-20-6 4-16,-21-11-5 15,-28-7-3-15,-24-4-2 0,-18 2-9 16,-7 12 0-16,-8 16-6 16,-9 32-19-16,-16 23-39 15,-11 78-54-15,-2 58-69 16,7 42-39-16,10 14-312 15</inkml:trace>
  <inkml:trace contextRef="#ctx0" brushRef="#br0" timeOffset="55028.07">1284 8939 818 0,'0'0'4'16,"-185"18"67"-16,94-6 49 15,8-6-36-15,16 0-26 16,20-6 2-16,23 0-8 15,17 0 18-15,7 4-30 0,47 4-39 16,49 6 17-16,47 4 22 16,40 3-13-16,32-1 6 15,23 2-6-15,24 3-5 16,18 11 1-16,7 3-4 16,4 7 9-16,-7 0-3 15,-14-6 0-15,-29-4-7 16,-39-5-10-16,-50-12-7 15,-52-4-1-15,-42-8-2 16,-29-4 0-16,-23-2-6 0,-6-1-31 16,-2 0-20-1,-35 0-96-15,-22 0-36 0,-18 0-73 16,-22 12-372 0</inkml:trace>
  <inkml:trace contextRef="#ctx0" brushRef="#br0" timeOffset="55420.91">406 10162 982 0,'0'0'0'0,"0"0"-5"16,161 64 5-16,1-32 36 16,54-6 4-16,38-5 30 15,41-2 12-15,21-5-9 0,14 7-23 16,6 1-7-1,-17-4-8-15,-10 1-6 0,-17-8-7 16,-29-1 2-16,-29-4-8 16,-46-4-4-16,-57-2-10 15,-46 0-2-15,-46 0-3 16,-26 2-1-16,-13 2-70 16,-27 6-59-16,-37 2-82 15,-27 4-217-15</inkml:trace>
  <inkml:trace contextRef="#ctx0" brushRef="#br0" timeOffset="57768.18">3420 5928 551 0,'0'0'12'15,"0"0"48"-15,0 0 14 32,-131 0-17-32,117 0-1 15,6 0-13-15,8 0 14 16,0 0 7-16,0 0-46 15,22 0-17-15,32 0 2 16,35 0 14-16,36 0 25 16,23-3 16-16,24-5-6 15,9-2 3-15,6 2-21 16,-2-2-8-16,-9 0-1 0,-16 0 11 16,-22 2-19-1,-26 6-2-15,-23 2-9 0,-27 0-2 16,-20 0-3-16,-17 0-1 15,-11 0-1-15,-14 0-3 16,0 0 3-16,0 0-7 16,0 6-41-16,-10 4-31 15,-22 4-42-15,-7 6-13 16,-6-1-40-16,-7-4-32 16,-9-3-166-16</inkml:trace>
  <inkml:trace contextRef="#ctx0" brushRef="#br0" timeOffset="63801.25">974 8672 831 0,'0'0'15'16,"0"0"46"-16,0 0 118 15,0 0-60-15,0 0-93 16,0 0 22-16,167-182 7 16,14 49 6-16,35-11 14 15,22-2-6 1,16 0-4 0,6 9-17-16,-5 13-13 15,-11 11-1-15,-22 18-19 0,-31 17 4 16,-37 17-7-16,-40 22-5 15,-39 14-4-15,-37 14-2 16,-22 8-1-16,-14 3 0 16,-2 0 0-16,0 0 0 15,0 0-5-15,0 0-22 16,-6 1-24-16,-15 18-40 16,-4 7-98-16,-4 12-24 15,-2 6-59-15,-3 2-193 16</inkml:trace>
  <inkml:trace contextRef="#ctx0" brushRef="#br0" timeOffset="65721.2">17865 6894 700 0,'0'0'8'0,"38"-138"112"15,-38 71 45 1,0 1-71-16,-36 4-11 0,-14 2-15 16,-15 6-42-16,-20 10-19 15,-18 15 9-15,-22 23 8 0,-21 6-1 16,-33 53 6 0,-24 29 1-16,-15 37-17 0,-11 37-1 15,9 29 9 1,25 43 0-16,28 36 6 0,38 28-13 15,38 32 8-15,35 18 8 16,34 19-9-16,22 1-9 16,35-10 1-16,37-11 2 15,28-39-14-15,31-42 0 16,25-50-1-16,20-47 0 16,18-38 0-1,7-46-7-15,3-36 4 0,12-39 3 0,6-16 3 31,-2-47 0-31,5-25 6 16,-7-25 7-16,-8-36 0 16,-8-43-3-16,-10-48-7 0,-9-45-4 0,-18-44 14 31,-32-33-1-31,-42-31-4 16,-52-10 0-16,-42 14-4 15,-81 32-4-15,-68 42-3 16,-66 47-6-16,-60 60-33 15,-50 63-31-15,-33 68-52 16,-16 55-162-16,5 18-360 16</inkml:trace>
  <inkml:trace contextRef="#ctx0" brushRef="#br0" timeOffset="66650">12130 6153 570 0,'0'0'6'15,"0"0"31"-15,0 0 144 16,0 0-33-16,0 0-85 15,0 0-44-15,-135-53-11 16,60 53 7-16,-18 16-6 16,-16 29 14-16,-19 26-2 15,-16 31 2-15,-3 36 10 0,-2 56 6 16,3 40-6 0,11 44 10-16,19 33-17 0,25 14 2 15,32 24-4-15,38 2-5 16,21-2 2-16,31-13 3 15,44-36-14-15,29-31-10 16,22-43 3-16,30-42-3 16,13-47-4-16,16-45-2 15,12-42 4-15,5-39 2 16,8-24 9-16,21-66 7 0,17-39 19 16,19-39 6-1,16-40-6-15,-7-38 4 0,-13-46-18 16,-32-50-3-16,-40-44-6 15,-56-29-6-15,-64-11 6 16,-71 7-8-16,-53 31 1 16,-90 48-5-16,-64 61-5 15,-65 75-12-15,-59 87-44 16,-55 94-23-16,-36 59-90 16,-16 78-91-16,5 25-629 15</inkml:trace>
</inkml:ink>
</file>

<file path=ppt/ink/ink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5.68611" units="1/deg"/>
          <inkml:channelProperty channel="T" name="resolution" value="1" units="1/dev"/>
        </inkml:channelProperties>
      </inkml:inkSource>
      <inkml:timestamp xml:id="ts0" timeString="2023-09-16T13:50:46.078"/>
    </inkml:context>
    <inkml:brush xml:id="br0">
      <inkml:brushProperty name="width" value="0.05292" units="cm"/>
      <inkml:brushProperty name="height" value="0.05292" units="cm"/>
      <inkml:brushProperty name="color" value="#FF0000"/>
    </inkml:brush>
  </inkml:definitions>
  <inkml:trace contextRef="#ctx0" brushRef="#br0">7229 6122 1207 0,'0'0'14'0,"0"0"-14"16,0 0 27 0,0 0 31-16,0 0-38 0,0 0-14 15,0 0-3-15,0 0 2 16,-88 128 4-16,66-60 14 15,3 5 2-15,5 3 4 0,1-2 10 16,6-6-12 0,0-4 6-16,7-14-9 0,0-4-9 15,0-8-4-15,24-5-5 16,10-4-3-16,13-8-3 16,11-8-3-16,7-10-10 15,8-3-126-15,0-2-65 16,-5-22-90-16,-8-6-280 15</inkml:trace>
  <inkml:trace contextRef="#ctx0" brushRef="#br0" timeOffset="722.47">7580 6829 749 0,'0'0'4'0,"0"0"70"15,0 0 0-15,0 0-40 16,0 0 14-16,0 0-3 15,74-60-25-15,-54 29-1 16,-4-4-8-16,-12-1 2 16,-4 3 1-16,0 2 6 15,-4 7 5-15,-12 6-2 16,-2 10-4-16,0 3 10 16,-1 5-12-16,-4 3-16 15,3 25 0 1,3 10 0-16,3 8-1 0,11 0 1 0,3 1-1 15,0-3 1-15,17-6-1 16,14-9-3-16,13-10-1 31,10-11 1-31,10-8-2 0,9-12 4 0,1-24-1 16,-3-10-4 0,-8-12-3-16,-10-6 1 0,-15-7-1 15,-13-7 9-15,-19-3 0 16,-6 3 2-16,-2 8 0 15,-20 17 10-15,-3 15 9 0,3 15 26 16,6 13 12-16,3 7-2 16,6 3-24-16,5 9-21 31,2 33-12-31,0 22 0 16,0 15 1-16,14 4 4 15,8-2-5-15,9-5 0 16,3-5 0-16,6-15-5 15,1-15-1-15,5-10-10 16,0-18-12-16,-1-13-43 16,3 0 6-16,0-30 2 15,-6-16 11-15,-7-16 23 16,-8-16 16-16,-11-8 11 16,-7-2 2-16,-5 3 3 0,-4 15 5 15,0 18 26-15,0 18 15 16,-6 16 17-16,-1 14 30 15,3 4-9-15,2 1-48 16,-2 36-38-16,4 15 1 16,0 12 8-16,0 5-3 15,4-4 0-15,9 0-3 16,5-9-4-16,1-6-1 16,2-12-5-16,3-6-2 15,3-11-36-15,-1-14-141 0,1-7-95 16,-2-10-429-16</inkml:trace>
  <inkml:trace contextRef="#ctx0" brushRef="#br0" timeOffset="895.55">8648 6381 913 0,'0'0'3'15,"0"0"29"-15,0 0-1 16,0 0-15-16,145-57 3 15,-74 30-17-15,-9 0-2 16,-16 4-189-16,-21 2-434 16</inkml:trace>
  <inkml:trace contextRef="#ctx0" brushRef="#br0" timeOffset="1067.92">8066 6545 1020 0,'0'0'0'16,"0"0"2"-16,0 0 14 15,125-34 3-15,-21-6-5 0,19-6-14 16,5-1-165 0</inkml:trace>
  <inkml:trace contextRef="#ctx0" brushRef="#br0" timeOffset="2010.44">8920 6735 678 0,'0'0'14'0,"0"0"-12"15,0 0 23-15,0 0 37 16,0 0-17-16,0 0 6 16,79-122-19-16,-71 80-11 0,-8 2 0 15,0 10 26 1,-10 10 7-16,-9 7-10 0,-4 10 11 16,1 3-15-16,-1 10-26 15,6 20-12-15,6 7-2 16,8 5-4-16,3-3 3 15,3-3-3-15,23-6-2 16,5-6 3-16,6-6 0 16,-2-7 2-16,-4-11 1 15,0 0 3-15,-4-11 2 16,-3-15 0-16,1-6 0 0,-5-7-2 16,1-9 2-16,-4 3-2 15,3 1 2-15,0 10 4 16,0 7-2-16,0 13 15 15,-2 9 17-15,2 5-15 16,7 4-9-16,4 23-4 16,2 11 1-16,1 1-2 15,-7-5-2-15,-12-8 5 16,-6-10-3-16,-6-6 4 16,-3-6 7-16,0-2 16 15,2-2 4-15,-2 0 8 16,0-2 4-16,0-28-15 0,0-16-38 15,0-14 0-15,19-2-68 16,12 9-86-16,19 19-36 16,6 18-13-16,4 13-85 15,6 3 37-15,-3 0 32 16,-7 0 219-16,-14-1 60 16,-18 0 122-16,-15 1 50 15,-9 0 12-15,-6-3-22 16,-26 1-95-16,-10 2-84 15,2 0-20-15,4 14-2 16,14 15-20-16,17 5-1 0,5 7-9 16,31 4-2-16,21-3 11 15,4-4 6 1,-6-12 5-16,-15-7-4 0,-18-6 13 16,-16-3 20-16,-1 3 18 15,-26 2 11-15,-22 3-54 16,-11 0-12-16,4-6-3 15,11-10-39-15,13-2-272 16,25-24-555-16</inkml:trace>
  <inkml:trace contextRef="#ctx0" brushRef="#br0" timeOffset="3000.58">11166 6457 1018 0,'0'0'19'0,"0"0"142"15,-132-79-54-15,81 73-3 16,-1 6-72-16,1 5-16 15,7 31-11-15,8 14-5 16,14 10-6-16,15 2 0 0,7-2 0 16,9-10-8-16,20-14-14 15,6-15-19 1,6-16 8-16,3-5 20 0,3-14 6 16,4-24 9-16,-4-12 4 15,-5-10 2-15,-13-4-2 16,-10 0 6-1,-15 7 4-15,-4 15 9 0,0 16 37 16,-12 14-3-16,-3 10-11 16,1 2-18-16,3 20-24 15,5 24 0-15,6 17-7 0,0 3 6 16,6-3-6-16,19-8 3 16,10-6 0-16,3-14-5 15,5-9-2-15,1-10 3 16,-2-7-6-16,1-7 4 31,-1 0 10-31,-4-17-4 0,-2-15 4 0,-9-8 3 16,-1-10 3-16,-10-8-4 15,-7-7 5-15,-8 0-3 16,-1 6-2-16,0 13-2 0,-3 16 4 16,-13 14 3-1,-2 8 3-15,2 8 0 16,-1 0-5-16,-1 8-5 0,3 24-8 15,6 12 2-15,4 9 4 16,5 3 2-16,0-2-2 16,16-8-3-16,13-8 2 15,6-10-3-15,7-8 3 16,3-10 3-16,6-10 1 16,3 0 0-16,-1 0-2 15,-1-20 1-15,-10-8 0 16,-7-4 0-16,-10 0 0 15,-14 2 3-15,-11 7-1 0,0 13 3 16,-15 5 4-16,-16 5-1 16,-7 18-1-16,-3 21-7 15,10 10 0 1,14 1 1-16,15-7 1 0,2-5-1 16,25-7-1-16,31-9-1 15,27-9-1-15,31-13-17 16,30-4-175-16,26-39-325 15</inkml:trace>
  <inkml:trace contextRef="#ctx0" brushRef="#br0" timeOffset="3834.57">13855 6551 964 0,'0'0'15'16,"0"0"49"-16,0 0 61 16,-116-103-56-16,87 94 0 15,-3 9-22-15,3 0-34 16,0 8-13-16,3 20 0 0,5 8-6 15,11 4-1-15,7-2-8 16,3-4 12-16,5-8-6 16,17-6-8-16,7-11-11 15,2-8-3-15,5-1-5 16,0-7 17-16,0-16 13 16,-7-9 6-16,-8 0 4 15,-5 0 3-15,-9 4 19 16,-7 8 38-16,0 6 3 15,0 8 11-15,0 6-26 16,0 0-23-16,0 0-29 0,0 24-5 16,0 12-2-16,11 10 6 15,7-3 0-15,2-10-5 16,0-7 1-16,-4-10-7 16,-6-8-5-16,-3-6-18 15,-4-2 7-15,-1 0 23 16,0-16 3-16,1-14 1 15,4-8 0-15,7-5 1 16,11-2-1-16,6 3-2 16,10 8 4-16,9 13-3 15,6 13 1-15,2 8 0 16,-4 8-3-16,-5 28-1 0,-9 12 2 16,-14 2 2-16,-10-3 1 15,-16-5 0-15,0-10 8 16,-10-8 4-16,-15-10-2 15,4-12 3-15,1-2 1 16,6 0 27-16,4-32-5 16,10-8-15-16,0-16-21 15,27-10-5-15,22-1-4 16,9 4-86-16,0 16-54 16,-7 27-32-16,-11 20-95 15,-13 2-80-15</inkml:trace>
  <inkml:trace contextRef="#ctx0" brushRef="#br0" timeOffset="4101.14">14638 6507 332 0,'0'0'131'16,"0"0"71"-16,0 0 21 16,0 0-58-16,0 0-48 15,0 0-84-15,10-39-29 16,15 25 3-16,-1 10-2 16,5 4 5-16,4 3 13 15,0 30-6-15,2 10-6 16,-7 3-3-16,-8 1-4 15,-14-12 1-15,-6-7-2 16,0-11 4-16,0-8 18 0,0-7 24 16,0-2 10-16,-2 0 6 15,-1-18 5-15,3-18-40 16,0-18-24-16,10-15-6 16,37-8-10-16,24-4-88 15,14 13-159-15,0 19-271 16</inkml:trace>
  <inkml:trace contextRef="#ctx0" brushRef="#br0" timeOffset="5248.42">15760 6565 925 0,'0'0'15'0,"0"0"113"15,0 0-57-15,-74-115 3 16,46 97-17-16,-7 11-14 16,-4 7-13-16,-8 0-26 15,0 25-4-15,3 14-3 16,7 7 3-16,16 3-6 0,9-4-1 16,12-2 3-1,0-10-2-15,29-4-2 0,2-11 7 16,6-9-1-16,0-9-1 15,1 0-1-15,-2-22 3 16,-1-10 1-16,-4-8 3 16,-9 1 1-16,-8 2 8 15,-9 5 19-15,-5 9 6 16,0 12 18-16,0 7-12 16,0 4-7-16,0 0-36 15,0 18-14-15,9 16 1 16,8 6 13-16,12-2-10 15,10-8-23-15,5-8-64 0,5-9 34 16,-3-10-22-16,-3-3 9 16,-12 0 62-16,-9-16 14 15,-12-3 11-15,-8-10 41 16,-2-1 39-16,-5 0-1 16,-17 6 9-16,-3 8-44 15,1 8-16-15,6 8 0 16,4 0-28-16,6 22-11 15,5 16-8-15,3 4 1 16,0-2 4-16,5-4-2 0,6-9 4 16,3-7-3-1,-6-13-9-15,-6-4 5 0,3-3-8 16,-5 0 13-16,0-7 3 16,0-19 0-16,2-7 2 15,5-8-2-15,4 5 0 16,1 4 0-16,7 11-1 15,2 14-2-15,8 7-2 16,8 2-9-16,12 24-1 16,13 12-24-16,8 2-74 15,3-3 14-15,2-7-17 16,0-9 47-16,-11-10-12 16,-12-10 75-16,-15-1 6 15,-12 0 20-15,-8-6 40 0,-3-16 16 16,-3-12 18-16,-5-8-24 15,-1-5-27-15,-5-1-5 16,0 13-18-16,-9 12-5 16,-16 14 6-16,-2 9-21 15,6 0-17-15,7 17 5 16,10 10-4-16,4 1-12 16,2-2-2-16,20-2 3 15,-1-6 1-15,-4-4 0 16,-3-8 16-16,-5-1 9 15,-3-5 1-15,-4 0 5 0,-2 0 14 16,0 0 41-16,0-5 30 16,0-7-33-16,0 4 12 15,-6 4-18-15,1 4-20 16,5 0 16-16,0 11-45 16,5 30 1-16,28 31 4 15,14 25 34-15,6 19 8 16,-6 14-33-16,-7 9-1 15,-15-1-8-15,-16-9-2 16,-9-24-4-16,-3-28 3 16,-21-26-3-16,-1-19 2 0,6-19 2 15,5-13-2 1,3 0 8-16,3-28 9 0,7-28-4 16,1-28-16-16,0-25-4 15,31-23-34-15,13-24-83 16,17-11-123-16,5 16-276 15</inkml:trace>
  <inkml:trace contextRef="#ctx0" brushRef="#br0" timeOffset="6049.41">16972 6966 838 0,'0'0'23'15,"0"0"-23"-15,0 0 28 16,131-6 1-16,-100-16-1 15,-6-5 6-15,-7-6 1 16,-10-9-4-16,-1-6 10 0,-7 2-21 31,0 3 8-31,0 10 20 0,-7 10-17 0,-5 9 7 32,-7 14-2-32,-3 0-27 0,-2 14-9 0,1 22-1 15,7 10-3-15,12 7 0 16,4-2-1-16,0 2 1 15,25-7 3 1,8-7 0-16,12-6-5 0,6-13 4 16,13-10 2-16,15-8 0 0,10-2 0 15,5-2-1-15,3-18 1 16,-5-8 0-16,-7-4 1 16,-16-1-2-16,-23 4-7 15,-24 4 8-15,-22 5 0 16,0 6 3-16,-35 7-3 31,-15 7-3-31,-4 0-12 0,4 0 12 0,8 7 2 16,15 6-4-16,13-1 0 15,14-3 0-15,0-3-15 16,14-2 1-16,24-4 2 0,11 0 7 31,12-10-1-15,-3-17-10-16,3-9 9 0,-14-8 10 15,-13-10 2-15,-12-12 6 16,-18-7 7-16,-4-11 11 16,0-1 2-16,-22 9-1 15,-11 14 10-15,-3 17 1 16,1 20 16-16,1 12 20 16,7 13-33-16,7 0-10 15,7 41-22-15,9 25 0 16,4 21 14-16,4 13 10 15,21 6 4-15,2 0-15 0,10 0-8 16,3-5-8 0,6-13-4-16,8-15-11 0,6-20-26 15,9-21-237-15,3-23-326 16</inkml:trace>
  <inkml:trace contextRef="#ctx0" brushRef="#br0" timeOffset="6394.71">19064 6447 1007 0,'0'0'1'15,"0"0"56"-15,0 0 87 16,0 0-68-16,0 0-35 16,0 0 16-16,0 108 56 15,-5-48-59-15,-1 0-29 16,2-4-16-16,4-5-9 0,0-8-2 15,0-14-21-15,23-20-198 16,12-9-124-16,0-25-432 16</inkml:trace>
  <inkml:trace contextRef="#ctx0" brushRef="#br0" timeOffset="6630.71">19012 6176 943 0,'0'0'4'0,"0"0"-4"16,0 0 13-16,0 0-2 0,0 0 15 16,0 0 12-1,-2 84 8-15,25-84 49 0,-3-6-21 16,-5-12-14-16,-5-1 0 16,-6 5-22-16,-4 3-15 15,0 5 15-15,-2 4-38 16,-12 2-7-16,1 0-80 15,1 14-175-15,4 14-275 16</inkml:trace>
  <inkml:trace contextRef="#ctx0" brushRef="#br0" timeOffset="7007.09">19365 6541 1078 0,'0'0'0'0,"0"0"5"15,0 0 44-15,-45 120-19 16,36-82 5-16,9-3-5 16,0-12-16-16,0-8 2 15,0-8-7-15,4-7 0 16,4 0 4-16,0 0 1 16,3-23 39-16,5-14 11 15,-1-7-50-15,1 0-1 0,2 5-12 16,-2 14 5-16,-5 11-5 15,-1 9-1-15,2 5-5 16,5 17-11-16,12 23 15 16,12 8 1-16,8 2 1 15,9-6 2-15,3-6-3 16,5-12 1-16,-6-9 0 16,-6-13 2-16,-3-4 3 15,-5-7 0-15,-1-21-2 16,-3-12 1-16,-4-8-4 15,-5-12-1-15,-10-8-6 16,-23-6-156-16,-4 2-268 0</inkml:trace>
  <inkml:trace contextRef="#ctx0" brushRef="#br0" timeOffset="7981.9">9641 8338 935 0,'0'0'19'0,"0"0"98"15,-54-143 45-15,19 109-89 0,-3 16 5 16,1 11-29 0,-1 7-17-16,2 7-18 15,0 26-14-15,9 15-7 0,14 6 3 16,9 4-2-16,4-6 0 16,4-4-10-16,25-12-14 15,11-15-52-15,5-14 22 16,4-7 12-16,-2-10 13 15,1-24 30-15,-5-4 5 16,-9 0 10-16,-12 4 6 0,-9 7 24 16,-11 11 7-1,-2 10 7-15,0 5 16 0,0 1-18 16,0 0-40-16,0 11-12 16,0 22-16-16,9 7 13 15,11 4 0-15,9-6-3 16,11-14-30-16,3-11-18 15,5-13 14-15,4 0 16 16,-4-21 7-16,0-17 9 16,-11-10 5-16,-5-6 3 15,-14-6 3-15,-14-11 10 16,-4-5 7-16,0 0 7 16,-16 3 3-16,-6 13 10 15,0 19 1-15,-1 16 4 0,4 18 10 16,-1 7-35-16,1 15-9 15,4 34-10-15,9 17-1 16,4 12 0-16,2 4 3 16,0-3 0-16,10-9-1 15,5-4 0-15,4-8-2 16,3-7-2-16,1-8-1 16,-2-6-6-16,6-8-23 15,2-7-150-15,2-10-63 0,7-12-162 16</inkml:trace>
  <inkml:trace contextRef="#ctx0" brushRef="#br0" timeOffset="8264.54">10466 8081 814 0,'0'0'5'0,"0"0"40"15,0 0 145-15,0 0-80 16,0 0-13-16,0 0-29 15,-44-74-4-15,44 80-23 16,-3 38-26-16,3 24-4 16,0 23 4-16,0 15 15 0,0 16-4 15,5 12-2-15,-5 9-5 16,0-5-6-16,0-5-6 16,-2-18-7-16,-10-16-2 15,1-21 1-15,-1-24-11 16,6-24-66-16,2-16-133 15,4-14-85-15,0-18-198 16</inkml:trace>
  <inkml:trace contextRef="#ctx0" brushRef="#br0" timeOffset="8469.82">10356 8490 781 0,'0'-110'27'15,"8"22"100"-15,25 20-45 0,11 18-44 0,8 19-3 16,6 17 10-16,-2 14 16 15,-6 7-15-15,-5 36 6 16,-16 16-29-16,-20 4-17 16,-9 5 5-16,-31-1 13 15,-32-2-12-15,-11 0-9 16,-5-9-3-16,8-7-12 16,5-17-97-16,11-18-179 15,12-14-522-15</inkml:trace>
  <inkml:trace contextRef="#ctx0" brushRef="#br0" timeOffset="9728.78">10693 7736 907 0,'0'0'5'0,"0"0"110"16,0 0 16-16,0 0-50 16,0 0-53-16,0 0-25 15,18 152 18-15,-12-43-7 0,-1-1-3 16,-3-4-1-16,0-16 1 16,5-13-2-16,0-21-8 15,2-20-1-15,1-14-3 16,0-14-3-16,3-6-2 15,5 0-6-15,5-30 11 16,3-16 0-16,3-8 3 16,-3 4 0-16,-1 10-1 15,2 16-2-15,-4 8 2 16,2 16-7-16,2 0 2 0,5 16-7 16,8 17 5-16,13 5 4 15,12-1-3-15,7-7 0 16,5-6-16-16,1-10 1 15,-7-12 15-15,-6-2 5 16,-13 0 2-16,-10-19 1 16,-13-6 4-16,-9-5-2 15,-11-9 10-15,-9-6-2 16,0-6 3-16,-16 1-7 16,-13 8-1-16,0 16-4 15,-6 18 18-15,-2 8-19 0,-5 6-1 16,1 29-4-1,0 14 1-15,10 11-2 0,11 5 0 16,14-3 0-16,6-12-1 16,0-13-9-16,23-14-31 15,6-15-19-15,7-8 7 16,3 0 33-16,-4-18 19 16,3-6 6-16,-5-1 2 15,-6 6 3-15,-9 7 14 16,-9 6 5-16,-5 6-3 15,0 0 10-15,3 2-11 16,5 19-11-16,5 0-5 0,8-5-4 16,4-3-5-16,8-8 2 15,2-5-6-15,1 0-3 16,-3-22-1-16,-1-14 10 16,-3-10 3-16,-6-12 2 15,-9-12 5-15,-5-11 12 16,-11-9 2-16,-2-4 12 15,0 5-2-15,-10 20-13 16,-9 19 16-16,4 21 29 16,1 16 16-16,6 10-34 15,3 3-9-15,5 24-36 16,0 36 4-16,0 20-4 16,13 17 3-16,1 1-3 0,-1-4 1 15,-3-6-2-15,-8-8 1 16,-2-13-2-16,0-15-4 15,0-18 6-15,0-13-3 16,0-16-4-16,0-5 0 16,0 0-36-16,11-18-17 15,7-18 43-15,8-10 10 16,10-2-6-16,6 8 10 16,2 9-2-16,4 14 2 15,-2 12-3-15,-3 5-1 0,-3 3 3 16,-5 24 2-16,-8 8 2 15,-9 3 7-15,-15 0-5 16,-3-4 3-16,-21-4 13 16,-19-4 24-16,-5-6-4 15,-1-10-5-15,-1-10-10 16,7 0-1-16,4-23-8 16,5-21-14-16,9-13-49 15,11-15-140-15,4-11-217 16</inkml:trace>
  <inkml:trace contextRef="#ctx0" brushRef="#br0" timeOffset="10418.59">12596 8460 851 0,'0'0'32'0,"0"0"-32"15,0 0 67-15,122 3 0 16,-91-17-25-16,-4-7-18 16,-6-7 7-16,-11-6-3 15,-5-8 10-15,-5-8-19 16,0-2 9-16,-15 4 6 16,-8 6-14-16,0 17 11 15,1 13 1-15,0 12 1 16,-2 0-10-16,-3 29-23 0,2 19-3 15,12 9 2-15,13 6-3 16,0-5-2-16,9-7 0 16,22-6 0-16,2-9 4 15,8-12-4-15,1-12 2 16,0-12 4-16,10 0-6 16,1-24 3-16,2-16 1 15,1-14 0-15,-6-14 2 16,-13-15 0-1,-8-13 1-15,-16-8 3 0,-7-1-2 0,-6 15 0 16,0 20 7 0,-17 26 21-16,-7 22 26 0,2 14-12 15,0 8 3-15,1 12-27 16,6 36-18-16,6 23 1 16,9 16-3-16,0 9 8 15,5-5-1-15,14-3-3 16,6-6 0-16,0-10-4 15,2-11-5-15,-1-11-3 16,-4-12-11-16,-2-14-155 16,-1-16-106-16,-4-8-220 15</inkml:trace>
  <inkml:trace contextRef="#ctx0" brushRef="#br0" timeOffset="10735.61">13018 8159 937 0,'0'0'6'0,"0"0"0"16,0 0 13-16,0 0 7 16,122-20 23-1,-59 12-34-15,5-1-7 0,-8-4 4 16,-8-1-4-16,-8 0 10 16,-13 2 0-16,-15 2 9 0,-9 4 12 15,-7 2 43-15,0 4 16 16,0 0-29-16,0 0-24 15,-5 10-30-15,-4 26-15 16,0 14-1-16,2 8 1 16,7-4 2-16,0-1 3 15,0-9-4-15,9-6-1 16,9-8-3-16,7-8-4 16,3-12-6-16,9-10-151 15,0 0-97-15,-3-24-327 16</inkml:trace>
  <inkml:trace contextRef="#ctx0" brushRef="#br0" timeOffset="10861.54">13541 7760 1109 0,'0'0'4'16,"0"0"2"-1,0 0-6 1,0 0-10-16,0 0-275 15,0 0-271-15</inkml:trace>
  <inkml:trace contextRef="#ctx0" brushRef="#br0" timeOffset="11882.33">14091 8008 764 0,'0'0'15'0,"0"0"153"16,0 0-11-16,0 0-86 15,0 0-1-15,-116-17-38 0,78 45-27 16,-2 12-3-1,0 8-1-15,9 8 0 0,8 5-1 16,12-2 0-16,11 1-1 16,0-2-2-16,29-3 1 15,13-5 0-15,16-7-1 16,9-14-14-16,11-8-16 16,10-16-3-16,3-5 13 15,2 0-4-15,-3-20 17 16,-15-10 3-16,-17-10 7 15,-16-4 1-15,-15-4 8 16,-13 0 26-16,-14 6-2 16,0 3 12-16,-12 12-8 0,-21 6-2 15,-8 9-25-15,-10 10-10 16,-7 2-8-16,-4 11 0 16,2 21 2-16,7 6 5 15,14 1-5-15,20 2 2 16,15-5-4-16,4-4-1 15,17-8 1-15,19-8-24 16,13-6-11-16,7-10 6 16,-2 0 2-16,0-11 22 15,-6-12 3-15,-17 4 9 0,-12 11 0 16,-9 3 2-16,-10 5 6 16,0 5 36-16,0 22-26 15,2 11-16-15,15-1 1 16,10 0-2-16,9-12-2 15,4-12 1-15,2-11 1 16,6-2 0-16,-7-14 3 16,4-20 3-16,-7-12-2 15,-2-8 12-15,-12-13 9 16,-8-4 9-16,-12-11-9 16,-4-6-1-16,0-5-15 15,-4 7-3-15,-12 15 4 16,0 23 5-16,6 21 38 0,3 14 12 15,4 11-19-15,3 2-25 16,0 21-21-16,0 29 0 16,0 23 0-16,7 16 10 15,6-1 7-15,-4-3 5 16,3-10 5-16,-4-6-14 16,1-9-5-16,3-9-6 15,-1-16-2-15,-3-7-7 16,6-12-28-16,-3-6-142 15,-2-5-119-15,-6-5-441 0</inkml:trace>
  <inkml:trace contextRef="#ctx0" brushRef="#br0" timeOffset="12574.04">16067 8362 785 0,'0'0'85'15,"0"0"130"-15,0 0-88 16,0 0-28-16,0 0-11 15,0 0-54-15,-71-52-16 16,65 70-18-16,3 20-10 16,-2 14 10-16,5 4 0 15,0 0-1-15,7-4-2 16,18-8-4-16,6-10 0 16,6-12 2-16,9-8 5 15,0-10 2-15,-1-4 5 16,-3-4 4-16,-11-21 8 0,-8-9 17 15,-15-9 7-15,-8-11 1 16,0-6-15-16,-25-2-19 16,-6 4-6-16,-2 10-4 15,2 14-40-15,9 13-47 16,6 13-50-16,8 8-80 16,8 0-19-16,0 0 67 15,4 2 114-15,23 0 46 16,4-2 9-16,4 0 138 15,3-8 1-15,5-8-37 16,1-2-31-16,6 4-4 0,0 8-22 16,4 6 29-1,2 0 2-15,-4 34-37 0,-2 16 1 16,-8 15-23 0,-8 5-10-16,-10-2 3 0,-8-12-6 15,-12-14 1-15,-4-14-2 16,0-15 6-16,0-10 4 15,0-3 8-15,-2 0 22 16,-9-21 2-16,-3-24-20 16,6-10-23-16,8-14-2 0,0-4-17 15,19 9-68-15,24 10-48 16,6 18-78-16,0 22-117 16,-7 14-264-16</inkml:trace>
  <inkml:trace contextRef="#ctx0" brushRef="#br0" timeOffset="13046.18">17273 8396 563 0,'0'0'34'0,"0"0"62"0,0 0 121 15,0 0-7-15,0 0-92 0,0 0-60 16,-34-56-25-16,1 35-5 16,-5 8-16-1,-7 3-6-15,1 6 2 0,-3 4 4 16,7 0-10-1,7 18-2-15,8 14-3 0,18 9-2 16,7 6-9-16,7 1 8 16,26 0-2-16,7-10 3 15,9-8-10-15,-2-11 0 16,0-14 1-16,0-5 1 16,-3-8 0-16,-4-30 7 15,-4-18-2-15,-9-14 8 16,-9-13 0-16,-10-8 2 0,-5-12-1 15,-3-3 3-15,0 8-3 16,-16 14 3-16,-8 19 23 16,-1 25 12-16,2 18 14 15,6 17 2-15,5 5-11 16,6 25-16 0,4 35-24-16,2 27-2 0,0 16 11 15,14 2 10-15,5-1 3 16,2-4-3-16,1-5 3 15,5-9-11-15,4-12-15 16,3-13-5-16,1-22-12 0,0-16-151 16,-12-17-189-1,-10-6-604-15</inkml:trace>
  <inkml:trace contextRef="#ctx0" brushRef="#br0" timeOffset="13595.62">17718 8694 767 0,'0'0'1'15,"0"0"39"-15,0 0-17 16,111-124 56-16,-84 82 14 0,-8 0-24 16,-6 2 2-16,-9 4-9 15,-4 6-13-15,0 12 2 16,-7 6 17-1,-9 5-5-15,-1 7-45 0,-3 0-11 16,7 20-7-16,1 21-9 16,10 11 5-16,2 6 1 15,0-4-1-15,22-5 4 16,3-12-3-16,0-10-1 16,-2-12-4-16,2-11 0 15,4-4 4-15,2-13 4 0,5-28 8 16,3-11-6-16,0-12 0 15,-1 4 4-15,2 3-5 16,5 16 0-16,-1 12-1 16,8 15 0-16,1 14 7 15,5 0 12-15,-1 28 1 16,-9 15 10 0,-13 7-5-16,-17 4-6 0,-15 0-12 31,-3-8 2-31,-12-7-5 0,-19-14 2 0,-1-8 5 0,1-9 11 15,8-8 10 1,6 0 4-16,11-22 12 0,6-25-15 16,11-17-21-1,36-14-5-15,24-4-7 0,16 4-3 16,11 7-7-16,2 13-52 16,-11 12-99-16,-15 10-173 15</inkml:trace>
  <inkml:trace contextRef="#ctx0" brushRef="#br0" timeOffset="14979.68">10588 4236 229 0,'0'0'917'0,"0"0"-916"16,0 0 29-16,0 0 13 0,0 0-22 15,0 0-4-15,138 79 5 16,29-71 1-16,48-6 12 16,41-2 29-16,31 0-40 15,25 0 10 1,18 7 5-16,-3 0-7 0,-13 5 15 15,-27 0-27-15,-48 1 3 16,-50 0-4-16,-59-1-3 16,-52-4-4-16,-41-1-8 15,-27-4-3-15,-10-1 1 16,0 9-2-16,-25 0-4 16,-12 3-7-16,-13-1-126 0,-3-7-96 15,-6-6-68-15</inkml:trace>
  <inkml:trace contextRef="#ctx0" brushRef="#br0" timeOffset="17179.49">9570 10728 1047 0,'0'0'8'0,"0"0"72"0,-6-113 84 16,-25 88-70-16,-15 3-58 15,-7 13 13-15,-10 9-34 16,-8 0 11-16,-10 31-3 15,-2 21-4-15,-4 15-4 16,6 17 5-16,17 7-5 16,20 7 1-16,19-2 0 15,25-2-6-15,0-10-4 16,44-15-2-16,24-11 2 16,11-13-2-16,10-14-2 15,5-12 0-15,0-13-2 16,-1-6 2-16,-2 0 2 0,-8-18-1 15,-14-2 2-15,-17 4-2 16,-21 5-1-16,-16 6 2 16,-11 5-1-16,-4 0 7 15,0 0 10 1,0 0-8-16,0 0-6 0,0 0-3 16,0 0-3-16,0 0 0 15,-2 0-1-15,-2 0-1 16,-1 0 2-16,1 0-3 15,-5 2 2-15,2 4 0 16,1-5-9-16,1 4-32 16,3-5-46-16,2 0-53 0,0 0-130 15,0-2-138-15</inkml:trace>
  <inkml:trace contextRef="#ctx0" brushRef="#br0" timeOffset="18766.74">10054 10793 826 0,'0'0'4'0,"0"0"128"16,0 0 15-16,0 0-57 15,0 0-12-15,0 0-1 16,-41-84-19-16,41 84-21 15,0 4-24-15,0 45-13 16,0 21 3-16,0 19 3 16,0 2 3-16,0-2-1 0,7-5 10 15,2-4 0-15,0-8 9 16,2-13-15-16,0-9-7 16,-2-16-2-16,0-8-2 15,-4-12-1-15,-1-6 0 16,-2-6-6-16,7-2-99 31,-2-8-164-31,-1-28-135 0</inkml:trace>
  <inkml:trace contextRef="#ctx0" brushRef="#br0" timeOffset="19065.07">10002 10814 648 0,'0'0'9'0,"0"0"66"15,0 0 96-15,0 0-88 16,0 0-61-16,0 0 32 31,83-46 14-31,-19 31-6 16,8 2 7-16,-1 1 3 0,-7 6-14 15,-10 4-30-15,-9 2-26 16,-12 0-2-16,-6 0-1 16,-10 12-41-16,-10 6-84 15,-7 4-26-15,0 5-47 16,-17 0-59-16,-17 3-130 16</inkml:trace>
  <inkml:trace contextRef="#ctx0" brushRef="#br0" timeOffset="19301.34">10076 11118 672 0,'0'0'7'0,"0"0"24"0,0 0 65 15,0 0 9-15,0 0 12 16,0 0-26-16,134 35-22 16,-86-35 7-16,0 0-10 15,-2 0 11-15,-3 0-35 16,-10 0-28-16,-2 0-12 15,-2 0-2-15,0-4-1 16,-1 0-24-16,1-2-57 16,-3 4-36-16,-2 2-54 15,-10 0-103-15,-14 6-157 16</inkml:trace>
  <inkml:trace contextRef="#ctx0" brushRef="#br0" timeOffset="19538.56">10183 11510 842 0,'0'0'3'16,"0"0"5"-16,0 0 63 15,0 0-4-15,0 0 61 0,127 41-9 16,-46-41-23-16,14 0 20 16,12-12-35-16,2-9-17 15,-7 0-30-15,-13 4-31 16,-19 3-3-16,-21 4-5 15,-18 5 1-15,-18 4-19 16,-9 1-43-16,-4 0 1 16,0 0-20-16,-17 0-108 15,-14 0-92-15,-11 0-374 16</inkml:trace>
  <inkml:trace contextRef="#ctx0" brushRef="#br0" timeOffset="20733.58">1184 6093 767 0,'0'0'2'0,"0"0"43"15,-123 16 69-15,114-16-48 16,9 0-17-16,0 0-19 16,33 0-30-16,41 1 11 15,42 0-1-15,47-1-4 16,48 0 10-16,39 0 11 0,41-11 2 16,33 1-6-16,19 2-9 15,27 4-2-15,10 4 9 16,13 0 5-16,4 0-3 15,-21 0 4-15,-13 0 2 16,-38 0-8-16,-39 1-8 16,-45 4-13-16,-59-1 0 15,-55-4-1-15,-56 2 1 16,-44 4-9-16,-27 2-19 16,-35 4-53-16,-48 2-32 15,-42 6-85-15,-35 0-118 16</inkml:trace>
  <inkml:trace contextRef="#ctx0" brushRef="#br0" timeOffset="21127.85">1244 7136 893 0,'0'0'0'0,"0"0"-57"15,0 0 57-15,0 0 9 16,156 82 1-16,-52-56 3 31,34 1-3-31,36-1 8 16,36-4 5-16,37-5-1 15,27-4 15-15,22-7 3 16,23-4 7-16,16-2 0 16,10 0-1-16,4 0 9 15,-12 0-18-15,-29 0-4 0,-30 0-18 16,-46 0-10-16,-49 10-4 16,-52 2-1-16,-54-5 0 15,-49 4-5-15,-28 1-7 16,-16 1-31-16,-44 0-30 15,-34 4-68-15,-30-2-98 16,-26 3-258-16</inkml:trace>
  <inkml:trace contextRef="#ctx0" brushRef="#br0" timeOffset="21460.94">1460 8540 924 0,'0'0'0'15,"0"0"0"-15,118 78 15 16,4-53 3-16,42-8-14 16,29-2 8-16,32-8 18 15,22-2 21-15,29-5-9 16,25 0 20-16,22-2 5 15,14-11-28-15,3 1-5 0,-7 1 8 16,-19-1-6-16,-22-1-6 16,-32-1-4-16,-38 0-18 15,-43-4-6-15,-44 2-2 16,-48 3-10-16,-41-4-48 16,-40-3-62-16,-12-8-72 15,-54-14-146-15</inkml:trace>
  <inkml:trace contextRef="#ctx0" brushRef="#br0" timeOffset="22064.32">3258 4341 961 0,'0'0'1'15,"0"0"46"-15,0 0 101 16,-121 18-112-16,26 58-19 16,-34 41-10-1,-23 38 11-15,-24 23 31 0,-18 26 17 16,-17 11-18-16,-5-13-16 31,20-13 7-31,26-37-11 0,36-33-1 16,45-33-16-16,36-36-9 0,28-22-2 0,25-18-9 15,23-10-72 1,32-4-97-16,12-35-175 0</inkml:trace>
</inkml:ink>
</file>

<file path=ppt/ink/ink1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5.68611" units="1/deg"/>
          <inkml:channelProperty channel="T" name="resolution" value="1" units="1/dev"/>
        </inkml:channelProperties>
      </inkml:inkSource>
      <inkml:timestamp xml:id="ts0" timeString="2023-09-16T13:53:36.702"/>
    </inkml:context>
    <inkml:brush xml:id="br0">
      <inkml:brushProperty name="width" value="0.05292" units="cm"/>
      <inkml:brushProperty name="height" value="0.05292" units="cm"/>
      <inkml:brushProperty name="color" value="#FF0000"/>
    </inkml:brush>
    <inkml:brush xml:id="br1">
      <inkml:brushProperty name="width" value="0.05292" units="cm"/>
      <inkml:brushProperty name="height" value="0.05292" units="cm"/>
      <inkml:brushProperty name="color" value="#0070C0"/>
    </inkml:brush>
  </inkml:definitions>
  <inkml:trace contextRef="#ctx0" brushRef="#br0">8182 6655 1050 0,'0'0'2'0,"0"0"16"0,0 0 99 16,0 0-45-16,0 0 0 15,0 0-21-15,0 0-25 16,-51-42-13-16,51 57-11 15,0 14 1-15,0 17 7 16,0 14 2-16,10 11 5 16,0 6 4-16,-1 2-3 15,-5-5 20-15,-4-3-21 16,0-7-3-16,0-6-7 16,0-4-3-1,0-2-4-15,0-10-1 0,0-4-12 0,2-7-30 16,10-12-217-16,5-15-146 15</inkml:trace>
  <inkml:trace contextRef="#ctx0" brushRef="#br0" timeOffset="416.85">9020 6934 928 0,'0'0'7'15,"0"0"47"-15,0 0 79 0,0 0-44 16,0 0 6-16,0 0-19 16,-34-80-51-16,34 89-16 15,0 32 0-15,9 11 12 16,3 8-5-16,-1-4-6 15,-3-6-10-15,-1-4-1 16,2-3-3-16,0-1-1 16,0-7-27-16,0-2-203 15,0-12-88-15,-3-10-329 16</inkml:trace>
  <inkml:trace contextRef="#ctx0" brushRef="#br0" timeOffset="1111.01">9223 7047 812 0,'0'0'9'0,"0"0"168"16,0 0-54-16,0 0-42 15,0 0-37-15,0 0-28 16,-76-53-15-16,55 59 0 16,4 10-1-16,3 0-5 15,5 1 1-15,3 0-4 16,2 1 2-16,1 1 3 15,3 0 1-15,0 6-3 0,5 3 2 16,20 1 3-16,1 5 1 16,6-1-1-16,1-1-1 15,-2-3 1-15,-2-4-1 16,2-7-1-16,-2-8-9 16,-1-6 4-16,1-4-30 15,-2 0 31-15,2-15-7 16,-6-14-2-1,-5-5 6-15,-7-3 9 16,-8-2 0-16,-3 1 1 0,0 5 6 0,0 7 0 16,0 6 11-16,0 6-2 15,0 7 0-15,0 4 17 16,0 3-16-16,0 0-12 16,0 0-5-16,0 16-1 15,8 12 1-15,6 5 1 16,-2 0 2-16,-3-4-3 15,-1-5 0-15,-6-2 0 16,-2-9 1-16,0-2-1 16,0-7-3-16,0-2 3 15,0-2 5-15,0-2 0 0,-12-20-3 16,1-12-2-16,5-6-2 31,6-3-11-31,0 2-4 0,10 5 4 16,17 5 13-16,7 7-4 0,1 8 4 15,1 10 1-15,0 6-1 16,3 0 1-16,2 14 5 16,-4 17 21-16,-5 4 1 15,-12 6-13-15,-9 2 1 16,-6 1-3 0,-3 1-11-16,-2-5-2 15,0-2 0-15,0-4-5 16,0-8-62-16,2-9-126 0,5-11-211 0</inkml:trace>
  <inkml:trace contextRef="#ctx0" brushRef="#br0" timeOffset="1458.15">9924 7088 837 0,'0'0'18'0,"0"0"7"15,0 0 128-15,0 0-67 0,0 0-45 31,0 0-31-31,0-8-9 16,0 42 4-16,0 9-3 16,18 0-2-16,5-2 0 15,4-3 0-15,-1-8-2 16,3-7-3-16,-3-6 0 16,1-9 2-16,0-8 3 15,0 0 0-15,-4-8 5 16,-8-16 2-16,-9-9 15 15,-6-4 27-15,0-3 1 0,-19-4 21 16,-20 1-44-16,-3 7 6 16,-4 8-19-16,3 8-6 15,5 12-8-15,11 6-3 16,7 2-20-16,14 4-142 16,3 17-116-16,3 2-546 15</inkml:trace>
  <inkml:trace contextRef="#ctx0" brushRef="#br0" timeOffset="2008.34">10350 7153 971 0,'0'0'12'0,"0"0"106"16,0 0-23-16,0 0-34 15,0 0-39-15,0 0-16 16,-25 6-5-16,25 21 7 16,2 4-4-16,12-4 1 15,3-2-3-15,-1-3-2 16,3-6 0-16,-4-6-2 16,3-3 1-16,-1-7 1 0,1 0 4 15,0-3 0-15,-2-21-1 16,-3-2 0-16,-2-3 1 15,-6 2 4-15,-3 4-1 16,0 6 9-16,-2 5 22 16,0 6-11-16,0 3-7 15,0 3-19-15,0 0-1 16,0 24-20-16,9 15 20 16,5 7-2-16,5-2 5 15,2-4-6-15,5-8 2 16,1-6 0-16,-2-9-7 0,-1-10 6 15,0-7-1-15,1 0 3 16,2-7 1-16,-2-22 7 16,-6-5-2-16,-3-6 8 15,-11-4 20-15,-5 0 2 16,0-5 6-16,-23 2-16 16,-8 0-8-16,0 3-10 15,2 9-2-15,2 6-6 16,5 10-5-16,8 11-3 15,3 3-62-15,5 5-164 16,1 0-302-16</inkml:trace>
  <inkml:trace contextRef="#ctx0" brushRef="#br0" timeOffset="2638.68">11927 7034 1175 0,'0'0'0'0,"0"0"13"0,0 0 92 16,0 0-44-16,0 0 21 16,0 0-57-16,-13-52-25 15,13 52-3-15,15 21-1 16,6 8 4-16,3 5 0 15,3-1 0-15,2-8-8 16,0-5-4-16,2-5-18 16,3-7-9-16,-1-8-24 15,-2 0 34-15,-4 0-3 16,-8-7 15-16,-5-11 17 16,-5-6 1-16,-5-3 5 0,-4 2 7 15,0 1 5-15,0 8 1 16,0 4 7-16,0 8 24 15,0 3 8-15,-2-2-35 16,0 3-11-16,2 0-12 16,0 22-6-16,0 22 6 15,0 16 4-15,0 21 2 16,0 11 5-16,2 14 2 16,0 7 16-1,0-4 6-15,1-10-15 0,-3-15 5 16,0-18 1-16,0-16-9 0,-9-14-5 15,-6-11 1-15,-3-11 8 16,-1-10-2-16,-2-4-4 16,-8-12 3-16,0-33 12 15,-2-16-13-15,8-14-13 16,10-5 3-16,13-4-7 16,0-1 0-16,29 8-10 15,17 2-2-15,8 9-53 16,4 12-76-16,2 10-84 15,-7 12-95-15,-3 10-404 0</inkml:trace>
  <inkml:trace contextRef="#ctx0" brushRef="#br0" timeOffset="2969.72">12691 7004 973 0,'0'0'45'16,"0"0"-43"-16,0 0 59 15,0 0-17 1,0 0 0-16,-122 5-25 16,109 30 6-16,9 5-7 0,4 4-7 0,0 0-5 15,0-3 0-15,17-5-5 16,8-8-1-16,1-4 1 16,8-10 2-16,-1-10 1 15,5-4 5-15,-5 0-1 16,-2-12 13-16,-6-10-5 15,-7-5 22-15,-9-6 33 16,-9-4-2-16,0-2-20 16,-15-7-16-16,-16-1-11 15,-4 7-13-15,0 6-9 16,-3 12-4-16,3 10-8 16,-1 12-77-1,3 0-173-15,4 22-192 0</inkml:trace>
  <inkml:trace contextRef="#ctx0" brushRef="#br0" timeOffset="3425.89">12932 6976 1086 0,'0'0'2'0,"0"0"85"0,0 0 8 15,0 0-30-15,0 0-10 16,0 0-48-16,-11-34-7 31,11 64-1-31,0 12 1 0,0 4 3 0,3-6 0 16,9-5-3-16,2-10 2 16,2-7-2-16,-3-5 1 15,5-5 0-15,-4-8 1 16,3 0 2-16,3 0 0 15,-2-8-2 1,2-12 2-16,-2-1-2 0,-3 2 0 16,-1 2-1-16,-3 7 2 0,-5 5-2 15,3 5 4-15,1 0 4 32,3 0 3-32,7 15 8 15,3 3-10-15,2-1-2 16,9-6 7-16,2-7 9 15,6-4 0-15,2 0-9 16,4-17-7-16,-4-13-8 16,-6-5 0-16,-9-3-30 15,-13-6-211-15,-16-3-231 16</inkml:trace>
  <inkml:trace contextRef="#ctx0" brushRef="#br0" timeOffset="4057.36">8577 8225 1029 0,'0'0'5'0,"0"0"73"16,0 0 92-16,0 0-60 16,0 0-44-16,0 0-33 15,-48-1-23-15,48 56 8 16,0 17 16-16,0 9-18 15,0-1-11-15,3-4-4 16,3-4-1-16,4-10-3 16,-2-13-14-16,3-7-67 15,5-17-121-15,4-10-42 16,-2-15-217-16</inkml:trace>
  <inkml:trace contextRef="#ctx0" brushRef="#br0" timeOffset="4262.32">8708 8369 804 0,'0'0'50'16,"0"0"108"-16,0 0 2 16,0 0-51-1,0 0-48-15,0 0 5 0,54-37-24 16,-46 85-14-16,3 8-20 0,1 5-6 16,-4 0-2-1,1-1-2-15,-5-3-3 0,-4-6-10 16,0-3-179-16,-6-9-20 15,-21-7-94-15,-8-12-111 16</inkml:trace>
  <inkml:trace contextRef="#ctx0" brushRef="#br0" timeOffset="4748.3">8384 8851 679 0,'0'0'36'0,"0"0"91"15,0 0-8-15,0 0-88 16,0 0-19-16,172-94-2 15,-99 69-6-15,2 6-3 0,-7 5-1 16,-3 0 0-16,-3 5-4 16,-4 4-1-16,-6-6 2 15,-4 0 3-15,-2-7-1 16,-9-5 2-16,-6-1-2 16,-4-2 2-1,-10-2 9-15,-7 4 37 0,-8 2 6 16,-2 4 7-16,0 2-16 15,-16 6-8-15,-3 6-18 16,-9 4-3-16,0 0-7 0,1 8-8 16,2 14 0-1,10 5-1-15,8 4-1 0,7-1-6 16,0 0 5-16,0-6-4 16,14-4-4-16,8-10-27 15,2-4 7-15,1-6-6 16,1 0 16-16,-1-1 20 15,-4-18 0-15,-2 1 2 16,-5 5-1-16,-8 2 7 16,-1 7 2-1,-3 4 11-15,4 0-2 0,3 9-1 16,11 18 19-16,3 5-23 16,4 0-8-16,6-2-4 0,-2-6 2 15,7-3-1 1,4-7-2-16,5-6-2 0,5-7-40 15,-2-1-232-15,-2-1-503 16</inkml:trace>
  <inkml:trace contextRef="#ctx0" brushRef="#br0" timeOffset="4999.14">10287 8262 1121 0,'0'0'6'0,"0"0"130"16,0 0-4-16,0 0-48 16,0 0-35-16,0 0-28 15,-85 41-1-15,83 18 7 16,2 9-15-16,0 1-11 16,0-2-1-1,0-7-5-15,2-5-19 0,8-10-80 16,1-8-90-16,3-13-15 15,1-14-247-15</inkml:trace>
  <inkml:trace contextRef="#ctx0" brushRef="#br0" timeOffset="5235.62">10595 8247 1096 0,'0'0'21'0,"0"0"77"16,0 0 42-16,0 0-85 15,0 0-29-15,0 0-5 16,-13 103 5-16,11-37-10 16,2 2-9-1,0-1-7-15,0 0-2 0,0-7 2 16,0-6-11-16,0-5-67 16,-12-9-102-16,-5-6-39 0,-10-8-50 15,-6-10-115-15</inkml:trace>
  <inkml:trace contextRef="#ctx0" brushRef="#br0" timeOffset="5550.26">10094 8776 700 0,'0'0'17'16,"0"0"-17"-16,147-9 52 16,-69-1-35-16,4-4-10 15,-4-4 10-15,-6-3 43 16,-12-2-3-1,-12 0-49-15,-5 2-1 0,-9-3 37 0,-11 4-32 16,-7 1-2-16,-9 5 64 16,-4 8 7-16,-3 3 22 15,0 3 6-15,0 0-20 16,0 0-55-16,-1 9-21 16,-8 18-4-1,3 0-6 1,2 3 2-16,4-3 7 15,0-7-11-15,0 0 2 16,6-6-3-16,8-4-2 0,3-2-4 16,-4-4-39-1,3-4-136-15,-5 0-9 0,-4-18-199 16</inkml:trace>
  <inkml:trace contextRef="#ctx0" brushRef="#br0" timeOffset="5785.64">10688 8288 993 0,'0'0'24'0,"0"0"-24"16,0 0 25-16,0 0 5 15,0 0 12-15,0 0 0 16,119 18 1-16,-84-36 17 16,-8-2 16-16,-9 1-14 0,-12 1-4 15,-6 0-15-15,0 2 1 16,-11 0-13-16,-15 4-19 15,-3 8-12-15,2 4-9 16,-2 0-5-16,9 24-53 16,7 6-169-16,6 7-134 15</inkml:trace>
  <inkml:trace contextRef="#ctx0" brushRef="#br0" timeOffset="6099.72">12016 8422 1188 0,'0'0'4'15,"0"0"-4"-15,0 0 112 16,0 0 20-16,0 0-41 15,0 0-48-15,-19-89-18 16,19 118-12-16,6 22 6 16,9 12 25-16,0 5-26 0,-1-4-13 15,-4-5-4 1,-4-4-1-16,-1-3-6 0,1-9-17 16,3-7-143-16,5-13-90 15,3-8-71-15,6-15-298 16</inkml:trace>
  <inkml:trace contextRef="#ctx0" brushRef="#br0" timeOffset="6335.46">12304 8354 126 0,'0'0'975'0,"0"0"-948"16,0 0 158-16,0 0-51 16,0 0-75-16,0 0-33 15,5-41-19-15,8 82-4 16,5 18 43-16,1 14-6 15,-1 5-32-15,-5-1 0 16,-3-7-5-16,-6-7-2 16,-4-11-1-16,0-7-1 15,0-7-8-15,-4-8-14 16,-8-10-110-16,1-10-54 16,-4-10-19-16,-9 0-63 15,-5-24-39-15,-7-14-109 16</inkml:trace>
  <inkml:trace contextRef="#ctx0" brushRef="#br0" timeOffset="6650.46">12201 8824 488 0,'0'0'144'16,"0"0"-34"-16,0 0 32 16,0 0-34-16,0 0-46 15,143-55-29-15,-83 24-15 16,3-4 10-16,-3-10 0 16,-2 0 5-16,-10-2 2 15,-11-3-6-15,-11 4-6 16,-17 4 14-16,-9 4-17 15,0 11 7-15,-16 11 17 16,-15 12-26-16,-9 4-6 0,-5 26-9 16,3 25-1-16,9 13 1 15,15 3 3-15,18 2-2 16,0-8 1 0,29-11 4-16,18-14-4 0,11-12 1 15,4-14 3-15,3-10 2 16,-3-4-9-16,-2-30 2 15,-2-14-4-15,-9-10-4 16,-6-12-3-16,-12-5-128 16,-9 3-142-16,-13 12-714 15</inkml:trace>
  <inkml:trace contextRef="#ctx0" brushRef="#br0" timeOffset="7592.46">14530 6188 747 0,'-31'-106'10'16,"6"13"-10"-16,5 15 46 15,4 14 88-15,6 15-46 0,2 18-39 16,4 15 3-1,0 7 6-15,1 9-25 0,1 21-33 16,2 47 3-16,0 42 7 16,0 49 7-16,0 35-6 15,2 54 0-15,7 50 37 16,7 43 36-16,4 35-31 16,9 11-33-16,9 5-2 15,-1 3-9-15,-1-14-5 16,-7-26 10-16,-10-33 7 0,-11-45-9 15,-6-42-3 1,-2-35-2-16,0-38-5 0,0-35-2 16,0-39-4-16,0-35-39 15,0-38-137-15,0-17-74 16,3-60-409 0</inkml:trace>
  <inkml:trace contextRef="#ctx0" brushRef="#br0" timeOffset="8190.14">15370 6810 971 0,'0'0'3'0,"0"0"13"0,0 0 76 16,0 0-24-16,0-103-5 15,0 98-9-15,0 5-7 16,0 0-13-1,0 0-9-15,0 7-19 0,0 40-4 16,0 14 4-16,6 16 10 16,4-5-13-16,-6-12-1 15,-2-9-1-15,-2-15-1 16,0-14 3-16,0-8-3 16,2-9 0-16,0-2 1 15,1-3 1-15,-3 0 4 16,0-16 11-16,0-25 10 15,-5-17-24-15,-9-4 3 0,4-1-4 16,1 2 4-16,0 7-1 16,4 12 2-16,1 13 1 15,-1 15 2-15,3 13 39 16,0 1-24 0,2 0-25-16,0 23-6 0,0 30 3 15,0 14 3-15,0 2 2 16,13-7 0-16,1-8-1 15,-3-10-1 1,-3-4 1-16,0-8-1 0,-6-4 0 16,0-3 0-16,0-3-8 15,3-2-122-15,1-1-169 0,4-14-177 32</inkml:trace>
  <inkml:trace contextRef="#ctx0" brushRef="#br0" timeOffset="8756.06">16174 6599 913 0,'0'0'9'16,"0"0"-9"-16,0 0 93 16,0 0-19-16,0 0-2 15,0 0 7-15,-40-64-20 16,38 64-4-16,-2 13-45 16,-3 30-7-16,0 19 6 15,0 16 1-15,3 4-5 16,4-1-1-16,0-9 0 0,0-12-2 15,0-12-2 1,0-9 0-16,18-11-1 0,6-6 0 16,7-8-1-16,5-9-2 15,9-5-6-15,-1 0 3 16,1-19-6-16,-8-16-9 16,-8-7 9-16,-6-6 5 15,-10 0 4-15,-3 4 4 16,-6 4 2-16,-4 14 3 15,0 7 9-15,0 12 4 16,0 7 20-16,0 0-4 16,-4 0-9-16,-4 18-23 15,4 21-1-15,-3 10 5 0,5 0 4 16,2-8-5-16,0-7-4 16,0-1 0-16,13-14-1 15,1-5-6-15,3-5-3 16,2-9-104-16,-2 0-94 15,-3-15-148-15,-12-20-278 16</inkml:trace>
  <inkml:trace contextRef="#ctx0" brushRef="#br0" timeOffset="8992">16332 6684 110 0,'0'0'829'15,"0"0"-821"-15,0 0-8 16,0 0 12-16,0 0 9 15,0 0 6-15,54 1-6 16,-38-1 23-16,-6-12 15 16,-3 0-10-16,-5-2 5 15,-2 1-18-15,0 2-14 16,0 3 11-16,-17 6-33 16,-4 2-2-16,1 0-15 15,-2 18-42-15,6 14-140 0,8 7-219 16</inkml:trace>
  <inkml:trace contextRef="#ctx0" brushRef="#br0" timeOffset="9259.31">16624 6681 997 0,'0'0'1'0,"0"0"74"15,0 0 50-15,0 0-34 16,0 0-11-16,0 0-52 0,-20-34-19 16,20 56-5-16,6 28 15 15,6 15 14-15,-5 5-12 16,-5-2-10-16,-2-8-9 16,0-10-2-16,0-5 0 15,0-8-2-15,0-9-1 16,0-3-17-16,2-11-172 15,6-9-80-15,4-5-265 16</inkml:trace>
  <inkml:trace contextRef="#ctx0" brushRef="#br0" timeOffset="9699.58">16764 6785 843 0,'0'0'0'15,"0"0"40"-15,0 0 80 16,0 0-78-16,0 0-25 15,0 0-6-15,-133-54-8 16,118 75 1-16,7 9-1 16,8 4 0-16,0 9 4 15,0 1-3-15,21-1-1 16,10-1-3-16,9-4 0 16,7-8 4-16,-1-8-4 15,6-6 3 1,-3-4 1-16,-3-9-1 0,2-3 1 0,-9 0-3 15,-1-23 1-15,-2-3-1 16,-5-6 0-16,-7-6 2 16,-5-6-2-16,-11-4 2 15,-8-3 2-15,0 10 4 16,-2 8 2-16,-19 13 9 16,-5 14 5-16,-7 6 0 15,-5 10-12-15,-2 29-1 16,7 11-2-16,8 7 18 15,12 0-4-15,13-3-2 16,0-7-2-16,11-8-6 16,18-8-7-16,4-12-3 0,7-6-4 15,4-12 0-15,7-1-17 16,8 0-165-16,5-4-189 16,13-18 43-16</inkml:trace>
  <inkml:trace contextRef="#ctx0" brushRef="#br0" timeOffset="9936.9">18097 6719 22 0,'0'0'1079'0,"0"0"-1075"16,0 0 101-16,0 0 16 16,0 0-36-16,0 0-56 15,-56 3-17-15,52 53 14 16,4 8-3-16,0-2-4 15,15-3-13-15,8-6-6 16,-3-8-1-16,-7-7-4 16,-4-9-44-16,-7-8-170 15,-2-10 3-15,0-4-109 16,0-7-139-16</inkml:trace>
  <inkml:trace contextRef="#ctx0" brushRef="#br0" timeOffset="10124.59">17910 6734 812 0,'0'0'17'16,"0"0"121"-16,-7-105-10 16,33 77-55-16,13 0-42 15,7 3 5-15,8 6-17 16,-3 3 2-16,0 6-4 16,-6 8-17-16,-5 2 0 15,-6 0-7-15,-8 20-40 0,-13 16-147 16,-13 8-142-16,0 6-190 15</inkml:trace>
  <inkml:trace contextRef="#ctx0" brushRef="#br0" timeOffset="10457.81">18093 6920 558 0,'0'0'37'0,"0"0"123"16,0 0 7-16,0 0-59 16,0 0-22-16,0 0-13 15,-60 46-29-15,108-53-16 16,17-12-18-16,7-1-3 15,-4 6-6-15,-1 4 0 0,-9 10-1 32,-6 0 17-32,-17 15 19 0,-8 20-5 0,-16 7-9 15,-11 0-9-15,0 0-4 16,0-4-1-16,-18-10-2 16,0-9 11-16,0-8 19 15,3-8 9-15,1-3-18 16,-1-4 6-16,1-28-2 31,8-11-12-31,6-11-3 16,0-14-8-16,20-8-8 0,26-7 0 15,19 6-16-15,9 9-64 16,1 17-115-16,-8 25-75 16,-13 22-272-16</inkml:trace>
  <inkml:trace contextRef="#ctx0" brushRef="#br0" timeOffset="11132.79">18887 7022 971 0,'0'0'2'16,"0"0"3"-16,0 0 36 0,0 0-12 16,0 0 8-16,0 0-13 15,-8 27 10-15,28-36-1 16,5-11-12-16,1-3-7 15,-6-8-8-15,-4-1 6 16,-9-4-6-16,-7-2 2 16,0 6 9-16,-16 7-8 15,-11 11 7-15,-1 13 20 16,-3 1-25-16,2 0-4 16,6 22-3-16,9 14 0 15,12 6-1-15,2 6 0 16,4-4-2-16,25-2-1 0,8-8 0 15,0-6-2-15,0-9 0 16,0-9 1-16,-4-10-8 16,-2 0 4-16,-2-3-17 15,-4-21 22-15,-3-8 1 16,-9-11 4-16,-6-2 3 16,-2-1-1-16,-5 10 2 15,0 12 6-15,0 11 27 16,0 9 7-16,0 4-18 15,0 0-30-15,0 11-1 16,0 19-3-16,0 6 3 0,7-2 0 16,-1-4 2-16,3-4-2 15,-5-6-1-15,1-8 0 16,-3-5 0-16,-2-6-1 16,0-1 1-16,0 0 1 15,0-1 0-15,0-28 0 16,-7-9-4-16,3-6 0 15,4-6-10-15,0 2-17 16,16 5 2-16,13 9 15 16,2 14 6-16,2 15 6 15,3 5 2-15,-3 0 1 16,-2 19 2-16,3 12 4 0,-8 4 12 16,-3 1-1-16,-8-5 18 15,-3-5-4-15,-12-4-19 16,0 0-9-16,-2 2-4 15,-25 3-1-15,-14 6-103 16,1-7-244-16,0-5-700 16</inkml:trace>
  <inkml:trace contextRef="#ctx0" brushRef="#br0" timeOffset="11792.77">19654 6852 689 0,'0'0'303'0,"0"0"-273"16,0 0-11-16,-40-123 67 15,13 105-27-15,-4 9-14 16,2 4-20-16,2 5 2 16,6 6-8-16,2 26-9 15,11 17 5-15,4 5-4 16,4 4-8-16,0-1 4 15,21-10-7-15,10-5 2 16,8-12-2-16,0-8 0 0,6-13 0 16,6-9 1-16,5 0 3 15,5-15-4-15,-3-17-1 16,-6-14-4-16,-9-16 5 16,-7-14 0-16,-14-12 1 15,-11-10 0-15,-7 7-1 16,-4 17 1-16,0 21 0 15,-6 21 3-15,-14 14 10 16,4 14 1-16,-2 4 6 16,5 11-15-16,4 27-2 15,6 12 0-15,3 10 2 0,0 2-2 16,0 0-1 0,8-6-2-16,-2-9-1 0,-4-11 0 15,1-12 0-15,-3-11 0 16,0-6 0-16,0-5-1 15,2-2 1-15,4-6 0 16,8-27-13-16,8-7-7 16,7 3 8-16,6 6-4 15,4 19 8 1,-4 12 3-16,1 0 3 0,2 20 2 0,-3 16 1 16,2 7 5-1,-2 1-2-15,1-7 3 0,-10-10-2 16,1-9 1-16,-9-7-1 15,-7-11-2-15,0 0-2 16,1 0-1-16,3-25-43 16,-2-9-189-16,-1-16-101 15</inkml:trace>
  <inkml:trace contextRef="#ctx0" brushRef="#br0" timeOffset="12689.71">15357 8197 319 0,'0'0'675'0,"0"0"-664"0,-5-104 161 15,5 85-15-15,0 6-36 16,0 9-39-16,0 4-34 16,0 6-39-16,0 36-8 15,0 22 5-15,9 14 3 16,4 3-5-16,1-2-2 15,-6-2-2-15,-1-5-3 16,3-8-4-16,-4-13-3 16,7-14-97-16,3-10-96 15,1-13-5 1,4-12-126-16,-3-2-153 0</inkml:trace>
  <inkml:trace contextRef="#ctx0" brushRef="#br0" timeOffset="12878.23">15579 8249 627 0,'0'0'129'0,"0"0"57"16,0 0 0 0,0 0-42-1,0 0-4-15,0 0-111 16,9-64-25-16,-9 105-1 16,0 12 6-16,0 1-7 15,2 1 0-15,10-3-4 0,-1-4 2 16,-5 1-13-16,-6-6-166 15,0-5-104-15,-4-6-176 16</inkml:trace>
  <inkml:trace contextRef="#ctx0" brushRef="#br0" timeOffset="13302.77">15245 8654 731 0,'0'0'11'0,"0"0"168"16,0 0-60-16,0 0-89 0,0 0-25 15,172-132 1-15,-97 92 1 16,-1 4 11-16,-7 8-11 16,-11 6-2-16,-14 8-4 15,-11 4-1-15,-11 6 0 16,-11 2 0-16,-7 2 0 16,-2 0 0-16,0 2 2 15,0 22 6-15,0 16-1 16,-4 10 0-16,0 11-6 15,4-3 4-15,0 4-3 16,10-12 0-16,17-6-2 16,7-13 0-16,3-8-1 15,8-10 1-15,-1-13-2 16,4 0 2-16,-6-17 5 0,-5-15 0 16,-10-8 4-16,-16-8 21 15,-11-8 29-15,-13-7-3 16,-34 1-5-16,-10 6-2 15,-6 12-1-15,1 12-19 16,4 14-18-16,11 9-4 16,7 9-7-16,9 0-13 15,10 22-8-15,13 16-151 16,8 5-99-16,0 6-530 0</inkml:trace>
  <inkml:trace contextRef="#ctx0" brushRef="#br0" timeOffset="13604.11">16709 8312 573 0,'0'0'424'0,"0"0"-419"15,0 0 86-15,-56-107 28 16,54 99-25-16,2 6-7 15,0 2-75-15,0 6-10 16,6 31-2-16,11 14 9 16,0 10 5-16,-1 1-6 15,-3 0-6-15,-2-4-2 16,-8-6-3-16,-3-4-1 16,0-8-15-16,0-9-150 0,0-9-79 15,0-10-145-15</inkml:trace>
  <inkml:trace contextRef="#ctx0" brushRef="#br0" timeOffset="13824.64">16880 8256 722 0,'0'0'42'0,"0"0"157"0,0 0-49 16,0 0 2-16,0 0-8 15,0 0-86-15,10-82-48 16,-8 113-9-16,2 21 4 15,7 13 8-15,0 5-3 16,5-2-4-16,2-4-5 16,-3-6-1-16,-2-3-5 0,-8-11-10 15,-5-7-139-15,0-4-52 16,0-9-90-16,-18-8-146 16</inkml:trace>
  <inkml:trace contextRef="#ctx0" brushRef="#br0" timeOffset="14362.04">16633 8657 741 0,'0'0'6'0,"0"0"97"0,0 0-5 15,0 0-78-15,0 0-9 16,165-113-7-16,-89 76-2 16,2 2 5-16,-5 3 15 15,-13 4 1 1,-13 8-18-16,-16 4-3 0,-9 6-1 15,-10 1 0-15,-5 3 0 16,-7 2 28-16,0 4 47 16,0 0 4-16,0 0-24 15,-2 0 2-15,-10 0-25 16,1 21-29-16,2 12-4 0,4 15 2 16,5 3 2-16,0 0-4 15,10-3 2-15,9-9-2 16,8-6 1-16,-2-10-1 15,2-9-1-15,-1-7-1 16,6-7-2-16,-1 0-3 16,2-4 6-16,-1-20-4 15,1-9-5 1,-7-7 6-16,-5-8 3 0,-6-4 1 16,-7 0 1-16,-2 8 1 0,-6 12 2 15,0 14 8-15,0 12 17 16,0 4 34-16,0 2-8 15,0 0-26-15,0 3-21 16,0 28-7 0,0 9 6-16,2 10 11 0,7-6-3 15,1-2-3-15,7-6-12 16,-5-4 2-16,2-6-4 16,4 3 0-16,2 0-21 15,9 2-149-15,9-2 24 16,11-10-287-16</inkml:trace>
  <inkml:trace contextRef="#ctx0" brushRef="#br0" timeOffset="14614.05">18324 8322 525 0,'0'0'558'0,"0"0"-557"16,0 0 28-16,0 0 55 0,-15-104 22 15,13 91 36 1,-1 5-41-16,3 6-24 0,0 2-49 16,0 4-20-16,11 28-5 15,9 19 12-15,1 7-11 16,-4 8-1-16,-4 0-3 16,-6-1-4-16,-2-6-8 15,-3-9-55-15,-2-9-120 16,0-7-44-16,0-12-42 15,0-10-81-15</inkml:trace>
  <inkml:trace contextRef="#ctx0" brushRef="#br0" timeOffset="14818.26">18402 8484 440 0,'0'0'91'0,"27"-160"47"16,-9 104 1-16,-4 14-34 16,-2 17 7-16,-1 10-12 15,-6 5-16-15,-2 6-8 16,1 4-8-16,3 0-31 15,5 29-16-15,7 17 33 16,3 10-34-16,-2 7-14 16,-3 3-6-16,-5 1 0 15,-6-4-1-15,-6-3-15 16,0-6-196-16,-8-8-21 16,-19-10-222-16</inkml:trace>
  <inkml:trace contextRef="#ctx0" brushRef="#br0" timeOffset="15306.19">18223 8741 872 0,'0'0'82'0,"0"0"-80"15,0 0 67-15,0 0-36 16,0 0-29-16,103-121-1 16,-36 81 8-16,11-3-1 15,3 6 2-15,-6 5-3 0,-8 8 9 16,-9 8-12-1,0 6-1-15,-4-1 20 0,-4 0-22 16,-2 1 1-16,-11-7-2 16,-1-1 3-16,-5-1 1 15,-6-1 18-15,-9 1 33 16,-12 8-23-16,-4 3 29 16,0 2-16-16,-12 6-30 15,-15 0-17-15,-6 0-4 16,-2 15 3-16,3 8-1 15,10-1-3-15,13-3-7 16,9 2-11-16,0-6-34 0,7-2-9 16,12-8 0-16,2 0 15 15,1-4 15 1,-2 5 23-16,-3 9 13 0,-5 8 3 16,1 10 8-16,1 1 8 15,0-3-3-15,10-8-2 16,7-13 12-16,11-10 26 15,10 0-23-15,6-20-21 16,-2-20-6-16,-6-6-2 16,-5 0-6-16,-14-1-74 15,-12 7-66-15,-19 4-312 16</inkml:trace>
  <inkml:trace contextRef="#ctx0" brushRef="#br0" timeOffset="16802.93">11065 11128 1288 0,'0'0'0'0,"0"0"8"15,0 0 74-15,0 0-10 0,0 0-47 16,0 0 17-16,99 107 63 15,-49-45-82-15,-3 0-18 16,0 7-5-16,-4-3-1 16,-8-4-5-16,-4-6-32 15,0-12-167-15,-1-13-141 16,3-20-291-16</inkml:trace>
  <inkml:trace contextRef="#ctx0" brushRef="#br0" timeOffset="17119.32">11744 11235 1020 0,'0'0'15'0,"0"0"20"15,0 0 47-15,0 0-45 16,0 0-18-16,-131-26 7 16,104 26-4-16,6 16-13 15,0 12-3-15,3 8 5 16,1 11-6-16,5 7 1 15,1 7 0-15,5 8 0 16,6 5 6-16,0 4-1 0,0 3 7 16,0 0 8-16,0 1 5 15,6-7 1-15,1-8-18 16,-3-11-4-16,1-12-2 16,-3-12-3-16,3-6-5 15,-1-6 0-15,2-4-4 16,3-2-23-16,7-12-291 15,2-2-273-15</inkml:trace>
  <inkml:trace contextRef="#ctx0" brushRef="#br0" timeOffset="17480.41">11889 11526 1046 0,'0'0'26'16,"0"0"87"-16,0 0-65 16,0 0-36-16,0 0 4 15,-58 107 1-15,58-53-7 16,0 3-4-16,0 0-2 16,14-7-2-16,6-6 1 15,4-13-2-15,3-6-1 0,2-11 2 16,2-10 11-1,5-4-2-15,2 0 2 16,2-20 9-16,0-14 2 0,-9-10 25 16,-8-6-13-16,-12-10 5 15,-11-7-6-15,0 1-5 16,-21 4-21-16,-8 12-6 16,-4 18-3-16,-5 16-9 15,-3 16-51-15,3 0-243 16,1 14-511-16</inkml:trace>
  <inkml:trace contextRef="#ctx0" brushRef="#br0" timeOffset="17968.59">12375 11687 1142 0,'0'0'6'16,"0"0"37"-16,0 0 35 0,0 0-64 16,0 0-10-16,0 0 14 15,-11 67 15-15,11-18-7 16,9-3-16-16,14-6-9 15,0-4 0-15,4-10-2 16,2-6 1-16,0-12-5 16,2-8 3-16,5 0 0 15,5-10 1-15,1-18 1 16,-5-12-2-16,-1-12 0 16,-9-6-2-16,-7 0 3 0,-7 8 0 15,-5 13 1 1,-8 17 3-16,0 12 5 0,0 8 16 15,0 0 0 1,0 22-23-16,0 25 2 0,0 9 13 16,0-1 19-16,2-2-12 15,19-9-7-15,8-4-8 16,0-6-8-16,5-2 0 16,-3-4-6-16,2-8-36 15,-2-7-254-15,4-13-606 16</inkml:trace>
  <inkml:trace contextRef="#ctx0" brushRef="#br0" timeOffset="18800.25">13792 11259 352 0,'0'0'491'0,"0"0"-410"16,0-102 128-16,0 82-48 15,0 9-37-15,0 6-31 16,0 5-67-16,0 22-20 15,0 42-4-15,0 30 4 16,0 24 14-16,0 7-4 0,0-1-9 16,0-8-3-16,0-9-2 15,0-13-2-15,-8-17-1 16,8-13 0-16,0-17-4 31,0-12-6-31,29-13-3 16,11-12-57-16,13-10-44 0,0-10 30 0,1-30 17 15,-11-14 25-15,-12-4 26 16,-5 3 17-16,-10 8 1 16,-10 14 4-16,-6 11 28 15,0 10 27-15,0 8 28 16,0 4-9-16,0 0-40 0,0 10-33 31,0 20-5-31,0 10 28 16,0 0-1-16,0-1-12 15,5-7-5-15,11-5-11 16,-1-3-1-16,1-5-2 16,1-7-5-16,6-8-174 15,-3-4-118-15,-3-18-462 16</inkml:trace>
  <inkml:trace contextRef="#ctx0" brushRef="#br0" timeOffset="19020.56">14100 11482 1114 0,'0'0'2'16,"0"0"-2"-16,0 0 6 15,0 0 9-15,0 0 17 16,0 0 16-16,66 7 12 16,-57-7 7-16,-7-5 4 15,-2-7-19-15,0-1-28 16,0 4-20-16,-8 1-4 15,-3 8-9-15,2 0-30 0,4 14-85 16,3 16-111-16,2 6-182 16</inkml:trace>
  <inkml:trace contextRef="#ctx0" brushRef="#br0" timeOffset="19257.59">14422 11434 1095 0,'0'0'11'16,"0"0"145"-16,0 0-58 16,0 0-84-16,0 0-1 0,0 0 93 15,-23 178-52-15,23-90-24 16,0 1-17-16,8-12-12 16,-1-2-1-16,-3-10-8 15,-4-9 0-15,0-10-56 16,2-10-184-16,6-16-84 15,7-16-443-15</inkml:trace>
  <inkml:trace contextRef="#ctx0" brushRef="#br0" timeOffset="19682.59">14708 11683 1103 0,'0'0'10'15,"0"0"9"-15,0 0 53 16,-134-37-64-16,92 37-5 15,4 4 7-15,9 20-4 16,9 10 6-16,11 12-5 16,9 7 2-16,2 1-6 15,25-1-3-15,9-5 1 16,6-7-2-16,3-7 0 16,2-7 0-16,6-12 1 15,1-11 0-15,4-4-2 16,-3-4 2-16,-4-22 0 0,-4-8-1 15,-9-4 0-15,-9-2 1 16,-14-2 1-16,-5 4 4 16,-10 5-3-16,0 10 2 15,0 9 9-15,-21 7-4 16,-3 7 0-16,-7 0-6 16,-1 21 1-16,3 15 12 15,7 6 17-15,9 4-11 16,11-3 1-16,2-1-10 15,5-7-1-15,23-6-1 0,8-10 1 16,11-7-3-16,6-7-5 16,2-5-4-16,3 0-23 15,-4 0-240-15,-8-11-304 16</inkml:trace>
  <inkml:trace contextRef="#ctx0" brushRef="#br0" timeOffset="20517.12">16203 11717 1268 0,'0'0'2'16,"0"0"1"-16,0 0 10 15,0 0-10-15,0 0 4 16,2 117 25-16,10-58 7 16,-4-1 0-16,1-8-25 15,1-5-12-15,-4-13 0 0,-2-10-2 16,-1-13 0-16,-1-4-3 16,-2-5 3-16,2 0 2 15,2-23 9-15,0-21-7 16,8-12-2-16,1-6-4 15,2 4 0-15,8 9-12 16,-1 11-11-16,3 15 3 16,0 13-4-16,0 7-2 15,-2 3 25-15,2 13 3 16,0 20 4-16,-3 12 0 16,0 7-3-16,-4 0 2 15,2-6-3-15,-4-7 0 16,0-11 0-16,-3-13 0 0,-3-4 1 15,6-7 0-15,-1-4-1 16,4 0 0-16,1-21 0 16,-3-13-2-16,-1-8 2 15,0-8-2-15,2 0-10 16,-1 4 0-16,-1 4 0 16,-3 13 3-16,-1 14 9 15,-6 11-3-15,1 4-20 16,5 4 14-16,-3 22 9 15,7 12 4-15,7 2-2 0,2 2-1 16,4-6 0-16,4-6 0 31,0-6 1-31,3-9-2 0,-3-9 2 0,1-6 0 16,-1 0-1-16,-2-5 0 16,0-17 4-16,-2-7-1 15,-4-7 0-15,-5-1-1 16,-7-5 1-16,-6 2 0 15,-7 12-2-15,0 7 4 16,0 14 4-16,-9 7 8 16,-7 0-18-16,1 14 1 0,6 23 3 15,5 10 20 1,4 1-12-16,9-4-3 0,24-6 0 16,10-7-3-16,5-12-1 15,6-9 0-15,4-10-1 16,2 0-3-16,-5-7-1 15,-5-18-1-15,-13-6-40 16,-10-8-148-16,-18-11-304 16</inkml:trace>
  <inkml:trace contextRef="#ctx0" brushRef="#br0" timeOffset="21179.2">11056 12903 1155 0,'0'0'19'0,"0"0"128"0,0 0-38 15,0 0-72-15,0 0-22 16,0 0 52-16,-44 180-28 15,44-95-25-15,0 8-8 16,0-3-4-16,13-6-2 16,3-5-8-16,3-11-39 15,4-13-180-15,6-15-99 16,2-20-665-16</inkml:trace>
  <inkml:trace contextRef="#ctx0" brushRef="#br0" timeOffset="21397.91">11493 13080 136 0,'0'0'1021'16,"0"0"-1010"-16,0 0 131 15,2-108 16-15,-2 108-125 16,0 12-22-16,0 43-5 16,-5 20 16-16,5 19 9 15,0 0-16-15,0-1-14 16,5-7-1-16,2-6-3 15,-7-9-3-15,0-12-13 16,-7-9-115-16,-22-8-113 16,-5-17-112-16,-3-15-319 0</inkml:trace>
  <inkml:trace contextRef="#ctx0" brushRef="#br0" timeOffset="21824.24">11010 13493 1020 0,'0'0'0'0,"0"0"0"16,0 0 10-16,160 10-2 16,-73-4-2-16,15-6 8 0,14 0 7 15,5 0-5-15,-4-18-11 16,-16-4-4-16,-19-2-1 16,-20 0 1-16,-17-2 0 15,-16 0 11-15,-14-4 42 16,-3 2 10-16,-10 0-25 15,-2-1-5-15,0 5 6 16,-9 5-21-16,-11 4-11 16,-5 5-7-16,-8 10 0 15,-2 0 0-15,-4 36-1 16,4 13 2-16,11 11 1 16,10 2 2-16,14-2 6 0,0-5-2 15,27-10-2-15,17-7 0 16,12-10-1-16,8-14 2 15,6-11-1-15,3-3-2 16,-4-14-4-16,-6-17 2 16,-12-2-2-16,-11-6 0 15,-13 1-1-15,-11 0-6 16,-12 6-111-16,-4 12-199 16</inkml:trace>
  <inkml:trace contextRef="#ctx0" brushRef="#br0" timeOffset="22499.51">13842 13375 826 0,'0'0'28'0,"0"0"128"0,0 0 25 15,8-113-72-15,-8 104 30 16,0 7-48-16,0 2-40 15,0 3-28-15,-2 40-18 16,-4 17 1-16,-2 14 1 16,8 4 4-16,0-1-7 15,0-5-4-15,0-4-1 16,12-16-6-16,3-6-10 16,6-12-64-16,5-8-130 15,6-16-11-15,3-10-176 16,1-11-292-1</inkml:trace>
  <inkml:trace contextRef="#ctx0" brushRef="#br0" timeOffset="22674.48">14166 13333 638 0,'0'0'114'0,"0"0"141"0,3-117-77 16,-3 108-24-16,0 9-40 16,0 1-74-1,0 39-37-15,-3 19 9 0,3 11 9 16,0 2-15-16,3 0-1 15,12-4-5-15,1 1 0 16,-10-7-8-16,-6-8-15 16,0-4-164-1,-26-14-71-15,-12-10-142 0</inkml:trace>
  <inkml:trace contextRef="#ctx0" brushRef="#br0" timeOffset="23075.51">13676 13702 856 0,'0'0'1'0,"0"0"-1"16,150-25 42-16,-59 17-26 15,7-6-4-15,0 0 4 16,-7-1 19-16,-10 0 6 16,-17 6-22-16,-16 0-13 15,-23 3-3-15,-11 5 0 16,-14 1-1-16,0 0 20 15,0 14 2-15,-4 19-5 16,-6 16-7-16,6 3-10 16,4 0 3-16,0 1-1 0,6-9 1 15,19-5-2 1,4-13 0-16,0-8 0 0,2-7-2 16,1-10 0-16,-1-1 1 15,0 0 0-15,-4-16-1 16,-7-12 3-16,-9-10 8 15,-11-12 8-15,0-12 8 16,-29-4-5-16,-19 1-16 16,-10 15-5-16,-5 20 6 15,-1 16-6-15,6 14-2 0,5 0-4 16,12 16-4 0,8 17-80-16,10 5-368 0</inkml:trace>
  <inkml:trace contextRef="#ctx0" brushRef="#br0" timeOffset="23417.28">16140 13377 1144 0,'0'0'2'15,"0"0"10"-15,0 0 109 16,0 0-69-16,0 0-15 16,0 0-22-16,-12 8-4 15,12 46 3-15,8 16 36 16,1 7-20-16,-2-5-22 0,-5 0-6 15,1-8-2-15,-3-6-1 16,0-6-5-16,0-12-11 16,4-6-103-16,9-10-146 15,7-15-135-15</inkml:trace>
  <inkml:trace contextRef="#ctx0" brushRef="#br0" timeOffset="23656.25">16508 13458 621 0,'0'0'280'0,"0"0"-191"16,0 0 127 0,21-103-121-16,-21 100 14 0,0 3-47 15,0 5-49 1,4 31-11-16,2 18 15 0,4 15 51 16,3 4-35-16,0-4-24 15,1-7-5-15,-6-8-4 16,1-4-1-16,-9-10 1 15,0-6-9-15,0 1-31 16,-13-6-175 0,-14-5-71-16,-6-8-352 0</inkml:trace>
  <inkml:trace contextRef="#ctx0" brushRef="#br0" timeOffset="24204.36">16128 13884 997 0,'0'0'12'15,"0"0"49"-15,0 0-9 16,153-78-41-16,-61 58-2 16,8 2-1-16,6 3-1 15,2 2 3-15,-4 3 17 16,-13 2-17-16,-17 0 1 16,-23-3-2-16,-18 4-6 0,-14-7 18 15,-11-4 53 1,-3-5-2-16,-5 0-39 0,0-2-7 15,0 5-7-15,-11 6-7 16,-14 4 4-16,-8 8-16 16,-7 2 0-16,-5 0-2 15,-6 28 0-15,6 8 1 16,10 8-1-16,12 3 2 16,17-3-5-16,6-4 2 15,0-8-7-15,22-11-1 16,5-10-19-1,4-7 0-15,-1-4-5 0,0 0 4 0,-3-14 12 16,-3-10 16-16,-4-3 3 16,1-4 0-16,-6 5 2 15,-6 8 2-15,-4 9 3 16,-5 6 13-16,0 3 11 16,0 0-9-16,2 3-14 15,4 28-8-15,7 9 14 16,3 0 3-16,7-2 1 15,-1-9-4-15,4-6-9 16,3-5-5-16,0-6 1 16,3-2-1-16,-3-6-18 0,4-4-96 15,0 0-66 1,6 0-130 0,3-4-88-16</inkml:trace>
  <inkml:trace contextRef="#ctx0" brushRef="#br0" timeOffset="24576.39">17642 13786 667 0,'0'0'105'0,"0"0"83"16,29-102-61-16,-29 65-61 16,0 4 3-16,-2 2-20 15,-20 9-19-15,-7 10 3 0,-11 9-3 32,-5 3-21-32,-2 1-7 15,0 25-1-15,5 9 1 16,11 1 2-16,10 2-4 15,13-6 0-15,8-5-2 16,0-2-1-16,11-13 0 16,14-1-7-16,4-10 3 15,0-1-12-15,2 0 17 16,-9 0 0-16,-4 0 2 16,-7 0 3-16,0 0-1 15,5 16 2-15,8 18 32 0,10 6-19 16,6-6-5-16,6-12 14 15,10-14 11-15,7-8-11 16,5 0-11-16,7-22-8 16,-7-9-5-16,-5-6-2 15,-14-3-4-15,-13-2-114 16,-17-4-146-16,-9 0-502 16</inkml:trace>
  <inkml:trace contextRef="#ctx0" brushRef="#br1" timeOffset="70506.32">16119 6206 688 0,'0'0'14'0,"0"0"-4"16,0 0 59-16,0 0-29 16,0 0-8-16,0 0 43 15,-116 14-30-15,100 0-14 16,1 6-17-16,-1 2 6 15,-4 6-4-15,-3 4-4 0,-1 4 3 16,-5 6 4-16,-2 5 9 16,-3 3-3-1,3 0 2-15,-4 4-11 0,-1 3 0 16,3 2 1-16,-4 7-8 16,4 4-3-16,0 1 1 15,-5-5 2-15,0 0-1 16,-5 2-5-16,-1 1 6 15,-5 3-2-15,5-2 2 16,0-8 2-16,3-4-1 16,5-8 0-16,5-2-2 0,4 1-1 15,3 1-1 1,2 6 4-16,-3 4-6 0,3 5 5 16,1 1-2-16,2 2-6 15,-4 0 0-15,3-2 2 16,2 2 1-1,-2-2-4-15,5 4 2 0,1 7-1 16,1-3 1-16,5-1 3 16,0-6-2-16,6-1-2 15,2-1 9-15,0-3-3 16,0-2 0-16,7-2-7 16,11 0 4-16,2-4-2 15,5 1-1-15,3-5-1 0,3-2 5 16,6-2-3-16,0-4-1 15,5 0 3-15,1-7-3 16,3-1-1-16,2-6 2 16,-4-9-2-16,3-5 0 15,2-7 0-15,0-7 0 16,7 0 0-16,-3 0 5 16,3-15-5-16,-1-6 0 15,-1-9 5-15,-5-6-3 16,-2-3 2-16,-3-7-3 0,-6-7 2 15,-2-3 0-15,-5-5-3 16,-2-6 2-16,0 1 0 16,-7 0-1-1,-2 1 1-15,-5 2-1 0,-1-2-1 32,-3-1 4-32,-4-4-4 0,0 2-1 0,-3 0 1 15,3 2-1-15,-1 10 2 16,1 2-3-16,7 1 2 31,3 3-1-31,5 0-2 0,10 2-1 16,3 4-2-16,6 1-2 15,5 2 5-15,6 2-1 16,4 1 1-16,-4 2 2 16,4 4-1-16,-6 6-1 15,-4 4 3-15,-1 1-2 16,-5 8 2-16,0 5-3 15,-2 2 2-15,0 6-3 16,2 0 0-16,-5 0 2 16,-1 17 2-16,-1 0-2 15,-4-1 2-15,0 2 0 0,4-6 0 16,1-2 0 0,4-6 0-16,0-4 0 0,0 0 2 15,-5 0-2-15,-2-6 2 16,-6-11 1-16,0-4-1 15,-3-4 2-15,0-6 1 16,-2-5 2-16,-2-8-3 16,-4-6 1-16,4-3-2 15,-6-5 0-15,-3 0 0 16,1-2 1-16,-4-3-1 16,1 4-3-16,-5 1 2 15,-2-5 1-15,0 5 0 0,-7-2-2 16,-11-6 2-16,-3 0-1 15,-6-5 0-15,-5 5-1 16,-1 6-1-16,-8 4 0 16,-3 4 0-16,-7 1 4 15,-7 4-3-15,-7 4 3 16,-2 8-4-16,-4 6 0 16,-3 14 0-16,-1 9 0 15,-6 6-2-15,2 7-7 16,-2 30-7-16,1 14-60 15,-4 7-142-15,-3 1-207 0</inkml:trace>
  <inkml:trace contextRef="#ctx0" brushRef="#br1" timeOffset="72018.82">2789 11241 1074 0,'0'0'8'0,"0"0"1"16,0 0 107-16,-26-116-48 16,24 102 13-16,2 6 26 15,-2 6-71-15,2 2-24 16,-7 18-11-16,-2 35 2 16,-4 22 5-16,-6 11-2 15,0 0-1-15,-3 1 0 16,4 0 0-16,7-8-4 15,9-12 5-15,2-15-4 16,11-15-2-16,28-10 1 16,15-6 1-16,8-4 0 15,10-9-2-15,-5-1 0 16,-5-7-3 0,-9 0-9-16,-8 0-17 0,-12-15-18 0,-5-13 3 15,-11-12 36-15,-3-13 3 16,-6-8 5-16,-6-2 0 15,1 11 0-15,-3 12 6 16,0 18 4-16,0 14 22 16,0 4 23-16,0 4 2 31,0 0-38-31,0 4-12 0,0 32-5 16,0 14 1-16,0 9 10 0,9-4-6 0,4-9-3 31,3-9-4-31,-1-9-5 15,-2-8-2-15,-1-11-24 16,-3-9-140-16,-3 0-137 16,-6-40-152-16</inkml:trace>
  <inkml:trace contextRef="#ctx0" brushRef="#br1" timeOffset="72255.17">3196 11300 1086 0,'0'0'0'0,"0"0"0"15,0 0 13-15,0 0-5 0,0 0 11 16,0 0 11-16,69 90 1 16,-36-90 4-16,-2-3 5 15,-8-19 19-15,-13-1 3 16,-10-10-1-16,0-1-22 16,-2 2-15-16,-15 7-13 15,-4 8-11-15,3 13-2 16,-1 4-20-16,-1 17-110 15,7 14-168-15,5 11-554 16</inkml:trace>
  <inkml:trace contextRef="#ctx0" brushRef="#br1" timeOffset="72507.88">3621 11301 1107 0,'0'0'15'16,"0"0"135"-16,0 0-54 16,0 0-61-16,0 0 7 15,0 0-30-15,-16 86 43 0,16-11 29 16,0 6-70-16,0-4-6 16,-2-3-7-16,2-3-1 15,-4-8-1-15,2-8-6 16,2-7-13-16,0-10-119 15,0-12-137-15,0-20-132 16</inkml:trace>
  <inkml:trace contextRef="#ctx0" brushRef="#br1" timeOffset="72966.42">3877 11501 817 0,'0'0'12'0,"0"0"120"16,0 0-40-16,0 0-46 15,0 0-14-15,0 0-16 16,-127-54-12-16,94 79-1 16,6 3-2-16,0 6 2 15,4 2-1-15,7 4-1 16,4 0 7-16,12 0-4 0,0-2 7 16,12 3-1-1,25-7 6-15,15-3-9 0,8-6 1 16,5-6-7-16,-3-6 0 15,-4-7 0-15,-7-6 0 16,-4 0-1-16,-7 0 2 16,-1-16 1-16,-2-10 0 15,-6-10 0-15,-7-7 1 16,-8-2 3-16,-10-3-1 16,-6 8 1-16,0 9 9 15,0 13 11-15,-20 18-4 16,-11 0-4-16,-3 28-7 0,1 22-3 15,4 9 11-15,14 3 12 16,11-6-9-16,4-6-2 16,2-10-5-16,17-4-5 15,8-10-1-15,4-6-1 16,6-8-9-16,5-8 0 16,2-2-11-16,10-2-101 15,4 0-156-15,7-23-96 16</inkml:trace>
  <inkml:trace contextRef="#ctx0" brushRef="#br1" timeOffset="73218.62">4737 11700 1186 0,'0'0'5'16,"0"0"24"-16,0 0 24 15,0 0-11-15,0 0 59 16,154 11-10-16,-50-11-43 16,-2 0-29-16,-16 0-10 0,-19 0-7 15,-20 0-2-15,-12 3-5 16,-8 1-9-16,-7 0-91 16,-9-4-166-16,-2 0-385 15</inkml:trace>
  <inkml:trace contextRef="#ctx0" brushRef="#br1" timeOffset="73533.28">5695 11301 1082 0,'0'0'11'15,"0"0"128"-15,0 0-13 16,0 0-81-16,0 0-4 16,0 0 45-16,-4 122 14 0,4-51-81 15,0-1-8 1,0 0-11-16,0-1-1 0,4-7-1 15,1-8-10-15,3-9-53 32,4-10-183-32,-1-15-99 0,5-18-529 0</inkml:trace>
  <inkml:trace contextRef="#ctx0" brushRef="#br1" timeOffset="73783.89">6030 11357 921 0,'0'0'82'0,"0"0"-56"0,0 0 159 16,0 0-96-16,0 0 25 15,0 0-38-15,0-65-59 16,0 101-15-16,0 22 11 16,0 15 41-16,0 8-23 15,0-5-19-15,0-5-4 16,0-10-6-16,0-8 0 15,0-7-2-15,0-10-2 16,0-5 2-16,0-6-16 16,-9-5-86-16,-3-8-173 15,-3-12-107-15</inkml:trace>
  <inkml:trace contextRef="#ctx0" brushRef="#br1" timeOffset="74240.5">5702 11643 853 0,'0'0'0'0,"0"0"43"16,0 0-17-16,0 0-5 15,151-29 13-15,-76 25-24 16,2 0-1-16,4 2-1 16,-8-2-3-16,-13-2-2 15,-11-1-2-15,-11-2 0 16,-7-1 0-16,-6 0-1 0,-8 2 1 15,-7 1 4-15,-6 4 47 16,-4 2 2-16,0 1 3 16,0 0-9-16,0 0-27 15,-2 11-20-15,-13 22 3 16,1 6 0-16,2 6-1 16,8 0-1-16,4-4-1 15,0-1 0-15,12-2 1 16,11-8 1-16,9-4 2 15,4-5-4-15,4-13 4 0,2-5 1 16,3-3 8-16,-3-5 4 16,-2-20 8-16,-7-5 15 15,-10-7 22-15,-13-7-13 16,-10-9-9-16,0-5-4 16,-30-3-19-16,-8 9-15 15,-11 14-3-15,-11 18-11 16,-12 20-54-16,-8 0-213 15,-2 12-658-15</inkml:trace>
  <inkml:trace contextRef="#ctx0" brushRef="#br1" timeOffset="99478.34">14091 10856 644 0,'0'0'23'0,"0"0"85"0,0 0 20 15,0 0-58-15,0 0-15 16,0 0-12-16,0 0-3 16,-18-36-18-16,16 36-1 15,0 0-7 1,-3 0-6-16,-6 0 1 0,-5 0-8 15,-6 0 0-15,-7 0 0 16,0 8 0-16,-2 4-1 16,-1-1 1-16,3 0-1 15,3 1 0-15,4-2 1 0,-1 0-1 16,3 2 1 0,1-1-1-1,-2 3 1-15,-1 4 0 0,2 0 0 0,-4 2 0 16,1 1-1-16,-2 3 0 15,2 3 1 1,-2-2 0-16,2 2 0 0,1-3 2 16,0 0-3-1,4-2 4-15,3 0-2 16,1-3-1-16,1 0 1 0,3-1-1 0,2 1 0 16,-1 0 1-16,-3 5-1 15,-1 2 2-15,0 3-2 16,0 3 1-16,0 2 0 15,-1-2-2-15,3-3 1 16,-3 8 1 0,3-1 0-1,-2 4 13-15,1 2 7 16,2-4-11-16,1-1-5 16,-1 2 1-16,0 1-6 15,1 3 3-15,-3-1 4 16,2 0-8-16,-1 4 8 15,1 0 0-15,-1 6 3 16,3-2-1-16,-6 3-10 0,3 1 4 16,-3 0 0-16,3 2-4 15,0-2 0-15,0 0 2 16,2 3 0-16,0-6 4 16,3 2-1-16,-1-1 3 15,2-2 4-15,-1 2-8 16,1 3-1-16,-1 3-2 15,-1-3 0-15,0 0 3 16,1-4-1-16,0-1 1 16,3 1-3-16,-1-1 1 0,0 3-1 15,0-2 1-15,0 2-1 16,0-3 0 0,-1 0 1-16,3-2-2 15,0 2 5-15,2 0-2 0,0 0 1 16,0 0 0-16,0 0-4 15,0-1 0-15,0 1 2 16,0-2 0-16,2-4 0 16,7 2-2-16,-1-3 0 15,2-2 0-15,3 4 1 16,1 0-1-16,3 2 0 16,8 0 0-16,2-2 1 15,2-1 1-15,4 0-4 0,3 1 1 16,-1-5 0-1,5 0-1-15,3-10 0 0,1 3 2 16,3-2 0-16,-1-7 1 16,4-2-1-16,-1-4 0 15,2-8 0-15,5-4-3 16,2-6 0-16,0 0 3 16,0 0 0-16,0-6 4 15,-3-10-4-15,-6-6 0 16,-2 3 0-16,-5-6 0 15,-5-3 0-15,2-6 1 16,4-4 0-16,-6-2 1 0,3 0-2 16,-2 1 0-16,-2 2 0 15,0-1 0-15,-1-1 0 16,-8-1 1-16,-2 0-1 16,-8 0-1-16,-3-2 1 15,-3-4 0-15,-5-4 0 16,-1-7 0-16,-3-1-2 15,-2-2-4-15,0 4 2 16,0 6 4-16,0 4 0 16,-5 6 1-16,-3 1 0 15,-1-1-1-15,2 0 0 0,7-6 0 16,0-4 0 0,0-7 1-16,0 1-1 15,16-2-2-15,4 7 2 0,2 2-1 16,0 11 4-16,1 7-6 15,2 2 1-15,-2 5 2 16,3 0 0-16,2 3-1 16,1 6 1-16,2-2-1 15,3 4 1-15,1-1 0 16,6 0 0-16,-2-1 3 16,2-1-2-16,-8 1-1 15,0-4 1-15,1-1 0 0,0-5 0 16,-1-5 1-16,0-7 0 15,3-9 0 1,-3-8 0-16,1-9 3 0,1-8-1 16,1-9 0-16,-3-3 0 15,-2 1-2-15,-4 4 1 16,-7 9-1-16,-4 7 0 16,-5 4 5-16,-6 0 3 15,-5-4 1-15,0-1 0 16,0-9-1-16,0 0-2 15,-11-2-4-15,-7 0-1 16,-5 7 3-16,-4 8-1 16,-4 1-3-16,-4 7 5 0,-5 1 11 15,-4 0-18-15,-4 2 0 16,1-2 1-16,1 4 0 16,-4-1-1-16,0 2 0 15,-4 0 0-15,0 3 0 16,4 6 0-16,-6 6-1 15,-7 2 0-15,-6 6 1 16,-11 2 0-16,-7 6 0 16,-2 5-1-16,0 9-7 15,-1 0 8-15,4 9-4 0,-3 15-1 16,0 6-6-16,0 10-11 16,-3 5-83-1,8 8-8-15,6 4-76 0,4-10-212 16</inkml:trace>
  <inkml:trace contextRef="#ctx0" brushRef="#br1" timeOffset="112638.7">12480 6617 805 0,'0'0'41'0,"0"0"-16"16,0 0 82-16,-34-114-40 15,5 95 27-15,0 3-73 16,-2 7 14-16,-4 7 2 16,-3 2-11-16,-6 0-11 15,-10 22-9-15,-8 14-5 16,-7 12 6-16,-1 14 1 15,-1 12 14 1,9 15-4-16,1 11-2 0,10 15-2 16,7 13 4-16,6 15-1 15,3 11 1-15,2 4 10 16,8 5-11-16,0-4-6 16,7 4 3-16,7 1-6 15,4-9-1-15,7-8-5 0,0-16-2 16,18-6 1-16,15-11-1 15,8-8 1-15,7-9-1 16,8-13 1-16,2-14 0 16,4-12-1-16,1-10 0 15,-5-12-2-15,4-11 2 16,1-13 2-16,1-12 0 16,3 0-1-16,2-8-1 15,-2-19-1-15,0-9-2 16,-3-6-3-16,3-10-8 0,0-6 3 15,0-8 2 1,-5-5 3-16,-4 0-5 0,-11 0 4 16,-7-1 0-16,-5 2 7 15,-6-4 0 1,1-2 0-16,-1-9-1 0,0-3 1 16,2-2-2-16,-2 4-16 15,-2 4-15-15,-3 3 28 16,-4 5 5-16,-2 6 2 15,-1 7 0-15,4 6-2 16,1 6 1-16,5 1-2 16,9 2 0-16,8 2 1 15,7 0 0-15,7 7-1 0,3 6-2 16,-3 6 3-16,-6 7 1 16,2 8 0-16,-7 6 0 15,-3 4 1-15,-4 0 5 16,-1 0-5-16,-1 0 1 15,-3 0-1 1,5-8 6-16,1-12 6 0,-8-8 3 16,-4-6-3-16,-10-10 5 15,0-11-4-15,-9-4 10 16,-5-11-3-16,-5-10-11 16,0-11 4-16,0-9-9 15,-15-11-1-15,-12 3-3 16,-11 4 1-16,-9 10-3 0,-13 7 0 15,-5 8 1-15,-4 8-1 16,-9 11 0-16,-2 11 6 16,-7 10-5-16,-9 11-1 15,-9 10-3-15,-6 16-2 16,-13 2 1-16,-15 23-1 16,-9 21-5-16,-11 13 5 15,7 11-52-15,19 8 28 16,26 11-28-16,26 14-64 15,21 23-42-15,11 13-111 0,-1 16-330 16</inkml:trace>
  <inkml:trace contextRef="#ctx0" brushRef="#br1" timeOffset="114432.04">11854 10546 1062 0,'0'0'5'16,"0"0"1"-16,0 0 47 15,-154-53 2-15,112 47 0 16,-1 4 12-16,6 2-6 15,-3 0-29-15,-3 6-17 16,-6 12-10-16,-7 6 0 16,-6 8 0-16,-5 4 2 0,-5 7-2 15,-3 7-2-15,-8 6 6 16,-4 10 8-16,1 8 0 16,-1 7 5-16,9 9-2 15,9 6-3-15,9 9 4 16,6 1-3-16,8 2-2 15,8 5-6-15,9 5-7 16,6 8 4-16,5 10 3 16,7 7 1-16,5 7 0 15,4 6-5-15,2 3 3 16,0-5 2-16,4-7 0 16,15-13-5-16,6-7 3 0,4-1 2 15,2-6-4-15,1-3 2 16,3-8-4-16,2-12 1 15,2-5 5-15,5-1-4 16,-7 26-4-16,3 10-1 16,2-3 15-16,1-10 1 15,14-40-16-15,5-22 3 16,6-12-5-16,-2-15-3 16,3-15 3-16,-2-10 0 15,0-4-4-15,5-20 2 16,-1-6-1-16,2-6 3 15,5-1 0-15,3-3-1 16,1-2 0-16,2-4-4 0,4-8-4 16,-7-4-3-16,2-4 5 15,-2-10-4-15,-10-8 3 16,-7-3 3-16,-8 1-3 16,-14-3-1-16,-5-1 9 15,-9 2 0-15,-6-8 1 16,-4 8-1-16,-7 3 1 15,-9 8-2-15,-2-4 1 16,0 1-1-16,0 2-4 16,-11 3-4-16,0 9 2 15,4 6 3-15,3 12-1 16,4 0 3-16,0 6-1 0,2 2 1 16,23-3 2-1,6 4-2-15,7 3 1 0,9 2 1 16,3 2-1-16,4 3-1 15,2 6 1-15,-4 2-1 16,-4 3 2-16,-1 2-2 16,-7 2 2-16,-6 1 0 15,-5 7 1-15,-7-3-1 16,-2-1 0-16,-2-2 0 16,-4-2 2-16,5-6-2 15,1-8 4-15,2-7-3 0,5-11 1 16,-2-3 1-1,2-13-3-15,-5-11 1 0,-5-17 1 16,-3-18-1-16,-7-12 0 16,-7-9-1-16,0 1 0 15,-14 5 3-15,-22 11-2 16,-8 8 0-16,-10 10 1 16,-1 6-1-16,-8 8 1 15,-1 3-1-15,-7 4 2 16,-10 2-1-16,-10 1-2 15,-7 1-1-15,-18 8-8 16,-20 12-25-16,-20 15-42 0,-20 22 1 16,-11 8 0-16,-2 18-30 15,6 25-34-15,9 8-89 16,7 10-490-16</inkml:trace>
  <inkml:trace contextRef="#ctx0" brushRef="#br1" timeOffset="118602.74">968 7100 800 0,'0'0'216'0,"-166"75"-214"16,113-47 5-16,22-13 19 0,20-6 6 16,11-9 22-16,0 0 26 15,33-6-54-15,50-37-2 16,50-31 3-16,56-36 1 16,37-24-8-16,32-17 5 15,25-3 37-15,16 8-26 16,4 11-16-16,-12 14 9 15,-27 11-11-15,-37 14 1 16,-38 12 7-16,-40 10-2 16,-41 19 2-16,-39 18-4 15,-38 19-16-15,-23 12 1 16,-8 6 1-16,0 0-8 0,-35 2-7 16,-17 30-33-16,-8 12-70 15,-3 16-106-15,9-2-91 16</inkml:trace>
</inkml:ink>
</file>

<file path=ppt/ink/ink1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5.68611" units="1/deg"/>
          <inkml:channelProperty channel="T" name="resolution" value="1" units="1/dev"/>
        </inkml:channelProperties>
      </inkml:inkSource>
      <inkml:timestamp xml:id="ts0" timeString="2023-09-16T13:58:24.871"/>
    </inkml:context>
    <inkml:brush xml:id="br0">
      <inkml:brushProperty name="width" value="0.05292" units="cm"/>
      <inkml:brushProperty name="height" value="0.05292" units="cm"/>
      <inkml:brushProperty name="color" value="#FF0000"/>
    </inkml:brush>
  </inkml:definitions>
  <inkml:trace contextRef="#ctx0" brushRef="#br0">5974 5745 864 0,'0'0'24'0,"0"0"0"0,0 0 139 16,0 0-78-16,0 0-34 15,0 0 6-15,0 0-5 16,-94 0-32-16,94 6-11 15,40 22-2-15,30 14 3 16,34 6-2-16,37-1-2 16,28-6-1-16,27-5 4 15,27-7 7-15,29-4 11 16,12-6 4-16,13-6-2 16,4-2-13-1,-18-4 6-15,-18 0-3 0,-38-2 7 16,-40-4-9-16,-42 0-8 0,-45-1-9 15,-34 0 0-15,-27 0-8 32,-19 0-67-32,0 5-22 15,-38 5-98-15,-20 0-232 16</inkml:trace>
  <inkml:trace contextRef="#ctx0" brushRef="#br0" timeOffset="886.9">7894 7908 1299 0,'0'0'12'15,"0"0"69"-15,0 0 21 16,0 0-70-16,0 0-15 16,0 0-9-16,-31 71 8 15,31-12-10-15,0 4-6 16,10-5-3-16,14-6 1 16,2-6-2-16,3-14-6 15,-4-9-23-15,-4-11-9 0,-4-8-5 16,-8-4 37-1,2 0-8-15,-2-18 18 0,0-20 9 16,0-8-1-16,-3 5 2 16,-4 9 19-1,-2 8 4-15,0 10 9 0,3 10-26 16,-3 2-4-16,0 2-2 16,0 0-10-16,0 2-10 15,9 26 0-15,8 14 10 16,8 10 3-16,6 4-3 15,1-3-1-15,1-7 0 16,4-8-8-16,1-8-6 16,5-10 0-16,-3-14-7 0,0-6 20 15,-4 0 2 1,-5-22 8-16,-2-16-2 0,-7-12 8 16,-8-9 12-16,-11-3-16 15,-3-4 11-15,0 5 2 16,-17 0-5-16,-12 1 1 15,-4 10 13-15,-1 11-23 16,1 11-9-16,6 12-1 16,10 9-7-16,5 7-46 15,6 1-134-15,-3 32-143 0,-1 8-258 16</inkml:trace>
  <inkml:trace contextRef="#ctx0" brushRef="#br0" timeOffset="1562.47">8970 8363 871 0,'0'0'290'16,"0"0"-276"-16,-44-121 168 16,19 84-101-16,-1 8-17 0,4 10 11 15,0 7-38 1,-1 12-29-16,-2 0-8 0,2 23-2 15,-4 16-8-15,8 10 1 16,9 1-4-16,7 0-10 16,3-10-19-1,0-4-6-15,18-12-3 0,2-12-4 16,3-6 21-16,-2-6-19 16,4-4 53-16,0-24 3 15,-3-4 1-15,-6-2 7 16,-1 8-2-16,-8 5 26 15,-7 14 27-15,0 4 7 0,0 3-28 16,0 0-25-16,0 3-16 16,2 22-23-16,11 11 23 15,10 5 0-15,6-2 0 16,4-5-9-16,0-13-24 16,-2-7-1-16,-4-12 7 15,-2-2 12-15,-2-4 15 16,-2-29 4-16,2-15-1 15,-3-13 2-15,-7-8-3 16,-3-5 4-16,-6 1-3 16,-4 0 8-16,0 5 6 15,0 12 8-15,0 12 19 16,-5 12-4-16,-4 14-8 0,3 7 22 16,3 8-14-1,1 3-15-15,2 0-11 0,0 3-14 16,0 37-4-16,0 17 4 15,0 17 10-15,0 4 4 16,5-4-1-16,1-1-6 16,0-7 4-16,-2-4-6 15,4-7-3-15,1-10-2 16,4-9-2-16,3-6 2 16,-1-8-38-16,5-10-58 15,3-12-90-15,8 0-69 16,5-28-129-16</inkml:trace>
  <inkml:trace contextRef="#ctx0" brushRef="#br0" timeOffset="1751.38">9287 8143 1025 0,'0'0'1'15,"0"0"73"-15,0 0 43 16,0 0-55-16,0 0 9 15,0 0-43-15,18-11-17 16,44 8-11-16,23-7 0 0,8-4-185 16,-5 0-206-1</inkml:trace>
  <inkml:trace contextRef="#ctx0" brushRef="#br0" timeOffset="2426.65">9662 8490 1050 0,'0'0'14'0,"0"0"-14"0,0 0 29 15,0 0 34-15,0 0 32 16,0 0-54-16,131-116-8 16,-113 80 1-1,-14-1-17-15,-4 2 6 0,0 4 32 16,-22 5-34-16,-7 8-7 15,0 8 2-15,0 10-2 16,2 0-12-16,3 0 3 16,-1 24-4-16,9 13-1 15,3 9-3-15,11 6 2 16,2 2 1-16,0-2-3 16,20-8 1-16,14-8-3 15,4-11 2-15,4-8-3 0,7-11-12 16,2-6-2-16,-2 0-10 15,-5-18-13-15,-3-14 11 16,-10-8 5-16,-6-14 19 16,-8-4 4-1,-8-1 3-15,0 8-1 0,0 8 2 16,2 13 2-16,7 6 0 16,7 8 0-16,3 6-2 15,12 7 0-15,2 3-4 16,4 5 0-16,-4 22-1 15,-3 6 5-15,-10 4 5 16,-8 0 8-16,-13 1-5 0,-8-1 6 16,0-5 2-16,0-8 8 15,-17-4 5-15,-1-8 3 16,-3-6 3-16,6-6-10 16,0 0 3-16,1 0-9 15,6-22 2-15,6-10 6 31,2-15-12-31,0 0-8 0,26-6-7 0,10 5-7 16,2 10 6-16,1 6-6 16,0 12-1-16,-6 3 3 15,-1 5 4-15,-1 7-4 0,-4 3-10 16,-8 2-75 0,-7 0-67-16,-12 7-83 15,0 10-234-15</inkml:trace>
  <inkml:trace contextRef="#ctx0" brushRef="#br0" timeOffset="3009.43">11787 8225 1210 0,'0'0'2'16,"0"0"39"-16,-14-103 185 16,10 88-95-16,0 9-42 15,4 4-40-15,0 2-25 16,0 10-20-16,0 30-3 15,0 14 5-15,0 11-3 16,0-1-3-16,4-8-5 16,0-4-2-16,-4-8-64 15,0-10-76-15,0-9-150 16,0-21-152-16</inkml:trace>
  <inkml:trace contextRef="#ctx0" brushRef="#br0" timeOffset="3262.03">11522 7908 1134 0,'0'0'2'0,"0"0"-2"15,0 0 30-15,0 0-28 16,0 0 4-16,0 0 16 16,-18-20-11-16,42 20 3 0,5 0-3 15,-2 0-3-15,-9 0-1 16,-7-3 7-16,-9-10 40 15,-2-1 21-15,0-1-59 16,0 0-2-16,-6 9-14 16,-7 6-58-16,-3 0-65 15,1 16-108-15,-2 9-364 16</inkml:trace>
  <inkml:trace contextRef="#ctx0" brushRef="#br0" timeOffset="3656.58">12342 8113 1190 0,'0'0'12'16,"0"0"10"-16,-27-106 70 16,2 75-52-16,-6 8 19 15,2 6-35-15,-2 12-6 16,0 5-17-16,3 1-1 15,2 24-4-15,4 6-1 0,6 6 1 16,10-1 4-16,6-2-7 16,2-3 0-16,29 2-5 15,14-3-9-15,6 3 6 16,3-4 1-16,-3 3-3 16,-9 3 5-16,-8-2 11 15,-12 2 1-15,-11-1 1 16,-11-5-1-16,0-6 1 15,-23-2 17-15,-19-7 35 16,-18-3-13-16,-4-7-7 16,-5-4-11-16,4 0 6 15,12-16-13-15,11-18-4 16,15-10-11-16,14-15-24 0,13-3-126 16,24 8-140-16,23 12-371 15</inkml:trace>
  <inkml:trace contextRef="#ctx0" brushRef="#br0" timeOffset="4805.81">13510 8075 371 0,'0'0'941'15,"0"0"-922"-15,-83-107 48 0,58 86-27 16,-2 5 4-16,6 7 8 16,2 8-27-16,2 1-7 15,-1 6-18-15,-7 21 0 16,-2 13 0-16,4 4 0 16,-2-1 0-16,9 1 0 15,9-4-2-15,7 0-2 16,0 0 1-16,25-2-5 0,11-3-4 15,10-6-31-15,3-2 2 16,6-7 3-16,2-2-14 16,3-4 3-16,0-6 18 15,1-8 11-15,1 0 3 16,-2 0 5-16,-3-21 7 16,-3-9 5-1,-11-6 6-15,-15-5 27 0,-16-2 3 0,-12 4 17 16,0 0 13-1,-25 11 9-15,-10 6-47 0,-5 11-12 16,-3 6-8-16,-1 5-4 31,6 0-4-31,1 24-2 0,11 9-2 0,8 13-3 16,8 1 3-16,6 0-3 16,4-6-43-16,4-8-34 15,19-11-2-15,2-6 26 16,2-14 13-16,0-2 22 15,-5 0 17 1,-2-17 8-16,-2-4 5 0,-7-2 2 16,-3 10 15-16,-4 4-4 0,-4 8 30 15,0 1-30-15,3 0-18 32,6 20-7-32,10 15 7 0,4 6 0 0,11-3 0 15,7-11-2-15,5-6-17 31,3-15-8-31,-2-6-8 16,2 0 12-16,-7-24 13 16,-7-16 10-16,-6-10 6 15,-8-13 7-15,-5-9 14 16,-7-4 21-16,-7-7-21 16,-2-2 2-16,0 2 6 15,-5 10-11-15,-11 12-1 0,3 21 18 16,1 16-8-16,6 14 2 15,4 9 1-15,2 1-19 16,0 0-17-16,0 33-13 16,0 21 13-16,0 20 11 15,0 7 3-15,-2 3-4 16,-2 0 8-16,-3 4-1 16,1-2-11-16,-2-7 1 15,6-11-6-15,2-18 3 16,0-14-4-16,6-15-5 15,17-12-6-15,8-9-8 0,10-5-20 16,5-37-2-16,6-25-15 16,-4-19 12-16,-7-10-1 15,-3-1 8-15,-8 9 18 16,-10 11 10-16,-4 15 9 16,-11 11 10-16,-5 12 18 15,0 16 10-15,0 10 4 16,0 10 10-16,0 3-4 15,-5 0-28-15,-11 35-20 16,-5 21 3-16,-4 17 31 0,2 1-2 16,6-6-9-16,1 1-6 15,3-6-11-15,7-2-4 16,6-8-1-16,0-12-1 16,10-9-9-16,20-7-49 15,18-10-121-15,14-5-67 16,15-10 116-16,8-4-748 15</inkml:trace>
  <inkml:trace contextRef="#ctx0" brushRef="#br0" timeOffset="5548.32">15069 8394 972 0,'0'0'114'0,"0"0"-111"16,0 0 15-16,0 0-7 15,0 0 23-15,0 0 25 16,74-8 27-16,-24 5-35 15,0-12-25-15,-5-6-16 16,-12 2-5-16,-13-6-2 16,-11 0 3-16,-9-2 4 15,0 0 6-15,-7 2 2 16,-20 5 10-16,-9 9-13 0,-1 6-1 16,-7 5-4-16,1 0 4 15,3 12-11-15,6 18 2 16,10 8-5-16,15 8 0 15,9 7-2-15,0-1-3 16,29-2 4-16,11-8-4 16,2-10-11-16,7-12-24 15,1-8 13-15,5-6 0 16,5-6 9-16,4 0 15 0,6 0 1 16,-1-22 2-16,-7-8-3 15,-8-8-4-15,-12-6-1 16,-17-2-3-16,-19 3 11 15,-6 7 5-15,-18 8 11 16,-24 8 13-16,-12 10-15 16,-1 9 4-16,8 1 2 15,12 1-11-15,16 22-9 16,17 8-1-16,2 4-3 16,14-1 1-16,22-6 2 15,4-11-10-15,-1-6-18 16,0-11 0-16,-8 0 4 15,-7-18 18-15,-4-22 7 0,-4-14 2 16,-7-14 0-16,-5-13 1 16,-4-9 2-16,0-12-5 15,0-5 3-15,-6 9 1 16,-8 18 6-16,1 26 39 16,4 25 16-16,2 20-8 15,7 9-3-15,-2 0-28 16,0 34-25-16,-3 26-1 15,3 22 47-15,-2 10-6 16,2 2-3-16,2 1-13 0,0 1-10 16,0-4-8-16,0-6-7 15,0-4 2-15,4-11-2 16,-4-11 0-16,0-5-27 16,0-14-172-16,0-12-279 15</inkml:trace>
  <inkml:trace contextRef="#ctx0" brushRef="#br0" timeOffset="6116.16">17674 8543 1153 0,'-34'-109'25'16,"10"18"-25"-16,3 26 179 16,4 20-33-16,6 21-47 15,4 10-9-15,4 14-18 16,1 10-52-16,-4 60-15 16,-3 37 9-16,-5 27 41 15,1 7-20-15,2-7-22 16,-2-10-9-16,0-7-2 15,-1-11-2-15,-1-16-1 16,1-14-7-16,5-13-58 16,9-17-121-16,0-22-271 0,0-24-699 15</inkml:trace>
  <inkml:trace contextRef="#ctx0" brushRef="#br0" timeOffset="6351.68">17473 8470 1296 0,'0'0'0'0,"0"0"0"0,43-132 118 16,15 106-103-16,10 14 7 15,1 12 33-15,-4 7 0 16,-9 36-29-16,-17 17-3 16,-20 6-20-16,-19 8-2 15,-13-2 2-15,-43-6-3 16,-13-10-2-16,-7-9-27 15,3-12-39-15,12-4-76 16,12-14-119-16,13-16-319 16</inkml:trace>
  <inkml:trace contextRef="#ctx0" brushRef="#br0" timeOffset="6760.76">18228 8430 1235 0,'0'0'1'16,"0"0"66"-16,0 0 51 15,0 0-86-15,0 0 19 16,-122-58-21-16,101 93-19 16,2 18-3-16,1 9-8 15,5 7 0-15,5-6 0 16,4 0-1-16,4-9 0 15,0-4 0-15,15-12-3 0,17-8 4 16,8-10-10-16,5-11-5 16,4-9 5-16,0 0 0 15,-3-23 7-15,-3-13 3 16,-9-8 3-16,-8-8 1 16,-8-11 5-16,-12-5 3 15,-6-2 16-15,-2 5 14 16,-24 10 8-16,-12 17-5 15,-2 14-13-15,-5 16-13 16,3 8-17-16,6 0-2 16,7 18-8-16,14 18-12 0,15 6-71 15,0 6-93 1,31-6-140-16,11-9-162 0</inkml:trace>
  <inkml:trace contextRef="#ctx0" brushRef="#br0" timeOffset="7076.86">18870 7885 350 0,'0'0'835'0,"0"0"-813"16,0 0 162-16,0 0-83 0,0 0-25 15,0 0-26-15,-22-91-36 16,11 131-1-16,-3 25 3 15,1 18 40-15,-3 16-14 16,4 3-15-16,5 3-1 16,-3-5-9-16,6-10-2 15,-1-10-5-15,3-16-8 16,2-5-2-16,0-11-1 16,0-3-6-16,0-6-36 15,4-7-76-15,13-9-82 16,2-16-96-16,3-7-58 0,3-28-291 15</inkml:trace>
  <inkml:trace contextRef="#ctx0" brushRef="#br0" timeOffset="7298.17">18748 8394 1121 0,'0'0'2'16,"0"0"8"-16,0 0 145 15,0 0-112-15,0 0-28 0,176-28 54 16,-49 28-7-16,17-4 1 15,1-7-16-15,-8-2-1 16,-18-3-6-16,-22 1-23 16,-29 4-6-16,-23 3-11 15,-27 2-2-15,-18-1-18 16,-23 7-142-16,-41 0-159 16,-21 0-469-16</inkml:trace>
  <inkml:trace contextRef="#ctx0" brushRef="#br0" timeOffset="8322.12">1072 8578 734 0,'-191'54'369'0,"8"-4"-361"16,15-6 110-16,33-9 37 15,44-14-83-15,39-12 12 16,35-7-31-16,17-2-19 0,66-18-25 15,55-31-4 1,69-31-5-16,65-23-2 16,52-18-6-16,48-8-1 0,24-1-3 15,9 5 3-15,-10 4 3 16,-35 10-2-16,-38 12 3 16,-53 14-1-16,-60 13-107 15,-58 17-46-15,-57 13-6 16,-48 17 7-16,-29 14-97 15,-33 11-257-15</inkml:trace>
</inkml:ink>
</file>

<file path=ppt/ink/ink1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5.68611" units="1/deg"/>
          <inkml:channelProperty channel="T" name="resolution" value="1" units="1/dev"/>
        </inkml:channelProperties>
      </inkml:inkSource>
      <inkml:timestamp xml:id="ts0" timeString="2023-09-16T14:03:06.523"/>
    </inkml:context>
    <inkml:brush xml:id="br0">
      <inkml:brushProperty name="width" value="0.05292" units="cm"/>
      <inkml:brushProperty name="height" value="0.05292" units="cm"/>
      <inkml:brushProperty name="color" value="#FF0000"/>
    </inkml:brush>
  </inkml:definitions>
  <inkml:trace contextRef="#ctx0" brushRef="#br0">9149 6292 1009 0,'0'0'15'16,"0"0"-15"-16,0 0 104 15,0 0-51-15,0 0-32 16,0 0 14-16,-7 122 84 0,7-47-56 15,-4-3-42-15,0-4-8 16,2 0-8-16,2-2-5 16,0-7-2-16,0-12 0 15,19-10-49-15,3-17-156 16,-5-12-136 0,-9-8-261-16</inkml:trace>
  <inkml:trace contextRef="#ctx0" brushRef="#br0" timeOffset="189.7">9196 6394 1105 0,'0'0'1'0,"0"0"-1"15,0 0 52-15,0 0 14 16,0 0 51-16,0 0-13 16,131 111-63-16,-95-65-17 15,1 4-18-15,2 2-6 16,1 0-1-16,4-4-8 15,-1-5-80-15,1-16-158 16,-4-12-176-16</inkml:trace>
  <inkml:trace contextRef="#ctx0" brushRef="#br0" timeOffset="380.22">9969 6439 122 0,'0'0'985'0,"0"0"-975"16,0 0 116-1,0 0-17-15,0 0-77 0,0 0-19 16,-158 58 4-16,106-4-17 16,13 4 0-16,7 11-16 15,14-2-96-15,7-5-120 16,5-15-171-16</inkml:trace>
  <inkml:trace contextRef="#ctx0" brushRef="#br0" timeOffset="552.04">9996 6431 1019 0,'0'0'10'16,"0"0"21"-16,0 0 150 15,0 0-63-15,0 0-31 16,0 0-40 0,62-27-33-16,-62 94 5 0,-9 17-9 0,0 10-9 15,3 9-1-15,6 4-3 16,0-10-36-16,2-13-247 15,18-21-99-15</inkml:trace>
  <inkml:trace contextRef="#ctx0" brushRef="#br0" timeOffset="1008.87">10486 6573 1234 0,'0'0'26'0,"0"0"-18"15,0 0 194-15,0 0-129 0,0 0-49 16,0 0-5-16,-14 19-8 16,14 48 6-16,0 13-7 15,0 3-6-15,0-5-4 16,0-6 0-16,0-10-2 16,0-12 1-16,-11-16-4 15,0-11-9-15,2-17-20 16,-4-6-2-1,-3-19 21-15,3-31-10 0,-1-24 0 16,12-19 10-16,2-7 5 16,12 5-7-16,21 13 10 0,6 17 7 15,11 21-1-15,1 16-1 16,9 12 2-16,0 14 0 16,3 2 7-16,-3 18 4 15,-13 27 14-15,-9 18-4 16,-21 13-3-16,-12 6-11 15,-5 2-4-15,0-9-1 16,-20-11-2-16,4-8-1 16,-3-7-3-16,0-9-13 15,0-8-105-15,-4-9-113 16,-6-9-130 0,-6-14-248-16</inkml:trace>
  <inkml:trace contextRef="#ctx0" brushRef="#br0" timeOffset="1150.22">10424 6930 883 0,'0'0'30'0,"0"0"-3"16,0 0 28-1,0 0-18-15,148-108-24 0,-68 79 0 16,14 2-10-16,2 6-3 0,-4 7-5 16,-12 6-216-1,-9 4-496-15</inkml:trace>
  <inkml:trace contextRef="#ctx0" brushRef="#br0" timeOffset="1354.46">11419 6528 1147 0,'0'0'2'0,"0"0"129"16,0 0-2-16,0 0-83 15,0 0-11-15,0 0 15 16,-55 117-11-1,55-39-13-15,0 2-20 16,0 5-6-16,0-3 0 16,0-8-4-16,0-8-25 15,0-9-159-15,0-17-59 16,0-18-142-16</inkml:trace>
  <inkml:trace contextRef="#ctx0" brushRef="#br0" timeOffset="1716.43">11395 6517 869 0,'0'0'0'0,"0"0"0"15,180-76 21-15,-113 70 2 16,-13 6 30 0,-10 15-1-16,-19 27-5 0,-21 17-18 15,-4 13-18-15,-27 7-4 16,-21-2-4-16,-6-9-3 15,-5-15 0-15,6-17 3 16,7-11-2-16,8-12-1 16,9-7 3-16,9-6 7 15,7 0-4-15,5 0 11 16,8 0 16-16,0-4 7 16,0 0-31-16,14 2-4 15,11 2-2-15,8 0 5 0,5 20 0 16,4 6 5-16,3 5-7 15,-1-1 2-15,-1 2-3 16,6 1-5 0,2 3-2-16,5 1-2 0,4-3-62 15,-2-6-205-15,-3-13-219 16</inkml:trace>
  <inkml:trace contextRef="#ctx0" brushRef="#br0" timeOffset="1967.72">12217 6617 1149 0,'0'0'9'16,"0"0"8"-16,0 0 134 15,0 0-64-15,0 0-27 16,0 0-35-16,-14-4-7 16,20 75 68-16,4 8-31 15,1 5-34-15,-7-3-9 16,2-5-8-16,-6-3-4 15,2-6 0-15,2-4-8 16,3-12-18-16,3-8-116 0,7-15-120 16,0-19-98-1,1-9-435-15</inkml:trace>
  <inkml:trace contextRef="#ctx0" brushRef="#br0" timeOffset="2267.09">12701 6719 1099 0,'0'0'7'0,"0"0"8"16,0 0 36-16,-116 10-31 15,62 21 5-15,5 2-9 16,7 2-11-16,4-2-3 0,3 2-2 16,1-5-1-1,7-2 1-15,3-4-2 0,5-2-2 16,9 0 0-16,10 0-1 15,0 8 5-15,10 5 4 16,22 6 4 0,11 1 1-16,3 2 2 0,5-3 3 15,5-5 2-15,0-4 3 16,-1-3-7-16,1-6-12 16,-4 2-4-16,6 0-27 15,0-3-171-15,0-3-308 0</inkml:trace>
  <inkml:trace contextRef="#ctx0" brushRef="#br0" timeOffset="2518.98">13246 6898 1096 0,'0'0'7'15,"0"0"1"-15,0 0 150 16,0 0-66-16,0 0-54 15,0 0-19-15,-31 18 7 0,31 50 55 16,0 7-32 0,0-2-21-16,0 2-14 0,0-7-12 15,0-5 2-15,0-6-4 16,0-11-6 0,0-9-5-16,0-9-58 0,0-9-157 15,0-6-5-15,0-13-184 16</inkml:trace>
  <inkml:trace contextRef="#ctx0" brushRef="#br0" timeOffset="2739.22">13246 6869 982 0,'0'0'2'0,"0"0"7"15,0 0 94-15,0 0-60 16,123-67 40-16,-80 61-16 15,1 2-22-15,0 4-24 16,-5 0-20 0,-10 0-1-16,-8 15-7 0,-7 12-38 15,-12 5-140-15,-2 5-238 16</inkml:trace>
  <inkml:trace contextRef="#ctx0" brushRef="#br0" timeOffset="2944.61">13121 7295 150 0,'0'0'778'16,"0"0"-773"-16,0 0 40 15,0 0 14-15,0 0-5 16,0 0 15-16,117 14-1 16,-51-14-50-16,3-4-5 15,1-6-12-15,-10 1 0 0,-12 6-1 16,-14 1-18-16,-12 2-142 15,-17 0-170 1</inkml:trace>
  <inkml:trace contextRef="#ctx0" brushRef="#br0" timeOffset="3118.44">13142 7619 949 0,'0'0'11'0,"0"0"4"15,0 0 55-15,0 0-3 0,0 0-14 16,120 41-6-16,-44-41-7 16,13-11-37-1,9-6-3-15,6 4-4 0,1 1-138 16,-3 2-174-16</inkml:trace>
  <inkml:trace contextRef="#ctx0" brushRef="#br0" timeOffset="3369.77">14704 6932 1113 0,'0'0'0'0,"0"0"21"32,0 0 174-32,0 0-132 0,0 0-38 0,0 0 19 15,-29 117 59-15,29-39-46 16,0 4-5-1,0-3-10 1,0 2-29-16,0-14-11 16,0-6 1-16,0-11-3 15,-5-9 0-15,0-7-10 16,1-7-34-16,0-8-129 16,-3-7-121-16,1-12-116 15</inkml:trace>
  <inkml:trace contextRef="#ctx0" brushRef="#br0" timeOffset="3605.42">14443 7000 1056 0,'0'0'2'16,"0"0"7"-16,0 0 84 15,183-8-50-15,-86 8 10 16,22 0 13-16,5 0-17 0,1-4-21 15,-11-2-22-15,-23 0-1 16,-22 2-3-16,-19-1-1 16,-21 4-1-16,-19 1-11 15,-10 0-117-15,-24 0-420 16</inkml:trace>
  <inkml:trace contextRef="#ctx0" brushRef="#br0" timeOffset="9010.92">8941 9212 1113 0,'0'0'3'0,"0"0"7"16,0 0 59-16,-124-36-16 15,86 36 9-15,-4 25-13 0,2 20-8 16,-3 15-9 0,1 15-16-16,7 9-4 0,6 0 1 15,6-2-5-15,15-4-4 16,8-2 0-16,0-4 4 15,19 1-6-15,26-10 0 16,8-12 2-16,7-13-3 16,6-12 0-16,-4-14 1 15,-2-10 2 1,-5-2-4-16,-3-8 3 0,-8-16 1 16,-6-6-4-16,-9-8 0 15,-11-8 1-15,-10-8 5 16,-8-3-6-16,-4 4-1 0,-29 6-10 15,-7 13 6 1,-4 12 2-16,-4 12-8 0,6 6 9 16,4 4 0-16,6 0 0 15,11 0 1-15,9 0 0 16,8 2 0-16,4 0-7 16,0 4-4-16,27 1 8 15,9 2 3-15,8-1 0 16,1 5 2-16,0 1 0 15,-3 1 2 1,2 1-2-16,-3 0 2 0,-6-1 1 16,-6-1 1-16,-2 0-4 0,-1-1 1 15,-4 6 2-15,3 2 2 16,-5 8-4-16,-2 11 6 16,-4 10 4-16,-4 10 1 15,-5 0 5 1,-3-4 7-1,-2-3-2-15,0-7-10 16,0-8 0-16,0-10-4 16,0-6-3-16,0-6-6 15,0-4 2-15,2-3-2 16,6-3-2-16,2-5-28 0,8-1-134 16,8-10-192-16,6-24-492 15</inkml:trace>
  <inkml:trace contextRef="#ctx0" brushRef="#br0" timeOffset="9529.27">9782 9647 1041 0,'0'0'7'0,"0"0"62"0,0 0 69 16,0 0-92-16,0 0 3 15,0 0-22-15,-12 4-21 16,30 42 7-16,5 13 2 16,1 10 1-16,-4 6 1 15,-2 1 12-15,2-6-2 16,0-12-14-16,3-8 5 16,1-10 17-16,0-12-11 15,-1-6-3-15,-1-9-1 16,-2-9-6-16,0-4 2 15,0 0 7-15,7-27-1 16,2-14-10-16,-1-20-4 16,1-11-2-16,0-10-2 0,0 0-1 15,-2 7 0-15,-4 16-3 16,-8 16 3-16,-6 13 0 16,-4 12 3-16,-3 6 3 15,-2 6-3-15,2 2-1 16,-2 4-3-16,0 0-1 15,0 0-1-15,0 0 0 16,0 0 0-16,0 0-3 16,0 0-4-16,0 0-10 15,0 0-43-15,-6 0-69 0,-19 8-32 16,-8 10 4 0,-1 2-85-16,3-3-257 15</inkml:trace>
  <inkml:trace contextRef="#ctx0" brushRef="#br0" timeOffset="10711.25">10675 9771 736 0,'0'0'33'0,"0"0"92"16,0 0-11-16,0 0-13 16,0 0-14-1,0 0-13-15,42-96-1 0,-42 95 0 16,0 1-18-16,0 0-20 15,0 0-5-15,0 5-9 16,3 35-14-16,-3 20 34 16,4 17-6-16,-4 1-10 0,2-5 23 15,0 0-31 1,-2-10-3-16,3-6-4 0,-1-8-7 16,1-11-3-16,-1-6 0 15,0-6 0-15,-2-6-1 16,2-3-4-16,0-2-15 15,0-7-92-15,3-1-102 16,-1-7-39-16,0-15-99 16,2-21-431-16</inkml:trace>
  <inkml:trace contextRef="#ctx0" brushRef="#br0" timeOffset="10996.74">10769 9763 860 0,'0'0'3'15,"0"0"4"1,0 0 19-16,0 0-9 0,106-110-13 16,-54 100-4-16,-3 8 5 15,-2 2 16-15,-5 14 19 16,-1 16 12-16,-12 9 39 16,-6 2-46-16,-11 1-3 15,-8-2 0-15,-4-1-8 16,-4-1 21-16,-29-5-3 0,-15 3-24 15,-5-7-10-15,-10-1-16 16,1-4-2-16,7-4-12 16,6-6-131-16,13-8-60 15,20-6-145-15</inkml:trace>
  <inkml:trace contextRef="#ctx0" brushRef="#br0" timeOffset="11996.42">12322 9949 694 0,'0'0'357'0,"0"0"-350"16,0 0 73-16,0 0 41 15,0 0-41-15,0 0-5 16,-11-95-39-16,11 113-33 16,0 34-2-16,0 23 34 15,-5 6 31-15,1-1-32 16,-1-9-4-16,1-18-12 15,-1-6-11-15,1-13-4 16,2-2-1-16,0-8-2 16,2-4-2-16,0-4-8 15,0-4-88-15,0-10-145 16,0-2-105-16,-12-26-137 0</inkml:trace>
  <inkml:trace contextRef="#ctx0" brushRef="#br0" timeOffset="12196.49">12140 9857 900 0,'0'0'12'16,"0"0"24"-16,0 0 30 15,0 0-16-15,69-104-11 16,-44 94 2-16,4 6-4 16,-2 4-24-16,0 0-13 0,-2 10 0 15,0 19-4-15,-4 6-6 16,-3 11-82-16,-9 8-162 15,-9 7-153-15</inkml:trace>
  <inkml:trace contextRef="#ctx0" brushRef="#br0" timeOffset="12365.37">12037 10550 866 0,'0'0'35'0,"0"0"36"15,0 0 30-15,0 0-14 16,0 0-19-16,0 0-27 0,-13 21-10 15,70-21 5 1,21 0-18-16,11-8-15 0,11-9-3 16,5-4-7-16,4-1-9 15,-4-6-138-15,-16-8-278 16</inkml:trace>
  <inkml:trace contextRef="#ctx0" brushRef="#br0" timeOffset="12979.37">13034 9980 1057 0,'0'0'7'0,"0"0"71"16,0 0 1-1,0 0-59-15,0 0 0 0,156-29-4 16,-86 24-1-16,-5-1 3 15,-13 2 22-15,-9 0-14 16,-18 0-13-16,-10 2-5 16,-6-2 0-16,-6 1 0 15,-3 2 10-15,0 1 23 16,0 0-6-16,0 0-11 0,0 0-7 16,0 0-7-16,0 0-8 15,-10 12-2-15,-14 20 0 16,-10 12 2-16,-8 7-1 15,0 4-1-15,-3 1 1 16,1 1 0-16,-1-1-1 16,7-6 1-16,7-5 0 15,6-6 0 1,10-11-1-16,6-6-1 0,7-8 1 16,2-4-2-16,0-2 2 0,3-2 2 15,23 3 2 1,9-6-3-16,10 1-1 0,5-2 2 31,2 1-1-31,4-3-1 16,-2 0 0-16,4 0 1 0,2 0 1 0,-2 0-1 15,-3 0-1-15,-10 0 2 16,-11 0 2-16,-14 0-4 16,-11 0 0-16,-5 0 1 15,-4 0 2-15,0 0 2 31,0 0 0-31,0 0-2 0,0 0-3 16,0 0-3-16,0 0-5 16,-9 0-27-16,-2 9-94 15,-2 0-108-15,-4-4-198 16</inkml:trace>
  <inkml:trace contextRef="#ctx0" brushRef="#br0" timeOffset="13906.64">14125 9959 936 0,'0'0'10'0,"0"0"89"0,0 0 34 16,0 0-41-1,0 0-3-15,0 0-33 0,0 0-27 16,-10-13-20-16,10 63-2 15,0 14 81-15,-2 4-51 16,2-3-16-16,0-4 3 16,0 2-9-16,0-9-5 15,0-1-10-15,0-9 0 16,2-3 0-16,1-4 0 16,-3-1-9-16,0-6-113 15,0-9-207-15,0-18-156 16</inkml:trace>
  <inkml:trace contextRef="#ctx0" brushRef="#br0" timeOffset="14143.47">14144 10156 1021 0,'0'0'6'0,"0"0"12"16,0 0 55-16,0 0-35 15,0 0 8-15,114 34 30 16,-67 7-13-16,8 4-1 15,7 5-38-15,1-2-14 16,-3-3-2-16,-6-5-8 0,-11-8-4 16,-8-5 0-1,-8-10 1-15,-3-5-10 0,-4-6-30 16,1-3-63-16,-4-3-39 16,-1 0-45-16,1-13-196 15</inkml:trace>
  <inkml:trace contextRef="#ctx0" brushRef="#br0" timeOffset="14363.21">14900 9962 758 0,'0'0'48'0,"0"0"141"16,0 0-87-16,0 0-38 16,0 0 14-16,0 0-12 15,-24-12-41-15,19 61-3 16,-4 16 13-16,2 9-9 15,4-1-12-15,3-3-7 16,0-4-5-16,0-4-2 16,0-8 0-16,-4-4-3 15,-9-6-6-15,-12-1-136 16,-8-14-182-16</inkml:trace>
  <inkml:trace contextRef="#ctx0" brushRef="#br0" timeOffset="16441.5">16439 5935 746 0,'0'0'8'0,"0"0"-8"16,0 0 38-16,0-114 4 16,0 106 8-16,0 6 37 15,0 2-60-15,0 25-18 16,0 42-1-16,-8 37 8 16,-2 39 22-16,-1 37-9 15,-2 43 5-15,-3 37 3 16,-4 31 20-16,0 20-10 15,0 17 41-15,0 17-9 0,-2 17 0 16,0 7-48-16,-4-4 24 16,0-6-22-16,2-28-10 15,4-27-12-15,9-35 10 16,4-50 1-16,7-35-14 16,0-35-6-16,0-33-2 15,0-28-1-15,11-29-3 16,0-24-5-1,0-23-58-15,5-12-91 0,9-44-73 16,8-40-140-16</inkml:trace>
  <inkml:trace contextRef="#ctx0" brushRef="#br0" timeOffset="16881.5">17540 6743 1085 0,'0'0'10'16,"-4"-102"13"-16,4 72 75 16,0 14-35-16,0 10 13 15,0 6-20-15,0 6-44 16,0 48-10-16,0 28-1 0,0 23 13 15,0 3 0-15,0-5-7 16,0-14-6-16,0-12 4 16,4-11-4-16,5-14-1 15,2-9 0-15,0-10-7 16,2-12-78-16,1-18-174 16,-7-3-199-16</inkml:trace>
  <inkml:trace contextRef="#ctx0" brushRef="#br0" timeOffset="17133.91">17545 6723 847 0,'0'0'12'0,"0"0"-12"16,0 0 37-16,95-112-25 16,-35 112 18-16,3 0 26 15,-7 36 11-15,-12 14-10 16,-19 10-25-16,-23 2-6 15,-2 1-8-15,-31-7 7 16,-21-10-1-16,-10-6-8 16,-1-11-8-16,7-10-6 15,12-9-2-15,15-4-2 16,16-3-15 0,13-3-164-16,0 0-169 0</inkml:trace>
  <inkml:trace contextRef="#ctx0" brushRef="#br0" timeOffset="17404.59">18389 6678 1157 0,'0'0'4'0,"0"0"73"31,0 0 63-31,0 0-96 15,0 0-32-15,0 0 6 16,-36 135 34-16,21-54-20 16,3-1-17-16,6-12-10 15,-1-4-1-15,5-7-3 16,0-9-1-16,0-4-3 16,-1-7-12-16,3-5-109 15,0-11-134-15,0-17-135 16</inkml:trace>
  <inkml:trace contextRef="#ctx0" brushRef="#br0" timeOffset="17810.75">18364 6707 912 0,'0'0'5'16,"0"0"-3"-16,130-73 36 15,-75 61-5-15,-4 12 16 16,-11 0 12-16,-9 29-31 15,-12 23 6-15,-13 11-8 16,-6 3-19-16,0-4-5 0,-25-8-1 16,-10-8-2-1,-11-8 4-15,-6-9 0 0,0-8 0 16,6-9-2-16,4-7 0 16,8-5 0-16,3 0 0 15,5 0 7-15,8-2-3 16,7-3-7-16,3 1 5 15,8 2 1-15,0 0 5 16,0 2-1-16,12 0 0 16,17 0-8-16,11 20 14 15,11 12 5-15,2 7 11 0,1 1 2 16,-5-4 6 0,-4-2-20-16,-3-2-16 0,-2-4-4 15,1-1-3-15,8-4-2 16,1-3-84-16,10-10-222 15,-2-10-559-15</inkml:trace>
  <inkml:trace contextRef="#ctx0" brushRef="#br0" timeOffset="18174.07">19195 6816 725 0,'0'0'271'16,"0"0"-266"-16,0 0 84 15,0 0-27-15,0 0-37 16,0 0 12-16,-125 110-10 16,117-48-10-16,8 0-6 15,0 5-1-15,0 1-7 16,8-6-2-16,15-4 0 16,6-12-1-16,4-12 0 15,3-10 1-15,1-11 0 0,0-11 0 16,0-2 3-16,1-11 5 15,-2-23 6-15,-5-13 3 16,-7-10 13-16,-13-11 8 16,-5-8 11-16,-6-5-28 15,0 5-4-15,-21 8-9 16,-4 14 1 0,-1 15-4-16,1 15-6 0,3 13-2 15,2 11-15-15,-1 0-105 16,0 25-92-16,-2 14-204 15</inkml:trace>
  <inkml:trace contextRef="#ctx0" brushRef="#br0" timeOffset="18472.78">19915 6842 1084 0,'0'0'5'0,"0"0"7"16,0 0 130-16,0 0-84 15,0 0-40-15,0 0-6 0,0 25-4 16,0 38 31-16,0 7 20 16,0 0-27-16,0-4-7 15,0-5-8-15,0-9-9 16,0-9-4-16,0-6-4 15,0-9 0-15,0-6 0 16,0-4-3-16,2-6-11 16,1-6-129-16,1-6-118 15,0 0-175-15</inkml:trace>
  <inkml:trace contextRef="#ctx0" brushRef="#br0" timeOffset="18676.04">19893 6867 1022 0,'0'0'5'0,"0"0"-5"16,0 0 14-16,0 0 5 15,145-56 12-15,-102 55 16 16,3 1 1 0,-2 0-21-16,-6 0-24 0,-5 3-3 15,-6 13-3-15,-7 5-19 16,-7 1-109-16,-13 2-190 15,0-3-317-15</inkml:trace>
  <inkml:trace contextRef="#ctx0" brushRef="#br0" timeOffset="18879.58">19906 7172 635 0,'0'0'0'16,"0"0"35"-16,0 0 44 15,0 0 14-15,0 0 24 16,0 0-44 0,143 72-29-16,-85-72-14 0,13 0-19 15,11 0-11-15,8-2-10 0,-1-5-30 16,-2 1-376 0</inkml:trace>
  <inkml:trace contextRef="#ctx0" brushRef="#br0" timeOffset="19179.3">21104 6906 1061 0,'0'0'5'16,"0"0"36"-16,0 0 98 0,0 0-90 31,0 0 15-31,0 0-24 0,-23-12-23 0,31 46-11 15,10 14 17-15,-5 10 5 16,-4 7 7-16,-7 0-13 16,-2-2-10-16,0-4 2 15,0-7-1-15,-2-5 0 16,-4-8-7 0,3-6-4-16,1-7-1 0,2-3-1 15,0-5-3-15,0 0-10 16,13-3-127-16,16-11-244 15</inkml:trace>
  <inkml:trace contextRef="#ctx0" brushRef="#br0" timeOffset="19461.95">21867 6940 1045 0,'0'0'9'15,"0"0"-1"-15,0 0 127 16,0 0-55 0,0 0-20-16,0 0-22 0,-25-2-24 0,25 56 2 15,0 14 13 1,0 7-8-16,0-3-6 0,0-5-6 16,2-12-5-16,-2-6-3 15,0-14 3-15,0-5-4 16,0-6-3-1,0-3 1-15,0-3-27 0,-9-7-220 16,-3-9-111-16,-5-2-324 16</inkml:trace>
  <inkml:trace contextRef="#ctx0" brushRef="#br0" timeOffset="19709">21540 6936 877 0,'0'0'9'0,"0"0"31"16,0 0 2-16,0 0-18 15,113-46 15-15,-55 42 5 16,8 2-15-16,9 2-10 16,2 0 10-16,6 0 0 15,4 2-15-15,-3 8-4 0,1-2-5 16,-11-3-2-1,-14-3 5-15,-18 0-3 0,-22-2-3 16,-17 4-4-16,-3 5-29 16,-43-5-442-16</inkml:trace>
  <inkml:trace contextRef="#ctx0" brushRef="#br0" timeOffset="21212.12">17929 9230 642 0,'0'0'392'0,"0"0"-379"15,0 0 34-15,0 0 41 16,0 0-64-16,-122-70-13 15,89 70 30-15,-3 3-9 16,1 28 0-16,-5 9-5 16,-1 16-4-16,1 5-11 15,5 6-1-15,6 2-8 16,10-7 1-16,11-2 4 16,8-7-4-16,2-10-2 15,29-6 4-15,12-10-4 0,6-4 6 16,2-9-5-16,1-7-3 15,3-7 0-15,-2 0 0 16,-1 0 2 0,-4-12-2-16,-3-6 0 0,-11-2-5 15,-5-4 4-15,-12-2 0 16,-13-2-3-16,-4-4 1 16,-2 3-4-16,-29 0 0 15,-7 8 2-15,-1 2 4 16,-3 8-4-16,7 5 5 15,2 5-1-15,4 1 1 0,12 0-1 16,5 0 1 0,10 0 1-16,2 0-1 0,0 0-6 15,9 0-2-15,23 0 8 16,12 0 3-16,5 0-3 16,2 0 5-16,-6 0-3 15,-5 1-2 1,-9 8 2-16,-4 1 0 0,-5 7 1 15,-5 6 2-15,-3 6 0 16,-3 10-2-16,-4 3 1 16,-3 4 4-16,-2 2-1 15,-2 1 6-15,3 1 6 0,-3-8-6 16,0-4 20 0,0-6-15-16,0-10-9 0,0-6 1 15,2-9-6-15,1 0-2 16,1-3-1-16,2 0-1 15,7-2-4-15,8-2-48 16,3 0-97-16,5-18-109 16,0-22-238-16</inkml:trace>
  <inkml:trace contextRef="#ctx0" brushRef="#br0" timeOffset="21636.12">18511 9340 771 0,'0'0'17'16,"0"0"148"-16,0 0-60 15,0 0-31-15,0 0 24 16,0 0-13-16,-6-46-24 16,6 46-35-16,-5 28-14 31,-1 20 20-31,-4 13 24 0,4 5-18 0,-1-2-9 15,5-6-14 1,0-3 3-16,2-11-10 16,0-11-7-16,0-3-2 15,0-8 0-15,0-6-6 16,2-3-30-16,0-8-115 16,-2-2-54-16,0-3-74 15,0-8-139-15,-6-27-55 16</inkml:trace>
  <inkml:trace contextRef="#ctx0" brushRef="#br0" timeOffset="22124.5">18438 9421 862 0,'0'0'11'0,"0"0"2"16,0 0 21-16,125-114-24 16,-79 97 21-16,1 5 30 15,3 10-3-15,-8 2-9 16,-9 12-13-16,-8 20-20 15,-8 6-5-15,-10 4-1 16,-7 1-4-16,0-4-1 16,0-2-4-16,-24-1 4 15,-10-6-2-15,-6-2 2 16,-7-4-5-16,0-6 1 16,1-4 1-16,1-4-1 15,5-7-1-15,11 2 0 0,8-1 1 16,13-4 0-16,6 0 0 15,2 0 0-15,0 0 3 16,0 0 1-16,0 0-2 16,8 4 3-16,13 4 0 15,6 4 8-15,2 2 10 16,2 6 8-16,-1 0 6 16,6 4-1-16,0 2 8 15,2 5-16-15,-2 2-7 16,-3 2 13-16,-4-2-18 0,-5 0-10 15,-1-7-2-15,-5-4-2 16,-3-8 0-16,-3-4-2 16,-1-2-1-16,-3-4-2 15,2 0-13-15,1-4-82 16,-1 0-103-16,6-10-67 16,2-22-453-16</inkml:trace>
  <inkml:trace contextRef="#ctx0" brushRef="#br0" timeOffset="23005.59">19180 9376 773 0,'0'0'4'0,"0"0"66"15,0 0 86-15,0 0-73 16,0 0-2-16,0 0 24 16,-7-50-38-16,7 50-36 0,0 0-19 15,0 28-4 1,-2 18-4-16,-3 15 17 0,3 4 14 15,-3 6-23-15,5-3-2 16,0-4 3-16,0-1-2 16,0-9-4-16,10-8 0 15,7-6-3 1,6-9 0-16,-1-6 1 0,0-12 2 16,3-4 0-16,-1-9 3 15,8 0-1-15,1-3 0 16,5-20-1-16,-3-5 0 15,4-10-8-15,-2-8 6 16,-3-7 17-16,-1-4-18 16,-10-4 5-16,-8-1-3 0,-4 2 2 15,-6 0 0-15,-5 8-3 16,0 7 1-16,0 11 3 16,0 6-2-16,-2 11-5 15,-8 4-1-15,6 5 1 16,-1 4-2-16,3 2-1 15,2 2 0-15,-2 0-3 16,0 0 0-16,2 0-3 16,-2 0-3-16,2 0-16 15,0 0-28-15,-2 0-34 0,2 0-43 16,-3 4-59-16,1 8-37 16,-1-4-305-16</inkml:trace>
  <inkml:trace contextRef="#ctx0" brushRef="#br0" timeOffset="23936.52">20127 9535 859 0,'0'0'19'0,"0"0"97"16,0 0 5-16,0 0-41 15,0 0 0-15,0 0 21 16,13-63-44-16,-13 63-34 0,0 0-10 16,0 15-10-16,0 22 6 15,0 10 34-15,0 6-22 16,-4-6-1-16,-7 1-1 16,-1-2-4-16,3 1 4 15,1-3-5-15,4-6-2 16,-2-2-9-16,6-10 1 15,0-4-4-15,0-4 3 16,0-4-2-16,12 0 1 16,5-1 1-16,8-4-3 15,2 1 3-15,4-2-1 16,5-2-1-16,5-2-1 16,2 0 0-16,2-4 1 0,-3 0-1 15,-4 0 2-15,-2 0-1 16,-9 0 1-16,-7 0-1 15,-7 0-1-15,-7 0 1 16,-1 0-1-16,-5 0 1 16,0 0 0-16,0 0 1 15,0 0-2-15,0 0 1 16,0 0 0-16,0 0-1 16,0 0 0-16,0 0 1 15,0 0-1-15,0 0 0 0,0 0 0 16,0 0-5-16,0 0-27 15,0 0-129-15,0 0-138 16,0-14-154-16</inkml:trace>
  <inkml:trace contextRef="#ctx0" brushRef="#br0" timeOffset="25137.28">21002 9771 1047 0,'0'0'20'0,"0"0"10"16,0 0 100-16,0 0-41 15,0 0-7-15,0 0-1 16,-11-53-26-16,11 53-28 16,0 0-16-16,0 27-1 15,-2 20 6-15,0 12 47 16,-5 8-35-16,2-1-6 15,1-4 10-15,0-7-16 16,2-10 2-16,-1-9-8 16,3-7-6-16,0-9 0 15,0-8-4-15,0-4 0 0,0-5-2 16,0 0-3-16,0-2-41 16,0-1-109-16,0 0-106 15,0-15-85-15</inkml:trace>
  <inkml:trace contextRef="#ctx0" brushRef="#br0" timeOffset="25420.95">20811 9739 721 0,'0'0'66'0,"0"0"-60"15,0 0 117-15,0 0-8 16,0 0-74-16,0 0-6 15,13-50-8-15,11 46-11 16,8 0 1-16,3 2-1 16,6 2-11-16,1 0 1 15,0 0-2-15,-1 0 0 16,-4 0-2-16,-3 6-2 16,-5 8 0-16,-7 2-5 15,-11 2-4-15,-7 6-60 0,-4 4-120 16,-8 2-176-16</inkml:trace>
  <inkml:trace contextRef="#ctx0" brushRef="#br0" timeOffset="25661.71">20764 10282 719 0,'0'0'17'15,"0"0"85"-15,0 0 24 0,0 0-20 16,0 0-25-16,0 0 16 15,114 79-19-15,-61-72-21 16,5-6-8-16,2-1-7 16,-2 0-17-16,-5 0-13 15,-5 0-7-15,-13-1-1 16,-6-4-1-16,-14 1-3 16,-7 2-18-16,-8 0-76 15,0-4-187-15,-14-2-218 16</inkml:trace>
  <inkml:trace contextRef="#ctx0" brushRef="#br0" timeOffset="28778.45">21751 9647 922 0,'0'0'8'16,"0"0"21"-16,0 0 88 16,0 0-76-16,0 0 3 15,0 0 2-15,-9-8-13 0,9 34-4 16,0 12 75-16,4 16-56 15,-4 13 8-15,0 1 3 16,0 2-12-16,-6-6-4 16,-5-8-3-16,1-12-14 15,4-10-11-15,2-6-9 16,1-8-2-16,3-6-4 16,0-2-1-16,0-3 1 15,0-1-16-15,23-8-156 16,10 0-241-16</inkml:trace>
  <inkml:trace contextRef="#ctx0" brushRef="#br0" timeOffset="29234.55">22279 9645 1066 0,'0'0'61'0,"0"0"-28"16,0 0 48-16,0 0-64 16,0 0-3-16,0 0-3 15,-151 94 4-15,95-48 47 0,0 1-55 16,7-11-6-16,2-4 0 16,0-4-1-16,1-6-3 15,8-9-48-15,13-2-18 16,12-9-15-16,6 0 18 15,7-2 2-15,0 0-40 16,0 0-7-16,14 0 92 16,-1 0 19-16,3 0 12 15,-5 0 43-15,2 0 53 16,3 12-35-16,3 16-5 16,10 10 28-16,12 6-29 15,3 2 22-15,8-4 1 0,6-1-11 16,4-9-1-16,1-5-32 15,-5-6-24-15,-8-5-13 16,-9-7-1-16,-10-2-8 16,-11-3 0-16,-7-2-17 15,-8-2-88-15,-5 0-180 16,0 0-185-16</inkml:trace>
  <inkml:trace contextRef="#ctx0" brushRef="#br0" timeOffset="33952.94">8425 11849 968 0,'0'0'3'15,"-218"0"17"-15,121 0 75 16,13 0-1-16,14 4-31 16,22 2-11-16,23-4 8 15,19 1-28-15,8 2-2 16,67 9-8-16,62 4-6 16,85-4-1-16,92-8-4 0,78-6-3 15,73 0-2 1,48 0-5-16,44 0 2 0,39 0-3 15,25 5 2-15,18 6 0 16,13 1 25-16,3 4 6 16,-23 10-6-16,-20 4 21 15,-49 2-21-15,-63-2-13 16,-57-5-4-16,-65-10-10 16,-63-9 0-16,-58-6-1 15,-69 0 1-15,-62-6-2 16,-56-3-7-16,-43-3-2 15,-21-7-35-15,-29 1-67 16,-46-1-122-16,-42-2 56 0,-28 4-334 16</inkml:trace>
  <inkml:trace contextRef="#ctx0" brushRef="#br0" timeOffset="35903.61">11268 1219 1132 0,'0'0'40'16,"0"0"69"-16,0 0 62 15,0 0-97-15,0 0-24 16,0 0-18-16,0 0-26 15,-11 14-6-15,-11 32-5 16,-7 13 5-16,2 4 16 16,12-2-15-16,12-15-1 0,3-6-1 15,13-6-1-15,21-6 0 16,5-11-2-16,11-8 4 16,1-9-2-16,7 0 3 15,-3-16-1-15,-5-8 2 16,-13-8 2-16,-7-8 6 15,-14-7-3-15,-14-7 0 16,-2 0-2-16,-16 0 6 16,-26 8-2-16,-6 10-6 15,-4 10-3-15,2 14-1 16,10 8-5-16,7 4-22 0,11 4-52 16,8 24-69-1,7 14-55-15,7 6-9 0,0-2-218 16</inkml:trace>
  <inkml:trace contextRef="#ctx0" brushRef="#br0" timeOffset="36187.42">11752 1223 947 0,'0'0'23'0,"0"0"76"16,0 0 56-16,0 0-12 15,0 0-35-15,0 0-8 16,0-88-37-16,0 88-42 16,0 20-21-16,0 27 3 15,0 24-3-15,-2 14 9 16,-1 1-3-16,3-3-2 16,0-2 2-16,0-9-5 15,0-1-1-15,0-9-2 16,0-8-4-16,0-8-46 15,0-13-198-15,3-14-50 16,-1-19-202-16</inkml:trace>
  <inkml:trace contextRef="#ctx0" brushRef="#br0" timeOffset="36391.74">11687 1221 1016 0,'0'0'2'16,"0"0"64"-16,0 0 27 15,0 0-61-15,0 0 7 0,125-58-18 16,-81 62 11 0,-6 23 16-16,-16 4-18 0,-13 5-26 15,-9 5 14-15,-17 6-14 16,-33-1-4-16,-10 4-5 16,-7-1-136-16,3-13-122 15,10-10-416-15</inkml:trace>
  <inkml:trace contextRef="#ctx0" brushRef="#br0" timeOffset="36674.5">12105 1202 1194 0,'0'0'9'0,"0"0"40"15,0 0 112-15,0 0-121 16,0 0-31-16,0 0-9 16,-4 92 3-16,6-19 11 15,7 4 2-15,3-5-5 16,-4-6-4-16,-1-4-6 16,-3-8-1-16,-4-8 0 15,0-10-4-15,0-8-33 16,0-12-204-16,0-12-128 0,-9-4-427 15</inkml:trace>
  <inkml:trace contextRef="#ctx0" brushRef="#br0" timeOffset="36895.36">12045 1283 1046 0,'0'0'4'0,"0"0"-4"15,0 0 77-15,118-122-61 16,-57 107 31-16,1 15 18 15,-10 0-14-15,-15 27 4 16,-14 15-27-16,-23 10 8 0,0 6-12 16,-36 0-8-16,-15-3-8 15,-3-11-3-15,6-12-5 16,9-10 0-16,14-10-92 16,8-10-204-16,8-2-578 15</inkml:trace>
  <inkml:trace contextRef="#ctx0" brushRef="#br0" timeOffset="37273.54">12558 1235 1115 0,'0'0'10'0,"0"0"12"16,0 0 109-16,0 0-97 15,0 0-30-15,0 0 7 16,-69 110-1-16,69-54-10 16,0 1 1-16,7-5-1 15,7-8 3-15,5-10-5 16,6-8 2-16,-4-13 0 0,8-6 0 16,0-7 1-1,0 0 6-15,7-20 6 0,-5-17 14 16,-2-4 18-16,-6-9 7 15,-9-3-4-15,-14-3-25 16,0 0 16-16,-21 6-8 16,-10 6-4-16,-5 13-18 15,5 14-3-15,-2 9-6 16,2 8-15 0,0 0-62-16,-1 6-148 0,3 19-104 15</inkml:trace>
  <inkml:trace contextRef="#ctx0" brushRef="#br0" timeOffset="37791.64">13015 1296 1166 0,'0'0'30'16,"0"0"-17"-16,-10-111 110 15,-5 84-14-15,-3 8-69 16,5 7 10-16,2 9-37 15,-3 3-13-15,-1 0-8 16,1 20-2 0,1 7 5-16,5 7-2 0,8 2-2 15,0 2-15-15,30 0-3 0,11-2-1 16,3 2 15-16,-1 1 12 16,-3-3-3-16,-7 0 4 15,-6-5 5-15,-12-2-2 16,-13-8-2-1,-2-2 2-15,-11-2 1 0,-18-6-1 16,-6-3 2-16,1-8-5 16,5 0 1-16,7-2-1 15,7-20 2-15,10-6-2 16,5-8-18 0,5-2-22-16,26 0-1 15,9 0 27-15,9 5-9 16,0 6 12-16,-4 4 10 15,-8 8 1-15,-8 6 0 16,-4 7 7-16,-8 2 14 16,2 6 16-16,-6 24 19 15,-2 8 9-15,-4 6-36 16,-7-1-13-16,0-5-3 16,0-8-8-16,0-4-5 15,4-8-1-15,3-4-14 16,1-8-167-16,2-6-118 15,-8-4-458-15</inkml:trace>
  <inkml:trace contextRef="#ctx0" brushRef="#br0" timeOffset="37980.28">13169 1042 986 0,'0'0'5'15,"0"0"44"-15,0 0 37 16,0 0-39-16,0 0 1 15,0 0 3-15,52-9-12 16,-35 4-24-16,-9 3-12 16,-8 2-3-16,0 0-28 0,0 0-188 15,0 0-397-15</inkml:trace>
  <inkml:trace contextRef="#ctx0" brushRef="#br0" timeOffset="38452.04">13647 914 1132 0,'0'0'0'15,"0"0"39"-15,0 0 159 16,0 0-110-16,0 0-36 0,0 0-26 16,-62 12-14-1,60 48-1-15,2 17-6 16,0 5-1-16,0 6 0 0,8-2-2 15,4-6-2-15,3-5 1 16,8-13 1-16,6-10-1 16,6-13-1-16,5-12 2 15,5-12-2-15,-3-15 1 16,3 0 0-16,-3-27-1 16,-4-15-3-16,-3-14-7 15,-10-11-1-15,-7-2-4 16,-9 5 8-16,-9 15 0 0,0 19 6 15,0 14 1-15,-13 16 0 16,-12 0 1-16,-4 14 0 16,-2 28-1-16,8 12 3 15,13 4 0-15,10 1 2 16,0-9-1-16,15-7-2 16,14-10 1-16,6-9-1 15,4-12-2-15,1-8 0 16,0-4 0-16,-2-4 0 15,0-26-13-15,-7-14-103 16,-12-12-59-16,-13-11-37 16,-6-3-201-16</inkml:trace>
  <inkml:trace contextRef="#ctx0" brushRef="#br0" timeOffset="38624.61">13570 1127 658 0,'0'0'61'0,"-127"0"53"15,100 0 84-15,21 1-122 16,6-1-38-16,35 0 14 16,34 0-15-16,31 0-18 15,20-4-16-15,7-9-3 16,-2-2 0-16,-16 2-10 0,-20-1-194 16</inkml:trace>
  <inkml:trace contextRef="#ctx0" brushRef="#br0" timeOffset="38908.83">15165 1219 1138 0,'0'0'7'0,"0"0"136"0,0 0 24 16,0 0-123-16,0 0-19 15,0 0-18-15,-20 132 12 16,20-44 15-16,2 5-4 16,11-1 12-16,1-3-18 15,-1-15-17-15,-6-9-7 16,0-9 0-16,-5-9-4 16,-2-8-9-16,0-10-90 15,0-13-131-15,0-16-32 16,-10 0-202-16</inkml:trace>
  <inkml:trace contextRef="#ctx0" brushRef="#br0" timeOffset="39113.08">15165 1369 861 0,'0'0'3'0,"0"0"61"16,117-62 3-16,-71 51 0 15,-9 9-8-15,-8 2 8 16,-6 0-16-16,-15 21-39 15,-8 15 6-15,0 11 5 16,-20-1-16-16,-20-1-5 16,-4-4-2-16,-5-7-46 15,7-8-159-15,3-10-304 0</inkml:trace>
  <inkml:trace contextRef="#ctx0" brushRef="#br0" timeOffset="39773.18">15871 1427 1115 0,'0'0'3'0,"0"0"61"0,0 0 36 16,0 0-14-16,-111-106 2 15,84 106-61-15,-2 0-11 16,0 15-13-16,0 20-3 15,3 11 0-15,12 4 0 16,2 2 0-16,12-11 0 16,0-7-4-16,0-12-1 15,12-11-8-15,7-6-13 16,8-5-21-16,5 0 29 16,1-19-15-16,3-12 7 15,-4-5 19-15,-7-2 6 16,-4 4 2-16,-5 8 1 15,-7 10 1-15,-5 10 5 0,-4 3 11 16,0 3 0 0,0 0-9-16,0 18-10 0,2 18 1 15,7 13-1-15,5-1 1 16,6-3 0-16,-1-12-2 16,2-9 1-16,1-10 0 15,0-8-1-15,3-6 1 16,-1 0 0-16,3-14 1 15,-2-16 2-15,-4-8 4 16,0-6-4-16,-10-2 4 0,-7 2-4 16,-4 8 5-16,0 8-3 15,0 11 19-15,0 7-2 16,-2 9 3-16,2 1-9 16,-5 0-16-16,-1 20 0 15,-5 17 0 1,4 14 12-16,2-3-4 0,5-4 3 15,0-6-3-15,0-7 1 16,3-12-5-16,13-3-3 16,6-12-1-16,9-4 0 15,11 0-2 1,6-19-103-16,-6-22-71 16,-9-19-16-16,-17-18-81 0,-7-11-260 0</inkml:trace>
  <inkml:trace contextRef="#ctx0" brushRef="#br0" timeOffset="39939.33">16109 1087 722 0,'0'0'19'16,"0"0"7"-16,0 0 70 15,0 0-20 1,0 0-1-16,0 0 6 0,-60 77 7 16,60-77-10-16,12 0 46 15,-1-13-42-15,4-7-51 0,-1 0-26 16,-1 1-5-16,-3 8-102 15,0 7-251-15</inkml:trace>
  <inkml:trace contextRef="#ctx0" brushRef="#br0" timeOffset="40262.07">16473 1369 593 0,'0'0'543'0,"0"0"-509"0,0 0 155 16,0 0-126-16,0 0-47 15,0 0 2-15,0 76 16 16,0-32 0-16,0-3-20 16,6-2-2-16,-2-14-4 15,-1-9-6-15,0-7-1 16,-1-9 1-16,-2 0 7 15,0 0 64-15,2 0-17 16,2-27 7-16,5-13-40 16,2-10-22-16,5 0 0 0,0 7-1 15,12 5-3 1,8 6-3-16,6 10-43 0,8 12-137 16,-2 10-144-16,0 0-124 15</inkml:trace>
  <inkml:trace contextRef="#ctx0" brushRef="#br0" timeOffset="40609.25">17081 1302 1081 0,'0'0'16'0,"0"0"121"16,0 0-15-16,0 0-8 0,15-101-57 16,-21 95-28-1,-17 5-14-15,0 1-14 0,-7 0-1 16,-4 17-3-16,3 11 3 15,2 6 0-15,12 2-8 16,10 0 7-16,7 1-3 16,0-3-3-16,27-2-5 15,9 0 3-15,6-2 4 16,1-1 2-16,-8 2 3 16,-8-3 1-16,-12-2-1 15,-11-2 2-15,-4-6-2 16,-4-7 2-16,-29-2 7 0,-11-7 1 15,-8-2 15-15,-2 0-9 16,3-18-11-16,13-8-3 16,9-8-2-16,16-7-6 15,13-9-105-15,0-7-257 16</inkml:trace>
  <inkml:trace contextRef="#ctx0" brushRef="#br0" timeOffset="40908.61">17950 1346 952 0,'0'0'20'0,"0"0"30"15,0 0 98-15,0 0-71 0,0 0-31 16,0 0-3-16,-40 49 43 16,24-6-14-16,5-5-36 15,3 0-3 1,8-8-12-16,0-5-15 0,0-8-6 16,0-5-4-16,0-6-32 15,19-6-229-15,6 0-194 16</inkml:trace>
  <inkml:trace contextRef="#ctx0" brushRef="#br0" timeOffset="41146.18">17890 1135 1012 0,'0'0'1'0,"0"0"10"15,0 0 41-15,0 0-1 16,0 0 17-16,0 0 20 15,42 32 2-15,-37-32-5 16,-5 0-14-16,0-6-7 16,0-9-36-16,0 2-8 15,-10-1-17-15,4 6-3 0,-1 4-10 16,3 4-79-16,-8 0-178 16,-1 10-127-16</inkml:trace>
  <inkml:trace contextRef="#ctx0" brushRef="#br0" timeOffset="41570.18">18197 1349 978 0,'0'0'56'0,"0"0"112"16,0 0-95-16,0 0-32 0,0 0 28 15,0 0 11 1,0 131-48-16,0-90-11 0,0-4-11 15,0-7-6-15,0-12-2 16,0-8-1-16,0-7 1 16,0-3 0-16,0 0 2 15,0-17 3 1,0-19 5-16,13-11-6 0,12-6-6 16,8-1-2-16,10 3-6 15,1 7 6-15,-1 12-3 16,-7 14-3-16,-7 10 0 15,-8 8 4-15,-2 2 2 0,-4 31 2 16,-1 14 0 0,-6 13 5-16,4 5-2 0,1 1 1 15,2-8-3-15,3-10 4 16,3-15-1-16,-2-12-1 16,6-13 5-16,4-8 0 15,8 0-2-15,11-29-6 16,2-12-5-16,2-13-93 15,-7-12-162 1,-10-8-377-16</inkml:trace>
  <inkml:trace contextRef="#ctx0" brushRef="#br0" timeOffset="42387.37">19982 1095 1205 0,'0'0'11'0,"0"0"83"16,0 0 98-16,0 0-124 15,0 0-20-15,0 0-13 16,-9-25-23-16,9 29-5 0,0 27-4 15,0 13 0-15,0 9 2 16,0 4-2-16,0 1-3 16,0-4 1-16,0-4-1 15,9-1 0-15,2-3-3 16,7-4 1-16,4-2-67 16,4-12-171-16,3-14-100 15,-6-14-612-15</inkml:trace>
  <inkml:trace contextRef="#ctx0" brushRef="#br0" timeOffset="42796.31">20013 1087 1120 0,'0'0'6'16,"0"0"53"-16,0 0-11 16,0 0-35-16,133-97 8 15,-70 91 11-15,-1 6 0 16,-12 2 5-16,-17 28-26 15,-20 11-4-15,-13 9-2 16,-13 7 1-16,-33 2-6 16,-15-3-7-16,-6-8-20 0,7-10-53 15,7-8 11 1,10-9-8-16,12-5 9 0,7-7-17 16,10-1-3-16,3-4 51 15,7-4 37-15,4 0 4 16,0 0 33-16,0 0 43 15,0 0 6-15,0 0-35 16,0 0-8-16,0 6 0 16,15 9-14-16,10 7 13 15,8 6 16-15,7-2 9 16,5-2-44-16,1-4 6 16,10-4-10-16,0-6-13 15,2-3-6-15,-2-4-5 0,-3-3-113 16,-12 0-277-16</inkml:trace>
  <inkml:trace contextRef="#ctx0" brushRef="#br0" timeOffset="43283.94">20501 1546 996 0,'0'0'28'0,"0"0"-14"15,0 0 18-15,0 0-21 16,0 0 29-16,0 0-8 0,109-44 9 15,-89 24-9-15,-5-9-18 16,-5 3 9-16,-10-3-11 16,0 0 8-16,-4 4 16 15,-19 4-5-15,1 5-10 16,-1 8 19-16,6 5-19 16,-4 3 7-16,4 0-22 15,1 23-5-15,3 13 1 16,9 10-2-16,4 5 0 15,0-4-1-15,21 0-5 16,6-10-1-16,6-7 6 16,1-11-9-16,4-11-14 0,6-8 5 15,-1 0 3-15,2-19-15 16,-8-10 8-16,-8-13 16 16,-6-5 7-16,-12-4 2 15,-5 0-1-15,-6 5 7 16,0 14-6-16,0 10 20 15,0 15 13-15,0 2 7 16,0 5-17-16,0 0-14 16,0 6-11-16,0 24 5 15,0 10-5-15,16 7 6 16,9-3 2-16,4-6-7 16,4-5 4-16,1-6-5 15,1-7 0-15,1-6-16 0,-3-6-90 16,2-6-84-16,-1-2-226 15</inkml:trace>
  <inkml:trace contextRef="#ctx0" brushRef="#br0" timeOffset="43504.27">21305 1221 966 0,'0'0'18'0,"0"0"73"15,0 0 84-15,0 0-90 16,0 0-31-16,0 0 4 15,-114 54-15-15,85-10-8 16,5 2-17-16,4 2-9 16,4-2-9-16,5 1 0 15,5-3-3-15,6-2-73 16,0-8-230-16,0-14-334 16</inkml:trace>
  <inkml:trace contextRef="#ctx0" brushRef="#br0" timeOffset="44070.94">21568 1594 843 0,'0'0'20'15,"0"0"81"-15,0 0-57 16,0 0-35-16,0 0 3 15,103-114 2-15,-92 82-2 16,-9 0 11-16,-2 2 12 16,0 5-14-16,0 9 34 0,-17 7-5 15,-2 5-23-15,-3 4-1 16,2 0-14-16,0 7-2 31,7 21-2-31,3 10-2 0,10 9-3 0,0-3-2 16,14-1 3-16,15-5-4 15,5-7-1-15,1-12 1 16,3-10 0-16,0-9 2 16,-2 0-2-16,-3-20 2 15,-1-16 3-15,1-12 4 16,0-7-5-16,1 4-1 16,-1 5-1-16,2 10-2 15,-1 15 2-15,-3 11-2 0,0 10 0 16,-4 0-1-16,-4 16 2 15,-6 18-1-15,-5 8 5 16,-6 2 0-16,-6-5-3 16,0-8-2-16,0-14 1 15,0-7 4-15,0-8 3 16,-4-2 11-16,-1 0 20 16,1 0 7-16,-1-15 7 15,2-16-17-15,3-9-17 16,0-10-14-16,30-1-5 0,5 5-67 31,4 13-129-31,-4 14-76 0,-10 15-278 0</inkml:trace>
  <inkml:trace contextRef="#ctx0" brushRef="#br0" timeOffset="44432.24">22609 1313 915 0,'0'0'32'16,"0"0"127"-16,0 0-57 15,0 0-62-15,0 0-4 16,0 0 16-16,-49-92-8 0,31 92-21 16,1 0-7-1,-2 0-5-15,3 8-8 0,3 9-1 16,5 6-4-16,3 2-1 31,5 0 2-31,0 1-4 0,18 0 2 0,11 1 1 16,4-2-3-16,2 0 0 15,1 1 5-15,-7-2 2 16,-6-1-2-16,-7 2 3 16,-8-5-1-16,-6-3 0 15,-2-2 2 1,0-7 5-16,-26-1 11 16,-14-6 24-16,-14-1 0 15,0 0-19-15,6-12-16 16,10-10-5-16,9-8-4 15,16-8-46-15,13-8-171 16,8-7-251-16</inkml:trace>
  <inkml:trace contextRef="#ctx0" brushRef="#br0" timeOffset="44826.73">22843 1498 753 0,'0'0'3'16,"0"0"222"-16,0 0-112 16,0 0 5-16,122-15-47 15,-88-6-8-15,-5-5-14 16,0-5-27-16,-4 2-15 16,-8-8 3-16,-6-1-7 15,-4 2 2-15,-7 4 7 16,0 7 1-16,0 11 2 15,-16 5-2-15,-9 9-13 0,-8 0 1 16,-5 23 1-16,-2 26 2 16,7 13 2-16,6 7-3 15,13-5 4-15,14-6 2 16,0-10-6-16,10-10 3 16,19-14 2-16,11-10 15 15,13-14 8-15,12 0-9 16,10-32-11-16,8-20-8 15,4-18-3-15,-5-16-36 16,-6-14-168-16,-16-7-222 16</inkml:trace>
  <inkml:trace contextRef="#ctx0" brushRef="#br0" timeOffset="46306.84">12380 12511 1273 0,'0'0'5'16,"0"0"4"-16,0 0 84 0,0 0-54 15,0 0-25-15,0 0 0 16,0 0 45-16,4 148 15 16,16-55-43-16,-2 1-10 15,-2-4-11-15,-3-8-2 16,0-9-8-16,0-4 0 16,-1-11-3-1,-1-10-1-15,-1-16-24 0,0-9-125 16,-1-16-113-16,-9-7-118 15</inkml:trace>
  <inkml:trace contextRef="#ctx0" brushRef="#br0" timeOffset="46685.39">12415 12731 979 0,'0'0'11'15,"0"0"-7"-15,103-148 18 16,-17 102-19-16,17 3 11 15,10 13 0-15,-5 16 46 16,-15 14-6-16,-22 11-11 16,-25 32-37-16,-29 14 3 15,-17 9 9-15,-11 6-8 0,-31 0 0 16,-14-2-2-16,-6-8-5 16,-3-7 4-16,1-13 3 15,0-9-2-15,7-10 0 16,8-9-2-16,8-4-1 15,15-6-3-15,8-2 9 16,9-2 0-16,7 0 22 16,2 0-12-16,0 0 0 15,2 0 3-15,30 0-5 16,12 5-5-16,18 12 12 16,8 9 3-16,-1 11-5 15,-1 6-7-15,-5 5-10 0,1 1-5 16,-1-3-2-1,3-8-3-15,4-6-5 0,-3-12-44 16,2-9-219-16,-5-11-41 16</inkml:trace>
  <inkml:trace contextRef="#ctx0" brushRef="#br0" timeOffset="46952.18">13560 12571 1147 0,'0'0'2'16,"0"0"5"-16,0 0 42 16,0 0-33-16,0 0-8 15,0 0 68-15,12 130 86 16,3-46-103-16,1 3-21 16,-5-3-16-16,-3-4-19 15,2-6-1-15,-1-4-2 16,-1-14-3-16,0-14-8 15,-2-11-24-15,-1-15-176 16,-5-14-53-16,0-2-210 0</inkml:trace>
  <inkml:trace contextRef="#ctx0" brushRef="#br0" timeOffset="47140.44">13483 12733 320 0,'0'0'749'16,"0"0"-734"-16,0 0 10 15,0 0 5-15,77-108-5 16,-25 90 3-16,6 2 26 16,6 3-27-16,-4 10-19 15,-8 3-8-15,-10 0-7 16,-13 20-10-16,-11 7-73 16,-9 4-203-16,-9 7-255 0</inkml:trace>
  <inkml:trace contextRef="#ctx0" brushRef="#br0" timeOffset="47314.27">13641 13080 607 0,'0'0'126'16,"0"0"-35"-16,0 0 68 15,0 0-63-15,0 0-46 16,0 0-7-16,-60 100 10 16,113-100-8-16,12-12-13 15,4-15-21-15,2 4-8 0,-6 1-3 16,-10 4-1-16,-15 8-8 15,-18 8-23-15,-12 2-183 16,-10 0-291-16</inkml:trace>
  <inkml:trace contextRef="#ctx0" brushRef="#br0" timeOffset="47504.44">13761 13431 836 0,'0'0'65'16,"0"0"20"-16,0 0 22 15,0 0-49-15,0 0-18 0,0 0 2 16,96 34-10 0,-25-34-22-16,3-7-6 15,-5 2-4-15,-8 3-8 0,-9 0-11 16,-3-6-236-16,-6-6-393 16</inkml:trace>
  <inkml:trace contextRef="#ctx0" brushRef="#br0" timeOffset="47756.63">14592 12747 1074 0,'0'0'8'15,"0"0"1"-15,0 0 91 16,0 0-10-16,0 0-37 16,0 0-14-16,2-4-19 15,7 58 101-15,3 13-19 16,-6 1-62-1,-1 2-25-15,-3-2-11 0,-2-2-3 16,0-2-1-16,0-7 0 16,0-12-4-16,0-10-10 15,0-11-103-15,-5-8-95 0,-8-8-31 16,-7-8-156-16</inkml:trace>
  <inkml:trace contextRef="#ctx0" brushRef="#br0" timeOffset="47914.24">14317 12853 1041 0,'0'0'30'16,"0"0"81"-16,0 0-79 15,115-94-19-15,-42 72-8 16,12 0 3 0,4 6-8-16,-9 8-4 0,-10 6-6 0,-18 2-165 15,-18 0-430-15</inkml:trace>
  <inkml:trace contextRef="#ctx0" brushRef="#br0" timeOffset="48341.08">15116 12832 982 0,'0'0'8'0,"0"0"71"16,0 0 34-16,0 0-28 15,0 0-31-15,0 0-9 0,15-36-32 16,-10 77-6-16,0 18 97 15,-1 11-51-15,0 5-33 16,-4 2-10-16,0-2-8 31,0-14 0-31,0-13-2 16,0-17 0-16,0-15-1 16,0-13 1-16,0-3 0 15,0-9 4-15,-4-37-4 16,4-24-1-16,0-18-7 15,0-7-2-15,8 1-21 0,13 8-10 16,8 13 6-16,2 19 21 16,7 16 13-16,4 14 1 15,1 13 2-15,5 8 1 16,4 3-1-16,-3 24 2 16,-1 24 3-16,-10 12 9 15,-7 8 6-15,-10 3-5 16,-7-3-4-16,-6 2-10 15,-3 0 1-15,-5-6-4 16,0-3 0-16,-3-11-3 16,-19-6-7-16,-4-6-88 15,-4-13-176-15,-3-8-133 16</inkml:trace>
  <inkml:trace contextRef="#ctx0" brushRef="#br0" timeOffset="48529.73">15122 13150 1191 0,'0'0'13'0,"0"0"19"16,0 0-5-1,114-80-7-15,-38 54-10 0,6-2-7 16,5 2-3-16,-2 4-6 16,-9 7-5-16,-5 8-128 15,-11 7-171-15</inkml:trace>
  <inkml:trace contextRef="#ctx0" brushRef="#br0" timeOffset="48735.1">16040 12853 980 0,'0'0'11'0,"0"0"146"16,0 0-41-16,0 0-27 0,0 0-29 15,0 0-27-15,13 12 5 16,-1 35 77-16,-3 9-57 15,-1 10-40-15,-5 4-13 16,-1 3-5-16,-2-2-2 16,0-4-8-16,0-16-122 15,0-9-199-15,0-21-457 16</inkml:trace>
  <inkml:trace contextRef="#ctx0" brushRef="#br0" timeOffset="49058.14">16633 12677 1219 0,'0'0'9'15,"0"0"6"-15,0 0 99 16,0 0-66-16,0 0-42 16,0 0 0-16,-36 81 25 15,14-14 14-15,7 5-18 16,1 1-2-16,7-3-16 15,5-8-1-15,2-10-6 0,0-10-2 16,4-13 3 0,23-11-2-16,15-7 8 0,18-8-3 15,17-3-5-15,6 0 0 16,5 0-1-16,3 0 1 16,3-9-1-16,-3 1 0 15,-10 4 0-15,-15 1-5 16,-21 0-31-16,-29 0-244 15,-16-3-197-15</inkml:trace>
  <inkml:trace contextRef="#ctx0" brushRef="#br0" timeOffset="50282.75">12516 14855 991 0,'0'0'41'15,"0"0"136"-15,0 0-39 16,0 0-3-16,0 0-64 0,0 0-45 15,-18-34-14-15,18 110 2 16,0 20 69-16,0 4-42 16,0-7-27-16,4-9-10 15,10-4-2-15,-1-7-2 16,-2-13 0-16,-2-9-1 16,0-11-7-16,-5-9-5 15,0-9-44-15,-4-11-125 16,0-11-115-16,0 0-212 15</inkml:trace>
  <inkml:trace contextRef="#ctx0" brushRef="#br0" timeOffset="51969.35">12529 15021 178 0,'0'0'638'0,"0"0"-547"16,0 0 60-16,0 0-37 15,0 0-42-15,0 0 7 16,-16-49-7-16,3 66-41 0,2 23-25 15,2 18 11-15,4 4-3 16,5 11 3-16,0-5-6 16,0 2 0-16,7-7-5 15,11-6-4-15,5-3 0 16,6-8 1-16,6-8 3 16,5-5 0-16,5-7-5 15,1-12 2-15,-1-4-2 16,-1-10 2-16,-2 0-2 15,1-10 2-15,-1-13 0 16,-8-8-2-16,-7-8-1 16,-7-2 2-16,-9-12 1 0,-5-5 0 15,-6-9-1-15,0-10 2 16,-19-7 0-16,-18-1 0 16,-7 6-3-16,-7 6 3 15,-2 14-3-15,-3 18-1 16,-2 19 0-16,-2 15 0 15,0 7-3-15,-1 16-5 16,10 21 2-16,9 12-9 16,13 5-93-16,12-1-147 15,9-6-213-15</inkml:trace>
  <inkml:trace contextRef="#ctx0" brushRef="#br0" timeOffset="54586.08">13338 14958 1013 0,'0'0'28'0,"0"0"73"15,0 0 18-15,0 0 5 16,0 0-83-16,0 0-15 16,0 0-3-16,2 103 100 15,12-28-80 1,-1-7-24-16,-3-4-8 0,0-6-3 16,-4-1-3-16,1-10-3 15,-1-4-2-15,4-8-2 0,-4-5-3 16,1-11-5-16,2-5-47 15,-2-6-101-15,-3-4-69 16,-4-4-4 0,0-9-124-16</inkml:trace>
  <inkml:trace contextRef="#ctx0" brushRef="#br0" timeOffset="55073.5">13287 15173 726 0,'0'0'31'0,"-5"-108"89"16,23 51-19-16,26-2-64 15,16-3-11 1,17 4-6-16,10 8 21 0,4 14 24 0,-9 20-22 16,-12 16 8-16,-22 3-30 15,-17 50-16-15,-15 19 3 16,-14 18 7-16,-2-4-6 16,-2-6 2-16,-18-9-4 15,-7-10-2 1,-2-11 4-16,-4-2 7 0,-5-10 6 15,0-9-6-15,-5-4-11 16,1-10-1-16,5-5-3 0,-2-6 2 16,13-4-1-1,8 0 0-15,7 0 0 0,9 0 4 16,2 0-2-16,0 0 6 31,0 0 1-31,0 0 0 16,17 0-2-16,10 0-2 15,9 0 7-15,10 18 7 16,10 9 18-16,9 6 25 16,4 6-25-16,-2 0-14 15,-3-2-11-15,-6 3-3 16,-6-4 1-16,-6-6-6 16,-6-2-4-16,-3-2-1 15,-8-6-1-15,-8-3-2 0,-5-10-2 16,-5 3-2-16,-6-6-5 15,-1-4-39-15,-4 0-120 16,0 0-70-16,-4-25-213 16</inkml:trace>
  <inkml:trace contextRef="#ctx0" brushRef="#br0" timeOffset="58024.18">14387 15009 780 0,'0'0'42'0,"0"0"71"0,0 0 8 16,0 0-21-16,0 0-61 16,0 0-6-16,0 0-8 15,25-16-16-15,30 16 8 16,16 0-2-16,1 0 0 16,-5 0-8-16,-12 0 0 15,-8 0-5-15,-13 11-1 16,-10-7 2-16,-9 3-3 15,-5-1 0-15,-6-6 0 16,-4 4 0-16,0-4 1 16,0 0 8-1,0 0 11-15,0 0 31 0,0 0 5 16,0 0-22-16,0 0-16 0,-8 0-9 16,-13 14-6-16,-6 12-3 15,-4 11 1-15,-5 13 4 16,-1 7-4-16,-1 10 3 15,-4-6 0-15,0 2 0 16,1-5 4-16,1-9-6 16,4-9 3-16,7-7-2 15,9-2 0-15,5-15 3 16,9-2-4-16,2-4-2 16,4-2 1-16,0-6 0 15,0 5 1-15,0-2 1 0,6 1 2 16,7 2-1-16,9-4 5 15,7 0-1-15,7-4 4 16,3 0 1-16,9 0-1 16,-2 0 12-16,8-4-8 15,-5-4 1-15,2 2-6 16,-2 2-4-16,-5-1 0 16,1 5-3-1,-5 0 1-15,-4 0-2 0,-5 0-3 16,-4 0 2-16,-5 0-1 15,-7 0-1-15,-5 0 0 16,-4 0 1-16,-1 0-1 0,-1 0 0 16,-2 0-4-16,-2 0-2 15,0 0-1-15,0 0-19 16,0 0-40-16,0 0-36 16,-2-3-128-16,-18-15-27 15,-6-8-544-15</inkml:trace>
  <inkml:trace contextRef="#ctx0" brushRef="#br0" timeOffset="59218.01">1796 9166 1035 0,'0'0'4'0,"0"0"-4"16,0 0 13-16,0 0 41 0,0 0-9 15,0 0-19-15,-75 60-6 16,153-36 8-16,47 0-11 16,48-2 0-16,55-11 3 15,45-4 16-15,42-3 3 16,39 0-18-16,16 4-10 16,3 5 2-16,-11-2-7 15,-31 3-6-15,-39-4 3 16,-49-1 0-16,-51-3 3 15,-58-5-6-15,-47-1-1 16,-47 0-4-16,-33 0 3 16,-12 0-23-16,-64 9-128 15,-34 2-91-15,-30 1-214 16</inkml:trace>
  <inkml:trace contextRef="#ctx0" brushRef="#br0" timeOffset="59594.94">1972 10267 1172 0,'0'0'2'0,"0"0"-1"16,-131 15 1-16,117-6 2 15,14 3 3-15,7 11 0 16,56 12 18-16,41 11 11 16,47-2-14-16,53-6 0 15,43-12-8-15,40-8 9 16,29-9 5-16,27-5 5 16,10-4-14-16,-8 0 1 15,-23 0-15-15,-37-11-1 16,-50-3 4-16,-45 0-3 0,-46 0-2 15,-44 2-3 1,-36 5-10-16,-36 1-59 16,-28-3-178-16,-31 1-330 15</inkml:trace>
  <inkml:trace contextRef="#ctx0" brushRef="#br0" timeOffset="61408.65">15654 15011 81 0,'0'0'32'0,"0"0"-8"16,0 0-7-16,0 0-17 16,0 0-11-16,0 0 11 15,0 0 0-15,10-2-13 16</inkml:trace>
  <inkml:trace contextRef="#ctx0" brushRef="#br0" timeOffset="62385.94">15853 14997 689 0,'0'0'50'16,"0"0"35"-16,0 0 33 15,0 0-27-15,0 0-8 0,0 0-61 16,-133-82 12-1,81 82-7-15,-1 30 9 0,-8 6 1 16,3 14 1-16,8 6 5 16,7 4-12-16,16 11-10 15,16-5-11-15,11 2 2 16,0-2 0 0,23-7-4-16,12-13-3 0,12-7-3 15,4-4 0-15,3-14-2 16,2-6-1-16,-1-11 1 15,1-4 2-15,-3 0 0 16,-5-8-1-16,-11-6-1 0,-6-8 1 16,-11 0 2-1,-6-6 1-15,-12-3-2 0,-2-4 3 16,-2-2-5-16,-27 7 0 16,-7 6-2-16,-7 6 1 15,-1 6 1-15,-1 6 0 31,5 4-2-31,4 2 2 0,14 0 0 16,9 0-3-16,9 0-1 16,4 0-3-16,2 0-15 15,27 12 15-15,9-4 0 0,8 3 7 0,1-6 4 16,-3 2-3-16,-5 6 1 16,-4 6 4-16,-9 6 5 15,-3 15 3-15,-7 12 5 31,-12 10 11-31,-1 13 0 16,-3-3-5-16,0-6-12 16,0 0-9-16,0-5-3 15,0-7-1-15,0-7-6 16,0-6-1-16,0-11-17 16,0-2-170-16,-9-14-74 0,-3-6-299 15</inkml:trace>
  <inkml:trace contextRef="#ctx0" brushRef="#br0" timeOffset="64069.54">16352 15186 1152 0,'0'0'32'0,"0"0"67"15,0 0-8-15,0 0-54 16,0 0 23-16,98 118 59 16,-46-39-60-16,1-4-26 15,-2-3-3-15,0-5-10 16,-1-9-10-16,-8-14-4 15,-9-12 1-15,-12-14-2 16,-11-11-1-16,-3-2 4 16,-7-5 8-1,6 0 16-15,8-26 18 0,7-24-18 0,5-20-24 16,3-18-7 0,2-3 2-16,0-4-3 0,2 6-1 15,2 9-5-15,-4 16-10 16,-5 21-19-16,-4 15-50 15,-6 16-86-15,-7 12-120 16,-5 0-56-16</inkml:trace>
  <inkml:trace contextRef="#ctx0" brushRef="#br0" timeOffset="65518.64">1723 8176 993 0,'-114'35'4'0,"5"5"-4"0,4 1 64 15,17-8 64-15,22-8-63 16,28-12-8-16,23-8 10 16,15-5-38-16,34 0-14 15,51-32-1-15,39-21-5 16,43-19-1-16,27-10-3 16,15-11-2-16,21-5 0 15,6 1 4 1,5 3 29-16,-1 10-4 0,-21 13-1 15,-28 12-6-15,-35 14-6 16,-46 12-3 0,-42 14-14-16,-34 12-2 0,-26 6-5 15,-8 1-5-15,-10 0-44 0,-30 19-68 16,-12 13-84 0,-10 8 23-16,-1 1-128 0,3-5-320 15</inkml:trace>
</inkml:ink>
</file>

<file path=ppt/ink/ink1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5.68611" units="1/deg"/>
          <inkml:channelProperty channel="T" name="resolution" value="1" units="1/dev"/>
        </inkml:channelProperties>
      </inkml:inkSource>
      <inkml:timestamp xml:id="ts0" timeString="2023-09-16T14:08:44.060"/>
    </inkml:context>
    <inkml:brush xml:id="br0">
      <inkml:brushProperty name="width" value="0.05292" units="cm"/>
      <inkml:brushProperty name="height" value="0.05292" units="cm"/>
      <inkml:brushProperty name="color" value="#FF0000"/>
    </inkml:brush>
  </inkml:definitions>
  <inkml:trace contextRef="#ctx0" brushRef="#br0">8931 5828 1315 0,'0'0'15'16,"0"0"-15"-1,0 0 116-15,0 0-55 0,0 0-32 16,0 0 4-16,-80 157 7 0,64-88-9 16,3-1-9-1,5-4-7-15,2 0-13 0,-1-5-1 16,0-5-1-16,6-4-12 16,-1-6-65-1,2-4-110-15,0-12-134 0,15-14-202 16</inkml:trace>
  <inkml:trace contextRef="#ctx0" brushRef="#br0" timeOffset="252.48">9309 5985 1158 0,'0'0'19'0,"0"0"0"15,0 0 196-15,0 0-97 16,0 0-99-16,0 0 9 15,-71 84 27-15,58-23-3 16,1-1-30-16,8-2-11 16,4-2-7-1,0-1-2-15,0-7-2 0,0-7-14 16,0-5-62-16,0-11-68 16,6-3-86-16,-3-11-57 15,-3-11-350-15</inkml:trace>
  <inkml:trace contextRef="#ctx0" brushRef="#br0" timeOffset="409.97">8785 6268 1038 0,'0'0'1'0,"0"0"27"0,0 0 136 16,0 0-134-16,0 0 20 15,0 0-41-15,183-20-9 16,-73 20-1-1,6 0-123-15,-10 0-143 0,-12 0-343 16</inkml:trace>
  <inkml:trace contextRef="#ctx0" brushRef="#br0" timeOffset="850.04">9811 6164 1138 0,'0'0'31'16,"0"0"66"-16,0 0 19 15,0 0-49-15,0 0-11 16,0 0-37-16,-23-22-14 16,21 62 1-16,2 12 13 15,0 5-3-15,0-6-7 16,0-2-9 0,-2-9 1-16,-2-8-1 0,-1-10-2 0,0-10-8 15,3-8-20-15,2-4-10 16,-2-3 23-16,2-28 15 15,0-18-39-15,0-13 21 16,6-10-7-16,19-3 16 16,6 4-14-1,7 12 25 1,7 14 1-16,-1 14-1 16,3 13 2-16,-2 14 1 15,-3 4 8-15,-2 11 17 16,-9 29 9-16,-6 14-8 0,-14 13 11 15,-9 2 0-15,-2 0-15 16,0-6-10-16,-2-4-9 16,-9-11-5-16,5-11-1 15,-2-4-2-15,4-9-15 16,0-8-92-16,1-3-26 16,-1-8-80-16,-3-5-168 15</inkml:trace>
  <inkml:trace contextRef="#ctx0" brushRef="#br0" timeOffset="1038.4">9788 6374 956 0,'0'0'7'0,"0"0"33"16,0 0 110-16,0 0-90 15,0 0-40-15,134-27-17 16,-54 14-2-16,7 6-1 15,1-2-84-15,-9 5-126 16,-5 4-239-16</inkml:trace>
  <inkml:trace contextRef="#ctx0" brushRef="#br0" timeOffset="1274.83">10780 6211 992 0,'0'0'34'15,"0"0"-7"-15,0 0 134 16,0 0-66-16,0 0 4 16,0 0-46-16,-17-35-12 15,17 65-25-15,0 17 35 16,0 4-2-16,0 5-29 16,0-3-11-16,0-5-7 0,0-4 4 15,-6-7-6-15,0-4-7 16,4-5-91-16,2-6-88 15,0-8-102-15,0-14-151 16</inkml:trace>
  <inkml:trace contextRef="#ctx0" brushRef="#br0" timeOffset="1651.98">10785 6203 831 0,'0'0'43'16,"0"0"-42"-16,144-65 31 0,-90 57-24 15,-1 8 18-15,-13 0 24 16,-10 14 2-16,-18 18-7 16,-9 12-18-16,-3 4 24 15,-15 2 9-15,-17-1-22 16,-3-9-30-16,-6-8-1 16,6-8-4-16,3-6-2 15,1-7 1-15,2-6-2 16,2-5 2-16,6 0-1 15,0 0-2-15,7 0-2 0,6-5 2 16,8 4-2 0,0 1 3-16,0 0-10 15,12 0 10-15,13 10 7 0,14 10 3 16,5 6 18 0,0 2 8-16,-5-4 0 0,-6 2-25 15,-4-2-3-15,0-1-8 16,7-4-8-16,8-1-112 15,12-2-141-15,6-2-323 16</inkml:trace>
  <inkml:trace contextRef="#ctx0" brushRef="#br0" timeOffset="1903.66">11571 6270 1026 0,'0'0'20'15,"0"0"120"-15,0 0-14 16,0 0-17-16,0 0-77 16,0 0-29-16,33 6 45 15,-1 36 15-15,3 4-13 16,-2 4-21-16,-1-3-10 16,-1-1-14-16,-7-5-5 0,1-4-1 15,-2-7-19 1,-4-6-95-16,4-10-80 15,1-6-57-15,-2-8-180 0</inkml:trace>
  <inkml:trace contextRef="#ctx0" brushRef="#br0" timeOffset="2093.53">12086 6236 908 0,'0'0'12'15,"0"0"153"-15,0 0-23 16,0 0-48-16,0 0-23 15,0 0-40-15,4 14 6 16,-26 40-3-16,-3 2-17 0,0 2-8 16,2 5-9-16,0-5 0 15,3 0-50-15,9-8-116 16,7-13-123 0,4-16-590-16</inkml:trace>
  <inkml:trace contextRef="#ctx0" brushRef="#br0" timeOffset="2344.34">12614 6247 962 0,'0'0'15'0,"0"0"216"15,0 0-89-15,0 0-83 16,0 0-28-16,0 0 12 15,6 89 40-15,-12-27-51 16,2 3-8-16,4-5-17 16,0-2-2-16,0-4-3 15,0-11-2-15,0-10-9 16,2-6-68-16,13-12-91 16,1-8-63-16,-1-7-170 15</inkml:trace>
  <inkml:trace contextRef="#ctx0" brushRef="#br0" timeOffset="2570.59">12633 6316 798 0,'0'0'233'16,"0"0"-221"-16,0 0 180 0,0 0-160 16,54-105-24-16,-18 94 7 15,7 5-3-15,1 2-3 16,3 4 1-16,-3 0-6 15,-6 10-4-15,-15 12-9 0,-9 10-25 16,-14 6-101-16,-2 4-39 16,-29 2-168-16,-7-5 11 15</inkml:trace>
  <inkml:trace contextRef="#ctx0" brushRef="#br0" timeOffset="2737.89">12703 6575 547 0,'0'0'39'0,"0"0"105"16,0 0 65-16,0 0-108 15,0 0 1-15,0 0 0 16,-14 14 6-16,48-14-88 0,11 0-15 16,3-3-1-1,4-2-4-15,-3-1 0 0,-7 4-5 16,-6 0-83-16,-13 2-74 16,-9 0-161-16,-14 0-398 15</inkml:trace>
  <inkml:trace contextRef="#ctx0" brushRef="#br0" timeOffset="2911.11">12565 6872 946 0,'0'0'28'0,"0"0"154"16,0 0-68 0,0 0-19-16,0 0-61 0,142 44-11 15,-60-44-23-15,7-7-8 16,-1-8-67-1,3-1-71 1,0-1-217-16,5-2-400 16</inkml:trace>
  <inkml:trace contextRef="#ctx0" brushRef="#br0" timeOffset="3319.64">14079 6392 882 0,'0'0'63'0,"0"0"-12"16,0 0 78-16,-64-104-73 15,35 94 5-15,-4 6 1 16,-5 4-55-16,-4 2 2 16,5 25 1-16,8 8-7 15,14 5-3-15,11 7-3 16,4-1-1-16,2-2-10 15,25 0 9-15,11-2 5 0,6-4-4 16,7-4 4 0,3-4 2-16,-2-4 0 15,-6 2 2-15,-11 0-4 0,-8 3 7 16,-8 3 25-16,-15-6 29 16,-4 0-22-16,-4-4 20 15,-25-6-3-15,-10-5-19 16,-5-4 2-16,-10-9-11 15,1 0-18-15,-3-10-3 16,7-18-5-16,13-4-2 16,14-9-12-16,18-7-67 15,4-3-138-15,10-4-169 16</inkml:trace>
  <inkml:trace contextRef="#ctx0" brushRef="#br0" timeOffset="3672.51">15214 6448 1094 0,'0'0'20'0,"0"0"13"16,0 0 134-16,0 0-114 16,0 0-38-16,0 0-6 15,2 46 29-15,-2 13 60 16,0 11-18-16,-7-2-28 16,1-3-16-16,-4-8-19 15,4-11-8-15,-3-11-3 16,5-9-6-16,-1-8-2 15,5-3-35-15,0-7-109 16,0-2-112-16,0-6-77 0</inkml:trace>
  <inkml:trace contextRef="#ctx0" brushRef="#br0" timeOffset="3854.03">14982 6418 1125 0,'0'0'31'16,"0"0"-17"-16,0 0 56 16,0 0-64-16,116-14 7 15,-52 14 5-15,12 0 2 0,9 6-10 16,5-2-10-16,-4 3-4 16,-4-7-114-16,-11 0-269 15</inkml:trace>
  <inkml:trace contextRef="#ctx0" brushRef="#br0" timeOffset="4373.49">15332 5685 151 0,'0'0'886'0,"0"0"-885"0,0 0 60 16,0 0-42-16,0 0 6 15,141-38 5-15,-113 48 25 16,-8 15-25-16,-9 14 9 16,-11 5-13-16,0 6 20 15,-17 0-14-15,-17-2-13 16,-3-4-5-16,-4-12 1 16,8-5-1-16,-1-9 8 15,3-10-13-15,6-3 9 16,4-2 2-16,7-3 7 15,10 0 4-15,4 0-10 16,0 0 0-16,0 0 3 16,2 0 1-16,18 0-16 15,7 0-9-15,11-3-1 0,6 3-2 16,5 0-4-16,3 0-11 16,3 5-58-16,3 3-31 15,-2-7-71-15,-3-1-37 16,-4 0-283-16</inkml:trace>
  <inkml:trace contextRef="#ctx0" brushRef="#br0" timeOffset="4735.51">15922 5795 851 0,'0'0'8'0,"0"0"106"0,0 0 17 31,0 0-89-31,0 0 10 0,0 0-14 0,-46-44-27 15,34 60 0-15,-1 15-3 16,-1 10 42-16,3 5-28 16,5 3-10-16,0-2-6 15,6 0-1-15,0-6-5 16,0-1 0-16,2-11-3 16,17-3 3-16,6-6 6 15,6-6 5-15,2-9 0 0,5-5-1 16,5 0 1-16,-3-13 16 15,2-16 21-15,-6-9 14 16,-9-13-1-16,-14-11-7 16,-13-9-14-16,0 1-21 15,-23 8-8-15,-16 12-7 16,-11 15-4-16,-8 16-45 16,-13 13-99-16,-6 6-210 15</inkml:trace>
  <inkml:trace contextRef="#ctx0" brushRef="#br0" timeOffset="5963.2">8392 8572 1045 0,'0'0'9'0,"0"0"16"16,0 0 76-16,0 0-55 0,0 0 41 16,0 0-10-16,0 0-21 15,-83-106-4-15,83 84-41 16,2 6-11-16,13 6 0 15,4 4-2-15,-1 6-4 16,3 0 5-16,4 16 1 16,0 22 1-16,-3 14 5 15,-4 10-2-15,-7 7-1 16,-6-3-1-16,-5 0-1 16,0 0-1-16,-21-4 1 0,-14-2 0 15,-9-4-1-15,-6-12-2 16,1-12 0-16,0-7 1 15,6-15 1-15,4-10 2 16,3 0-1-16,7-18 3 16,9-17-4-16,9-5-9 15,11 0 5-15,0 3 0 16,0 10-1-16,20 9 5 16,0 6-2-16,0 8 2 15,3 2 3-15,0 2 4 16,2 9 6-16,4 18 15 15,0 10 3-15,2 6-15 16,3-2-7-16,-5-4-4 0,4-2-2 16,3-10-3-16,4-4-7 15,7-9-70-15,3-10-154 16,5-2-48-16,-7-6-450 16</inkml:trace>
  <inkml:trace contextRef="#ctx0" brushRef="#br0" timeOffset="6499.08">8964 8843 970 0,'0'0'34'0,"0"0"-32"0,0 0 96 16,0 0-44-16,0 0-47 16,0 0-5-16,-58-24 0 15,43 12 2-15,1 0 0 16,1-4 13-16,6-2 0 15,1 1 5-15,6-1-14 16,0 3 5-16,0 0-12 16,6 1-1-16,16 4 0 15,5 2-4-15,4 4 4 16,4 4 0-16,-2 0 0 16,0 22 5-16,-7 13-4 15,-4 5 6-15,-3 6-3 0,-13 4 1 16,-6 2 11-16,0 0-2 15,-6-2 15-15,-21-1 8 16,-9-8-4-16,-1-2-5 16,-4-7-8-16,4-8 0 15,5-6-11-15,-1-6-3 16,6-6-6-16,2-6 0 16,0 0-1-16,6-10-1 0,3-14 1 15,5-1-10 1,9 6 1-16,2 5 9 15,0 4 1-15,0 3-2 0,0 6 0 16,13 1 2-16,7 0 2 16,7 10 15-16,2 13 15 15,2 2-20 1,3-2-10-16,1-6-2 0,5-3 0 16,7-6-30-16,2-8-123 15,0 0-104 1,3 0-370-16</inkml:trace>
  <inkml:trace contextRef="#ctx0" brushRef="#br0" timeOffset="7663.45">8779 8324 579 0,'0'0'7'15,"0"0"29"-15,0 0 67 16,0 0-41 0,0 0 29-16,0 0 18 0,27 8-77 15,2-8-7-15,15 0 7 16,12 0-1-16,18 0-9 0,12-13 11 16,11 0-4-16,5-5-3 15,7-1-4-15,7 1-4 16,6 0-11-16,5 3-4 15,-2-2-2-15,-3-1 1 16,-1 3-2-16,1-2 0 16,1 1 0-16,2 0 0 15,4 0 0-15,7 1 1 16,-5 3-1-16,-2 1 2 16,-15-3-2-16,-7 1 0 0,-6 0-2 31,-6-1 2-31,3 0-3 0,-2-1 3 0,0 0 0 15,5 1 0-15,-1-1 1 16,-2 2-1-16,-7-2 0 16,-6 4 1-16,-16 0 0 15,-7 4-1-15,-10-2 2 16,-4 4-1 0,4 1-1-16,-1-3 0 0,6 4-1 15,6-3 1-15,2-3-1 16,0 3-1-16,1 1 1 15,-8-4 0-15,0 1-1 16,-9 1 1-16,0-3 0 0,-5-1 1 16,2-1-4-16,-2 2 3 15,0 0 0-15,5 0 1 16,3 0 0-16,-2 0-1 16,6 3 1-16,0 0-2 15,-4 1 0-15,-6 2 2 16,-5 0 0-16,-13 2 0 15,-3-2 1-15,-5-2-1 16,3 2 0 0,0-2 0-16,4 2 0 0,0-2 1 0,4 0-1 15,2-2 1 1,1 2 0-16,-1 2-1 16,1-2 1-1,-6 0 0-15,-3 0-1 16,0-1 2-16,-3 0 4 15,1 3-3-15,-1-3 2 16,4 2-1-16,1-1 2 16,2-1 2-16,5 4-6 15,-1-3 1-15,0-3 0 16,-1 5-1-16,-3-2-1 16,-5 2 4-16,-1 0-3 15,-6 0-2-15,3 2 2 0,3-2-1 16,1-1 3-16,5-2-2 15,0 0 0-15,2 0-2 16,-2 1 0-16,-6 2 0 16,-5 0 3-16,-7 0-3 15,-5 4 1-15,5-2 0 16,1 0 6-16,3 0 3 16,3 1-4-16,2-3 1 15,4 2-6-15,1-3 0 16,-1 1 0-16,-1 0-1 15,-4 0 1-15,-5 2-2 0,-3 2 1 16,-9-1-6-16,-2-2-82 16,-2-1-305-16</inkml:trace>
  <inkml:trace contextRef="#ctx0" brushRef="#br0" timeOffset="8261.02">10408 7443 422 0,'0'0'565'15,"0"0"-565"-15,0 0 77 16,0 0 6-16,0 0 12 16,0 0-70-16,89 26 12 15,-31-23 31 1,2-3-6-16,-9 0-40 0,-8 0-16 16,-8 0-6-16,-6 0-3 15,-8 0-42-15,-6 0-114 16,-9 0-88-16,-6 0-110 15</inkml:trace>
  <inkml:trace contextRef="#ctx0" brushRef="#br0" timeOffset="8466.26">10644 7241 775 0,'0'0'22'16,"0"0"82"-16,0 0 93 15,0 0-133-15,0 0-11 16,0 0 3-16,-16 56 53 15,16-4-40-15,0 6-4 16,0 1-30-16,0-1-21 16,0 0-8-16,-2-4-6 15,2-4-6-15,0-6-87 16,0-8-127-16,0-9-109 0,18-14-287 16</inkml:trace>
  <inkml:trace contextRef="#ctx0" brushRef="#br0" timeOffset="8921.9">11206 7535 567 0,'0'0'288'0,"0"0"-284"0,0 0 151 15,0 0-80-15,0 0 52 16,0 0-97-16,-38-120-6 15,44 104-11-15,15 3-13 16,2 9 0-16,4 3-4 16,-2 1 3-16,-6 0-2 15,-2 12 3 1,-1 17 2-16,-10 4 4 0,-2 11 1 16,-4 4 0-16,0-2-5 15,-4-3 6-15,-16-3-2 16,-2-9 10-16,-5 0-9 0,-4-9 5 15,2-2 9 1,-2-6-14-16,2-5 3 16,4-4-3-16,5-5 3 0,2 0 8 15,9 0-8-15,7 0 12 16,2 0-10-16,0 0 14 16,5 0 10-16,23-2-34 15,15-5-2-15,11-6-2 16,12 3-2-16,12-5-10 15,11 1-62-15,11-5-45 0,12-2-35 16,6-8-235 0</inkml:trace>
  <inkml:trace contextRef="#ctx0" brushRef="#br0" timeOffset="9534.53">13875 5657 111 0,'0'0'593'0,"0"0"-547"15,0 0 194-15,0 0-117 16,0 0-28-16,0 0-37 15,19-54 22-15,-16 54-21 16,-3 15-17-16,0 24 12 0,0 15 18 16,0 8-25-1,-5 1-10-15,-8 0-19 0,-1-9-11 16,4-5-4-16,1-8 0 16,2-9-3-16,2-5 0 15,5-7-10 1,0-4-67-1,5-4-92-15,19-9-75 0,7-3-104 0,5-7-369 16</inkml:trace>
  <inkml:trace contextRef="#ctx0" brushRef="#br0" timeOffset="9989.62">14287 5836 769 0,'0'0'9'0,"0"0"50"16,0 0 131-16,0 0-141 15,0 0 20-15,0 0-48 16,-29-102-16-16,4 97-4 16,-4 5-1-16,-4 0-2 15,-6 12 2 1,7 10 0-16,3 6 0 0,8 2-1 16,11 0 1-1,7-3-3-15,3-4-8 0,0-2 6 0,21-8 0 16,5-1 5-1,1-6 1-15,2-6-1 0,-3 0-6 16,-1 0-6 0,-2 0 3-1,-4-12 7-15,-1-4 2 16,-5 0 0-16,1 2 2 16,-5 0 4-16,-3 2 18 15,-1 6-2-15,-5 2 15 16,0 4-6-16,0 0-12 15,0 0-3-15,0 0 0 16,0 6-7-16,0 18 19 16,0 10 29-16,-7 6-28 0,1 3 3 15,-1-6 1-15,1-1-9 16,-2-4-13-16,2 1-11 16,-3-1 2-16,-1-2-4 15,0 4-26-15,-1 0-154 16,-5-4-55-16,-2-4-321 15</inkml:trace>
  <inkml:trace contextRef="#ctx0" brushRef="#br0" timeOffset="11168.38">10366 9001 753 0,'0'0'95'16,"0"0"-46"-16,0 0 132 16,0 0-89-16,0 0-21 15,0 0 4-15,-114-8-23 16,103-9-3-16,1 3-2 15,5-11-8-15,5-3-11 0,0 0-12 16,0 2-12-16,0 2-4 16,17 6 0-16,3 0-4 15,-1 5 4-15,5 6 0 16,2 1-1-16,-2 6-1 16,5 0 2-16,-2 7 0 15,0 22 0-15,-2 9 0 16,-10 8-2-16,-3 4 2 15,-6 4 0-15,-6 0 1 16,0-1 1-16,0-4 1 0,-20-10-2 16,-7-1 3-16,-4-8 3 15,-3-4-1-15,1-8 9 16,-3-4-12-16,2-4-3 16,2-6-4-16,1-4-6 15,1 0 1-15,8 0 5 16,4-4-10-16,5-6 6 15,11 0 5-15,2 0-3 16,0-2-9-16,4 0 3 16,16-2 8-16,5 4 3 15,2 2 1-15,4 6 1 16,-2 2 9-16,0 0 17 16,2 2-3-16,-5 16-6 15,3 2-12-15,-2 0-4 0,2 0-2 16,0 1-15-16,0-7-66 15,4-2-135-15,-1-5-3 16,1-3-215-16</inkml:trace>
  <inkml:trace contextRef="#ctx0" brushRef="#br0" timeOffset="11422.08">10913 8957 981 0,'0'0'0'0,"0"0"31"0,0 0 125 16,0 0-60-16,0 0-20 16,0 0 5-16,10-83-18 15,-10 83-11-15,0 7-31 16,0 31 1-16,0 14 27 16,0 12 0-16,0 1-17 15,-10-3-10-15,-1-4-12 16,1-10-7-16,0-4-1 15,6-7-4-15,1-10-9 16,3-3-52-16,0-6-150 16,7-11-173-16</inkml:trace>
  <inkml:trace contextRef="#ctx0" brushRef="#br0" timeOffset="12240.07">13079 5564 442 0,'0'0'420'16,"0"0"-413"-16,0 0 155 16,0 0-63-16,0 0-52 15,0 0-11-15,-100 34 8 16,74 3-7-16,3-1-19 15,7 0-8-15,1-4-4 0,8-8-3 16,-1-8-1-16,7-6 0 16,1-7-2-16,0 0 0 15,0-1-7-15,0-2 7 16,16 0 8-16,9 1-4 31,6-1-1-31,0 5-2 0,0 3-2 0,-4 4 2 31,-2 10-2-31,-2 6 2 16,-4 8-1-16,-9 2 19 16,-5-6 1-16,-5-8-5 0,0-5 21 15,-5-6-23-15,-19-2 1 0,-5 0 11 16,-5-2-17 0,3-3-6-16,2-3-2 15,5 0-47-15,4-3-149 16,9 0-7-16,4-21-282 15</inkml:trace>
  <inkml:trace contextRef="#ctx0" brushRef="#br0" timeOffset="12428.45">13073 5653 26 0,'0'0'676'0,"0"0"-675"0,0 0 26 16,115-21 21-16,-74 21 0 15,1 0 17-15,2 0-32 16,-1 0-27-16,-3 9-6 16,-9 0-25-16,-6 1-349 15</inkml:trace>
  <inkml:trace contextRef="#ctx0" brushRef="#br0" timeOffset="13267.24">12591 7586 697 0,'0'0'25'0,"0"0"-20"15,0 0 129-15,0 0-4 16,0 0-63-16,0 0 2 16,63-58 1-16,-63 58 2 15,-21 5-12-15,-16 25-54 16,-15 14-1-16,-12 17 8 16,-12 7 8-16,-11 10-3 15,-6 7 3-15,-9 1 13 0,-6 0-9 16,4 0 3-16,2-1-8 15,1-3 7-15,11-6 8 16,13-10-13-16,12-12-8 16,16-14-8-16,16-13 2 15,10-10-3-15,14-7-4 16,3-4-1-16,4 0 0 16,2-4-8-16,0-2-61 15,0 3-66-15,0-3-54 16,0 1-69-16,4-1-215 15</inkml:trace>
  <inkml:trace contextRef="#ctx0" brushRef="#br0" timeOffset="13927.58">11480 8943 1067 0,'0'0'16'16,"0"0"-15"-16,0 0 125 0,0 0-24 16,0 0-75-16,0 0-18 15,114-106 4-15,-72 100 7 16,0 1 14-16,-2 5 7 15,-4 0-3-15,-7 9-3 32,-14 19 1-32,-9 14-15 15,-6 10-2-15,0 9 8 16,-10 3-8-16,-13-2 14 16,-1-2-11-16,2-4-5 15,1-10 0-15,6-6-8 16,4-10-4-16,6-10-4 15,1-3-1-15,4-8-1 0,0 0-25 16,0-5-45-16,0-2-73 16,0-2-76-16,0 0-35 15,4-15-281-15</inkml:trace>
  <inkml:trace contextRef="#ctx0" brushRef="#br0" timeOffset="14132.58">11502 9310 23 0,'0'0'945'0,"0"0"-942"0,0 0 108 16,0 0-27-16,0 0-46 15,115-54 19-15,-52 47-18 16,11 1-6-16,5-5 0 16,11-1-19-16,3-4-11 15,3-8-3-15,-3-5-4 16,-10-10-109-16,-9-11-240 15</inkml:trace>
  <inkml:trace contextRef="#ctx0" brushRef="#br0" timeOffset="15029.3">11903 5474 1016 0,'0'0'21'15,"0"0"-17"-15,0 0 104 16,0 0-31-16,0 0-13 15,0 0-29-15,86-115-12 16,-47 104 10-16,-4 11-21 16,-6 0 1-16,-11 2 0 15,-14 24-8-15,-4 12 0 0,0 7-2 16,-2 5-3-16,-15 0 4 16,-8-6-3-16,0-5 0 15,-4-4 1 1,-2-9-1-16,0-4 2 0,2-8 0 15,2-2 0-15,5-6 5 16,2-2-2-16,9 0-2 16,5-2 0-16,6 0 0 15,0-2 0-15,0 0 2 16,0 0 1-16,0 0 6 16,21 0-6-16,15 0 0 15,9 0-3-15,9 0-4 0,6 0-4 16,7-8-80-16,6-6-105 15,-5-4-94-15,-6 2-392 16</inkml:trace>
  <inkml:trace contextRef="#ctx0" brushRef="#br0" timeOffset="15391.45">12373 5516 820 0,'0'0'22'0,"0"0"-22"0,0 0 104 15,0 0-52-15,0 0 5 16,0 0-45-16,86-100 3 16,-56 100 7-16,-3 0 3 15,-10 0 13-15,-10 18-1 16,-7 9-7-16,0 12-20 16,-17 3-8-16,-17 2 3 15,-2-3-5-15,0-5 2 16,1-4 3-16,1-9 1 15,3-5 18-15,2-1-5 16,4-5 8-16,8-4-5 0,5-2-9 31,10-4-8-31,0-2 3 0,2 0 1 0,0 0 2 16,14 0 18-16,16 0-8 16,13 0-16-16,9 0-3 15,4 0-2-15,6-10-17 16,7 0-75-16,2 4-21 15,0 6-57-15,-9 0-314 16</inkml:trace>
  <inkml:trace contextRef="#ctx0" brushRef="#br0" timeOffset="16257.59">12028 7317 963 0,'0'0'9'0,"0"0"-9"16,0 0 143-16,0 0-33 15,0 0-31-15,0 0-1 16,-49-42-41-16,49 46-1 0,4 32-3 16,18 18 20-1,1 16-21-15,4 10-15 0,-1 5 4 16,1 5-5-16,-1 2 3 15,1 4 3-15,2-3 4 16,0-5 0-16,0-2 7 16,-3-4-5-16,-3-3-13 15,-7-7-1-15,-4-8-4 16,1-11-4-16,-7-14-2 16,1-7-3-16,-1-9-1 15,-4-3 0-15,1-7-10 16,-1-2-78-16,3-4-117 0,3-7-151 15,5 0-361-15</inkml:trace>
  <inkml:trace contextRef="#ctx0" brushRef="#br0" timeOffset="17216.38">12375 9019 939 0,'0'0'0'16,"0"0"0"-16,0 0 43 0,0 0 64 16,0 0 30-1,0 0-25-15,-51 32-65 0,52-54-13 16,16-4-20-16,5-1-14 16,2 6-2-16,1 5-19 15,-3 6 11-15,1 6-10 16,-1 4 7-16,-4 0 2 15,2 0 9-15,0 18 2 16,-2 13 0-16,-1 7 3 16,-7 6 13-16,-10 1 9 15,0 3-3-15,-8-3 2 16,-15-1 14-16,-11 0 0 0,-4-8-18 16,-4-4-2-16,0-4-5 15,3-7 5-15,4-10-8 16,1-3-2-16,5-5-8 15,7-3 5-15,4 0-5 16,8 0 1-16,4-11-4 16,6-5-1-16,0 0-13 15,10 2-3-15,9 4 10 16,6 2 9-16,-2 6-1 16,-1 2 2-16,1 0-1 15,0 0 0-15,2 12 1 0,2 4-2 16,0 2 2-1,4 0 0-15,5 0 0 0,3-4-1 16,9-1-5-16,2-5-14 16,2-4-9-16,-6-4-2 15,-3 0 13-15,-8 0 8 16,-8-16 2-16,-4-11 8 16,-10-10 0-16,-2-10 1 15,-4-7 5-15,-5-2 0 16,0 6 1-16,-2 10 8 15,0 14 22-15,0 11-3 16,0 8-4-16,0 3-12 0,-4 4-8 16,-3 0-6-16,-2 18-4 15,0 18 3-15,3 12 4 16,1 4-4-16,5 2-1 16,0-4-2-16,0-6-5 15,5-7-14-15,16-9-6 16,2-10-8-16,4-8-14 15,2-6-5-15,0-4 41 16,-2 0-29-16,0-10 16 16,-6-16 23-16,0-9 1 15,-4-3 0-15,-3 0 6 0,-6 7 13 16,-3 12 22-16,-5 7 10 16,0 8 1-16,0 4-18 15,0 0 7-15,0 2-26 16,0 31-11-16,-7 16 23 15,-1 12 13-15,1 4-15 16,5 0-3-16,2 1-10 16,0-5-11-16,0-10-1 15,0-7-2-15,-5-12-40 16,-4-8-92 0,-6-12-140-16,-3-9-251 0</inkml:trace>
  <inkml:trace contextRef="#ctx0" brushRef="#br0" timeOffset="17844.86">9379 9213 1253 0,'0'0'0'0,"0"0"0"16,0 0 24-16,0 0 3 15,0 0-27-15,133 7-29 16,-44-7-151-16,11-14-340 16</inkml:trace>
  <inkml:trace contextRef="#ctx0" brushRef="#br0" timeOffset="18174.9">10882 9403 975 0,'0'0'7'0,"0"0"99"15,0 0 43-15,0 0-52 16,0 0-76-16,0 0-14 15,122 0-4-15,-72-3-3 16,8-3-32-16,9 0-90 16,1-1-135-16,7-7-421 15</inkml:trace>
  <inkml:trace contextRef="#ctx0" brushRef="#br0" timeOffset="18506.43">11847 9196 922 0,'0'0'18'16,"0"0"63"-16,0 0 102 15,0 0-75-15,0 0-4 16,0 0-91-16,92-42-11 16,-24 20-2-16,6 2-2 15,0 4-75-15,-10-1-126 16,-17 4-235-16</inkml:trace>
  <inkml:trace contextRef="#ctx0" brushRef="#br0" timeOffset="20187.79">10807 5524 835 0,'0'0'2'0,"0"0"82"16,0 0 33-16,0 0-71 16,0 0 31-16,0 0-39 15,0 0-9-15,-69-107 3 16,69 93-3 0,11 3-5-16,5 1-7 0,3 4-6 15,4 2-11-15,-3 4 1 16,-1 0-2-16,-2 0 1 15,-7 24-1-15,-5 12 1 16,-1 8 6-16,-4 8-6 16,0 6 2-16,0 1-1 15,-11-6 3-15,-6-9-2 0,-3-7 3 16,-1-11-4-16,-4-8 4 16,2-7 3-16,-2-6-3 15,-6-2 1-15,2-3-5 16,-2 0 3-16,2 0-4 15,6 0 0-15,4 0 2 16,5-6-2 0,7-5 2-16,5-5 1 0,2-1-3 15,0 0-2-15,0 3-1 16,11 4 3-16,5 1-6 16,-1 6 6-16,-3 0 0 15,1 2 5-15,-5 1-5 16,0 0 0-16,-4 0 0 15,3 0 1-15,-4 7 3 0,2 4 3 16,0-3-5-16,-1-2 2 16,-1-2-4-16,-1-2 2 15,0-2-1-15,-2 0 3 16,2 0-4-16,-2 0 4 16,3 0-2-16,-3 0 1 15,0 0-2-15,0 0 0 16,0 0-1-16,0 0-11 15,0 0-76-15,0 0-13 0,0 0-22 16,0 0-83 0,0-14-112-16,0-3-243 0</inkml:trace>
  <inkml:trace contextRef="#ctx0" brushRef="#br0" timeOffset="20597.88">10757 5428 453 0,'0'0'6'15,"0"0"36"-15,0 0 113 16,0 0-100-16,0 0 48 15,0 0-15-15,10-84 7 16,-10 82-18 0,0 0-1-16,0 2-11 0,0 0-30 15,0 0-13-15,0 27 0 16,0 15 32-16,0 15-5 16,0 7-13-16,0 6 35 15,0 1-32-15,0-8-2 16,0-8-13-16,0-9-3 15,0-9-13-15,0-12-1 0,0-9 0 16,0-6-7-16,0-5 1 16,0-2-1-16,0 0-5 15,0-3-66-15,8 0-132 16,9 0-47-16,4-18-68 16</inkml:trace>
  <inkml:trace contextRef="#ctx0" brushRef="#br0" timeOffset="21288.14">10851 5474 441 0,'0'0'17'15,"0"0"106"-15,0 0 4 16,0 0-48-16,0 0 31 16,0 0-17-16,-9-68-3 15,9 66-12-15,0 2 4 16,0 0-21 0,0 0-27-16,0 13-21 0,-2 23 4 0,-2 8 29 15,2 6-9-15,-1 1 1 16,3-2-5-16,-2-4-3 15,-2-3-1-15,2-7-2 32,-1-7-9-32,0-4 3 15,-1-4-12-15,2-8-5 16,0-2-2-16,0-6 1 16,2-2-2-16,0 1-1 15,0-3 2-15,0 0-1 16,0 0 5-16,0-3-3 0,0-24 0 15,0-10-3-15,0-11-1 16,0-6 0-16,0-4-2 16,0 5-5-16,0 8-3 15,0 8 4-15,0 15 3 16,0 8 3-16,0 6 1 16,0 3-2-16,0 5 2 15,0 0 0-15,0 0-3 16,0 0-1-16,0 5-1 15,0 26 3-15,0 10 2 0,-3 13 2 16,1 2-2 0,0 0 0-16,-2-3 1 0,0-5 0 15,-3-8 5-15,4-6-5 16,1-10 5-16,2-4-5 16,0-4-1-16,0-6-1 15,-2 2 1-15,2-1 0 16,-3-4-14-16,1 2-74 15,2-5-63-15,-2-4-67 16,2 0-23-16,0-7-204 16</inkml:trace>
  <inkml:trace contextRef="#ctx0" brushRef="#br0" timeOffset="22311.72">11237 5409 466 0,'0'0'16'16,"0"0"118"-16,0 0 15 15,0 0-31-15,0 0-16 16,0 0-63-16,-2-43-20 15,-7 41 6-15,-1-2 7 16,0 4 8-16,-3 0-14 16,-4 0-8-16,-3 0 1 15,1 1-3-15,0 14 2 16,2-1-8-16,3 6 7 0,3 6-1 16,9 2 0-1,2 6 16-15,0 6-5 0,27 3-7 16,11 0-3-16,6 1-3 15,5-1 0-15,7 1-10 16,-5-4-1-16,-4-1 2 16,-7-4 1-16,-13-3-4 15,-14-8 6-15,-10-2-3 16,-3-3-1-16,-8-6 1 16,-18 1 1-16,-6-5-3 15,1-5-2-15,0-3 0 16,5-1 1-16,4 0-1 0,1 0 4 15,4-8-5-15,5-12 2 16,4-4 1-16,8-3 1 16,0-6-2-16,0-3-2 15,12-4-1-15,11 0 1 16,6-3-2-16,0 4-3 16,2-4 5-16,-2 2 1 15,-6 2-1 1,-10-1 3-16,-7 4-3 0,-6 4 0 15,0 4-1-15,-4 6-8 16,-26 6-10-16,-9 12-92 0,-8 4-50 16,-4 0-102-16,3 10-444 15</inkml:trace>
  <inkml:trace contextRef="#ctx0" brushRef="#br0" timeOffset="25161.45">13639 9394 193 0,'0'0'172'0,"0"0"28"0,0 0-3 0,0 0 3 31,0 0-77-31,0 0-5 0,-10 10-15 0,10-10 1 16,14 0-12-16,15 0-46 15,13-5-37 1,12-6-9-16,8 4-16 0,5-2-112 0,5 0-73 15,-6-4-64-15,-8 0-324 16</inkml:trace>
  <inkml:trace contextRef="#ctx0" brushRef="#br0" timeOffset="25649.17">14225 9234 994 0,'0'0'1'0,"0"0"2"16,0 0 101-16,0 0-33 0,0 0-35 16,0 0-4-16,-27-112 4 15,49 97 15-15,9 5-19 16,3 5-21-16,-2 5-10 16,0 0 8-16,-3 1 1 15,-10 30 23-15,-11 14 2 16,-8 12-3-16,0 10-12 15,-18-4-1-15,-9 2-9 16,-6-7-2-16,-1-8 5 16,-1-8-6-16,-3-10 1 15,5-10-2-15,4-8-1 0,3-6 3 16,7-8-6 0,-1 0-2-16,2 0 2 0,7-21 4 15,3-8-1-15,5-7-2 16,3 1-2-16,0 10 0 15,9 6-1-15,6 8 4 16,3 7-1-16,5 4 1 16,1 0 0-16,5 9 24 15,6 14-1-15,-2 2-1 16,4-5-3-16,-4 3-9 16,1-3-14-16,-3-2-1 15,4-2-6-15,3-5-35 0,0 2-93 16,5-5-121-16,-6-8-47 15,-3 0-212-15</inkml:trace>
  <inkml:trace contextRef="#ctx0" brushRef="#br0" timeOffset="26010.62">14719 9358 168 0,'0'0'668'0,"0"0"-661"15,0 0 142-15,0 0-37 16,0 0-42-16,0 0 20 0,0-101-8 15,0 101-47-15,0 0-16 16,0 27-14-16,-6 9 10 16,1 12 3-16,1 5-5 15,4 2-3-15,0 0-5 16,0-5-3-16,4-6-2 16,11-6 3-16,5-12-3 15,8-8 0-15,-4-7 4 16,2-10-3-16,3-1 10 15,2 0-1-15,1-22 5 16,-3-10 16-16,-2-8 3 16,-7-6 2-16,-5-7-12 15,-11-1-2-15,-4-4-7 0,0 4 0 16,-28 8-9-16,-8 14-3 16,-4 12-3-16,-9 12-13 15,-2 8-54-15,-5 6-79 16,-1 22-113-16,10 0-265 15</inkml:trace>
  <inkml:trace contextRef="#ctx0" brushRef="#br0" timeOffset="26592.03">15245 9631 1072 0,'0'0'12'0,"0"0"34"16,0 0 172-16,0 0-97 16,0 0-75-16,0 0 11 15,-27 0 5-15,70 0-26 16,5 0-11-16,6 0-6 15,-2 0-3 1,-10 0-2-16,-9 0-3 0,-10 0-6 16,-8 0-5-16,-6 0-1 15,-2 0-10-15,-5 0-21 16,-2 0-68-16,2 0-81 16,-2 1-150-16,0-1-455 0</inkml:trace>
  <inkml:trace contextRef="#ctx0" brushRef="#br0" timeOffset="27439.99">16018 9378 877 0,'0'0'1'0,"0"0"60"15,0 0 68 1,0 0-41-16,0 0-15 0,-29-116-27 16,54 94 2-16,4 0-23 15,6 5 7-15,3 6-27 16,-2 3-3-16,-2 4 4 16,-11 4-5-16,-9 0 0 15,-7 0 0-15,-7 21 0 0,0 6 8 16,-7 9 2-16,-15 3-7 15,-5 0 0-15,3-3 0 16,-5-2 2-16,4-6-3 16,1-3 0-16,1-6 0 15,8-2 0-15,1-9 1 16,8-3 3-16,3-2-7 16,3-3 4-1,0 0 4-15,0 2-5 0,11 2 3 16,18 1 5-16,7 1-4 0,5 3-5 15,-2 1-2 1,1 6 0-16,-3 8 0 0,-12 4 5 16,-2 4 18-16,-11-2-2 15,-12 1 4 1,0-4-3-16,-14-3 5 0,-19-4-12 16,-9-3 4-16,-8-5 6 15,-1-6-7-15,4-6 3 16,0 0-11-16,7 0 0 15,7-11-8-15,8-13-1 16,10-8-1-16,10-6-46 0,5-10-101 16,5-6-171-1,26-6-452-15</inkml:trace>
  <inkml:trace contextRef="#ctx0" brushRef="#br0" timeOffset="28011.14">16587 9605 826 0,'0'0'22'16,"0"0"4"-16,0 0 145 15,0 0-59-15,0 0-60 16,0 0-6-16,-27 0 21 16,54 0 1-16,6 0-64 15,9 0 8-15,3 0 1 16,-1 0 15-16,0 4 18 15,-3 0-10-15,-10 1-4 0,-4-4 2 16,-12 1-9-16,-6-2-13 16,-7 0 0-16,-2 0-3 15,0 0 0-15,0 0-4 16,0 3-4-16,0-3-1 16,0 0-7-16,0 0-39 15,0 0-74-15,0 0-56 16,0 1-20-16,0-1-108 15,-2 0-255-15</inkml:trace>
  <inkml:trace contextRef="#ctx0" brushRef="#br0" timeOffset="28919.6">17386 9238 950 0,'0'0'21'0,"0"0"39"15,0 0 147-15,0 0-39 16,0 0-71-16,0 0-20 16,7-12-27-16,-23 56 25 15,-1 10-21-15,1 3-11 16,7-1-10-16,2-3-9 16,5-2-13-16,2-4-8 0,0-3 0 15,0-2-3-15,0-9-4 16,5-1-35-16,12-8-81 15,8-2-105 1,1-10-113-16,6-12-110 0</inkml:trace>
  <inkml:trace contextRef="#ctx0" brushRef="#br0" timeOffset="29282.18">17705 9382 974 0,'0'0'11'16,"0"0"73"-16,0 0 84 0,0 0-63 15,40-102-10 1,-40 102-20-16,0 0-43 0,0 14-23 16,-16 24-8-16,-4 12 32 15,5 11-15-15,5-1 0 16,4 0-14-16,6-5-2 16,0-10-1-16,2-7 2 15,18-10-3-15,7-6-5 16,7-8 5-16,2-8 2 15,7-6-2-15,5 0 3 16,3-15-2-16,0-17 3 0,-4-10 5 16,-9-5 4-16,-12-12 7 15,-15-5 2-15,-11 2 10 16,0 6-23 0,-31 13 1-16,-12 16-8 15,-10 13-2-15,-7 14-6 0,-2 0-9 16,2 12-85-16,-1 17-93 15,1 2-160-15,2-5-594 16</inkml:trace>
  <inkml:trace contextRef="#ctx0" brushRef="#br0" timeOffset="30463.37">8543 10329 1140 0,'0'0'3'15,"-132"-32"-3"-15,92 28 4 0,14-2 26 16,15 6 36-1,11-3-9-15,0 3-23 0,42 0-18 16,60 7-6-16,66 15 14 16,79 2-6-16,67 4-13 15,66 6 0-15,77 14-5 16,65 18 0-16,70 18-1 16,52 18 1-16,21 9-5 15,-4 5 1-15,-21 5 4 16,-34-11 0-16,-18-5 5 15,-22 1 98-15,-25-6-42 16,-31-4-28-16,-41-4 4 0,-51-20-20 16,-55-11-4-1,-68-16-10-15,-77-13-3 0,-78-11-18 16,-78-21-90-16,-62 0-170 16,-41-23-378-16</inkml:trace>
  <inkml:trace contextRef="#ctx0" brushRef="#br0" timeOffset="32120.24">10722 11578 1221 0,'0'0'26'0,"0"0"-15"16,0 0 45-16,0 0 39 15,0 0-53-15,0 0 16 16,-38 153 3-16,38-50-10 15,2 6-22-15,16-3-9 16,-5-5-11-16,-2-11 0 16,-3-10-1-16,-4-10-6 15,-2-12 0-15,-2-12-2 16,0-6-1-16,0-5-6 16,0-9-56-16,0-7-157 15,0-17-63-15,2-2-134 16,-2-41-59-16</inkml:trace>
  <inkml:trace contextRef="#ctx0" brushRef="#br0" timeOffset="32319.44">10736 11794 1085 0,'0'0'5'0,"0"0"-5"15,0 0 25-15,0 0 37 16,77-104-13-16,-21 88-14 15,4 9 11-15,-2 7-24 0,0 0-22 16,-9 22-4 0,-6 10-37-16,-12 5-50 0,-16 10-96 15,-15-1-198-15</inkml:trace>
  <inkml:trace contextRef="#ctx0" brushRef="#br0" timeOffset="32496.54">10724 12290 538 0,'0'0'382'16,"0"0"-381"-16,0 0 50 16,0 0 50-16,0 0 1 15,16 108 1-15,42-102-31 16,19-6-19-16,17 0-30 0,4 0-23 16,-1-4-3-16,-14-6-152 15,-8 1-147-15,-13-6-225 16</inkml:trace>
  <inkml:trace contextRef="#ctx0" brushRef="#br0" timeOffset="32970.58">11731 12039 1132 0,'0'0'6'15,"0"0"25"-15,0 0 84 16,0 0-50-1,0 0-40-15,0 0 42 0,-44 113-7 16,39-51-22-16,5-2-21 16,0-4-9-16,0-3-4 15,0-15-3-15,0-11-1 16,0-13 0-16,0-8 0 16,0-3 1-16,0-3 2 15,0 0 5-15,0-35 5 16,-2-20-12-16,2-22-1 0,5-13-4 15,23-6 0-15,9 1-13 16,-2 15-6-16,-2 18 8 16,-1 24 12-16,-8 17 3 15,-2 15 1-15,2 6 1 16,3 10 7 0,7 30 5-16,3 19 13 0,0 9 10 15,-4 7-11-15,-7-2 4 16,-6-5-18-16,-6-5-7 15,-7-11-3-15,-5-6-2 0,-2-6 0 16,0-7-1-16,0-5-2 16,-4-5-21-1,-9-5-110-15,-1-8-116 0,-7-10-11 32,-8 0-315-32</inkml:trace>
  <inkml:trace contextRef="#ctx0" brushRef="#br0" timeOffset="33097.18">11631 12352 1001 0,'0'0'17'0,"0"0"46"0,0 0 77 15,0 0-91-15,198-52-49 16,-77 26-8-16,12-7-176 16,3-2-263-16</inkml:trace>
  <inkml:trace contextRef="#ctx0" brushRef="#br0" timeOffset="33679.71">12627 12028 1163 0,'0'0'6'31,"0"0"16"-31,0 0 126 0,0 0-79 0,0 0-35 16,0 0 29-16,-29 81 10 15,29-28-25-15,0 3-19 16,4 0-15-16,10-2-9 16,-3-1-4-16,-7-6-1 15,-4-4-2-15,0-3-12 16,-8-10-111 0,-13-9-104-16,4-12-1 0,-2-9-100 15,5-23 39 1,0-28-3-1,3-18 154-15,4-9 140 0,7 0 112 16,0 2 22-16,22 6 46 16,17 9-77-16,7 12-71 15,12 18 9-15,4 10 68 16,3 8-71-16,1 7 35 16,-5 6 10-16,-10 0-15 15,-13 24-15-15,-18 15-15 16,-18 11-20-16,-2 6-9 0,-24 2-1 15,-20-4 3 1,-6-8 1-16,-4-8 2 16,2-9 1-16,2-10 13 0,6-7 15 15,8-5-6-15,7-1-11 16,14-5 11-16,6 2-4 16,9-1-4-16,0 5 4 15,0 11-19-15,29 8 11 16,15 11 34-16,12 1-33 15,8-2-19-15,3-4-7 16,-4-8 1-16,-3-3-2 16,-2 2-20-16,2 5-148 15,-1 4-1-15,-2-2-571 0</inkml:trace>
  <inkml:trace contextRef="#ctx0" brushRef="#br0" timeOffset="34058.83">13786 12136 1145 0,'0'0'15'0,"0"0"95"0,0 0 42 16,0 0-37-16,0 0-54 15,0 0-26-15,-14 17-20 16,14 46 14-16,0 12-18 15,7 2-8-15,0-5-2 16,-3-5-2 0,-4-8-16-16,0-6-119 0,0-13-93 15,0-16-39-15,0-18-264 16</inkml:trace>
  <inkml:trace contextRef="#ctx0" brushRef="#br0" timeOffset="34247.18">13779 12166 1037 0,'0'0'4'16,"0"0"30"-16,0 0 116 16,0 0-42-16,0 0-50 15,0 0-1-15,176 66-12 16,-98-20-25-16,0 2-14 16,-2-2-6-16,-5-2-9 15,-12-7-158-15,-2-12-89 16,-7-13-169-16</inkml:trace>
  <inkml:trace contextRef="#ctx0" brushRef="#br0" timeOffset="34435.75">14603 12021 1172 0,'0'0'6'0,"0"0"60"0,0 0 71 15,-138-55-57-15,87 95-56 16,-1 18-6-16,10 11-9 15,9 10-8-15,10 3-1 16,10 2-1-16,9-5-82 16,4-15-191-16,0-23-148 15</inkml:trace>
  <inkml:trace contextRef="#ctx0" brushRef="#br0" timeOffset="34655.71">14670 12071 1288 0,'0'0'6'16,"0"0"56"-16,0 0 38 0,0 0-62 15,0 0-9-15,0 0 67 16,0 161-54-16,0-87-22 16,9 4 6-16,6 4-23 15,-1-4-3-15,-5-1 0 16,-3-9-5-16,-3-10-53 15,-3-9-152-15,0-16-161 0,4-16-551 16</inkml:trace>
  <inkml:trace contextRef="#ctx0" brushRef="#br0" timeOffset="34954.43">15158 12187 1200 0,'0'0'9'15,"0"0"41"-15,0 0 35 16,0 0-46 0,0 0 60-16,-13 154-33 0,13-89-19 15,0-5-24-15,0-4-5 16,0-3-12-16,2-6-4 15,-2-4-2-15,0-3-4 16,0-4-20-16,-13-6-176 16,-1-10-109-16,5-14-296 15</inkml:trace>
  <inkml:trace contextRef="#ctx0" brushRef="#br0" timeOffset="35144.61">15124 12268 1184 0,'0'0'6'0,"0"0"17"0,0 0 122 0,0 0-57 15,0 0-75-15,0 0-4 16,161-40 0-16,-105 40-9 0,-5 0-1 16,-5 0-55-1,-7 6-135-15,-15 7-67 0,-15 0-293 16</inkml:trace>
  <inkml:trace contextRef="#ctx0" brushRef="#br0" timeOffset="35349.58">15060 12571 1098 0,'0'0'24'15,"0"0"34"1,0 0 56-16,0 0-37 15,0 0-19-15,0 0 13 16,116 32-41-16,-35-32-19 16,7 0-9-16,1 0-2 15,-10-10 0-15,-19 1-17 16,-25 6-74-16,-24 3-106 16,-11 0-22-16,-15 0-105 15,-32 16-264-15</inkml:trace>
  <inkml:trace contextRef="#ctx0" brushRef="#br0" timeOffset="35521.28">15076 12872 730 0,'0'0'86'0,"0"0"101"15,0 0-58-15,0 0-1 16,0 0-21-16,0 0-5 16,86 65-56-16,-20-62-24 15,11-2-9-15,6-1-13 16,2 0 0-16,-1 0-68 15,-4 0-205-15,-11-9-248 16</inkml:trace>
  <inkml:trace contextRef="#ctx0" brushRef="#br0" timeOffset="35961.86">16994 12191 1334 0,'0'0'5'16,"0"0"17"-16,0 0 27 15,0 0 9-15,0 0-45 16,0 0 41-16,-4 143 18 15,4-65-31-15,0-1-13 16,0-5-16-16,0-5-5 0,0-4-4 16,0-11 0-1,0-8-3-15,0-8-7 0,0-9-65 16,0-12-181-16,0-15-123 16,15-1-499-16</inkml:trace>
  <inkml:trace contextRef="#ctx0" brushRef="#br0" timeOffset="36325.28">17204 12097 956 0,'0'0'8'16,"115"-29"-8"-16,-48 29 40 16,-4 1 12-16,-13 33 12 15,-19 16-35-15,-21 13-8 16,-10 5 25-16,-22 4-41 15,-26-4 3-15,-12-6-6 16,-6-7 0-16,-5-13-1 16,2-16-1-16,6-8 2 15,10-6 0-15,15-8-1 16,11 0 3-16,15-2-2 0,12 2 3 16,0 7 10-1,29 10 19-15,27 15 39 0,21 8-6 16,16 6-44-16,7-1-2 15,10-10 5-15,-4-6 3 16,-1-7 0-16,-7-4-10 16,-12-6-12-16,-14 2-7 15,-19 0-21-15,-24 0-239 16,-27-2-316-16</inkml:trace>
  <inkml:trace contextRef="#ctx0" brushRef="#br0" timeOffset="40593.68">10484 14686 1177 0,'0'0'3'16,"0"0"-1"-16,-130-52 3 16,79 20 29-16,8-10 32 15,9-2 5-15,18-8-39 16,14 2-15-16,2 1-8 15,18 5 1-15,26 6 6 16,5 7-2-16,4 8-7 16,1 10-6-16,-3 6 2 15,-6 7-2-15,-8 0-1 0,-5 13 2 16,-12 23 2-16,-7 8 2 16,-9 12 2-16,-4 8-2 15,0 4 0-15,-28 6-2 16,-10 3 1-16,-14 0-3 15,-5-6 0-15,1-22-1 16,0-13 3-16,7-9 2 16,9-13 0-16,4-7 0 15,5-7 3-15,6 0 0 16,5-17-1-16,3-16 1 0,5-10-1 16,6-6-8-16,6 2 2 15,0 8 2-15,4 13-1 16,18 8 6-16,7 9 6 15,5 9-9-15,6 9 4 16,5 27-5-16,1 17-1 16,8 6-1-16,2 2-3 15,0-5 0-15,-2-9-9 16,0-12-98-16,2-11-152 16,2-20-65-16,-2-4-335 15</inkml:trace>
  <inkml:trace contextRef="#ctx0" brushRef="#br0" timeOffset="40930.83">11008 14405 1235 0,'0'0'3'16,"0"0"0"-16,0 0-1 16,0 0 13-16,-119 92 6 0,112-25 16 15,7 9-13 1,5 2-5-16,26-3-8 0,7-13-11 15,0-12 0-15,-1-16 1 16,-1-11 0-16,-2-13-1 16,-3-10 21-16,1-6 39 15,1-33 10 1,-2-14 7-16,-7-10-6 0,-6-14-7 16,-14 3-23-16,-4 5-15 15,0 14-15-15,-15 15-5 16,-16 12-3-16,-8 15-3 0,-5 7-5 15,0 6 2-15,-5 0-5 16,-1 23-81-16,0 11-117 16,-6-6-186-16</inkml:trace>
  <inkml:trace contextRef="#ctx0" brushRef="#br0" timeOffset="42151.67">2396 6298 466 0,'0'0'34'16,"0"0"98"-16,-127 12-19 0,86-4-22 15,1 1-10 1,4-4-8-16,1 1-7 0,0-2 3 15,-2 1-8-15,0 1-20 16,-1 1-10-16,0 1-6 16,3 5-19-16,6-2 2 15,4 4-6-15,12-4-1 16,6 3 3-16,7 2-3 16,29 3 3-16,56-2 5 15,56-7-4-15,71-1 2 16,81-5-7-16,70 10-4 15,76 10 4-15,60 20 2 16,31 20-2-16,14 21 1 0,-18 5-1 16,-34-2 4-16,-46-10-2 15,-61-19-2-15,-59-20 6 16,-72-14 2-16,-61-18 22 16,-61-7-10-16,-54 0 2 15,-45 0-18-15,-33 0-3 16,-46-11-1-16,-62-5-14 15,-58 1-86-15,-46 5-50 16,-40 2-181-16</inkml:trace>
  <inkml:trace contextRef="#ctx0" brushRef="#br0" timeOffset="42578.54">2259 7778 889 0,'-144'-22'11'0,"13"13"-11"16,15 5 51-1,20 1 20-15,24 3-8 0,24 0-25 16,17 0 11-16,14 0 0 15,15 0-2-15,2 0-3 16,34 0-17-16,55 3-14 16,71-3 18-16,81 0-5 15,83 0-17-15,74-11-3 16,72 11-4-16,58 0 3 16,33 25 3-16,15 22-7 0,-26 7 4 15,-47 2-1-15,-64-3 0 16,-76-17-4-16,-78-14 6 15,-79-16 2-15,-73-6 8 16,-57 0-5-16,-45 0-2 16,-28 0-9-16,-3-5 0 15,-48-2-36-15,-37-1-160 16,-25-9-158-16</inkml:trace>
  <inkml:trace contextRef="#ctx0" brushRef="#br0" timeOffset="47602.9">15695 11205 671 0,'0'0'16'0,"0"0"45"15,0 0 17-15,0 0 15 16,0 0 1-16,0 0-27 15,0 0-32-15,-9-43-20 0,9 53-2 16,-5 23-7 0,1 11 29-16,-2 13-3 15,-1 5-22-15,1-2-2 0,0-6-8 16,2-16 2-16,2-14-1 16,-2-10-1-16,4-10 2 15,0-4-2-15,0 0 4 16,0 0 6-16,0-12 1 15,10-20-7-15,13-10-4 16,6 0 1-16,9 5 0 16,9 8-1-16,7 7 0 15,10 1 1-15,5 11-1 16,-2 10 4-16,-7 0 6 0,-9 36 1 16,-15 10-5-16,-17 8 6 15,-16 3-4-15,-3-7 5 16,-29-4 20-16,-18-6 0 15,-9-6-9-15,-2-5-11 16,3-5-9-16,1-7 0 16,7-3-2-16,3-5-4 15,4-5-5-15,4-4-45 16,10-3-143-16,1-35-91 16,5-25-398-16</inkml:trace>
  <inkml:trace contextRef="#ctx0" brushRef="#br0" timeOffset="47823.58">15625 11069 795 0,'0'0'1'16,"0"0"-1"-16,0 0 25 16,0 0 28-16,114-22 10 15,-39 12 6-15,13-2 1 16,3-2-10-16,-6 2-9 0,-16 6-8 15,-20 2-25-15,-17 4-18 16,-14 0 0-16,-12 8-4 16,-6 16-6-16,-16 8-61 15,-24-1-176-15,-11-1-310 16</inkml:trace>
  <inkml:trace contextRef="#ctx0" brushRef="#br0" timeOffset="48830.96">11515 14979 1074 0,'0'0'13'0,"0"0"0"15,0 0 40-15,0 0 47 31,0 0-54-31,0 0-26 0,-6 0 16 0,87 0 14 16,20 6-35-16,12-2-15 16,1 6-4-16,-4 3-70 15,-16 2-167-15,-21-7-272 16</inkml:trace>
  <inkml:trace contextRef="#ctx0" brushRef="#br0" timeOffset="49146.75">12180 14865 1075 0,'0'0'3'15,"0"0"3"-15,0 0 26 16,0 0 5-16,-54-113 3 16,91 91 12-16,19 0-45 15,5 4 8 1,-1 11 7-1,-10 7 29-15,-5 0-13 0,-9 33-4 0,-9 17-10 16,-9 14-7-16,-11 11-2 0,-7-5 8 31,0 2-12-31,0-8 0 16,-13-3-3-16,5-7-2 16,2-4-4-16,-1-10-2 15,3-8-1-15,-1-1 1 16,0-8-3-16,5-2-14 15,0-8-166-15,0-9-19 16,0-4-160-16,0-7-136 16</inkml:trace>
  <inkml:trace contextRef="#ctx0" brushRef="#br0" timeOffset="49461.51">12315 15262 590 0,'0'0'99'15,"0"0"22"-15,0 0 37 16,0 0-26-16,0 0-27 15,0 0-48-15,-41-30-39 16,73 25 39-16,19 4-2 16,14-3-11-16,4-5-9 15,5 1 8-15,-8 2 3 16,-12-2-13-16,-12 4-21 16,-13 3-7-16,-9-3 1 0,-7-1-2 15,-5 4-2-15,-6 1-2 16,-2 0 0-16,0 0 0 15,0 0 0-15,0 0-1 16,0 0 1-16,0 0 2 16,0 0-2-16,0 0-2 15,0 0-1-15,0 0-3 16,6 0-16-16,3 1-103 16,5 8-75-16,3-9-211 15</inkml:trace>
  <inkml:trace contextRef="#ctx0" brushRef="#br0" timeOffset="49807.32">13322 15168 1076 0,'0'0'3'0,"-119"-16"1"0,87 13 26 16,16 1 38-16,14 1-35 16,2 1-10-16,4 0-17 15,29 0 1-15,17 6 9 16,8 5-3-16,4-5 7 16,3-2 45-16,-1-1 7 15,3-3-9-15,-3 0-9 16,-10 0-17-16,-9 0-11 15,-16 0-14-15,-9-3-11 16,-6 3-1-16,-4 0-4 16,1 0-36-16,-1 9-134 15,-2 2-54-15,-1 0-155 16</inkml:trace>
  <inkml:trace contextRef="#ctx0" brushRef="#br0" timeOffset="51002.68">14149 11368 951 0,'0'0'13'16,"0"0"-13"-16,0 0 16 16,0 0 19-16,0 0 37 15,0 0-5-15,-38-53-12 16,38 53-18-16,0 0-26 15,-3 14-9-15,-1 22 1 16,-2 8 6-16,-5 3 15 16,-1-3-4-16,3-7-6 15,1-4-12-15,0 1 1 16,2-1-2 0,2-2-1-16,4 1 0 0,0 1-7 15,2-4-35-15,22-4-179 0,5-18-163 16</inkml:trace>
  <inkml:trace contextRef="#ctx0" brushRef="#br0" timeOffset="51552.98">14320 11537 830 0,'0'0'4'0,"0"0"-3"0,0 0 10 31,0 0 4-31,0 0 5 0,0 0 8 0,-42-73 2 32,44 46-7-32,23 2-10 15,8-1 3-15,3 8-5 16,2 3-8-16,-1 8 4 16,-6 7-2-16,-6 0 6 15,-4 5-2-15,-9 23-1 16,-3 7-5-16,-4 2 4 15,-2 2 7-15,-3-7-8 0,0-4-2 16,-8-6 5 0,-13-4-4-16,-8-2 1 0,-3-4 1 15,-3-2 0-15,4-1-1 16,6-6-4-16,9-3 3 16,7 3 0-16,7-3-5 15,2 0 7-15,0 0-2 16,4 0 4-16,23 0 0 15,4 0-6-15,5-3-1 16,-7 3-2-16,-2 0 0 16,-2 4 0-16,-4 23 0 15,-5 2 1-15,-7 4 0 16,-7-4 3-16,-2 0 0 0,0-4 4 16,-27 2 13-16,-15 2 12 15,-16 0-19-15,-4 1-14 16,-1-3 1-16,3 2-2 15,4-1-4-15,1-2-1 16,-3-2-108-16,0-10-162 16,-2-14-452-16</inkml:trace>
  <inkml:trace contextRef="#ctx0" brushRef="#br0" timeOffset="52277.15">13839 14730 813 0,'0'0'18'0,"0"0"115"0,0-106-91 16,0 73 47-16,3 8-7 16,-1 11 2-16,-2 3-31 15,2 10 11-15,-2 1-17 16,0 0-30-16,0 0-9 15,0 36-8-15,0 17 7 16,0 14 16 0,4-1-3-16,-1-4 1 0,-3-9 5 15,2-8-1-15,0-5-3 16,-2-7-7-16,2-3-10 16,-2-8-1-16,2-4-3 15,0 4-1-15,3-4-2 16,4 4-3-16,2-2-10 0,7-2-97 15,6-10-119-15,7-8-120 16,3-18-514-16</inkml:trace>
  <inkml:trace contextRef="#ctx0" brushRef="#br0" timeOffset="52628.6">14225 14633 1010 0,'0'0'10'0,"0"0"28"0,0 0 19 15,0 0-16-15,0 0-19 16,0 0-15-16,-27-4-4 16,24 39 7-16,3 9-3 15,0-4-5-15,9-5 2 16,16-2-1 0,10-2 0-16,8-6-1 0,8 0-2 15,5-4 2-15,-3-2-1 16,-4-1 2-16,-10-1-2 15,-13 0 0-15,-10 5 8 16,-14 2 1-16,-2 6 9 16,-7-2 20-16,-28 2 18 15,-13-1-8-15,-2-5-18 16,0-7-20-16,6-5-9 0,15-8 0 16,9-4-2-16,7 0-9 15,10-10-112-15,3-35-91 16,0-22-259-16</inkml:trace>
  <inkml:trace contextRef="#ctx0" brushRef="#br0" timeOffset="52828.9">14367 14534 843 0,'0'0'18'0,"0"0"64"16,0 0 10-16,0 0-18 15,0 0-27-15,0 0 31 0,74-22 9 16,4 22-32-1,18-9-17-15,4-12-5 0,-2-6-14 16,-16 2-12 0,-19 4-7-16,-19 9-3 0,-19 5-88 15,-15-4-134-15,-10-7-307 16</inkml:trace>
  <inkml:trace contextRef="#ctx0" brushRef="#br0" timeOffset="54271.2">1191 9561 1134 0,'0'0'3'0,"-175"18"-3"16,129-15 106-16,32-3-33 15,14 0-49-15,54-19 10 16,44-25-9 0,45-18-15-16,35-17-1 0,22-5 23 0,14-3 25 15,-2 2-18-15,0 5 1 16,-10 7-25-16,-15 16-6 16,-17 10-8-16,-27 17-1 15,-37 10-2-15,-33 12-34 16,-36 8-133-1,-37 14-96-15,-18 26-250 16</inkml:trace>
  <inkml:trace contextRef="#ctx0" brushRef="#br0" timeOffset="54679.59">1359 10381 1123 0,'0'0'3'0,"0"0"0"15,0 0-2-15,0 0 7 16,0 0 3-16,116 95 27 15,63-86 8-15,64-9-21 16,77 0 6-16,67 0 20 16,38 0-6-16,24 12-6 15,-2 20-18-15,-23 4 10 16,-23-5 24-16,-29-9-6 16,-39-8-14-16,-32-9 2 15,-36-5-20-15,-43 0 0 16,-41 0-7-16,-49-4-7 0,-45-5 0 15,-37 3-2-15,-29-3-1 16,-21 0-8-16,-11-9-58 16,-36-7-208-16,-18-8-238 15</inkml:trace>
</inkml:ink>
</file>

<file path=ppt/ink/ink1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5.68611" units="1/deg"/>
          <inkml:channelProperty channel="T" name="resolution" value="1" units="1/dev"/>
        </inkml:channelProperties>
      </inkml:inkSource>
      <inkml:timestamp xml:id="ts0" timeString="2023-09-16T14:14:06.263"/>
    </inkml:context>
    <inkml:brush xml:id="br0">
      <inkml:brushProperty name="width" value="0.05292" units="cm"/>
      <inkml:brushProperty name="height" value="0.05292" units="cm"/>
      <inkml:brushProperty name="color" value="#FF0000"/>
    </inkml:brush>
    <inkml:brush xml:id="br1">
      <inkml:brushProperty name="width" value="0.05292" units="cm"/>
      <inkml:brushProperty name="height" value="0.05292" units="cm"/>
      <inkml:brushProperty name="color" value="#0070C0"/>
    </inkml:brush>
  </inkml:definitions>
  <inkml:trace contextRef="#ctx0" brushRef="#br0">9371 6829 882 0,'0'0'4'0,"0"0"90"15,-6-116 29-15,-14 88-48 16,-2 6-2 0,-5 8-31-16,-6 8 17 0,-3 6-45 15,-1 0-4-15,-4 23-7 16,7 10-1-16,8 11-2 15,10 6-1-15,12 7-1 0,4 2 1 16,13-2 1-16,23-1-1 16,7 0 2-1,3 1-1-15,-4 0 0 0,-6 2 1 16,-10-1-1-16,-14-10 1 16,-10-12 0-16,-2-7 5 15,-14-10 6-15,-24-7 12 16,-10-4 17-16,-13-8-18 15,-3 0-8-15,11-14 3 16,5-22-11-16,15-12 5 0,18-14-12 16,15-17-31-16,19-1-137 15,49-3-100-15,14 8-275 16</inkml:trace>
  <inkml:trace contextRef="#ctx0" brushRef="#br0" timeOffset="642.8">9556 7386 940 0,'0'0'0'15,"0"0"0"-15,0 0 28 16,0 0-11-16,0 0 4 15,0 0 4-15,101-25-14 16,-65 2 0-16,-6 0-4 16,-2-4 5-16,-4-4 1 15,-6-1 3-15,-2-1 8 16,-10 1-1 0,-6 4 1-16,0 5 1 0,0 2-8 15,-4 3 9-15,-12 4-10 0,1 5 0 16,-3 4 12-1,-5 5-2-15,-1 0-18 0,-3 17-5 16,3 21 3-16,1 9 8 16,8 12 9-1,4-1-6-15,10-2-2 0,1-4-9 16,0-10-3-16,19-4-3 16,10-8-1-16,4-6-2 15,9-10 2-15,7-6-11 16,3-8-7-16,-4 0-28 15,-3-8 35-15,-7-14-8 16,-9-4 20-16,-4 0 1 16,-7-4 3-16,-1-4 1 0,-4 0 0 15,-1 0 4 1,-8 4-2-16,-4 7 4 0,0 7-2 16,0 10 2-16,0 5 8 15,-16 1-8-15,-1 1-10 16,-6 28-1-1,1 9 0-15,7 6 2 0,5-2-1 16,10-2 2-16,0-3-2 16,10-8 0-16,14-7-1 15,10-4-1-15,10-7-1 16,16-10-12-16,10-1-111 16,7 0-173-16</inkml:trace>
  <inkml:trace contextRef="#ctx0" brushRef="#br0" timeOffset="1243.78">11444 7399 1119 0,'0'0'13'0,"0"0"-6"0,0 0 46 16,-74-125-15-16,52 106-3 16,-2 6-26-1,-3 12 7 1,-4 1 1-16,-3 10-13 16,1 20-4-16,6 13-2 15,9 7-1-15,14 0-1 16,4-2-5-16,11-7-19 15,21-12-18-15,3-11-3 16,5-12-6-16,-2-6 43 16,-1 0 9-16,-2-16 3 15,-7-9 0-15,-6-3 1 0,-6 0 4 16,-5 0 8-16,-9 6 11 16,-2 6 23-16,0 6 9 15,0 6-7-15,0 4-2 16,0 0-35-16,0 18-12 15,-2 30 0-15,-9 21 3 16,-1 18 0-16,-3 12 4 16,-6 7-1-16,5 0 15 15,-3-9-5-15,6-9-5 16,-3-14-1-16,1-13 5 16,-1-15-3-16,1-18 20 0,-1-15 2 15,5-10 13-15,-3-3-7 16,-5-20-23-16,-1-26 5 15,-1-23-14-15,12-21-7 16,9-14-1-16,9-8-23 16,36 3-64-16,14 17-76 15,11 24-46-15,-5 21-75 16,-11 19-24-16</inkml:trace>
  <inkml:trace contextRef="#ctx0" brushRef="#br0" timeOffset="1571.95">11702 7417 793 0,'0'0'16'0,"0"0"61"16,0 0 94-16,0 0-65 15,0 0-58-15,0 0-37 16,-24-6-8-16,11 42 0 16,4 9 0-16,7 1-2 15,2-1-1-15,0-4-1 16,8-5 0-16,12-8-2 15,5-9-8-15,-1-8-6 16,3-7 4-16,0-4 13 16,2 0 2-16,-2-18 1 0,-6-10 1 15,-4-6 8-15,-11-6 6 16,-6-1 16-16,0 2-2 16,-11 2 18-16,-16 9-8 15,-2 7-7-15,0 9-27 16,0 3-8-16,5 7-2 15,1 2-22-15,8 6-85 16,6 16-149-16,9 0-487 16</inkml:trace>
  <inkml:trace contextRef="#ctx0" brushRef="#br0" timeOffset="1996.16">12122 7489 863 0,'0'0'11'16,"0"0"16"-16,0 0 76 15,0 0-50-15,0 0-11 16,0 0-24-16,-79-34-17 16,66 62 0-16,-3 11 1 0,3 6 2 15,3 1-2-15,10 1-2 16,0-4 0-16,0-6-1 15,0-5 1-15,16-10-1 16,7-8-3-16,4-8-1 16,2-6 3-16,4 0 2 15,1-3 0-15,-1-18 1 16,-2-8-1-16,-6-4 3 16,-6-5 5-16,-6-2 6 15,-10-3 9-15,-3 3 18 0,0 6 10 16,-14 7-22-1,-5 6 10-15,-6 8-31 0,1 4-5 16,-3 7-3 0,2 2-14-16,4 0-54 0,2 17-122 15,13 4-480-15</inkml:trace>
  <inkml:trace contextRef="#ctx0" brushRef="#br0" timeOffset="2469.27">12732 7668 1003 0,'0'0'7'0,"0"0"13"0,0 0 53 16,0 0-23-16,-145-111-5 15,107 110-29 1,-2 1-8-16,0 0 5 0,6 22-10 15,12 6 0-15,9 4-3 16,9 0 0-16,4 2-1 16,0-4 0-16,21-7 1 15,8-4-2-15,7-13-4 0,7-6 3 16,1 0 3 0,1-10 0-16,-1-19-16 0,-6-10-4 15,-5-11 5-15,-6-8 11 16,-9-13 0-16,-7-7 4 15,-5-6 0-15,-2 2 0 16,-4 14 4-16,0 15-2 16,0 20 19-16,-10 12 8 15,1 12 8-15,7 4-8 16,-2 5-14-16,-3 18-15 16,0 31 1-16,0 19 26 15,7 10-1-15,0 2-1 16,0-2-9-16,17-3-6 0,0-9-8 15,-3-4 0-15,-1-4-2 16,-9-8-3 0,0-4-30-16,2-13-294 0</inkml:trace>
  <inkml:trace contextRef="#ctx0" brushRef="#br0" timeOffset="3114.95">13846 7336 126 0,'0'0'672'0,"0"0"-672"16,0 0 71-1,31-107 46-15,-29 99-20 16,-2 5 6-16,0 3-17 16,0 0-31-16,0 40-42 0,-8 27-2 15,-8 19 70-15,0 10-20 16,3-1 3-16,1-7-21 15,5-8-21-15,5-3-12 16,2-11-3-16,0-8-5 16,0-10-2-16,0-12 0 15,12-10-8-15,3-10-107 16,3-14-158-16,-3-2-110 16</inkml:trace>
  <inkml:trace contextRef="#ctx0" brushRef="#br0" timeOffset="3367.65">13828 7285 795 0,'0'0'0'15,"0"0"0"-15,0 0 57 16,119-107-50-16,-64 106 7 16,-4 1 22-16,-9 20 15 15,-8 19-5-15,-12 11 22 16,-15 9-17-16,-7 1-23 15,-18-4-8-15,-31-6-7 16,-13-8-3-16,-10-7-8 0,7-12-2 16,12-4-1-16,15-9-3 15,19-6-74-15,13-4-268 16</inkml:trace>
  <inkml:trace contextRef="#ctx0" brushRef="#br0" timeOffset="3606.07">14314 7428 1030 0,'0'0'0'0,"0"0"75"15,0 0 66-15,0 0-70 16,0 0 1-16,0 0-61 16,-11-37-1-16,6 68-2 15,0 6 35-15,1 6-8 16,4-3-25-16,0-3-2 15,0-5-7-15,0-3-1 16,0-9-3-16,0-6-16 16,2-10-177-16,10-4-62 15,-1-15-186-15</inkml:trace>
  <inkml:trace contextRef="#ctx0" brushRef="#br0" timeOffset="3856.37">14235 7120 935 0,'0'0'1'16,"0"0"-1"-16,0 0 22 16,0 0 5-16,0 0-2 15,0 0-6-15,30 52 6 16,-8-52 5-16,-4 0-7 16,-3 0 4-16,-4-8 9 15,-4-9 3-15,-7-3 17 16,0-1-32-16,0 3-2 0,-7 4-8 15,-10 4-14-15,1 7 0 16,1 3-22-16,-4 13-15 16,0 27-76-16,1 6-146 15,5 3-257 1</inkml:trace>
  <inkml:trace contextRef="#ctx0" brushRef="#br0" timeOffset="4706.46">14717 7378 888 0,'0'0'1'0,"0"0"81"15,0 0 23-15,0 0-51 16,0 0-20-16,0 0 4 16,-107-86-21-16,83 86-5 15,-5 25-11-15,0 11 9 16,2 8-10-16,4 2 4 15,15 3 1-15,3-6-2 16,5-3-3-16,0-4 0 16,27-7 0-16,7-8 0 0,7-8-4 15,9-9-2 1,1-4-3-16,2 0-12 0,1-18-19 16,-10-18 14-16,-3-14 16 15,-8-14 6 1,-6-13 4-16,-7-7 4 0,-9 0-4 15,-9 11 6-15,-2 17-1 16,0 19 9-16,0 10 16 16,-11 11 3-16,2 9-7 15,4 2-3-15,4 5-13 16,-2 0-10-16,-3 30-2 16,-2 24 2-16,2 18 5 0,2 11 0 15,4 1-1-15,0-4 1 16,0-5-4-16,0-11 0 15,4-12-1-15,14-10 0 16,4-12 0-16,7-12-7 16,4-12-1-16,4-6-3 15,0-10-8 1,-1-24 10-16,-5-12-2 0,-6-8 10 16,-8-1 1-16,-5 8 1 15,-8 11 5-15,-4 12 7 16,0 11 8-16,0 5 9 0,0 8 10 15,0 0-30-15,0 8-10 16,-6 26-2 0,-4 12 2-16,6 9 1 0,4-5 3 15,0-4-4-15,0-10-1 16,8-8-2-16,8-8 1 16,3-7-1-16,-1-9-2 15,8-4-11-15,4 0 13 16,2-17 1-16,-3-13-8 15,-4-7 5-15,-10 2 0 0,-9 4 5 16,-2 13 3-16,-4 11 4 16,0 2 4-1,0 5 10-15,0 0-17 0,0 12-4 16,0 16 0-16,0 9 5 16,0 1 0-16,0-9-2 15,8-2-2 1,13-9-1-16,-4-4 0 0,5-8-8 31,1-6-45-31,1 0-89 0,-6-16-219 0</inkml:trace>
  <inkml:trace contextRef="#ctx0" brushRef="#br0" timeOffset="4895.17">14977 7157 893 0,'0'0'5'16,"0"0"101"-16,0 0-1 16,0 0-65-16,0 0-27 31,126-22-13-31,-28 22-41 16,6 0-351-16</inkml:trace>
  <inkml:trace contextRef="#ctx0" brushRef="#br0" timeOffset="5241.52">15571 7636 881 0,'0'0'7'0,"0"0"59"16,0 0 68-16,0 0-85 15,0 0-15-15,0 0-28 0,108-103-3 16,-67 103 2-16,-3 0-1 16,-3 5 4-16,-6 17 2 15,-6 6 21-15,-11 8-2 16,-9 1-11-16,-3 2-7 16,0-5 2-16,-3-8 3 15,-11-6 8-15,0-12 1 16,3-3 14-16,1-5 22 15,4 0-14-15,1-13-15 16,3-14-13-16,2-15-7 16,10-9-12-16,32-7-3 0,16-2-42 15,11 7-178-15,2 16-225 16</inkml:trace>
  <inkml:trace contextRef="#ctx0" brushRef="#br0" timeOffset="5792.21">16147 7696 827 0,'0'0'3'15,"0"0"58"-15,0 0 8 16,0 0-16-16,0 0-40 16,0 0-5-16,103-4-5 0,-76-20 2 15,-8-2-4-15,-6-5 2 16,-10 3 9-16,-3 5-1 15,0 5 1-15,-6 4 16 16,-17 5 6-16,-3 3-19 16,-1 4 11-16,0 2-15 15,7 0-4-15,4 18-2 16,8 14 2-16,3 7-1 16,5 3 1-16,0 0-6 15,0-4 1-15,13-4-1 16,10-8 0-16,4-5 4 15,4-10 1-15,4-5-1 16,5-6 6-16,1 0-4 0,5-12-5 16,2-18-1-16,-4-10 1 15,0-12-1-15,-6-10 2 16,-4-2 0-16,-15 6-3 16,-7 13 1-16,-12 16-2 15,0 14 1-15,0 9-3 16,-16 6 3-16,1 0-1 15,3 18 1-15,12 23 0 16,0 12 3-16,2 6-1 16,25 1-1-16,0-2 1 0,0-10-1 15,-7-10 4-15,-11-10 6 16,-7-11 12-16,-2-6 15 16,-20 1-11-16,-33-2-11 15,-28 0-16-15,-23-3-138 16,-19-7-341-16</inkml:trace>
  <inkml:trace contextRef="#ctx0" brushRef="#br0" timeOffset="6595.39">10530 8470 984 0,'0'0'8'15,"0"0"20"-15,0 0 102 16,0 0-80-16,0 0-29 15,0 0-14-15,-51 90 15 16,36-36-8-16,6-1-5 16,4-5 0-16,0-8-2 0,3-8-6 15,2-10 2 1,0-10 0-16,0-7-3 0,0-5 1 16,0 0 0-16,0 0 6 15,2-5 6-15,14-15-9 16,4-2-4-16,2 6 1 15,3 4-1-15,0 5 0 16,2 7-1-16,6 0 2 16,3 17 1-16,1 13 12 15,-1 10-3-15,-9 4-1 16,-9-1 2-16,-14-8-1 16,-4 0 5-16,-8-7 14 0,-24 2 0 15,-8-7-16-15,-2-4-5 16,0-10-9-16,3-6 0 15,6-3-13-15,6-22-121 16,12-27-98-16,8-17-352 16</inkml:trace>
  <inkml:trace contextRef="#ctx0" brushRef="#br0" timeOffset="6753.24">10562 8600 1007 0,'0'0'6'0,"0"0"-4"16,0 0 51-16,0 0-28 16,0 0-14-16,189-24-6 15,-82 22-5-15,5 2-9 16,-6 0-369-16</inkml:trace>
  <inkml:trace contextRef="#ctx0" brushRef="#br0" timeOffset="7193.46">12529 8925 243 0,'0'0'874'0,"0"0"-855"15,-89-101-15-15,62 74 34 16,0 9 31-16,3 6-47 15,4 8-5-15,0 4 3 16,0 0-19-16,2 0-1 31,0 18-3-31,7 10 2 0,9 6-1 16,2 5 2-16,18 5-3 16,24 4 3-16,9-1 0 15,4 0 1-15,3 1-1 16,-10 2 0-16,-15-3 1 15,-16 2-3-15,-11-5 1 16,-6-6 1-16,-12-6 0 16,-17-9 3-16,-9-9-1 15,3-10 8-15,-1-4 7 16,5 0 12-16,4-14 2 16,2-19 4-16,8-9 3 15,10-8-28-15,7-4-2 16,9-2-4-16,35-2-4 0,25 4-25 15,23 1-146-15,17 5-197 16</inkml:trace>
  <inkml:trace contextRef="#ctx0" brushRef="#br0" timeOffset="7572.78">14091 8969 1122 0,'0'0'0'0,"0"0"10"16,0 0-10-16,0 0 24 15,117-94 3-15,-69 88-11 16,-1 6-5-16,-3 0 19 15,-2 2-6-15,-7 24-3 16,-2 16 10-16,-14 11 38 16,-7 5-29-16,-12 2-4 0,0-2-11 15,0-6 7-15,-16-6-13 16,5-6-11-16,-1-8-5 16,4-6-1-16,3-5-2 15,3-6-2-15,0-2-3 16,2-5-20-16,0-7-145 15,0-1-63-15,0-5-113 16,0-25-263-16</inkml:trace>
  <inkml:trace contextRef="#ctx0" brushRef="#br0" timeOffset="7760.44">14237 9210 842 0,'0'0'10'0,"0"0"55"15,0 0 115-15,0 0-57 16,0 0-50-16,0 0-39 15,0 0-26-15,168-28 4 16,-76 22-4-16,5-2-5 16,6-4-3-16,-8 2-4 15,-8 2-17-15,-15-2-189 16,-17 0-417-16</inkml:trace>
  <inkml:trace contextRef="#ctx0" brushRef="#br0" timeOffset="9339.68">9521 10818 784 0,'0'0'8'0,"0"0"99"16,6-144 62-16,-8 94-76 0,-22 8-20 16,-9 7-22-1,-6 12 1-15,-5 11-24 16,-3 12-7-16,-1 0-11 0,0 21-6 16,9 9-2-16,9 3-1 15,12 3 2-15,18-2-3 16,0 1-1-16,35-2-4 15,17-5 1-15,15-8-6 16,1-9-5-16,-4-8 1 16,-6-3-10-16,-12 0 13 15,-8 0 11-15,-15-6 1 16,-14 3 1-16,-2 3 2 16,-7 0 1-16,0 0 4 0,0 19-1 15,0 19 5-15,0 17 0 16,-8 8-1-16,4 14-4 15,-2 3 2-15,1 0-2 16,-1-6-4-16,-4-15 3 16,-3-12-1-16,-1-14 2 15,1-11 7-15,-3-10 11 16,-1-7 20-16,-6-5 1 16,-3-4-13-16,-3-29-14 15,7-13-1-15,2-13-14 16,13-9-1-16,7-5-4 0,7-8-6 15,35 1-24-15,16 5-61 16,16 13-71-16,1 12-86 16,-6 19-223-16</inkml:trace>
  <inkml:trace contextRef="#ctx0" brushRef="#br0" timeOffset="9669.81">9960 10694 1045 0,'0'0'9'0,"0"0"-6"16,0 0 70 0,0 0-10-16,0 0-35 0,0 0-10 15,-113 150-5-15,113-91-11 16,0-5 1-16,15-7-3 16,11-8 0-16,4-11-1 15,5-12 1-15,0-12-1 16,6-4-1-16,-5-9 2 15,-3-22 6-15,-10-9 1 16,-13-7 5-16,-10-7 38 16,0 0 4-16,-15-1 3 15,-14 10-25-15,-4 11-8 16,-1 8-11-16,6 10-13 0,7 10 0 16,7 4-23-1,8 2-89-15,6 10-117 0,0 11-107 16</inkml:trace>
  <inkml:trace contextRef="#ctx0" brushRef="#br0" timeOffset="9999.9">10254 10824 987 0,'0'0'17'15,"0"0"39"-15,0 0 33 16,0 0-72-16,0 0-1 0,0 0-2 15,-69 125-6-15,69-87-4 16,0-1 1-16,21-8-2 16,7-6-2-16,6-4-1 15,1-11 0-15,5-8 0 16,-2 0 0-16,0-12 0 16,-4-14 5-16,-10-5 2 15,-8-2 5-15,-10-4 24 16,-6-2 43-16,-2-4-44 15,-23 4-9-15,-8 6 8 16,0 12-13-16,-1 6-19 0,3 9-2 31,6 6-7-31,3 0-6 0,9 14-93 0,9 16-93 16,4 2-155-16</inkml:trace>
  <inkml:trace contextRef="#ctx0" brushRef="#br0" timeOffset="10439.84">10796 10978 998 0,'0'0'9'0,"0"0"9"0,0 0 51 16,0 0-34-16,-141-53-19 15,106 53-11-15,1 21-1 16,10 9-1-16,13 2 3 15,11 3-2-15,0-5-4 16,15-8 0-16,19-8-4 16,6-14-24-16,0 0 13 15,0-14 9-15,-1-16 6 16,0-11 0-16,-6-8 1 16,-4-12 2-1,-11-7 2-15,-7-10-2 0,-7-10-2 0,-4-2-1 16,0 7 0-16,-4 17 0 15,-10 24 11-15,2 19 27 16,5 15 5-16,0 5 22 16,2 3-13-16,1 26-39 15,0 28-5 1,4 22 22-16,0 10 4 0,0 7-4 16,0 0-13-16,1-4-14 15,4-3-3-15,-3-3 0 16,-2-6-10-16,0-8-153 15,0-15-229-15</inkml:trace>
  <inkml:trace contextRef="#ctx0" brushRef="#br0" timeOffset="11822.46">12137 10982 971 0,'0'0'13'0,"0"0"-11"16,0 0 58-16,6-104 19 15,-17 70-27-15,-13 4-1 16,-5 3-19-16,-5 6 6 16,1 11 28-16,-3 7-41 15,3 3 3-15,2 3-15 16,4 21-10-16,9 6-1 16,11 4-2-16,7 3 0 15,0-6-2-15,19-4-7 16,14-9-20-16,9-8-37 15,5-10-26-15,-5 0 24 0,-2-6 35 16,-6-23 29 0,-12 0 4-16,-8-8 5 15,-12 3 12-15,-2 6 22 0,0 6 36 16,0 8 20-16,-4 8-33 16,-2 6-18-16,0 0-18 15,1 4-25-15,-1 23-1 16,0 8 0-16,6 7 0 15,0 0-2-15,8-4-1 16,13-6-6-16,5-10-25 16,0-5-24-16,-1-12 2 0,2-5 0 15,-2 0 18 1,-6-5 28-16,1-19 10 0,-6-5 2 16,-3-2 1-16,-7-2 4 15,-4 7 21-15,0 6 30 16,0 8 45-16,0 6-41 15,0 5-28-15,0 1 3 16,-2 0-31-16,-6 11-6 16,1 17 0-16,-2 6-1 15,9-2 0-15,0-5-3 16,0-8 2-16,0-6-10 16,0-8-10-16,2-5-22 15,-1 0 15-15,5-9 18 0,-2-19-12 16,1-11 13-16,3-4 5 15,6 0 5-15,1 4-14 16,8 12-11-16,-1 11 20 16,0 12 0-16,-2 4 4 15,1 2 0-15,-2 26 2 16,6 10 2-16,2 4 2 16,2 5 0-16,0-6-1 15,1 0-4-15,7-8 1 16,-4-6-1-16,4-10-4 0,3-6-8 15,3-7-106 1,-1-4 6-16,1 0 59 0,-5-15 43 16,-9-4 6-1,-8-6 4-15,-4 0 9 0,-13-6 23 16,-4-1 20-16,0 5 8 16,-4 0-10-16,-19 9-7 15,-8 10-11-15,-5 8-11 16,-3 0-18-16,-4 6-2 15,7 18 2-15,7 4-3 16,12 3 0-16,17-2-1 16,0 0 0-16,11-3 1 0,20-8-6 15,6-9-2-15,6-9-14 16,4 0 2-16,-2-23-5 16,-8-10 2-16,-8-13 9 15,-10-12 14-15,-4-9 5 16,-11-17-1-16,-4-6 2 15,0-4-2-15,0 10 0 16,0 23 3-16,-2 19 29 16,-5 25 31-16,3 13-20 15,2 4-11-15,-2 0-17 16,4 38-19-16,0 26 5 0,0 19 12 16,0 13 2-1,13 2 11-15,-5-1-21 0,-3-6-4 16,-5-2-5-16,0-5-4 15,0-3-7-15,0-12-178 16,0-17-312-16</inkml:trace>
  <inkml:trace contextRef="#ctx0" brushRef="#br0" timeOffset="12482.34">14129 10632 1152 0,'0'0'2'15,"0"0"12"-15,0 0 63 16,0 0-34-16,0 0-33 15,0 0-8-15,-56 88 3 16,45-21 5-16,5 2 22 16,3 0-22-16,3-7-2 15,0-10-2-15,0-15-5 16,0-10 0-16,5-12-1 16,-1-12-6-16,0-3 2 15,5 0-8-15,3-12-4 0,3-19 15 16,5-4-5-16,0-1 5 15,4 5-7-15,1 9 2 16,2 8 3-16,2 8 0 16,2 6 2-16,0 0 1 15,3 27 0-15,-5 11 1 16,-8 6-1-16,-7-3 3 16,-14 0 0-16,0-9 1 15,-24-7 10-15,-21-6 5 0,-6-6-4 16,-3-9-5-1,1-4-6-15,5-4 8 0,14-23-3 16,9-9-9-16,18-8 0 16,7-4-50-1,25-4-177-15,19 6-394 0</inkml:trace>
  <inkml:trace contextRef="#ctx0" brushRef="#br0" timeOffset="13582.66">14514 11171 905 0,'0'0'0'0,"0"0"0"15,0 0 13-15,0 0 9 16,0 0 33-16,0 0-33 16,74-18-11-16,-47-9-4 15,0-2 1-15,-8-1-3 16,-7 2 8-16,-12 1 5 15,0 8 21-15,-8 2-3 16,-15 9-2-16,-6 4-13 16,-6 4 1-16,2 0-2 15,7 12-4-15,8 11-2 16,11 3 0-16,7 8-12 16,0 2 7-16,22 4-9 15,14-3 4-15,4-2-4 0,3-5-3 16,8-8 3-16,2-8-3 15,3-8-2-15,4-6-2 16,0 0 7-16,-4 0-1 16,-3-20 1-16,-8-6 1 15,-11-6 1-15,-10-4 3 16,-8-1-2-16,-10 0 2 16,-6 3 4-16,0 8-2 15,0 3 3-15,-11 8 12 0,-9 3 7 16,-5 7-18-1,-2 5-7-15,-2 0-2 16,-2 5 0-16,7 18 0 0,2 12 1 16,8 1-1-1,10 4-2-15,4 0-4 0,0-6 2 16,7-5-2-16,15-10-7 16,7-7-13-16,0-10-44 15,2-2 29-15,0 0 9 16,-6-18 22-16,-3-10 8 15,-4-5 0-15,-5-2 5 16,-6 1 6-16,-5 6 12 16,-2 8 16-16,0 9 29 0,0 8-13 15,0 3-1-15,-2 0-26 16,-5 2-23-16,0 22 0 16,7 8-4-16,0 0-1 15,0 1 0-15,20-4-4 31,5-7-8-31,2-4-49 0,2-8-30 0,2-6-19 16,0-4 43-16,-4 0 23 16,-7-8 32-16,-4-16 12 15,-8-4 3-15,-3-8 12 16,-5-1 28-16,0-2-3 16,0 5 10-16,-2 10 24 15,-5 10-19-15,1 8 9 0,0 3-26 16,4 3-21-16,0 7-17 15,2 24 1-15,0 12 0 16,0 4 0-16,7-4-1 16,15-5 0-16,3-6-3 15,4-8-6-15,-1-5-28 16,6-8-34-16,2-7-20 16,-1-4 16-16,2 0 33 15,-4-15 37 1,-4-12 5-16,-10-5 3 0,-3-5 9 0,-9 2 26 15,-7 3 33-15,0 4 24 16,0 8-3-16,-7 8-35 31,-2 4-17-31,2 5-11 16,1 3-11-16,4 11-16 16,0 23-1-16,2 9 4 15,0 6-3-15,10-1-1 16,13-6-1-16,4-4-3 15,2-8-8-15,0-7-68 16,6-9-68-16,5-11-57 0,-2-3-173 16</inkml:trace>
  <inkml:trace contextRef="#ctx0" brushRef="#br0" timeOffset="13818.07">16096 10846 757 0,'0'0'153'16,"0"0"60"-16,-35-103-77 15,20 92-41-15,12 5-4 16,0 6-44-16,3 10-34 16,0 36-9-16,0 21 18 15,0 10 15-15,0 5 2 16,0-1-5-16,3-5-17 16,-3-8-7-16,0-8-8 0,0-11-2 15,0-18 0-15,3-8-5 16,0-11-15-16,1-11-109 15,6-1-120-15,-4-3-40 16,3-30-393-16</inkml:trace>
  <inkml:trace contextRef="#ctx0" brushRef="#br0" timeOffset="14102.1">16016 11109 949 0,'0'0'0'0,"0"0"3"0,0 0-3 16,0 0 20-16,127 16-18 15,-72-15-2-15,-1-1-24 16,-12 0-2-16,-11 0 26 16,-10-4 0-16,-10-4 15 15,-7-3 35-15,-4 3 14 16,0 0 8-16,0 5 29 16,0 3-24-16,0 0-21 15,-13 17-43-15,-5 14 26 16,5 12-3-16,4 1-16 15,5-1 3-15,4-5-19 0,0-9 1 16,0-5-4-16,8-4-1 16,8-7-9-16,2-5-50 15,6-8-141-15,-4 0-158 16</inkml:trace>
  <inkml:trace contextRef="#ctx0" brushRef="#br0" timeOffset="14275.51">16415 10900 1107 0,'0'0'5'0,"0"0"-1"0,0 0-4 16,0 0-5-16,0 0-180 16,0 0-397-16</inkml:trace>
  <inkml:trace contextRef="#ctx0" brushRef="#br0" timeOffset="14589.51">16874 10894 820 0,'0'0'5'0,"0"0"82"16,0 0-4-16,0 0-14 15,0 0-4-15,0 0-21 16,-87-94-5-16,67 108-13 16,0 28-5-16,6 20 20 15,5 13 2-15,7 7-14 16,2 2 3-16,0-6-9 16,0-8 2-16,0-8 3 15,0-9-14-15,0-9 16 16,0-10-10-16,-6-8-15 0,-3-8-3 15,4-8-2-15,-2-4-12 16,3-6-145-16,2 0-116 16,-5-32-246-16</inkml:trace>
  <inkml:trace contextRef="#ctx0" brushRef="#br0" timeOffset="15265.91">16524 11315 730 0,'0'0'41'0,"0"0"13"16,0 0 73-16,0 0-76 15,0 0-29-15,0 0-21 0,140-8-1 16,-78 8-4 0,-6 0 0-16,-4-1 1 0,-12-9 3 15,-9-3 0-15,-9-1 2 16,-9 1 2-16,-4-2 7 16,-6 3 28-16,-3 1 19 15,0 0 1-15,0 5 1 16,0 6-20-16,0 0-22 15,-5 0-12-15,-4 20-6 16,3 12 4-16,4 4-4 16,2 3 0-16,0-2-3 15,0-5 0-15,15-6-8 0,3-5-34 32,7-12-26-32,1-6-16 0,4-3 6 15,-5 0-26-15,0-22 59 0,-5-9 48 16,-7 0 18-16,-3-4 35 15,-10 5 24-15,0 6 17 16,0 10-15-16,0 7 8 16,-7 4-17-16,0 3-30 15,1 3-33-15,6 20 3 16,0 7-5-16,0 6-4 16,6-1-1-16,12-3-1 15,1-4 0-15,6-4-9 16,7-4 1-16,3-7-2 0,6-6 10 15,1-7-38-15,-2-4 37 16,1-26-8-16,-8-12 7 16,-6-14 3-16,-6-8 0 15,-2-17 3-15,-9-7-3 16,-3 0-1-16,-4 9 1 16,-3 19 2-16,0 20 5 15,-6 18 15-15,-2 10 20 16,4 11-10-16,2 1-12 15,-5 23-15-15,3 28 14 0,-6 14 30 16,6 14-11-16,-1 1-15 16,-3-2 0-16,-2-4-9 15,-3-5-9-15,-3-5-5 16,-7-1-1-16,-9-5-11 16,-11-8-100-16,-5-8-273 15</inkml:trace>
  <inkml:trace contextRef="#ctx0" brushRef="#br0" timeOffset="16116.33">10524 12133 924 0,'0'0'34'16,"0"0"-26"-16,-12-102 104 0,-1 66-6 15,-5-1-35 1,-8 1 0-16,-5 9-26 0,-8 10-10 16,-7 15-11-16,-6 2-8 15,2 15-11-15,2 15-2 16,11 7-1-16,10 2-1 16,13 3-1-16,14 1-1 15,0-2-4-15,16-5-9 16,20-9-63-16,13-13-50 15,9-14 25-15,6 0 40 16,-1-14 31-16,-12-16 1 16,-13-3 20-16,-12-1 9 15,-12 3 1-15,-10 2 12 0,-4 12 26 16,0 2 57-16,0 9 10 16,0 6-35-16,-4 0-29 15,-5 25-31-15,-5 27 4 16,6 13 8-16,1 11 6 15,5 5-3-15,2-3-10 16,0 62 19 0,0-82-30-16,11-5-4 15,11-8-2-15,14-8-80 16,9-9-240-16,14-12-778 0</inkml:trace>
  <inkml:trace contextRef="#ctx0" brushRef="#br0" timeOffset="16668.09">12569 12118 1053 0,'0'0'7'15,"0"0"56"-15,0 0 31 16,0 0-25-16,0 0-8 0,-144 28-16 15,115 20-20-15,2 10-6 16,9 6-5-16,7-2-9 16,11 0 1-16,0-5-4 15,2-7-2-15,23-6 2 16,8-8-1-16,7-10-1 16,2-10 2-16,7-8 0 15,1-8 2-15,-4 0-4 16,-6-6-2-16,-11-7 2 15,-13-8 0-15,-14 0-3 16,-2-2-4-16,-9-4-1 16,-24 4 1-16,-10 2 4 15,-5 11 1-15,-6 10 2 0,-2 0 0 16,4 10 4-16,6 15 0 16,13 0-3-16,12 6-1 15,17 1-10-15,4-3-126 16,27-14-297-16</inkml:trace>
  <inkml:trace contextRef="#ctx0" brushRef="#br0" timeOffset="17123.03">14345 12339 1121 0,'0'0'28'0,"0"0"-23"0,0 0-4 16,120-73 13-16,-59 59-3 16,-1 6 26-16,-14 8-3 15,-8 0 14-15,-14 16-1 16,-12 26 9-16,-12 14-9 16,0 13-17-16,-9 5-3 15,-11-4 7-15,0-6 6 16,5-12-8-16,5-10-17 15,6-7-1-15,4-10-11 16,0-6 0-16,0-8-3 16,18-5-9-16,4-6-116 15,-4 0-173-15,-5-14-337 0</inkml:trace>
  <inkml:trace contextRef="#ctx0" brushRef="#br0" timeOffset="17311.58">14391 12614 79 0,'0'0'982'0,"0"0"-972"16,0 0 75-16,0 0 2 15,0 0-51-15,125-19-24 16,-42 15-7-16,8-3-5 16,11-2 7-16,4-4 0 15,-2 2-6-15,-8-1-1 16,-14-5-65-16,-19-2-535 0</inkml:trace>
  <inkml:trace contextRef="#ctx0" brushRef="#br0" timeOffset="18397.75">9655 13644 1018 0,'0'0'13'16,"0"0"94"-16,0 0 35 15,0 0-46-15,0 0-53 16,0 0-28-16,-31 24-2 15,26 40 54-15,0 10-26 16,3-6-11-16,2-1 3 16,0-1-20-16,0-4-4 15,0-4-8-15,0-4 0 16,-2-4-1-16,-2-6-3 0,4-8-8 16,0-6-93-16,0-13-175 15,0-17-136-15</inkml:trace>
  <inkml:trace contextRef="#ctx0" brushRef="#br0" timeOffset="18635.41">9599 13709 1003 0,'0'0'1'16,"0"0"-2"-16,0 0 2 15,0 0 7-15,163-87 8 0,-105 87 0 16,-9 31 13-16,-16 18-11 15,-17 7 2-15,-12 2-2 16,-4-4 2 0,-22-2 3-16,-23-6 9 0,-11-6-19 15,1-5-10-15,8-9-3 16,16-6-5-16,11-7-59 16,13-8-330-16</inkml:trace>
  <inkml:trace contextRef="#ctx0" brushRef="#br0" timeOffset="18872.97">10047 13906 1150 0,'0'0'26'0,"0"0"44"16,0 0-2-16,0 0-25 15,0 0-14-15,0 0 43 16,-7 96-41-16,7-55-20 0,12-4-8 15,1 2-1 1,2-9-2-16,1-2-5 0,-1-12-32 16,-5-8-180-16,-2-8-67 15,-3-8-307-15</inkml:trace>
  <inkml:trace contextRef="#ctx0" brushRef="#br0" timeOffset="18982.97">10058 13531 1134 0,'0'0'3'0,"0"0"2"0,0 0 3 16,0 0-8-16,0 0-7 15,0 0-42-15,-4 40-253 16</inkml:trace>
  <inkml:trace contextRef="#ctx0" brushRef="#br0" timeOffset="19487.4">10541 13866 1100 0,'0'0'32'16,"0"0"-25"-16,0 0 23 0,0 0 47 16,0 0-67-16,0 0 5 15,-104-100-15-15,73 112 0 16,-3 20 2-1,1 8 3-15,8 6 10 0,12 6 3 16,11 2-9-16,2-8-1 16,15-5-6-16,19-11-2 15,9-8-4-15,5-14-7 16,4-8 3-16,2 0-13 16,-2-12-4-16,-5-18 15 15,-7-11 0-15,-9-9 7 16,-8-9 3-16,-12-12 0 0,-9-5 0 15,-2-4 1-15,0 9-1 16,0 17 1-16,-5 18 12 16,-3 20 9-16,1 9 22 15,2 4 21-15,5 3-8 16,-2 4-42 0,0 31-8-16,2 16 10 0,0 13 5 15,0 5-3-15,11-5-3 16,5-3-14-1,0-4 2-15,-1-8-4 0,-1-12-1 16,-4-5-10-16,-3-5-18 0,-3-9-173 16,-4-8-52-1,0-10-395-15</inkml:trace>
  <inkml:trace contextRef="#ctx0" brushRef="#br0" timeOffset="20195.25">10617 13880 982 0,'0'0'4'0,"0"0"8"0,0 0-4 32,0 0 4-32,148 14-5 0,-86-14-5 0,3-5-2 15,-10-18 2-15,-6-3 0 16,-16 2 0-16,-12 2 5 16,-11 6 33-16,-10 8 34 15,0 4 6-15,0 4-25 16,0 0-9-1,-6 8-37 1,-7 24-4-16,1 3 1 16,10 13-3-16,2-1 1 15,0 1-1-15,18-4-3 16,11-1 0-16,3-12-2 16,-1-6 1-16,0-11-7 0,-2-14-19 15,0 0-20 1,4 0 17-16,-4-20 17 0,-5-8 10 15,-8-10 3-15,-7-2 3 16,-9 2 3-16,0 5 2 16,0 11-2-16,0 8 22 15,0 10 24-15,0 4-19 16,0 0-33-16,0 23 0 16,0 12 0-16,16 11 2 15,3-2-2-15,-1-1 0 0,1-7 0 16,-4-8 0-1,-1-10 0-15,-4-10-2 0,-3-8-2 16,4 0-2-16,5-8 4 16,-1-22 4-16,5-8-2 15,-1-2 1-15,0-1 0 16,4 6-1-16,-1 6 1 16,1 11-1-16,-2 5 0 15,4 8-1-15,0 5 1 16,-1 0 0-16,-4 20 3 15,-6 15 0-15,-6 3 6 16,-6 2 1-16,-2-4 5 16,0-6 4-16,0-8 22 0,-4-10 5 15,-4-7 5-15,-4-5 11 16,3 0-23-16,-2-1-15 16,0-23-2-16,6-16-3 15,5-14-14-15,0-9-5 16,27-3-12-16,13 0-103 15,7 11-162-15,-1 24-251 16</inkml:trace>
  <inkml:trace contextRef="#ctx0" brushRef="#br0" timeOffset="20792.22">12021 14057 824 0,'0'0'14'16,"0"0"18"-16,0 0 52 16,0 0-5-16,0 0-21 15,0 0-28-15,124 40-19 16,-92-60-3-16,-6-5 7 16,-10 1-7-16,-5-2 4 15,-11 1 15-15,0 0-2 16,0 3 1-16,-19 4-18 0,-4 6 3 15,3 6 11-15,-3 6-12 16,6 0-7-16,-3 4 0 16,2 20 3-16,2 6-5 15,5 11 2-15,9 0-1 16,2 5 2-16,0-2 0 16,0-2 1-16,15-7-2 15,6-11 3-15,4-8-1 16,1-10 1-16,6-6 2 15,5 0-2-15,5-16-3 16,3-16-1-16,-3-12-1 16,-4-4 0-16,-5-11 3 0,-8-5-2 15,-9 2-2-15,-10 6-3 16,-6 18-1-16,0 18 1 16,0 18 0-16,-8 2-4 15,-10 0 2-15,5 18 4 16,5 16-1-16,8 2-8 15,0 6 0-15,12-4 3 16,5 0 3-16,-1-3 2 16,-9-8 2-16,-7 0 4 15,0-6 4-15,0-2 18 16,-13-9 24-16,-10 0-4 0,-4-5-30 16,1-2-16-1,1-3-2-15,-2 0-78 16,-2-18-284-16</inkml:trace>
  <inkml:trace contextRef="#ctx0" brushRef="#br0" timeOffset="21894.56">13529 14319 1020 0,'0'0'45'16,"0"0"58"-16,0 0 20 15,0 0-57-15,-53-110 15 16,35 102-40-16,-2 6-18 16,-2 2-18-16,-3 0-5 0,-2 17-2 15,5 14 1-15,2 1 1 16,8 4-1-16,11-4 0 16,1-6-4-16,1-3-1 15,22-10-6 1,8-7-21-16,5-6-7 0,2 0-17 15,0-1 33-15,-4-17 11 16,-8-5 13-16,-6-4 2 16,-6-3 2-16,-11 5 7 15,-3 9-1-15,0 0 3 16,0 10 13-16,0 2 3 16,0 4-10-16,0 0-10 15,0 0-9-15,0 0-8 0,0 9-3 16,12 14 10-16,4 7 0 15,5 2 1-15,6-2-1 16,2 0 0-16,5-3-5 16,-1-4-6-16,4-8-17 15,0-6 5 1,1-9-7-16,-1 0 6 0,2-1 23 16,-1-22 1-16,-7-4 1 15,-4-8 2-15,-8 2 3 16,-9-6 2-16,-8 7 3 15,-2 4 2-15,0 4 8 16,-12 8-3-16,-7 2 1 16,-2 8-11-16,1-2-3 0,5 8-2 15,1 0 1-15,5 0-3 16,3 0-2-16,2 23 2 16,4 6 2-16,0 7 1 15,7 1-1-15,19 2 0 16,5-7-2-16,5-5 0 15,3-11-2-15,7-9 0 16,-2-7-1-16,-7 0 1 0,-6-1 2 16,-8-17-1-16,-9-4 0 15,-8-9 0 1,-6 3 1-16,0 6-23 0,-18 4 14 16,-7 10 5-16,2 8 3 15,-2 0 1 1,2 8 8-16,6 16 16 0,12 10-1 15,5 1-4-15,0-3 4 0,31-1-5 16,12-7-9-16,13-8-5 16,6-6-3-16,9-7-1 15,7-3-4-15,2 0-82 16,-7-4-92 0,-5-14-158-16</inkml:trace>
  <inkml:trace contextRef="#ctx0" brushRef="#br0" timeOffset="22508.73">15151 13910 1001 0,'0'0'23'0,"0"0"31"15,0 0 72-15,0 0-2 16,0 0-80-16,0 0-40 16,-13 30 0-16,2 37 14 15,2 3 0-15,2 2-2 16,5-5-6-16,0-4-3 16,2-9-1-16,0-14-6 15,0-14 1-15,0-11 0 16,0-10-1-16,0-2-4 15,0-3 4-15,7 0 1 0,13-23-1 16,4-12 0-16,9-8-7 16,4 5-34-16,2 7 9 15,1 8-2-15,0 10 21 16,-7 13 13-16,-4 0 2 16,-6 15 2-16,-7 20 3 15,-10 10 5-15,-6-1-1 16,-2-8 3-16,-27-5 13 15,-14-7 6-15,-1-8-4 16,0-2-6-16,1-13-7 16,10-1-3-16,4 0-5 15,9-11-4-15,13-18-4 16,7-6-9-16,2-9-95 0,30-6-107 16,15 0-197-16</inkml:trace>
  <inkml:trace contextRef="#ctx0" brushRef="#br0" timeOffset="23816.16">15604 14399 819 0,'0'0'10'0,"0"0"58"16,0 0 12-16,0 0-32 15,0 0-6-15,116-34-20 16,-88 8-5-16,-3-5-6 15,-5-2 0-15,-11 3 6 16,-7 4 9-16,-2 6-2 16,0 4 13-16,-25 10-3 15,-3 0-19-15,-3 6-12 16,-3 0-1-16,10 7 3 16,6 18 4-16,11 7 4 15,7 12 2-15,0 2 1 16,13 2-11-16,16-6-5 0,7-4 0 15,3-9-1-15,7-9-5 16,1-6 5-16,3-14-3 16,2 0-15-16,2 0 7 15,-6-19-8-15,-1-2 18 16,-2-12-2-16,-7-1 4 16,-12-2 1-16,-10-5 2 15,-14 2-1-15,-2 5 1 16,0 10-1-16,-22 5 8 15,-9 11-8-15,-1 3 2 16,-1 5-1-16,0 0-3 0,5 11-3 16,6 14 3-16,7 11 0 15,7-2 0 1,8 4-3-16,0-6-3 0,0-8 3 16,10-5-3-16,3-5-16 15,1-13-10-15,1-1 2 16,1 0 11-16,0 0 19 15,-3-10 2-15,3-9-1 16,-6-6 8-16,0 0-1 16,-1 4-2-16,-7 7 8 15,3 6 16-15,-5 8 18 0,0 0-22 16,2 0-17-16,3 0-9 16,7 14-9-16,7 16 9 15,5 7 2-15,8-10-2 16,1-1-2-16,-1-9-3 15,0-7-9 1,-3-10-16-16,-5 0-14 0,-2 0 29 16,-1-23 13-16,-10-4 2 15,-1-9 6-15,-6-5-1 16,-4 1 1-16,0 6 12 16,0 4 7-16,0 10 36 0,-8 11-33 15,4 2 13 1,2 6-5-16,2 1-25 0,0 1-11 15,-2 31-3-15,2 10 3 16,0 7 6-16,4-8-6 16,14-5 0-16,3-5-2 15,-4-9 1-15,3-7-4 16,0-3-10-16,2-8-9 16,5-4-5-16,-2 0 4 15,0-9 22-15,-4-13 3 0,-4-4 4 16,-3-7 1-16,-4-1 2 15,-8-2 5-15,-2 2 7 16,0 6 12-16,0 9-10 16,0 8 0-16,0 9 5 15,0 2-9 1,0 0-17-16,0 13-5 0,0 22 5 16,13 5 1-16,10 2-1 15,4-3-1-15,2-10 1 16,2-4-13-16,0-10-27 15,2-10-63-15,1-5 4 0,-5 0 24 16,0-18 21 0,-6-10 44-16,-2-18 10 0,-5-7 5 15,-8-13-1-15,-8-6 3 16,0 0 11-16,0 6 13 16,-4 9 11-16,-12 11 5 15,-1 16 19-15,3 12 6 16,3 12-5-16,7 2-35 15,4 4-25 1,0 14-6-16,0 29 4 0,0 11 23 0,11 9-10 16,9 0-6-1,-3-5 5-15,-2-1 13 0,-3-10-18 16,0-5-10-16,-6-6-2 16,1-14 0-16,-3-6-5 15,-2-5-25 1,0-5-105-16,1-6-74 0,2 0 2 15,-3-5-294-15</inkml:trace>
  <inkml:trace contextRef="#ctx0" brushRef="#br0" timeOffset="24115.6">16974 14291 599 0,'0'0'353'0,"0"0"-334"0,0 0 16 16,0 0-1-16,0 0-28 15,135-2-4-15,-85 2-2 16,-7 0 0-16,-8-2 2 16,-8-10-1-16,-10-2 1 15,-5-2 1-15,-3-2 9 16,-3 2 4-16,-2 4 0 16,-4 2 9-16,0 4 22 0,0 4-8 15,0 2 7 1,0 0-28-16,0 6-14 0,0 21 6 15,3 4 29-15,1 3-19 16,5-4-16-16,0-2-3 16,-1-10-1-16,7 0-9 15,0-12-38-15,3-2-171 16,-3-4-451-16</inkml:trace>
  <inkml:trace contextRef="#ctx0" brushRef="#br0" timeOffset="24258.47">17404 13958 1200 0,'0'0'8'0,"0"0"26"15,0 0 33-15,0 0-67 16,0 0-4-16,0 0-178 16,27-31-297-16</inkml:trace>
  <inkml:trace contextRef="#ctx0" brushRef="#br0" timeOffset="24588.46">17904 14061 1144 0,'0'0'14'16,"0"0"23"-16,0 0-6 15,13-122-19-15,-13 99 0 16,-13 5-12-16,-1 6 4 15,1 4 2-15,1 8 11 16,3 0 11-16,-1 11-5 16,0 28 7-16,1 16-4 15,7 14-8-15,2 6-12 16,0-1 1-16,0-4-4 16,0-8-1-16,4-8-1 15,5-5 13-15,-1-13 4 0,-4-9 7 16,-4-6-16-16,0-11-9 15,0-6 0-15,0-2-18 16,0-2-137-16,-14 0-128 16,-8-14-327-16</inkml:trace>
  <inkml:trace contextRef="#ctx0" brushRef="#br0" timeOffset="25264.17">17626 14383 200 0,'0'0'494'0,"0"0"-486"0,0 0-4 15,114-24-1 1,-62 17-1-16,6-6-1 0,-4-1 3 16,3-2 5-16,-10 0 109 15,-12-2 31-15,-10 2-53 16,-12 0-28-16,-6 0-3 16,-2 3-5-16,-5 2-1 15,0 7-9-15,0-2-8 16,0 6-12-16,0 0-22 15,0 6-8-15,0 17 0 16,-5 16 1-16,-4 3 0 0,7 1-1 16,2-2 0-1,0-5-3-15,11-6 3 0,9-7-7 16,2-10 2-16,3-12-10 16,4-1 6-1,5-8-7-15,-1-19-8 0,0-9 8 16,1-4-6-16,-1-7-17 15,-4 0 4-15,-9 9 34 16,-5 12 1-16,-10 13 15 16,-5 6 29-16,0 5-7 0,0 2-29 15,4 0-8 1,4 17-5-16,2 12 5 0,3 1 2 16,8-8-2-16,-1-4 0 15,2-8 0-15,7-6-3 16,-5-4 3-16,5 0 0 15,-2-20-1-15,-2-10-7 16,-4-10 4-16,-2-12 3 16,-5-11-1-16,-6-13 2 15,-3-4 1-15,-5 6 0 16,0 19 2-16,0 22 17 16,-11 13 41-16,3 17-4 15,6 3-16-15,-4 0-27 0,-1 33-8 16,-1 19 38-1,2 13-7-15,2 0-19 16,4 2-11-16,0-4-1 0,0-4-6 16,0-7 1-16,-2-8-1 15,-7-4-3-15,-7-5-4 16,-15-6-48-16,-9-2-271 16,-11-5-376-16</inkml:trace>
  <inkml:trace contextRef="#ctx0" brushRef="#br0" timeOffset="26144.59">11344 15423 935 0,'0'0'10'0,"0"0"37"0,0 0 23 0,0 0-32 16,0 0-16-16,0 0-1 15,-34-63-14-15,32 63-1 16,-5 0-1-16,-1 0-3 0,-1 0 0 16,-1 10-1-1,2-1 2-15,3-4-3 16,3-3 0-16,2-1 0 0,0-1 1 16,0 0 3-16,0 0-3 15,0 0 9-15,0 0-6 16,0 0 0-16,0 0-4 15,0 0 0-15,0 0 0 16,0 0-1-16,0 0-15 16,0 0-4-16,0 0-1 15,0 0-32-15,0 0-34 16,0 0-72-16,0-3-50 16,0 2-196-16</inkml:trace>
  <inkml:trace contextRef="#ctx0" brushRef="#br0" timeOffset="28418.51">11528 15450 302 0,'0'0'388'0,"0"0"-278"15,5-107 47-15,-9 70-46 16,-16-3-23-16,-14 1-48 0,-3 8 22 15,-6 7-31-15,-1 11 8 16,-4 9-16-16,0 4-10 16,3 10-5-16,1 21 3 15,8 3-2-15,9 2-5 16,11 4 4-16,14-5-6 16,2 3 2-16,11-11-4 15,28-6-1-15,9-8 0 16,8-13 1-16,4 0 4 15,-6-4-4-15,-8-9 0 16,-10-6 1-16,-10 1-1 16,-7-2 2-16,-6 4 1 15,-9-1 1-15,-1 4 1 0,-3 1 1 16,0 6-3-16,0 2-2 16,0 4 1-16,0 0-2 15,0 0 0-15,0 0-2 16,0 0 1-16,0 0-2 15,0 0 3-15,0 0-4 16,0 0 4-16,0 0-2 16,0 0 4-16,0 0-2 15,0 0 0-15,0 0 0 16,0 0-2-16,0 0 2 0,0 0-2 16,0 0 1-1,0 0 1-15,0 0 3 0,0 0-3 16,0 0-2-16,0 0 2 15,0 0 2-15,0 0-2 16,0 0 0-16,0 0 0 16,0 0-2-16,0 0 2 15,0 0 2-15,0 0-2 16,0 0-3-16,0 0-9 16,0 0-17-16,0 0-34 15,2 0-33-15,5 0 8 0,1 4-56 16,1 0-166-16</inkml:trace>
  <inkml:trace contextRef="#ctx0" brushRef="#br0" timeOffset="65021.59">11707 15222 501 0,'0'0'191'0,"0"0"13"15,0 0-41-15,0 0-22 16,0 0 7-16,0 0-20 16,0 0-56-16,0 0-19 15,31-103-9-15,-31 99-6 0,0 4 1 16,0 0-4-16,0 18-16 16,-7 40-10-16,-10 27 8 15,1 18 1-15,0-2-2 16,5-2 5-16,2-5-10 15,3-1-3-15,1-4 1 16,0-4-5-16,1-9 1 16,2-5-3-16,2-16 2 15,0-11-4-15,0-4-1 16,0-8-9-16,22-10-42 16,18-9-36-16,14-13-76 0,15-9-123 15,14-44-114-15</inkml:trace>
  <inkml:trace contextRef="#ctx0" brushRef="#br0" timeOffset="65682.52">13814 15618 1034 0,'0'0'179'0,"0"0"-27"16,0 0-59-16,0 0-41 15,0 0-1-15,0 0-4 16,43-95 3-16,-43 95-19 16,-15 6-19-16,-26 26-9 15,-10 5-1-15,-5 12-1 16,5-1 0-16,11 2 1 15,10 3-1-15,13 1 0 16,12-1-1-16,5-3-1 16,12 3-1-16,24-5 1 15,6-8 0-15,5-2-2 16,-1-4 3-16,2-12-4 16,-9-4-8-16,-3-8 4 0,-5-5-10 15,-8-5 8-15,-6 0 10 16,-5-19 0-16,-6-6 6 15,-6-2 4-15,0-1 6 16,-11 6-2-16,-20-1 1 16,-12 10-12-16,-11 3-1 15,-8 8 0-15,-7 2 1 16,-4-2 0-16,1-2-3 16,13-1 0-16,14-2 0 15,20 5-9-15,21-2-30 0,4 4-74 16,49-4-139-16,24-10-26 15,21-5-690-15</inkml:trace>
  <inkml:trace contextRef="#ctx0" brushRef="#br0" timeOffset="66220.14">15998 15709 981 0,'0'0'50'16,"0"0"163"-16,0 0-47 15,0 0-61-15,0 0-69 16,113-58-20-16,-38 40 2 16,4 3 0-16,2 3 4 15,-8 4-8-15,-13 7 3 16,-17 1-3-16,-12 0 5 15,-14 18-7 1,-12 22 5-16,-5 17 23 0,-7 8-8 16,-22 1-8-1,-2 4-6-15,0-10 0 0,0 1 2 0,8-11-8 16,2-3-5-16,2-10-3 16,9-1-2-16,0-10-2 15,8-2 0-15,2-2-5 16,0-5-28-16,0-4-26 15,16-8-40-15,-1-5-57 16,3-9-99-16,-3-20-28 16,-9-4-231-16</inkml:trace>
  <inkml:trace contextRef="#ctx0" brushRef="#br0" timeOffset="66441.52">16192 16112 462 0,'0'0'204'16,"0"0"-48"-16,0 0 1 15,0 0-40-15,0 0 6 16,0 0 9-16,83-10-52 16,5 18-2-16,15-6-29 15,15-2-14-15,7 0 2 16,0-2-11-16,-12-15-16 0,-22 3-5 16,-21-9-5-16,-26-3-30 15,-13 0-41-15,-15-10-17 31,-11 4-100-31,-5-6-80 0,-2-4-425 0</inkml:trace>
  <inkml:trace contextRef="#ctx0" brushRef="#br0" timeOffset="67715.62">10354 11872 1037 0,'0'0'51'0,"0"0"123"0,56-107-25 15,-52 95-31 1,-4 6-2-16,0 6-42 0,-15 24-18 15,-26 39-27-15,-11 24-20 16,-4 13 1-16,4 1-9 16,3-3 2-1,2-8-2-15,5-10 0 0,7-12-1 16,8-15 3-16,11-16-5 16,5-10 2-16,9-9-7 15,2-8 4-15,15-10-1 16,26 0 4-16,14-6 0 15,17-16 0-15,7 4 0 16,6 8 0-16,-8 10 2 16,-17 6-1-16,-25 36 0 0,-22 16 1 15,-13 11 5-15,-15 8-6 16,-30-4 8-16,-13-8 0 16,-6-5 8-16,-7-7 1 15,-4-12-7-15,7-4-8 16,4-11-3-16,15-9-3 15,6-10-13-15,9-7-31 16,12 0-50-16,7-37-96 16,6-18-148-16,9-15-120 0</inkml:trace>
  <inkml:trace contextRef="#ctx0" brushRef="#br0" timeOffset="68015.14">10358 11865 553 0,'0'0'325'16,"0"0"-252"-16,0 0-15 16,0 0-12-16,0 0 44 0,0 0 18 15,170-39-23-15,-98 38 0 16,-8-2-24-1,-17 2-44-15,-16 1-14 0,-10 0-2 16,-6 0-1-16,-8 0-1 16,0 0-15-1,-7 0-85-15,0 0-47 0,2 0-26 16,0 0-95-16,0-12-15 16,-2 1-164-16</inkml:trace>
  <inkml:trace contextRef="#ctx0" brushRef="#br0" timeOffset="68536.05">10617 11815 639 0,'0'0'187'0,"0"0"-22"16,0 0-42-16,0 0-39 15,0 0-21-15,0 0-7 16,-107 88-4-16,54-38-19 16,-9 9-16-16,-8 0-2 15,3-1-8 1,3-3-3-16,4-3-1 15,9-2-3-15,4 1-1 0,11-5 1 0,9-5-5 16,7-7-23-16,7-3 9 16,2-5-12-16,2-2 1 15,2-6 13-15,2-3 6 16,4 0 7-16,1-3 4 16,0-2 0-1,0-5-1-15,1-3 1 0,13-2 3 16,4 0 0-16,-1 0 1 15,6 0-1-15,4-9 0 16,4-3-3-16,7-2 0 16,9-1 0-16,9 2 0 0,6 3 1 15,7 6 2 1,-7 4 1-16,-6 5-4 0,-18 35 6 16,-18 21-2-16,-15 15 11 15,-5 9 45-15,-5-1-5 16,-26-8 8-16,-8-9 12 15,-5-10-11-15,-5-8-22 16,-6-10-7-16,-5-6-5 16,-3-8-24-1,5-4-1-15,5-9 0 16,11-10-5 0,10-2-8-16,16-14-46 0,14-31-66 15,2-19-79-15,23-16-95 16,19-10-247-16</inkml:trace>
  <inkml:trace contextRef="#ctx0" brushRef="#br0" timeOffset="68819.97">10593 11798 881 0,'0'0'28'15,"0"0"65"-15,0 0-5 16,0 0-8-16,0 0-22 16,0 0-36-16,0 0 2 15,116 14 6-15,-23-14-5 16,7-11-13-16,0-6-12 0,-8 4-1 15,-7 4-80-15,-3 1-82 16,-2 7-166-16</inkml:trace>
  <inkml:trace contextRef="#ctx0" brushRef="#br0" timeOffset="69653.95">12163 12166 1027 0,'0'0'20'16,"0"0"54"-16,0 0 30 15,0 0-17-15,0 0 3 16,0 0-48-16,-35 3-17 16,55-19-7-16,6 0-4 15,5 1-1-15,4 5-6 16,-1 1 6-16,5 8-2 0,1 1 0 15,-3 0 3-15,0 16-9 16,-6 12 1-16,-7 8-2 16,-12 12 3-16,-12 5-3 15,0-3 0-15,-12-2-3 16,-12-8 3-16,-9-3-3 16,-4-2-1-16,-3-6 0 15,3-3 0-15,0-3 0 16,14-7-5-16,4-4-5 15,15-2-5-15,4 0-4 16,0-1 3-16,25 4 9 0,8-3 3 16,5 3-1-1,2 2 3-15,2 7-3 0,-2 6 5 16,-6 4 2-16,-12 0-2 16,-11 0 3-16,-11 4-1 15,0 0 5-15,-19-1 21 16,-17-5 11-16,-11-3 0 15,-5-6 8-15,-8-5-19 16,-2-2-5-16,2-7-3 16,5-7-8-16,7 0-6 15,13-6-6-15,12-27-6 0,19-22-47 16,4-12-62-16,18-17-78 16,18-4-159-16,-3 9-591 15</inkml:trace>
  <inkml:trace contextRef="#ctx0" brushRef="#br0" timeOffset="70156.75">12286 12158 1025 0,'0'0'34'0,"0"0"-17"0,0 0 20 16,0 0-2-16,0 0 1 15,125-76 5-15,-59 63-10 16,-3 9 10-16,-16 4-5 16,-16 0-26-16,-16 3 0 15,-15 20 7-15,0 14 5 16,-27 8-6-16,-14 12-6 16,-8 2-3-16,-5-2 4 15,3-3-9-15,2-6 1 16,6-6-2-16,10-7 1 15,8-7-2-15,17-4 0 0,8-6 0 16,0 1-4-16,31-5-2 16,9 3 2-1,7 2-7-15,4 4 11 0,0 6 2 16,-4 8 1-16,-11 1 0 16,-11 0 2-1,-19 2 5-15,-6-1 11 0,-12-1 45 16,-28-4-6-16,-15-4-17 15,-10-4-5-15,-4-4-2 16,0-4-8-16,1-4-14 16,4-7 0-16,9-7-10 15,12 0-4-15,20-11-8 0,13-28-60 16,10-14-84-16,29-18-117 16,36-11-204-16</inkml:trace>
  <inkml:trace contextRef="#ctx0" brushRef="#br0" timeOffset="70977.2">14594 12527 754 0,'0'0'114'0,"0"0"31"16,0 0-22-16,19-109 4 15,-19 78-27-15,0-4-16 16,-16 7-3-16,-11 4-36 16,-11 8-9-16,-16 10-1 15,-6 6-23-15,-7 5 3 16,7 28-9-16,8 13-1 15,13 13 2-15,10 6-7 16,14 4 4-16,15-10-3 16,0-7-1-16,19-9-1 0,18-13 1 15,2-5-1-15,8-18-3 16,2-7 3-16,1 0-2 16,2-13 6-16,0-14-3 15,-3-7 0-15,2-5-1 16,-8 0 1-16,-10 7 0 15,-11 11 4-15,-11 12-1 16,-6 9 10-16,-5 0 6 16,0 36 18-16,-7 26 1 15,-15 20-13-15,-1 6-1 16,4 3 2-16,-2-7-4 16,5-10-14-16,1-9-1 0,4-15-3 15,2-11-2-15,4-9-2 16,3-11-5-16,2-7-7 15,0-7-33-15,0-5-33 16,0 0-62-16,2-11-90 16,9-28-73-16,-1-19-249 15</inkml:trace>
  <inkml:trace contextRef="#ctx0" brushRef="#br0" timeOffset="71497.98">14679 12458 1044 0,'0'0'32'16,"0"0"52"-16,-24-102 23 15,7 68-12-15,-2 3-39 16,1 8-2-16,-5 5 2 16,-5 7-18-16,-13 4-14 15,-7 7-16-15,-10 0 0 16,-7 26-7-16,1 20 0 15,-2 14-1-15,7 10 0 0,10 7 0 16,13-5 1-16,16-6-1 16,16-7 0-16,4-11-3 15,22-15 3-15,27-8-3 16,15-16-7-16,8-9-2 16,8 0 3-16,5-20 2 15,-3-10 1-15,-4-12 3 16,-8-8 1-16,-11-6 1 15,-10-3 1-15,-13 9 0 0,-14 18 2 16,-15 14 0-16,-7 13 7 16,0 5 33-16,-15 10-18 15,-19 34-14-15,-6 19 9 16,-2 17 5 0,0 9-3-16,3 7 10 0,8-3 0 15,6-5 1-15,6-15-13 16,7-10 1-16,3-11-3 15,3-10-7-15,2-2-10 16,-3-6 0-16,0-5-4 16,-4-8-31-16,-2-2-63 15,-5-7-87-15,1-10-120 0,-2-2-132 16</inkml:trace>
  <inkml:trace contextRef="#ctx0" brushRef="#br1" timeOffset="80717.03">11740 7257 852 0,'0'0'0'16,"0"0"-95"-16,-62 118 86 15,59-68 8-15,3 0-1 16,0 0-35-16,16 0-67 16,6-7-14-16,3-7-60 15</inkml:trace>
  <inkml:trace contextRef="#ctx0" brushRef="#br1" timeOffset="82652.81">11704 6802 765 0,'0'0'33'0,"0"0"-26"15,3-130 58-15,-3 105 37 16,-13 6-44-16,-14 4 3 16,-11 7-17-16,-11 8-28 15,-18 10-10-15,-16 42 1 0,-12 34 0 16,-14 28 7-1,-7 23 14-15,-7 19 0 0,1 13-4 16,3 13 13-16,13 13 9 16,17 7-14-16,19 5 1 15,19 0 2-15,22-9-16 16,21-11-4-16,8-19-11 16,4-15 2-16,23-15-4 15,4-17 0-15,2-20-2 16,3-18-2-16,4-22-3 15,5-14-7-15,3-17-19 16,12-15 19-16,7-15 5 0,14-3 0 16,8-37 4-1,0-15 2-15,-5-13-3 0,-5-9 4 16,-6-11-1-16,1-13 1 16,1-9-2-16,8-13-2 15,6-12 3-15,7-18-1 16,12-8 1-1,8 1 0-15,3 11 1 0,-7 23 1 16,-15 23 0-16,-10 24 3 16,-13 18-3-16,-3 15 1 15,-2 13-1-15,2 10-1 0,0 9 0 16,1 8-2 0,1 6 0-16,3 0 2 0,0 12 1 15,-1 10-1-15,-5-2 0 16,-13-2 0-16,-14-6 0 15,-12-6 1-15,-6-3-1 16,-5-3 0-16,-2 0 2 16,4-10 0-16,0-22 0 15,-2-7 5-15,-1-17 4 16,-9-14 10-16,-3-16-5 16,-5-15-5-16,-2-16-6 15,0-11 0-15,-25-12 2 0,-17-11-3 16,-16 1 4-16,-19 5-5 15,-20 15 5-15,-18 26-5 16,-24 21-3-16,-17 33 0 16,-15 29 0-16,-7 21-15 15,2 20 8-15,13 44 2 16,14 32-10-16,18 37-55 16,15 42-25-16,16 20-63 15,15 12-118-15,20-13-326 16</inkml:trace>
  <inkml:trace contextRef="#ctx0" brushRef="#br1" timeOffset="83768.69">10522 10243 929 0,'0'0'4'0,"-67"-139"25"16,26 73 52-16,-15 0-27 16,-12 3 4-16,-10 8 11 15,-9 8-21-15,-4 15-11 16,-7 19-5-1,-10 13-2-15,-5 21 15 0,-5 47-17 16,-2 38-10-16,-1 41-2 16,7 24 1-16,4 19 1 15,8 17-4-15,23 11-9 16,25 20 6-16,27 6-9 0,21-2-1 16,6-13-2-1,25-20-5-15,23-15-8 0,14-22 4 16,6-12-12-16,-1-16-18 15,-3-14-14-15,-1-23 3 16,-1-16 2-16,5-23 22 16,-3-20 5-16,7-20 6 15,3-18 12-15,2-10 4 16,2-11 2-16,-3-29 12 16,4-13 2-16,-6-8-7 0,1-8 7 15,-5-1-1-15,-3-2 10 16,-1-4-3-16,-5-1 0 15,0-3-3-15,-2-7 11 16,3-7 7-16,-3-8-8 16,2-7 1-1,-2-7-7-15,-7-7-4 0,-4-7-5 16,-7 0-1-16,-11 0 6 16,-9 0-11-16,-13-7 4 15,-7-8-4-15,0-14 1 16,-19-5-3-16,-31-6-6 15,-29-2 6-15,-25 9-6 16,-23 13-2-16,-14 17-4 0,-13 33-14 16,-4 35-39-16,7 35-26 15,15 30-27-15,22 18-58 16,25 32-45-16,23 6-237 16</inkml:trace>
  <inkml:trace contextRef="#ctx0" brushRef="#br1" timeOffset="87011.97">2304 12390 822 0,'0'0'243'0,"0"0"-240"0,0 0-3 16,-124-53 10-16,101 46-5 16,1 7 19-16,2 0 0 15,-2 11-12-15,-1 29-7 16,4 13-4-16,3 10-1 15,7-3-3-15,9-8 3 16,0-8-4-16,15-14 1 16,10-8 0-16,-3-11-1 15,1-6 4-15,-6-5 3 16,-1 0 0-16,-1 0 12 16,-3-10 27-16,-5-4 5 15,-1 0 1-15,-4 2 0 16,0 2-5-16,-2 4-10 15,2 4-18-15,8 2-9 0,12 8-4 16,13 32 7-16,10 20 5 16,-3 15-2-16,-6 7-6 15,-9 0-1-15,-15-6 0 16,-6-8-1-16,-6-9-2 16,0-14 0-16,-23-10 4 15,-6-9-3-15,-2-14-2 16,0-12 3-16,-2 0 0 0,1-30-2 15,5-18-2 1,8-17-2-16,9-17-3 16,10-6-3-16,0-1 0 0,23 9-5 15,10 12 0-15,5 8 3 16,3 10-2-16,1 10 2 16,-5 8-3-16,-5 9 3 15,-8 10 1-15,-5 7 6 16,-4 6 0-16,5 0-12 15,2 30 2-15,2 9 6 16,3 10 4-16,0-3 1 16,0-1 0-16,4-10 1 15,-4-7-2-15,0-10 0 0,-3-9-2 16,-4-9 2 0,-1 0 3-16,0-18 0 0,-5-19 6 15,-10-9 3-15,-4-10 5 16,0-11 8-16,-16 4 2 15,-13-2-5-15,-11 14-7 16,2 11-4-16,-4 15-2 16,2 13-3-16,2 8-3 15,2 4-68-15,9 0-98 16,15 16-126-16,12 0-376 16</inkml:trace>
  <inkml:trace contextRef="#ctx0" brushRef="#br1" timeOffset="87357.72">3191 12374 378 0,'0'0'580'0,"0"0"-569"16,0 0 64-16,0 0-4 16,-134-8-28-16,112 32 9 15,2 10-28-15,7 10-11 16,6 4-10-16,7-2-3 15,0 1-2-15,16-7 1 0,11-6-6 16,8-8 0 0,3-10-1-16,-1-14-5 0,0-2 8 15,-4-2 5-15,-7-22 1 16,-5-11 0-16,-13-10 7 16,-8-11 10-16,-2-2 4 15,-29 4 2-15,-9 7 4 16,-4 15 10-16,-8 14-23 15,-1 9-9-15,-1 9-6 16,8 0-19-16,6 5-60 16,11 15-63-16,13 6-170 0,16 7-216 15</inkml:trace>
  <inkml:trace contextRef="#ctx0" brushRef="#br1" timeOffset="87799.35">3701 12522 784 0,'0'0'78'0,"0"0"57"15,0 0-33-15,-142-110-46 0,90 98 17 16,-1 12-31 0,2 0-19-16,6 12-11 0,12 22-6 15,10 6-6-15,12 2-4 16,11-1 4-16,0-9-3 15,25-11-5-15,13-8 2 16,4-11-4-16,5-2 1 16,1-10-8-16,-2-24 9 15,-13-15 8-15,-11-18-1 16,-13-16 3-16,-9-11 2 16,0-6-2-16,-13-7 3 15,-12 3 12-15,-1 4-2 0,-1 18 15 16,2 23 11-16,3 28 15 15,6 17-4-15,3 14-6 16,4 30-16 0,2 53-13-16,7 36-15 0,0 19 2 15,0 7 2-15,16-7-2 16,-1-1-4-16,-1-5-3 16,4-10-20-1,11-16-64-15,6-22-94 0,15-27-3 16,3-31-187-16</inkml:trace>
  <inkml:trace contextRef="#ctx0" brushRef="#br1" timeOffset="88176.63">4178 12528 1001 0,'0'0'5'0,"0"0"27"0,0 0 9 31,0 0-7-31,0 0-10 16,136 20 70-16,-56-31-33 15,10-10-1-15,-5-1-22 16,-1 3-22-16,-18-2-15 0,-12 6-1 16,-7-6 0-1,-11 1-21-15,-4 0-121 0,-8-4-107 16,-9 4-267-16</inkml:trace>
  <inkml:trace contextRef="#ctx0" brushRef="#br1" timeOffset="88571.23">5259 11971 1097 0,'0'0'5'0,"0"0"5"16,0 0 47-16,0 0-19 16,0 0-10-16,0 0-3 15,-45 24-25-15,37 14-1 16,7 2-1-16,1-5 2 16,0-10-1-16,18-2 1 15,4-7-2-15,7-6 1 16,7-8 1-16,6-2 2 0,10 0-2 15,1 0 1 1,3 0 3-16,0 0 6 16,-7 0 37-16,-7 16 31 0,-15 12-37 15,-14 8-11-15,-13 4-1 16,0 6 11-16,-31 0-2 16,-14-3 1-16,-10-5-28 15,-1-8-3-15,2-10-5 16,8-8-3-16,8-10-7 15,11-2-67-15,9-25-88 16,16-27-90-16,2-12-157 16</inkml:trace>
  <inkml:trace contextRef="#ctx0" brushRef="#br1" timeOffset="88745">5381 11955 1093 0,'0'0'21'0,"0"0"-18"15,0 0 82-15,0 0-28 16,0 0-41-16,0 0-4 16,118-121 27-16,-4 68-33 15,10-10-6-15,-12-7-185 16</inkml:trace>
  <inkml:trace contextRef="#ctx0" brushRef="#br1" timeOffset="91658.93">14454 10321 833 0,'0'0'10'0,"120"-103"26"16,-77 73 38-16,-18 13 1 15,-15 8-8-15,-7 3-11 16,-3 6 6-16,0 0-17 15,0 0 10-15,-7 0-17 0,-38 15-37 16,-28 17 5-16,-29 9-5 16,-17 3 1-16,-7 0-2 15,-7 5-1-15,-4 2 1 16,-4 8 0-16,-5 9 2 16,1 10-1-16,-3 13 3 15,5 9 2-15,6 6-1 16,3 8-1-16,6 13-3 15,7 4 1 1,7 9-1-16,11 8-1 0,14 6-3 16,5 9 1-16,-1 8 1 0,4-3-4 15,0-8 5-15,11-5 0 16,10-15-1-16,9-8 1 16,13-5 0-16,13-8 0 15,17-8 0-15,8-4 0 16,0-11 0-16,21-10 0 15,10-14 0-15,3-13-1 16,2-14-1-16,-2-14-3 16,1-9-6-16,-2-12 3 15,3-6 4-15,-1-4 2 0,1 0 2 16,3-8 0-16,-2-13 0 16,-1-3 0-16,-3 1-3 15,-8-4 2-15,-8 6-6 16,-5 2-1-16,-8 5-1 15,-4 0-7-15,0 5 9 16,0-2 0-16,-4 1-10 16,-12 1-1-16,-2 7 5 15,0-1-19 1,-1 3-25-16,-2 0-15 0,3 0-118 16,3 0-14-16,6 0-100 15</inkml:trace>
  <inkml:trace contextRef="#ctx0" brushRef="#br1" timeOffset="92680.29">14581 10154 755 0,'0'0'5'15,"0"0"-5"-15,-3-124 37 16,-17 88 48-16,-2 4 5 16,-9 8-40-16,-4 10 1 15,-13 14 7-15,-12 8-14 16,-17 66-33-16,-17 48-1 15,-10 51 24-15,-8 45-1 0,5 29-7 16,7 31 23 0,17 31-23-16,18 6 0 0,23 4-1 15,27-17-5-15,15-32-7 16,22-30-2-16,36-31-6 16,22-24-3-16,20-23 0 15,21-26 0-15,19-22-2 16,23-32 1-16,18-29 4 15,21-27-5-15,18-24 1 16,12-2-1-16,11-41 4 0,0-27-2 16,-3-33 0-16,-5-36 0 15,-11-31 0-15,4-31-1 16,3-34 0-16,8-37-1 16,6-42 4-16,-18-34 6 15,-35-8-4-15,-52 0 9 16,-59 29 6-16,-54 28-1 15,-35 21 18-15,-76 27-3 16,-56 29-21-16,-48 27-10 16,-46 40-2-16,-40 44-1 15,-44 39 5-15,-23 39-6 16,-13 31 0-16,-5 31-26 16,25 46-48-16,18 35 13 0,33 35-50 15,40 39-7-15,35 29-32 16,38 17-65-16,37 5-297 15</inkml:trace>
  <inkml:trace contextRef="#ctx0" brushRef="#br1" timeOffset="97770.17">12090 14865 915 0,'0'0'7'0,"-143"-36"48"16,61 23 33-16,-10 4 5 15,-1 9-35-15,-3 0 8 16,7 0 27-16,3 14-37 16,7 16-20-16,8 14-6 15,1 20-16-15,6 20-9 16,2 6 7-16,7 11-6 16,1 2 4-16,2 4 4 0,6 6 4 15,7 3-11-15,10-10-3 16,12 2 2-16,11-9-3 15,6-1 3-15,0-9-4 16,15-4 1-16,20-9-2 16,8-5 0-16,6-14-1 15,7 2-1-15,4-9 0 16,4-2-3-16,7-8 0 16,8-18-3-16,8-7-4 15,8-15-1-15,10-19 3 16,4-31 7-16,0-16 2 0,1-14 0 15,-4-14-3-15,4-9-3 16,-6-8 3-16,6-8 3 16,10 1 0-16,18-2 1 15,16 9 3-15,4 7-4 16,1 3 0-16,-6 9 0 16,-4 8 0-16,-2 6 0 15,0 4 0-15,-1-1 0 16,0 3 4-1,1 6-3-15,0 12 0 0,5 6 0 0,2 20 3 16,2 11-3-16,-3 17 0 16,-8 0 1-16,-3 31 6 15,-5 3-3-15,-4 7-3 16,-2 0-1-16,-4-1-1 16,1-2-1-16,-1-6 1 15,6 1 3-15,6-12-2 16,3-3-1-16,-3-10 0 15,-2-2-1-15,0-6 0 16,-6 0 1-16,5 0 2 16,0-9 3-16,4-22 5 15,5-7-2-15,2-8-4 16,11-13-1-16,5 0-1 0,-5-3 5 16,-13 4 1-16,-20 5-6 15,-23 3-2-15,-15 0 8 16,-11-4-1-16,-9 2 5 15,-15-6-4-15,-6-3-1 16,-7 1-4-16,-3-6 1 16,-7-1-1-1,-13 6-2-15,-12 2 2 0,-4 4 0 16,0 1-1-16,-16 1 0 16,-3 3-1-16,-2 4 1 0,4-2-2 15,-3 1 0-15,-4 1 0 16,-2 2 0-16,-9 0 1 15,-7 0-1-15,-10 4-1 16,-4 0-1-16,-2 8 0 16,6 4 2-16,0 6-2 15,0 8 1-15,-2 6 0 16,-9 6-1-16,-9 0 1 16,-5 2 0-16,-6 0-4 15,-2 0-2-15,3 0 3 16,2 0 1-1,-1 0 2-15,4 0-1 0,-6 0-3 16,-4 10 3-16,-2 6 1 0,-7 2 1 16,-6 2-3-1,-10 2 5-15,-5 0-2 0,-4 1 0 16,5-2 0-16,2 2 1 16,8-2 0-1,3 2-1-15,9-6 0 0,10 1 0 16,7-3-1-16,13 1-2 15,4 0-1-15,2 2 3 16,8 0 0-16,4 1 0 16,7-2 1-16,7-1 0 15,3 1 0-15,-2-6 0 16,2 1 0-16,-2 0 1 0,-4-2-1 16,1 0 0-16,-4 0 1 15,4 0-1-15,-1 3 3 16,1-1-2-16,-1 3-1 15,-3 3-1-15,3 4 1 16,-4 5 1-16,-1 0-1 16,3 2 0-1,-6 1 0-15,3 0 0 0,2 2 0 16,0 0 0-16,5 4 0 16,2-1 0-16,4 7 0 15,5-1-3-15,1 1 3 0,6 2 0 16,-1-3 0-16,3-1 0 15,2-9 0 1,-3 2 0-16,-1 1 0 0,-1-8-1 16,-6 0 1-16,-2 2 0 15,-10-6 0-15,-6 4 2 16,0-2-4-16,-3-2 1 16,-1-4-2-16,-2-1 2 15,-4-3 0-15,-1-5-1 16,0 1 1-1,-7-4-2-15,-2 0-6 0,-7-6 2 0,-5 5 2 16,-5-5-4-16,-6 1 4 16,-2 6 3-16,3-3 1 15,6 2 1-15,1-2 1 16,5-3 3-16,5 2-4 16,3-3 1-1,4 0 0-15,1 0-1 0,1 0 1 16,4 0-1-16,4 0 0 15,5 0-1-15,8 0 1 16,3 0 0-16,6 0 0 16,-1 0 0-1,2 0 0-15,-5 0 3 0,1 10-3 16,-8-1 0-16,-5 5 0 0,-5 3 0 31,-4-4 0-31,-4 0 0 16,-2 1-1-16,7-8 1 0,-2 5 0 0,1-2-3 31,-3 9 3-31,-3-3-1 16,-11-3 1-16,0 5-4 15,-10-3-17-15,-5 4 19 16,1-8-76-16,2-2-94 16,4 0-21-16,9 3-85 0,5-4-138 15</inkml:trace>
  <inkml:trace contextRef="#ctx0" brushRef="#br1" timeOffset="98982.26">1758 14034 1158 0,'0'0'13'0,"0"0"-13"16,-142-6 37-16,109 21-18 15,13 31-14-15,6 24 1 16,6 18 9-16,8 8 0 16,0 2-4-16,11-5-9 15,8-7 1-15,-1-12-3 0,-3-11 0 16,-1-19 0-16,-5-15-7 16,-5-12 2-16,3-13-1 15,-3-4-7-15,8-4-9 16,5-31 22-16,8-11 1 15,10-12 8-15,10-4-2 16,4 7-1-16,9 16-2 16,-2 9 0-16,2 20 19 15,-2 10 3-15,-9 14-5 16,-5 34-7-16,-15 11-2 0,-16-2-5 16,-11-3 17-16,-2-5 5 15,-34-9 17-15,-7-5-31 16,-8-8 0-1,0-13 2-15,-3-14-11 0,-4 0-6 16,5-41-9-16,3-25-80 16,18-15-35-16,16-16-34 15,16 7-109-15,0 11-136 16</inkml:trace>
  <inkml:trace contextRef="#ctx0" brushRef="#br1" timeOffset="99927.43">2325 14576 470 0,'0'0'57'0,"0"0"58"15,0 0-10-15,0 0 4 16,0 0-9-16,0 0-22 16,122-129-25-16,-117 100-20 15,-5-2 3-15,0 9 2 16,0 6 1-16,-8 4-8 0,-7 7-1 15,-7 5 9-15,-3 0-16 16,-1 5-12-16,-1 27-1 16,5 13-10-1,9 5-3-15,7 8 3 0,6-1-4 16,0-12 1-16,29-7-2 16,8-14-6-16,7-10-9 15,5-10-4-15,6-4 8 16,5 0 4-16,3-25 6 15,-1-8 3-15,-6-9 2 16,-7-2 0-16,-9 0 0 0,-9 4 1 16,-8 4 1-16,-10 1-1 15,-11 3 4-15,-2 2 1 16,0 6 4-16,-2 7-2 16,-15 2 1-16,-4 9 8 15,-3 6-3-15,-3 0-4 16,-2 21-9-1,0 14-3-15,9 14 1 0,12 1-2 16,8-9 2-16,0-2-8 16,13-14-8-16,16-8-3 15,4-11-5-15,5-6-3 16,-5 0 5-16,0-18 12 0,-4-12 0 16,-6-4 7-1,-7-1 4-15,-7 10 1 0,-7 11 1 16,-2 8 8-16,0 6 28 15,0 3 11-15,0 32-26 16,0 14-22-16,0 1 0 16,2-6-1-16,16-13 0 15,6-16-1-15,1-10-3 32,4-5-7-32,-3-12 3 0,1-21 4 0,-2-13 0 0,-6-7 5 15,-2-5 1-15,-5-1 2 31,-5 5 4-31,-2 18-4 16,-3 17 5-16,-2 14 6 16,3 5 5-16,1 24 18 15,4 30-15-15,9 5-19 16,0-6-1-16,8-9-2 16,3-19 0-16,2-9-2 15,1-16-3-15,0 0 3 16,-2-28 0-16,4-16 2 15,-4-15 2-15,-2 2 2 16,-7 10 12-16,-9 14 2 0,-2 25-3 16,-7 8 6-16,0 1 12 15,3 29-12-15,0 4-18 16,1-2-3-16,9-10-3 16,8-16-40-16,6-6-61 15,4-4-29-15,-1-23-90 16,-10-9-422-16</inkml:trace>
  <inkml:trace contextRef="#ctx0" brushRef="#br1" timeOffset="100226.82">4151 14358 1043 0,'0'0'11'16,"0"0"52"-16,0 0 41 0,0 0-78 15,0 0-19-15,0 0 23 16,179-89-5-16,-81 51-11 15,2-4-9-15,-9 2-5 16,-8 0-43-16,-16 2-96 16,-14 1-133-16,-13 1-340 15</inkml:trace>
  <inkml:trace contextRef="#ctx0" brushRef="#br1" timeOffset="100793.71">5651 13772 617 0,'0'0'39'0,"0"0"67"16,69-108 22-16,-62 66-43 15,-7-1-9-15,0-3 0 16,-32 6 18-16,-14 6-31 16,-12 8-10-16,-18 20-14 15,-9 6 15-15,-7 14-39 16,4 26-11-16,10 10 0 15,18 1-3-15,21 0-1 16,24-7-1-16,15-7-3 16,12-7-6-16,32-8 2 15,12-12 2-15,10-10-6 0,12 0-2 16,5-4 11 0,-1-22-3-16,-3-11 5 0,-13-4-2 15,-13-8 6-15,-12 7-3 16,-20 12 4-16,-9 12 2 15,-7 16 22-15,-5 2 23 16,0 2 18-16,0 46-5 16,0 30-27-16,0 25-28 15,4 13 3-15,5-10-9 16,0-9-3-16,2-9-4 16,0-12-37-16,-2-8-128 0,-1-12-120 15,-1-13-267 1</inkml:trace>
  <inkml:trace contextRef="#ctx0" brushRef="#br1" timeOffset="104751.01">8672 7499 1025 0,'0'0'0'0,"0"0"-52"16,0 0 31-16,0 0 21 16,0 0 0-16,0 0-20 15,0 0-87-15,-51 48-44 16,51-38-84-16</inkml:trace>
  <inkml:trace contextRef="#ctx0" brushRef="#br1" timeOffset="104926.47">8672 7499 453 0,'-49'91'0'16,"43"-91"-239"-16,-2 0 55 0</inkml:trace>
  <inkml:trace contextRef="#ctx0" brushRef="#br1" timeOffset="105350.68">8706 7265 1040 0,'0'0'5'0,"0"0"20"15,0 0 45-15,-135-44-15 0,16 44-34 16,-42 23 13-16,-31 19-11 16,-13 4-12-16,-6 4-6 15,0 1 6-15,12-3-2 16,14-4-8-16,27-3-1 15,33-7-10-15,27-1-34 16,31 0-47-16,24 0-10 16,22 0-73-16,19-1-27 15,2-6-175-15</inkml:trace>
  <inkml:trace contextRef="#ctx0" brushRef="#br1" timeOffset="108266.59">15272 6140 820 0,'0'0'26'0,"0"0"-26"16,16-120 93-16,-16 88-5 0,-8-3-35 15,-19 4-20 1,-10 0 3-16,-14 5-25 0,-11 14 6 16,-17 12 8-16,-14 12 0 15,-19 46-9-15,-21 33-3 16,-17 37 9-16,-8 34-2 15,-4 45 23-15,2 35-6 16,8 35 2-16,9 38 8 16,23 10-28-16,26 12-1 15,36-20-4-15,33-27-9 16,25-25-1-16,21-34 1 16,43-21-5-16,30-25 0 0,31-27-11 15,35-28-1 1,37-24-8-16,29-29 10 0,26-27-4 15,14-30-29-15,1-20 11 16,-7-39 25-16,-8-40-12 16,-9-39 17-16,-11-45-7 15,-20-47 9-15,-14-43 7 16,-20-55 5-16,-22-38 14 16,-22-33-4-16,-41-11-15 15,-57 11 0 1,-43 33 1-16,-89 38-1 0,-59 39-3 15,-62 50-4-15,-50 48-2 16,-43 55-25-16,-29 56-25 0,-8 52-26 16,4 30-44-16,13 59-42 15,20 37-102 1,26 29-178-16</inkml:trace>
  <inkml:trace contextRef="#ctx0" brushRef="#br1" timeOffset="110279.43">11966 13399 715 0,'0'0'61'16,"-212"-106"-44"-16,91 57-8 15,-5 3 19-15,-7 4 35 16,-2 4-9-16,-6 3 1 16,-7 6 0-16,-6 14 14 15,-2 10-10-15,-7 5-9 16,-2 24-18-16,-2 24 4 16,0 20 17-16,6 16-15 0,15 22 1 15,20 7-14-15,24 1 2 16,26-8-10-16,25-12-9 15,20-2-4-15,24-11-2 16,7-1-1-16,22-5-1 16,26-9-2-16,12-6-1 15,13-2-6-15,14-9-8 16,15-11 6-16,14-9-1 16,11-8-2-16,16-8 1 15,17-8-1-15,17-5 7 16,25 0 5-16,18 0-2 0,15 6 1 15,12 6 1-15,-4 5 0 16,0 10-34-16,-10 5-2 16,-1 9 12-16,5 6 16 15,-10 7 9-15,0 9 1 16,-2 10-4-16,-9 19 3 16,1 11 1-16,-9 8-2 15,-7 11 2-15,-7 4 4 16,-14 6-4-16,-15 3 1 15,-13-5-1-15,-16 4 0 16,-9 3-1-16,-5-3 1 16,3-3 1-16,0-3-1 0,2-12 2 15,6 0 2-15,1-13 13 16,4-21 1-16,3-4 1 16,4-14-6-16,-1-6-2 15,-7-9 9-15,-13-13-5 16,-13-10-10-16,-8-12 9 15,-7-14 3-15,-7 0 1 16,-5-19-2-16,-3-25-9 16,-3-24 19-16,-5-24-18 15,-10-20-4-15,-10-22-1 16,-13-13-2-16,-17 5 2 16,-17 1 2-16,-6 17 1 15,-33 8 5-15,-29-1-3 0,-19 2 7 16,-19 3-3-16,-23 1 8 15,-26 1-5-15,-27 6 1 16,-38 5-13-16,-36 1-2 16,-41 7 0-16,-52 16-1 15,-49 17-21-15,-49 22 5 16,-23 23 3-16,-1 9-40 16,16 4-118-16,26-6-125 0,30-10-703 15</inkml:trace>
  <inkml:trace contextRef="#ctx0" brushRef="#br1" timeOffset="113734.52">2877 5970 601 0,'0'0'28'0,"80"-119"24"15,-47 65 52-15,-6 14 26 16,-15 14-47-16,-6 12-2 15,-6 10 15-15,0 4 14 16,0 0-24-16,-31 14-35 16,-25 44-26-16,-29 38-11 15,-23 33 17-15,-20 21 1 16,-10 10-5-16,-14-1-16 0,-12-9 2 16,3-7-5-1,15-17-4-15,25-18-2 0,36-17-2 16,27-21-4-16,23-16-3 15,17-12-48-15,15-10-60 16,3-8-34-16,19-12-30 16,20-12-148-16,6 0-102 15</inkml:trace>
  <inkml:trace contextRef="#ctx0" brushRef="#br1" timeOffset="114051.9">1928 7074 436 0,'0'0'1'16,"0"0"4"-1,-118 0 40-15,76 0 53 0,-1 0-17 16,3 4-6-16,4 10 2 0,12 0-16 15,10 4 0 1,14 0-37-16,27-1 8 0,60-4 9 31,60-13-10-31,61 0-12 16,58-36-10-16,44-14-8 16,24-6 2-16,11 2 74 15,-21 4-68-15,-35 8-6 16,-44 5-3-16,-64 3-1 15,-56 3-197-15,-67-4-239 16</inkml:trace>
</inkml:ink>
</file>

<file path=ppt/ink/ink1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5.68611" units="1/deg"/>
          <inkml:channelProperty channel="T" name="resolution" value="1" units="1/dev"/>
        </inkml:channelProperties>
      </inkml:inkSource>
      <inkml:timestamp xml:id="ts0" timeString="2023-09-16T14:19:17.987"/>
    </inkml:context>
    <inkml:brush xml:id="br0">
      <inkml:brushProperty name="width" value="0.05292" units="cm"/>
      <inkml:brushProperty name="height" value="0.05292" units="cm"/>
      <inkml:brushProperty name="color" value="#FF0000"/>
    </inkml:brush>
  </inkml:definitions>
  <inkml:trace contextRef="#ctx0" brushRef="#br0">7681 5841 342 0,'0'0'653'15,"0"-149"-644"1,0 96 85-16,0 14 67 0,2 16-9 0,-2 12-42 16,0 9-35-16,0 2-47 15,0 14-2-15,0 40-9 16,0 29 27-16,0 17 1 16,-5 4-32-16,-4-3-4 15,3-7-7 1,4-4-2-16,2-6-1 15,0-8-4-15,0-15-19 16,24-15-37-16,12-14-52 16,12-20-45-16,20-12-69 15,5-12-118-15</inkml:trace>
  <inkml:trace contextRef="#ctx0" brushRef="#br0" timeOffset="236.35">8347 5727 1144 0,'0'0'3'0,"0"0"23"16,0 0 124-16,0 0-23 16,0 0-85-16,0 0-21 15,-5 118 74-15,5-32-51 16,0-3-26-16,5-4-7 16,1-2-7-16,-4-3-4 15,0-7 0-15,-2-4-3 16,0-6-10-16,0-13-55 15,0-8-67-15,-6-8-94 16,-5-14-11-16,-9-14-244 0</inkml:trace>
  <inkml:trace contextRef="#ctx0" brushRef="#br0" timeOffset="692.56">7678 6247 1046 0,'0'0'0'0,"0"0"0"15,0 0 35-15,0 0 9 16,0 0-38-16,201-59 2 16,-74 35-8-16,8 0-2 0,0 3 2 15,-13 2-28 1,-11 1-131-16,-22 0-84 0,-15-3 23 16,-21 1 77-16,-26 7 88 15,-15 0 55-15,-12 5 184 16,0 0 88-16,-8 2-97 15,-9 1-52-15,-1 1-52 16,3 4 27-16,-1 0-55 16,7 27-21-16,3 14 1 15,6 13 2-15,0 6-8 16,0 3-7-16,13 2-5 16,9-7-5-16,9-6 1 15,5-7-3-15,1-11 4 0,6-10 0 16,1-12 1-16,4-12 1 15,-2 0 1-15,1-17 4 16,-3-20 3-16,-6-12 15 16,-9-11 19-16,-9-8-7 15,-13-8-1-15,-7-2-19 16,0 1-5-16,-4 13-8 16,-11 12 0-16,5 14-6 15,-1 12-9-15,9 12-103 16,2 14-155-16,0 0-368 15</inkml:trace>
  <inkml:trace contextRef="#ctx0" brushRef="#br0" timeOffset="974.83">9929 5975 1134 0,'0'0'6'0,"0"0"69"16,0 0 52-16,0 0-70 16,0 0-30-16,-11 103 61 15,11-14-1-15,2 12-48 0,0-2-14 16,-2-9-18 0,0-8 0-16,-4-10-2 0,-12-11-5 15,2-11 0-15,6-12-9 16,-1-16-39-16,2-11-81 15,2-11-60-15,-1-11-24 16,-3-40-114-16</inkml:trace>
  <inkml:trace contextRef="#ctx0" brushRef="#br0" timeOffset="1147.83">9545 6056 1080 0,'0'0'0'16,"0"0"0"-16,0 0 50 15,0 0-16-15,0 0-7 16,125-6 2-16,-33 8-21 16,10 0-8-16,14-2-2 15,0 0-137-15,0 0-270 16</inkml:trace>
  <inkml:trace contextRef="#ctx0" brushRef="#br0" timeOffset="1542.9">10736 6591 1054 0,'0'0'0'0,"0"0"0"16,0 0 45-16,0 0 9 15,0 0 21-15,175 20-3 16,-70-20-6-16,11-10-7 0,9-12-23 16,4-4-23-1,-8 2-6-15,-11 4-7 0,-18 2-6 32,-18 6-35-32,-21 4-189 0,-29 0-241 0</inkml:trace>
  <inkml:trace contextRef="#ctx0" brushRef="#br0" timeOffset="1878.38">11517 6309 1127 0,'0'0'0'0,"0"0"0"0,0 0 35 16,0 0 12-16,0 0 9 15,27 104-25-15,15-67-18 16,10-3-10-16,1-7 1 15,0-7-3-15,-8-9-1 32,-9-5 2-32,-11-3 0 0,-15-3 0 0,-8 0 11 15,-2 0 68-15,0 0 19 16,-2 0-17-16,-19 0-30 16,-8 8-33-16,-10 22-11 15,-5 12-2-15,-3 18 0 0,3 6-3 31,4 6-2-31,1 2-2 0,11-3-13 0,12-3-105 16,14-11-179-16,2-20-299 16</inkml:trace>
  <inkml:trace contextRef="#ctx0" brushRef="#br0" timeOffset="2440.73">12758 6667 847 0,'0'0'34'16,"0"0"57"-16,0-144 57 15,-7 80-47-15,-5-3-18 16,-9 9-18-16,-6 15 5 15,-6 16-8-15,-7 16-26 16,-3 11-36-16,-3 1-2 16,4 33-1-16,11 14 1 15,13 10-2-15,18 2-3 16,4 5-2-16,41 0-7 16,20 0 6-16,12 5-7 0,-1 3 5 15,-7-5 5-15,-19-6 4 16,-22-12 3-16,-21-13 1 15,-7-14-1-15,-20-8 0 16,-24-9 9-16,-12-6 12 16,-9-3 9-16,3-31 5 15,6-12 1-15,18-18 3 16,20-13-24-16,18-5-12 16,16-4-3-16,49 4-11 15,26 10-55-15,24 7-108 16,5 15-110-16,-6 14-423 0</inkml:trace>
  <inkml:trace contextRef="#ctx0" brushRef="#br0" timeOffset="2691.69">13393 6873 1204 0,'0'0'11'0,"0"0"-11"16,0 0 76-16,0 0-33 16,119-54-19-16,-26 37 4 0,14-3-10 15,-2 4-8-15,-9-1-5 16,-14 6-1-16,-19-2-4 16,-23 10-2-16,-20-2-71 15,-20-3-205-15,0-4-314 16</inkml:trace>
  <inkml:trace contextRef="#ctx0" brushRef="#br0" timeOffset="2895.74">13782 6505 1120 0,'0'0'7'0,"0"0"40"0,-14 134 79 16,14-76 0-16,0 5-20 15,0-4-40-15,14 2-25 16,1-5-27-16,1-4-10 16,-6-2-4-16,3-4-1 15,-3 1-40-15,-1-10-181 16,1-6-132-16</inkml:trace>
  <inkml:trace contextRef="#ctx0" brushRef="#br0" timeOffset="3747.93">14351 6356 922 0,'0'0'0'15,"0"0"0"-15,0 0 46 16,0 0-32-16,38-116 17 16,1 102-4-16,3 8-15 15,0 6-6-15,-2 0-5 16,-4 22 6-16,-5 12-3 16,-6 8 9-16,-10 7 5 0,-11 1 9 15,-4-2-6 1,-6 0 10-16,-25-4-3 0,-11-2 3 15,-10 0-13-15,-2-4-5 16,4-8 15-16,7-4 3 16,9-8-5-16,12-4 2 15,9-6-13-15,11-4-3 16,2 1-4-16,0-1-3 16,13 1-3-16,25 4 8 15,13-5-4-15,18-4-5 16,7 0-1-16,5 0-4 15,5-14-75-15,3-5-44 16,-2-2-29-16,-9-9-141 16,-13-7-256-16</inkml:trace>
  <inkml:trace contextRef="#ctx0" brushRef="#br0" timeOffset="3999.11">15100 6198 1060 0,'0'0'0'0,"0"0"60"16,0 0 67-16,0 0-19 16,0 0-57-16,0 0-43 15,-9 61 36-15,9 12 46 16,0 4-39-16,0-5-22 16,0-2-4-16,-2 2-10 31,-7 0-7-31,-2-1-8 0,0-5 0 0,4-8-35 15,7-8-160-15,0-14-126 16,18-22-396-16</inkml:trace>
  <inkml:trace contextRef="#ctx0" brushRef="#br0" timeOffset="4235.46">15446 6601 1303 0,'0'0'0'16,"0"0"0"-16,0 0 9 15,0 0 58-15,0 0 2 16,0 0-54-16,127-44-11 16,-29 44-4-16,4 0 4 15,-7 6-2-15,-3-4 3 0,-7-2-5 16,-9 0 0-16,-14 0-3 15,-15 0-97-15,-23-12-79 16,-21-2-97-16,-3-4-377 16</inkml:trace>
  <inkml:trace contextRef="#ctx0" brushRef="#br0" timeOffset="4424.22">15889 6272 1096 0,'0'0'4'15,"0"0"-4"-15,0 0 67 0,0 0 13 16,-46 126 47 0,36-49-39-16,6 5-48 0,4 6-13 15,-3 6-14-15,3 1-9 16,0-6-4-16,0-2-5 16,-6-6-45-16,-14-12-179 15,-3-18-289-15</inkml:trace>
  <inkml:trace contextRef="#ctx0" brushRef="#br0" timeOffset="5023.26">16562 6635 1062 0,'0'0'3'0,"0"0"10"15,0 0 126-15,-87-134-60 16,87 90 12-16,6 0-68 16,33 5-9-16,7 7-14 15,10 12-3-15,2 12 2 16,-4 8 1-16,-1 6-2 15,-6 30 1-15,-13 17 0 0,-10 13 1 16,-18 14 6-16,-6 6-2 16,-20 4 2-16,-24-5-2 15,-12-15 1-15,-4-14-5 16,-1-20 6-16,12-11 4 16,7-10 12-16,13-9 16 15,16-4 6-15,9-2-20 16,4 0 12-16,0 0-17 15,9 0-13-15,22 0-4 16,19 0-1-16,20 0-1 16,8-4-2-16,11-4-8 15,2-2-76-15,3 0-51 16,-3-6-85-16,-12-9-194 0</inkml:trace>
  <inkml:trace contextRef="#ctx0" brushRef="#br0" timeOffset="5383.36">17420 6394 949 0,'0'0'11'0,"0"0"20"16,0 0 43 0,0 0-18-16,-127 73 3 0,109-17-13 15,3 12-4-15,5 8-19 16,10 4 6-16,0-4-18 15,12-7-2-15,17-11-5 16,8-9-2-16,3-14-1 16,2-13 0-16,5-10 0 15,1-12 1-15,0 0 0 16,-1-21 8-16,-5-23 12 16,-4-13 44-16,-11-16-2 15,-15-15-18-15,-8-8 7 16,-4-1-29-16,-10 14-11 15,-21 16 5-15,-4 19-15 0,-7 17-3 16,-8 15-7-16,0 13-71 16,2 3-129-16,9 19-130 15</inkml:trace>
  <inkml:trace contextRef="#ctx0" brushRef="#br0" timeOffset="5665.57">18257 6946 1227 0,'0'0'0'0,"0"0"0"16,0 0 30-16,0 0-5 15,0 0 26-15,145-8-3 16,-84 8-32-16,-4-4-3 16,-1-2-9-16,-7 0-4 15,-13 0-28 1,-16 1-159-16,-16 5-91 0,-4 0-105 16</inkml:trace>
  <inkml:trace contextRef="#ctx0" brushRef="#br0" timeOffset="5838.41">18155 7177 945 0,'0'0'22'16,"0"0"54"-16,0 0 50 0,0 0-31 15,0 0-48-15,0 0 57 16,113 23-37-16,-43-23-30 16,7-8-15-16,4-3-10 15,-6-2-8-15,-6 2-4 16,-13 3-7-16,-13 1-90 0,-14-3-227 15,-16 2-721-15</inkml:trace>
  <inkml:trace contextRef="#ctx0" brushRef="#br0" timeOffset="10478.79">19151 6505 794 0,'0'0'257'0,"0"0"-241"15,0 0 98-15,0 0 18 16,-11-105-30 0,9 105-17-16,2 0-37 0,-5 4-12 15,-2 31-29-15,3 17-5 16,4 12 2-16,0 6-4 15,2 0 0-15,25-5-1 16,4-6 0-16,0-11-1 16,0-9 0-16,-2-13-1 15,-2-12-7-15,-4-7-4 0,-2-7-6 16,-2-13 1-16,-2-23 8 16,-1-14 9-16,-7-4 2 15,-3-4 1-15,-1 2 5 16,-5 15 0-16,0 15 9 15,0 12 4-15,0 10 16 16,0 4-11-16,0 0-10 16,0 8-5-16,0 28-1 15,7 12 4-15,1 12 7 16,1 3-8-16,3 1-7 16,-1-6-1-16,-1-2-2 0,4-8-1 15,-3-6-2 1,3-6-16-16,3-6-129 15,4-8-118-15,6-9-32 0,2-13-367 16</inkml:trace>
  <inkml:trace contextRef="#ctx0" brushRef="#br0" timeOffset="10872.02">19964 6753 1098 0,'0'0'8'0,"0"-108"-8"16,0 55 80-1,-26 6 14-15,-9 7-51 0,-7 12 19 16,5 18 9-16,-10 10-47 16,-4 4-12-16,-3 32-12 15,5 10 0-15,13 6-2 16,16 0-3 0,16 0 4-16,4-9-5 0,9-7-3 15,20-13-11-15,7-11-14 16,8-12 16-16,5 0 6 15,-2-7 12-15,-2-20 0 16,-10-1 5-16,-6 1 8 16,-9 4 26-16,-9 7 18 15,-4 7 5 1,-7 8-9-16,0 1-13 0,0 12-26 0,2 30-10 16,4 22 15-16,2 15-4 15,0-1-13-15,1-4 1 16,5-5-3-16,-1-13-3 15,5-6-8-15,6-10-112 16,3-10-104-16,1-10-103 16,6-14-324-16</inkml:trace>
  <inkml:trace contextRef="#ctx0" brushRef="#br0" timeOffset="11092.78">20302 6967 1161 0,'0'0'0'16,"0"0"0"0,0 0 39-16,0 0 15 0,0 0 27 15,0 0-24-15,77-21 8 16,-4 13 2-16,10-4-35 16,-4 2-15-16,-5-2-11 15,-16 4-6-15,-11 2-5 16,-12 6-61-16,-12 0-143 15,-15 0-14-15,-8 0-215 16</inkml:trace>
  <inkml:trace contextRef="#ctx0" brushRef="#br0" timeOffset="11343.82">20501 6678 1068 0,'0'0'1'0,"0"0"23"16,0 0 70-16,0 0-6 15,0 0-3-15,0 0-41 16,-4 3 1-16,21 39 11 16,4 17 18-1,1 13-36-15,-5 6-25 0,-1-1-3 0,2-4-4 16,-4-6-5-16,-1-9-1 16,-5-7-2-1,2-6-6 1,-2-10-101-16,-1-6-138 15,-1-14-31-15,4-15-304 16</inkml:trace>
  <inkml:trace contextRef="#ctx0" brushRef="#br0" timeOffset="12636.22">21480 6422 632 0,'0'0'351'0,"0"0"-349"16,0 0 75-16,0 0 6 15,0 0 0-15,0 0-5 16,-81-48-40 0,50 66-3-16,-5 34-7 0,-5 21 12 15,8 13-9-15,7 2-1 16,10 3-9-16,10-1-12 16,6-6-4-16,0-6 0 15,17-15-3-15,16-13 0 16,8-11 0-16,3-12-1 15,1-9-1-15,1-13 0 16,-2-5-3-16,-2 0-4 0,-5-7-17 16,-10-18 19-16,-7-2 5 15,-13-9 1-15,-7-2 2 16,0-4 3-16,-18 5 7 16,-11 12-5-16,-9 6 19 15,-6 13 7-15,-1 6-28 16,-4 0-2-16,4 12-4 15,5 12-6-15,11 8-14 16,16 3-63-16,13 1-130 16,0-11-172-16</inkml:trace>
  <inkml:trace contextRef="#ctx0" brushRef="#br0" timeOffset="12874.19">22068 6954 1203 0,'0'0'3'0,"0"0"31"0,0 0 20 16,0 0-18-16,0 0 15 15,0 0-22-15,156-31-26 16,-104 25-3-16,4-2-78 15,-6-1-105-15,-13 5-50 16,-12 0-194 0</inkml:trace>
  <inkml:trace contextRef="#ctx0" brushRef="#br0" timeOffset="13015.17">22120 7231 658 0,'0'0'380'0,"0"0"-372"16,0 0 69-1,0 0 10-15,0 0-42 0,0 0-30 16,128-16-7-16,-26-21-8 31,15 1-141-31,-5 0-269 0</inkml:trace>
  <inkml:trace contextRef="#ctx0" brushRef="#br0" timeOffset="13424.49">23097 6542 1237 0,'0'0'0'0,"0"0"28"16,0 0 37-16,0 0-23 16,0 0-1-16,-69 105 6 15,64-55-13-15,5 0-22 16,0-1-6-16,0-9-4 15,0-9-4-15,3-10 2 16,-1-13-1-16,0-6-25 16,-2-2 6-16,0 0 5 15,4 0-4-15,3-10-1 16,7-15-16-16,5 2 22 0,8 0 14 16,4 16 3-16,2 4-2 15,6 3 3-15,0 12 11 16,4 21 17-16,2 5 6 15,-5 2 6-15,-9-4-11 16,-13-8 5-16,-14-4-5 16,-4 0-4-16,-6-2-8 15,-33 5-7-15,-5-4-14 16,-5-2-1-16,5-6-89 16,8-8-115-16,5-7-76 0,2-7-282 15</inkml:trace>
  <inkml:trace contextRef="#ctx0" brushRef="#br0" timeOffset="13581.76">23128 6661 1061 0,'0'0'107'0,"0"0"-86"16,0 0 54-16,0 0 9 15,151-86-66-15,-97 72-18 16,11 1-67-16,3 6-127 0,-1 5-311 15</inkml:trace>
  <inkml:trace contextRef="#ctx0" brushRef="#br0" timeOffset="13912.4">23805 6625 1153 0,'0'0'4'0,"0"0"24"16,0 0 32-16,0 0 21 15,0 0-31-15,0 0-21 16,-83 114-11-16,83-90 7 16,0-2-17-16,14-1 2 0,11-4-5 15,8 0-2-15,3-1 3 16,4 1-4-16,-1 4 2 16,-2 5 6-16,-6 2 13 15,-4 4 9-15,-5-2 11 16,-9-4-5-16,-8-3-9 15,-5-8-9-15,0 2 2 16,-12-5 0-16,-19 3-13 16,-9-1-7-16,0-2-2 15,5-6-65-15,1-6-100 16,3 0-73-16,4-28-82 0,3-22-322 16</inkml:trace>
  <inkml:trace contextRef="#ctx0" brushRef="#br0" timeOffset="14070.98">23749 6622 1079 0,'0'0'19'0,"0"0"38"15,0 0 52-15,166-51-6 0,-100 37-20 16,5-1-28-16,-3 2-21 16,-2-1-33-16,-10 6-1 15,-11-1-120 1,-12 3-106-16,-16 3-208 0</inkml:trace>
  <inkml:trace contextRef="#ctx0" brushRef="#br0" timeOffset="15451.15">7559 7858 1224 0,'0'0'10'0,"0"0"-10"0,0 0 64 0,0 0 34 31,0 0-44-31,0 0-44 0,-14 118 16 0,36-19 20 16,5-5-25-1,2-6-18 1,-5-13 3-16,-2-13-5 16,-1-14-1-16,-8-14 0 15,-4-11 0-15,-2-12 0 16,-7-7 0-16,0-4 0 16,0 0 0-16,0-24 4 15,-14-28-4-15,-13-23-4 16,-1-14 0-16,8-4-2 15,6 5-2-15,11 12 7 0,3 20-5 16,0 16 4 0,21 13 1-16,6 14 0 0,6 13-1 15,13 0-2-15,10 40 4 16,7 14 4-16,-3 12-1 16,-2 0-3-16,-7-4 2 15,-9-7-2-15,-11-7 0 16,-10-13-1-16,-10-10 0 15,-5-10 0-15,-6-8-2 16,0-5-1-16,0-2 4 16,0 0 1-16,0-28-1 15,-8-17-4-15,-5-14-6 16,5-10 3-16,8-1-3 0,0 2 7 16,0 9 1-16,23 11-2 15,4 10 4-15,2 13 0 16,4 8 1-16,2 17 0 15,3 0 3-15,5 34 15 16,-3 20 2-16,-5 10-6 16,-6 5-4-16,-10 2-3 15,-6-4-5-15,-4 1-1 0,-4 0-2 16,-1-1-3 0,0-5-18-16,3-6-129 0,1-16-115 15,8-20-78-15,3-20-394 16</inkml:trace>
  <inkml:trace contextRef="#ctx0" brushRef="#br0" timeOffset="15881.1">8814 8043 1154 0,'0'0'28'0,"0"0"-28"16,0 0 178-16,0 0-45 0,0 0-82 15,0 0-12 1,0-5-22-16,0 58-6 0,0 17 7 15,0 11-14-15,0 1-4 16,3 1-1-16,2-2 0 16,-3-11 1-16,-2-18 0 15,0-21-11-15,0-15-6 16,0-15-20-16,0-1 28 16,0-8 6-16,-5-38 0 15,-10-24-22-15,-1-20 7 16,5-14 11-16,9-3 1 15,2 5 2-15,0 7 4 0,24 17 2 16,5 23-1 0,3 24 10-16,-3 19 1 0,2 12 2 15,4 26 6 1,5 29-1-16,3 15-3 0,-5 10-7 16,-5 3 0-16,-2-10-6 15,-8 2 0-15,-4-5-3 16,-7-5-4-16,-1-2-2 15,-7-11 5-15,-4-6-39 16,0-4-138-16,-4-6-68 16,-21-6-51-16,-8-15-178 15</inkml:trace>
  <inkml:trace contextRef="#ctx0" brushRef="#br0" timeOffset="16038.39">8731 8499 1044 0,'0'0'2'15,"0"0"-2"-15,0 0 47 16,0 0 6-16,0 0-15 16,0 0-14-16,126-77-12 15,-39 55-12-15,5 5-54 16,4 6-104-16,-3 5-209 16,1-3-161-16</inkml:trace>
  <inkml:trace contextRef="#ctx0" brushRef="#br0" timeOffset="16274.51">9753 8145 1098 0,'0'0'22'15,"0"0"-9"-15,0 0 82 16,0 0 4-16,0 0 7 16,0 0-67-16,-82-23-26 15,82 73 6-15,17 13 21 16,-4 9-25-16,1 1-11 15,-1-2-4-15,-4 2 1 16,-5-4-1-16,-1-12-5 0,0-8-68 16,-3-16-75-16,0-12-55 15,0-16-42 1,0-5-153-16</inkml:trace>
  <inkml:trace contextRef="#ctx0" brushRef="#br0" timeOffset="16451.77">9392 8065 992 0,'0'0'6'0,"0"0"2"16,0 0 75-16,0 0-24 0,0 0-22 15,0 0-6-15,87-22-15 16,0 14-13-16,15-3-3 16,2-2-30-16,-10 3-141 15,-13 8-189-15</inkml:trace>
  <inkml:trace contextRef="#ctx0" brushRef="#br0" timeOffset="16729.53">10374 8446 1034 0,'0'0'4'16,"0"0"1"-16,0 0 19 0,0 0 65 15,0 0 2-15,0 0-8 16,-55 11-49-16,100-11-19 16,17 6 32-16,9 5-5 15,4-1-26-15,4 3-1 16,6-3 3-16,2 1-10 16,1-5 6-16,-5-4-14 15,-7-2-1-15,-11 0-9 16,-7 0-126-16,-10-6-59 15,-13-15-131-15,-16-8-179 16</inkml:trace>
  <inkml:trace contextRef="#ctx0" brushRef="#br0" timeOffset="17012.46">10983 8211 483 0,'0'0'587'0,"0"0"-587"15,0 0 0-15,0 0 17 16,0 0 8-16,0 0 25 15,42 28 0-15,3-4-34 16,1-2-11-16,2-1-1 16,-1-3-3-16,1-4 2 15,-6-5-2-15,-8-2 0 0,-10-5-1 16,-13-2 0 0,-7 0 1-16,-4 0 0 0,0 10 10 15,0 12 30-15,0 12-20 16,-17 20 14-16,-10 13-16 15,-6 7-11-15,-3 8-3 16,1-2-3-16,2-6-2 16,6-2-61-16,11-12-151 15,11-13-302-15</inkml:trace>
  <inkml:trace contextRef="#ctx0" brushRef="#br0" timeOffset="17295.32">12128 8249 1344 0,'0'0'9'16,"0"0"-9"-16,0 0 76 15,0 0 2-15,0 0-1 16,0 0-42-16,-73 64-1 15,73 15 6-15,0 5-19 0,15-2-10 16,1-3-9-16,-1-9-2 16,-2-10-2-16,5-8-35 31,-5-10-147-31,3-12-132 0,-5-14-136 0</inkml:trace>
  <inkml:trace contextRef="#ctx0" brushRef="#br0" timeOffset="17719.8">12271 8488 1153 0,'0'0'18'0,"0"0"-18"15,0 0 61-15,53-126-19 16,-20 96 22-16,10 8-26 16,-5 12-7-16,-1 7-9 15,-6 3 7-15,-6 19-2 16,-7 15-14-16,-9 10-9 15,-9 6 3-15,0 5-7 16,-14-3 0-16,-12-2 0 16,-3-7-1-16,-1-11 0 15,9-9 1-15,5-9 0 16,7-6 0 0,5-7-4-16,4-1-8 0,0 3-12 0,0-3-13 31,10 4-12-31,17-1 37 15,4 3 4-15,1 3 8 16,6 5 2-16,-2 6 3 16,-1 2 13-16,-9 6 6 15,-8-2 7-15,-10-4-6 16,-8 0 4-16,-5-4 12 16,-29-2 8-16,-8-2 6 15,-9-4-28-15,2-6-6 16,0-4-14-16,5 0 0 0,7-26-7 15,11-10-5-15,12-12-122 16,14-4-165-16,5 4-364 16</inkml:trace>
  <inkml:trace contextRef="#ctx0" brushRef="#br0" timeOffset="17987.18">13001 8755 1289 0,'0'0'0'0,"0"0"-14"15,0 0 14-15,0 0 52 16,0 0 77-16,134 14-59 16,-56-14-35-16,-2 0-10 15,-5 0-19-15,-9-12-4 16,-8-1-2-16,-16 1-38 15,-13 6-71-15,-15-3-45 16,-10-1-10-16,0-3-82 16,-24-3-380-16</inkml:trace>
  <inkml:trace contextRef="#ctx0" brushRef="#br0" timeOffset="18191.91">13238 8412 1088 0,'0'0'9'16,"0"0"8"-16,0 0 109 15,0 0-11-15,0 0-47 16,0 0 49-16,8 168-36 16,10-91-21-16,5 3-16 15,-6-2-20-15,1 2-15 16,-2-1-9-16,-8-6 0 16,0-2-9-16,0-11-94 15,3-10-236-15,4-16-211 0</inkml:trace>
  <inkml:trace contextRef="#ctx0" brushRef="#br0" timeOffset="18412.04">14023 8562 1457 0,'0'0'17'0,"0"0"-17"16,0 0 88-16,0 0-5 0,0 0-39 15,0 0 6 1,-2 142-12-16,2-77-22 0,8-5-15 16,0 0-1-16,-1-4 0 15,-1-4-40-15,6-7-106 16,-1-9-145-16,3-17-110 16</inkml:trace>
  <inkml:trace contextRef="#ctx0" brushRef="#br0" timeOffset="18632.16">14325 8918 1264 0,'0'0'0'0,"0"0"-13"0,0 0 13 16,0 0 52-16,0 0 18 16,165-19 18-16,-98 19-40 15,-3 8-6-15,5-3-8 16,0-4-21-16,7-1 6 15,2 0-17-15,-2 0-2 16,-7-16-53-16,-16-2-98 16,-19-2-66-16,-28-1-208 15</inkml:trace>
  <inkml:trace contextRef="#ctx0" brushRef="#br0" timeOffset="18823.59">14750 8626 1137 0,'0'0'7'0,"0"0"48"16,0 0 79-16,0 0-46 16,0 0-38-16,0 0 19 15,-4 162 10 1,4-74-49-16,0 2-21 0,6-3-6 16,-1 6-3-16,-5-3-2 15,0-2-72-15,-7-9-265 0,-20-17-827 16</inkml:trace>
  <inkml:trace contextRef="#ctx0" brushRef="#br0" timeOffset="19506.84">15936 8696 1047 0,'0'0'0'16,"0"0"0"-16,0 0 50 15,0 0 7-15,-3-122 24 16,28 108 0-16,6 8-31 16,2 6-4-16,4 8-21 0,-6 34-8 15,-5 17-1 1,-8 10-6-16,-14 10-6 0,-4-1 0 15,-10 1 0-15,-31-8-3 16,-8-4 0 0,-9-13-1-16,2-14 2 0,3-8-1 15,6-13 2-15,12-4 3 16,8-7-3-16,13-2 8 16,10-4-4-16,4-2 7 15,0 0-7-15,14 0-1 16,23 0 3-16,15 0-2 15,12-12-1-15,10-4-5 16,8-2-1-16,12 2-5 0,4-3-81 16,-9 2-169-16,-12-4-224 15</inkml:trace>
  <inkml:trace contextRef="#ctx0" brushRef="#br0" timeOffset="19855.08">16624 8761 1139 0,'0'0'6'0,"0"0"-1"16,0 0 54-16,0 0 11 15,0 0 12-15,0 0-23 16,-93 140-9-16,93-72-16 16,15 5-21-16,14-3-9 15,6-8-4-15,8-8 4 16,4-10-4-16,2-15 2 15,3-10 0 1,-4-15-1-16,-1-4 1 16,-7-6 4-16,-1-24 3 15,-5-12 21-15,-7-12 12 16,-7-10 12-16,-15-11-33 0,-5-7-3 16,-5 0 3-16,-26 6-9 15,-4 16-8-15,-6 15 1 16,-1 19-5-16,-2 15 0 0,-1 8-5 15,3 3-33-15,4 19-82 16,9 15-136-16,13 3-278 16</inkml:trace>
  <inkml:trace contextRef="#ctx0" brushRef="#br0" timeOffset="20187.74">17814 9097 1330 0,'0'0'0'0,"0"0"-8"0,0 0 8 15,0 0 49-15,0 0 34 16,0 0-11 0,78 16-13-16,-24-13-36 0,-4-3-14 15,2 0-5-15,-7 0-2 16,-14 0-2-16,-7 0-5 0,-12 0-73 31,-8 0-134-15,-4 0-31-16,0 0-201 0</inkml:trace>
  <inkml:trace contextRef="#ctx0" brushRef="#br0" timeOffset="20376.8">17852 9354 889 0,'0'0'35'0,"0"0"69"15,0 0 45-15,0 0-40 0,0 0-11 16,130 20-41-16,-71-20-24 15,4-2-22-15,-1-14-5 16,-2-2-6-16,-6 2-56 16,-14-2-134-16,-16 1-259 15</inkml:trace>
  <inkml:trace contextRef="#ctx0" brushRef="#br0" timeOffset="22751.38">18503 9007 1128 0,'0'0'7'0,"0"0"24"16,0 0 65-16,0 0-27 15,0 0-20-15,6-128-6 16,43 94-11-16,12 2-15 31,3 4-8-31,1 10 2 0,-7 8 5 0,-12 10-6 16,-11 0-5-16,-10 14 3 16,-7 20-2-16,-11 12 1 15,-7 8-2-15,0 4-2 31,-21-2-1-31,-10-4 0 0,-4-11 0 16,-1-7-1-16,1-11 2 0,4-6 1 16,6-7 0-16,12-5 0 0,6-2 0 15,7-1-1-15,0-2-3 16,0 0-1-16,23 0-1 16,12 0 1-16,5 6 1 15,0 4 0-15,-2 8 0 31,-3 8 3-31,-4 4-1 16,-6 6 5-16,-11-1-3 16,-12 1 4-16,-2-4-1 15,-5-2 17-15,-26-5 10 16,-15 0-6-16,-15-8-4 0,-5-5 5 16,-5-7-8-16,-3-5 5 15,5 0-8-15,4-17-8 16,14-10-6-16,15-11-4 15,18-8-1-15,18-5-70 16,12-1-115-16,40 2-212 16,14 8-228-16</inkml:trace>
  <inkml:trace contextRef="#ctx0" brushRef="#br0" timeOffset="23206.46">19211 8815 680 0,'0'0'608'15,"0"0"-601"-15,0 0 54 16,0 0 17-16,0 0-21 16,0 0-21-16,-2 4-29 15,-2 52 19-15,4 18 9 16,0 2-20-16,0-4-11 15,12-9-2-15,7-13-1 16,-2-14-1-16,3-12-5 0,3-7 2 16,1-11-14-16,0-6-8 15,1 0 1-15,-1-21 6 16,-1-13 4-16,-5-8 10 16,-4-5 4-16,-6-1 1 15,-4 10 3-15,-4 10 5 16,0 14 21-16,0 9 12 15,0 5-6-15,0 0-11 16,0 16-5-16,0 31-5 16,0 18 28-16,-6 7-1 15,2 0-15-15,-4-4-14 16,2-3-5-16,1-5-7 16,5-9 0-16,0-4-1 0,5-8-5 15,22-12-72-15,8-9-105 16,12-7-83-16,6-11-69 15,3-3-392-15</inkml:trace>
  <inkml:trace contextRef="#ctx0" brushRef="#br0" timeOffset="23426.8">19719 9288 1286 0,'0'0'0'0,"0"0"0"0,0 0 3 16,0 0 17-16,0 0 42 15,0 0 25-15,132-16-33 16,-53 10-38-16,6-9-13 16,-2 0 1-16,-3-1-4 15,-8 2-1-15,-20 4-8 16,-18 2-137-16,-25-4-86 16,-9-1-85-16,-23-4-391 15</inkml:trace>
  <inkml:trace contextRef="#ctx0" brushRef="#br0" timeOffset="23647.09">20028 8968 1008 0,'0'0'20'15,"0"0"58"-15,0 0 62 16,0 0-22-16,0 0-4 16,12 107-11-16,5-42-24 15,1-1-10-15,-1 0-16 16,-2-4-29-1,1-6-14-15,-6-5-10 0,1-9-1 16,-1-6-1-16,-1-7-31 0,-1-4-129 16,8-9-128-1,1-12-92-15,10-2-482 0</inkml:trace>
  <inkml:trace contextRef="#ctx0" brushRef="#br0" timeOffset="24010.97">20833 8799 1193 0,'0'0'6'0,"0"0"1"15,0 0 27-15,0 0-5 0,-161-56 32 16,113 84-13-16,0 26-13 16,13 16 3-16,10 11-13 15,15 11-10-15,10-9-6 16,0-6-8-16,29-9-1 15,15-13-2-15,7-12-10 16,7-15-15-16,-2-13-11 16,-7-12 27-1,-4-3 11-15,-12 0 0 0,-8-19 7 16,-8-6 33-16,-11-3 10 16,-6-2-3-16,0 6-25 15,-17 4 17-15,-20 8 8 0,-9 12-21 16,-7 0-22-16,2 5-3 15,6 15-1-15,10 7-1 16,10 3-5-16,10 0-49 16,3 1-170-16,12-13-216 15</inkml:trace>
  <inkml:trace contextRef="#ctx0" brushRef="#br0" timeOffset="24230.93">21633 9264 1265 0,'0'0'3'16,"0"0"18"-16,0 0 90 15,136-44-47-15,-82 31-37 16,-2 2-24-16,-2 1-3 0,-11 4-31 15,-12 2-177 1,-15 4-196-16</inkml:trace>
  <inkml:trace contextRef="#ctx0" brushRef="#br0" timeOffset="24389.18">21617 9475 1224 0,'0'0'18'0,"0"0"34"15,0 0 30-15,0 0-33 16,138-4-49-16,-51-21-12 16,6-4-162-1,3-6-210-15</inkml:trace>
  <inkml:trace contextRef="#ctx0" brushRef="#br0" timeOffset="24875.88">22502 8731 1297 0,'0'0'7'0,"0"0"-4"16,0 0 70-16,0 0 2 0,0 0-32 16,0 0-21-1,-35 50 18-15,25 7-8 0,8 8-1 31,2 3-21-31,0-6-3 0,0-7-4 0,9-15 0 16,13-11-3-16,7-10 0 16,9-11 1-16,5-8-3 15,-1 0-12-15,0-10-28 16,-4-18 17-16,-7-6 14 16,-6-9 9-1,-8-2 2 1,-3-3 0-16,-5 9 3 15,-6 9 1-15,0 8 22 16,-1 8 21-16,-2 6-15 0,3 4-10 16,-3 2 1-1,0 0-1-15,2 2-2 0,-2 0-11 16,2 13-7-16,-2 26 0 16,0 20 18-16,0 8 2 15,0 6-6-15,-9-3-2 16,-6-3 1-16,1-9-5 15,6-5-6-15,1-11-1 16,5-7-3-16,2-8-5 16,0-9-33-16,9-6-121 0,20-10-203 15,8-2-77-15</inkml:trace>
  <inkml:trace contextRef="#ctx0" brushRef="#br0" timeOffset="25238.12">23197 8921 1269 0,'0'0'3'16,"0"0"-3"-16,0 0 34 15,0 0 43-15,0 0-12 16,0 0-35-16,-62 5-10 16,50 64 10-16,4 15-7 15,8 3-16-15,0-7-3 0,6-8-2 16,19-12-2-16,8-16 4 15,5-12-7-15,6-15 6 16,10-13-2-16,6-4 1 16,2-14 5-16,1-25 13 15,-3-11 26-15,-2-12 4 16,-9-8 5-16,-15-10-16 16,-19-6 2-16,-15 1-6 15,-25 9-10-15,-30 16-13 16,-17 16 2-16,-7 20-11 0,-8 15-3 15,-3 9-5-15,3 12-53 16,0 25-98-16,-2 1-246 16</inkml:trace>
  <inkml:trace contextRef="#ctx0" brushRef="#br0" timeOffset="26200.24">7582 10506 1233 0,'0'0'3'0,"0"0"-3"16,0 0 49-1,0 0 72-15,0 0-34 0,0 0-40 16,0 0-24-16,-36 47-5 16,49 26 23-16,2 8-12 15,1 5-25-15,-8-3 1 16,1-1-4-16,-5-1-2 16,1-6-11-16,2-14-69 15,2-11-132-15,2-18-69 16,0-20-159-16</inkml:trace>
  <inkml:trace contextRef="#ctx0" brushRef="#br0" timeOffset="26667.12">7536 10609 1072 0,'0'0'9'0,"0"0"-5"0,-23-128 22 15,23 98 17-15,7 10 9 0,18 13-27 16,6 7-4-1,4 8-7-15,4 31 2 0,-4 11-1 32,-8 4-6-32,-12-1-1 15,-11-5 0-15,-4-4-1 16,0-4-2-16,-19-6-2 16,-3-6 2-16,-1-6-3 15,6-8 5-15,3-6-2 16,10-4 6-16,2-2-4 15,2-2-6-15,0 0 2 16,0 0-3-16,0 0-3 16,17 0-17-16,10 0 20 15,8 0 2-15,8 18 1 0,1 14 3 16,1 10 7-16,-7 6-1 16,-9 5-3-16,-14-3 1 15,-15-6 20-15,0-4 5 16,-17-6-3-16,-21-3 14 15,-11-8-14-15,-3-3 4 16,-1-9 4-16,0-11-8 16,3 0-23-16,6-21-2 15,9-20-7-15,10-16-7 16,19-11-89-16,6-2-110 0,35 6-79 16,23 13-105-16</inkml:trace>
  <inkml:trace contextRef="#ctx0" brushRef="#br0" timeOffset="27067.84">8084 10830 1167 0,'0'0'1'0,"0"0"2"16,0 0 73-16,0 0 20 0,0 0-25 15,0 0-41-15,-60-16-26 16,60 48-4-16,9 11 5 15,13 5 5-15,5-3-7 16,-1-1-1-16,3 1 1 16,2-9-2-16,0-6 2 15,1-8-3-15,-1-10 0 16,0-7 4-16,-2-5-4 16,0 0 1-16,-4-17 3 15,-3-14 3-15,-7-8 2 16,-8-9 20-16,-7-11-4 0,0-5-3 15,0-5-4-15,-22-6-10 16,-5 7 3-16,3 13-5 16,1 17 1-16,10 18 6 15,2 10-7-15,6 9-6 16,3 1-1-16,2 0-29 16,0 15-108-16,0 24-101 15,7 7-48-15,11-4-371 16</inkml:trace>
  <inkml:trace contextRef="#ctx0" brushRef="#br0" timeOffset="27305.09">8768 10724 809 0,'0'0'288'0,"0"0"-252"16,0 0 147-16,0 0-52 15,0 0-24-15,0 0-55 16,-4-11-36-16,4 60-8 15,0 15 12-15,13 9-1 16,1-5-13-16,3-3-4 16,-6 0 0-16,1-9-4 15,-8-4 2-15,-2-8-9 16,-2-6-103-16,0-11-69 16,0-16-27-16,-9-11-50 0,-9-13-202 15</inkml:trace>
  <inkml:trace contextRef="#ctx0" brushRef="#br0" timeOffset="27478.97">8519 10629 1112 0,'0'0'9'0,"0"0"-3"16,0 0 37-16,0 0 13 0,0 0 38 16,156-16-30-16,-69 16-34 15,2 0-22-15,-5 0-8 16,-6 0-4-16,-13 5-78 15,-11 5-30-15,-17-2-57 16,-16 2-265-16</inkml:trace>
  <inkml:trace contextRef="#ctx0" brushRef="#br0" timeOffset="28204.51">10078 11207 1003 0,'0'0'7'0,"0"0"1"0,-115-16 59 16,94 10 28-16,8 2-11 31,10 2-28-31,3-1 0 16,0-1-11-16,0 4-11 15,10 0-18-15,21 0-13 16,15 0 2-16,19 19 8 16,11 4 3-16,4 0-7 15,2-1 1-15,5-6-5 16,-2-6 0-16,-1-6-1 16,1-4-3-16,-4 0-1 15,-8-20-60-15,-11-2-80 0,-8-3-26 16,-18 0-104-16,-18-3-111 15</inkml:trace>
  <inkml:trace contextRef="#ctx0" brushRef="#br0" timeOffset="28566.33">10584 10937 514 0,'0'0'376'0,"0"0"-367"15,0 0 67-15,0 0 36 16,0 0-30-16,0 0-26 15,-47-19-38-15,49 19-10 0,21 22-7 16,8 10 15 0,2 0-9-16,7 1-7 0,3-5 7 15,3-4-7-15,1-6 3 16,-5-6-2-16,-4-5 0 16,-9-7-1-16,-11 0-1 15,-5 0 1-15,-11 0 2 16,-2 0 1-16,0 0 34 15,0 0 34-15,0 0-19 16,-8 13-22-16,-12 12-20 16,-7 16-5-16,-2 18-2 0,0 14 8 15,-4 6-7-15,2 2-4 16,0 2-4-16,4-3-40 16,9-6-149-16,5-7-66 15,1-13-700-15</inkml:trace>
  <inkml:trace contextRef="#ctx0" brushRef="#br0" timeOffset="29906.29">12028 11001 960 0,'0'0'6'16,"0"0"11"-16,0 0 76 15,0 0-58-15,0 0 41 0,0 0-16 16,0 0-29-16,5-84-18 16,19 84 6-16,-2 1 26 15,4 35-2-15,-1 17-25 16,-2 11-8-16,-8 4-2 16,-6-2-3-16,-9-2-3 15,0-4 3-15,-26-2-3 16,-13-8 1-16,-3-11-3 15,-4-9 2-15,3-12 3 0,1-8-2 16,3-10-1 0,6 0 0-16,9 0 3 15,3-20-1-15,11-4 4 0,6-7 1 16,4-2 10 0,0 1-10-16,17 6 7 0,10 9-4 31,6 12 10-31,9 5 3 15,10 4 6-15,2 25-8 0,3 10-5 0,-4 2-12 16,-4 1-3-16,-1-3-3 16,-2-3-3-16,-1 0-40 15,1-5-107-15,-1-10-114 16,-8-11-111-16,2-10-423 0</inkml:trace>
  <inkml:trace contextRef="#ctx0" brushRef="#br0" timeOffset="30109.82">12491 11269 1253 0,'0'0'4'0,"0"0"61"16,0 0 64-16,0 0-55 16,0 0-10-16,0 0-9 15,171-28-34-15,-104 28-21 16,-7 0 0-16,-4 0-9 0,-9 0-41 15,-3 4-71-15,-10 2-101 16,-9-4 5-16,-15-2-121 16</inkml:trace>
  <inkml:trace contextRef="#ctx0" brushRef="#br0" timeOffset="30298.95">12768 11034 1098 0,'0'0'19'0,"0"0"8"15,0 0 90-15,0 0-7 0,0 0-32 16,0 0 2-16,-23 92 11 16,41-36-45-16,-4 3-32 15,0 3-8-15,-2 4-6 16,-3-1-1-16,3-5-23 16,0-7-164-16,4-11-124 15,4-21-175-15</inkml:trace>
  <inkml:trace contextRef="#ctx0" brushRef="#br0" timeOffset="30738.59">13318 11075 1184 0,'0'0'2'0,"0"0"-2"15,0 0 5-15,0 0 8 16,0 0 27-16,0 0 2 15,-25-85-26-15,59 85-7 16,8 0 22-16,7 35 3 16,-3 15 4-16,-5 12-4 15,-12 6-17-15,-14 0-13 16,-15-2-1-16,0-5 0 16,-35-8 1-16,-17-5-3 15,-8-10 0-15,-4-11 3 16,3-10-2-16,1-11 0 0,7-6 0 15,6-5-1-15,14-21 2 16,12-4 3-16,17-2-4 16,4 6 2-16,14 7 1 15,19 10 1-15,14 9 16 16,6 0 9-16,10 11 17 16,1 18-5-16,-4 7-13 15,-4 2-14-15,-12 0-12 16,-3 1-3-16,-10-5-1 0,-5-7-5 15,1-3-88 1,-4-9-115-16,-1-14-87 0,3-1-84 16</inkml:trace>
  <inkml:trace contextRef="#ctx0" brushRef="#br0" timeOffset="30944.07">13805 11078 1166 0,'0'0'70'15,"0"0"114"-15,0 0-74 16,0 0-25-16,0 0-31 0,0 0-28 16,-11 127 12-16,11-51-24 15,5-1-8-15,7-1-6 16,0-4-1-16,1-6-12 16,4-10-112-16,3-8-142 15,4-10-83-15,7-18-486 16</inkml:trace>
  <inkml:trace contextRef="#ctx0" brushRef="#br0" timeOffset="31166.44">14229 11503 1373 0,'0'0'0'0,"0"0"0"15,0 0 9-15,0 0 29 16,0 0 46-16,0 0-30 15,168-52-29-15,-80 37-18 16,-1 1-6-16,-13 4-2 16,-16 4-9-16,-14 6-56 15,-19 0-178-15,-19 0-9 16,-6-5-512-16</inkml:trace>
  <inkml:trace contextRef="#ctx0" brushRef="#br0" timeOffset="31339.5">14418 11121 1125 0,'0'0'24'0,"0"0"87"16,0 0 4-16,0 0-14 15,0 0 2-15,6 118 2 16,20-42-46-16,4 3-25 16,-1-5-23-16,-6 4-11 0,0-2-1 15,-6-4-9-15,5-5-115 16,-1-16-174-16,-1-18-215 15</inkml:trace>
  <inkml:trace contextRef="#ctx0" brushRef="#br0" timeOffset="32000.04">15078 11328 1405 0,'0'0'0'0,"0"0"-27"15,-17-123 27-15,17 86 3 0,11 4 16 16,20 9 44 0,11 14-41-16,0 10-5 0,1 0 5 15,-8 36 1-15,-6 18-9 16,-11 14-5-16,-14 9-4 16,-4-4-2-16,-9-4 1 15,-22-8-1-15,-7-13 1 16,-6-13 1-16,6-9 15 15,2-14 20-15,9-8-8 16,10-4-11-16,7 0-2 16,5 0-5-16,5 0-1 15,0 0-7-15,19-2-6 0,19-10-3 16,18-1-1-16,8-6-24 16,5 1-51-1,4-6 2 1,4-6-52-16,-9 2-57 0,-3-6 11 0,-9-3-49 15,-13-2-96-15,-17-5 2 16,-10 5 318-16,-16 10 193 16,0 6 110-16,0 9-77 15,-18 8-62-15,0 4-14 16,-2 2-26-16,3 17-56 16,3 27-33-16,9 12 6 0,5 8-11 15,0 0-14-15,27-4-9 16,7-8-3-16,10-10-1 15,3-11-2-15,-1-16 0 16,6-11-1-16,-2-4 2 16,4-17 2-16,-1-23 16 15,-5-13-8-15,-18-7 31 16,-18-11-10-16,-12-9-14 16,-29 1 2-16,-29 5-9 15,-15 19-6 1,-10 21-4-16,-5 22-2 0,0 12-5 0,4 1-13 15,8 30-94 1,11 3-162 0,19 1-402-16</inkml:trace>
  <inkml:trace contextRef="#ctx0" brushRef="#br0" timeOffset="32487.87">16980 11633 1033 0,'0'0'33'16,"0"0"47"-16,0 0 30 16,0 0-11-16,0 0 5 15,0 0-57-15,8 27 13 16,48-27-13-16,8 0-8 16,9 0-19-16,2-14-8 15,0 5 1-15,-7-4-7 0,-10 3-4 16,-10 4-2-1,-17 2-2-15,-14 1-41 0,-8 3-75 16,-7 0-124-16,-2 0-11 16,0 0-236-16</inkml:trace>
  <inkml:trace contextRef="#ctx0" brushRef="#br0" timeOffset="32707.48">17044 11812 1067 0,'0'0'19'16,"0"0"45"-16,0 0 29 15,0 0-32-15,0 0 37 16,0 0-16-16,175 63-51 16,-90-67-15-16,2-12-13 15,-8 2-3-15,-9 1-137 16,-15-3-50-16,-14 1-146 15,-22-4-533-15</inkml:trace>
  <inkml:trace contextRef="#ctx0" brushRef="#br0" timeOffset="36781.57">8320 14851 1068 0,'0'0'6'0,"0"0"-1"0,-133-53 44 15,103 32 37-15,10-8-28 16,7-1-2-16,9-8-17 16,4-6-9-1,8-6 9-15,24 0-24 16,5 10 8-16,-3 16-18 0,-5 14-5 16,-2 10-5-16,2 15 3 15,0 30 1-15,-3 13-1 16,-7 8 2-16,-15 4 0 15,-4 3 1-15,0-11 0 16,-16-8 1-16,1-8-2 16,1-12 1-16,5-15 0 15,3-11 0-15,6-4-1 0,0-4 0 16,0 0-6-16,29-8 4 16,17-25 2-16,12-11 0 15,2-8 0-15,-6 2 1 16,-10 0-3-16,-10 4-4 15,-10-3-25 1,-8 1 31-16,-7 1 3 0,-9-2-1 16,0 5 2-16,-2 7 2 15,-16 14 2-15,0 2 3 16,2 11 17-16,5 7-4 0,5-2 14 16,3 5-7-16,3 0-8 15,0 0-16 1,0 0-6-16,0 6 0 0,0 18-1 15,14 8 3-15,6 6-1 16,0 4-2-16,0-1-1 16,-5 8-1-16,-1 1-35 31,-1 5-129-31,-7 5-65 16,0-3-150-16</inkml:trace>
  <inkml:trace contextRef="#ctx0" brushRef="#br0" timeOffset="37443.51">8392 15544 1228 0,'0'0'6'15,"0"0"3"-15,0 0 36 16,0 0-1-16,0 0-11 15,-54-126-22-15,87 72 42 0,9 10-41 16,4 11 15-16,-7 14-26 16,-8 13-1-16,-8 6-6 15,-6 14 4-15,2 30-1 16,-11 10 2-16,-1 12 0 16,-7-4 1-16,0-7-1 15,0-14 1-15,0-6 0 16,0-17 0-16,0-7 1 15,0-5-2-15,9-6-1 16,18 0-10-16,9-7 4 16,10-25-6-16,3-13-7 15,-5-1 2-15,-3-4 18 16,-12 3 1-16,-9 8 4 0,-14 1 0 16,-6 8 5-16,0 2 2 15,0 12 9-15,0 6 16 16,-2 10-14-16,-2 0-4 15,1 0-7-15,3 0-11 16,0 0-2-16,0 22-6 16,19 5 4-16,14 4 2 15,3-4 1-15,1-6-2 16,-3-6-2-16,-5-15 4 16,-6 0-1-16,-1 0 2 15,-7-19 1-15,-1-11 11 16,-8-3 18-16,-2-4 18 0,-4 1-25 15,0 0-16-15,-16 3 0 16,-12 2-6-16,-8 10 2 16,-8 15-3-16,-4 6-42 15,2 0 1-15,6 24-9 16,9 2-30-16,7 5-32 16,7 5 7-16,5-3-39 15,0 10-55-15,1-3-76 16,-4 0-294-16</inkml:trace>
  <inkml:trace contextRef="#ctx0" brushRef="#br0" timeOffset="38023.08">8997 15881 1217 0,'0'0'4'0,"0"0"14"16,0 0 11-16,0 0-9 15,-50-127 10-15,92 72-5 0,11 11-18 16,8 7 9-16,-13 24-13 15,-7 13-3-15,-14 13 0 16,-6 34 12-16,-7 19-3 16,-10 14-7-16,-4 8-1 15,-9-6 0-15,-15-7 2 16,-3-15-1-16,2-16 4 16,7-14-1-16,7-16 7 15,7-10 0-15,4-4 5 16,0 0-9-16,24-22-7 15,17-18 2-15,10-10 4 16,2-9-7-16,5-5-3 0,4 0 2 16,3 7-5-16,5 9 1 15,-6 10-47-15,-4 11-161 16,-13 15-51-16,-16 1-101 16</inkml:trace>
  <inkml:trace contextRef="#ctx0" brushRef="#br0" timeOffset="38338.08">8550 16740 816 0,'0'0'6'0,"-183"156"70"16,116-94 56-16,22-12-61 15,21-20-4-15,15-12 6 16,9-18-23-16,42-12 23 15,43-34-24-15,35-32-2 16,36-30-16-16,31-27 1 16,25-13-9-16,16-2-2 15,14 1 1-15,-3 6-9 16,-3 19 2-16,-16 16 2 0,-32 28-13 16,-43 26-4-1,-52 28-4-15,-49 22-65 0,-41 8-50 16,-13 36-50-16,-43 14 10 15,-24 9-183-15</inkml:trace>
  <inkml:trace contextRef="#ctx0" brushRef="#br0" timeOffset="38809.41">9747 16754 1347 0,'0'0'4'16,"0"0"17"-16,-32-117-16 15,40 55 2-15,22-4 19 16,8 16 13-16,-1 9-17 15,-1 24-22-15,-7 17-7 16,-9 0-5-16,-9 32 5 0,-11 22-1 16,0 13-3-16,0 2-4 15,-6-9 7-15,-1-7 8 16,4-21-3-16,3-7 2 16,12-10-2-16,21-7-1 15,12-2 4-15,4-2 3 16,-2 0 0-16,-12 0 8 15,-10 4 17-15,-16 2-1 16,-9 12-11-16,-9 6 6 16,-31 16 5-16,-11 0-20 15,-7 4-5-15,-3-7-2 16,3-5-2-16,-2-14-79 0,0-17-106 31,-5-5-123-31,-3-5-472 0</inkml:trace>
  <inkml:trace contextRef="#ctx0" brushRef="#br0" timeOffset="39344.08">8886 16892 1188 0,'0'0'4'16,"0"0"11"-16,0 0 99 0,0 0-49 15,0 0-20 1,0 0-25-16,-58 62 6 0,98-18 2 16,14-4-16-16,10-4-4 15,3-4-8-15,-2-18 0 16,-7-5-1-16,-15-9-3 16,-8 0-7-16,-16-14-4 15,-9-9 4-15,-10-2 11 16,0-8 5-16,-12 3 11 31,-7 6 4-31,3 4 9 0,3 14 15 0,8-2-1 16,2 8-16-16,3 0-19 15,0 12-4 1,25 30-4-16,15 14 0 0,7 8 1 0,5-5-1 31,-4-1-1-31,0 0-6 16,-9-2-43-16,-3 2-86 15,-9-8-69-15,-14-1-83 16,-13-14-229-16</inkml:trace>
  <inkml:trace contextRef="#ctx0" brushRef="#br0" timeOffset="39596.74">9115 17941 981 0,'0'0'12'0,"0"0"21"15,0 0 23-15,0 0-6 16,0 0-6-16,123-80 21 16,-3-8-25-16,30-25 2 15,21-16 30-15,26-15 4 16,16-8-9-16,8 1-5 16,6 7-23-16,-1 12-6 15,-26 23-13-15,-28 25-14 16,-44 23-6-16,-47 32-26 15,-35 21-82-15,-37 8-47 16,-9 22-82-16,-48 18-92 0</inkml:trace>
  <inkml:trace contextRef="#ctx0" brushRef="#br0" timeOffset="40792.21">17990 11919 493 0,'0'0'191'0,"0"-118"-99"16,-18 57 114-16,-2 5-74 15,-5 15-9-15,2 10 2 16,7 15-50-16,5 10-13 16,9 6-3-1,2 0-33-15,0 0-20 0,0 24-6 16,4 29 0-16,25 13 2 0,6 4-1 16,7-9-1-1,3-14-2-15,-3-13-4 0,-4-13-19 16,-2-11-19-16,-11-7 9 15,-1-3 23-15,-9 0 12 16,-7-21 5-16,-8-15 11 16,0-5 2-16,0-3 6 15,-3 0 0-15,-13 9 23 16,6 11-18-16,0 12 2 16,6 8 5-16,0 4-9 15,4 0-16-15,0 3-9 16,0 33-2-1,4 18 0-15,16 10 9 0,5 0-7 0,2-6 0 16,-4-6 0-16,2-4-2 16,-7-4 0-16,-3-3-2 15,-1-1-3-15,-3-4-35 16,0-8-125-16,3-6-112 16,3-20-143-16</inkml:trace>
  <inkml:trace contextRef="#ctx0" brushRef="#br0" timeOffset="41184.65">18494 11765 1205 0,'0'0'2'15,"0"0"-2"-15,9-126 23 16,24 87 9-16,4 9 15 16,-1 14 2-16,-3 12-32 15,-2 4-15-15,-4 26 3 16,-6 22 2-16,-8 11 1 15,-13 1-6-15,0-2 2 16,-2-12-3-16,-16-8 0 16,0-12 2-1,5-8-2-15,7-8-1 0,2-6 2 0,4-4-2 16,0 0-5-16,14 0-28 16,20 0 33-16,10 0 5 15,7 22 0-15,1 14-3 16,-8 10 17-16,-15 3 9 15,-20 1-6-15,-9-2 11 16,-20-1 17-16,-31 2 16 16,-7-6-22-16,-5-10-22 15,5-9-15-15,12-11-3 16,11-13-2-16,12-3-2 16,12-37-95-16,11-20-166 15,2-14-183-15</inkml:trace>
  <inkml:trace contextRef="#ctx0" brushRef="#br0" timeOffset="41422.32">19178 12033 1413 0,'0'0'0'0,"0"0"-1"15,0 0-11-15,0 0 12 16,0 0 54-16,135-12 20 16,-41-3-31-16,7-4-24 15,1 4-11-15,-11 2-8 16,-13 3-4-16,-27 4-77 16,-26 2-128-16,-25 0-60 15,-16-2-174-15</inkml:trace>
  <inkml:trace contextRef="#ctx0" brushRef="#br0" timeOffset="41628.1">19405 11707 1196 0,'0'0'48'16,"0"0"-36"-16,0 0 10 16,0 0 112-16,20 174-2 15,7-97-40-15,4-2-39 16,5 0-24-16,-1-3-13 15,-4 1-13-15,0-4-3 16,1-8-7-16,-1-13-98 0,1-18-171 16,2-20-138-16</inkml:trace>
  <inkml:trace contextRef="#ctx0" brushRef="#br0" timeOffset="41975.13">20036 11534 1462 0,'0'0'0'0,"0"0"-7"15,0 0 6-15,0 0 2 0,-94 114 9 16,87-40 24-16,7 2-9 16,7-3-14-16,26-7-6 15,9-10-5-15,8-18 1 16,3-10-2-16,7-14 1 15,0-12 0-15,-6-2 0 16,-12 0 0-16,-11-13 1 16,-9-3-1-16,-13-5 4 15,-9 2 2-15,0-2 6 16,-13 5 6-16,-22 9-4 0,-13 3 7 16,-4 4-14-16,-6 1-4 15,8 16-3-15,12 6-3 16,14-3-9-16,17 0-108 15,7-6-221-15,13-9-555 16</inkml:trace>
  <inkml:trace contextRef="#ctx0" brushRef="#br0" timeOffset="42384.67">21218 11887 1593 0,'0'0'0'16,"0"0"-9"-16,0 0-10 15,0 0 19-15,0 0 1 16,0 0 9-16,96-18 6 16,-27 0-2-16,5 0-11 15,-9 1-2-15,-14 6-1 16,-18 7-67-1,-18 1-41-15,-12 3-31 0,-3 5-30 0,-15 23 11 16,-25 12-47-16,-7 4 9 16,-5 0 168-16,-1-4 28 15,4-6 88-15,9-2 21 16,11-10 62-16,11-3-32 16,11-10-59-16,7-2 12 15,5-6-37-15,30-1 27 16,21-1-11-16,13-21-51 15,14-9-20-15,6-1-42 16,3-4-127-16,1-6-89 16,-8-2-18-16</inkml:trace>
  <inkml:trace contextRef="#ctx0" brushRef="#br0" timeOffset="42827.65">22041 11464 1243 0,'0'0'160'16,"0"0"-158"-16,0 0 6 16,0 0-4-1,0 0 16-15,0 0-2 0,-18-6-14 16,18 49 26-16,4 14 10 0,16 5-25 16,5-1-7-16,4-5-6 15,-1-10-1-15,9-13-1 16,0-15-1-16,1-9-1 31,3-9-2-31,-4 0-23 0,-3-21 4 0,-8-7 14 16,-6-5 2-16,-6-10 3 15,-10 1 4-15,-4-1 1 16,0 6 0-16,0 9 1 16,-2 11 3-16,-5 9 9 15,5 5 24-15,2 3-7 0,0 0 2 31,0 0-5-31,0 16-14 0,0 32-7 0,0 19 49 32,5 10-19-32,8 1-13 0,-2-5-6 0,-2-7-3 15,-3-8-9-15,-1-8-4 16,-1-5-2-16,1-10-3 16,4-8-23-1,6-11-176-15,10-16-235 0,6 0-643 0</inkml:trace>
  <inkml:trace contextRef="#ctx0" brushRef="#br0" timeOffset="43222.53">23001 11580 1544 0,'0'0'0'0,"0"0"-7"15,-7-127-29-15,-17 104 8 0,-14 7 8 16,-5 10 12-16,-1 6 3 16,2 0 5-16,3 18 2 15,10 6-2-15,14 2 0 16,11 1-1-16,4-2-3 16,0-3-1-16,19-4-7 15,13-8-19-15,1-10-18 16,3 0 28-16,-2 0 21 15,-7-16 7-15,-6 0 8 16,-9 7 33-16,-6 5 13 0,-6 4-10 16,0 0-14-16,0 4-17 15,3 31-16-15,5 24 13 16,6 14 33-16,-1 7-14 16,5-3 0-16,-3-12-9 15,-1-8-19-15,-3-9-5 16,-9-6-3-16,-2-1-5 15,0-5-53-15,-18-6-245 16,-13-10-289-16</inkml:trace>
  <inkml:trace contextRef="#ctx0" brushRef="#br0" timeOffset="44733.44">1496 11212 1012 0,'0'0'4'0,"-130"121"-4"16,86-78 68-1,17-22 31-15,18-12-17 0,9-9-17 16,13-19-10-16,44-39-38 16,36-30-8-16,33-32-2 15,38-23-3-15,19-15-1 16,12-6 7-16,5-1 0 15,-13 5-6-15,-17 17 1 16,-22 17-1-16,-28 21-1 16,-27 26 2-16,-22 22 9 0,-29 21 8 15,-17 16-4-15,-18 12-3 16,-7 8 2-16,0 0-2 16,0 0 1-16,-9 3-5 15,-14 15-11-15,-6 5-9 16,-2 4-80-1,0 4-89-15,2-3-89 0,-4 1-384 16</inkml:trace>
</inkml:ink>
</file>

<file path=ppt/ink/ink1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5.68611" units="1/deg"/>
          <inkml:channelProperty channel="T" name="resolution" value="1" units="1/dev"/>
        </inkml:channelProperties>
      </inkml:inkSource>
      <inkml:timestamp xml:id="ts0" timeString="2023-09-16T14:22:16.095"/>
    </inkml:context>
    <inkml:brush xml:id="br0">
      <inkml:brushProperty name="width" value="0.05292" units="cm"/>
      <inkml:brushProperty name="height" value="0.05292" units="cm"/>
      <inkml:brushProperty name="color" value="#FF0000"/>
    </inkml:brush>
  </inkml:definitions>
  <inkml:trace contextRef="#ctx0" brushRef="#br0">6426 6160 1356 0,'0'0'0'15,"0"0"0"-15,0 0 86 0,0 0 4 0,0 0-71 16,0 0-10-16,-45 167 15 15,39-63-5-15,-1-1-13 16,-1-9-2-16,-2-6-4 16,-1-15 1-16,1-16 0 15,2-17-1 1,4-16 0-16,2-17-2 0,2-7 0 16,0-19-20-16,0-37 2 15,9-29 1-15,11-21-11 16,4-3 17-16,1 9-11 0,8 11 24 15,5 18 1 1,2 21 1-16,1 16 12 0,1 20 26 16,-3 14-7-16,4 19 11 15,-3 37-16-15,0 26-3 16,-7 16-9-16,-8 8-5 16,-4-2-9-16,-11-1-2 15,-5-8-1-15,-3-8-5 16,-2-15-16-16,0-19-49 15,0-21-46 1,-9-19-91-16,-16-13 9 0,-14-18-263 0</inkml:trace>
  <inkml:trace contextRef="#ctx0" brushRef="#br0" timeOffset="173.51">6225 6699 1101 0,'0'0'0'0,"0"0"0"0,0 0 18 31,0 0 21-31,170 4 0 16,-61-26-17-16,11-10-22 15,2-2 0-15,-7 5-101 0,-15 12-135 16,-15 7-63-16</inkml:trace>
  <inkml:trace contextRef="#ctx0" brushRef="#br0" timeOffset="739.57">7220 6484 1030 0,'0'0'4'16,"0"0"78"-16,0 0 96 16,0 0-35-16,0 0-35 15,0 0-57-15,-110-43-45 16,110 83-3-16,7 15 4 0,9 10-3 16,1 1-2-16,-3-4 0 15,-8-2-2-15,-1-7-9 16,-5-15-16-16,0-14-21 15,0-15-11-15,0-9 0 16,-5-9 38-16,-11-32-45 16,-1-15 32-16,3-9 28 15,11-8 3-15,3 5 1 16,0 6 1-16,15 12 7 16,14 14 16-16,7 12 11 15,1 13 0-15,3 11 4 16,3 4-14-16,-1 37-9 15,-4 15 3-15,-5 10-8 0,-8 4-5 16,-9 3-4-16,-10-4-2 16,-4-5 0-16,-2-9 1 15,0-18-1-15,0-18-3 16,0-13-7-16,0-6 5 16,0-24 0-16,0-26-10 15,0-20-2-15,0-11 7 16,0-3-6-16,8 1-25 15,18 10 28-15,7 8 9 16,12 20 4-16,8 14 0 0,5 22 14 16,6 9 32-16,-1 19 13 15,-5 31-21-15,-13 15-2 16,-12 7-12-16,-10 4-9 16,-16 2-7-16,-7 2-6 15,0-3-2-15,-5-9-1 16,-15-10-50-16,3-15-55 15,5-22-82-15,3-19-29 16,9-2-118-16</inkml:trace>
  <inkml:trace contextRef="#ctx0" brushRef="#br0" timeOffset="928.87">8313 6454 1083 0,'0'0'32'16,"0"0"185"-16,0 0-10 15,0 0-131-15,0 0-52 16,0 105-2-16,0-28 12 16,0 6-14-16,0 5-16 15,11 8-4-15,1-2-4 16,-1-5-62-16,9-7-159 16,-3-17-83-16,4-23-502 15</inkml:trace>
  <inkml:trace contextRef="#ctx0" brushRef="#br0" timeOffset="1180.58">8831 6569 1338 0,'0'0'0'16,"0"0"0"-16,0 0 134 15,0 0-69-15,0 0-23 16,0 0 15-16,-30 174-32 15,46-83-11-15,-2 3-1 0,-8-2-13 16,-6-6 0-16,0-15 0 16,0-17-41-16,0-18-74 15,0-17-69-15,0-19-36 16,-6 0-55-16,-11-44-305 16</inkml:trace>
  <inkml:trace contextRef="#ctx0" brushRef="#br0" timeOffset="1321.77">8552 6672 1057 0,'0'0'8'16,"0"0"10"-16,0 0 44 15,0 0 4-15,149 0-26 16,-67 0-34-16,19-19-6 16,6-6-64-16,5-4-305 15</inkml:trace>
  <inkml:trace contextRef="#ctx0" brushRef="#br0" timeOffset="1825.55">9105 7109 1037 0,'0'0'0'0,"0"0"7"0,0 0 16 16,0 0 19-16,124 8 56 15,-42-1-54 1,11 0-26-16,4-2 1 0,-3 0-19 16,-3-5-1-16,-7 0-65 15,-12-9-145-15,-19-20-251 16</inkml:trace>
  <inkml:trace contextRef="#ctx0" brushRef="#br0" timeOffset="2078">9764 6728 1038 0,'0'0'2'16,"0"0"64"-16,0 0 40 16,0 0-71-16,0 0-10 15,0 0 20-15,53 89 3 16,-19-37-31-16,-3 5-5 15,-6 1-6 1,-6-2 0-16,-5-5 0 0,-7-4 0 16,-7-4 5-16,0-3 2 15,-13-3 4-15,-16 4-8 16,-7-2-5-16,-9 5-4 16,1 2-7-16,-1-5-90 15,5 0-84-15,9-9-230 16</inkml:trace>
  <inkml:trace contextRef="#ctx0" brushRef="#br0" timeOffset="2550.12">10720 6693 527 0,'0'0'744'0,"0"0"-734"16,0 0 80-16,0 0-3 16,-117-50-21-16,117 52-21 15,0 31-41-15,21 17 14 16,4 14 1-16,-1 3-12 16,-2-6-6-16,-6-7-1 15,-5-12 0-15,-7-20 0 16,-2-10 0-16,-2-12-2 15,0 0 2-15,0-10 8 16,0-36-8-16,-17-20-3 0,-6-19 2 16,4-2 0-16,-4 4 1 15,7 13 2-15,6 26-2 16,3 16 1-16,5 20 10 16,2 8 3-16,0 6-1 15,2 38-6-15,20 17 5 16,5 12 3-16,4 5-5 15,-4 0-6-15,-3-3 3 16,-3-4-7-16,-8-6 0 16,-9-11-4-16,-4-5 2 15,0-8-71-15,0-8-96 16,0-10-178-16,0-18-308 0</inkml:trace>
  <inkml:trace contextRef="#ctx0" brushRef="#br0" timeOffset="3446.18">11072 7054 975 0,'0'0'0'0,"0"0"0"15,0 0 51-15,0 0 37 0,171 10 24 16,-84-10-59 0,7 0-5-16,-3 0-8 15,-4 0-22-15,-14 0-9 0,-12 0-9 16,-16 0-1-16,-14 6-16 16,-14-2-93-16,-13 0-103 15,-4-2-147-15</inkml:trace>
  <inkml:trace contextRef="#ctx0" brushRef="#br0" timeOffset="3666.14">11522 6788 586 0,'0'0'400'16,"0"0"-374"-16,0 0 157 16,0 0-63-16,0 0-50 15,0 0-38-15,-7 72 23 16,25-2 15-16,2 9-27 15,2-2-23-15,-3 0-10 16,-2-4-10-16,-1 2 0 16,-1-7-7-16,3-4-70 15,2-14-120 1,2-14-70-16,-1-23-273 0</inkml:trace>
  <inkml:trace contextRef="#ctx0" brushRef="#br0" timeOffset="3901.99">12092 6782 1215 0,'0'0'13'0,"0"0"34"16,0 0 159-16,0 0-106 16,0 0-54-16,0 0-25 15,-33 54-13-15,48 26 43 16,1 8-24-16,-3 0-20 15,-4-5-5-15,1-7-2 0,-2-3-8 16,2-16-53-16,7-14-100 16,0-18-170-1,6-22-252-15</inkml:trace>
  <inkml:trace contextRef="#ctx0" brushRef="#br0" timeOffset="4326.72">12409 6880 1205 0,'0'0'17'0,"0"0"4"0,0 0 34 16,-11-105-22-16,44 83 0 15,9 7-21-15,1 6-9 16,-5 9 3-16,-7 9-6 16,-12 26 1-16,-7 11 11 15,-12 7-5-15,0 3-2 16,-18-2-1-16,-18-4-4 15,1-8 2-15,2-12 0 16,8-7-1-16,7-12 1 16,11-7-2-16,7-4 0 15,0 0-4-15,12 0-19 0,19 0 21 16,9 0 4-16,6 0-4 16,-1 0 3-1,-3 0-1-15,-4 15 1 0,-9 5 0 16,-13 3 17-16,-12 4 28 15,-4-1 15-15,-13 4 7 16,-27-2-18-16,-15 2-17 16,-9-6-7-16,2-7-18 15,2-4 1-15,9-13-8 16,6 0-1-16,10-14-1 16,8-25-69-16,16-12-151 0,11-9-250 15</inkml:trace>
  <inkml:trace contextRef="#ctx0" brushRef="#br0" timeOffset="4594.33">13177 7144 492 0,'0'0'742'15,"0"0"-742"-15,0 0 45 16,0 0 23-16,0 0 50 0,127-13-20 31,-48 4-46-31,0 1-23 0,2 3-4 0,-10-1-14 16,-9 0-7-16,-12 1-4 16,-19 4-7-16,-16 1-48 15,-11 0-112-15,-4 0-61 31,0 0-30-31,-17-9-229 16</inkml:trace>
  <inkml:trace contextRef="#ctx0" brushRef="#br0" timeOffset="4783.68">13505 6775 794 0,'0'0'146'0,"0"0"-33"0,0 0 66 15,0 0-45-15,0 0-43 16,0 0-60-16,-12 101 36 15,31-18 26-15,0 7-65 16,1-3-15-16,1-2-10 16,-4-1-3-16,-3-3-10 15,-5-1-158-15,-7-14-277 16</inkml:trace>
  <inkml:trace contextRef="#ctx0" brushRef="#br0" timeOffset="5459.34">14445 7233 959 0,'0'0'21'0,"0"0"80"15,-31-142 52-15,-3 85-59 0,-1-1-2 16,-5-1-7-16,0 9-40 16,2 17-24-16,0 10 12 15,3 19-8-15,1 4-20 16,-2 15-5-16,5 24-5 15,5 11-1-15,12 5 2 16,12-3-6-16,2-9-3 16,8-5-11-16,21-13-5 15,7-11-7-15,9-10 21 16,1-4 3-16,8-4 2 16,-5-21 10-16,-5-8 1 0,-8 0 0 15,-9 4 2 1,-9 8 3-16,-7 10 12 0,-9 9 33 15,-2 2-1-15,0 15-11 16,0 35-23-16,2 18 7 16,8 12 16-16,-4-2-12 15,3-6-7-15,5-4-13 16,-8-4-4-16,3-8-2 16,-1-8-1-16,4-9-45 15,-1-12-90-15,7-15-133 0,4-12-114 16</inkml:trace>
  <inkml:trace contextRef="#ctx0" brushRef="#br0" timeOffset="5663.58">14810 7299 1209 0,'0'0'20'0,"0"0"100"15,0 0 10-15,0 0-70 16,0 0 10-16,152-25-40 15,-79 20-18-15,-1 5-3 16,-3 0-7-16,-7 0-2 16,-12 0-2-16,-8 0-18 0,-13 0-138 15,-10 0-76-15,-9 0 4 16,-10 0-477-16</inkml:trace>
  <inkml:trace contextRef="#ctx0" brushRef="#br0" timeOffset="5867.61">15105 7032 967 0,'0'0'7'16,"0"0"115"-16,0 0 35 15,0 0-41-15,0 0-13 0,0 0-16 16,-54 167-14-16,54-95-34 16,0-1-15-16,0 4-12 15,2 0-11-15,1-6-1 16,-1 0-8-16,-2-9-119 15,2-14-186-15,2-18-235 16</inkml:trace>
  <inkml:trace contextRef="#ctx0" brushRef="#br0" timeOffset="6372.25">15722 7236 946 0,'0'0'4'0,"0"0"102"16,0 0 18-16,0 0 11 16,-120-100-31-16,110 73-45 15,8 0-25-15,2 5-11 0,0 0-15 16,23 2-4-1,12 6-4-15,10 10-3 0,4 4 3 16,2 10-4-16,1 24 0 16,-12 13 2-16,-9 9 0 15,-16 6 0-15,-15 6 2 16,0 2 1-16,-24-4-1 16,-19-4 1-16,-3-9 6 15,-6-14-4-15,6-9 1 16,3-11 3-16,10-13 0 15,6-6 3-15,4 0 5 16,8-11-1-16,7-4 1 16,5 2-1-16,3 5-6 0,0 2-5 15,11 4-2-15,18 2 0 32,5 0 2-32,10 15 1 0,5 9 0 0,5 2 0 15,4-4-3-15,-5-2-1 16,0-6-5-16,-3-6-79 15,-4-8-112-15,-3 0-57 16,-1-10-101-16</inkml:trace>
  <inkml:trace contextRef="#ctx0" brushRef="#br0" timeOffset="6687.53">16257 7167 1029 0,'0'0'12'0,"0"0"123"16,0 0-27-16,0 0-80 15,0 0 11-15,0 0 7 16,-88 142-17-16,88-76-6 16,19 2-15-16,12-1-5 15,4-10-3-15,5-8 2 16,1-13-2-16,-1-14 0 16,0-10 0-16,-3-12 0 0,0 0 1 15,-4-26 4 1,0-16 8-16,-9-16 21 15,-8-10 26-15,-14-11 3 0,-2-2-29 16,-20 4-9-16,-20 10-15 16,-6 17-1-16,-10 21-3 15,-6 19-6 1,-10 10-39-16,-4 14-103 0,8 17-260 16</inkml:trace>
  <inkml:trace contextRef="#ctx0" brushRef="#br0" timeOffset="7158.61">17281 7445 984 0,'0'0'6'0,"0"0"17"15,0 0 49-15,0 0 24 0,0 0 13 16,170 62-42-16,-95-59-38 15,4-3-11-15,-6 0-11 16,-13 0-6-16,-18 0-2 16,-17 0-26-16,-16 0-79 15,-9 0-36-15,-7 6-129 16,-31 13-366-16</inkml:trace>
  <inkml:trace contextRef="#ctx0" brushRef="#br0" timeOffset="7332.14">17427 7820 702 0,'0'0'102'16,"0"0"3"-16,0 0 66 16,0 0-42-16,0 0-50 15,147 65-6-15,-89-65-20 16,8-8-22-16,10-16-22 16,0-7-9-16,-9 2-5 15,-16 0-138-15,-29-1-157 16</inkml:trace>
  <inkml:trace contextRef="#ctx0" brushRef="#br0" timeOffset="8087.22">14694 6039 1105 0,'0'0'2'0,"0"0"-2"16,0 0 68-16,0 0 15 15,0 0-64-15,-91 107-1 16,38 15 6 0,-12 37 15-16,-8 33 15 0,-10 17-34 15,-7 3-19-15,5-5-1 0,4-18-7 16,6-18-23-16,3-21-77 16,3-19-26-16,-9-22-151 15,-11-25-365-15</inkml:trace>
  <inkml:trace contextRef="#ctx0" brushRef="#br0" timeOffset="8560.21">11070 6459 907 0,'0'0'6'15,"0"0"5"1,0 0 67-16,0 0 7 15,0 0-75-15,0 0-6 0,-128 122 12 0,82-14-1 32,-6 31 2-32,-10 19-5 0,-11 16-6 0,-4 1-6 15,2-11-1-15,17-13-2 16,20-21-23-16,14-24-142 16,13-29-463-16</inkml:trace>
  <inkml:trace contextRef="#ctx0" brushRef="#br0" timeOffset="9190.43">16697 6324 1131 0,'0'0'7'0,"0"0"22"16,0 0 116-16,0 0-22 15,0 0-104-15,-118 179-4 16,28-33 19-16,-26 30-8 0,-21 21-6 16,-14 16-20-16,-10 4 0 15,1-9-9-15,11-15-76 16,13-22-67-16,20-23-29 16,20-27-16-16,22-22-260 15</inkml:trace>
  <inkml:trace contextRef="#ctx0" brushRef="#br0" timeOffset="10605.55">12612 6515 686 0,'0'0'8'0,"-92"190"-3"0,36-52 15 15,-8 16 26-15,-11 12-14 16,-4-1 27-16,-10-8-17 16,2-9-20-16,4-17-1 15,12-21-15-15,15-17-6 16,18-17-2-16,14-16-38 0,13-20-228 15</inkml:trace>
  <inkml:trace contextRef="#ctx0" brushRef="#br0" timeOffset="12054.43">18544 7227 1054 0,'0'0'14'0,"0"0"44"15,0 0 113-15,0 0-45 16,0 0-45-16,0 0-43 15,3 6-29-15,-3 47-9 16,0 22 7-16,0 9-1 16,14-1-2-16,5-9-4 15,4-6 0-15,-1-14-1 16,1-12-1-16,-2-9 0 16,2-14-1-16,-1-9-7 0,3-8-9 15,4-2-2 1,-1-10 15-16,6-24 0 0,-6-14 1 15,-3-10 5-15,-2-6 0 16,-7 1 0-16,-8 13 2 16,1 16 1-16,-7 17 1 15,0 8 17 1,-2 7 9-16,0 2 1 0,2 6-11 16,6 32-18-16,5 20 8 15,2 12 35-15,1 5-17 16,-1-6-9-16,-3-4-5 15,-3-6-6-15,-5-4-6 16,0-6-2-16,-4-8 0 16,0-8-8-16,2-7-45 15,4-8-98-15,4-10-112 0,3-8-73 16,1-16-335-16</inkml:trace>
  <inkml:trace contextRef="#ctx0" brushRef="#br0" timeOffset="12431.74">19259 7488 1058 0,'0'0'1'0,"0"0"11"0,66-114 33 15,-33 78 6-15,2 13 14 16,-1 13-35-16,-5 10-30 16,-6 12-1-16,-8 36 1 15,-13 16 1 1,-2 6 3-16,-2-3-1 0,-27-9-1 15,0-10 2-15,0-13 1 16,2-6-4-16,12-15 6 16,6-7-6-16,9-4 1 15,0-3-4-15,11 0-4 16,22 0 6-16,15 4 1 16,4 8 1-16,0 9-2 15,-6 9 0-15,-12 1 7 0,-16 4 9 16,-18-1 19-1,-7-3 43-15,-35 2-9 0,-14 0-17 16,-8-6-9-16,-4-3-13 16,2-8-23-16,11-10-3 15,14-6-4 1,14 0-18-16,16-28-106 0,11-17-157 16,11-21-189-16</inkml:trace>
  <inkml:trace contextRef="#ctx0" brushRef="#br0" timeOffset="12635.81">19737 7461 1300 0,'0'0'10'15,"0"0"-3"-15,0 0 54 16,0 0 27-16,0 0 26 16,145 114-57-16,-95-57-42 15,4-1-13-15,0-1-2 16,-2-8 0-16,-11-3-29 15,-9-8-105-15,-10-7-102 16,-11-7-52-16,-5-15-161 16</inkml:trace>
  <inkml:trace contextRef="#ctx0" brushRef="#br0" timeOffset="12808.88">20194 7363 1099 0,'0'0'48'0,"0"0"66"15,0 0-35-15,0 0-16 16,-129 129 33-16,84-49-13 16,3 5-24-16,2 1-39 15,-2-1-11-15,7 1-9 16,2-6-1-16,11-9-89 16,11-21-179-16,11-26-219 0</inkml:trace>
  <inkml:trace contextRef="#ctx0" brushRef="#br0" timeOffset="13186.12">20541 7525 1106 0,'0'0'1'0,"0"0"21"16,0 0 4-16,4-134 4 15,39 102-1-15,12 11-12 0,5 14-4 16,1 7 9 0,-10 11 0-16,-15 33 3 0,-14 17 13 15,-20 11-16-15,-2 2-11 16,-22-1 4-16,-18-5 0 16,-9-5 9-16,-2-11 4 15,-1-10 14-15,8-11 6 16,10-9-1-16,10-8-16 15,12-5-12-15,8-8-5 16,4-1-6-16,9 0-7 16,32 0 3-16,19-7-4 15,15-18-17-15,14-1-98 0,13-6-60 16,8-3-1-16,2-4-110 16</inkml:trace>
  <inkml:trace contextRef="#ctx0" brushRef="#br0" timeOffset="13406.52">21470 7772 1174 0,'0'0'11'0,"0"0"9"16,0 0 85-16,0 0-28 0,0 0-37 15,0 0-8-15,91-4-8 16,-28-11-17-16,-1 0-7 15,-8 1-5-15,-14 3-76 16,-16 8-117-16,-13 3-78 16,-11 0-297-16</inkml:trace>
  <inkml:trace contextRef="#ctx0" brushRef="#br0" timeOffset="13548.06">21484 8055 821 0,'0'0'162'0,"0"0"-83"31,0 0 67-31,0 0-48 16,0 0-40-16,0 0-28 16,53 40-13-16,31-78-17 15,10-8-142-15,4-2-90 16,1 2-192-16,-1 1 238 16</inkml:trace>
  <inkml:trace contextRef="#ctx0" brushRef="#br0" timeOffset="13879.45">22498 7372 104 0,'0'0'871'0,"0"0"-824"16,-43-119 118-16,9 101-71 15,-5 8-44-15,-6 7 15 16,3 3-47-16,4 13-1 16,7 17-2-16,10 12-6 15,19 8-2-15,2 4-1 16,27 4-3-16,19-2-2 15,10 1 0-15,2-6-1 16,-4 0 2-16,-8-5-2 16,-15-4 0-16,-14-4 0 15,-17 1 2-15,0-6 6 16,-23-5 18-16,-15-6 15 0,-4-5 3 16,-3-12-13-16,8-5 0 15,5 0-4-15,10-26 13 16,11-21-5-16,11-20-25 15,11-15-10-15,36-12-21 16,18-6-54-16,10 3-100 16,6 15-159-16,-2 20-115 15</inkml:trace>
  <inkml:trace contextRef="#ctx0" brushRef="#br0" timeOffset="14200.05">23063 7072 980 0,'0'0'36'0,"0"0"109"16,0 0-36-16,0 0-58 16,0 0-17-16,0 0 7 15,-113 132 5-15,97-45 2 16,2 13-18-16,10 4-15 16,4-3-7-16,0-11-7 15,8-12 2-15,18-14-2 16,7-14-1-16,3-18 4 0,2-15-2 15,2-13 5-15,2-4 6 16,-2-13 29-16,-4-20 14 16,-11-8-3-16,-15-6-12 15,-10-1-20-15,-10 3-2 16,-39 11-18-16,-19 18-1 16,-23 16-44-16,-21 3-102 15,-23 32-226-15</inkml:trace>
  <inkml:trace contextRef="#ctx0" brushRef="#br0" timeOffset="15190.43">6070 8935 1193 0,'0'0'5'0,"0"0"2"15,0 0 105-15,0 0 1 16,0 0-78-16,0 0-26 0,0 0-4 16,109 175 12-1,-46-78 0-15,-1 2-5 0,-4-6-6 16,-7-13 2-16,-2-15-3 16,-9-16-3-16,-7-17 1 15,-8-16-1-15,-7-12 4 16,-1-4 2-16,-1-8 11 15,4-28 11-15,2-18 1 16,-1-21-19-16,-1-12-4 16,0-14-6-16,-2-3-2 15,1 3 0-15,4 11-1 16,1 16-23-16,3 24-76 0,2 20-107 16,0 16-88-1,0 14-394-15</inkml:trace>
  <inkml:trace contextRef="#ctx0" brushRef="#br0" timeOffset="15397.71">7246 8841 1118 0,'0'0'4'0,"0"0"79"16,0 0 47-16,-38 133 39 15,38-56-48-15,0 5-59 0,0 3-27 16,12-2-7-16,1-3-16 15,-2-7-8-15,-1-1-4 16,0-5-5-16,-1-5-90 16,7-14-194-16,3-16-146 15</inkml:trace>
  <inkml:trace contextRef="#ctx0" brushRef="#br0" timeOffset="15854.51">7692 9053 1118 0,'0'0'14'0,"0"0"-14"16,0 0 73-16,0 0 0 16,0 0 5-16,0 0-63 15,58 4 22-15,19-19-9 16,0-2-9-16,-11 2-4 15,-12 0 1 1,-16 3-5-16,-18 5-7 0,-11 5-4 0,-9 2 1 16,0-3 0-16,0 3-1 15,-9-2-7-15,-7 2 3 16,3 0 0-16,1 0 2 16,6 12-1-16,6 32-4 15,0 19 7-15,0 17 5 16,9 12 6-16,7-1 1 15,-6 4 16-15,-7-4-2 16,-3-7-9-16,0-8 1 16,-13-11-1-16,-10-14 4 0,-4-13-4 15,-2-9-5-15,-2-10 6 16,-3-9-9-16,-3-7-2 16,-5-3 6-16,-3-8-3 15,-1-24-10-15,5-15-8 16,14-7-93-16,23-8-96 15,4-4-189-15</inkml:trace>
  <inkml:trace contextRef="#ctx0" brushRef="#br0" timeOffset="16279.42">8449 9250 1319 0,'0'0'14'15,"0"0"-7"-15,0 0 14 16,0 0 20-16,-26 118 43 16,26-49-28-16,0 2-39 15,2-4-11-15,7-10-1 16,-3-10-2-16,-1-14-3 16,-1-16 1-16,-4-9-1 0,3-6-1 15,-3-2 1 1,0-18 5-16,-3-28-5 0,-12-24-12 31,-1-18 11-31,3-11-3 0,8 1-5 0,5 12 7 16,0 18 2-16,9 26-2 15,11 19 2-15,10 22 1 16,9 1 7-16,13 28 11 16,6 20 23-16,-3 16 1 15,-6 6-8-15,-9 2-10 16,-13 0-11-16,-7 0-9 15,-13 1-5-15,-7-4-8 16,0-8-54-16,0-11-50 0,-13-16-78 16,-3-11-55-16,-5-23-84 15,-7 0-326-15</inkml:trace>
  <inkml:trace contextRef="#ctx0" brushRef="#br0" timeOffset="16437.56">8461 9569 1018 0,'0'0'25'15,"0"0"44"-15,0 0 50 0,0 0-85 16,0 0-10 0,0 0-9-16,133-62-15 0,-73 27-31 31,0-2-85-31,-6-4-73 0,-8 1-219 0</inkml:trace>
  <inkml:trace contextRef="#ctx0" brushRef="#br0" timeOffset="16596.7">8913 9146 314 0,'0'0'727'0,"0"0"-690"16,0 0 128-16,0 0-47 16,0 0-71-1,0 0-23-15,49 84 58 16,-10-32-31 0,2-2-31-16,1-1-14 0,-6-2-6 15,-1-7-5-15,0-9-47 16,-6-13-135-16,6-14-30 15,-6-4-109-15,-3-18-212 16</inkml:trace>
  <inkml:trace contextRef="#ctx0" brushRef="#br0" timeOffset="16784.12">9327 9029 984 0,'0'0'59'0,"0"0"60"0,0 0 62 15,0 0-93-15,-54 125 6 16,37-29-7-16,-3 5-27 15,-5 6-27-15,-2 4-13 16,-2-1-17-16,-2-4-3 16,7-5-11-16,0-15-112 15,5-15-187-15,4-21-361 16</inkml:trace>
  <inkml:trace contextRef="#ctx0" brushRef="#br0" timeOffset="17208.98">9556 9726 1018 0,'0'0'158'0,"0"0"-151"16,0 0 108-16,0 0-12 16,0 0-50-16,0 0-22 15,74-7 0-15,-7-3-13 16,2 2-9-16,-5 2-9 16,1 0 0-16,-3-1-14 0,-1 0-110 15,-8 0-125-15,-13-8-102 16,-15-3-186-16</inkml:trace>
  <inkml:trace contextRef="#ctx0" brushRef="#br0" timeOffset="17413.29">9978 9404 1060 0,'0'0'4'0,"0"0"108"16,0 0 10-16,0 0-68 15,0 0-10-15,0 0-33 0,58 75 45 16,-18-13 11-1,-9 12-34-15,-9 8-15 0,-15 0 1 16,-7 1-2-16,0-7-4 16,-22-8-10-16,-5-12-3 15,5-14-29-15,4-24-160 16,11-18-157-16</inkml:trace>
  <inkml:trace contextRef="#ctx0" brushRef="#br0" timeOffset="17932.86">10530 9488 1040 0,'0'0'4'0,"0"0"5"16,0 0 41-1,0 0 38-15,0 0-42 0,0 0-43 16,-4-57-2 0,33 52-1-16,2 5 3 0,5 0 8 15,6 23 13-15,-2 15-4 16,-2 12 3-16,-9 8-10 15,-16 4-6-15,-13 5-1 16,-9-6 2-16,-28-4-7 16,-10-9 1-16,2-12 6 15,-1-12-4-15,8-11 1 16,4-10-2-16,7-3 4 16,7-9 2-16,6-18-6 15,11-4-1-15,3 1-2 16,0 8-3-16,6 7 3 0,17 11 5 15,8 4 1-15,11 0 19 16,12 19 12-16,4 10 3 16,0 1-19-16,-2-2-15 15,-8-3-6-15,-6-4 0 16,1-7-70-16,-3-12-171 16,7-2-213-16</inkml:trace>
  <inkml:trace contextRef="#ctx0" brushRef="#br0" timeOffset="18326.36">11092 9421 1029 0,'0'0'38'0,"0"0"-31"16,0 0 83-16,0 0-19 16,0 0-14-16,0 0-6 15,93-83-22-15,-41 103-3 16,-5 22-6-16,-12 12-13 15,-13 7 1-15,-15 3-4 16,-7 0 5-16,-16 0-6 16,-21-8-1-16,-6-12 1 0,2-9-1 15,4-14 3-15,6-8-3 16,4-11 0-16,3-2 5 16,6 0 1-16,7-13 0 15,4 2-5-15,7 0-3 16,0 5-2-16,4 5 2 15,19 1 7-15,10 0 14 16,9 18 1-16,8 6-15 16,3-2 1-16,3-4-8 15,-3-2 0-15,3-6-2 0,-2-4-32 16,-6-6-158 0,-1 0-68-1,-7-1-204-15</inkml:trace>
  <inkml:trace contextRef="#ctx0" brushRef="#br0" timeOffset="18530.66">11785 9625 998 0,'0'0'43'16,"0"0"-30"-16,0 0 132 0,0 0-73 16,0 0-8-1,0 0-10-15,85 46-21 16,-28-46-11-16,5-9-14 0,-1-16-5 15,-8 1-2-15,-8 2-1 16,-13 5-26-16,-15 2-78 31,-11 3-27-31,-6 0-80 0,0-2-279 0</inkml:trace>
  <inkml:trace contextRef="#ctx0" brushRef="#br0" timeOffset="18719.64">12001 9388 830 0,'0'0'159'15,"0"0"-61"-15,0 0 83 16,0 0-38-16,-49 106-11 0,49-45-37 31,0 3-26-31,0-1-11 0,0 4-24 16,0-9-18-16,2 0-12 0,2-5-4 16,1-3-2-16,0-4-46 31,-1-9-147-31,-2-8-221 15</inkml:trace>
  <inkml:trace contextRef="#ctx0" brushRef="#br0" timeOffset="19112.89">12562 9647 1280 0,'0'0'0'0,"-71"-104"-6"16,28 66 6-16,-1 14 11 16,2 14 18-16,5 10 7 15,9 5-35-15,-1 27-1 16,5 11 0-16,10 1-1 16,12-2-1-16,2-4-4 15,16-10-3-15,17-7-15 16,5-16-7-16,6-5 1 15,-1 0 3-15,-3-22 22 0,-7-4 5 16,-6 7 4-16,-4 2 18 16,-8 15 36-16,3 2 8 15,-3 38 31-15,6 20-1 16,-5 13-9-16,-1 5-40 16,-7-3 2-16,3 5-35 15,-3-3-5-15,-2 0-9 16,-2-9 0-16,-1-12-41 15,2-14-115-15,-3-13-206 16,2-22-504-16</inkml:trace>
  <inkml:trace contextRef="#ctx0" brushRef="#br0" timeOffset="19333.07">12881 9990 1120 0,'0'0'37'16,"0"0"-29"-16,0 0 82 16,114-8 3-16,-48 0-9 15,3 0-37-15,-1-1-26 0,-6-2-10 16,-12-1-9-16,-4-6-2 16,-14-4-4-16,-8 0-68 15,-14-4-160-15,-10-1-239 16</inkml:trace>
  <inkml:trace contextRef="#ctx0" brushRef="#br0" timeOffset="19537.16">13169 9647 1184 0,'0'0'42'0,"0"0"36"0,0 149 100 16,8-69-61-16,7 6-37 15,6 3-56-15,-1 0-14 16,-7-4-10-16,-1-7-3 16,-6-10-57-16,-6-13-173 15,0-12-180-15</inkml:trace>
  <inkml:trace contextRef="#ctx0" brushRef="#br0" timeOffset="20058.62">13842 9535 1116 0,'0'0'2'0,"0"0"102"16,0 0 59-16,0 0-57 15,0 0-40-15,6 104 14 16,28-17-3-16,3 11-25 15,-3 0-37-15,-8 2-10 16,-7 2-2-16,-13-8-3 16,-2-9-24-1,-1-20-68-15,3-28-63 0,8-18-122 16,5-19-120-16,4-31-317 16</inkml:trace>
  <inkml:trace contextRef="#ctx0" brushRef="#br0" timeOffset="20338.68">14227 9712 1059 0,'0'0'113'0,"0"0"-21"16,0 0 8-16,0 0-43 15,-54 128-8-15,54-55-1 16,0 7-30-16,29-3-10 16,6-4-6-16,8-13 3 15,4-19-4-15,4-11 5 16,-1-20-3-1,-2-10 5-15,-5-3 3 0,-5-38 10 16,-9-18-2-16,-14-14 6 16,-15-9-1-16,0-2-8 0,-36 10 3 15,-10 12-8-15,-8 12-2 16,1 13-8-16,-1 15-1 16,8 12-41-16,10 10-81 15,11 2-136-15,19 24-176 16</inkml:trace>
  <inkml:trace contextRef="#ctx0" brushRef="#br0" timeOffset="20543.8">14804 10114 935 0,'0'0'392'0,"0"0"-388"15,0 0 115-15,0 0-15 16,116-6-36-16,-59-15-32 15,9-6-31-15,0 1-2 16,-6 4-3-16,-9 4-11 16,-10 6-41-1,-17 2-52-15,-13 4-105 0,-11-3-98 16,-2-2-353-16</inkml:trace>
  <inkml:trace contextRef="#ctx0" brushRef="#br0" timeOffset="20731.93">15014 9787 1017 0,'0'0'52'16,"0"0"-10"-16,0 0 104 16,0 0 22-16,-25 151-32 15,25-73-34-15,0 5-30 16,11 0-20-16,-3-3-30 16,2-5-13-16,-1-7-9 15,-3-8-2-15,6-10-73 16,-1-12-155-1,7-17-209-15</inkml:trace>
  <inkml:trace contextRef="#ctx0" brushRef="#br0" timeOffset="20952.5">15575 9807 1228 0,'0'0'154'16,"0"0"-117"-1,0 0 137-15,0 0-88 0,0 0-46 16,0 0 4-16,-67 143-16 16,65-61-11-16,2 0-12 0,0-3-5 15,0-11 0 1,0-14-39-16,7-14-80 0,8-16-145 16,1-12-227-16</inkml:trace>
  <inkml:trace contextRef="#ctx0" brushRef="#br0" timeOffset="21143.02">15831 10196 1130 0,'0'0'10'32,"0"0"57"-32,0 0 21 15,0 0 7-15,0 0 6 16,165-15-57-16,-87-6-26 15,5-1-1-15,-9-2-12 16,-4 3-5-16,-17 0 0 16,-19 0-47-16,-20 0-158 15,-14-2-133-15</inkml:trace>
  <inkml:trace contextRef="#ctx0" brushRef="#br0" timeOffset="21332.88">15998 9815 1248 0,'0'0'29'0,"-2"104"107"16,2-27 10-16,0 7-48 15,15-2-21-15,6-1-34 16,-4-9-30-16,1-5-11 16,-5-2-2-16,-3-5-99 15,-10-14-240-15,0-13-802 16</inkml:trace>
  <inkml:trace contextRef="#ctx0" brushRef="#br0" timeOffset="22136.23">16851 10030 282 0,'0'0'777'15,"0"0"-769"-15,0 0 62 16,-109-104-38-16,101 58-5 16,8-1 38-16,0 7-35 15,30 12-18-15,1 6 10 0,0 16-8 16,4 6-4-16,0 26-1 16,3 30 7-16,-7 19 8 15,-8 13-9-15,-17 10-4 16,-6 0 0-16,-11-5 1 15,-25-13-5-15,-8-18-2 16,-4-18-1-16,4-14-3 16,0-16 3-16,-1-14 1 15,6 0-4-15,5-30 0 16,9-12 3-16,11-6-4 0,10-1 0 16,4 11 0-16,4 15 0 15,21 14-3-15,10 9 2 16,11 3 2-16,5 26 0 15,4 8-1-15,1 1 0 16,0-6-2-16,-2-8-10 16,-4-10-39-16,-3-14-8 15,-5 0 15-15,-4-14 18 16,-1-22 18 0,-4-12 6-16,-4-14 2 0,-8-13 2 15,-9-3-2-15,-10 6 5 0,-2 17-1 16,0 22 11-16,-6 17 42 15,-10 16 13-15,5 0-22 16,7 28-35-16,4 28-2 16,2 14 14-16,33 8 5 15,7-3-4-15,1-7-8 16,-3-12 6-16,-11-8 7 16,-9-9 3-16,-17-10-12 15,-3-5-4-15,-19-6-9 16,-20-4-9-16,-4-5-21 15,1-9-84-15,6 0-43 16,5-16-115-16,4-18-96 0,9-16-480 16</inkml:trace>
  <inkml:trace contextRef="#ctx0" brushRef="#br0" timeOffset="22289.31">17281 10016 1095 0,'0'0'75'0,"0"0"21"15,0 0 87-15,0 0-78 16,166-97-40-16,-111 74-41 16,0 3-24-16,-3 7-48 0,-8 9-198 15,-3 4-226-15</inkml:trace>
  <inkml:trace contextRef="#ctx0" brushRef="#br0" timeOffset="22496.85">18030 10347 1286 0,'0'0'7'15,"0"0"3"-15,0 0 94 16,0 0-6 0,0 0-21-16,161 12-39 0,-108-28-32 15,0-3-6-15,-3-4-1 0,-13 3-49 16,-10 1-38-16,-14 6-77 15,-13 4-74-15,0 9-185 16</inkml:trace>
  <inkml:trace contextRef="#ctx0" brushRef="#br0" timeOffset="22654.79">18075 10528 851 0,'0'0'195'0,"0"0"4"15,-40 105-59-15,53-85-53 16,29-16-16-16,21-4-17 15,10-13-38-15,10-25-11 0,-1-6-5 16,-6-5-3 0,-11 1-25-16,-19-4-78 0,-26-4-183 15,-20-4-463-15</inkml:trace>
  <inkml:trace contextRef="#ctx0" brushRef="#br0" timeOffset="23362.93">13293 8554 1233 0,'0'0'0'0,"0"0"0"0,0 0 7 16,0 0-1-16,-116 128 5 15,67 9 5-15,-4 50 5 16,-5 43-12-16,-6 33 2 16,-17 23 11-16,-10 9-15 15,-12-1-6-15,-4-19-1 16,9-30-9-16,15-30-32 15,17-37-54-15,22-33-42 16,15-43-171-16,12-40-408 16</inkml:trace>
  <inkml:trace contextRef="#ctx0" brushRef="#br0" timeOffset="23922.6">16005 8889 1191 0,'0'0'24'0,"0"0"-12"15,0 0 58-15,0 0 3 16,-79 212-40-16,24-31 34 15,-8 38-22-15,-6 11-20 16,-4 15-13-16,-9-3-12 16,-3-9-2-16,7-15-55 15,9-23-99-15,5-20-80 0,-2-29-154 16</inkml:trace>
  <inkml:trace contextRef="#ctx0" brushRef="#br0" timeOffset="24955.01">14819 8676 1099 0,'0'0'7'15,"0"0"34"-15,0 0 94 16,0 0-90-16,-129 185-17 16,36-8 28-16,-16 42 9 15,-7 35-20-15,-2 20-28 16,-7 7-16-16,2 0-1 16,9-15-11-16,19-29-102 15,21-28-42-15,29-39-74 0,21-37-340 16</inkml:trace>
  <inkml:trace contextRef="#ctx0" brushRef="#br0" timeOffset="27432.62">11847 8424 1068 0,'0'0'1'15,"32"-123"8"-15,-26 91 90 16,-4 14 6-16,-2 12 18 16,0 6-52-16,0 2-71 15,-11 51 4-15,-18 47-4 16,-16 47 3-16,-13 44 5 15,-15 33-2-15,-23 8-3 16,-18 9-3-16,-15-2 0 0,-10-4-4 16,-2-6 1-1,12-12-10-15,15-19-76 0,29-25-72 16,25-29-53-16,24-36-186 16</inkml:trace>
  <inkml:trace contextRef="#ctx0" brushRef="#br0" timeOffset="28234.22">17767 8775 1196 0,'0'0'12'16,"0"0"16"-16,0 0 70 0,0 0 9 15,0 0-50-15,0 0-46 16,-69 238 6 0,5-35 14-16,-15 34-7 0,-14 9-19 15,-5 5-5-15,4-11-11 0,9-15-79 16,14-16-98-16,16-29-42 15,3-20-265-15</inkml:trace>
  <inkml:trace contextRef="#ctx0" brushRef="#br0" timeOffset="29932.38">2576 11895 1408 0,'0'0'0'16,"0"0"-12"-16,58 121 12 15,-20-59 10-15,1-8-5 16,11-8-3-16,-1-10-2 15,-4-11 3-15,-7-12-3 16,-7-13-8-16,-7 0-3 16,-3-13 10-16,-8-20 1 0,-7-9 5 15,-6-8 5 1,0-6 6-16,-8-3 2 0,-9 15 5 16,7 11 22-16,3 22 24 15,5 8 14-15,2 3-30 16,0 0-15-16,0 0-23 15,4 35-14-15,23 15-1 16,9 16 1-16,1 1 0 16,-1 1-1-16,-1 2-15 15,2 0-62-15,-4-10-63 16,-7-15-59-16,-6-22-14 16,-6-14-15-16,-9-9-57 15,-5-21-71-15,0-23 262 16,-12-12 94-16,-15-4 112 15,3-4 121-15,4 2-46 16,9 0-77-16,11 1 38 0,0 7-54 16,11 4-6-16,18 14 1 15,2 16-40-15,5 20-29 16,3 8-1-16,0 36-9 16,-1 14-2-16,-7 7-6 15,-13-6 2-15,-9-5 0 16,-9-11 8-16,0-14 30 15,0-12-2-15,0-9-14 16,0-8-17-16,0 0 4 16,14-13-10-16,14-20-3 15,9-15 0-15,4-6-7 0,-5-2-72 16,-3 6-55-16,-6 13-70 16,-14 20-229-16</inkml:trace>
  <inkml:trace contextRef="#ctx0" brushRef="#br0" timeOffset="30357.1">3154 13168 321 0,'0'0'815'0,"0"0"-811"16,0 0 43-16,0 0 62 15,0 0-80-15,-90-122-13 16,130 52-10-16,10 12 0 15,0 23 9-15,2 30-8 16,-4 5-4 0,0 44 4-16,-6 20-1 0,-9 8-4 15,-11 3 1-15,-11-12-1 16,-5-11 0-16,-6-17-1 16,0-20 7-16,4-11 7 15,7-4-2-15,13-18-3 0,14-19-5 16,11-10 1-16,-1 3-6 31,7 6-1-31,-4 9 1 0,-2 8 5 0,-9 11 21 16,-11 6 0-16,-14 4-20 15,-8 0 0-15,-7 16 0 16,0 14-6-16,0 3-11 16,-4 0-92-16,-7-5-42 15,-1-4-22-15,3-9-115 16,-8-9-157-16</inkml:trace>
  <inkml:trace contextRef="#ctx0" brushRef="#br0" timeOffset="30483.21">3682 13072 666 0,'0'0'84'0,"-16"-125"28"15,16 47 52-15,0-13-60 16,13-16 25-16,13-9-62 31,11-5-6-31,-5 9-43 0,0 20-18 0,-7 26-33 16,-10 31-85-16,-11 35-77 15,-4 11-291-15</inkml:trace>
  <inkml:trace contextRef="#ctx0" brushRef="#br0" timeOffset="30767.26">2993 14332 1080 0,'0'0'5'0,"-125"127"4"16,108-106 87-16,17-21 2 31,58-54 26-31,48-43-77 16,54-45-1-16,56-33 8 0,43-31-11 16,37-27-1-1,23 1-19-15,0-1-12 0,-10 22 0 16,-16 23-9-16,-42 30 1 15,-48 34-3-15,-58 36-51 16,-63 39-98-16,-53 33-47 16,-29 16-45-16,-58 40-580 15</inkml:trace>
  <inkml:trace contextRef="#ctx0" brushRef="#br0" timeOffset="31921.27">19788 9713 771 0,'0'0'271'0,"0"0"-241"16,0 0 92-16,5-114 27 16,-14 106-23-16,-9 2-86 15,-9 6-6-15,-4 0-15 16,-3 24-2-16,-3 29-8 16,3 16 7-16,9 13 1 15,5 4 3-15,16 1-14 16,4-3 1-16,2-8-5 15,29-11 1 1,9-19-1-16,14-16 0 16,6-16 1-16,5-10 1 0,-3-4-3 0,-2-4 0 15,-10-22 1-15,-8-5-1 16,-13-5 0-16,-13-4 1 16,-14 3 2-16,-2-1-2 15,-16 9 5-15,-22 11 4 16,-11 10 0-16,-9 8 2 15,-4 0-4-15,2 11-7 16,11 10-2-16,13 5-8 16,18 0-21-16,18 5-73 15,0-2-115 1,29-3-50-16,18-8-190 0</inkml:trace>
  <inkml:trace contextRef="#ctx0" brushRef="#br0" timeOffset="32204.4">20142 9803 1175 0,'0'0'9'15,"45"-106"40"-15,-5 60 22 16,8 8-5-16,8 12 19 16,7 14-35-16,-2 12-11 0,-2 6 1 15,-7 37 9 1,-12 14-15-16,-16 9-11 0,-11 6-10 15,-13-1-2-15,0-2-2 16,-3 2-5-16,-18-7-3 31,-1-5-1-31,1-13-6 16,6-14-38-16,4-10-67 16,6-10-71-16,3-6-56 15,-2-6-88-15,0 0-240 16</inkml:trace>
  <inkml:trace contextRef="#ctx0" brushRef="#br0" timeOffset="32363.79">20300 10167 993 0,'0'0'50'0,"0"0"61"16,0 0-6-16,0 0-35 16,0 0-21-16,118-99-36 15,-39 55-13-15,10-6-34 16,5 0-57-16,-1 4-41 15,-7 4-12-15,-3 3-78 16,-7 5-51-16,-9 0 124 0</inkml:trace>
  <inkml:trace contextRef="#ctx0" brushRef="#br0" timeOffset="32537.42">21232 9631 217 0,'0'0'222'0,"0"0"38"16,0 0-27-16,0 0-31 16,0 0-21-16,0 0-48 15,19-46-64-15,-45 80-21 16,-10 12 8-16,-6 14-11 15,-5 8-25-15,-6 8-11 16,-7 4-9-16,2 1-7 16,2-1-75-16,11-9-101 0,10-15-89 15,6-19-180 1</inkml:trace>
  <inkml:trace contextRef="#ctx0" brushRef="#br0" timeOffset="32725.31">20925 9747 1303 0,'0'0'54'0,"0"0"35"15,0 0-23-15,0 0 10 16,0 0 18-16,93 122-52 16,-55-75-25-16,2-4-15 15,-5 2-2-15,-1 1-33 0,-5-3-127 16,-7-8-235-16,-1-1-529 15</inkml:trace>
  <inkml:trace contextRef="#ctx0" brushRef="#br0" timeOffset="33040.15">21619 9781 1295 0,'0'0'2'15,"0"0"-1"-15,0 0 11 16,0 0 26-16,114-88 11 16,-76 116-20-16,-3 25 16 15,-10 9-4-15,-18 9-29 16,-7 8-2-16,-15 1-3 16,-24-3 5-16,-10-9 5 15,-2-12 8-15,-5-16 5 16,12-13 15-16,13-10-13 15,12-9-1-15,19-8-14 16,3 0-8-16,37 0-8 0,23-16-1 16,14-12-49-1,10-8-102-15,0-5-134 0,-4-1-160 16</inkml:trace>
  <inkml:trace contextRef="#ctx0" brushRef="#br0" timeOffset="33244.75">22355 10068 1248 0,'0'0'31'0,"0"0"101"0,0 0-14 16,0 0-62-16,0 0-20 0,0 0-10 16,8 10-4-16,33-10-12 15,1-6-10-15,-2-6-4 16,-5 1-47-16,-10 2-55 15,-11 7-76-15,-12 2-61 16,-2 0-153-16</inkml:trace>
  <inkml:trace contextRef="#ctx0" brushRef="#br0" timeOffset="33402.28">22307 10331 779 0,'0'0'177'0,"0"0"-6"15,0 0-21-15,0 0-7 0,0 0-34 16,0 0-43-16,77 76-28 15,-21-101-23-15,2-4-15 16,-8-3 0-16,-7 2-58 16,-16-3-126-16,-16 6-206 15</inkml:trace>
  <inkml:trace contextRef="#ctx0" brushRef="#br0" timeOffset="37321.71">22957 9631 1048 0,'0'0'28'15,"0"0"65"-15,0 0 64 16,0 0 17-16,0 0-57 16,0 0-44-16,-18-55-26 15,15 58-21-15,3 36-11 16,0 18-1-16,0 17 14 15,0 1 0-15,0-5-12 16,11-7-8-16,3-2-4 16,-1-1 1-16,1-6-5 15,-1-4-6-15,0-7-45 16,3-11-61-16,4-13-83 16,8-11-140-16,4-8-226 0</inkml:trace>
  <inkml:trace contextRef="#ctx0" brushRef="#br0" timeOffset="37763.32">23364 9787 1127 0,'0'0'17'0,"0"0"35"16,0 0 61-16,0 0-32 15,0 0-14-15,-60-111-34 16,91 94-27-16,13 3-3 0,1 6 0 15,-3 6-3 1,-4 2 0-16,-11 6 0 0,-4 24 0 16,-11 11 6-16,-9 4-3 15,-3 4-3-15,-9-1 2 16,-18-3 2 0,-4-10-3-16,4-6 0 0,10-8 3 15,8-6-3-15,9-4-2 16,0 3-1-1,13 2-1-15,20 4 3 0,12-2 0 16,0 0 0-16,-3 0 0 16,-4 5 0-16,-9-4 0 15,-7 3 3-15,-10-1 11 0,-10-8 18 16,-2 4 24-16,-8-2 6 16,-25 3-29-16,-13 1-3 15,-14-1-8-15,-3-4-9 16,7-2-13-16,3-6 0 15,13-6 0-15,11 0-72 16,8-16-89 0,21-25-147-16,0-15-210 0</inkml:trace>
  <inkml:trace contextRef="#ctx0" brushRef="#br0" timeOffset="38155.11">23745 9597 1196 0,'0'0'37'0,"0"0"66"0,0 0 45 16,0 0-59-16,0 0-49 16,0 0-30-16,14 32-7 15,3 20 4-15,6 6 4 16,1-5-6-16,3-12-4 16,1-2-1-16,-1-12 1 15,-2-10 1-15,0-7-2 16,-3-6 0-16,-2-4 1 0,0 0 2 15,2-24 0-15,-2-10 0 16,0-6 2-16,-5 0-3 16,-3 1-1-16,-3 11 0 15,-5 10 2-15,-3 10-1 16,-1 8 5 0,0 0 19-16,0 25-8 0,0 34-15 15,0 27 18-15,0 17 12 16,0 1-16-16,0-8-15 15,0-10 0-15,0-6-2 16,-14-9-9-16,-11-4-92 16,-8-8-200-16,-5-12-354 15</inkml:trace>
  <inkml:trace contextRef="#ctx0" brushRef="#br0" timeOffset="39838.37">5791 11816 527 0,'0'0'352'0,"0"0"-331"15,0 0 108-15,0 0-23 16,0 0-34-16,0 0 12 16,0 0-20-16,-77-59-30 15,77 59-11-15,0 30-10 16,0 26 0-16,4 15 43 16,11 10-11-16,-3-7-14 15,-1-7-6-15,-5-9-1 16,-3-16-11-16,1-12 1 15,-4-10-10-15,0-10-2 0,3-6-2 32,-1-4-3-32,0 0-3 0,0 0-30 0,0 0-26 15,0 0-15-15,3-10-5 16,-3-16-35-16,0-10-5 16,2-8-39-16,4-3-98 15,1 6-252-15</inkml:trace>
  <inkml:trace contextRef="#ctx0" brushRef="#br0" timeOffset="40408.08">5870 11744 1010 0,'0'0'3'0,"0"0"4"31,0 0 41-31,0 0-12 0,-119 63 3 0,101-17-5 15,5 10-3-15,1 6-5 16,4 6-3-16,6 7 6 16,2 5-3-16,0 6-1 15,0-2-7-15,8 0 6 16,15-11-9 0,6-10-10-16,4-12-1 0,7-15-4 0,2-14 0 15,3-16 0-15,2-6 2 16,0-2 3-16,-1-26-1 15,-5-10 0-15,-8-6-1 16,-8-2 0-16,-12-2-2 16,-10 3 5-16,-3 5-4 15,-3 0-2-15,-23 9 3 16,-11 4-2-16,0 11 1 16,1 12 0-16,1 4-2 15,8 0-6 1,4 12-2-1,8 0 5-15,9-4-1 0,6-2-7 16,0-4 1-16,0-2-32 16,21 0 8-16,6 0 31 15,4-4-2-15,3-10 1 16,-3 4 4-16,0 4-1 16,-2 6 3-16,0 1-2 15,1 36 4-15,-2 13 21 16,-4 14 9-16,-6 7-9 15,-6-3-6-15,-4-4-3 16,-1-6-4-16,0-8-9 0,0-6-3 16,1-8 0-1,3-6-14-15,5-9-95 0,7-9-66 16,-2-12-64-16,4-2-101 16</inkml:trace>
  <inkml:trace contextRef="#ctx0" brushRef="#br0" timeOffset="40849.37">6460 12108 794 0,'0'0'61'15,"0"0"8"-15,0 0 101 0,0 0-22 16,0 0-42 0,0 0-56-16,-42-19-47 0,42 88 3 15,10 13 12-15,8 4 2 16,-2-2-9-16,-7-5-5 15,-3-13-2-15,-3-14-3 16,-1-18-1-16,0-14 0 16,-2-12-2-16,3-8-2 15,-1 0-16-15,-2-10-3 16,0-33 23-16,0-20 0 16,-16-22 0-16,-1-11-1 15,5-2-2-15,5 2 2 0,7 11-1 16,0 17 2-16,9 19 2 15,13 18 14-15,-1 17 11 16,-1 14-10-16,16 20-4 16,-1 35 9-16,7 12-4 15,-4 12-10-15,-7 5-3 16,-6 2-4-16,-9 4-1 16,-8-1 0-16,-3-12-3 15,-5-10-53-15,0-13-60 16,0-12-36-16,0-17-86 15,-9-12-140-15</inkml:trace>
  <inkml:trace contextRef="#ctx0" brushRef="#br0" timeOffset="41008.11">6533 12559 752 0,'0'0'24'16,"0"0"103"-16,0 0 46 15,0 0-77-15,0 0-44 16,0 0-45-16,43-73-7 15,5 51-7-15,8-2-112 16,0-2-161-16,-4-1-196 0</inkml:trace>
  <inkml:trace contextRef="#ctx0" brushRef="#br0" timeOffset="41526.98">6944 12037 977 0,'0'0'28'16,"0"0"61"-16,0 0 120 15,0 0-61-15,0 0-79 16,0 0-50-16,-23 46-18 16,46 23 5-16,-2 7 5 15,1 4-5-15,-5 3-2 0,-9 1-3 16,-3-8-1-16,-5-12-4 16,0-18-25-16,0-18-60 15,0-14-37-15,0-14 41 16,0 0 15-16,-11-31 19 15,-12-20-17-15,-1-17 60 16,3-13 8-16,6-2 1 16,9-2 3-16,6 5 18 15,0 8 2-15,21 9 3 16,10 9 26-16,4 18 0 0,-2 12-23 16,-2 21-25-1,3 3-2-15,-3 36-2 0,-6 15 7 16,-8 9-8-16,-17 8 1 15,0 3 2-15,-13-3-1 16,-16-5 3-16,0-12-5 16,0-8 0-16,2-14 0 15,9-10 4-15,3-11-4 16,4-6 2-16,8-2 1 16,1 0 6-16,2 0-3 15,0 0-3 1,0 0 2-16,16 0 2 0,19 0 13 15,17 7 30-15,8 14-35 0,2 1-10 16,1-2-5-16,1 0-5 16,-2-4-72-16,1-2-163 15,-5-4-377-15</inkml:trace>
  <inkml:trace contextRef="#ctx0" brushRef="#br0" timeOffset="41747.33">7578 12169 1198 0,'0'0'7'0,"0"0"25"0,0 0 151 16,0 0-88-16,0 0-41 16,0 0-35-16,-33 40-19 15,66 25 4-15,2 8 0 16,2 4-4-16,-4-3-2 15,-4-1-6-15,-3-3-105 16,-1-10-114 0,-9-14-164-16</inkml:trace>
  <inkml:trace contextRef="#ctx0" brushRef="#br0" timeOffset="42346">7856 12184 1164 0,'0'0'88'16,"0"0"-84"0,0 0 47-16,0 0 39 0,0 0-69 15,0 0-17-15,-17 69-4 16,41 0 3-16,1 3-2 16,-7-5 2-16,-9-6-3 15,-5-8 0 1,-4-19 2-16,0-12-2 0,0-12-4 0,0-10 1 15,0 0-3-15,-4-30-1 16,-12-22-15-16,0-14 20 16,3-11 2-16,6 1 0 15,7 8 0-15,0 10 0 16,7 12-1 0,17 14 2-16,5 11 6 0,4 20 8 15,8 1 2-15,1 26-8 16,1 21-2-16,-5 10-5 15,-9 5-2-15,-14 0 0 0,-5-8 0 16,-6-12-6-16,-4-13 5 16,0-15 1-16,0-10-4 15,0-4-10-15,0 0-2 16,0-33-9-16,0-14 15 16,0-20-7-16,0-7-17 15,0 4 4 1,0 6 20-1,21 10 3-15,8 16 7 16,7 13 0-16,0 17 15 16,2 8 27-16,0 25 37 0,-3 27-41 15,-6 12-10-15,-10 5-2 16,-11 6 0-16,-8-2-14 16,0-4-11-16,0-5-1 15,-2-8-17-15,-4-12-136 16,3-7-95-16,3-17-212 15</inkml:trace>
  <inkml:trace contextRef="#ctx0" brushRef="#br0" timeOffset="42741.92">8772 12028 1214 0,'0'0'11'0,"0"0"30"15,0 0 13-15,-49 122 11 16,65-58 19-16,20 6-51 16,-3 4-30-16,-6 1 2 15,-17-5-4-15,-10-4 0 16,0-13-1-16,-2-10-16 16,-10-13-12-16,-7-16-14 0,0-14-2 15,-8 0-9-15,-4-38-9 16,-3-28 26-16,3-23 13 15,4-15 3-15,9-4 8 16,14 10-12-16,4 18 24 16,6 23 13-16,26 21 28 15,10 17 18-15,13 14 22 16,13 5 9-16,7 26-10 16,-2 22-30-16,-12 6-22 15,-16 11-18-15,-14 3-7 16,-14 3-3-16,-9 4 0 0,-8-2-39 15,0-9-65-15,0-10-75 16,-12-12-31-16,-3-16-273 16</inkml:trace>
  <inkml:trace contextRef="#ctx0" brushRef="#br0" timeOffset="42915.9">8772 12581 244 0,'0'0'947'0,"0"0"-942"16,0 0-5-16,0 0 20 16,152-95-5-16,-81 42-15 15,5-2-27-15,-3 10-183 16,-4 6-513-16</inkml:trace>
  <inkml:trace contextRef="#ctx0" brushRef="#br0" timeOffset="43167.84">9568 12403 76 0,'0'0'1203'0,"0"0"-1198"16,0 0 25-16,0 0 58 16,0 0-13-16,0 0-1 15,102 19-14-15,-10-43-42 16,-3-4-10-16,-6-3-3 15,-12 0-3-15,-13 6-2 16,-14 4-17-16,-13 6-71 16,-15 8-10-16,-16-1-245 15,0 4-23 1,-23-8-203-16</inkml:trace>
  <inkml:trace contextRef="#ctx0" brushRef="#br0" timeOffset="43325.64">9922 12041 880 0,'0'0'80'0,"0"0"48"15,0 0-33-15,0 0-24 16,0 0 61-16,0 0-19 16,98 125-40-16,-64-75-15 15,-8 4-26-15,-6 6-19 16,-13 10-11-16,-7 5-2 16,0 3-50-16,-27 4-135 0,-9-8-157 15,-3-8-676-15</inkml:trace>
  <inkml:trace contextRef="#ctx0" brushRef="#br0" timeOffset="43939.03">10310 12584 1075 0,'0'0'18'0,"0"0"45"15,0 0-9-15,9-127 3 16,36 80 35-16,7 7-7 16,6 16-50-16,0 24-3 15,1 6-16-15,1 50-14 16,-4 25 10-16,-6 13-7 15,-11 10-2-15,-18-4 0 16,-13-1 2-16,-8-9-3 16,0-16 0-16,-8-12-2 15,-2-16 0-15,5-11-2 16,5-10-89-16,0-10-135 16,21-15-174-16</inkml:trace>
  <inkml:trace contextRef="#ctx0" brushRef="#br0" timeOffset="44162.4">11471 12406 1282 0,'0'0'6'16,"0"0"69"-16,0 0 44 0,0 0-77 15,0 0-20-15,-76 121-5 16,61-33-3-16,-8 12-3 15,-4 0-6-15,-6 3-3 16,-3-9-2-16,5-12-16 16,4-18-67-16,5-15-118 15,9-20-49-15,1-17-233 16</inkml:trace>
  <inkml:trace contextRef="#ctx0" brushRef="#br0" timeOffset="44352.25">11145 12779 696 0,'0'0'408'0,"0"0"-329"16,0 0 41-16,0 0-44 15,0 0 48-15,118 82-79 16,-66-37-32-16,-3-1-10 16,0-3-3-16,-1 2-6 15,-2-1-46-15,-5-6-143 16,-8-8-61-16,-3-10-358 15</inkml:trace>
  <inkml:trace contextRef="#ctx0" brushRef="#br0" timeOffset="44808.2">10947 13080 1070 0,'0'0'20'0,"0"0"34"0,0 0 0 16,0 0 30-16,154-33 26 15,-68 2-42-15,13-7-38 16,3-6 19-16,-6 4-16 16,-13 4-22-16,-17 7-9 15,-19 11-2-15,-20 6-13 16,-16 6-74-16,-11 2-111 16,0 2-45-16,-31 0-318 15</inkml:trace>
  <inkml:trace contextRef="#ctx0" brushRef="#br0" timeOffset="45045.91">11274 12486 960 0,'0'0'33'0,"0"0"116"16,0 0 13-16,0 0-46 16,0 0-25-1,0 0-57-15,21 157 19 16,-1-39 3-16,-7 15-28 0,-9 1-15 15,-4 4-5-15,0-3-5 0,0-11-3 16,3-14-2-16,1-22-15 16,5-24-61-16,-2-21-45 15,2-21-91-15,-3-22-18 16,-4 0-241-16</inkml:trace>
  <inkml:trace contextRef="#ctx0" brushRef="#br0" timeOffset="45268.49">11089 13212 877 0,'0'0'121'0,"0"0"-74"0,0 0 59 31,0 0-50-31,0 0 8 0,0 0 62 0,183-76-73 16,-94 37-16-16,5-8-4 31,-3-7-8-31,-8 5-15 15,-16 5-10-15,-16 10-2 16,-17 11-65-16,-17 5-72 16,-17 4-119-16,-2 2-289 0</inkml:trace>
  <inkml:trace contextRef="#ctx0" brushRef="#br0" timeOffset="45487.53">11306 12446 1012 0,'0'0'48'16,"0"0"19"-16,0 0 81 16,0 0-64-16,-11 107 9 15,13-9-1-15,13 22-31 16,-1 9-15-16,-3-1-21 0,-5 0-18 16,4-4-4-1,1-13-3-15,-1-11-3 16,4-14-20-16,-3-19-92 0,-1-17-108 15,-2-22-54-15,-6-20-292 16</inkml:trace>
  <inkml:trace contextRef="#ctx0" brushRef="#br0" timeOffset="45724.88">10913 13146 1006 0,'0'0'14'0,"0"0"-5"16,0 0 36-16,0 0 38 16,141-19 16-16,-50-30-15 15,11-9-31-15,8-9-4 16,-8-3 3-16,-13 10-16 16,-18 10-17-16,-19 12-19 15,-23 14-4-15,-20 8-68 16,-9 8-116-16,-13 6-131 0,-27 2-419 15</inkml:trace>
  <inkml:trace contextRef="#ctx0" brushRef="#br0" timeOffset="45929.59">11199 12434 870 0,'0'0'117'15,"0"0"36"-15,0 0 3 16,0 0-45-16,0 0-48 15,-10 113-40-15,29-1 23 16,8 25 4-16,1 7-26 16,2 5-15-16,-6-2-8 0,0-2-1 15,5-12-33-15,2-21-116 16,-2-18-94-16,-2-25-163 16</inkml:trace>
  <inkml:trace contextRef="#ctx0" brushRef="#br0" timeOffset="46653.51">12201 12689 192 0,'0'0'576'0,"0"0"-504"16,-2-106 126-16,2 80-51 15,0 10-9 1,0 9 22-16,0 7-74 0,2 0-36 0,12 38-12 16,5 25-22-1,10 18 10-15,-2 5-19 0,-4-9-1 16,-5-10-6-16,-3-11 1 16,-6-17 1-16,-5-14-2 15,-1-15 0-15,-3-6 0 16,0-4 0-16,0 0 0 15,0-18 0-15,-3-26-2 16,-18-16-2-16,-4-15 3 16,2-5-2-16,4-2-4 0,5 12 6 15,3 20 2-15,5 20-1 16,3 20 1-16,3 10 4 16,0 14-4-16,0 44 3 15,24 23-1-15,10 14 2 16,4-7 2-16,-2-9-6 15,1-11-1-15,3-10-5 16,1-6-38-16,-1-13-117 16,2-11-100-16,1-16-89 15,1-12-452 1</inkml:trace>
  <inkml:trace contextRef="#ctx0" brushRef="#br0" timeOffset="46860.28">12863 13028 1169 0,'0'0'56'0,"0"0"14"16,0 0 19-16,0 0-29 15,0 0 23-15,138-84-22 16,-55 59-42-16,2 2-11 16,-10 3-5-16,-13 2-3 0,-14 7-2 15,-19 5-13-15,-16 6-83 16,-13 0-110-16,0 0-66 31,-16 12-155-31</inkml:trace>
  <inkml:trace contextRef="#ctx0" brushRef="#br0" timeOffset="47065.34">13144 12641 385 0,'0'0'516'0,"0"0"-382"16,0 0 60-16,0 0-30 15,0 0-45-15,0 0-61 16,-4 117 39-16,28-34-37 16,2 4-18-16,-1-5-23 15,0-1-15-15,-3-4-4 16,0-2-3-16,-2 1-61 16,1-2-148-16,-13-8-254 15</inkml:trace>
  <inkml:trace contextRef="#ctx0" brushRef="#br0" timeOffset="47553.09">13647 12607 345 0,'0'0'404'0,"0"0"-357"16,0 0 107-16,-25-106-16 16,23 94 4-16,2 7-29 15,0 4 0-15,0 1-52 16,0 6-15-16,0 33-19 16,0 28-1-16,8 15 26 15,9 10-23-15,-1-5-8 0,-3-6 4 16,-2-6-12-16,-2-13-4 15,-2-9-4-15,-2-14-2 16,-1-12-2-16,-4-6-1 16,0-7-2-16,0-6-6 15,2-4-52-15,0-4-56 16,5-4-79-16,-2-32-123 16,3-11-469-16</inkml:trace>
  <inkml:trace contextRef="#ctx0" brushRef="#br0" timeOffset="48229.59">14154 12758 794 0,'0'0'94'0,"0"0"71"16,0 0-34-16,-8-133-63 15,-7 101-2-15,-5 8-17 16,0 8-9-16,-5 7-8 15,3 9-9-15,-3 3-17 16,-2 25-2-16,6 11-4 16,0 2 0-16,11 7 0 15,10 2 0-15,2 0 1 16,35 0 0-16,15 0 0 16,8-1-1-1,7 1 0-15,-5 0 0 0,-4-5-1 0,-14-2 1 16,-19-5 1-16,-18-2 1 15,-7-6-2-15,-16-2 0 16,-19-7 1-16,-8-9-1 16,3-8 3-16,0-4 1 15,4-7 17-15,3-26 9 16,6-9-15-16,9-13-4 16,16-7-11-1,2-1 0-15,23-2-15 0,21 2-85 16,16 12-100-16,7 2-70 15,4 11-420-15</inkml:trace>
  <inkml:trace contextRef="#ctx0" brushRef="#br0" timeOffset="48482.49">14661 13006 981 0,'0'0'85'0,"0"0"-68"15,0 0 80 1,0 0-22-16,0 0-15 0,0 0 36 16,176 98-30-16,-100-98-14 15,-2 0-21-15,-3-7-13 16,-11-6-7-16,-9 3-7 16,-11-2-4-16,-11 2-4 15,-10-1-38-15,-9 3-63 16,-5-3-99-16,-5 1-98 15,0-5-243-15</inkml:trace>
  <inkml:trace contextRef="#ctx0" brushRef="#br0" timeOffset="48688.24">14991 12737 894 0,'0'0'104'0,"0"0"25"0,0 0 10 0,0 0-1 16,0 0-28-16,-33 160-22 31,33-81-40-31,2-1-23 0,4-2-20 0,-1 1-4 16,-1-6-1-16,-2 2-28 15,1-3-111-15,-3-8-164 32,0-12-360-32</inkml:trace>
  <inkml:trace contextRef="#ctx0" brushRef="#br0" timeOffset="49318.12">15775 12785 621 0,'0'0'198'16,"0"0"-33"-16,2-138-47 16,-6 92-24-16,-21 4-4 15,-6 8 9-15,-5 10-35 16,-3 12-16-16,1 12-26 16,-5 1-3-16,5 34-12 15,2 11-2-15,10 10-3 16,9 2-2-16,15-2-1 15,2-4 0-15,12-8-1 16,20-9-1-16,5-13-2 16,8-8-10-16,2-14 0 0,0 0 13 15,-1-18-3 1,-3-16 5-16,-5-1 2 0,-9 3 0 16,-8 9 1-16,-9 13 8 15,-7 7 13-15,-4 6 30 16,4 44-20-16,-1 28 14 15,4 17 4-15,-6 0-18 16,0-6-25-16,2-6-4 16,3-7-5-16,4-5-1 15,2-8-11-15,7-17-65 16,3-7-80-16,1-19-121 16,5-13-110-16,-2-4-348 0</inkml:trace>
  <inkml:trace contextRef="#ctx0" brushRef="#br0" timeOffset="49521.71">16190 13174 1107 0,'0'0'42'16,"0"0"39"-16,0 0-1 16,122 0 19-16,-55 0-10 15,8 0-48-15,2-3-28 16,-2-12-5-16,-7-1-6 0,-11 0-2 15,-14 2-4-15,-16 6-47 16,-15 2-83-16,-12 1-56 16,0 4-151-16</inkml:trace>
  <inkml:trace contextRef="#ctx0" brushRef="#br0" timeOffset="49709.93">16500 12841 1021 0,'0'0'79'0,"0"0"75"0,0 0-5 16,0 0-41 0,0 0 7-16,-21 137-38 0,21-75-19 15,14-2-23-15,-1 0-16 16,3-2-16-16,-3-4-3 16,1 2-5-16,1-3-27 15,-2-5-70-15,-1-6-137 16,-4-14-191-16</inkml:trace>
  <inkml:trace contextRef="#ctx0" brushRef="#br0" timeOffset="50008.85">17319 12773 369 0,'0'0'276'0,"0"0"-121"16,-129-96 51-16,109 78-70 15,9 10 11-15,6 4 5 16,5 4-62-16,0 18-58 16,14 28 1-16,12 22 55 15,-1 9-35-15,-3 3-17 16,-3-6-29-1,-6-4-4-15,-3-6-3 0,0-12 0 0,-1-9-19 16,1-11-75-16,9-14-125 16,3-13-117-16,4-5-223 15</inkml:trace>
  <inkml:trace contextRef="#ctx0" brushRef="#br0" timeOffset="50419.46">17518 12850 1096 0,'0'0'16'0,"0"0"-10"16,42-103 29-16,-9 67 14 0,6 2 10 16,5 6-10-16,-4 12-25 15,-4 14 9-15,-12 2-22 16,-10 33-6-16,-12 14 5 16,-2 13-2-16,-16 6-5 15,-18-1 1-15,-5-5-3 16,0-10 3-16,11-15-3 15,4-10 0-15,15-14 1 16,9-8-2-16,0 0-6 16,8-3-11-1,26 2 14-15,3 3 2 0,8 7 1 0,2 7 0 16,0 4 4-16,-3 7-3 16,-11 1 11-16,-14-3 39 15,-19 2 18-15,0-2-8 16,-38 0-8-16,-16-2-9 15,-13-2-23-15,1-8-9 16,-4-8-11-16,8-8 2 16,7 0-3-16,3-14-39 15,15-19-95-15,7-12-167 16,14-11-734-16</inkml:trace>
  <inkml:trace contextRef="#ctx0" brushRef="#br0" timeOffset="50755.01">18282 13194 1035 0,'0'0'151'16,"0"0"-104"-16,0 0 35 16,0 0-59-16,0 0 64 15,144 0 5-15,-65-1-53 16,8-9-12-16,2-2 5 16,-7-3-18-16,-8-1-12 15,-16-2 5-15,-16 2-7 16,-17 1-24-16,-17 4-107 0,-8-3-117 15,-6 0-253-15</inkml:trace>
  <inkml:trace contextRef="#ctx0" brushRef="#br0" timeOffset="50955.32">18656 12832 993 0,'0'0'75'15,"0"0"44"-15,0 0 44 16,0 121-12-16,5-48-27 0,15 7-44 16,5 0-11-16,1-5-38 15,-6-2-23-15,3-6-8 16,-4-4-2-16,3-13-51 16,5-17-99-16,2-11-189 15,0-22-276-15</inkml:trace>
  <inkml:trace contextRef="#ctx0" brushRef="#br0" timeOffset="51161.98">19356 12609 1261 0,'0'0'14'0,"0"0"20"0,0 0 38 16,0 0-17-16,0 157 45 15,0-80-20-15,4-1-48 16,7-4-17-16,-2-7-11 16,-2-5-4-16,-2-10-12 15,-1-8-98-15,0-7-166 16,-2-16-237-16</inkml:trace>
  <inkml:trace contextRef="#ctx0" brushRef="#br0" timeOffset="51459.09">20187 13315 1234 0,'0'0'51'0,"0"0"32"16,0 0-26-16,0 0-50 16,0 0 46-16,142 0 6 0,-66 0-40 15,4 0-12-15,-8-8-3 16,-5-5-1-16,-17 2-2 16,-9-6-1-16,-14 8-14 15,-16-1-101-15,-11 3-104 16,0 6-39-16,-29 1-192 15</inkml:trace>
  <inkml:trace contextRef="#ctx0" brushRef="#br0" timeOffset="51633.66">20441 13393 217 0,'0'0'556'0,"0"0"-357"16,0 0-58-16,-33 121-37 16,60-100-44-16,12-10 19 15,13-10-16-15,8-1-45 16,2-6-15-16,1-20-3 15,-6-6-64-15,-12 0-34 16,-14 0-48-16,-20 4-88 16,-11 3-431-16</inkml:trace>
  <inkml:trace contextRef="#ctx0" brushRef="#br0" timeOffset="52153.11">16983 11662 1209 0,'0'0'1'16,"0"0"3"-16,-128 172 6 16,64 8 21-16,-5 50 42 15,-4 30 10-15,-6 19-54 16,-12 8-17-16,-13-10-11 15,-12-13 1-15,4-23-2 16,18-32-6-16,30-39-51 0,33-36-68 16,29-40-88-16,2-41-475 15</inkml:trace>
  <inkml:trace contextRef="#ctx0" brushRef="#br0" timeOffset="52451.8">19788 11518 1304 0,'0'0'1'0,"0"0"5"16,-82 186 19-16,17-37 28 16,-20 29 4-16,-17 15-23 15,-23 14-23-15,-22 9-11 16,-25-2-2-16,-17-1-70 16,-5-7-117-16,1-14-177 15</inkml:trace>
  <inkml:trace contextRef="#ctx0" brushRef="#br0" timeOffset="53787.97">5841 15414 1233 0,'0'0'7'15,"0"0"25"-15,0 0 19 16,0 0-20-16,0 0 26 16,0 0-33-16,62 74 6 15,-4-5 12-15,-7-2-21 16,-6 8-3-16,-10-3-11 15,-8-1-3-15,-2-11-4 16,-10-8-4-16,1-16-59 16,-1-10-87-16,5-8-41 15,-2-18-75-15,0 0-96 0</inkml:trace>
  <inkml:trace contextRef="#ctx0" brushRef="#br0" timeOffset="54134.68">6199 15584 486 0,'0'0'82'15,"-34"-104"68"-15,26 65-5 16,3 21-1-16,1 9-29 16,2 9-15-16,2 0-31 15,0 26-48-15,17 24-15 16,21 21 2-16,9 11-2 16,2-4-5-16,2-1 3 0,-2-16-3 15,0-7 0-15,-2-13 0 16,-5-22 1-16,-1-12-2 15,-6-7 2 1,1-12-2-16,-3-25 0 16,-4-13 4-16,-2-15-2 0,-12-2 0 15,-13-9-1-15,-2 0 2 16,-23 0 0-16,-29 5 2 16,-12 12 3-16,-5 20-2 15,-1 21-5-15,5 18-1 0,7 30-25 16,10 36-14-16,10 25-28 15,11 12-85-15,9 4-133 16,10-9-276-16</inkml:trace>
  <inkml:trace contextRef="#ctx0" brushRef="#br0" timeOffset="56243.75">15294 11731 1068 0,'0'0'7'0,"131"-141"-7"0,-79 90 8 15,-10 9 20-15,-4 13 48 16,-9 5 6-16,-2 8-46 16,-7 7 18-16,-3 9 4 15,-3 21-10-15,-6 57 15 0,-8 58 24 16,-8 53-30 0,-50 46-10-16,-31 20-11 0,-21-5-25 15,-12-12-6-15,2-18-5 16,8-14 0-16,19-22-47 15,14-15-36-15,21-23-66 16,16-26-88-16,13-24-90 16</inkml:trace>
  <inkml:trace contextRef="#ctx0" brushRef="#br0" timeOffset="60470.09">16159 11717 579 0,'0'0'37'0,"0"-113"-29"0,-5 67 48 15,-2 8 41 1,0 11 41-16,3 10-52 0,0 7-5 16,0 10 30-16,-3 0-18 15,-9 4-1-15,-20 60-53 16,-19 62-29-16,-21 75 42 15,-23 61 15-15,-16 39-22 16,-21 14-22-16,-20 2-8 16,-9-12 6-16,1-22-1 15,12-27 2-15,20-37-8 0,26-36-11 16,35-32-3-16,28-30-23 16,38-35-10-16,16-30-96 15,54-36-136-15,29-20-197 16</inkml:trace>
  <inkml:trace contextRef="#ctx0" brushRef="#br0" timeOffset="61204.71">19859 11544 910 0,'0'0'60'15,"0"0"32"-15,0 0 50 16,0 0-25-16,0 0-8 15,-143-4-85-15,52 136 29 16,-9 68 25-16,-6 61 3 16,-13 30-16-16,-15-1-34 15,-22-13-13-15,-20-20-14 16,-10-24 0-16,-5-18-4 16,-4-17-26-16,-5-18-71 15,-1-13-124-15,-11-18-123 16,-4-27-330-16</inkml:trace>
  <inkml:trace contextRef="#ctx0" brushRef="#br0" timeOffset="63613.83">6310 16521 932 0,'0'0'15'15,"0"0"67"-15,0 0-13 16,0 0 8-16,0 0-6 16,0 0-25-16,-26-84-8 15,26 76-8-15,-3 6 19 16,3 2 4-16,-2 0-19 0,2 0-7 16,-2 0-7-1,2 0-3-15,0 0-8 0,0 0 2 16,0 0-9-16,0 0 4 15,0 0-6-15,0 0 3 16,0 0 2-16,0 18-3 16,11 24 3-16,18 25 8 15,12 8 16-15,3 9-13 16,5 1 2-16,-3-4-4 16,0-10-4-16,-11-9-2 15,-6-18-4-15,-7-8-4 16,-6-13 0-16,-1-9-4 0,3-14-79 15,5 0-130-15,-2-32-116 16,2-21-329-16</inkml:trace>
  <inkml:trace contextRef="#ctx0" brushRef="#br0" timeOffset="63958.82">6743 16499 1015 0,'0'0'42'0,"0"0"48"16,0 0-27-16,0 0-33 16,-25-120-17-16,50 92 4 0,1 10-6 15,1 14-2-15,-2 4-1 16,-3 18 8-16,-2 18-3 16,-7 12-7-16,-6 6 0 15,-7 0 4-15,0-8-4 16,0-8 0-16,0-13 0 15,0-10-5-15,7-9 2 16,12-6-2-16,16 0 4 16,2 0 7-16,5 0-4 15,-8 8-4-15,-12-2 6 16,-13 10-5-16,-9 11-1 0,0 19 7 16,-15 8-11-16,-23 7-6 15,-7 6-113-15,-7 2-57 16,0-4-21-16,-4-2-248 15</inkml:trace>
  <inkml:trace contextRef="#ctx0" brushRef="#br0" timeOffset="64242.44">6261 18071 881 0,'0'0'50'16,"0"0"74"-16,0 0-44 15,0 0-28-15,0 0-7 16,0 0-21-16,89-48 36 16,12-24 16-16,28-23-4 15,21-13-12-15,16-16-9 16,19-7-9-16,5-1-9 16,-3 6-26-1,-9 11-6-15,-26 15-1 0,-28 16-6 16,-26 22-58-16,-33 22-28 0,-27 18-44 15,-20 22-16-15,-18 0-76 16,-7 22-156-16</inkml:trace>
  <inkml:trace contextRef="#ctx0" brushRef="#br0" timeOffset="64636.55">7505 17794 1132 0,'0'0'6'0,"0"0"38"15,0 0-10-15,-25-113-31 0,56 61 4 16,9 3 25-16,1 21-32 16,-3 15-1-16,1 13 1 15,1 23 0-15,-1 25 6 16,1 10 0-16,-9 5-4 15,-9 4 2 1,-9-4 7-16,-6-6 9 0,-5-7 7 16,-2-9 10-16,0-5 11 0,0-16-5 15,0-10-7 1,0-6 2-16,0-4-21 0,1 0-2 16,14 0-10-16,8 0-2 15,3-16 5-15,8-12-8 16,1-3-2-16,5-18-74 15,5-18-74-15,-5-4-93 16,-5-15-344-16</inkml:trace>
  <inkml:trace contextRef="#ctx0" brushRef="#br0" timeOffset="64969.39">8135 17369 1150 0,'0'0'18'16,"0"0"31"-16,0 0-21 16,0 0-25-16,-22-107 2 15,42 68 1 1,2 17-2-16,-1 12 2 0,-8 10-4 16,0 4 5-16,3 24 10 0,1 16-2 15,3 4 3-15,3-7 0 16,-3-5 20-16,6-13-18 15,7-7-3-15,6-5 0 16,3-4 4-16,-2 3-1 16,-7 4 3-16,-10 8-1 15,-9 13-3-15,-14 11-14 16,0 20-5-16,-10 2 0 16,-14 2-62-16,0-3-9 15,1-17-65-15,3-14-68 16,5-14-304-16</inkml:trace>
  <inkml:trace contextRef="#ctx0" brushRef="#br0" timeOffset="65269.92">8648 18075 1130 0,'0'0'57'0,"0"0"65"16,0 0-53-16,-14-142-30 0,40 79 56 16,8 10-30-16,5 16-15 15,0 15-37-15,-1 22-6 16,5 0-2-16,1 32 1 16,-2 16 3-16,1 1-4 15,-10-3-3-15,-6-6-2 16,-5-8-2-16,-6-6-22 15,-5-3-47-15,-4-6-62 16,-5-3-77-16,-2-6-117 16,0 3-322-16</inkml:trace>
  <inkml:trace contextRef="#ctx0" brushRef="#br0" timeOffset="65411.56">8884 18148 995 0,'0'0'127'0,"0"0"-3"15,0 0-54-15,0 0-3 16,17-103 9-16,33 23-30 16,25-18-32-16,31-15-10 15,23-7-4-15,24-6 0 16,3-13-151-16,-16-7-408 0</inkml:trace>
  <inkml:trace contextRef="#ctx0" brushRef="#br0" timeOffset="66214.56">11536 11292 897 0,'0'0'20'15,"0"0"67"-15,0 0 94 16,0 0-50-16,0 0-26 15,0 0-93-15,-101 172-1 16,10 57 39-16,-10 65-12 16,-12 33-18-16,-13 12-13 15,-7 2-2-15,0-23-3 16,10-19-2-16,20-27-5 16,23-36-28-16,25-34-74 15,17-33-59-15,13-35-106 16,14-31-333-16</inkml:trace>
  <inkml:trace contextRef="#ctx0" brushRef="#br0" timeOffset="67239.08">14490 11516 856 0,'0'0'6'15,"0"0"10"-15,0 0 101 16,0 0-1-16,0 0-6 16,0 0-60-16,-25 155-22 15,-47 52 51-15,-23 48-34 16,-19 24-32-16,-24 2-9 0,-18 4-3 16,-13-2-1-16,-5-13 3 15,4-17-1-15,14-25-2 16,32-29 0-16,40-31-54 15,39-35-68-15,38-31-65 16,7-39-215-16</inkml:trace>
  <inkml:trace contextRef="#ctx0" brushRef="#br0" timeOffset="69429.37">12974 11593 137 0,'0'0'610'0,"0"0"-590"16,0 0 79-16,0 0 13 15,0 0-42-15,0 0-32 0,5 158 25 16,-52-4 17-16,-19 32-41 15,-26 17-13-15,-22 14-14 16,-15 9-5-16,-4-16-2 16,6-9-5-16,22-18 0 15,22-25-3-15,21-18-22 16,24-23-39-16,25-23-74 16,13-26-86-16,0-24-230 15</inkml:trace>
  <inkml:trace contextRef="#ctx0" brushRef="#br0" timeOffset="70284.45">20804 13148 369 0,'0'0'0'0,"0"0"-64"15,0 0 35-15,0 0-65 16</inkml:trace>
  <inkml:trace contextRef="#ctx0" brushRef="#br0" timeOffset="70326.25">20804 13148 18 0,'111'-104'14'15,"-111"101"-14"-15</inkml:trace>
  <inkml:trace contextRef="#ctx0" brushRef="#br0" timeOffset="70911.02">20896 12868 905 0,'0'0'66'15,"0"0"33"1,0 0-2 0,0 0-55-16,0 0 17 15,0 0-21-15,0-7-25 16,2 7-13-16,4 0-1 15,3 21-1-15,5 9 2 16,5 5 0-16,2 7-1 16,3 2-5-16,1 3 2 0,1 1-4 15,3 1-6-15,-4-10-1 16,-7-11-6-16,-5-11 2 16,-4-9 13-16,-4-8 6 15,-2 0 3-15,5 0 8 16,2-12 0-16,2-12-3 15,-1-6-2-15,2-2-3 16,-1-3 1-16,-2-1-2 16,2 4 2-16,-5 4 3 15,-3 10 1-15,-2 10 8 16,-2 6 18-16,0 2 22 16,0 0-12-16,0 0-10 0,0 12-14 15,0 26-10-15,5 18 30 16,5 12 16-16,2-3-25 15,-1-7-11-15,1-8-13 16,-4-1-5-16,1-6-1 16,-3-3-1-16,2-2 0 15,-2-3-26-15,5-6-116 16,7-7-140-16,2-11-125 16</inkml:trace>
  <inkml:trace contextRef="#ctx0" brushRef="#br0" timeOffset="71334.81">21873 13122 1120 0,'0'0'13'16,"0"0"32"-16,-96-128 57 16,52 93-43-16,-7 10-22 15,2 10-6-15,0 14-4 16,5 1-19-16,3 18-8 15,8 16 0-15,10 4-3 0,10 0 1 16,9-1-2 0,4-10-5-16,4-3-6 0,23-10-22 15,4-9-6-15,7-5 4 16,-3 0 28-16,1-12 7 16,-3-7 2-16,-6-3 2 15,0 0 2-15,-5 2 8 16,-1 8 0-16,-4 10 31 15,1 2 25-15,0 32-28 16,4 28 40-16,-4 20-13 16,-7 11-38-16,-2-1-18 15,-7-2 1-15,0-12-10 0,0-8-2 16,1-7-8-16,2-11-82 16,3-14-141-16,7-16-90 15,6-20-401-15</inkml:trace>
  <inkml:trace contextRef="#ctx0" brushRef="#br0" timeOffset="71525.25">22488 12994 1312 0,'0'0'18'0,"0"0"152"0,0 0-73 15,0 0-55-15,0 0-22 16,0 0 3-16,-89 80-13 15,58-27-8-15,0 4-2 16,-1 10-4 0,-1 4-18-16,-5-2-120 0,3-11-102 15,4-16 1-15,2-19-187 16</inkml:trace>
  <inkml:trace contextRef="#ctx0" brushRef="#br0" timeOffset="71713.73">22078 13225 880 0,'0'0'146'0,"0"0"-49"0,0 0 49 16,0 0-29-16,0 0-21 16,0 0-26-16,83-85 2 15,-41 117-20-15,5 10-33 16,0 5-15-16,-2 1-4 16,1 7-3-16,-4-4-41 15,1-2-152-15,-1-11-124 16,-7-19-257-16</inkml:trace>
  <inkml:trace contextRef="#ctx0" brushRef="#br0" timeOffset="72013.42">22745 13130 920 0,'0'0'180'16,"0"0"-142"-16,72-116 37 0,-33 93-13 15,-4 12 1-15,-2 11 8 16,0 0-21-16,-7 22-10 15,-6 17-15-15,-11 16-3 16,-9 7-7-16,-7 7 3 16,-28-3 4-16,-7-4-1 0,-5-8 9 15,2-12-2 1,12-10-10-16,10-13-6 0,15-12-7 16,8-2-5-16,0-5 0 15,31 0 0-15,22-3-4 16,13-19-2-16,9-12-90 15,2-10-66-15,4-12-104 32,4-8-225-32</inkml:trace>
  <inkml:trace contextRef="#ctx0" brushRef="#br0" timeOffset="75878.2">999 6847 1196 0,'0'0'3'0,"-97"109"-3"15,91-99 20 1,14-20 38-16,67-58 17 0,36-36-33 15,43-44-9-15,33-29-14 16,34-28-3-16,22-20 38 16,21-1-14-16,6 4-4 15,-14 14 13-15,-13 33-27 0,-34 24 1 16,-36 39-4 0,-46 33-9-16,-50 29-5 0,-32 26-3 15,-28 14-2-15,-15 10-4 16,-2 0-13-16,0 38-59 15,-6 23-29-15,-9 13-130 16,-9-2-104-16</inkml:trace>
</inkml:ink>
</file>

<file path=ppt/ink/ink1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5.68611" units="1/deg"/>
          <inkml:channelProperty channel="T" name="resolution" value="1" units="1/dev"/>
        </inkml:channelProperties>
      </inkml:inkSource>
      <inkml:timestamp xml:id="ts0" timeString="2023-09-17T05:04:15.232"/>
    </inkml:context>
    <inkml:brush xml:id="br0">
      <inkml:brushProperty name="width" value="0.05292" units="cm"/>
      <inkml:brushProperty name="height" value="0.05292" units="cm"/>
      <inkml:brushProperty name="color" value="#FF0000"/>
    </inkml:brush>
  </inkml:definitions>
  <inkml:trace contextRef="#ctx0" brushRef="#br0">10597 6198 435 0,'0'0'190'0,"0"0"-93"0,0-151 10 16,0 97 7-16,0 0-17 15,0 4-10-15,-4 8 14 16,-1 14-40-16,3 22 51 15,0 4-54 1,-2 2-14-16,4 0 3 0,-6 0-44 16,2 17-3-16,0 20 0 15,0 14 3-15,4 8 6 16,0 1 2-16,0 1-9 16,0-4 14-16,0-1-15 15,0-5-1-15,0-5 0 16,0-5 0-16,0-3-4 0,0-6-40 15,-9-7-150-15,-1-4-56 16,2-16-158-16</inkml:trace>
  <inkml:trace contextRef="#ctx0" brushRef="#br0" timeOffset="440.16">10484 5993 667 0,'0'0'0'0,"0"0"22"16,0 0-22-16,0 0 10 16,69-114-6-16,-22 96-3 15,12 6 7 1,-1 8 17-16,-4 4-5 0,-12 0-20 16,-11 22 0-16,-10 8 18 15,-11 7-12-15,-10 7 14 16,0 3-2-16,-24 6-3 15,-16-5 5-15,-4-7-14 16,1-2-1-16,3-11 12 16,5-6-16-16,1-8 10 15,3-4-5-15,6-6 1 16,3-4 14-16,9 0-3 0,4 0 0 16,6 0 12-16,3 0 18 15,0 0-16-15,0 0-6 16,0 0-22-16,5-2 19 15,8 2-7 1,2 0 4-16,4 0-9 0,5 21 8 16,3 4 3-16,7 7-6 15,1-1-15-15,3-1 8 16,7-3-9-16,1 2 0 16,8-3-3-16,4-1-33 0,4-8-158 15,-2-9-282 1</inkml:trace>
  <inkml:trace contextRef="#ctx0" brushRef="#br0" timeOffset="959.11">11409 6206 821 0,'0'0'29'0,"0"0"37"16,0 0 76-16,0 0-94 15,0 0 44-15,0 0-18 16,-10-78-61-16,7 78 7 0,3 14-20 16,0 20 1-16,0 10 4 15,0 8-5 1,0-4 1-16,0-1 4 0,0-7-2 16,0-5-3-16,0-9 0 15,0-8 1-15,-1-10-5 16,1-5 2-16,0-3-10 15,-2-5 11-15,-5-24-4 16,1-16-4-16,4-6 4 31,2-6 10-31,0 1-7 0,0 0 2 16,17 8-1 0,7 4-4-16,5 7 7 0,7 7-2 15,-1 11 5-15,1 6 11 16,-10 13 6-16,0 0-17 15,-2 31-1-15,1 17 25 16,-1 8-26-16,-2 8 11 16,-6-2-7-16,-3 0-5 15,-4 0 13-15,3-4-13 16,-4-3 0-16,-1-9-2 16,1-8 3-16,-2-10-6 15,-2-9-20-15,-2-10-129 16,-2-9-41-16,0 0-86 0,0-14-108 15</inkml:trace>
  <inkml:trace contextRef="#ctx0" brushRef="#br0" timeOffset="1115.83">11464 6394 646 0,'0'0'29'16,"0"0"56"-16,0 0 81 15,0 0-97-15,0 0-13 16,0 0-43-16,24-12 2 15,24 12-15-15,4 0-1 0,8 0-35 16,-1-4-226 0,1-2-249-16</inkml:trace>
  <inkml:trace contextRef="#ctx0" brushRef="#br0" timeOffset="1399.39">12122 6150 692 0,'0'0'2'0,"0"0"58"16,0 0 47-16,0 0 15 16,0 0-19-16,0 0-12 15,-27-44-65-15,27 64-19 16,-3 20 9-16,3 5 13 15,0 8-4-15,0-6-20 16,0-2-2-16,0-4-6 16,3-9-7-16,3-8-80 15,3-10-167-15,-5-14-311 16</inkml:trace>
  <inkml:trace contextRef="#ctx0" brushRef="#br0" timeOffset="1618.98">12083 6190 957 0,'0'0'35'16,"0"0"27"-16,0 0 89 16,0 0-117-16,0 0 1 15,0 0-31-15,45 2 10 16,7 26 62-16,8 6-65 16,-1 3 3-16,-1-4-14 15,-2 2-3-15,0-8-8 16,-2-3-80-16,-8-5-3 0,-3-7-54 15,-8-6-114 1,-8-6-34-16,-7-5-17 0</inkml:trace>
  <inkml:trace contextRef="#ctx0" brushRef="#br0" timeOffset="1824.15">12687 6164 45 0,'0'0'357'0,"-35"-107"-230"0,22 60 74 15,1 9-112-15,5 9 44 16,1 14-5-16,2 9-33 15,0 3-9-15,0 3-27 0,4 0-32 16,0 10-23-16,0 24 6 16,2 10-1-16,14 9 24 15,-5-3-2-15,2-1-19 16,-1-5-3-16,-3-3-9 16,0-3-1-16,-2-4-8 15,-1-2-150-15,-2-10-155 16,3-7-441-16</inkml:trace>
  <inkml:trace contextRef="#ctx0" brushRef="#br0" timeOffset="2626.68">13507 5945 710 0,'0'0'273'0,"0"0"-239"16,0 0 106-16,0 0-109 15,0 0-14-15,-136-36-3 16,109 36 1-16,1 7 2 16,1 16-12-16,1 8 0 15,1 9 5-15,4 4-10 0,1 6 12 16,7 2-12-16,3-4 0 15,8-5 0-15,0-10 7 16,16-7-6-16,16-8-1 31,7-8 1-31,6-8 0 0,4-2-1 0,0 0 0 16,-2-12-3-16,-4-3 6 16,-10-2-3-16,-8 1 0 15,-12 0 0-15,-11-4-5 16,-2 0 6-16,-7 0-1 15,-20 2 0-15,-8 8-2 16,-1 4 2-16,1 6 0 0,4 0-6 16,7 0 4-16,9 0-4 15,9 0-1-15,6 1-2 16,0 4-49-16,21-1 10 16,16-4 25-16,5 0-21 15,1 0 21-15,-2 0 0 16,-1 0 22-16,-5-4-5 15,-7-1 12-15,-6 2-3 16,-4 0 9-16,-9 3-2 16,-2 0 22-16,-7 0-3 15,0 0-10-15,0 0 3 16,2 17-3-16,0 14 20 0,1 8-7 16,-1 5-8-1,0 6 7-15,-2 2-6 0,0-2-18 16,0-3 3-16,0-7-9 15,5-4-2-15,3-2-8 16,11-6-67-16,2-6-128 16,10-12-264-16</inkml:trace>
  <inkml:trace contextRef="#ctx0" brushRef="#br0" timeOffset="2941.28">14175 6214 18 0,'0'0'705'0,"0"0"-703"0,0 0 135 16,0 0-47-16,-4-105-16 16,4 93 28-16,0 8-16 15,0 4-11-15,0 0 9 16,0 0-53-16,0 23-18 15,0 15-4-15,0 12 4 16,2 5 19-16,2-4-7 0,-1-2-12 16,1-5-11-16,-1-5 1 15,-3-6-6-15,4-5 1 16,0-8-54-16,1-8-98 16,1-6-44-16,0-6-128 15,-4 0-179-15</inkml:trace>
  <inkml:trace contextRef="#ctx0" brushRef="#br0" timeOffset="3146.46">14140 6138 777 0,'0'0'14'16,"0"0"131"-16,0 0-95 15,0 0 1-15,0 0-16 0,0 0-27 0,145-78-1 31,-96 74-7-31,-7 4 6 16,-9 0-12-16,-6 0 5 16,-13 5-35-16,-3 12-88 15,-11 1-66-15,0 2-169 16</inkml:trace>
  <inkml:trace contextRef="#ctx0" brushRef="#br0" timeOffset="3334.06">14256 6306 651 0,'0'0'13'16,"0"0"84"-16,0 0 21 16,0 0-29-16,0 0-15 15,0 0-22-15,58 48 16 16,-21-48-35-16,1 0-1 16,1 0-32-16,-6 0 3 15,-4 0-8-15,-5 0-46 16,-4 0-72-16,-9 0-119 15,-6 2-152-15</inkml:trace>
  <inkml:trace contextRef="#ctx0" brushRef="#br0" timeOffset="3554.74">14233 6592 617 0,'0'0'5'0,"0"0"74"16,0 0-2-16,0 0 6 15,0 0 18-15,0 0-33 16,154 63-19-16,-92-63-11 16,8 0-13-16,-5-8-3 15,-3 2-6-15,-9 1-16 16,-13 5-4-16,-13-1-90 0,-18 0-171 16,-9-2-409-1</inkml:trace>
  <inkml:trace contextRef="#ctx0" brushRef="#br0" timeOffset="4529.26">10539 7680 616 0,'0'0'259'15,"0"0"-216"-15,0 0 44 16,0 0-22-16,0 0-56 16,0 0-8-16,0 0 9 15,-86 10-6-15,72 11 1 16,1 11 5-16,3-1-8 16,2-1 18-16,1 0-8 15,3-6-12-15,2-5 11 16,2-5-7-1,0-6-1-15,0-3 4 0,0-2-3 16,0-2 2-16,0-1-6 0,0 0-1 16,0 2-5-16,0 1-11 15,0-3-106-15,0 0-160 16</inkml:trace>
  <inkml:trace contextRef="#ctx0" brushRef="#br0" timeOffset="4843.68">10360 7757 568 0,'0'0'172'0,"0"0"-145"16,0 0 133-16,0 0-80 0,0 0-17 16,0 0-15-16,-8-19-2 15,8 19-32-15,0 0-8 16,0 0 1-16,0 0-3 15,0 6 1-15,0 18 0 16,0 12 2-16,8 10 32 16,4 4-13-1,-3 3 13-15,-3-1 14 0,2-2-25 16,-2-6 1-16,-4-4-25 16,1-5 2-16,1-6-5 15,-2-6-1-15,0-2-6 16,0-5-1-16,1-4-115 15,2-4-59-15,-3-8-182 0</inkml:trace>
  <inkml:trace contextRef="#ctx0" brushRef="#br0" timeOffset="5063.82">10374 7858 798 0,'0'0'12'0,"0"0"39"0,0 0 13 16,0 0-8-16,0 0 3 0,119-94-9 16,-77 84-5-16,-5 10-35 15,-9 0-9-15,0 0-1 16,-7 10-52-16,-6 10-52 16,-8 2-113-16,-7 0-97 15</inkml:trace>
  <inkml:trace contextRef="#ctx0" brushRef="#br0" timeOffset="5267.41">10443 8095 408 0,'0'0'194'0,"0"0"-138"16,0 0 105 0,0 0-56-16,0 0-31 0,0 0-11 15,0 0-1-15,5 41 6 16,26-41-50-16,9 0-2 15,7 0-7-15,9 0-9 16,8-10-37-16,1-3-179 16,1-9-337-1</inkml:trace>
  <inkml:trace contextRef="#ctx0" brushRef="#br0" timeOffset="5864.03">11478 7816 791 0,'0'0'47'16,"0"0"158"-16,0 0-98 0,0 0-50 15,0 0-5-15,0 0-40 16,-12 16-3-16,10 15 7 16,2 5 5-1,0 0 13-15,0 1-19 0,0-1-14 16,0-3 3-16,0-7-4 15,0-5 0-15,0-8 0 16,0-7 6-16,0-2-7 16,0-4 1-16,2 0 0 15,-2 0 5-15,0-20-2 0,0-12 2 32,0-10-5-32,-2-4 4 0,-7-4-5 0,2 7 1 15,3 9 0-15,0 12-3 16,2 10 4-16,2 8-1 15,-3 4 11-15,3 0-10 16,0 0 12-16,0 26-13 16,0 9 1-1,16 5 24-15,2 2-11 0,-3-3 14 16,-2-1 5-16,-3-1-29 16,-6-3 15-16,0-7-19 31,-2-4 5-31,0-2-11 0,-2-6-1 0,3-1-41 0,-1 0-130 15,2-7-115 1,-4-6-347 0</inkml:trace>
  <inkml:trace contextRef="#ctx0" brushRef="#br0" timeOffset="6508.51">11827 7891 919 0,'0'0'8'0,"0"0"113"15,0 0-58-15,0 0-1 16,0 0-5-16,0 0-49 16,-9-14 4-16,7 40-11 15,0 9 5-15,2 6 11 16,0-1-12-16,0 2-3 15,2-6 2-15,11-4-1 16,3-4-1-16,-1-9-2 16,6 0 1-16,1-7-4 15,2-3 4-15,4-6-1 16,2-3 6-16,3 0-3 16,1-3-1-16,2-14-2 0,-2-3 1 15,-1-2 3-15,-4-3 0 16,-8-4-4-16,-9 0 7 15,-10-9-7-15,-2-1 14 16,0-1-5-16,-20 1-5 16,-2 7 0-16,0 4-4 15,-3 8 0-15,3 9 0 16,0 2-3-16,-3 9 1 16,1 0 2-16,-3 0-6 15,-2 12 4-15,3 5 1 16,10-1 1-16,2-1-1 15,9 4 3-15,5 1-2 0,0 4 0 16,0-2 0 0,12 0 3-16,8-2-1 0,0 0 3 15,3 0 12-15,3 2-10 16,3 2 8-16,-3 3-5 16,1 0-8-16,-4 2 12 15,-1 0-9-15,-2 1 4 16,-2 3 0-16,-3-2-8 15,3 0 3-15,0-3-4 16,2-4-12-16,5 0 7 16,6-2-131-16,7-8-119 0,5-8-410 15</inkml:trace>
  <inkml:trace contextRef="#ctx0" brushRef="#br0" timeOffset="6885.31">12801 7979 784 0,'0'0'55'0,"0"0"-49"16,0 0 180-16,0 0-106 15,0 0 12-15,0 0-10 16,0-26-57-16,0 45-14 16,0 20 7-16,0 9 34 15,9 2-26-15,-3 2 16 16,2-2-26-16,-6-4 15 16,-2-3-30-16,0-11 3 15,0-4-4-15,0-8-3 16,2-6 1-16,4-7-32 0,1-2-132 15,1-5-71-15,2 0-176 16</inkml:trace>
  <inkml:trace contextRef="#ctx0" brushRef="#br0" timeOffset="7058.61">12795 7968 764 0,'0'0'8'0,"0"0"103"15,0 0 20-15,0 0-112 0,0 0 23 16,0 0 4 0,88-40-21-16,-52 40 4 0,-5 0-29 15,-2 0 1-15,-3 0-5 16,-5 0-15-16,-1 7-58 16,-5-4 13-16,-8 3-122 15,-6 0-92-15</inkml:trace>
  <inkml:trace contextRef="#ctx0" brushRef="#br0" timeOffset="7262.86">12899 8153 607 0,'0'0'56'0,"0"0"21"16,0 0 74-16,0 0-76 0,0 0 15 15,0 0-6-15,29 33-29 16,0-33 10-16,4 0-51 15,-2 0-3-15,3 0-10 16,-1 0-1-16,-2 0-25 16,-2 0-170-16,-10 0-201 15</inkml:trace>
  <inkml:trace contextRef="#ctx0" brushRef="#br0" timeOffset="7451.54">12966 8343 536 0,'0'0'278'0,"0"0"-247"16,0 0 119 0,0 0-84-16,0 0-22 0,0 0 34 15,20 70-47-15,18-67-11 16,7-1-14-16,21 0-6 16,14-2-26-16,11 2-118 15,3-2-166-15,-1 0-334 16</inkml:trace>
  <inkml:trace contextRef="#ctx0" brushRef="#br0" timeOffset="7765.54">14035 7982 939 0,'0'0'30'0,"0"0"130"15,0 0-41-15,0 0-70 16,0 0-5 0,0 0-24-16,-12 69-6 0,12-13 61 15,0 2-35-15,6-1-19 16,0-5-14-16,-4-4-2 15,1-8-5-15,-1-6 0 16,0-8-22-16,2-10-80 16,6-8-142-16,1-8-139 15</inkml:trace>
  <inkml:trace contextRef="#ctx0" brushRef="#br0" timeOffset="7985.33">14243 8132 888 0,'0'0'104'0,"0"0"-10"16,0 0 95 0,0 0-110-16,0 0-28 0,0 0-39 15,0 0-3-15,-70 57-8 16,53-22-1-16,1 1-6 16,3 0 1-16,1 0-7 15,1-2-134-15,2-4-52 16,1-10-185-16</inkml:trace>
  <inkml:trace contextRef="#ctx0" brushRef="#br0" timeOffset="8152.27">14154 8285 592 0,'0'0'201'0,"0"0"-183"16,0 0 146-16,0 0-108 15,0 0-14 1,0 0-34-16,77-13 5 0,-50 38-13 15,6 2 5-15,7-1-13 16,3-4-7-16,1-6-68 16,-3-5-86-16,-3-6-13 15,-3-3-196-15</inkml:trace>
  <inkml:trace contextRef="#ctx0" brushRef="#br0" timeOffset="8409.52">14652 8124 695 0,'0'0'14'16,"0"0"133"-16,-22-133-31 16,18 103-33-16,-1 7-18 15,3 10 31-15,0 5-46 16,2 8 34-16,0 0-25 16,0 0-18-16,0 5-18 15,0 27-19-15,0 17 12 0,0 9 18 16,0 0-16-16,6 2 13 15,-1-4-21-15,-3-3-7 32,-2-1-3-32,0-4-4 0,0-2-16 0,0-6-96 15,-2-4-123-15,-13-9-132 16</inkml:trace>
  <inkml:trace contextRef="#ctx0" brushRef="#br0" timeOffset="9965.94">10109 5195 739 0,'0'0'33'0,"0"0"101"16,0 0 8-16,0 0-39 0,0-103-2 16,0 102-18-16,0 1 6 15,0 0-44-15,-2 0-10 16,2 0-20-16,0 1-10 15,0 30-5-15,0 15 3 16,0 14 9-16,4 3 8 16,4-1-15-16,-2-6 7 15,-4-7-7-15,0-10-3 16,-2-7-3-16,5-8 1 16,-3-4-21-16,2-3-69 15,1-5-85-15,-1-5-23 0,5-7-52 16,4 0-125-1</inkml:trace>
  <inkml:trace contextRef="#ctx0" brushRef="#br0" timeOffset="10374.49">10493 5217 860 0,'0'0'40'15,"0"0"21"-15,0 0 71 16,0 0-89-16,0 0-4 15,0 0-9-15,-65-72-27 16,47 72-1-16,1 0-2 16,-2 12 0-16,9 7 0 0,-2 0 6 15,8 3-5-15,4 4-1 16,0 1 2-16,8-1 0 16,19 0-1-16,4 2-1 15,8-2 4-15,-1 4-1 16,-3-2-2-16,-2 2-1 15,-10-2 0-15,-8 0 0 16,-13 0 0-16,-2 1 0 16,-2-2 1-16,-25 0 4 15,-4-10-5 1,-2-5 0-16,4-8 1 0,9-4 7 0,2 0-7 16,7-17 15-16,5-13-7 15,3-6-2-15,3-3-11 16,0 1 4-16,18 1 0 15,9 8-6-15,2 5-3 16,6 8-48-16,-4 2-89 16,1 3-196-16</inkml:trace>
  <inkml:trace contextRef="#ctx0" brushRef="#br0" timeOffset="11538.9">14283 9306 166 0,'0'0'609'0,"0"0"-603"16,0 0 61-16,0 0 12 15,0 0-29-15,0 0-10 16,-114 26 4-16,89-26 2 16,6 0-16-16,5 0-1 15,5-6-3-15,7-4 8 16,2-2 0-16,0-4-30 16,0 2 7-16,2-3-11 15,16 6 4-15,2 1-10 16,2 4 6-16,0 4 0 0,2 2-4 15,1 2-2 1,0 24 6-16,0 8 3 0,-3 6-2 16,-2 4 4-16,-7 4-4 15,-6 2-1-15,-7 2 0 16,-4-2 6-16,-32 0-6 16,-9-5 0-16,-3-2 2 15,0-10-6-15,6-9 4 16,4-12 0-16,10-8-2 15,5-4 7-15,5 0-3 16,9-11 9-16,1-16-5 16,8-2 1-16,0-4-7 15,0 5 0-15,0 6 19 0,13 5-14 16,-3 4-1-16,2 7 4 16,-1 2 6-16,-2 4 12 15,4 0-8-15,3 0-10 16,2 12 14-16,4 7-10 15,2 2 1-15,1-3-8 16,-3-1 0-16,-1-2-5 16,-4-5 0-16,-3-2 0 15,-1-2-2-15,1-1-45 16,1 2-115-16,3-7-132 16,4 0-361-16</inkml:trace>
  <inkml:trace contextRef="#ctx0" brushRef="#br0" timeOffset="12026.49">14634 9476 1017 0,'0'0'7'0,"0"0"17"16,0 0 79-16,0 0-101 15,0 0 8-15,0 0 13 16,-15-109-11-16,40 93 0 15,6 3-12-15,2 5 2 0,-2 6-7 16,-4 2 5-16,-5 0-5 16,-4 12 3-16,-7 12 4 15,-7 6 7-15,-4 1-9 16,0-3 3-16,-4-2 0 16,-15-2-3-16,-6-2 0 15,0-3 7-15,3-4-3 16,4-5 2-16,1-4-1 15,12-6-3-15,3 0 5 16,2 0-7-16,0 0 12 16,0 0-12-16,15 0 0 15,12-1 0-15,2-6 0 0,0 5 0 16,2 2-4-16,0 0 4 16,-1 0 0-16,-2 11 2 15,-10 4-1-15,-13 3 10 16,-5 4 2-16,-12 0-2 15,-32 1 30-15,-14 6-17 16,-13-1-16-16,-8-1-6 16,0-6 2-16,-4-5-6 15,2-10 2-15,4-6-92 16,8 0-81-16,9-25-209 16</inkml:trace>
  <inkml:trace contextRef="#ctx0" brushRef="#br0" timeOffset="13775.12">14467 5279 780 0,'0'0'45'0,"0"0"55"0,0 0 56 15,0 0-85 1,0 0 8-16,0 0-10 0,0-34-47 15,0 34-10-15,-4 19-12 16,-2 10 0-16,-4 6 2 16,8-4 2-16,0-4-4 15,2-7 0-15,0-6 6 16,0-2-10-16,0-4 4 16,0-2 0-16,0-2-4 15,0 0 4-15,0-2 0 16,6-2-1-16,8 0 7 15,3 0-3-15,12 0-3 16,5 0 4-16,4 0-6 0,0-2 5 16,4 2-3-1,1 0 1-15,1 0 5 0,-2 13-5 16,-5 10 6-16,-9 5 4 16,-12 2 18-16,-14 4-24 15,-2 2 10-15,-15 0 5 16,-20 2-16-16,0-5 18 15,-3-5-9-15,3-6-11 16,6-8 1-16,0-8-2 16,2-3-2-16,0-3-3 15,0 0-135-15,6-25-55 16,2-12-137-16</inkml:trace>
  <inkml:trace contextRef="#ctx0" brushRef="#br0" timeOffset="14026.58">14514 5322 594 0,'0'0'10'15,"0"0"20"-15,0 0 86 16,0 0-62-16,0 0 72 16,0 0-66-16,12-34-29 15,29 25 17-15,15 0-12 0,7-4 3 16,8-1 8-1,3-6 2-15,-5 3-6 0,-5-3-8 16,-19 12-13-16,-7-1-22 16,-21 7-4-16,-5 2-20 15,-12 0-111-15,0 9-117 16,-10 10-121-16</inkml:trace>
  <inkml:trace contextRef="#ctx0" brushRef="#br0" timeOffset="14968.68">10387 8718 986 0,'0'0'3'0,"0"0"2"16,0 0 48-16,0 0-38 16,-153-14-1-1,108 31-2-15,4 5 21 0,0 9-4 16,5 4-2-16,5 9-5 15,6 6-13-15,15 9 12 16,10 3-13-16,0 0-6 16,10-4 7-16,19-8-7 15,5-8-2-15,2-10 1 0,4-7 1 16,-2-12-4-16,-4-9 2 16,-2-4 0-16,-5 0 5 15,-4 0-4-15,-1-16 5 16,-4-2 12-16,-10-2-16 15,0 2 20-15,-8 4 1 16,0 2-7-16,-8 1 16 16,-14 6 1-1,-6 5-28-15,-6 0-3 0,-1 0 2 16,-2 24-6-16,4 5 2 16,2 0-6-16,9 5 2 0,10-3-1 15,12-6-54 1,0-6-96-16,34-18-188 0</inkml:trace>
  <inkml:trace contextRef="#ctx0" brushRef="#br0" timeOffset="15969.42">13150 5518 1093 0,'0'0'1'16,"0"0"16"-16,0 0 96 0,0 0-100 16,0 0-6-16,0 0-6 15,177-84 2-15,-113 64 5 16,-1 9 1-16,-14 2 4 16,-11 9-5-16,-14 0-4 15,-11 0-4-15,-6 0 0 16,-7 17 1-16,0 6 3 15,0 3 6-15,0 4 11 16,0 0 12-16,0 4-19 16,0 0 13-16,0 5-5 15,0 1-3-15,0 4 14 16,0-2-21-16,0-3-5 16,0-3 3-16,0-7-4 0,0-2-8 15,0-4 2-15,-2 1-15 16,-5 0-107-16,-1-4-160 15,-9-10-398-15</inkml:trace>
  <inkml:trace contextRef="#ctx0" brushRef="#br0" timeOffset="16996.7">11366 9150 681 0,'0'0'73'16,"0"0"95"-16,0 0-32 16,0 0-79-16,0 0 69 15,0 0-76-15,-15-115 6 16,3 99 14-16,-3 3-36 16,-1 2-11-16,-4 8-23 15,-5 0 0-15,1 3-3 16,-4 0-1-16,2 12 4 15,7 5 0-15,0 3-2 0,11-1-4 16,1 3 3 0,7-1-2-16,0-3 3 0,5-4-11 15,16-4 11-15,6-3-6 16,2-6 2 0,2-1 2-16,-4 0 4 0,-2 0 0 15,-7 0 4-15,-5-8-1 16,-6-1 3-16,-1 2 2 15,-4-1-4-15,-1 0 17 16,-1 2-6-16,0 2 20 16,0 0-8-16,0 0-23 15,0 4 15-15,0 0-11 16,0 0-7-16,0 0 1 0,7 12-2 16,-3 22 0-1,5 14 3-15,-3 6 0 0,-2-1-1 16,2-2-2-16,-4-1-9 15,0-4 6-15,0-1-102 16,-2-6-87-16,2-10-58 16,-2-11-381-16</inkml:trace>
  <inkml:trace contextRef="#ctx0" brushRef="#br0" timeOffset="17923.84">13690 6494 838 0,'0'0'58'0,"0"0"9"15,0 0 86-15,0 0-60 16,0 0-73-16,0 0-20 0,-149-3 1 15,80 31-1 1,-12 10 0-16,-19 14 3 0,-18 14 3 16,-18 15-6-16,-17 13 7 15,-2 2 12-15,-5 2-6 16,0-4 4 0,6-5 6-16,4-3-6 0,11-8 25 15,6-10-35-15,14-5-6 16,18-11 5-16,12-10-4 15,18-8-2-15,14-6 0 16,16-7 4-16,8-9-8 16,10 1 4-16,10-5-9 15,3-4 0-15,8 0-62 0,2-4-1 16,0 0-79-16,10 0-132 16,16-4-164-16</inkml:trace>
  <inkml:trace contextRef="#ctx0" brushRef="#br0" timeOffset="19134.82">14746 6669 808 0,'0'0'31'16,"0"0"28"-16,0 0 60 16,0 0-119-16,0 0 5 15,-165-10-3-15,103 20 21 16,-12 7-3-16,-9 8 15 15,-5 3-17-15,-9 2-4 16,-5 7 12-16,-9-1-14 0,-9 2 11 16,-18 4-13-1,-8-3-7-15,-12 6 21 0,-15-1-20 16,-8 3-4-16,-8-2 10 16,0 4-5-16,6 1-3 15,0 4-2-15,5 2-1 16,2 2 1-16,-1 0 0 15,4-1 1-15,8-6-4 16,9 0 7-16,14-5-4 16,13-7 0-16,14-1 6 0,20-9-7 15,19-4 1 1,23-10 0-16,16-3-6 0,18-6 6 16,9-1 0-16,6-3 0 15,4-2-1-15,0 0-3 16,0 0-3-16,0 0-28 15,0 0-10-15,0 0-42 16,0 6-49-16,0-5-100 16,1-1-195-16</inkml:trace>
  <inkml:trace contextRef="#ctx0" brushRef="#br0" timeOffset="21653.87">12375 6539 687 0,'0'0'68'15,"0"0"5"-15,0 0-17 16,0 0 65-16,0 0-43 16,0 0-63-16,-13-32 4 15,8 56-19-15,-1 20 3 16,-1 28-3-16,7 26 22 16,-2 17 8-16,-2 13 17 15,-3-2-24-15,-9-4 3 16,-2-7 7-16,-5-11-25 0,2-13 9 15,2-21-12-15,4-16 0 16,7-20-9-16,6-12 4 16,2-8-6-16,0-5 0 15,0-5-75-15,0-4-87 16,13-10-99-16,-1-26-405 16</inkml:trace>
  <inkml:trace contextRef="#ctx0" brushRef="#br0" timeOffset="22481.48">12076 5041 173 0,'0'0'580'0,"0"0"-570"16,0 0 136-16,0 0-24 15,0 0 4-15,0 0-18 16,-13-55-23-16,11 55-27 15,2 0-24-15,0 0-23 16,0 11-9-16,0 23-2 16,0 14 7-16,0 4 1 15,0-2 4 1,0-5-12-16,2-10 0 0,1-4 1 0,-3-7 4 16,2-4-5-16,0-6 0 15,2 0-11-15,1-5-17 16,4 0-128-16,2-7-21 15,4-2-111-15,-1 0-283 16</inkml:trace>
  <inkml:trace contextRef="#ctx0" brushRef="#br0" timeOffset="22957.68">12306 4953 837 0,'0'0'25'0,"0"0"40"15,0 0 34-15,0 0 4 16,0 0 8-16,0 0-70 16,5-39-24-16,-5 48-17 15,0 19 0-15,0 6-6 16,0 6 12-16,0-2-6 16,0-9 0-16,0-2 1 15,0-11-3 1,2-4 2-16,9-4 0 0,5 0 6 15,1-4-4-15,8-4 0 0,-1 0-2 16,5 0 4-16,-2-1-5 16,0-14 1-16,-6-2 0 15,-6 2-1-15,-5-1 4 16,-7 4-3 0,-3-4 4-16,0 0-2 0,0 2 1 15,-3 3-3-15,-1 5 0 16,2 1 12-16,0 5-12 15,2 0 15-15,0 0-2 16,0 0-11-16,0 0 10 16,0 25-11-16,0 13 3 15,11 11 43 1,0 1-40-16,5-1 3 0,-3-4-10 0,-2 2 6 16,0-3-12-16,-5 2-4 31,0-2-87-31,-6-4-85 15,0-4-74-15,0-4-201 16</inkml:trace>
  <inkml:trace contextRef="#ctx0" brushRef="#br0" timeOffset="24010.47">11997 8943 658 0,'0'0'105'16,"0"0"-30"-16,0 0 89 15,0 0-83-15,0 0-18 16,0 0 21-16,-2-24-29 16,2 24-11-16,0 0 5 15,0 0-23-15,0 0-5 16,0 0 1-16,0 0-21 15,0 0 12-15,0 0-8 0,0 0-1 16,0 0 10 0,0 0-13-16,0 0 17 0,0 0-5 15,0 0-6-15,0 0 17 16,0 0-15-16,0 0-1 16,-4 0 10-16,4 0-18 15,0 0 9-15,0 0-9 16,-2 0 4-16,2 0-8 15,0 0 4-15,0 6 0 16,0 22-8-16,0 14 15 16,0 10-7-16,0 5 0 15,0-4 5-15,2 0 1 0,8-3-6 16,1-10 0-16,-2-6 4 16,0-10 1-16,-2-10-5 15,-3-1 0-15,-2-8 2 16,0 1-8-16,3-3 6 15,-3-2-14-15,1-1-19 16,1 0-102-16,5 0-26 16,4-7-15-16,7-19-100 15,5-9-294-15</inkml:trace>
  <inkml:trace contextRef="#ctx0" brushRef="#br0" timeOffset="24419.12">12351 9069 560 0,'0'0'34'16,"0"0"-24"-16,0 0 123 15,0 0-62-15,0 0 24 16,0 0-2-16,-83 6-5 16,83-6-16-16,0-15-28 15,20-7-23-15,9-4-18 0,7 2-3 16,1 4 0-1,2 5 0-15,-4 7 5 0,-8 4 2 16,-9 4-2-16,-4 0 0 16,-6 27 4-16,-1 11 6 15,-1 9 0-15,-3 1 6 16,-1 0-12-16,-2-7 20 16,0-1 5-16,0-2-14 15,0 0 9-15,0-4-18 16,-5-4-7-16,-4-4 3 15,3-4-4-15,2-5-3 16,-1-6 0-16,3 0-5 16,2-5 4-16,0-2-45 0,0-3-104 15,0-1 6 1,0 0-31-16,-5-5-125 0,-6-18-114 16</inkml:trace>
  <inkml:trace contextRef="#ctx0" brushRef="#br0" timeOffset="24608.06">12371 9343 446 0,'0'0'96'16,"0"0"13"-16,0 0 29 16,0 0-52-16,0 0-10 15,0 0-12-15,-23-31-36 0,59 20 0 16,13 0 1 0,14-3-14-16,6-2 3 0,-1-1-18 15,-3-2 0-15,-9 2-1 16,-9 2-3-16,-9-3-139 15,-9-2-295 1</inkml:trace>
  <inkml:trace contextRef="#ctx0" brushRef="#br0" timeOffset="25567.37">11533 6661 834 0,'0'0'5'0,"0"0"102"16,0 0 19-16,0 0-61 15,0 0 12-15,0 0-35 16,-4-4-3-16,30 4-28 15,9 0 2-15,15 0 12 16,10 32-18-16,9 14 0 0,9 16 19 16,9 10-12-16,7 5 6 15,0 5-5 1,1-1 6-16,5 1 5 0,2-8-24 16,4-10 9-16,-4-8 7 15,-9-12-4-15,-12-12 10 16,-23-4-11-16,-16-7-13 15,-15-6 5-15,-12-1-5 16,-3-3 0-16,-6-1-1 16,-1-1-8-16,-1-3 9 0,-2 2-32 15,0-3-87-15,0-1-25 32,1-3-35-32,-3-1-118 15,0 0-455-15</inkml:trace>
  <inkml:trace contextRef="#ctx0" brushRef="#br0" timeOffset="26840.57">11339 5099 701 0,'0'0'33'0,"0"0"166"0,0 0-82 16,-13-102-10-16,9 86-17 15,1 4 5-15,1 4-8 16,2 4-31-16,-2 4-3 15,2 0-23-15,0 0-20 16,0 0 10-16,0 18-19 16,0 16 4-16,2 12 15 15,11 8-19-15,0-2 18 16,1 3-19-16,-1-10 5 16,-1 0-7-1,-6-5 4-15,2-4-2 0,-1-2 0 16,-1 0-22-16,0-4-64 0,1-1-119 15,3-10-33-15,0-6-133 16</inkml:trace>
  <inkml:trace contextRef="#ctx0" brushRef="#br0" timeOffset="28348.56">13333 8924 544 0,'0'0'14'16,"0"0"115"-16,0 0 11 15,0 0 15-15,0 0-65 16,0 0 6-16,0 0-13 15,-4-93 0-15,2 93-24 0,2 0-36 16,0 0-10 0,0 14-13-1,-2 15 0-15,2 6 3 0,0 3 4 0,0-4-6 16,0-2-1-16,0-10 0 16,0-4-4-16,0-5 4 15,0-5 0-15,0-3-3 16,0-2 7-16,0-2-4 15,0-1 0 1,0 0-3-16,0 0-2 0,0 0 0 16,0 0-2-16,13-15 6 15,7-7-4-15,7-3 5 0,2 3 0 16,6 4 0-16,-1 6-7 16,-1 6 7-16,-4 6 0 15,-4 0-4-15,-6 11 4 16,-1 21-1-16,-5 4 0 31,-4 4 1-31,-4 0-1 16,-5-2 4-16,0-6-3 15,0-2 9-15,-16-6-6 0,-5-4 8 0,-4-2-5 16,2-3-6-16,-1-4 0 16,6-7-4-1,0-4-48-15,1 0-43 16,1-4-31-1,3-19-54-15,1-8-178 0</inkml:trace>
  <inkml:trace contextRef="#ctx0" brushRef="#br0" timeOffset="28583.81">13377 8829 546 0,'0'0'23'0,"0"0"112"15,0 0 29-15,0 0-85 16,0 0-46-16,0 0 11 0,-19-8 23 16,52 4-36-1,14-2-5-15,13-2 16 0,7-4-8 16,-3 0-22-16,-5 0 10 16,-11 3-22-16,-16 8 0 15,-14 1-1-15,-14 0-57 16,-4 0-215-16</inkml:trace>
  <inkml:trace contextRef="#ctx0" brushRef="#br0" timeOffset="29447.9">10303 6525 913 0,'0'0'2'15,"0"0"11"-15,0 0 50 16,0 0-4-16,0 0-20 16,0 0-16-16,127 6 22 15,-29 11-25-15,31 8-6 16,25 9 9-16,29 6-20 16,26 15 10-16,18 15-7 15,23 14-6-15,13 8 23 16,16 7-15-16,8-8 8 0,9-4 15 15,5-11-15-15,-11-8 23 16,-18-9-14-16,-27-9-11 16,-31-9 13-16,-34-7-21 15,-37-8 4-15,-30-1-10 16,-42-10 6-16,-30-2-11 16,-25-5 5-16,-16 1-34 15,0 3-80-15,-28 1-70 16,-22-9-118-16</inkml:trace>
  <inkml:trace contextRef="#ctx0" brushRef="#br0" timeOffset="31642.1">16473 4413 267 0,'0'0'395'16,"0"0"-383"-16,0 0 6 15,0 0 13-15,0 0-5 16,0 0-22-16,0 0-2 16,-19-10 6-16,17 64-2 15,-2 17 88-15,0 18-18 16,-1 18-8 0,1 17 14-16,0 26-26 0,-4 24 12 15,0 24-28-15,-5 32-29 16,-6 19 30-16,0 28-14 15,1 26-6-15,-5 13 12 16,-2 21-33-16,-6 14 14 0,-6 4 0 16,-1 18-13-1,0 10 9-15,3 5-10 0,3 8 0 16,4 0-3-16,1-3 11 16,0-7-8-16,0-13 0 15,0-27 8-15,2-24-9 16,1-25 1-16,4-23 0 15,2-21 1-15,5-22 0 16,1-27-2-16,6-31-39 16,2-31-62-16,-1-30-57 15,3-37-139-15,-4-41-324 0</inkml:trace>
  <inkml:trace contextRef="#ctx0" brushRef="#br0" timeOffset="32498.88">17894 5949 643 0,'0'0'130'0,"0"0"-98"16,0 0 126-16,0 0-41 15,0 0 24-15,0 0-37 16,-46-94-8-16,46 94-52 16,0 2-24-16,0 36-2 15,0 20-13-15,0 14 46 16,11 5-12-16,7-7-32 16,-3-2 22-16,1-5-26 15,-5-7 0-15,-3-6-2 16,-1-9 4-16,-2-5-5 15,-3-5 0-15,-2-9-27 16,2-6-91-16,7-8-118 0,2-8-56 16,-2-6-201-16</inkml:trace>
  <inkml:trace contextRef="#ctx0" brushRef="#br0" timeOffset="32742.16">17875 6086 825 0,'0'0'10'15,"0"0"-2"-15,0 0 127 16,0 0-69-16,0 0-52 16,-29-113-2-16,60 93-8 15,13 6-4-15,7 4 2 0,0 10 5 16,-6 0 12 0,-12 5-18-16,-10 18 0 0,-12 5 6 15,-11 4-2-15,0 5-1 16,-23-1 15-16,-19 0-15 15,-7-3 10-15,-4-6-14 16,8-3-9-16,16-8-16 16,14-6-134-16,15-8-316 15</inkml:trace>
  <inkml:trace contextRef="#ctx0" brushRef="#br0" timeOffset="33421.04">18573 6122 1101 0,'0'0'0'0,"0"0"27"16,0 0 65-16,0 0-50 16,0 0 21-16,0 0-12 15,0-72-12-15,0 72-31 16,0 29 1-16,0 14-1 15,0 5 1-15,0 2 3 0,0-4-4 16,0-6-3-16,0-5-5 16,0-9 0-16,-2-8 6 15,-2-9-11-15,4-5 5 16,0-4 0-16,0 0-7 16,0-4 3-1,0-26 2-15,0-10-5 0,0-12 0 16,0-4 3-16,0-1 4 0,0-2-2 15,6 6-7-15,14 9 1 16,8 11 8 0,3 6-1-16,2 7-7 0,-2 10 5 15,1 8 0-15,-3 2 3 16,-5 2-5-16,-4 26 1 16,-2 6 4-16,-7 8 0 15,-9 2-6-15,-2 1 4 16,0-5 2-16,-11-4 0 15,-14-7-6-15,-1-4 13 16,-6-7-7-16,3-6 2 0,6-4 5 16,-2-6-7-1,7 0 1-15,3-2 0 0,7 0 11 16,4 0-9-16,4 0 6 16,0 0-4-16,0 0 1 15,0 0-2-15,0 0-4 16,2 2 0-16,21 15 1 15,8 6 3-15,6 7-4 16,6 2 0-16,1 3 6 16,4-2-6-16,2-2 0 15,3-3-11-15,6-2 8 16,3-4-131-16,2-4 3 16,-5-7-77-16,-7-6-255 0</inkml:trace>
  <inkml:trace contextRef="#ctx0" brushRef="#br0" timeOffset="33876.11">19354 6228 875 0,'0'0'43'16,"0"0"16"-16,0 0 68 16,0 0-74-16,0 0 16 15,0 0-36-15,-3-38-25 0,3 68 3 16,0 9-9-16,0 2 5 15,0 0-5-15,0-5 6 16,0-6-8 0,0-8 0-16,-2-4 0 0,-7-11 4 15,5-2 1-15,-3-5-1 16,1 0 12-16,-2-23-13 16,0-15 16-16,1-10-15 15,5-8 2-15,2 0 3 16,0 2-5-16,15 6-4 15,8 12 0-15,1 9 5 16,5 11-5-16,3 6 3 0,-1 10 17 16,2 0 34-16,-2 22-34 15,5 23 0-15,-3 13-1 16,-4 4-14-16,-2 2 9 16,-7-6-14-16,-7-5 0 31,-4-8-3-31,-5-7 6 0,-4-5-3 0,0-7 0 15,0-4-10-15,0-9-46 16,0-2-126-16,-10-9-53 16,-9-2-135-16</inkml:trace>
  <inkml:trace contextRef="#ctx0" brushRef="#br0" timeOffset="34048.78">19376 6409 816 0,'0'0'34'0,"0"0"126"15,0 0-76-15,0 0-35 16,0 0-34-16,0 0-3 16,94-35-12-16,-21 24-4 15,7 1-60-15,7-1-119 16,-2 5-114-16,-8 4-168 16</inkml:trace>
  <inkml:trace contextRef="#ctx0" brushRef="#br0" timeOffset="34661.61">20171 6260 729 0,'0'0'4'0,"0"0"64"0,0 0-9 15,0 0 16-15,0 0 3 16,0 0-1-16,-17-64-18 16,17 62 21-16,0 2-55 15,0 0-7-15,0 4-7 16,0 24-3-16,0 7 15 15,0 8-11-15,0 0-7 0,0-8-4 16,0-3 2-16,0-4-6 16,0-7-10-16,0-7-109 15,0-6-15-15,0-8-106 16,0 0 12-16,0-13-6 16,0-17 18-16,0-5 219 31,0-8 112-31,0 7 47 0,0 2 5 0,0 10-21 15,0 13 1-15,0 2 9 16,0 9-44-16,0 0-55 16,13 0-22-16,20 20 14 15,17 7 8-15,8 0-25 16,4-1-21 0,0 1 6-16,-1-4-9 0,-9-2-5 0,-2-6 0 15,-6-4-9-15,-3-4 3 16,-6-2-28-1,-6-5-1-15,-7 0 15 0,-11-2-1 16,-8-24 21-16,-3-13 0 16,0-9-1-16,-19-5 0 31,0-4 1-31,-5 1 0 16,9 6 16-16,2 14-1 15,7 10 12-15,4 14 37 16,2 5-32-16,0 6 37 15,0 1-38-15,0 0-25 0,0 15-4 16,0 20 3-16,0 7-5 16,0 2 0-16,10 2 4 15,4-2-12-15,-2-2-6 16,5 0-183-16,1-12-58 16,-3-3-376-16</inkml:trace>
  <inkml:trace contextRef="#ctx0" brushRef="#br0" timeOffset="34928.51">21185 6292 394 0,'0'0'564'16,"0"0"-559"-16,0-110 19 16,0 84 17-16,0 10 51 15,0 6-23-15,0 8 9 16,0 2-34-16,0 0-22 15,0 8-4-15,0 23-15 16,2 16 33-16,2 7 34 16,1-2-36-16,0-4-1 15,2-6-32-15,-3-5 5 16,0-7-9-16,-2-4 3 0,3-6-2 16,1-4-34-16,6-10-229 15,1-6-142-15</inkml:trace>
  <inkml:trace contextRef="#ctx0" brushRef="#br0" timeOffset="35303.75">21476 6180 993 0,'0'0'3'16,"0"0"21"-16,0 0-4 15,0 0 1-15,0 0-21 0,0 0 4 16,-54 2-10-1,27 20 12-15,0 2-6 0,0 2 6 16,2-4-1-16,6 0 3 16,3-6 1-16,5-8-8 15,9-2 12-15,2-2-8 16,0 0-1-16,17 2 14 16,18 2-8-16,11 5 14 15,2 1-14-15,8 6 4 16,-2 1 35-16,-1 5-23 15,0 2 43-15,-1 3 21 16,-9 1-31-16,-8-4-21 0,-8-2-38 16,-10-6 3-16,-1-4-9 15,-7-6 6-15,-5-4-10 16,-4 2-133-16,0-8-172 16,0 0-471-16</inkml:trace>
  <inkml:trace contextRef="#ctx0" brushRef="#br0" timeOffset="36499.21">21548 5486 731 0,'0'0'2'0,"0"0"127"15,0 0-12 1,0 0-28-16,0 0-3 0,0 0-20 15,0 0-31-15,-24-56-30 16,24 56 1-16,0 20-7 16,0 12 7-16,0 8-6 15,0-1 0-15,0-5 10 16,0-11-11-16,-2-9 1 16,2-7 0-16,0-4-5 15,0-3 15-15,0 0-10 16,0 0 25-16,0-18 23 15,-4-15-21-15,3-8-27 16,-5 1 0-16,-2 2 1 16,4 0-1-16,0 8 0 0,1 8-1 15,3 7 9-15,0 9-8 16,0 6 0-16,0 0 0 16,0 0-4-16,0 17 7 15,0 15-3-15,0 8 0 16,0 2 10-16,0 0-11 15,5-2 1-15,-1-5 0 16,0-8-3-16,0-6 4 16,-2-11-1-16,-2-4 0 15,0-4 7-15,0-2-7 0,0 0 0 16,0-2 2-16,0-23 20 16,0-6-19-16,0-8-3 15,-8 2 0-15,2 0 7 16,-1 5-10-16,3 6 3 15,2 10 0-15,0 8-6 16,2 6 9-16,0 2-3 16,0 0 0-16,0 0 0 15,0 14-4-15,0 16 4 16,0 9 0-16,0 2-5 16,0-3 10-16,6-2-5 15,1-4 0-15,-3-7 8 16,-2-9-9-16,0-9 1 0,-2-2 0 15,0-4-5-15,0-1 7 16,0 0-2-16,0 0 10 16,0-4-6-16,0-23 12 15,0-11-16-15,0-6 0 16,-2 1-5-16,-2 4 7 16,-1 8-2-16,3 9 0 15,2 8 7-15,0 6-11 16,-2 6 4-16,2 0 0 15,0 2-9-15,0 0 9 16,0 0 0-16,0 23-3 0,0 10 1 16,0 7 0-1,0 2 2-15,2-4 0 0,0-3-7 16,1-9 11-16,1-8-4 16,-2-8 0-16,0-5 6 15,-2-2-8 1,2-3 2-16,-2 0 0 0,0 0-4 15,0 0 10-15,0 0-6 16,0-11 3-16,0-8 7 16,-2-6-11-16,-2 4 1 15,0 0 0-15,1 3-10 16,1 4 10-16,0 1-13 0,2 8-20 16,0 3-43-16,0 1 20 15,-2 1 7-15,0 0-42 16,-6 0-4-16,2 0-148 15,-2 1 73-15,3 6-98 16,3-2 89-16</inkml:trace>
  <inkml:trace contextRef="#ctx0" brushRef="#br0" timeOffset="36845.5">21457 5566 22 0,'0'0'159'0,"0"0"-73"16,0 0 43-16,0 0-32 0,0 0-25 15,0 0 6-15,44-42-2 16,-44 34-31-1,0 1 25-15,0 1 15 0,0 1-25 16,0-1 4 0,0 2-11-16,0 0-18 0,0 2 16 15,0 0-9-15,0 2-4 16,0 0-9-16,0 0-25 16,0 0 19-16,0 0-23 15,0 2 5-15,0 16 6 16,0 6-9-16,0 8 10 15,0 3 1-15,0 2-10 16,0 6 20-16,0 1-12 0,2 0-10 16,4 0 14-16,-2-5-10 15,0-3-5-15,-3-9 0 16,5-9 5-16,-4-6-7 16,0-4 2-16,-2-4 0 15,0-2-8 1,0 1 5-16,2-3-87 0,5 0-138 15,-2-5-229-15</inkml:trace>
  <inkml:trace contextRef="#ctx0" brushRef="#br0" timeOffset="37285.25">21820 5482 597 0,'0'0'4'0,"0"0"65"16,0 0 54-16,0 0-54 15,0 0 52-15,5-102-57 16,-5 92 15 0,0 4-54-16,0 2 38 0,0 4-17 15,0 0-18-15,0 0 6 16,0 0-30 0,0 0 2-16,0 24 2 0,0 14 2 15,0 7 35-15,0 6 9 16,6 1-15-16,1 2-9 15,-1-1-23 1,2-3-2-16,-2-6-6 0,3-2 1 0,-1-2-2 16,2 0-1-16,-1-5-187 15,-3-14-167-15</inkml:trace>
  <inkml:trace contextRef="#ctx0" brushRef="#br0" timeOffset="37992.83">21439 6926 948 0,'0'0'18'16,"0"0"0"-16,0 0 27 16,0 0-43-16,-142 18 15 15,61 8-8-15,-15 10 28 16,-20 7-10-16,-19 8-10 15,-21 13 32-15,-22 10-41 16,-21 12 7-16,-24 5 13 16,-18 5-18-16,-1-1 28 15,-3-1-15-15,12-6 7 0,14 1 14 16,11-5-34-16,19-7 3 16,22-2-12-16,24-9 8 15,29-7-8-15,25-9-1 16,34-10-11-16,24-11 9 15,23-10-71-15,8-9-42 16,27-8-36-16,21-2-75 16,4-6-204-16</inkml:trace>
  <inkml:trace contextRef="#ctx0" brushRef="#br0" timeOffset="38825.42">17823 8774 1018 0,'0'0'6'0,"0"0"96"16,0 0 13-16,0 0-61 16,0 0 32-16,0 0-27 15,-12-61-29-15,12 61-21 16,0 12 2-16,0 26-11 16,0 18 5-16,3 12-3 0,4 4 22 15,-5 1-20-15,-2-4 6 16,0-4-5-16,0-13 5 15,0-8-7-15,-12-10-3 16,6-12 2-16,1-10-3 16,2-5 3-16,3-4-2 15,0 0 0-15,0-3 9 16,0 0-9-16,0 0 0 16,0 0 1-16,8 0 5 15,25 0 1-15,17 0-7 0,14 0 4 16,11 0 6-1,8 0-8-15,0 0-2 16,-10 0 1-16,-11 0 10 0,-10 0-10 16,-14 0-1-16,-12 0 0 15,-9 0 4-15,-11 0-5 16,-6 0 1-16,0 0-15 16,0 0-18-16,0 0-131 15,-23 0-131-15,-8-13-520 16</inkml:trace>
  <inkml:trace contextRef="#ctx0" brushRef="#br0" timeOffset="41319.01">671 7159 1165 0,'0'0'0'0,"-166"94"0"15,125-72 82-15,28-16-45 16,13-6-16-16,11 0 8 16,57-26-24-16,49-32 14 15,45-36 0-15,41-33-17 16,29-21 26-16,35-11-10 15,28 3 16-15,18 3 16 16,6 9-41-16,-18 10 23 16,-34 15-13-16,-44 21-15 15,-52 24 8-15,-47 25-11 0,-47 24-1 16,-38 15 0-16,-24 10-35 16,-15 2-130-16,-27 30-110 15,-27 2-397-15</inkml:trace>
</inkml:ink>
</file>

<file path=ppt/ink/ink1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5.68611" units="1/deg"/>
          <inkml:channelProperty channel="T" name="resolution" value="1" units="1/dev"/>
        </inkml:channelProperties>
      </inkml:inkSource>
      <inkml:timestamp xml:id="ts0" timeString="2023-09-17T05:08:54.682"/>
    </inkml:context>
    <inkml:brush xml:id="br0">
      <inkml:brushProperty name="width" value="0.05292" units="cm"/>
      <inkml:brushProperty name="height" value="0.05292" units="cm"/>
      <inkml:brushProperty name="color" value="#FF0000"/>
    </inkml:brush>
  </inkml:definitions>
  <inkml:trace contextRef="#ctx0" brushRef="#br0">10470 5510 1040 0,'0'0'12'16,"0"0"-2"-16,0 0 22 16,0 0-8-16,0 0-19 15,0 0 1-15,0 0-1 16,-6 49-4-16,9 2 32 15,9 12-7-15,0 9 9 16,-6 2 14-16,0 6-1 16,1-6-2-16,-2-4-11 15,-1-7-27-15,3-8 6 0,-1-6-14 16,7-12 0-16,1-8-6 16,5-8-8-16,-2-12-80 15,3-5-67-15,-9-4-141 16,-11-12-213-16</inkml:trace>
  <inkml:trace contextRef="#ctx0" brushRef="#br0" timeOffset="266.74">10466 5632 809 0,'0'0'62'0,"0"0"-60"0,0 0 115 16,0 0-83-16,18-123-11 15,24 96 11-15,6 15-26 16,6 12 36-16,-4 0-21 16,-8 22-21-16,-7 12 22 15,-12 6-17-15,-9 0 0 16,-14 2 6-16,-7 5-10 16,-36-1 10-1,-13 2-13-15,-4-3 4 0,6-10-13 16,12-5 9-16,13-10-43 15,12-5-106-15,10-8-194 0</inkml:trace>
  <inkml:trace contextRef="#ctx0" brushRef="#br0" timeOffset="738.25">11189 5675 756 0,'0'0'7'0,"0"0"162"0,0 0-51 16,0 0-34-16,0 0-22 0,0 0-18 16,0-36-39-16,-6 61 8 15,-1 11-13-15,3 9 2 16,2 2 8-16,2 2-8 15,0 1 1-15,0-2-3 16,13-3 9-16,5-9-12 16,9-6 3-16,2-8 0 15,3-8-4-15,7-10 8 16,-1-4-4-16,5 0 0 16,-1-15 0-16,-3-10-6 15,-3-8 8-15,-9-5-2 16,-5-6 3-16,-11-12 4 0,-11-8-3 15,0-4 0-15,-2-2 0 16,-23 6 3-16,-1 10-6 16,-5 11 19-16,0 15 13 15,-2 16 6-15,-4 12-4 16,0 0-35-16,1 22-12 16,7 16 10-1,9 7-58-15,9 5-123 0,6 0-160 16</inkml:trace>
  <inkml:trace contextRef="#ctx0" brushRef="#br0" timeOffset="1083.78">12338 5581 1131 0,'0'0'0'16,"0"0"39"-1,0 0 119-15,0 0-89 0,0 0 4 0,0 0-53 16,-25-63 5-16,25 87-20 16,0 29 11-16,9 16 28 15,2 14-32-15,-6-1 12 16,-1-8-16-16,-2-10-1 15,2-8-8 1,-1-7 1-16,-3-7 0 0,2-6-4 16,-2-8-14-16,0-3-70 15,0-8-116-15,-20-9-53 16,-4-8-177-16</inkml:trace>
  <inkml:trace contextRef="#ctx0" brushRef="#br0" timeOffset="1272.24">11916 5721 884 0,'0'0'10'15,"0"0"148"-15,0 0-55 16,0 0-102-16,0 0 5 16,163-79-12-1,-81 68 6-15,3 4-3 0,-9 7-14 16,-12 0-159-16,-10 11-142 15,-9 7-246-15</inkml:trace>
  <inkml:trace contextRef="#ctx0" brushRef="#br0" timeOffset="1743.84">12830 5664 723 0,'0'0'45'0,"0"0"165"16,0 0-42-16,0 0-86 15,0 0-36-15,0 0-42 0,0 7-3 0,0 33 10 32,0 14-6-32,2 9 16 15,2-2 11-15,3 2-21 16,-3-5 3-16,1-8-14 0,-2-10 0 16,-1-12-1-16,0-8 3 15,0-12-2-15,0-4 0 16,-2-4 3-16,0 0-1 15,0-18 5-15,0-24-4 16,-2-19-3-16,-2-11-11 16,4-10-5-16,0 0-12 15,11 6-3-15,11 13 27 16,7 16 0-16,2 11 4 16,3 9-4-16,0 7 8 0,7 8-1 15,-1 10 8 1,3 2 9-16,1 10 10 0,1 28-3 15,-5 14-11-15,-2 14 14 16,-7 13-16-16,-2-2-3 16,-5-2-9-16,-5-7 1 15,-9-11-1-15,-5-7-2 16,-3-10 0-16,-2-8-4 16,0-4-7-16,-9-9-2 15,-13-2-134-15,-3-7-73 16,-4-10-168-16</inkml:trace>
  <inkml:trace contextRef="#ctx0" brushRef="#br0" timeOffset="1964.32">12917 5939 742 0,'0'0'21'0,"0"0"34"16,0 0 108-16,0 0-111 15,0 0-14-15,0 0-28 16,142-16 7-16,-66 4-17 16,10 0-4-16,8-2-5 15,5 1-130-15,-1 2-18 0,0 1-117 16</inkml:trace>
  <inkml:trace contextRef="#ctx0" brushRef="#br0" timeOffset="2199.85">14316 5600 1027 0,'0'0'2'0,"0"0"86"0,0 0 1 16,0 0-48 0,0 0-22-16,0 0 0 0,-29 98 27 15,29-37 17-15,0 1-30 16,0 1 18-16,6-4-40 15,-1-5 2-15,-3-4-13 16,1-7 5-16,-3-7-13 16,0-6 8-16,0-6-15 15,-5-4-32-15,-8-9-150 16,-7-8-18-16,-2-3-179 16</inkml:trace>
  <inkml:trace contextRef="#ctx0" brushRef="#br0" timeOffset="2405.11">14029 5721 816 0,'0'0'3'0,"0"0"109"16,0 0 5-16,0 0-74 16,115-48 26-16,-47 32-43 15,7-2 3-15,12-1-9 16,0 5-15-16,-10 5-10 15,-10 9-16-15,-9 0-148 16,-8 1-124-16,-4 24-84 16</inkml:trace>
  <inkml:trace contextRef="#ctx0" brushRef="#br0" timeOffset="2812.5">15294 5647 878 0,'0'0'22'16,"0"0"151"-16,0 0-94 16,0 0-21-16,0 0-46 15,0 0 4-15,-80 80 4 16,75-28-16-16,3 4 16 16,2 4-18-16,0 0 0 15,7-1 5-15,11-9-3 0,1-5 0 16,6-10-4-16,4-6 5 15,4-8 6-15,7-6 2 16,10-13 3-16,1-2 18 16,7 0-18-16,-3-15 39 15,-3-14-10-15,-10-6-15 16,-11-9 18-16,-15-9-21 16,-16-9 17-16,0-8-17 15,-16-2-22-15,-17 4 16 16,-9 12-21-16,-8 12 6 0,-5 17-16 15,-15 15 2 1,-14 12-65-16,-14 12-103 0,-15 27-105 16,-8 7-296-16</inkml:trace>
  <inkml:trace contextRef="#ctx0" brushRef="#br0" timeOffset="3945.32">9902 6928 696 0,'0'0'262'15,"0"0"-233"-15,0 0 167 16,0 0-54-16,0 0-50 16,0 0-16-16,0 0-51 15,-9-48 3-15,9 79-19 16,0 19-8-16,9 15 27 16,2 0-19-16,-2-6-5 15,-2 0 0-15,4-5 1 0,0-4-10 16,1-6 4-1,1-6-28 1,-1-8-89-16,7-10-92 0,-1-13-38 0,-2-7-119 31,1-17-256-31</inkml:trace>
  <inkml:trace contextRef="#ctx0" brushRef="#br0" timeOffset="4305.79">10136 7078 594 0,'0'0'10'15,"0"0"94"-15,0 0 19 16,13-108 15-16,-10 98-40 16,-3 9-10-16,0 1 10 0,0 0-50 15,0 0-15-15,0 17-24 16,0 21-3-16,0 12 24 16,2 6-30-16,0 2 2 15,2 0 2-15,3 3 2 16,5-5-6-16,3-4 0 15,3-10 2-15,7-10-5 16,-2-12 3-16,4-6 0 16,0-10-4-16,-2-4 5 15,0 0-1-15,-4-10 0 16,-5-14 4-16,-7-7 2 16,-9-8-4-16,0 1 8 15,-13 1 16-15,-16 10-21 0,-5 7 30 16,1 10-35-16,2 8 7 15,4 2-14-15,5 0 6 16,9 2-11-16,13 18-47 16,0 0-162-16,17 1-105 15</inkml:trace>
  <inkml:trace contextRef="#ctx0" brushRef="#br0" timeOffset="4604.31">11156 6984 343 0,'0'0'842'16,"0"0"-827"-16,0 0 128 15,0 0-2-15,0 0-86 16,0 0-41-16,-29-44 3 15,29 60-13-15,0 16 1 16,5 8 16-16,4 4-19 16,-3-3 4-16,1-5-6 15,0-3-2-15,-2 0-3 0,-3-4-8 16,0 2-96-16,-2-5-131 16,0-8-154-16,0-12-378 15</inkml:trace>
  <inkml:trace contextRef="#ctx0" brushRef="#br0" timeOffset="5013.04">11303 7009 942 0,'0'0'6'0,"0"0"58"0,0 0 64 16,0 0-58-1,0 0-48-15,0 0-21 0,-2-21 11 16,2 44-11-16,0 13-1 15,0-3 0-15,-2-3 8 16,2-4-8-16,0-8 0 16,0-5 1-16,0-8-10 15,0-2 8-15,0-3-4 16,0 0 4-16,0 0-16 16,0 0 16-16,16-16 0 15,6-7 1-15,5 4-5 16,2 1 5-16,-3 3 0 15,1 8-1-15,-2 2 9 0,-3 5-3 16,-2 0 12 0,-5 22-7-16,-3 11 16 0,-6 0-14 15,-6-1 2-15,0-3 12 16,0-6-22-16,0 0 19 16,-8-7-13-16,-2-4-7 15,1-2-5-15,1-4 2 16,-6-6-42-16,-3 0-188 15,-8-2-164-15</inkml:trace>
  <inkml:trace contextRef="#ctx0" brushRef="#br0" timeOffset="5170.29">11326 7006 762 0,'0'0'132'16,"0"0"-66"-16,0 0 61 15,0 0-82-15,0 0-45 16,0 0-1-16,135-95-1 16,-85 80-177-16,-4 3-676 15</inkml:trace>
  <inkml:trace contextRef="#ctx0" brushRef="#br0" timeOffset="5987.33">12095 6999 788 0,'0'0'6'0,"0"0"9"15,0 0 109-15,0 0-26 16,0 0-32-1,0 0-25-15,-71-53-13 0,79 37-28 16,5 2 0-16,1 7 0 16,-3 4 3-16,-2 3-3 15,2 0 0-15,-2 5 1 16,4 24 20-16,3 11-5 16,-4 6 3-16,3 5 7 0,-7-1-25 15,-5-6 23-15,-3-4-14 16,0-7-7-16,-5-3 20 15,-13-9-16-15,3-5 5 16,1-8 0-16,1-6-6 16,2-2 1-16,0 0-2 15,-2-10-5-15,2-15 18 16,1 0-18 0,4-5 0-16,6 6-1 0,0 3 5 15,0 10-7-15,0 0 3 16,8 7 0-16,6 3 4 15,6 1-1-15,2 0 12 16,5 0 30-16,2 16-41 0,0 0 25 16,-2 4-26-1,-5-2 4-15,2-3-10 0,-1 4 3 16,-3-5-8-16,0-3-36 16,-2 0-130-16,-1-7-103 15,-5-4-259-15</inkml:trace>
  <inkml:trace contextRef="#ctx0" brushRef="#br0" timeOffset="6380.37">12382 7074 649 0,'0'0'29'15,"0"0"82"-15,0 0 19 16,0 0-27-16,0 0-37 16,0 0-7-16,0-75-3 15,0 75-40-15,-7 5-9 16,3 17-3-1,0 8-4-15,4 0 7 0,0 2-2 16,0-1-1-16,6-3-4 16,7-2 0-16,3-4-3 15,1-6 3-15,2-2 0 16,1-6 0-16,-1-6-2 0,0-2 2 16,1 0 0-1,-1-4 0-15,0-16-3 0,-7-4 10 16,0-8-7-16,-9-6 12 15,-3-5-8-15,0-2 22 16,-12 6 2-16,-8 11-10 16,-2 8 38-16,-3 9-20 15,0 9-28-15,-1 2-8 16,4 0-14 0,6 8 13-16,5 17-37 0,9 7-105 0,2 0-147 15,0-2-566 1</inkml:trace>
  <inkml:trace contextRef="#ctx0" brushRef="#br0" timeOffset="6962.06">13629 6913 220 0,'0'0'440'16,"0"0"-356"-16,0 0 33 16,0 0 26-16,0 0-49 15,0 0-9-15,-30-52-6 16,30 52-12-1,0-1 4 1,0 1-26-16,0 0-38 16,-2 0 2-16,2 28-6 15,0 10-3-15,0 6 21 0,0-3-12 16,0-3 15-16,0-9-8 16,0-7-14-16,0-5 12 15,0-10-12-15,0-3-2 16,0-1 2-16,0-3 6 15,0 0-5-15,0 0 9 16,0-25-7-16,-6-7 8 16,-4-10-10-16,1-2-3 15,0 4 0-15,2 3 8 16,2 14-12-16,3 7 4 16,2 10 0-16,0 3-1 0,0 3 1 15,0 0 0 1,0 0 0-16,0 0-15 0,0 25 15 15,0 9-1-15,9 5 2 16,1 3-5-16,0-5 4 16,-3-5 0-16,2 0 0 15,-2-5-2-15,-1-1 0 16,3-5-38-16,3-5-235 16,1-3-288-16</inkml:trace>
  <inkml:trace contextRef="#ctx0" brushRef="#br0" timeOffset="8480.91">14420 6906 621 0,'0'0'13'0,"0"0"65"0,0 0 66 16,0 0-93-16,0 0 33 16,0 0-45-16,-98-34-22 15,90 21 30-15,6-4-24 16,2 0-4-16,0 2 3 15,0 1-16-15,0 2 7 16,2 0-13-16,9 3 4 16,0 6-2-16,0-1 0 15,4 4-2-15,-1 0 3 16,1 0 4-16,1 17 1 16,-1 12-6-16,-1 5 1 15,0 2 3-15,3 1-3 16,-4-6-3-16,1 1 0 0,-9-1 8 15,-3 0-5-15,-2-4 2 16,0 4-5-16,-7-5 17 16,-15-3-15-16,-3-5 2 15,0-2-1-15,2-6 2 16,0-3-4-16,5-2-1 16,-2-3 0-16,-1-2 0 15,7 0 0-15,-6 0 0 16,1 0 0-16,4-7 2 15,3 1-5-15,6 1 3 16,4-4 0-16,2 0-6 16,0-5 5-16,0-4 1 15,0 0-4-15,0-3 8 0,8 7-6 16,0 4 2-16,-2 3 0 16,1 6 2-16,-1 0 1 15,2-2-1-15,3 3 10 16,4 0-11-16,4 0 18 15,7 14-10-15,-2 7-8 16,2 2 28-16,1 1-26 16,0-2 5-16,-4-4-8 15,-1-2 4-15,-5-3-9 16,2-3 5-16,0-5-78 0,6-2-126 16,0-3-249-16</inkml:trace>
  <inkml:trace contextRef="#ctx0" brushRef="#br0" timeOffset="8889.5">14742 6894 631 0,'0'0'8'0,"0"0"136"16,0 0-1-16,0 0-67 15,0 0-19-15,0 0-42 16,-29-22 8-16,24 22-15 15,1 16 1-15,-3 6 24 0,4 6-26 16,0 4 4-16,3 1 4 16,0 0-13-16,0-1 12 15,0 0-10-15,6-1-1 16,7-8 14-16,3-2-16 16,1-5 4-16,4-7 3 15,1-2-1-15,-2-5 0 16,-3-2 4-16,4 0 3 15,-1-17 40-15,-8-4-30 16,3-6 20-16,-8-4 21 0,-7-5-40 16,0-5 13-16,0 2-8 15,-22 2-24-15,1 9 17 16,-1 7-20-16,-3 8 0 16,-2 9-3-16,-2 4-21 15,-2 0-17-15,-2 6-115 16,4 16-65-16,4 2-176 15</inkml:trace>
  <inkml:trace contextRef="#ctx0" brushRef="#br0" timeOffset="9880.35">15874 6811 762 0,'0'0'48'0,"0"0"159"16,0 0-88-16,0 0-31 15,0 0-20 1,0 0-8-16,-17-29-39 0,17 29 7 0,0 6-22 15,-1 22-5-15,-4 8 39 16,1 4 17-16,0-2 0 16,0-2-25-16,2-3-19 15,0-2 4-15,2-5-17 16,0-4 1-16,0 0-6 16,0-2 1-16,0 2-26 15,0-4-152-15,10-3-124 16,1-9-286-16</inkml:trace>
  <inkml:trace contextRef="#ctx0" brushRef="#br0" timeOffset="10398.67">16001 6896 845 0,'0'0'29'15,"0"0"131"-15,0 0-34 16,0 0-61-16,0 0-21 15,0 0-11-15,0-58-26 16,0 58-1 0,0 0-6-16,0 0 1 0,0 9-2 15,0 13 1-15,0 9 0 0,0-3 1 16,-3-2 2-16,3-4-3 16,0-6 0-16,0-5 4 15,0-5-5-15,0-4 1 16,0-2 0-16,0 0-6 15,0 0 7-15,0 0-1 16,0 0 0-16,9 0 8 16,6-1-11-16,6-10 3 15,-1 0 0-15,-1 1-6 16,2 2 6-16,0 1 0 16,2 4 0-16,-3 3 0 15,-1 0-2 1,-4 0 2-1,1 0 0-15,-2 7 2 0,5 14 0 16,-2 1 6-16,-3 0 9 16,-5 2-16-16,-7-3 26 15,-2-4 0-15,0 2-7 16,-2-4 18-16,-19-1-29 16,-10 1 7-16,-2-1-16 15,-3-3 8-15,3-1-16 16,2-3 4-16,4-6-88 15,5-1-63-15,6 0-69 16,6-22-161-16</inkml:trace>
  <inkml:trace contextRef="#ctx0" brushRef="#br0" timeOffset="10603.13">15987 6838 721 0,'0'0'88'0,"0"0"51"16,0 0-29-16,0 0-59 16,0 0-24-16,0 0-20 15,122-22 2-15,-57 13 13 16,7-2-20-16,1-6 5 16,-6 4-7-16,-9-1-30 0,-16 0-299 15</inkml:trace>
  <inkml:trace contextRef="#ctx0" brushRef="#br0" timeOffset="11547.66">10136 8179 460 0,'0'0'5'0,"0"0"56"16,-27-128 71-16,23 92-23 16,-1 3 3-16,3 8-22 15,-2 6 12-15,-1 8 3 0,3 5-43 16,2 2 47-16,-2 4-39 15,2 0-27-15,0 0-8 16,0 0-34-16,0 15 1 16,0 28-2-16,0 14 4 15,0 8 0 1,9 1-3-16,-3-3 2 0,-1-4 6 16,1-1-4-16,-1-5-4 15,0-5-1-15,1-4 4 16,-4-4-13-16,3-4 8 15,-3-4-30-15,-2-6-140 16,0-7-33-16,0-7-79 16,-15-8-77-16</inkml:trace>
  <inkml:trace contextRef="#ctx0" brushRef="#br0" timeOffset="11862.2">9931 8528 508 0,'0'0'1'0,"0"0"156"16,0 0-38-16,0 0 37 15,0 0-80 1,0 0-47-16,-11-96 26 0,11 92-8 16,0 4-25-16,0 0 8 15,6 4-20-15,6 24-4 0,3 9 31 16,5 4-30-16,-1-3-2 16,-2-6 5-16,-1-8-6 15,-3-10 3 1,1-6-4-16,-1-5-2 0,2-3 18 15,5 0-16-15,3-4 15 16,2-17-1-16,0-3-16 16,0-2 15-16,0 0-16 15,-5 0 0-15,-3 10-5 16,0 2-19-16,-7 11-80 16,-3 3-93-16,-7 0-296 15</inkml:trace>
  <inkml:trace contextRef="#ctx0" brushRef="#br0" timeOffset="12432.95">9504 9190 793 0,'0'0'2'15,"0"0"154"-15,0 0-26 0,0 0-44 16,0 0-12 0,0 0-67-16,-27-62-4 0,44 44 5 15,1 4-5-15,5 4-2 16,-2 3-1-16,2 7 2 16,-1 0-5-16,1 4 3 15,-1 20 0-15,0 7-3 16,-6-1 8-16,-5-2-5 15,-7-4 0 1,-4-1 3-16,0-4-4 0,-11-1 1 16,-13-2 0-16,-1-2 1 15,0-2 4-15,8-4-5 16,1-4 0-16,10 0 3 0,3-4-4 16,3 0 1-16,0 0-4 15,11 0 1 1,18 0-1-16,7 0 4 0,7 0 2 15,1 0 1-15,-1 18 13 16,-6 7-11-16,-8 2 0 16,-11 3 8-16,-11-1-4 15,-7-2 3-15,-3 3 19 16,-25-5-15-16,-11 2 15 16,-5-4-7-16,-7-9 10 15,0-6-3-15,-1-8-9 16,3 0 9-16,5-14-21 0,6-18-5 15,9-14-10-15,11-15-39 16,16-7-116-16,2-6-36 16,27 5-270-16</inkml:trace>
  <inkml:trace contextRef="#ctx0" brushRef="#br0" timeOffset="12994.37">10142 9178 916 0,'0'0'5'0,"0"0"5"16,0 0 111-16,0 0-61 16,-115 6-16-16,106-21-27 15,2-3 10-15,5-1-6 16,2-1-17-16,0 1-2 31,0 4-2-31,4 3 0 0,10-1-5 0,3 6 10 16,6 4-5-16,-3 3 0 0,4 0 1 15,-1 8-2 1,1 19 2-16,-1 5 0 0,-2 4 1 16,-7 4 3-16,-5 2-5 31,-8-2 3-31,-1-1 1 15,0-2 4-15,-10-3-4 16,-14-6 0-16,-5-2 11 16,-3-5-15-16,3-6 11 15,3-1-10-15,2-6 3 16,3-4-3-16,8-4-1 16,4 0 0-16,5 0 11 15,4-1-10-15,0-13 8 16,0-7-9-16,13 1 6 0,9-1-10 15,3 3 4-15,-1 4 0 16,1 5 42-16,-1 7-26 16,1 2 3-16,-1 0-2 15,5 16-7-15,-4 8 7 16,-1 0-17-16,1 3 0 16,-5-4-2-16,2 0-1 15,2-5-5-15,7-6-116 0,6-9-229 16</inkml:trace>
  <inkml:trace contextRef="#ctx0" brushRef="#br0" timeOffset="13704.7">10898 9190 954 0,'0'0'2'0,"0"0"34"0,0 0 54 15,0 0-35-15,0 0-55 16,0 0 0-16,131-86 20 15,-97 83-2-15,-10 3 9 16,-3 0-10-16,-11 21-11 16,-5 6 7-16,-5 2-11 15,0 0 0-15,0 4 7 16,-17-3-6-16,-6 0 2 16,0-8 14-16,6-4-15 0,1-8 8 15,7-4-12 1,7-4 3-16,2-2-2 0,0 0 4 15,0 0-5-15,0 0 0 16,0 0-1-16,9 0-1 16,11 0 2-16,2 0 0 15,3 6 0-15,-1 6 6 16,1 6-6-16,-5 5 0 16,-7-2 7-16,-8 4-4 15,-5-6 2-15,0 2 4 0,-11-3 19 16,-18-2 16-16,-2-2-6 15,-3-4-12 1,1-6-23-16,2-4 17 0,4 0-20 16,2-4-5-16,9-20 2 15,14-8-147-15,2-5-60 16,10 4-274-16</inkml:trace>
  <inkml:trace contextRef="#ctx0" brushRef="#br0" timeOffset="14097.69">11288 9213 708 0,'0'0'54'15,"0"0"113"-15,0 0-7 16,0 0-77-16,0 0-26 16,0 0-32-1,7-12-11-15,-7 35 3 0,0 9-16 16,2 8 11-16,2-2-5 15,3 0-2-15,4-2 2 16,5-4-7-16,4-5 0 0,5-6 4 16,-2-6 2-1,4-10-6-15,0-5 13 16,2 0-9-16,0-1 25 0,-2-19-25 16,-10-4 12-16,-3-7 39 15,-12-1-19 1,-2-4-10-16,-2-4 18 0,-25-2-17 15,-6 3-4-15,-2 8-19 16,1 9-2-16,1 10-2 16,-4 8-6-16,-2 4-41 15,-7 0-139-15,0 22-156 16,-2 0-557-16</inkml:trace>
  <inkml:trace contextRef="#ctx0" brushRef="#br0" timeOffset="14302.07">10537 9453 1020 0,'0'0'5'15,"0"0"87"-15,0 0 81 16,0 0-127-16,0 0 3 0,0 0-43 15,4 4-4-15,35-4-4 16,9 0-9-16,17 0-98 16,11-14-111-16,6-7-421 15</inkml:trace>
  <inkml:trace contextRef="#ctx0" brushRef="#br0" timeOffset="14601.05">11945 9349 311 0,'0'0'388'15,"0"0"-335"1,0 0 105-16,0 0-22 0,0 0-66 16,0 0-50-16,-8 9 19 15,29-9-16-15,10 0-19 0,8 0-4 32,3 0-39-32,0-7-225 15,-3-6-618-15</inkml:trace>
  <inkml:trace contextRef="#ctx0" brushRef="#br0" timeOffset="15340.41">12547 9006 463 0,'0'0'322'0,"0"0"-251"15,0 0 124-15,0 0-57 16,0 0-66-16,0 0-7 16,-37-32-23-16,33 34-33 15,0 25 11-15,-2 8-16 16,4 2 8-16,2 1 15 15,0 0-26-15,0-1 16 16,4-7-4-16,7-2-12 16,7-6 8-16,2-2-9 15,8-4 0-15,3-4-3 0,6-6 3 16,-4-2-1 0,-2-4-3-16,-6 0-33 0,-8 0 22 15,-10-4 0-15,-5-12 15 16,-2-6 1-16,0-6 5 15,0-4-6-15,0 0 0 16,-7 3 5-16,3 6-2 16,2 11 5-16,0 3 10 15,0 6 24-15,2 0-23 16,0 3 20-16,0 0-6 16,0 0-26-16,0 0 15 15,0 9-20-15,0 23 1 0,0 6 38 16,6 6-14-16,3-2-2 15,-2-4-14-15,2-4-5 16,-4-3-5-16,5-8-1 16,-2-1-7-16,-2-4 6 15,3-1-84-15,-1-6-73 16,6-4-97-16,-1-7-148 16</inkml:trace>
  <inkml:trace contextRef="#ctx0" brushRef="#br0" timeOffset="15732.26">12988 9138 734 0,'0'0'38'0,"0"0"83"15,0 0 61-15,0 0-83 16,0 0-30-16,0 0-25 16,-29-46-38-16,25 67-4 15,-1 10 18-15,5 5-17 16,0 0 1-16,0 4-4 15,0 0 7-15,0-2-11 16,0-5 4-16,7-6 0 0,4-4-6 16,3-9 9-16,1-7-3 15,1-5 0-15,-1-2 4 16,1 0-4-16,-1-5 0 16,-1-13 1-16,-3-6 11 15,-7-2-11-15,-4-7 19 16,0-2 7-16,0-4 16 15,-15 3 5-15,-5 4-27 16,-3 9-2-16,4 8 21 16,0 7-37-16,3 4 3 15,8 4-6-15,6 0-31 16,2 0-106-16,0 9-108 16,10 6-299-16</inkml:trace>
  <inkml:trace contextRef="#ctx0" brushRef="#br0" timeOffset="15939.49">13346 9346 821 0,'0'0'8'0,"0"0"18"0,0 0 105 16,0 0-15-1,0 0-42-15,0 0-15 0,85 4-28 16,-52-4-31-16,1-1-1 16,2-5-109-16,6 0-335 15</inkml:trace>
  <inkml:trace contextRef="#ctx0" brushRef="#br0" timeOffset="16471.14">13930 9133 984 0,'0'0'7'16,"0"0"42"-16,0 0 45 15,0 0-45-15,0 0-28 16,0 0-21-16,43-59 0 15,-21 59 1-15,-2 0 5 16,-4 0-4-16,-3 16 14 16,-1 12-8-16,-4 8 22 15,-1 2-15-15,-1 2-6 16,-1-2 17-16,-5-1-9 16,0 0 16-16,0 0-7 0,-13-5-20 15,-8-5 8-15,-4-4-10 16,4-10-4-16,-4-2 4 15,7-5 4-15,5-5-7 16,0-1-1-16,-1 0 5 16,6-4-2-16,1-14-3 15,7 0 0-15,0 2-1 16,0 4 2-16,0 4-1 16,2 3 0-16,7 2 3 15,2 3-6-15,3 0 6 16,1 0 3-16,5 11 27 15,0 6-15-15,2 6 7 16,-2-2-11-16,1 0-10 0,-4 0-4 16,3-4 0-16,0-1-4 15,2-4-39-15,1-2-161 16,-3-4-53-16,4-6-379 16</inkml:trace>
  <inkml:trace contextRef="#ctx0" brushRef="#br0" timeOffset="16675.57">14374 9435 856 0,'0'0'54'16,"0"0"-34"-16,0 0 88 15,0 0-20-15,0 0-52 16,0 0-35-16,80-4 5 15,-35-5-6-15,1-3-160 16,6-4-513-16</inkml:trace>
  <inkml:trace contextRef="#ctx0" brushRef="#br0" timeOffset="17162.84">14839 9133 680 0,'0'0'252'0,"0"0"-248"15,0 0 129-15,0 0-17 16,0 0-59-16,0 0-7 16,-12-14-13-1,12 17-23-15,0 17 18 0,0 6-10 16,8 6-4-16,1 0-17 0,-1 2 7 15,6-4-9-15,-1-4 1 16,3-5 0-16,2-8-1 16,2-5 4-16,3-5-3 15,1-3 0-15,2 0-56 16,1-7 31-16,-4-16-21 16,-5-7 26-16,-5-1 11 15,-7-5 15-15,-4 0-6 16,-2 6 11-16,0 7 1 15,0 10 48-15,0 5-7 16,0 6-1-16,0 0 11 0,0 2-40 31,0 0-1-31,0 20-10 0,0 10 7 0,0 7 30 16,0 1-40-16,10-5 1 16,1-1-2-16,-3-4-5 15,2-4-3-15,-1 1 0 16,-3-4-15-16,3 0-110 15,-2-7-149 1,4-9-217-16</inkml:trace>
  <inkml:trace contextRef="#ctx0" brushRef="#br0" timeOffset="17542.02">15370 9130 890 0,'0'0'12'15,"0"0"128"-15,0 0 5 16,0 0-71-16,0 0-40 16,0 0-31-16,-18 12 2 15,18 22 8-15,0 8-11 16,0 2-2-16,0-2 9 31,2-3-7-31,9-4-2 16,7-7 0-16,2-3 6 0,2-10-1 15,3-4-1-15,0-7-1 16,-1-4 22-16,0 0-7 16,-1-7 45-16,-1-12 0 15,-4-6-22-15,-7-4 29 16,-6-6-42-16,-5-1 11 16,0-2-9-16,-12 4-28 15,-15 3 26-15,-4 10-21 16,0 7 1-16,0 8-16 15,7 6 0-15,3 0-60 0,11 6-114 16,8 10-148 0</inkml:trace>
  <inkml:trace contextRef="#ctx0" brushRef="#br0" timeOffset="17776.62">15989 9418 1161 0,'0'0'24'16,"0"0"34"-16,0 0 74 15,0 0-113-15,156-25-16 16,-100 14-3-16,0-3-116 15,-5 0-150-15,-7-2-698 16</inkml:trace>
  <inkml:trace contextRef="#ctx0" brushRef="#br0" timeOffset="18344.66">16645 9083 971 0,'0'0'4'16,"0"0"15"-16,0 0 80 15,0 0-16-15,0 0-71 16,0 0-8-16,42-51-1 0,-29 48-1 15,-2 3-2 1,-4 0 1-16,-3 0 7 0,0 3 0 16,1 11-6-16,-3 0 3 15,-1 1 0-15,-1 0 1 16,0-1-6-16,0 1 0 16,0 4 4-16,0 0 1 15,-10 4 6-15,-5-2-4 16,-1 4 18-16,5-2-20 15,-1-6 18-15,4 1 0 16,6-6-17-16,-1 2 22 16,3 0-21-16,0-1 4 0,11-1 9 15,18 2-17-15,5 1 4 16,2 3-7-16,-5 0 7 16,-7 3-12-16,-4 1 8 15,-11-7-3-15,-5 1 24 16,-4-3-7-16,0-6 32 15,-4 0-3-15,-15-1-19 16,-6-3 6-16,-2-3-21 16,0 0-6-16,0 0-5 15,8 0 3-15,3-12-8 16,8-6-49-16,8-8-111 16,0-2-100-16,12-2-470 15</inkml:trace>
  <inkml:trace contextRef="#ctx0" brushRef="#br0" timeOffset="18798.06">17144 9056 963 0,'0'0'56'15,"0"0"119"-15,0 0-99 16,0 0-41-16,0 0-9 0,0 0-25 15,-23 18 20-15,16 14-9 16,-1 2-5-16,-2 6 6 16,4-2-9-16,-1 1 3 15,7 0 3-15,0-3-6 16,0-4 7-16,0-6-8 16,15-3 5-16,6-8 14 15,1-3-10-15,2-6 15 16,3-3 10-16,2-3-18 15,0 0 26-15,4-17 0 16,1-7-8-16,-6-2 13 0,-5-5-17 16,-7-2-3-1,-9-1 6-15,-7-6-25 0,0-3 17 16,-2 2-23-16,-17 0 1 16,-3 5 3-16,-2 9-5 15,-3 6-4-15,-6 10 0 16,-6 6-41-1,-9 5-23-15,-10 0-101 0,-5 19-154 16,1 0-349-16</inkml:trace>
  <inkml:trace contextRef="#ctx0" brushRef="#br0" timeOffset="21902.79">11286 7553 1160 0,'0'0'10'0,"0"0"30"16,0 0 75-16,0 0-34 15,0 0-78-15,0 0 3 16,0 0-6-16,-18 97 0 16,18-25 24-16,0 6-4 15,6 4 21-15,-1 7 19 16,2-3-45-16,-4-7 17 16,3-2-22-16,2-8-8 0,1-8 2 15,3-3-4 1,1-5 0-16,1-3-2 0,-6-7-18 15,-3-10-64-15,-5-12-97 16,0-5 5-16,-11-9 41 16,-18-7-78-16,-2 0 100 15,-1-14 80-15,3-12 33 16,5 0 34-16,5-2 33 16,9 2 16-16,7 2 48 15,3 0-72-15,0 6-25 16,0 4 34-16,3 8-42 15,5 6 9-15,2 0-16 0,3 26 2 16,7 18 38-16,0 11-45 16,0-2-7-16,-1-6 2 15,0-9-4-15,-1-11-1 16,-5-9-4-16,1-7 2 16,-3-10 9-16,-1-1-10 15,11 0 10-15,6-17 0 16,8-26-6-16,10-18-10 15,8-16-76-15,5-6-130 16,2 2-291-16</inkml:trace>
  <inkml:trace contextRef="#ctx0" brushRef="#br0" timeOffset="22264.22">12398 7532 655 0,'0'0'5'0,"0"0"113"0,0 0 25 15,0 0-62-15,0 0-15 16,0 0-38-16,-14 28-21 15,12 25 43-15,0 20 28 16,2 7-30-16,0 4 13 16,0 1-21-16,10 4 11 15,4-8-28-15,-1-5-6 16,3-6 0-16,-3-8-15 16,0-3-2-16,-1-9 0 15,-1-4-10-15,-6-8 6 16,-3-6-133-16,-2-4-95 15,-2-10-148-15</inkml:trace>
  <inkml:trace contextRef="#ctx0" brushRef="#br0" timeOffset="22516.27">12293 8480 685 0,'0'0'15'16,"0"0"41"-16,0 0 79 15,0 0-36 1,0 0-69-16,0 0-28 0,2-4 30 15,20 46 14-15,3 6-19 16,4-1-15-16,-2-7-5 16,0-11 1-16,-6-8-6 0,2-11-2 15,-3-6 24-15,0-4-6 16,2-2 14-16,7-22 9 16,5-14-12-16,5-14-12 15,2-6-17-15,5-5-12 16,8 1-71-16,13 16-161 15,11 14-375-15</inkml:trace>
  <inkml:trace contextRef="#ctx0" brushRef="#br0" timeOffset="22893.91">13988 7638 718 0,'0'0'5'16,"0"0"25"-16,0 0 83 16,0 0 27-16,0 0-79 0,0 0-38 15,-2-82 24 1,2 98-27-16,13 23 23 0,5 20 14 15,0 9-35-15,3 10 36 16,-2 6 4-16,-1 2-22 16,0 2-9-16,-4-5-17 15,-4-5-7-15,-3-7-7 16,0-5 8-16,0-8-12 16,-3-8 4-16,0-10-13 15,-2-10-5 1,1-10-141-16,-3-8-24 0,0-12-96 15,-3 0-85-15</inkml:trace>
  <inkml:trace contextRef="#ctx0" brushRef="#br0" timeOffset="23113.73">14035 8399 622 0,'0'0'41'16,"0"0"87"0,0 0 43-16,0 0-101 0,0 0-34 15,0 0-23-15,18 8 50 16,2 23-8-16,2 7-44 15,1-4-2-15,1-4-9 16,-2-4 1-16,1-12-4 16,-2-6 3-16,0-8 0 0,4 0 0 15,6-18 7-15,1-15-6 16,9-11-1-16,4-17-33 16,6-8-76-1,7-2-331-15</inkml:trace>
  <inkml:trace contextRef="#ctx0" brushRef="#br0" timeOffset="23506.55">15040 7640 680 0,'0'0'14'0,"0"0"13"16,0 0 60-16,0 0 4 16,0 0-44-16,0 0-11 15,3-65-16-15,-1 65 4 16,-2 0-10-16,0 0 15 16,2 0-17-16,7 29-4 15,4 19 18 1,5 16 8-16,2 10 22 0,2 8 12 0,0 4-30 15,1 1 38 1,-4-3-44-16,0-10-2 0,-7-3-9 16,-2-7-19-16,-3-6 8 15,-5-3-10-15,0-5 1 16,-2-7-8 0,0-13 7-16,0-5-15 0,0-14-119 15,0-7-87-15,0-4-107 16,-13-20-237-16</inkml:trace>
  <inkml:trace contextRef="#ctx0" brushRef="#br0" timeOffset="23726.15">15116 8336 650 0,'0'0'16'0,"0"0"20"0,0 0 92 16,0 0-8-16,25 140-63 15,-6-94-11-15,-1-4 0 16,3-5-19-16,-2-7 4 15,6-7-21-15,4-6 14 16,6-7 7 0,5-6-20-1,9-4 14-15,3 0-24 16,6-4 7-16,2-17-16 16,5-11-42-16,-1-18-105 15,1-22-255-15</inkml:trace>
  <inkml:trace contextRef="#ctx0" brushRef="#br0" timeOffset="24103.2">16394 7338 563 0,'0'0'30'0,"0"0"52"15,0 0 10-15,0 0-45 16,0 0-40-16,0 0 62 16,10 137 39-16,1-52-55 15,3 12 15-15,-6 10-6 16,3-3 5-16,3-1-18 15,-3-7-21-15,2-8-1 16,-2-10-1-16,-2-8-20 16,-5-5 3-16,-2-7-9 15,-2-8 0-15,0-8-10 16,0-10-2-16,3-12-58 0,-1-10-104 16,-2-10-144-16,0-2-432 15</inkml:trace>
  <inkml:trace contextRef="#ctx0" brushRef="#br0" timeOffset="24356.09">16390 8350 742 0,'0'0'3'0,"0"0"24"16,0 0 130-16,0 0-66 15,54 120-14-15,-30-78-28 0,1-5-4 16,2-8-1-16,-1-7-4 15,7-9-11-15,6-12 6 16,3-1 30-16,5-10-6 16,1-22-7-16,-2-12-7 15,-2-14-42-15,-7-5 0 16,-1-8-3-16,-5 1-35 16,-5 3-128-16,0 13-116 15,-8 12-440-15</inkml:trace>
  <inkml:trace contextRef="#ctx0" brushRef="#br0" timeOffset="25786">13066 11771 854 0,'0'0'11'0,"0"0"55"16,-74-125 60-16,58 93-21 15,8 11-17-15,6 11 11 16,2 5-23-16,0 5-23 15,0 0 3-15,0 0-45 16,0 12 6 0,2 35-9-16,16 23 11 0,-1 12 21 15,4-2-32-15,-8-6 2 0,3-5-7 16,-6-8 4-16,-4-5-8 16,4-5 1-16,-3-11-16 15,-1-4 10-15,6-8-152 16,-3-8-109-16,-5-16-139 15</inkml:trace>
  <inkml:trace contextRef="#ctx0" brushRef="#br0" timeOffset="26225.35">12948 11761 672 0,'0'0'1'16,"0"0"20"-16,0 0 50 0,49-122 11 15,-22 101-8-15,-3 9-20 16,3 10-14-16,-5 2-18 16,2 18-14-16,1 24 9 15,0 8-5-15,-6 1-6 16,-3-4-4-16,-11-8-2 16,-5-1 1-16,0-5 5 15,-23-2-5-15,-12-1-1 0,-7-5 8 16,-3-5-5-1,5-5 0-15,9-2-3 0,8-7 2 16,12-4 9-16,9-2-1 16,0 0 0-16,2 0 20 15,0 0-9 1,0 0 18-16,0 0-2 0,0 0-20 16,13 0 8-16,16 1-17 15,14 16 33-15,10 7 17 16,7 6-47-16,2 2 12 15,0 0-22-15,-1 0 6 16,-1-4-11-16,-6-4 4 16,-1-6-7-16,-2-8-14 0,-6-4-133 15,-5-6-68 1,-11 0-85-16,-9-27-382 0</inkml:trace>
  <inkml:trace contextRef="#ctx0" brushRef="#br0" timeOffset="26661.48">13705 11803 565 0,'0'0'52'0,"0"0"72"31,0 0 70-31,0 0-38 16,0 0-40-16,0 0-76 16,0-25-36-16,0 73 22 15,-4 13 1-15,2-1-8 0,2-4 1 16,0-7-17-16,-2-5 5 15,2-8-8-15,-5-6 2 16,3-10-4-16,0-8 2 16,-1-6 0-16,1-6-2 15,-5 0 8-15,-1-28-6 16,-3-18 0-16,-1-12-9 16,8-13 2-16,4-7-5 15,0-4-1-15,0 3 11 16,13 15-14-16,9 16 16 15,3 14 0-15,4 15 3 16,-2 9 8-16,2 10-4 16,4 4 5-16,3 37 14 15,3 24-20-15,4 11 20 16,-5 6-9-16,0-4-4 0,-9-6 11 16,-2-4-24-16,-5-9 0 15,-7-7-2-15,-6-8 4 16,-9-6-8-16,0-4 0 15,-4-8-96-15,-20-7-91 16,-5-13-153-16,-10-6-284 16</inkml:trace>
  <inkml:trace contextRef="#ctx0" brushRef="#br0" timeOffset="26805.98">13790 12083 94 0,'0'0'814'16,"0"0"-770"-16,0 0 49 15,0 0-17-15,0 0-39 16,0 0-31-16,147-67-6 16,-71 52-8-16,-2 3-37 15,-5-1-438-15</inkml:trace>
  <inkml:trace contextRef="#ctx0" brushRef="#br0" timeOffset="27340.59">14621 11707 874 0,'0'0'23'0,"0"0"130"16,0 0-67-16,0 0 2 16,0 0-28-16,0 0-56 15,-45-3 4-15,45 53 10 16,12 15 2-16,1 1 16 15,1-2-19-15,-3-4-11 16,-2-7-6-16,4-9 5 16,-4-6-12-16,-3-10 5 0,-4-9-23 15,1-4-81 1,-3-12-64-16,0-3-47 0,0-6 80 16,-9-25-174-16,-15-15 120 15,2-9 95-15,-7-2 24 16,0-4 72-16,2 3 122 15,11 8 62-15,9 10-20 16,7 4 1-16,11 6-100 16,23 8-36-16,10 3-17 15,8 10 14-15,3 4-4 16,8 5 38-16,2 6 24 16,-1 25-37-16,-6 6 26 15,-16 12-10-15,-15 5-27 0,-20 4 6 16,-7-1-31-16,-5 2 4 15,-30-3 10-15,-10-6-20 16,-6-5 12-16,2-9-17 16,5-11 4-16,3-8-4 15,7-11 0-15,8-6-31 16,8-14-205-16,16-24-486 16</inkml:trace>
  <inkml:trace contextRef="#ctx0" brushRef="#br0" timeOffset="27663.56">15510 11656 1007 0,'0'0'5'0,"0"0"56"15,0 0 60-15,0 0-30 16,0 0-18-16,0 0-64 0,-31-36-4 16,31 87 0-16,0 18 33 15,0 10 27-15,2-3-34 16,9-6 11-16,1-6-21 16,-1-6-13-16,2-5 4 15,-2-7-12-15,2-8 0 16,6-6-3-16,-2-5-15 15,5-6-144-15,1-11-132 16,-4-10-361-16</inkml:trace>
  <inkml:trace contextRef="#ctx0" brushRef="#br0" timeOffset="28095.71">16416 11754 1004 0,'0'0'5'16,"0"0"48"-16,-57-104 53 16,37 82-40-16,2 8-5 15,1 10-12-15,-10 4-32 16,-6 0-17-16,-8 24 0 16,-3 9-9-16,6 3 9 15,9-5 0-15,9 2-1 0,13-6-3 16,7 1-2-16,0 3 6 15,29-3-2-15,13 0-2 16,14-2 4-16,2 1 0 16,0 2-4-16,-7-1 9 15,-8 6-5-15,-8 2 0 16,-10-2 2-16,-12 1 1 16,-7-6-1-1,-6-4-2-15,0-7 18 0,-8-1 1 16,-21-4 81-16,-15-1-30 0,-8-4-41 15,-6-8 16 1,2 0-23-16,0-8-14 0,6-18 3 16,12-6-4-16,9-4-13 15,14-5 6-15,15 4-74 16,5 2-112-16,36 3-179 16</inkml:trace>
  <inkml:trace contextRef="#ctx0" brushRef="#br0" timeOffset="28409.82">17279 11653 336 0,'0'0'707'15,"0"0"-693"-15,0 0 126 16,0 0-34-16,0 0-28 16,0 0-43-16,-23-37-34 15,31 88 3-15,3 19 57 16,-3 9 9-16,-3 0-32 0,-5-8 8 16,0-2-39-1,0-4 4-15,0-7-11 0,0-2-10 16,0-6 9-16,0-10-61 15,9-11-206-15,9-21-172 16</inkml:trace>
  <inkml:trace contextRef="#ctx0" brushRef="#br0" timeOffset="28661.12">17698 11551 1052 0,'0'0'22'0,"0"0"19"15,0 0 105-15,0 0-78 16,0 0-31-16,0 0-8 16,13 123 43-16,-1-53-7 15,-1-2-39-15,-5-5 2 16,1-7-11-16,-2-6-8 16,-5-6-5-16,0-5-4 15,0-7-6-15,0-2-1 16,0-3-11-16,-14-4-153 15,-5-9-66-15,-2-13-144 16</inkml:trace>
  <inkml:trace contextRef="#ctx0" brushRef="#br0" timeOffset="28850.84">17306 11949 787 0,'0'0'21'16,"0"0"87"-16,0 0 3 15,0 0-35 1,167-52-21-16,-93 31-31 0,3 0-6 16,4-6 12-16,-1 0-30 15,-2 1 0-15,-14 5-3 0,-14 6-21 16,-31 4-248-16</inkml:trace>
  <inkml:trace contextRef="#ctx0" brushRef="#br0" timeOffset="29589.95">12883 12753 920 0,'0'0'19'0,"0"0"71"0,0 0 9 16,0 0 8-1,0 0 6-15,0 0-44 0,-13-87-63 16,24 124 13-16,7 18 29 15,-3 12-10-15,1 2-4 16,-7-5-34-16,-7-4 4 16,-2 0 2-16,0 3-2 15,0 7-8-15,-11-1-1 16,-5 2-160-16,-3-13-157 16,-6-16-539-16</inkml:trace>
  <inkml:trace contextRef="#ctx0" brushRef="#br0" timeOffset="29904.6">12237 13602 1035 0,'0'0'8'0,"0"0"97"0,0 0 17 16,0 0-43-16,0 0-20 15,0 0-47-15,-5 57 19 16,10 0 27-16,2 5-36 16,2 0-13-16,-1-4-3 15,2-8-8-15,-1-4 2 16,-1-6-24-1,1-8-142-15,-2-11-109 0,0-13-449 16</inkml:trace>
  <inkml:trace contextRef="#ctx0" brushRef="#br0" timeOffset="30360.58">12620 13794 1029 0,'0'0'30'0,"0"0"32"15,0 0 22-15,0 0-20 16,0 0-41-16,0 0-2 16,-133-95-21-16,108 122 1 15,3-1-2-15,9 2 1 16,5 0 0-16,8 0 1 16,0 0 5-16,23-6-3 15,12 4 1-15,13-4-4 0,5 6 10 16,2-6-10-1,-1 5 0-15,-7 1 2 0,-11-5 3 16,-11 2-5-16,-15-5 0 16,-10-3 4-1,0 0 3-15,-4-3-5 0,-16-3 1 16,-3 0 3-16,4-11-1 16,-4 0 0-16,3-5 6 15,0-18-9-15,2-12 9 16,9-10-9-16,9-8-2 15,0-1 0-15,3-12 2 0,21 3-2 16,1 0 0-16,-3 9 1 16,-9 11-2-16,-8 11 1 15,-5 9 0-15,0 8-2 16,-7 8-2-16,-13 7-38 16,-11 0-203-16,-8 0-289 15</inkml:trace>
  <inkml:trace contextRef="#ctx0" brushRef="#br0" timeOffset="31068.59">12547 14419 1038 0,'0'0'4'0,"0"0"32"0,0 0 97 16,0 0-52-16,0 0-10 0,0 0 1 16,-31-82-63-16,31 82 13 15,0 18-11-15,4 24-11 16,9 14 48-16,6 11 3 16,-6 2-15-1,0-4 0-15,-2-1-14 0,-4-3-5 16,-1-3-15-16,-2-7 3 15,-4-2-3-15,4-1-2 16,-4-8-6-16,0-4 6 16,0 5-50-16,0-10-144 15,0-1-125-15,-19-11-272 16</inkml:trace>
  <inkml:trace contextRef="#ctx0" brushRef="#br0" timeOffset="31382.32">12355 15075 993 0,'0'0'27'15,"0"0"22"-15,0 0 64 0,0 0-1 16,0 0-39-16,0 0-57 16,2-14-9-16,27 62 22 15,4 8 6-15,6 1-21 0,-3-3-13 16,-5-10 15-1,-2-4-12-15,-8-13 1 16,-2-6 9-16,1-11-14 0,-5-5 21 16,8-5 5-16,6-5-16 15,6-22 12-15,15-8-18 16,2-11-4-16,8-2 0 16,-2-9-3-16,-4 6 3 15,-4-6-32-15,-8 7-106 16,-9-6-27-1,-13 4-223 1</inkml:trace>
  <inkml:trace contextRef="#ctx0" brushRef="#br0" timeOffset="33573.46">1384 7841 1010 0,'0'0'6'0,"0"0"-4"0,0 0 37 15,0 0-25-15,0 0-7 16,0 0 18-1,181 53-12-15,28-47 6 0,70-6-5 16,66 0-9-16,46-12 19 16,51-4-3-16,28 4-9 15,10 5 13-15,-4 4-24 16,-21 2 32-16,-34 1-15 16,-36-2-10-16,-39-7 0 15,-50 1-8-15,-45 0 2 0,-45 0-2 16,-46 0 5-16,-42 1-5 15,-39-2 0-15,-40 5-20 16,-34 0-47-16,-16 2-39 16,-57 2-95-16,-30 0-433 15</inkml:trace>
  <inkml:trace contextRef="#ctx0" brushRef="#br0" timeOffset="34261">1538 9230 907 0,'0'0'2'0,"0"0"13"16,0 0 31-16,0 0-10 16,201-46 19-16,-32 13 18 15,63 0 0-15,61 1-32 16,53 2 6-16,57 3 9 15,45 1-13-15,34 4-14 16,10 9-29-16,-9 4 1 0,-22 7 11 16,-37 2-12-16,-36 0 0 15,-57 0-1-15,-43-6 7 16,-50-2-3-16,-44-3-3 16,-42 0 1-16,-41 2-8 15,-37-4 5-15,-30 1 0 16,-24-1-32-16,-20-4-116 15,0 3-203-15</inkml:trace>
  <inkml:trace contextRef="#ctx0" brushRef="#br0" timeOffset="35299.99">13990 12703 927 0,'0'0'0'0,"0"0"104"15,0 0 19-15,0 0-16 0,0 0-6 16,0 0-34-16,-60-92-15 15,58 92-3-15,-3 4-39 16,-1 34 4-16,0 20-7 16,6 16 8-16,0 9 21 15,0-4-12-15,0-2 11 16,0-7-20-16,0-2-8 16,0-3-5-16,2-9-2 15,2-8-3-15,2-10 0 16,4-10-24-16,-3-9-81 15,-1-2-99-15,-6-11-40 16,0-6-99-16,-18-4-203 16</inkml:trace>
  <inkml:trace contextRef="#ctx0" brushRef="#br0" timeOffset="35530.47">13730 13261 719 0,'0'0'35'15,"0"0"132"-15,0 0-70 16,0 0-16-16,0 0-30 15,0 0-43-15,4 28 18 16,12 16 75-16,4 1-64 16,0-2-7-16,1-6-27 15,0-6 15-15,0-9-6 0,3-10-8 16,7-4 7-16,7-8-1 16,4 0-5-16,5-4 4 31,2-21-6-31,2-11-3 0,1-8 0 0,-6-3-61 15,-10-3-183-15,-16 3-426 16</inkml:trace>
  <inkml:trace contextRef="#ctx0" brushRef="#br0" timeOffset="36580">11453 16330 834 0,'0'0'168'0,"0"0"-140"16,0 0 56-16,0 0-65 16,0 0-1-16,0 0-11 15,102-122 5-15,-59 104-7 16,-3 2 11-16,-5 6 7 16,-4 10-16-16,-6 0 3 15,-7 4-1-15,-5 20-3 16,-2 7 9-16,-3 4-15 15,-8-3 0-15,0-1 5 0,-6-1-4 16,-17-2 10 0,-7-2-7-16,-1-4-1 0,0-2 16 15,4-8-16-15,5-3 1 16,7 0 0-16,7-9-3 16,6 4-1-16,2-4 0 15,0 0 1-15,0 0-3 16,18 0-8-16,7 0 10 15,4 0-1-15,4 0 4 16,-2 0-3-16,3 25 2 0,-5 12 0 16,-2 3 4-1,-8 0-5-15,-5-4-1 0,-12-3 12 16,-2-7-12-16,-2-4 38 16,-23-4 33-16,-10 0-11 15,-10-4 3-15,-6-6-22 16,-7-2-8-16,-2-6 4 15,0 0-26-15,6 0 4 16,10-18-8-16,11-6-6 16,12-15-2-16,15-3-17 15,6-2-95-15,19-6-89 16,30 11-56-16,7 0-263 16</inkml:trace>
  <inkml:trace contextRef="#ctx0" brushRef="#br0" timeOffset="37029.36">12277 16096 723 0,'0'0'66'16,"0"0"128"-16,0 0-57 16,0 0-44-16,0 0-16 15,0 0-62-15,-72-30-4 16,49 56 11-16,2 6-18 15,3 12 8-15,3 6 0 0,4 8-9 16,4 4 10-16,2 5-10 16,5-4-2-16,0 4 4 15,21-15-1-15,10-6-3 16,4-10-1-16,3-18 1 16,0-6 1-16,-2-7-2 15,-2-5 1-15,-8 0 6 16,-2-5-4-16,-3-11 3 15,-3-8 3-15,-7 2-4 16,-3-4 4-16,-3 2 4 16,-5 8 14-16,0-1 20 0,-3 2-21 15,-16 1-12-15,-4 10-7 16,-3 4-1-16,-3 0-12 16,-3 10 6-16,-3 15-5 15,-1 4 5-15,1 5-13 16,4 2-12-16,4-5-113 15,2 1-58-15,7-7-144 16</inkml:trace>
  <inkml:trace contextRef="#ctx0" brushRef="#br0" timeOffset="37941.94">13940 13716 709 0,'0'0'39'0,"0"0"140"0,0 0-52 15,0 0 2-15,0 0-34 16,0 0-13-16,-12-48-31 16,12 48-22-16,0 12-19 15,0 34-4-15,0 12 22 16,0 10 16-16,0-2-24 15,0-10 8-15,0-9-19 16,0-11-3-16,0-13 3 16,0-8-2-16,2-9-4 15,-2-5-3 1,0-1 2-16,0 0 11 0,3 0-13 16,-3 0 17-16,2-24 23 0,-2-11-36 15,0-18 7-15,0-1-11 16,0-2 0-16,0 6-6 15,0 9 7-15,0 12-1 16,-2 10 0 0,-1 12 5-16,3 0-7 0,0 7 2 15,-2 0 0-15,2 0-7 16,0 0 3-16,0 5-1 16,0 23 4-16,0 9 0 15,0 7 0-15,0 1 1 16,0-4 0-16,0-4-6 0,0 1 6 15,-2-3-4-15,-3 2-5 16,1 3-92-16,0-1-120 16,2-5-89-16,-3-7-482 15</inkml:trace>
  <inkml:trace contextRef="#ctx0" brushRef="#br0" timeOffset="38728.65">13928 14436 824 0,'0'0'10'0,"0"0"107"16,0 0-9-16,0 0-27 15,0 0-26-15,0 0-31 16,-17 53 2-16,17 4 33 16,0 11 5-16,8 1 4 15,1 2-2-15,0 4-30 16,-2-5-1-16,-4-7-5 15,0-4-16-15,2-11 13 16,-3-6-27-16,0-7 5 16,0-4-10-16,-2-4 1 15,0-5-3-15,3-5 1 0,-3-2-89 16,0-10-98-16,0-2-32 16,0-3-88-16,-17-17-176 15</inkml:trace>
  <inkml:trace contextRef="#ctx0" brushRef="#br0" timeOffset="39027.18">13844 15047 276 0,'0'0'366'0,"0"0"-258"16,0 0 17-16,0 0 20 15,0 0-48-15,0 0-40 16,-8-43-25-16,8 48-12 16,0 29-15-16,12 10 28 0,8 5-14 15,0-3 0 1,-2-6 2-16,-1-8-15 0,4-6 17 15,-6-8-14-15,-1-6-3 16,-1-6 16-16,-4-2-7 16,0-4 5-16,2 0 5 15,1 0-12-15,5-16 23 16,3-4-19-16,5-10-16 16,1-2 6-16,5-4-7 15,3-9 0-15,0 9-2 16,-3 2-16-16,-2 15-117 15,-12 14-103-15,-5 5-366 0</inkml:trace>
  <inkml:trace contextRef="#ctx0" brushRef="#br0" timeOffset="39828.68">14144 16192 921 0,'0'0'15'15,"0"0"31"-15,0 0 13 0,0 0 4 16,0 0-19-16,-117-11 4 16,105-2-5-16,3-3-18 15,2-5 4-15,6-4-18 16,1-5-9-16,0 6 5 15,1-2-7 1,19 4 0-16,1 8 0 0,5 0 3 16,3 6-6-16,5 3 3 15,1 5 0-15,3 0-2 16,-1 13 4-16,2 10-2 16,-5 12 2-16,-12 10 3 15,-7 5 1-15,-10 7-3 16,-5 1 1-16,0 0 12 0,-18 5-9 15,-11-1 11 1,-4-8 4-16,-4-6-8 0,2-10 9 16,4-12-14-16,6-13-9 15,1 0 9-15,6-13-6 16,1 0-1-16,-1 0 3 16,2-26-3-1,3-13 4-15,8-3-6 0,3 7 0 16,2-1 0-16,0 13 1 15,0 6-1-15,9 3 0 16,2 6 5-16,2 3-6 16,0 5 1-16,6 0 0 0,3 0 3 15,9 17-3 1,5 10 5-16,6 10 7 0,3-5-9 16,3-2 10-16,0-4-10 15,0-8-1-15,-3-8 7 16,-7-6-4-16,-5-4-4 15,-9 0-1-15,-4 0 4 16,-1-19-12-16,-6-8 8 16,0-11-62-16,-6-16-97 15,-7-15-112-15,0-11-495 16</inkml:trace>
  <inkml:trace contextRef="#ctx0" brushRef="#br0" timeOffset="41055.15">2603 9756 410 0,'0'0'371'16,"0"0"-344"-16,0 0 145 15,60-109-63 1,-60 103 32 0,0 6-60-16,-2 0-19 15,-25 30-35-15,-13 34-19 16,-11 30-1-16,-7 33-5 16,-8 18 12-16,1 16 13 0,-9 9-14 15,-6 1 23-15,-5-4-8 16,5-16-27-16,11-19 5 15,15-23-6-15,25-20-6 16,22-15 6-16,7-16-76 16,21-15-206-16,12-22-259 15</inkml:trace>
  <inkml:trace contextRef="#ctx0" brushRef="#br0" timeOffset="41416.98">2017 11547 845 0,'0'0'39'15,"0"0"-39"-15,0 0 0 16,152-29 12-16,-25-5-12 15,44-13 5-15,54-7 35 16,54-4 26-16,50 4-30 16,39 12-7-16,24 12 0 15,10 10 43-15,-2 10 24 0,-7 5-46 16,-16 0 51-16,-19 1-46 16,-35 0-3-16,-45-2-10 15,-48 2-24-15,-50 0 2 16,-42 4-20-16,-38 0 0 15,-35 0-1-15,-30 0-12 16,-32 0-37-16,-3 0-240 16,-45 0-176-16</inkml:trace>
</inkml:ink>
</file>

<file path=ppt/ink/ink1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5.68611" units="1/deg"/>
          <inkml:channelProperty channel="T" name="resolution" value="1" units="1/dev"/>
        </inkml:channelProperties>
      </inkml:inkSource>
      <inkml:timestamp xml:id="ts0" timeString="2023-09-17T05:12:14.509"/>
    </inkml:context>
    <inkml:brush xml:id="br0">
      <inkml:brushProperty name="width" value="0.05292" units="cm"/>
      <inkml:brushProperty name="height" value="0.05292" units="cm"/>
      <inkml:brushProperty name="color" value="#FF0000"/>
    </inkml:brush>
  </inkml:definitions>
  <inkml:trace contextRef="#ctx0" brushRef="#br0">11266 6368 1059 0,'0'0'7'15,"0"0"67"-15,-114-58-8 16,74 52 14-16,0 6-38 16,-1 0-8-16,4 10-11 0,-1 17-21 15,0 9-2-15,9 5 6 16,5 2-4-16,8-6-2 16,11 0 0-16,5-7-1 15,0-6-1-15,25-4 1 16,13-4-9-16,9-2 8 15,7-6-4-15,1 2 6 16,0 6 0-16,-5 8 2 16,-8 10-2-16,-9 13 0 15,-13 7 1-15,-15 0 12 16,-5 0-11-16,-27-2 11 16,-25-6 30-16,-12-4-7 15,-11-8 17-15,-5-10-6 0,8-9-17 16,3-15 13-16,9 0-33 15,13-22 1-15,11-29-11 16,23-25-34-16,13-17-73 16,7-2-116-16,33 8-31 15,9 19-216-15</inkml:trace>
  <inkml:trace contextRef="#ctx0" brushRef="#br0" timeOffset="706.89">11395 6154 1080 0,'0'0'6'16,"0"0"76"-16,0 0 59 15,0 0-86-15,0 0 7 16,0 0-62-16,-47 5 3 15,60 45 10-15,0 15-6 16,3 8 19-16,-3 1-6 16,1-1-8-16,-1-4 5 15,1-4-13-15,-5-4-4 0,-1-3 0 16,2-9 6 0,-6-9-9-16,1-13 3 15,-3-10 0-15,0-9-4 0,0-8 5 16,-2 0-3-16,2 0 2 15,-2-27-15-15,5-9 12 16,-1-5-9-16,6 0-10 16,2 9 21-16,5 6-12 15,0 10 12-15,1 6-3 16,-1 6-4-16,2 4 5 16,1 0-2-16,1 0-4 15,4 18 3-15,0 6 3 0,0 7 3 16,2-2 0-16,-2 2 1 15,0-6-4-15,2-4 3 16,0-8-6-16,2-4 3 16,2-6-4-16,-2-3 5 15,0 0 1-15,-4-17 0 16,-6-8-3-16,-3-3 4 16,-5-1 0-16,-4-3 2 15,-5-7 0-15,-2 1-2 16,0 4 0-16,0 6 4 15,-5 10 0-15,-9 4 6 16,5 10-7-16,-8 4 14 16,1 0-16-16,1 4 0 0,-1 18-1 15,8 10 6-15,3 6-2 16,5-1 3-16,0-1-3 16,3-5 10-16,15-6-11 15,3-6 1-15,8-5-4 16,3-6-10-16,4-2-2 15,10-3-113-15,8-3-77 16,6 0-40-16</inkml:trace>
  <inkml:trace contextRef="#ctx0" brushRef="#br0" timeOffset="1178.93">12914 6573 631 0,'0'0'403'0,"0"0"-393"16,0 0 170-16,0 0-97 15,0 0-19-15,0 0-42 16,0 18-12-16,0 22 35 16,0 2-42-16,0 1 12 0,0-7-10 15,0-6-1 1,0-6-1-16,0-8-3 0,0-9 0 15,0 0-1-15,0-7 3 16,0 0-2-16,0 0 10 16,0-14-8-16,0-16-4 15,0-10-13-15,0-5-5 16,14 1 14-16,11 6-10 16,4 5 11-16,2 12 3 15,0 7-1-15,0 8 2 16,0 6 1-16,1 0 0 15,3 18 15 1,-2 8 5-16,-4 7 1 0,-4 0 8 0,-8-1-26 16,-3 3 18-16,-7-3-7 15,-1-7-13-15,-1 1 2 16,-4-8-3-16,4 0-2 16,0-4-61-16,6-2-147 15,0-3-68-15,3-9-7 16</inkml:trace>
  <inkml:trace contextRef="#ctx0" brushRef="#br0" timeOffset="1571.87">13560 6811 834 0,'0'0'10'0,"0"0"32"0,0 0 59 0,0 0-61 16,0 0-20-16,0 0-19 15,56-27 8-15,-31 10-5 16,-5 3 1-16,-7 0 2 16,1 0 1-16,-8-2-4 15,-1 0 34-15,-3 2-29 16,-2-2 9-16,0 4 18 16,0-4-19-16,0-2 16 0,-11 4-17 15,1 2-8-15,0 2 19 16,1 8-9-16,-1 1 6 15,0 1 11-15,-2 0-22 16,-1 14 4-16,0 13-4 31,4 7 12-31,2-1 35 16,7 0-35-16,0-3 0 16,0-4-12-16,0-4-8 15,16-3-7-15,9-10 2 16,6 0-27-16,4-5-84 15,3-2-74-15,0 0 28 0,-5-2-246 16</inkml:trace>
  <inkml:trace contextRef="#ctx0" brushRef="#br0" timeOffset="2325.63">13868 6896 663 0,'0'0'33'16,"0"0"77"-16,0 0 27 15,0 0-55-15,0 0-32 16,114-74-11-16,-98 45-10 15,-6 3 23-15,-5 2-4 16,-5 3-30-16,0-2 39 0,-7 5-22 16,-11 3-10-1,1 2-4-15,-1 5-19 0,2 4 8 16,-2 4-10-16,1 0 5 16,-1 2-7-16,2 16 2 15,3 5 0-15,4 6-6 16,5 7 7-16,4-1-1 15,0 3 0-15,6-4 0 16,17-6-6-16,-2-2 6 16,8-10-16-16,5-6 13 15,3-4-14-15,8-4 16 16,2-2 1-16,1 0-3 16,4 0-1-16,-5-14 4 0,-4 1-3 15,-12-4-3 1,-9-1 9-16,-13-3-3 0,-9 2 11 15,0 0-10-15,0 6 19 16,-22 3-5-16,-3 7-10 16,-4 3 10-16,0 0-14 15,4 6-1-15,8 10 0 16,8 3-3-16,6 2 1 16,3-4-5-16,0-1-8 15,14-5-1-15,7-5-7 16,2-6-2-16,0 0 20 15,2-3-4-15,-1-17 8 0,0-12 1 16,-4-6 0-16,-1-6-5 16,-6-9 11-16,-7-7-6 15,-4-7 0-15,-2-4 5 16,0-2-1-16,0 3-4 16,0 16 0-16,0 14 5 15,-2 17-5-15,-2 15 41 16,2 3 7-16,-1 5-20 15,3 0-2-15,-2 5-26 16,2 28 7-16,0 15 5 16,0 12 7-16,0 3 14 15,0-3 0-15,0-2-29 16,0-4 31-16,0-4-30 0,5-6-3 16,-3-1 3-16,4-6-4 15,2-2-2-15,2-4 1 16,1-6-99-16,3-3-89 15,1-8-112-15,3-6-254 16</inkml:trace>
  <inkml:trace contextRef="#ctx0" brushRef="#br0" timeOffset="2687.13">14871 6693 787 0,'0'0'139'0,"0"0"-78"15,0 0 107-15,0 0-76 16,-96-104-36-16,71 104-18 16,1 0-24-16,2 3-13 15,6 18 3-15,5 1-4 16,9 4-7-16,2-1 5 16,0 6-10-16,22-1 12 15,4-2 0-15,-1 4 4 16,-2 1-7-16,-4 0 3 15,-3 0 0-15,-5-3 6 16,-5-3 1-16,-2-6 3 0,-4-5 13 16,0-5-10-16,-6-4 21 15,-11-3-21-15,-8-4-9 16,1 0 6-16,-5 0-10 16,0-12-8-16,0-8-55 15,-4-3-66-15,5 2-94 16,-5-5-325-1</inkml:trace>
  <inkml:trace contextRef="#ctx0" brushRef="#br0" timeOffset="3614.79">16020 6431 674 0,'0'0'377'0,"0"0"-350"16,0 0 104-16,0 0-48 16,0 0 31-16,0 0-79 15,-138-81-20-15,107 84-6 16,-4 25-2-16,6 8-9 0,6 4 2 16,7 1 0-16,14-3-1 15,2-1 1-15,5-1 0 16,21-2-2-16,11 1 7 15,-2-4-6-15,5 2 1 16,-7 0 0-16,1 3-3 16,-8 3 5-1,-10 1-2-15,-5 0 0 0,-11-9 7 16,0 0-4-16,-16-5 1 16,-17-8 0-16,-7-1 27 15,-4-11-29-15,-1-6 24 0,3 0-2 16,4-6-20-16,4-21 19 15,8-11-23-15,10-14-3 16,9-11-24-16,7 0-92 16,9 6-93-16,22 15-52 15,0 17-349-15</inkml:trace>
  <inkml:trace contextRef="#ctx0" brushRef="#br0" timeOffset="3992.7">16217 6661 850 0,'0'0'39'0,"0"0"94"16,0 0-17-16,0 0-44 16,0 0-57-16,0 0-7 15,-56 44 18-15,54-11-24 16,2 2 18-16,0 5-20 15,0 3 3-15,10-3-6 16,9-4 3-16,2-8 0 16,4-8-3-16,6-6 7 15,-2-9-6-15,5-5 2 0,-5 0 0 16,0-13 4-16,-9-13-2 16,-3-8 1-16,-7-4 11 15,-8-7 3-15,-2-1 29 16,-2 1 2-16,-23 0-16 15,-4 7 4-15,2 10-25 16,5 9-3-16,9 8-8 16,4 7-24-1,5 4-124-15,4 0-106 0,0 21-439 16</inkml:trace>
  <inkml:trace contextRef="#ctx0" brushRef="#br0" timeOffset="4809.08">16549 6739 959 0,'0'0'62'16,"0"0"-1"-16,0 0 105 16,0 0-118-16,0 0-22 15,0 0-14-15,26 0-4 16,-10 39 25-16,-1 2-16 0,-5-1-14 15,-4-11 3 1,-4-6-2-16,-2-6-4 0,0-11 3 16,0 0 4-16,0-6-5 15,0 0 2-15,0-8-2 16,0-24 7-16,0-12-9 16,0-6-1-16,0-3 0 15,17 7-9-15,6 11 7 16,0 8 3-16,-1 13-2 15,-2 6-6-15,-4 8 8 16,-1 0 0-16,1 6-1 16,-1 22 0-16,1 8 1 0,1 5 0 15,-3 3 0-15,-1-3-2 16,1-4 2-16,-5-7 0 16,-1-7-1-16,0-10 5 15,-4-7-4-15,0-4 0 16,-1-2 0-16,-1 0 5 15,2-10-3-15,2-18 1 16,6-12-3-16,-1-6 6 16,2 1-8-16,-1 7 2 15,1 10 0-15,-4 8-2 16,-2 8 2-16,-3 10 0 16,-2 2-1-16,5 0-4 15,7 8 3-15,5 18-1 0,4 2 3 16,1 1-1-16,1-3 5 15,-3-2-4-15,0-7 0 16,1-4 4-16,-6-5-4 16,5-8 0-16,-1 0-1 15,-4-2-4-15,1-20 10 16,-7-5-4-16,-1-6 5 16,-8-7-3-16,-2 3 1 15,0 5-4-15,0 7 0 16,0 10 8-16,-8 7-5 0,2 6-3 15,0 2 0 1,-1 0-6-16,1 10 6 0,2 17 0 16,4 5 0-16,0 4-7 15,0 0 12-15,12-5-5 16,1-3 9-16,0-6-3 16,1-5 2-16,-3-6-8 15,1-2 1-15,-2-5-4 16,6-4-6-16,2 0-56 15,2-6-79-15,1-20-159 16</inkml:trace>
  <inkml:trace contextRef="#ctx0" brushRef="#br0" timeOffset="5782.52">18280 6846 813 0,'0'0'117'15,"0"0"-97"-15,0 0 156 16,0 0-66-16,0 0-10 16,0 0 5-16,-31-83-76 15,31 89-14-15,0 27-14 16,0 15 4-16,0 8 2 15,0-1-6-15,0-5 6 16,4-11-7-16,0-11 1 0,1-9-1 16,-3-10 0-1,-2-5 5-15,0-4-6 0,0 0 1 16,0 0 0 0,0-11-6-16,0-22-2 0,-7-11-13 15,1-8 16-15,6 2-21 16,0-1 10-16,13 10-2 15,16 6 12-15,2 11 1 16,5 7 1-16,4 7 4 16,-2 7-1-16,0 3 10 15,-3 0-7-15,-6 24 0 16,-2 10 2-16,-4 5 8 16,-6 1-9-16,-3-3-3 15,-8-4 3-15,-6-5 3 16,0-8-6-16,0-4 0 0,0-6 0 15,0-4-7-15,-4-4-12 16,-8-2 4-16,-1 0-4 16,0-18-30-16,4-12 31 15,4-10-10-15,5-2-1 16,0-2 11-16,27 6-4 16,7 6 22-16,7 8-3 15,2 3 4-15,2 7-1 16,-5 6 2-16,-2 8-1 15,-9 0 27-15,-6 22-2 0,-10 18 22 16,-7 10-8-16,-6 5-14 16,0-1 7-16,0-4-25 15,-13-10-1-15,1-7-11 16,8-6 4-16,4-6-54 16,0-10-123-16,10-7-208 15</inkml:trace>
  <inkml:trace contextRef="#ctx0" brushRef="#br0" timeOffset="6804.04">19205 6963 583 0,'0'0'289'0,"0"0"-278"15,0 0 58-15,0 0-57 16,0 0 27-16,0 0-35 15,108-54-3-15,-87 31 1 16,-8-2 4-16,-9 2-5 16,-4-4-1-16,0 4 3 15,0 2 14-15,-15 7 3 16,-6 6 28-16,2 5 7 16,-4 3-47-16,3 0 17 0,1 0 6 15,2 15-20-15,5 13 22 16,4 4-14-16,8 10 5 15,0-3 8-15,0-1-29 16,16 0-2-16,9-6-1 16,4-4-15-16,2-6-52 15,7-8-68-15,4-7-20 16,9-6-80-16,7-1 34 16,5 0 72-16,1-17-111 15,-1-2 240-15,-12-7 63 16,-13 0 134-16,-13-1-11 15,-13-2-34-15,-9 4 19 16,-3 2-64-16,0 4-15 0,-3 8 15 16,-16 2-19-16,-13 5-30 15,1 4-52-15,-5 0-6 16,3 20 4-16,2 11-7 16,8 1 3-16,8 1-6 15,6-4-1-15,9-1-2 16,0-6-2-16,7-4 11 15,13-6-39-15,2-8 16 16,7-4 5-16,4 0-10 16,6-16-25-16,3-14 18 0,0-10 17 15,-9-10 7-15,-8-13 7 32,-9-7 4-32,-7-4 0 0,-9 0 1 0,0 3 7 15,0 6-7-15,-7 13 17 16,-9 14 29-16,-1 13 21 15,3 13 26-15,3 6-44 16,2 6-11-16,0 0-3 16,2 14-33-16,5 22 2 15,2 14 19-15,0 6-17 16,7 7 12-16,9 1-17 0,-1 2 3 16,-1 6-4-16,-4-7-1 15,-1-9 0-15,5-10-1 16,-3-14-13-16,7-10-25 15,4-3-68-15,9-12 13 16,12-7-4-16,3 0-28 16,-1-1-8-16,-3-20-54 15,-11-7 53-15,-10-4 122 16,-11-4 13-16,-5 3 102 16,-5-1 61-16,0 11-8 15,0 5-53-15,0 6 34 16,0 7-35-1,0 5 8-15,0 0-35 0,0 0-55 0,0 17-5 16,0 14-9-16,0 2 4 16,0 1-2-16,0-4-3 15,0-6-8-15,0-1 4 16,5-10-42-16,-1-5-59 16,-1-4-86-16,-3-4-3 15,0-4 56-15,0-32-150 16,0-22-273-16</inkml:trace>
  <inkml:trace contextRef="#ctx0" brushRef="#br0" timeOffset="7008.77">20149 6615 746 0,'0'0'6'0,"0"0"92"32,0 0 4-32,0 0-42 0,0 0-4 0,0 0-2 15,85 58-24-15,-67-58 29 16,-7 0 18-16,-3-6 0 15,-8-10 10-15,0-1-34 16,0-6-24-16,-17 3-4 16,-6 7-25-1,3 2 0-15,-2 11-6 16,-2 0-124 0,-3 12-95-16,2 12-231 0</inkml:trace>
  <inkml:trace contextRef="#ctx0" brushRef="#br0" timeOffset="7511.17">20718 6753 1088 0,'0'0'7'16,"0"0"97"-16,0 0-22 0,0 0-10 15,0 0-29-15,0 0-39 16,-135-25-1-16,113 57 10 16,0 14-8-16,7 0 3 15,7 5-8-15,6-4 2 16,2-5-8-16,0-6 4 16,12-10-2-16,9-8 2 15,2-8-25-15,0-8 17 16,3-2-4-16,3 0 3 15,3-6 7-15,1-16-7 16,2-4-12-16,-6-4-7 16,-2-3 10-16,-6 2 18 0,-6 1 2 15,-9 6 0-15,-4 5 6 16,-2 8 5-16,0 5 38 16,0 3 16-16,0 2-42 15,0 1 7-15,0 0-20 16,0 0-5-16,-2 19 3 15,2 8 4-15,0-2 14 16,0 2 8-16,0-6-29 16,0 0 9-16,2-3-14 15,7-7-1-15,1 0-3 16,-2-3-15-16,3-4-151 16,3-4-24-16,1 0-171 15</inkml:trace>
  <inkml:trace contextRef="#ctx0" brushRef="#br0" timeOffset="7684.06">20909 6563 991 0,'0'0'4'16,"0"0"105"-16,0 0-58 16,0 0-23-16,0 0-28 0,0 0-31 15,18-21-101 1,3 21-299-16</inkml:trace>
  <inkml:trace contextRef="#ctx0" brushRef="#br0" timeOffset="8061.75">21062 6782 875 0,'0'0'73'0,"0"0"-28"15,0 0 42-15,0 0 13 16,0 0-26-16,9 128-23 15,-7-100-21-15,4-5-30 16,-4-2 24-16,-2-9-24 0,2-6 3 16,-2-2-6-1,0-4 5-15,0 0-2 0,0 0 19 16,-4-12-16-16,-13-19-3 16,2-8-10-16,8-5-17 15,7 0 0-15,0 2-18 16,25 7 12-16,10 13 24 15,1 9-3-15,0 7 11 16,-5 6 1-16,-2 0 0 16,-3 3 10-16,-3 23 8 15,-3 7 49-15,-3 5-5 16,-5-2-9-16,-1 0 15 0,-5-8-19 16,-1-6-43-16,-5 1 0 15,0 0-6-15,0 2-20 16,0-2-197-16,-7-5-198 15</inkml:trace>
  <inkml:trace contextRef="#ctx0" brushRef="#br0" timeOffset="8642.68">21486 6972 925 0,'0'0'35'0,"0"0"59"0,0 0-60 16,0 0-9-16,0 0-15 16,125-113 2-16,-112 83 6 15,-4 3-8-15,-9 0 8 16,0 8-8-16,0 5 2 16,-18 3 26-16,0 9-32 15,-2 2 5-15,-2 0-9 16,-1 9 3-16,2 13-5 15,5 7 0-15,7 5 1 16,5 3 12-16,4 1-12 0,0 0 2 16,0-4 2-16,17 0-2 15,8-2 4-15,2-7-2 16,-1-2-1 0,3-4 18-16,-2-9-19 0,1-9 5 15,5-1 10-15,-2 0-17 16,-1-8 12-16,4-16-3 15,-3-8-3-15,1-12 31 16,-7-12-26-16,-2-10 6 16,-5-7 9-16,-9 9-22 15,-9 14 14-15,0 19 4 0,0 16-4 16,-7 9 5 0,-3 6-24-16,-2 0-4 0,12 16 3 15,0 20-11-15,4 9 10 16,25 5 2-16,2-4 0 15,2-8-5-15,-8-5 6 16,-9-12-1 0,-7-5 7-16,-7-2-5 0,-2 2 15 15,-20 2 0-15,-33 6-16 16,-23 7-1-16,-16 0-162 16,-12 2-133-16,-6-8-311 15</inkml:trace>
  <inkml:trace contextRef="#ctx0" brushRef="#br0" timeOffset="9522.48">12132 8129 948 0,'0'0'16'15,"0"0"68"-15,0 0 39 16,0 0-7 0,0 0-16-16,0 0-62 0,0 0 1 15,-20-55-24-15,20 90 7 16,0 15 49-16,0 10-43 15,0 6 4-15,0-1-7 16,0-2-21-16,0-4 18 16,0-9-22-16,0-8 0 15,0-5 0-15,2 0-3 16,16-3 2-16,5-2-70 0,6-4-90 16,6-7-108-16,3-9-195 15</inkml:trace>
  <inkml:trace contextRef="#ctx0" brushRef="#br0" timeOffset="10024.4">13632 8165 1101 0,'0'0'0'15,"0"0"18"-15,0 0 103 0,0 0-18 16,0 0-80-16,0 0-21 16,-16 30 11-16,16 10-9 15,0 4 4-15,0-1-8 16,0-3 2-16,0-3-8 16,0-10 6-16,0-9 0 15,0-8-5-15,0-8 8 16,0-2-3-16,0 0 0 15,0 0 2-15,6-20-8 16,13-4-1-16,10-2 7 0,4 2-5 16,5 5 7-16,3 8-3 15,-2 3 1-15,1 8 0 16,-4 0 0 0,-3 0 2-1,-4 19-1-15,-6 16 26 16,-7 9-13-16,-10 2 28 15,-6 0-17-15,0-2-5 16,-22-9 28-16,-7-4-26 16,-7-2-4-16,1-10-7 15,3 0-5-15,5-7-10 16,7-7 4-16,3-2-55 16,-1-3-68-16,-2 0-58 0,0-26-55 15,-5-15-226-15</inkml:trace>
  <inkml:trace contextRef="#ctx0" brushRef="#br0" timeOffset="10228.94">13651 8235 747 0,'0'0'16'0,"0"0"26"15,0 0 180-15,0 0-161 16,133-38 12-16,-81 24-43 0,11 0-27 15,4 0 1-15,9 0-4 16,9 4-64-16,10 3-291 16,12 2-193-16</inkml:trace>
  <inkml:trace contextRef="#ctx0" brushRef="#br0" timeOffset="10888.97">16246 8003 1081 0,'0'0'12'0,"0"0"23"15,0 0 85-15,0 0-74 16,0 0-43-16,0 0 27 15,-6 62 9-15,6-16-9 16,-10 2-7-16,-5 2-21 16,-8 1 13-16,0-4-15 15,-1-7 5-15,0-7-4 16,6-9-1-16,2-10 0 0,7-8-1 16,5-2 2-16,4-4-4 15,0 0 0-15,2 0-32 16,20-8 31-16,8-6-6 15,5 2 10-15,0 6-3 16,1 0 8-16,-3 2-5 16,-2 0 0-16,-4-1-2 15,0 4-4-15,-2-4 6 16,0-2-1-16,-8 1-1 16,1-6-16-16,-3-1 17 0,-5 0 0 15,-4-6 1 1,-4 0 1-16,-2-6 0 0,0 1-1 15,0 0 4-15,0 4 6 16,0 4-8-16,0 4-2 16,0 6 4-16,0 4 9 15,0 2-12-15,0 0 3 16,0 0 14-16,0 0-15 16,0 12 8-16,0 16 10 15,-2 11 7-15,0 3 23 16,0 2-29-16,2 2 11 15,0-2 3-15,0-4-32 16,0-4 13-16,0-6-12 0,0-6-2 16,0-3-1-16,0-4-2 15,0-1-3-15,0 6 3 16,0-2-92-16,25-3-115 16,12-11-79-16</inkml:trace>
  <inkml:trace contextRef="#ctx0" brushRef="#br0" timeOffset="11485.87">18041 8288 738 0,'0'0'3'0,"0"0"28"15,0 0 69-15,0 0-36 16,0 0-21-16,-24-112-20 16,40 99-13-16,11 3 2 15,1 4-12-15,-2 2 0 0,1 4 5 16,-2 0 0-16,-2 0 3 15,-4 0 1-15,1 20 0 16,-4 10 36-16,-5 10-10 16,-2 5-2-16,-7 6 22 15,-2 0-28-15,0-3 16 16,-2-2-5-16,-21-2-15 16,-8-2 17-16,-8-2-26 15,-4-3-5-15,-4-6 2 16,1-5-6-16,1-3 5 15,7-5-5-15,11-9-5 16,12-2 9-16,8-5-9 0,7-2 0 16,0 0 2-16,0 0 7 15,0 0-7-15,0 0-2 16,1 0 4-16,22 0-3 16,13 0-1-16,11 0 0 15,13-4 0-15,9-2 4 16,7-2-4-16,2-2 0 15,2 0 2-15,0-5-10 16,-4 0 8-16,-2 1-3 16,-10 1-78-16,-12 4-78 15,-15-2-147-15</inkml:trace>
  <inkml:trace contextRef="#ctx0" brushRef="#br0" timeOffset="14156.25">11239 10028 604 0,'0'0'49'0,"0"0"55"16,0 0 22-16,0 0-2 15,0 0-34 1,0 0-40-16,0 0 20 0,-4-56-10 16,4 56-53-16,0 2 14 15,0 36-20-15,0 20 0 16,0 21 78-16,2 9-25 15,11 1 10-15,0-3-11 16,0-5-24-16,-1-6 5 16,-3-10-34-16,-3-8 5 0,1-13-11 15,0-14 6 1,0-7-5-16,-1-10-30 0,-1-6-126 16,-3-2-7-16,-2-5-80 15,-5 0-32-15</inkml:trace>
  <inkml:trace contextRef="#ctx0" brushRef="#br0" timeOffset="14360.7">10809 10539 902 0,'0'0'25'15,"0"0"-16"-15,0 0 133 16,0 0-57-16,0 0-43 0,0 0-35 15,114-32-7-15,-25 16-3 16,7 8-158-16,-1 4-106 16,-1 4-228-16</inkml:trace>
  <inkml:trace contextRef="#ctx0" brushRef="#br0" timeOffset="15006.18">11762 10445 725 0,'0'0'50'0,"0"0"41"15,0 0 68-15,-22-102-86 16,5 84-50-16,-2 6 53 16,-3 10-47-16,-4 2-9 15,-3 8-20 1,-2 26 12-16,2 4-12 0,6 3 0 16,12 2 1-16,6-3-7 15,5-2 5-15,0-5 1 16,0-12 0-16,16-2-13 15,2-12-1-15,-2-3-4 16,0-4-3-16,-3 0 17 16,-1-9 2-16,-2-16 2 0,-1-4 1 15,-1-3 5-15,-3 2 6 16,0 7-5-16,-3 8 9 16,-2 9 29-16,0 6-6 15,0 0-4-15,0 0-32 16,0 1 2-16,0 25-10 15,4 8 4-15,9 5 1 16,10-4-4-16,-1-5 3 16,2-7-3-16,3-7-4 0,0-8-37 15,2-8 33 1,4 0 1-16,-4-6 3 0,-2-19 3 16,-6-11 1-16,-6-8 4 15,-7-4 0 1,-5-8 9-16,-3-6-9 0,0 2 0 15,-3-1 0-15,-10 8 10 16,-2 12-8-16,3 13 6 16,6 12 19-16,4 9-10 15,0 4 16-15,2 3-14 16,0 0-15-16,0 0 1 16,0 19-1-16,2 21-4 15,11 11 45-15,3 10-24 0,-3-1 28 16,-1-4-20-1,-4-1-8-15,-1 0-6 0,1 0-10 16,-2-4-5-16,0-4 0 16,0-7-12-16,1-11-28 15,3-4-121 1,-2-13-56-16,3-12-117 0,-4-3-466 16</inkml:trace>
  <inkml:trace contextRef="#ctx0" brushRef="#br0" timeOffset="15524.76">12195 10271 757 0,'0'0'10'0,"0"0"34"16,0 0-10-16,-116 28-11 16,92-8 7-16,-1 2-25 15,5-2 1-15,7-5 1 16,1 0-5-16,10-1 10 31,2 0-6-31,0 4-1 0,6 8 38 0,21 6-10 16,9 6 1-16,2 3-7 15,4-9-24-15,-2-6 18 0,-3-8-20 16,-6-9 12 0,-3-5 5-16,1-4-8 0,2 0 15 15,3-13-11 1,2-13-11-16,-3-5 15 0,-5-3-17 15,-5 0 9-15,-7 0 0 16,-12 0-4-16,-4-2 10 16,0 4-11-16,0 6 0 15,0 8 5-15,-8 10-4 16,-6 5 20-16,-4 3-26 16,-4 3 6-16,1 21-6 15,4 12 1-15,3 4-1 0,12 2 24 31,2 0-6-31,2-4 4 0,23-7-3 0,6-8-12 32,2-8 5-32,3-7-12 15,5-7 3-15,-1-1 0 16,1 0-3-16,0 0-40 16,-3-13-76-16,-5-11-161 15,-4-11-556-15</inkml:trace>
  <inkml:trace contextRef="#ctx0" brushRef="#br0" timeOffset="16106.48">14264 9928 1068 0,'0'0'0'15,"0"0"0"-15,0 0 25 16,-146 0 44-16,115 21-35 16,10 2-1-16,13 5-32 15,8 4 1-15,0 2 7 0,6 0-7 16,14 0-2-16,0-4 0 15,7-1 11-15,0 0-12 16,4 3 1-16,0 2 0 16,0 4 2-16,-2 5 5 15,-9 1-2-15,-8-2 38 16,-8-2 3-16,-4-2 22 16,0-12-23-16,-21-3-15 15,-10-8 59-15,-6-6-46 16,-6-3-1-16,3-6-20 15,-2 0-15-15,4-16 9 16,5-11-16-16,1-7 5 0,8-6-10 16,10-6-5-16,14-4-76 15,0-2-124-15,29 2-190 16</inkml:trace>
  <inkml:trace contextRef="#ctx0" brushRef="#br0" timeOffset="16498.8">14576 10070 878 0,'0'0'57'16,"0"0"-24"-16,0 0 63 16,0 0-15-16,0 0-42 15,-127 44-14-15,119-2 6 16,5 5-26-16,3-1 18 15,0-1-21-15,11 2 1 16,12-3-4-16,-1-5 6 16,3-10-5-16,-1-7 1 15,5-6 10-15,-2-8-9 16,0-6 3-16,2-2-3 16,-5 0 35-16,-2-10-19 15,-4-10 10-15,-5-2 9 0,-6-9-15 16,-7-6 5-16,0-6-7 15,-9-2-17-15,-20 1-2 16,-4 6-1-16,-1 8-100 16,-1 13-32-16,3 9-125 15,6 8-445-15</inkml:trace>
  <inkml:trace contextRef="#ctx0" brushRef="#br0" timeOffset="17299.8">14946 10188 1064 0,'0'0'0'16,"0"0"0"-16,0 0 5 16,0 0 79-16,10 106-1 15,-6-59-71-15,5-7 27 16,-3-3-12-16,1-10-16 15,-2-9 3-15,-3-6-12 16,-2-8-2-16,2-4 1 16,-2 0 9-16,2 0-1 15,-2-16 11-15,2-21-20 0,3-10-1 16,3-7-19-16,2 3-3 16,3 2 3-16,-1 12-19 15,-2 13 38-15,-2 10-6 16,3 7 6-16,-3 1-8 15,3 6 7-15,5 0 2 16,6 12 0-16,2 17 6 16,5 5-8-16,-2 7 2 15,0-3 0-15,0-3-5 16,-5 0 8-16,0-7-3 16,1-2 0-16,-6-4 8 15,1-8 3-15,0-3-5 16,-5-10-5-16,6-1 27 0,0 0-26 15,-1-20 15-15,5-11 3 16,-8-7-13-16,-4-5 7 16,-6 3-14-16,-3 3 1 15,-2 15 11-15,0 11-5 16,0 7 26-16,2 4-16 16,5 0-17-16,4 9-4 15,7 18-3-15,7 2 7 16,-2-2-2-16,2-5 6 15,-5-6-4-15,1-6 0 0,-2-2 11 16,-1-8-9 0,2 0 3-16,5 0-3 0,1-12 21 15,3-10-22-15,0-12 5 16,-4-6-5-16,-10-2 8 16,-3 3-18-16,-8 13 7 15,-4 14-21-15,0 12 17 16,0 0-24-16,-14 8 26 15,-1 27-2-15,5 6 12 16,10 4 2-16,0-5 7 16,6-9-9-16,19-6 33 0,1-7-26 15,0-6 9 1,1-8-11-16,0-4-1 0,2 0-15 16,2 0 5-16,3-8-131 15,-3-12-93-15,-6-8-306 16</inkml:trace>
  <inkml:trace contextRef="#ctx0" brushRef="#br0" timeOffset="18163.5">17059 10262 1127 0,'0'0'10'15,"0"0"6"-15,0 0 15 16,0 0-16-16,0 0 8 16,-85 137-21-16,89-91-4 15,19-6 2-15,1-4-31 16,1-10-26-16,0-5-37 15,-8-11 1-15,-6-9 14 16,-2-1 48-16,-4 0 31 16,-3-17 24-16,0-6 1 15,0-1 53-15,0 2-11 16,5 4-14-16,0 2-5 16,2 8-5-1,2 4-20-15,7 4-14 0,2 0-2 0,2 4-5 16,3 20-2-16,1 7 5 15,1 5-10-15,2 0 9 16,-2-5-4-16,-1-4 4 16,-1-10 5-16,-3-4-4 15,-1-7 5 1,-4-6-2-16,1 0 33 0,-1 0-10 16,2-22 32-16,-1-9-3 15,-5-5-29-15,-9-5 13 16,-4-2-4-16,0-3-29 0,-2-4 34 15,-19 0-27 1,0 2-4-16,-2 5-9 0,5 7 7 16,1 10-9-16,1 7-3 15,1 9-8-15,-1 6 0 16,1 4-66-16,-4 9-65 16,0 22-86-16,3 5-145 15,3 0-419-15</inkml:trace>
  <inkml:trace contextRef="#ctx0" brushRef="#br0" timeOffset="18824.47">17904 10432 878 0,'0'0'120'15,"0"0"8"1,0 0-22-16,0 0-39 0,0 0-52 15,0 0-8-15,-93-73-7 16,56 83 5-16,-1 26-5 16,5 10 0-16,6-2 0 15,12-2-10-15,11-10 10 16,4-9-3-16,0-9 0 0,19-7-15 31,1-7 13-31,2 0 2 16,0-4-4-16,-4-18-3 15,-2-3 10-15,-2-2 0 16,-8 5 0-16,-3 6 12 16,3 6-7-16,-6 8 8 15,0 2-12-15,2 0-1 16,4 12-6-16,8 20 6 16,9 7-6-16,4-1 14 15,6-7-10-15,5-6 2 16,-2-11-14-16,5-6 5 15,-2-8 6-15,-6 0 3 16,-2-8 0-16,-9-22 12 0,0-9-10 16,-3-11-2-16,-7-8 0 15,-9-2 3-15,-3-4 2 16,0-2-5-16,-9-5 1 16,-7 4 11-16,-1 10-12 15,3 17 13-15,7 17 10 16,3 16 37-16,2 7-40 15,2 0 2-15,0 2-11 16,0 36-1-16,0 16-10 16,0 15 52-16,0-2-19 0,6-7 11 15,6-3-38-15,3-5 12 16,1-4-13-16,4-10 6 16,-1-8-16-16,-1-3 5 15,1-12-25-15,-1-1-23 16,-5-7-70-16,0-3-17 15,-6-4 15-15,-5 0-187 16,-2-20-464-16</inkml:trace>
  <inkml:trace contextRef="#ctx0" brushRef="#br0" timeOffset="18997.32">18148 10462 987 0,'0'0'31'0,"0"0"60"16,0 0 78-16,0 0-42 15,0 0-48-15,0 0-23 16,49-91-56-16,24 52-42 16,13 1-95-16,7 2-108 15,-10 9-155-15</inkml:trace>
  <inkml:trace contextRef="#ctx0" brushRef="#br0" timeOffset="19563.24">18679 10359 797 0,'0'0'6'16,"0"0"52"-16,0 0 113 16,0 0-89-16,0 0-29 15,0 0-6-15,93-12-26 16,-90 2 15-16,-3-3 6 16,0-2-25-16,-7-3 16 15,-16 1-31-15,-3 0 10 16,-3 7-9-16,2 6 6 15,4 4-13-15,6 0 4 16,3 6-3-16,8 20-6 0,6 8 1 16,0 8 3-16,16 2 4 15,10-2-11-15,0-5 7 16,1-10-1-16,-4-10-11 16,-3-10 11-16,2-7 9 15,2 0-3-15,5-10 16 16,7-18-11-16,-1-8 2 15,6-2 0-15,-5 0-5 16,-1 0 16-16,-4 6-17 16,-2 6 1-16,0 5-2 15,3 12 5-15,0 9-6 16,7 0 1-16,1 4-1 0,2 19-10 16,5 6 13-1,-2 4-2-15,-8 4 12 0,-5-5-12 16,-12-4 24-16,-11-10-11 15,-9-8 1-15,0-4 37 16,0-4-19-16,0-2 5 16,-7 0 12-16,-5 0-36 15,4-2 42-15,1-18-26 16,3-10-28-16,4-13 13 16,0-7-14-16,13-5-7 15,16-8-33-15,6 8-79 0,8 8-26 16,-7 13 1-16,-5 16-54 15,-16 13-164-15</inkml:trace>
  <inkml:trace contextRef="#ctx0" brushRef="#br0" timeOffset="20504.29">11943 12203 562 0,'0'0'265'0,"62"-114"-123"16,-49 60 9-16,-13 6-39 15,0-2-18-15,-6 4-30 16,-21 6-7-16,-4 8-13 16,-5 11-32-16,1 14 10 0,-3 7-22 15,3 0 0-15,4 21-4 16,6 6 8-16,7 5-8 16,11 0 4-16,7 2-4 15,0 1-6-15,27 2 9 16,8 1 1-16,13-3-1 15,2-3 6-15,6 1-6 16,0 0 1-16,-2 3 0 16,-10 4-9-16,-11 1 9 15,-10 6 0-15,-15-2-1 0,-8-6 2 16,0-3-1-16,-24-6 0 16,-10-5 1-1,-3-10-2-15,-3-6 6 0,-3-9-5 16,1 0 20-16,2-6-19 15,4-20 24-15,8-13-3 16,7-9-16-16,15-12-6 16,6-8-2-16,17-2-47 15,33 2-90-15,18 10-88 16,11 11-282-16</inkml:trace>
  <inkml:trace contextRef="#ctx0" brushRef="#br0" timeOffset="21164.5">14601 11570 1299 0,'0'0'0'0,"0"0"0"16,0 0 83-16,0 0-9 16,0 0-56-16,0 0-18 0,-43 48 10 15,42 18-7-15,-4 7 1 16,0-5 3-16,-6-8-5 16,-2-4-1-16,-9-10-1 15,-3-10 2-15,3-13 7 16,6-11-10-16,8-6 1 15,8-5 0-15,0-1-7 16,0 0 7-16,0 0-15 16,15-3-4-16,10-10-29 15,8 7 45-15,7 2-6 16,3 4-2-16,3 0 1 0,1 0 8 31,0 0 2-31,-4 0-4 0,-6 0-7 0,-8 0-5 16,-6-8 6-16,-8-4 4 15,-7-4-2-15,-3-2 12 16,-2-5-4-16,-3-6 17 16,0-3-14-16,-3-3 24 15,-10 2-6-15,4 5-7 16,3 7 21-16,0 9-35 16,6 9 17-16,0 3 3 15,0 0-18-15,0 0 11 16,0 0-13-16,0 15 7 0,0 20 6 15,0 11 14-15,3 3 14 16,2-4-9-16,-1-1-28 31,3 0 16-31,-3-2-20 0,2 1 2 0,2 1-9 16,-6-2 7-16,-2 0-26 16,0-2-111-16,0-10-176 15,0-13-190-15</inkml:trace>
  <inkml:trace contextRef="#ctx0" brushRef="#br0" timeOffset="21682.47">17645 11717 1191 0,'0'0'69'16,"-9"-134"14"-16,-18 73 27 15,-2 13-53-15,4 16-25 0,3 12 2 16,5 12-33 0,-6 8-1-16,-2 0 0 0,-8 8-9 15,-3 17 6-15,3 8 3 16,8 3-6-16,8 4-7 15,8-2 11-15,9-4-5 16,0-6 5-16,0-6-40 16,18-7 13-16,6-8 0 15,8-7 14-15,3 0 9 16,3 0-3-16,2-13-3 16,0-3 9-16,-4-7-3 15,-5 6 6-15,-8 4 0 16,-10 5 2-16,-5 4-7 0,-6 2 5 15,-2 2 0 1,0 0 10-16,2 0-2 0,2 8 0 16,2 28 10-16,3 14 19 15,-3 5 7-15,4-3-31 16,-6 0 4-16,0-1-7 16,-1-4-1-16,-1 4-10 15,-2-5 1-15,0 2-34 16,0-7-117-16,-5-6-149 15,-19-9-477-15</inkml:trace>
  <inkml:trace contextRef="#ctx0" brushRef="#br0" timeOffset="22877.31">10960 13248 908 0,'0'0'55'0,"0"0"80"15,0 0-33-15,0 0-25 16,0 0-3-16,0 0-66 16,-35 0-6-16,35 79 43 0,2 15 9 15,13 6-12-15,3-3-19 16,-2-7-21-16,-5-7 21 16,-2-8-21-16,-3-13-2 15,-4-16 2-15,-2-13 7 16,0-13-9-16,0-10 0 15,4-4 1-15,-2-6-11 16,0 0 10-16,2 0 0 16,-2-4 6-16,3-24-6 15,3-12-2-15,2-3-24 16,3 4-19-16,5 6 40 16,4 11-15-16,2 8 7 15,3 6 6-15,0 6-3 0,-2 2 9 16,2 8 1-16,4 20-4 15,3 6-6-15,7 2 10 16,3-2 0-16,-1-4 0 16,1-6 5-16,-1-6-5 15,-1-6 0-15,-2-3 2 16,-1-9-5-16,-4 0 3 16,-6 0 0-16,-5-15 4 15,-4-6 6-15,-3-3-8 16,-5-7-2-16,-1-5 5 0,-3-3-8 15,-6-5 3-15,-2 1 0 16,0 5 0-16,0 12 11 16,0 12-11-16,0 7 0 15,-10 7 4-15,-1 0-9 16,-4 7 5-16,-3 20 0 16,3 6 8-16,8 7-4 15,4 2 7-15,3 0 29 16,0-5-36-16,0-8 25 15,16-5-27-15,6-3-1 16,9-4 1-16,10-4 2 16,7-3-8-16,15-5-51 15,13-2-125-15,9-3-51 0,11 0-395 16</inkml:trace>
  <inkml:trace contextRef="#ctx0" brushRef="#br0" timeOffset="23349.53">13175 13629 1048 0,'0'0'13'16,"0"0"38"0,0 0 97-16,0 0-108 0,0 0 9 0,0 0-42 15,7 43 0-15,14 11 60 16,1-2-44-16,-9-2-1 15,-1-6-8-15,-2-10-9 16,-3-10-1-16,-5-10-4 16,-2-6 4-16,0-6 2 15,0-2-3-15,0 0 0 16,0 0 11-16,-2-4-6 16,-12-18-4-16,5-8-4 15,3-8-6-15,6-6-4 16,0-4-44-16,8 0 6 15,21 4 10-15,6 5-17 16,6 13 45-16,-5 11 7 16,-5 10 3-16,-2 5 0 0,-4 0 3 15,1 23 20-15,-4 10 49 16,1 6-39-16,-6 2 16 16,-1-2-9-16,-1 1-21 15,-1-7 0-15,-1-4-19 16,3-1 0-1,-3-2 0-15,3-2-65 0,1-4-130 16,6-8-90-16,-3-7-225 0</inkml:trace>
  <inkml:trace contextRef="#ctx0" brushRef="#br0" timeOffset="24684.19">13784 13971 819 0,'0'0'74'15,"0"0"-5"-15,0 0-23 16,0 0 18-16,118-49-25 15,-85 27 1-15,1 0 5 16,-4-4-29-16,-2-2 18 16,-11 0-14-16,-3-2-8 15,-10-2 13-15,-4-3-22 16,0 5 27 0,0 7 5-16,-9 6-20 0,-4 7 28 0,-6 5-37 15,0 5 3-15,-4 0 1 16,-1 0 0-16,-3 22 2 15,1 11 13-15,6 6-8 16,3 5 46-16,9 0-32 16,4-1-2-1,4-4-9-15,0-5-11 0,4-5-4 16,16-2-5 0,7-6 2-16,6-3-17 0,9-4 10 15,6-7-74-15,0 2-5 0,-1-2 55 16,-3-3-115-1,-4-1 103-15,-9-3 36 0,-4 0-4 32,-4 0 10-32,-3-4-1 0,2-13 6 0,7-2 4 15,2-6-7-15,8-3-3 16,-6-2 5-16,-4 0-1 16,-7 0-4-16,-11 2 0 15,-6 4 5-15,-5 2 1 16,0 4 13-1,0 2-5 1,-12 3-13-16,-5 7 29 0,-10 4-27 16,2 2-3-1,0 0 4-15,4 0 6 0,3 17-2 16,2 7 2-16,5 6-7 16,6 1 27-16,5 5-23 15,0-7-3-15,11-1-2 16,16-5 7-16,6-6-9 15,4-2 0-15,3-2 3 16,4-8-16-16,7-1 11 16,12-3 2-16,6-1-12 15,9 0 17-15,-1-10-5 16,4-14 0-16,-8-6 1 0,-13-2 1 16,-19-4-1-16,-19 0-1 15,-18 4 15-15,-4 4-13 16,-11 10 28-16,-22 4-16 15,-7 8-6-15,-7 6-5 16,0 1-3-16,5 20 0 16,10 5-4-16,11 4 2 15,8 0-1-15,13 2-6 16,0-4-5-16,30-3 11 16,10-7-19-16,5-9-11 15,1-9 2-15,-3 0-23 16,-3-4 53-16,-4-18 0 15,-3-10 1-15,-8-8-5 0,-7-12 5 16,-9-8 0-16,-7-10 1 16,-2-8 9-16,0-3-8 15,-13 3-2-15,-10 10 5 16,-2 12 0-16,3 14 15 16,3 13 10-16,0 14 16 15,8 4-26-15,7 10 18 16,0 1-21-16,-1 9-9 15,0 33 6-15,1 13 20 16,2 9 2-16,2 3 2 0,0-2-30 16,0 3 14-16,11-1-18 15,5-1 1-15,1 0-6 16,3-6 1-16,-2-8-5 16,-2-8-6-16,2-12-85 15,-3-9 13-15,-1-9-25 16,0-11 5-16,7-3 42 15,2 0-24-15,8-16 43 16,5-18-3-16,-1-7 4 16,1-9 39-16,-1-5 0 15,-11-1 2-15,-5 10 20 16,-15 2 18-16,-4 15 16 16,0 9 40-16,0 9-31 15,-11 4-30-15,6 3-28 16,3 4 2-16,2 0-14 0,0 22 2 15,2 14 5-15,19 11-3 16,8 3 7-16,0-2-4 16,-5-2 0-16,-8-6 2 15,-9-7 1-15,-7-9-1 16,0-9 32-16,0-1 29 16,-23-2-24-16,-17 1-8 15,-13-2-31-15,-5-3-17 16,2-8-200-16,7 0-384 15</inkml:trace>
  <inkml:trace contextRef="#ctx0" brushRef="#br0" timeOffset="25281.06">16631 13712 960 0,'0'0'56'0,"0"0"24"16,0 0 59 0,0 0-73-16,0 0 20 0,0 0-32 15,-38-116-54-15,69 89 0 16,5 1-1-16,9 4 8 15,5 9-7-15,2 7 0 16,2 6 1-16,-4 0-14 16,0 19 13-16,-6 19 0 15,-9 8-8-15,-6 4 12 16,-13-2-4-16,-7-4 0 16,-9-11 5-16,0-11 32 15,0-8-2-15,-11-6 7 16,0-8 13-16,-2 0-20 0,4 0 15 15,-3-12-7 1,6-16-18-16,-1-15 19 16,7-4-42-16,0-10-2 0,0-1 0 15,27-2-5-15,9 6-23 16,3 10-63-16,7 14-84 16,-7 17-103-16,-3 13-141 15</inkml:trace>
  <inkml:trace contextRef="#ctx0" brushRef="#br0" timeOffset="26114.56">17324 13650 721 0,'0'0'70'15,"0"0"28"-15,0 0-15 16,0 0-15-16,0 0-21 16,0 0-36-16,103 37 3 15,-85-51 42 1,-8-6-21-16,-3-1-10 0,-5-8-15 15,-2 3-5-15,0 2 18 16,-4 4-21-16,-11 8 4 16,-4 5 4-16,-1 7-3 15,0 0-7-15,2 0 0 16,3 1 2-16,1 15-12 16,8 6 13-16,4 8-3 0,2 2 19 15,0 5-17-15,6 2 11 16,14-4-13-16,5-3 5 15,-1-7-3-15,5-6 1 16,0-7-3-16,0-2 3 16,2-10 4-16,2 0-4 15,1 0-3-15,-1-12 7 16,-2-10-4-16,-2-8-3 16,-4-8 0-16,-2-4 4 0,-8-6 5 15,-6 3-9 1,-9 10 0-16,0 10 5 0,0 12 8 15,-2 4 0-15,-10 7 8 16,2 2-19 0,1 0 3-16,2 0-10 0,7 16-6 15,0 12-5-15,2 4 8 16,20 4 7-16,3 8 1 16,0 6-3-16,-1 1 16 15,-6-1-12-15,-8-8 24 16,0-8-20-16,-10-8 41 15,0-8-26-15,0-8 4 16,0-4-7-16,0-6-9 0,0 0-7 16,0 0 2-1,0-10 0-15,0-26-6 0,0-14-28 16,4-14 5-16,15-4-1 16,4 0-59-16,8 4 39 15,8 9 26 1,3 9 4-16,0 6 12 0,-1 9 1 15,-6 0 4-15,-6 9 14 16,-7 8-11-16,-6 4 34 16,-10 7 24-16,1 3-8 15,0 9-15-15,4 25-28 16,2 11 47-16,-1 8-9 16,-1-1-34-16,-1-2 30 0,-2-4-18 15,1-1-22-15,-1-8 7 16,2-3-11-16,-2-11 0 15,1-5-5-15,-5-4-4 16,3-2-72-16,0-2-98 16,0-6 48-16,-3-4-314 15,-4 0-339-15</inkml:trace>
  <inkml:trace contextRef="#ctx0" brushRef="#br0" timeOffset="26255.92">18289 13615 936 0,'0'0'112'15,"0"0"-13"-15,0 0-33 0,182-106 28 16,-90 72-63 0,8 0-28-16,7 2 2 0,-5 4-5 15,-7 6-25-15,-19 0-59 16,-24 4-294-16</inkml:trace>
  <inkml:trace contextRef="#ctx0" brushRef="#br0" timeOffset="27001.12">12139 15276 94 0,'0'0'896'0,"0"0"-882"15,0 0 108-15,0 0-49 16,0 0 1-16,0 0-5 16,-53-58-45-16,81 39-12 15,15-3-12-15,9 4 0 16,0 5-1-16,4-4 7 15,-6 11-6-15,-8 2 0 16,-11 4 4-16,-4 0 5 0,-9 4-8 16,-1 19 5-16,-3 13 22 15,-5 8-18-15,-1 6 35 16,-1 11 7-16,-5 2-19 16,0-1 18-16,-2-3-25 15,0-6-1-15,0-4 3 16,0-11-27-16,0-8 18 15,0-5-19-15,0-6 5 16,0 0-11-16,16-2 5 16,15-7-64-16,19-2-82 15,14-8-145-15,5 0-250 16</inkml:trace>
  <inkml:trace contextRef="#ctx0" brushRef="#br0" timeOffset="27324.59">14447 14916 864 0,'0'0'28'0,"0"0"86"15,0 0-80-15,0 0 9 16,0 0 6-16,0 0 85 16,25 127-51-16,-19-68 17 15,-4-6-40-15,-2 4-23 16,0-6 28-16,0-2-38 16,0-5-8-16,0-9 1 15,-4-3-12-15,4-7-8 16,0 0 0-16,0-4-11 15,21-3-68-15,12-6-153 16,-2-12-240-16</inkml:trace>
  <inkml:trace contextRef="#ctx0" brushRef="#br0" timeOffset="28015.83">16884 14887 1021 0,'0'0'1'15,"0"0"56"-15,0 0-5 16,-42-121-8-16,42 82 31 0,23 8-69 16,15 7 1-16,8 4-7 15,6 7-3-15,-3 7-3 16,-5 6 4-16,-4 0 2 15,-4 3-8-15,-12 23 4 16,-6 10 4-16,-9 9 6 16,-9 2-6-16,0-3 35 15,-9-1-16-15,-15-7 6 16,-5-4 22-16,-5-5-24 16,3-6 14-16,4-5-14 15,6-4-20-15,7-8 10 16,5 0-13-16,7-4 0 15,2 0-3-15,0 0 2 0,0 0-3 16,19 0 0 0,13 0-1-16,8 0-5 0,4 0-3 15,2 0-10-15,-4 0 17 16,-3 4 6-16,-5 15 0 16,-7 2 0-16,-5 8 2 15,-11-8 16-15,-6 3 9 16,-5-2 4-16,0-1 41 15,-12-3-16-15,-27 1 9 16,-22 2-41-16,-19-1-15 16,-14-4-17-16,-10-2 8 15,-8-2-58-15,1-6-84 0,-3-6-96 16,3 0-53-16,4-10-609 16</inkml:trace>
  <inkml:trace contextRef="#ctx0" brushRef="#br0" timeOffset="29635.39">4322 10301 786 0,'0'0'36'16,"0"0"127"-16,0 0-14 15,0 0-63-15,-48-113-3 16,19 103-8-16,-2 10-24 16,-5 0-32-16,-3 6-8 15,-2 21-6-15,7-1 15 16,8 4-6-16,13-3-7 15,10 3 16-15,3-3-19 0,9 3-4 16,24 1 0 0,9-2 10-16,6 5-13 0,3 0 3 15,-2 4 0-15,-4 7-10 16,-12-1 16-16,-10-2-6 16,-15-2 0-16,-8-7 8 15,0-2 0-15,-22-3 3 16,-16-4 0-16,-11-4 21 15,-6-4-28-15,0-5 17 16,2-11 5-16,4 0-20 16,5 0 21-16,8-19-26 15,7-15 2-15,11-10-6 16,14-14-41-16,4-9-71 0,22 5-95 16,24 8-24-16,6 10-189 15</inkml:trace>
  <inkml:trace contextRef="#ctx0" brushRef="#br0" timeOffset="30264.96">4462 10014 983 0,'0'0'32'0,"0"0"134"0,0 0-13 15,0 0-71-15,0 0-69 16,0 0-1-16,-17 132 31 15,17-40 2-15,0-5-34 16,0-7 28-16,8-2-23 16,4-5-13-16,-1-14 7 15,3-8-3-15,-3-14-7 16,-5-12 0-16,2-9 2 16,-5-9-9-16,0-5 7 15,-1-2 0-15,1 0-8 16,-1 0 7-16,6-21-6 15,2-17-13-15,3-5-37 0,1 7 45 16,-1 8-27-16,3 12 11 16,1 8 28-16,1 7-22 15,0 1 18-15,0 3 4 16,4 24-2-16,2 7-1 16,3 3 3-16,4-1 0 15,-4-11-1-15,4-5 5 16,-6-11-4-16,0-5 0 15,-4-4 6-15,-2 0 1 16,1-17-7-16,1-11 0 16,0-10 7-16,-1-7-2 0,-7-5-5 15,-8-1 0 1,-5 6 9-16,0 11-11 0,-5 16 5 16,-10 12-3-16,-3 6 12 15,-7 0-9-15,4 14-3 16,-2 18 14-16,9 6-11 15,12 4 47-15,2-1-23 16,2-7-14-16,25-3 5 16,11-4-12-16,7-5-6 15,6-4 0-15,4-4-57 0,5-3-110 16,5-7-112 0,9-4-317-16</inkml:trace>
  <inkml:trace contextRef="#ctx0" brushRef="#br0" timeOffset="30516.74">5934 10413 1073 0,'0'0'9'0,"0"0"157"16,0 0 17-16,0 0-93 15,0 0-34-15,0 0-13 16,-16-1-40-16,16 32 60 0,0 9-40 15,2-4-21-15,6 1 7 16,0-6-6-16,1-3-6 16,3-3-11-16,-6-6-127 15,1-6-69-15,-5-11-75 16,-2-2-222-16</inkml:trace>
  <inkml:trace contextRef="#ctx0" brushRef="#br0" timeOffset="30751.91">5756 10218 984 0,'0'0'13'0,"0"0"-13"15,0 0 32 1,0 0 18-16,0 0 27 0,0 0-16 16,53 0-11-16,-45-11-2 15,-1-8 5-15,-7-1 6 16,0-2-35-16,0-2-1 15,-10 6 4-15,-6 2-24 16,-2 6 4-16,2 10-7 16,1 0-22-16,-3 6-23 15,1 22-117-15,5 9-50 16,3-2-201-16</inkml:trace>
  <inkml:trace contextRef="#ctx0" brushRef="#br0" timeOffset="31129.48">6264 10361 666 0,'0'0'243'16,"0"0"-211"-16,0 0 109 16,0 0-15-16,0 0-86 0,0 0 15 15,24-92-48 1,-46 92 0-16,-1 13-14 0,3 8 11 15,7-3-4-15,11-1 0 16,2 2-17-16,0-1 17 16,27 4-2-16,4 2 2 15,5 2-3-15,-5 2 7 16,-4 3-4-16,-11-4 0 16,-1-1 8-16,-13-2 3 15,-2-4 12-15,0-4 21 16,-12 1 29-16,-15-4-34 15,-8-5-4-15,-5-2-8 16,-2-6-14-16,1 0 9 0,6 0-18 16,4-21-4-1,8-9 0-15,12-11-55 16,11-2-135-16,0 0-114 0</inkml:trace>
  <inkml:trace contextRef="#ctx0" brushRef="#br0" timeOffset="31727.6">6979 10307 1191 0,'0'0'6'16,"0"0"8"-16,0 0 69 31,0 0-39-31,0 0-12 0,0 0-19 0,-12 78-2 16,12-38 3-16,6-3-8 15,7-8-2-15,0-2-2 16,3-12 10-16,-1-5-14 16,1-7 2-16,-3-3 0 0,3 0 6 15,-1-18 2 1,1-13-8-16,3-3 0 0,4-8 6 15,-1 2-9-15,-1 2 3 16,-8 8 0-16,-5 11-11 16,-3 9 6-16,-5 10 5 15,0 0 0-15,3 13-11 16,1 21 9-16,7 9 2 16,2-4 0-16,7 1-7 15,5-6 10-15,2-6-3 16,2-4 0-16,2-10 6 0,0-5-8 15,0-9 2-15,1 0 0 16,-3 0 20-16,-2-11-16 16,-6-9 27-16,-3-4 16 31,-5-4-22-31,-3-2 17 0,-4-6-16 0,-6-1-11 16,0-5 19-16,0-4-31 15,-18 2 6-15,1 4-9 16,-4 4 13-16,3 12-24 15,3 4 11-15,-1 10-47 16,1 10-33-16,-1 0-138 16,1 20-33-1,-1 10-351-15</inkml:trace>
  <inkml:trace contextRef="#ctx0" brushRef="#br0" timeOffset="32420.56">8015 10240 1082 0,'0'0'8'0,"0"0"18"16,0 0 85-16,0 0-77 16,0 0 26-16,0 0-56 15,-59-56 5-15,42 65-9 16,-7 20 8-16,-6 6-12 15,8 2 4-15,3-2 0 16,7-5-6-16,7-7 8 16,5-6-2-16,0-4 0 15,0-7-15-15,10-6 9 16,9 0 5-16,4 0 1 16,0-11-9-16,-4-7 2 15,1 0 7-15,-9 4 0 16,-1 6 6-16,-6 2-6 0,-4 4 1 15,0 2 0-15,0 0 17 16,4 0-18-16,5 20 0 16,5 8 7-16,5-2 3 15,4-2-10-15,-3-8 0 16,2-3 0-16,-2-10 7 16,3-3-3-16,2 0 0 15,-2-2 16-15,2-18-20 0,0-4 27 16,-8-6-11-1,-1-6-14-15,-3-8 6 0,-6-4-4 16,-7-12-4-16,0-7 0 16,0-5 10-16,-4 0-10 15,-8 10 0-15,4 15 4 16,-4 19 0-16,1 12-2 16,5 5 11-16,4 7 22 15,-1 1-29-15,3 3 14 16,0 0-20-16,0 15 2 15,0 27 0-15,0 20 18 16,0 8 6-16,3 0 25 16,5-8-30-16,3-8 15 0,5-11-29 15,0-7-4-15,-1-10 4 16,3-6-4-16,-2-4-3 16,4-4 0-16,-1-4-21 15,4-4-62-15,-1-4-64 16,-2 0-83-16,-6-8-172 15</inkml:trace>
  <inkml:trace contextRef="#ctx0" brushRef="#br0" timeOffset="32609.39">8253 10006 103 0,'0'0'996'15,"0"0"-992"-15,0 0 123 16,0 0 39-16,0 0-121 15,0 0-14-15,-6 0-31 16,52-6-5-16,14-1-98 16,7-6-107-16,-9-5-152 15</inkml:trace>
  <inkml:trace contextRef="#ctx0" brushRef="#br0" timeOffset="33209.71">8588 10112 761 0,'0'0'12'0,"0"0"-12"0,0 0 51 16,0 0 21-16,0 0 2 15,0 0-41-15,66 16 7 16,-60-34 24-16,-1-2-27 16,-5-6-3-16,0 0 1 15,0 2-13-15,-13 4 23 16,-7 8-29-16,0 4-1 15,0 8-14-15,3 0 8 16,3 10-9-16,5 20 0 16,5 6 1-16,4 7 28 0,0-4-27 15,5 0 5-15,11-10-7 16,0-4 8-16,2-12-9 16,-2-4 1-16,-3-7 0 15,3-2 12-15,1 0-12 16,3-2 7-16,1-20 3 15,1-4-2-15,-2-5 2 16,2 0 2-16,1-5 3 16,1 1 48-16,2 1-29 15,1 2 4-15,-2 6 8 16,-5 6-31-16,-2 8 16 0,-2 4-22 31,-3 8-6-31,4 0 2 0,1 20 4 0,-2 12-9 16,1 6 7-16,-7-2 3 15,-3-2-5-15,-5-2-5 16,-2-8 2-16,0-6 12 16,0-8-10-16,0-7 12 15,0-3 6-15,0 0-18 16,0 0 16-16,0-3 0 16,0-22-11-16,13-16-6 0,3-11-3 15,6-4-17 1,4 2-45-16,1 4-89 0,-2 7-69 15,-11 11-67-15,-14 14-538 16</inkml:trace>
  <inkml:trace contextRef="#ctx0" brushRef="#br0" timeOffset="34150.11">5041 11757 737 0,'0'0'20'0,"0"0"60"16,-114 40 21-16,80-36 3 15,3-4-44-15,5 0-6 16,5 0 6-16,4-3-36 16,3-12 10-16,3-3-13 15,4-3-14-15,7-1 17 16,0 3-24-16,0-1 0 16,0 5 2-16,9 5 4 15,9 5-7-15,4 5 1 16,7 0 0-16,5 7-10 0,6 26 15 15,2 8-5 1,1 12 10-16,-3 1-7 0,-7 2 16 16,-8 0-6-16,-12 0-7 15,-9-1 29 1,-4-1-20-16,-9 0 13 0,-22-2-9 16,-6-8-15-16,-4-8 8 15,5-7-10-15,3-12 0 16,6-7 14-16,3-8-14 15,0-2 9-15,1 0 2 16,-4-21-7-16,3-8 9 16,4-7-15-16,4 4 4 15,7 4-7-15,5 12 9 0,4 6-5 16,0 4 4-16,2 0 6 31,21 0-11-31,12 3 9 0,8 3-4 0,14 0 60 31,8 7-45-31,6 7-3 16,5-2 6-16,2-2-17 16,4 0-10-16,10-2 4 15,-2-6-53-15,3 0-17 16,-6-2-65-16,-10 0-26 16,-1-6 21-16,4-22-161 0,9-14-169 15</inkml:trace>
  <inkml:trace contextRef="#ctx0" brushRef="#br0" timeOffset="34588.14">6718 11712 588 0,'0'0'174'0,"0"0"-79"16,4-112 95-16,-4 82-57 16,-6 4-14-16,-7 8-3 15,-3 8-47-15,-9 4-34 16,-3 6-7-16,-11 0-28 15,-7 29 0-15,-3 12 5 16,5 16 4-16,12 4-2 0,12 6-3 16,13-1-2-16,7-8 9 15,0-2-10-15,21-8-1 16,7-6 0-16,6-6 0 16,4-7-5-16,4-10 5 15,1-9-16-15,-3-6 13 16,2-4-6-16,-3 0 9 15,2-14-7-15,-5-5 13 16,-9-3-6-16,-8 0 0 16,-9 1 2-16,-10 1 8 15,0 4-9-15,-3 2 17 16,-19 1 15-16,-5 7-26 0,-6 4 10 16,-3 2-17-16,3 0 2 15,2 0-1-15,2 8-1 16,2 9 0-16,0 2-3 15,4 2-16-15,6 6-23 16,3 4-130-16,8 0-124 16,3-8-322-16</inkml:trace>
  <inkml:trace contextRef="#ctx0" brushRef="#br0" timeOffset="35114.74">8049 11500 1204 0,'0'0'5'0,"0"0"44"16,-25-117 6-16,3 85 47 15,-1 9-65-15,-4 13 7 16,-4 10-44-16,-9 0 2 15,-6 15-2-15,-6 17 0 16,7 4 2-16,12 5-8 16,9-3 6-16,10-4 0 15,14-5-4-15,0-6-11 0,0-6 15 16,21-6 0-16,5-8 1 16,8-3-2-16,1 0 1 15,3-4 0-15,0-17 0 16,-5 0 9-16,-2 3-9 15,-4-3 0-15,-2 3 0 16,-5 2-3-16,-5 4 4 16,1-1-1-16,-5 6 2 15,0 1 7-15,-6 0-7 16,-1 6 10-16,-1-2-3 0,-1 2 28 16,4 0-32-16,10 21 7 15,4 22 49 1,2 12-32-16,1 12 6 0,-4-1-34 15,-5 1 5-15,-5-2-6 16,-9 2 0-16,0-5-34 16,0 1-92-16,-23-7-117 15,-4-8-119-15,-1-10-524 16</inkml:trace>
  <inkml:trace contextRef="#ctx0" brushRef="#br0" timeOffset="44464.08">8073 11929 763 0,'0'0'1'0,"0"0"-1"16,0 0 30-16,0 0 11 15,0 0-5-15,0 0 18 16,0 0-42-16,0 0-7 15,-65 0-5-15,65 0-9 16,14 0-8-16,12 8-81 16,5-6-147-16</inkml:trace>
  <inkml:trace contextRef="#ctx0" brushRef="#br0" timeOffset="44903.74">13322 10493 758 0,'0'0'0'0,"0"0"-5"0,0 0 5 16,0 0 0-16,0 0-15 16,0 0-63-16,-47 44-41 15,25-34-275-15</inkml:trace>
  <inkml:trace contextRef="#ctx0" brushRef="#br0" timeOffset="48746.03">8271 9338 546 0,'0'0'71'16,"0"0"-38"-16,0 0 51 0,0 0 46 16,0 0-61-16,-53-114 4 15,34 96-40-15,0 0 26 16,-8 4-40-16,-6 2 1 15,-10 4-10-15,-6 4-3 16,-9 4-4-16,-4 0-3 0,-2 13 4 16,-3 14 1-16,4 3-3 15,1 4-2-15,4 2 5 16,2 4 2-16,0 4-3 16,3-1-4-16,0 5 3 15,-3-1 3-15,2 4-2 16,3 5 3-16,2 4 13 15,2 10-19 1,5 10 18-16,4 10-2 0,7 7-8 16,2 4 35-16,9 0-32 15,7 6 6-15,5 3 22 0,8 5-26 16,0 1 19-16,12 0-12 16,7 1-10-16,6-4 16 15,2-3-26-15,6-3 10 16,10-4 8-16,4-3-17 31,9 7 21-31,8-2-16 0,7 13-2 0,5-2 6 16,2-3-11-16,0 2 0 15,-5-13-2-15,-6-8 5 16,-1-9-3-16,-7-14 0 16,-6-14 1-1,3-11-9-15,-4-12 8 0,-4-13 0 0,4-9-1 16,-4-7 10-16,6-5-9 15,-2 0 0-15,1-8 1 16,-2-12-5-16,-4-4 4 16,0-6 0-16,-4-6-2 15,-4-7 2 1,1-5-2 0,-1-12 2-16,-2-13-7 15,5-6 0-15,4-10 3 16,0-6-6-16,10-4 10 15,0 3-12-15,-1 7 12 0,-4 13 0 16,-10 14 1-16,-6 6-8 16,-3 6 7-16,-6-3 0 15,2 2-1-15,-3-6 7 16,0-3-9-16,0-4 3 16,-8 2 0-16,-1 4-2 15,-10 0 9-15,-4 2-7 16,-2-3 0-16,0-1 10 15,-6-2-8-15,-12-4-2 16,1-6 2-16,0-7-7 16,0-1 5-16,-1-2 0 0,2 2 0 15,1 6 3 1,-2 10-3-16,-3 7 0 0,6 10 0 16,-6 2-10-16,4 1 10 15,-4 2 0-15,0-2-3 16,3 0 9-16,-6 0-6 15,-2-3 0-15,-1 1 0 16,-1-2-7-16,0 0 7 16,1-2 0-16,-1 2-2 15,-4-2 5-15,0 1-3 16,-6 2 0-16,0-2 0 16,-5 2-9-16,-1 8 9 15,-4 5 0-15,-2 4-3 16,-4 6 1-16,-9 10 0 0,-8 11 2 15,-10 3-2-15,-7 11-8 16,-8 19 10-16,-5 4-3 16,-4 10 3-16,9 6-76 15,1 12-48-15,7 9-63 16,-4-1-172-16</inkml:trace>
  <inkml:trace contextRef="#ctx0" brushRef="#br0" timeOffset="50475.06">18106 9569 756 0,'0'0'25'16,"0"0"-25"-16,-138-34 78 15,91 28 32-15,-3 6-71 16,4 0-6-16,-1 0 4 15,1 0-24-15,-4 0 12 16,-6 12-2-16,-6 8-15 16,-5 4 18-16,-6 4-17 15,2 2 16-15,6 1 18 16,8 2-24-16,5 7 2 0,5 10 7 16,3 9-2-1,4 17 17-15,1 12-18 0,4 10 14 16,3 10 16-16,3 4-32 15,8 7 11-15,1 3-10 16,7 0-14-16,3 1 10 16,6-1-16-16,-1 16-1 15,5 9 13-15,0 5-14 16,0 9 5-16,11-11-2 16,6 1 0-16,5-5 2 15,1-15-7-15,9-14 0 0,3-23 0 16,4-15 8-1,1-8-8-15,4-10 0 0,-1-10 6 16,5-5-8-16,4-6 2 16,-1-6 0-1,5-2-3-15,1-8 9 0,-1-4-6 16,2-3 0-16,0-10 0 16,2-4-8-16,7-3 4 15,4 0-16-15,10-21 9 16,-1-7-18-16,0-2 12 15,-11-8 3-15,-9-4-9 16,-9-8 18-16,-3-8 1 0,-2-4-4 16,1-11 5-16,9-9-14 15,7-6 12-15,5-2-12 16,3 2-2-16,0 3 13 16,-1 7-7-16,-3 6 13 15,-3 0-7-15,3 5 13 16,2 4-6-16,1 0 0 15,3 7 2-15,4 2-5 16,2 5 3-16,3 2 0 16,-1 4-4-16,-1 7 7 15,-7 10-3-15,-9 6 0 16,-1 5 3-16,-5 2-5 16,0 1 2-16,-2-4 0 15,-7-3-4-15,-3-4 11 0,0-2-7 16,-5-7 0-16,-3 1 4 15,-5-3 6-15,-1-7-8 16,-5-4 2-16,-3-10 15 16,-1-9-17-16,-4-12 12 15,-1-14 1-15,-5-6-13 16,-1-7 6-16,-3 5-8 16,-5 10 0-16,-4 3 1 15,0 8 4-15,0 4-5 0,-17 6 0 16,-18 4 4-16,-6 4-8 15,-11 1 4-15,-10-2 0 16,-9-2-3-16,-14-4 7 16,-9 0-4-1,-8 6 0-15,0 8-2 0,-4 11-3 16,2 7 5-16,-5 8-1 16,-12 7-9-16,-10 6 14 15,-9 11-4-15,-7 2 0 16,-11 2 0-16,-8 25-5 15,-5 16 5-15,-11 17-27 16,-3 23-65-16,-2 17-113 16,6 10-150-16</inkml:trace>
  <inkml:trace contextRef="#ctx0" brushRef="#br0" timeOffset="57450.49">10784 6128 467 0,'0'0'48'16,"0"0"71"-16,0 0-7 15,-113 26-50-15,93-19-30 16,-5 8 50-16,-4 3-35 16,-2 5-21-16,-3 4 31 15,8 3-34-15,-1 2 4 16,7 3-6-16,2 2-16 15,7 2 20-15,5 1-25 16,6 4 9-16,0 3 3 16,0 4-10-16,2 1 14 15,13 0-5-15,10 5-10 16,4-4 17-16,8 0-16 0,9-8 1 16,2-6 3-16,10-9 3 15,7-7-6-15,3-8 4 16,0-5-7-16,-1-4 6 15,-3-2-6-15,1 0 0 16,4-2 0-16,7 3 6 16,8-4-8-16,7 2 2 15,1-2 0-15,1 1-3 16,-1-2 3-16,1 0 0 16,3 0-1-16,0 0 7 0,0 0-6 15,-2-2 0-15,-3-2 1 16,-4 1-2-16,-1-2 1 15,1 1 0-15,0 0-4 16,-2 2 10-16,-3 2-6 16,1-2 0-16,0 0-2 15,8 0-4-15,2-2 6 16,-1 4 0-16,-3 0-1 16,-9 0 5-16,-6 0-4 15,-7 2 0-15,-4 8 2 16,-2 3-6-16,-3-1 4 15,3-1 0-15,-3 3-2 16,-1-1 7-16,-2-1-5 16,1-1 0-16,0 4 0 0,2-1-1 15,5 0 1-15,3 0 0 16,10 0 0-16,6-2 6 16,8 2-7-16,-2 2 1 15,0-5-1-15,-8 3-3 16,-4 3 4-16,-9-1 0 15,-5 2-3-15,-4 1 6 16,-2 2-3-16,-3 2 0 16,0-2 1-16,1 1-6 0,0-1 5 15,1-2 0-15,3 1-1 16,2 0 8-16,-2-2-7 16,0 1 0-16,-2-1 1 15,-2-1-3-15,-4-1 2 16,0 1 0-16,-6-1 0 15,-1 1 2-15,-1 0-2 16,0-1 0-16,3 0 4 16,-3 2-7-16,-2 0 3 15,-2 2 0-15,-2-1-2 16,-5 6 6-16,2-1-4 16,-6 4 0-16,-2 5-1 15,-2 0-6-15,4 5 6 0,0 0 1 16,7 1-1-16,1-1 6 15,2 0-6-15,2 0 1 16,1 2 0-16,1-2-4 16,5 0 4-16,-2 6 0 15,0 5-2-15,2 3 5 16,-1 4-3-16,3 2 0 16,6-4 4-16,4 1-7 15,2-8 3-15,2-3 0 16,1 1 1-16,-1-3 4 0,-4-4-5 15,0 1 0-15,-4-6 4 16,-3-2-5 0,2 3 5-16,3-5 3 0,0 1 3 15,1 5-6 1,-3-5 9-16,-3-2-2 0,0-8-1 16,3-7 39-16,2-7-20 0,6-3 0 15,0-3-11 1,5 0-12-16,-5 0-5 15,-6 0-1-15,-2-11 4 0,-8-6-6 16,-1-3 2-16,0-6 0 16,2-7 0-16,-1-7 4 15,4-5-4-15,-6-5 0 16,1 0 2-16,-8-1-4 16,-8 1 2-16,-8-4 0 15,-8-2 4-15,-8-8 2 16,-2-3 1-16,-3-2-2 15,0 4-2-15,0 5 12 0,0 3-11 16,-6 7 7 0,-3 0 6-16,-2 1-14 0,-7-1 11 15,0 3-9-15,-4-3-2 16,-4 2 2 0,-1-2-5-16,0 1 0 0,0 1-1 15,-2 2 7-15,2 0-6 16,0 4 0-16,-2 2 1 15,1 5-7-15,-4 3 6 16,-4 5 0-16,-5 4-2 16,-9 4 7-16,-3 2-5 15,-7 3 0-15,-6 4 0 16,2 1-9-16,2 4 9 0,7 1 0 16,5 2-6-16,4 0 11 15,-1 2-6-15,1 0 1 16,-8 0 0-16,-4 0-7 15,-7 2 7-15,-9 4 0 16,-3 0-2 0,-4-2 8-16,-1 0-6 0,-3-1 0 15,1 0 1-15,-1-1-7 16,-1 2 6-16,-1-2 0 16,2 3 0-16,-1-2 6 0,2 3-6 15,2 0 0-15,-5 1 1 16,0-2-8-1,0 1 6-15,0 1 1 0,5-2-4 16,1 1 3-16,-4 2-1 16,-1-2 2-16,-3 1 0 15,-4 1-3-15,3-2 3 16,1-1 0-16,2-1-3 16,4 1 8-16,4-1-5 15,2 0 0-15,6 2 2 16,3-5-3-16,5 4 1 0,3-3 0 15,4-1-2 1,-2 2 8-16,0-2-6 0,0 3 0 16,-7 3 1-16,1-4-4 15,-3 1 3-15,1 1 0 16,3-3-3 0,-2-2 3-16,6 2 0 0,-6-2 0 15,3 0 7-15,-3 0-14 16,0 0 7-16,8 0 0 15,-4 0-2-15,5 0 7 16,1 0-5-16,-3-2 0 16,2-5 4-16,-2 2-7 15,-3-1 3-15,-1-2 0 16,-5-3-2-16,-4 1 7 0,-2-4-5 16,-1 0 0-16,3 1 3 15,2-4-5-15,2 1 2 16,4 0 0-16,3 1-1 15,5-4 7-15,1-1-6 16,3-2 0 0,7 3 5-1,1-4-7-15,5 3 2 16,3 0 0-16,1-1-6 16,1 2 15-16,4-1-9 15,0-2 0-15,2-5 1 16,0-1-2-16,-4-3 1 0,0-4 0 15,-7-1-1-15,3-4 7 16,-3 2-6-16,5-4 0 16,6-2 4-16,6 4-8 15,5 2 4-15,8 3 0 16,1 5-1-16,1-4 4 16,1 2-3-16,3-4 0 15,-3-2 4-15,1 1-10 16,-3 2 6-16,1-3 0 15,-6 2-2-15,-1 1 6 0,0 0-4 16,-1 2 0 0,1 1 4-16,-1 1-8 0,3 0 4 15,1-1 0-15,-4-2-3 16,1 2 8-16,-3 0-5 16,-4 4 0-16,0 2 0 15,-3-1-7-15,-3 1 7 16,-6 5 0-16,-3 2-2 15,-7 4 5-15,-5 2-3 16,-11 10 0-16,-16 3-4 16,-8 0-5-16,-15 13 9 15,-8 22 0-15,-9 6-5 16,-3 9-4-16,5 5-1 0,6 7-21 16,17 8-33-16,14 9 10 15,8 16-18-15,13 25 4 16,12 30-38-16,13 17-114 15,9 2-240-15</inkml:trace>
  <inkml:trace contextRef="#ctx0" brushRef="#br0" timeOffset="59132.48">4640 9978 724 0,'0'0'21'0,"0"0"-16"16,0 0 56-16,0 0 28 0,-133-86 8 16,102 74-75-1,-2 1 24-15,-7 10-16 0,-6 1-23 16,-8 0 11-16,-8 22-13 16,-7 12 7-16,-5 10 0 15,3 10-1-15,3 8 12 16,15 4 4-16,9 2-8 15,10 2 11-15,15 1-20 16,12 7 11-16,7 14 0 16,0 15 4-16,17 8 10 0,14 12-22 15,3 2-3-15,9 5 7 16,3 6-14-16,10-2 1 16,2 1 9-16,2 1-12 15,0-5 9-15,-2-3-10 16,-5-8 4-1,-1-7 5-15,-5-3-6 0,-2-3 2 16,4-5 5-16,1-8-7 16,4-8 5-16,8-7-8 15,9-8 3-15,8-5 2 16,6-3-1-16,-2-7-4 16,0-7 0-16,-2-9 7 15,-4-7-7-15,-8-8 0 16,-9-6 0-16,-8-11-6 0,-5-7 3 15,-5-5 0-15,0-6-1 16,-1-23 2-16,-1-8 0 16,2-6 2-16,-2-5 0 15,-4 0-4-15,-1-6 8 16,-3 4-4-16,-8-2 0 16,-2-3 12-16,-6 2-8 15,-3-14-4-15,-11-8 0 16,-2-8 4-16,0-16-1 0,-15-1-3 15,-16-1 0 1,-2 2 5-16,-5 8-5 0,-1 1 0 16,2 1 0-16,-5-3-1 15,-1-2 5-15,-1 0-4 16,-2-10 0-16,2-12 3 16,2-5-3-16,-1 4 0 15,4 17 1-15,7 18-5 16,-1 14 9-16,4 10-5 15,2 4 11-15,-4-3-6 16,0 1 23-16,-3-3-28 16,-1-5 0-16,-5-2 2 15,-5-5 1-15,-9-1-3 0,-8 2 0 16,-5 8 8-16,-8 7-5 16,-8 13 6-16,-6 10-7 15,-5 8 9-15,3 6-8 16,0 3 3-16,6 7-6 15,7-5 7-15,7 3-10 16,15 2 3-16,9 2-22 16,12 1-6-16,8 5-197 15,7 0-80-15,0 21-576 16</inkml:trace>
  <inkml:trace contextRef="#ctx0" brushRef="#br0" timeOffset="67867.16">12950 6167 901 0,'0'0'8'0,"0"0"46"15,0 0-3-15,0 0-13 16,0 0 30-16,0 0-66 16,0 0 1-16,-114-21 10 15,79 47-12-15,-12 11 13 16,-13 13 0-16,-7 11 0 16,-8 10 32-16,0 9-31 0,2 12-7 15,2 14 24 1,1 13-29-16,6 9 14 0,5 5 12 15,5 3-9-15,7 4 14 16,7 10-24-16,4 8 0 16,2 3 14-16,5 2-22 15,8-2 9-15,2 3-11 16,9 4 8-16,7-4-1 16,3-7-6-1,0-19 0-15,15-22 17 0,17-15-17 16,6-23 11-16,11-16-4 0,3-18-6 15,10-17 13 1,0-15-14-16,9-12 0 0,0 0 3 16,10-23 6-16,3-15-10 15,1-10 0-15,-3-10 4 16,-8-11-11-16,-9-6 7 16,-5-12 0-16,-6-15-8 15,7-16 8-15,7-19-3 16,9-11-10-16,12-5-28 15,11 7 14-15,9 10 6 16,1 10 21-16,4 9-1 16,-9 15 8-1,-9 15-7-15,-12 18 0 0,-12 11 6 0,-8 7-9 16,1 3 3-16,1 8 0 16,7 6-3-16,6 4 9 15,-2 8-6-15,6 6 0 16,2 4 0-16,-4 4-4 15,-4 3 4-15,-10 4 0 16,-14 1-5-16,-13 0 11 16,-11-4-6-16,-6-2 0 15,4-6 8-15,4-7 0 16,4-5-8-16,5-5 4 16,1-9 8-16,-1-6-7 15,-3-9 3-15,-7-5 18 0,-6-6-17 16,-9-4 21-16,-5-5-18 15,-8-5-6-15,-2-9 27 16,-17-9-29-16,-15-6 13 16,-8 0-14-16,-5 4 7 15,-10 3-6-15,-11 7-4 16,-14 8 1-16,-21 4 4 16,-25 7 7-1,-25 10-11-15,-23 9-1 0,-18 10 0 16,-6 11-9-16,2 19 6 0,7 10-4 15,8 25 4-15,9 44-23 16,3 44-62-16,2 43-84 16,2 39-58-16,3 23-347 15</inkml:trace>
  <inkml:trace contextRef="#ctx0" brushRef="#br0" timeOffset="69800.57">14327 12908 809 0,'0'0'9'16,"0"0"23"-16,-115-49 37 15,76 37-6-15,1 4-5 16,3 5-13-16,-3 3-34 16,-5 0 23-16,-7 3-16 15,-17 19 8-15,-9 7-3 16,-9 7-20-16,-7 2 41 16,1 1-8-16,7 4-21 15,6 2 24-15,11 5-20 16,13 9 1-16,10 12 5 0,13 7-25 15,10 12 23 1,13 8-17-16,6 11-4 0,2 3 15 16,0 8-14-1,4 0 3-15,15 1 0 0,4-7-1 16,2 2 0-16,2-1-5 16,-1 0 0-16,1-3 10 15,2 8-6-15,-1-9 11 16,1 2 1-16,3-11-11 15,6-12 1-15,7-7-6 16,10-6 0-16,8 4 3 16,3-5 2-16,1-2-5 0,-3-1 0 15,-1-3 6 1,-5-6-7-16,-4-2 1 0,-1-7 0 16,-2-4-5-16,-2-7 10 15,3-2-5-15,-3-9 0 16,8-9 1-1,-1-8-7-15,2-8 5 0,-2-8-5 16,-1 0 1-16,-3-6-6 16,-1-12 2-16,-4-2-6 15,-1-4-3-15,3-6 13 16,3-6-1-16,2-13 6 16,4-1-4-16,2-12 6 15,0-4-2-15,-5-6 2 0,1-4 4 16,-5-4-5-16,-4-1-1 15,-2 1 0-15,-8 4-2 16,1 4 8-16,1 0-6 16,-4 5 0-16,3-2 2 15,-3 6-5-15,3 1 3 16,-3 4 0-16,2 5 1 16,-2 6 1-16,1 6-2 15,-3 2 0-15,-4 2 6 16,-2 3-7-16,-4 0 1 0,-6 0 0 15,1-2-1-15,-3-3 3 16,1-1-2 0,4 0 0-16,0-2 7 15,-2-2-9-15,-2 4 2 0,-5 2 0 16,-2 4 2-16,-5 0 6 16,-2-3-7-16,1-2 6 15,-3-6 0-15,0-5 8 16,-3-10-15-16,-15-6 1 15,-3-6 5-15,-4-2-1 16,0 4-5-16,-6 4 0 16,2 1 10-16,-4 3-8 15,-5-4-2-15,0 1 1 0,-5-1-2 16,-1 0 4-16,-3 4-3 16,1 0 0-16,-4 2 5 15,0 6-7-15,-4 8 2 16,-2 10 0-1,-8 6-1-15,-7 5 7 0,-14 3-6 16,-9 4 0-16,-9 3 4 16,-1 5-4-16,5 1 0 15,6 3 2-15,6 4-7 16,2 2 5-16,0 0-3 16,6 19 1-16,-2 22-68 15,-1 21-118-15,-5 13-43 0,-11 7-555 16</inkml:trace>
  <inkml:trace contextRef="#ctx0" brushRef="#br0" timeOffset="74486.73">15826 5903 820 0,'0'0'7'0,"0"0"1"15,0 0 57 1,0 0-19-16,0 0-23 0,-129-18-1 16,109 30-1-1,3 19-8-15,-8 11 13 0,0 10-8 16,-1 10-9-16,-6 8 19 16,1 12-12-16,-4 16 23 15,-1 16 12-15,1 24-26 16,0 25 22-16,7 11-14 15,1 20 7-15,4 8-7 16,6 1-17-16,8-5 3 16,9-10-2-16,0-5-15 15,9-5 15-15,18-7-6 16,2-7-3-16,4-13 8 16,2-11-15-16,6-7 4 15,5-12 3-15,6-14-3 16,0-14 1-16,0-17-6 0,0-14 0 15,-3-17-4-15,2-10 6 16,1-11-2-16,3-14 2 16,6-8 4-16,7-2-3 15,8-16-3-15,0-18 0 16,-1-12 1-16,-1-8 2 16,-5-6-3-16,-4-7 0 15,-3-5 3-15,-4-6-3 16,-4-2 0-16,-3-10 0 15,-4-9-6-15,-1-17 10 0,3-15-4 16,3-13 0-16,3-4 6 16,1 4-8-16,-5 11 2 15,-4 10 0-15,-9 9 2 16,-11 7 1-16,-7-7-3 16,-6 0 1-16,-8-8 7 15,-4-6-8 1,-2-13 0-16,0-5 1 0,-4 0-8 15,-14 5 8-15,-5 15-1 16,-5 20 0-16,-6 11 9 16,-4 11-12-16,-8 6 3 15,-8 0 0-15,-6-3 0 16,-3 1 1-16,-1-1-1 0,2 6 0 16,3 3 5-16,2 10-5 15,1 13 0-15,-5 21 0 16,-10 26-9-16,-18 8 6 15,-13 47-3-15,-10 25-1 16,-1 21-73-16,8 12-33 16,1 13-33-16,3 11-21 15,1 2-139-15,0-3-319 0</inkml:trace>
  <inkml:trace contextRef="#ctx0" brushRef="#br0" timeOffset="75663.75">14956 9356 816 0,'0'0'14'16,"0"0"63"0,0 0 8-16,-141-78-11 0,95 74-42 15,-2 4-9-15,-3 0 4 16,-4 0 7-16,-8 22 1 16,-9 10 22-16,-11 14-36 15,-11 17-4-15,-5 12 14 16,-1 20-23-16,2 16 13 0,3 14-9 15,5 16-6-15,8 12 30 16,15 1-8-16,15 12 6 16,21 3-1-16,18 5-20 15,13 10 14-15,7 4-6 16,32 5-15-16,15 0 9 16,9 3-14-16,5-9-1 15,2-2 1 1,-5-15 5-16,-1-18-6 0,-4-17 0 15,5-25 1-15,6-24-6 16,7-24 7-16,9-21-2 16,7-20 0-16,3-16 2 15,6-5-3-15,5-11 1 0,-4-21-10 16,-4-10-1 0,-9-8-26-16,-8-7 15 0,-10-10 20 15,-1-13-6-15,-1-14 7 16,0-15 1-16,5-18 0 15,2-23 0-15,-2-8 6 16,-3-8-6-16,-8 2 16 16,-7 10-14-16,-13 0 17 15,-7-4-10 1,-3-5-7-16,-10 1 14 0,-8 1-12 0,-10 1-4 16,-7 8 11-1,-5 3-5-15,-21 11-5 0,-10 10-1 16,-8 13 5-16,-12 17 13 15,-15 13-9-15,-18 12 1 16,-19 12-10 0,-11 14 4-16,-4 10-6 0,5 12 2 15,2 7-15-15,6 9 5 16,6 9-67-16,4 0-29 16,8 34-48-16,5 18-56 15,7 11-198-15</inkml:trace>
  <inkml:trace contextRef="#ctx0" brushRef="#br0" timeOffset="82258.17">1534 8650 1016 0,'0'0'3'16,"-136"72"29"-16,94-45 50 16,18-13-21-1,22-6-14-15,2-3-42 0,36 0 1 16,27 1 24-16,33-6-29 0,35 0 9 16,27 0-6-16,27-16 2 15,20-2 0-15,7 2-6 16,9 0 0-16,-7 2 8 15,-14 6 1 1,-24 5-9-16,-31 3 0 0,-34 0 4 16,-31 0-17-16,-24-5 8 15,-27-1-113-15,-27-7-70 16,-2-9-190-16</inkml:trace>
  <inkml:trace contextRef="#ctx0" brushRef="#br0" timeOffset="82683.07">1614 7736 703 0,'0'0'5'15,"0"0"-5"-15,0 0 76 16,0 0 38-16,0 0-7 16,0 0-78-16,-36-23-24 15,127-12 14-15,36-11-8 16,32-8-2-16,37-13 28 15,33-8-12-15,32-6 6 16,24-3 5-16,12 5-17 16,-8 7 9-16,-28 8-13 15,-38 11-9-15,-57 6 40 16,-52 13-31-16,-45 12 5 0,-33 10-19 16,-20 8 7-16,-8 2-16 15,-3 2 1-15,-3 0-34 16,-2 24-166-16,0 10-135 15</inkml:trace>
  <inkml:trace contextRef="#ctx0" brushRef="#br0" timeOffset="84570.58">18060 4007 889 0,'0'0'54'0,"0"0"116"0,0 0-27 0,-27-127-29 16,-7 89-30-16,-4 2-37 16,-6 3-1-16,-4 9-20 15,4 13 31-15,-1 2-43 16,5 9-7-1,7 0-7-15,8 3 7 0,10 18-7 16,12 8 0-16,3 3-1 16,0 6-7-16,26 2 9 15,7-2-1-15,7-2 0 16,4 2 8-16,3-4-8 0,-1 2 0 16,2 3 3-1,-4-4-9-15,-1 6 6 16,-6-1 0-16,-8-2 0 0,-11-4 7 15,-13-1-7-15,-5-8 0 16,-14 0 3-16,-19-8-10 16,-11-7 7-16,1-8 0 15,-1-2-1-15,2-14 10 32,9-22-10-32,14-12 1 0,19-8-28 0,2-5 5 15,44 2-25-15,13-2-26 0,5 3-49 16,-2 2-80-16,-14 1-129 15</inkml:trace>
  <inkml:trace contextRef="#ctx0" brushRef="#br0" timeOffset="86319.4">19072 4013 663 0,'0'0'261'0,"0"0"-215"0,0 0 57 15,0 0-58 1,0 0-12-16,-113-39 13 0,87 39-41 15,5 0 22-15,8 0 4 16,5 0-24-16,4 0 15 16,4 0-19-16,0 6-1 15,0 6 11-15,4 9-13 0,19 3 18 16,16 2-1-16,9 2-8 16,10-1 11-16,5 0-16 15,1-1-2-15,-1 1 22 16,-5-2-8-16,-11-3 36 15,-14-2-1-15,-15-7-20 16,-12-5 14-16,-6-2-9 16,0 7-8-16,-26 5 10 15,-19 5-37-15,-7 7 13 16,2-5-14-16,3-3 2 16,11-4-11-16,9-6 5 0,6-6-47 15,2-6-91-15,1 0-71 16,-1-11-5-1,-4-28-390-15</inkml:trace>
  <inkml:trace contextRef="#ctx0" brushRef="#br0" timeOffset="86475.8">18950 4074 797 0,'0'0'38'16,"0"0"65"-16,0 0-49 15,0 0 28-15,154-111-34 16,-63 65 2-16,21-5-6 15,12-5-28-15,-1 3-5 16,-7 9-11-16,-20 10-47 0,-27 4-286 16</inkml:trace>
  <inkml:trace contextRef="#ctx0" brushRef="#br0" timeOffset="87718.6">1571 10515 966 0,'0'0'1'0,"0"0"-1"15,0 0 63-15,-67 104 4 16,67-101-29-16,0-3 19 15,5 0-23-15,38-22-8 16,32-28 24-16,37-37-16 0,28-35 17 16,24-25-30-16,17-15 25 15,8-5 40-15,8 7-39 16,-4 2-6-16,-10 11-1 16,-27 19-32-16,-38 25 26 15,-37 31-32-15,-37 28 5 16,-24 24-5-16,-13 12-2 15,-7 8-12-15,-5 13-61 16,-24 32-117 0,-14 22-46-16,-7 7-82 0</inkml:trace>
</inkml:ink>
</file>

<file path=ppt/ink/ink2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5.68611" units="1/deg"/>
          <inkml:channelProperty channel="T" name="resolution" value="1" units="1/dev"/>
        </inkml:channelProperties>
      </inkml:inkSource>
      <inkml:timestamp xml:id="ts0" timeString="2023-09-17T05:21:42.516"/>
    </inkml:context>
    <inkml:brush xml:id="br0">
      <inkml:brushProperty name="width" value="0.05292" units="cm"/>
      <inkml:brushProperty name="height" value="0.05292" units="cm"/>
      <inkml:brushProperty name="color" value="#FF0000"/>
    </inkml:brush>
  </inkml:definitions>
  <inkml:trace contextRef="#ctx0" brushRef="#br0">8714 5727 809 0,'0'0'5'0,"0"0"142"0,0 0 41 16,0 0-86-16,0 0-37 16,0 0 13-1,0 0-13-15,-33-45-31 0,33 45-19 16,0 0 7-16,0 29-20 16,0 19 4-16,0 14 24 15,7 2-21-15,4 0 18 16,-2-7-15-16,0-6-10 15,-1-2 6-15,4-5-8 16,-6-6 0 0,3-2 0-16,1-6-17 0,-4-4-113 15,7-8-114-15,0-13-109 16,-3-5-475-16</inkml:trace>
  <inkml:trace contextRef="#ctx0" brushRef="#br0" timeOffset="341.44">8721 5703 561 0,'0'0'143'0,"0"0"-140"16,0 0 42-16,0 0-19 0,0 0-6 15,0 0 11-15,168-79-7 31,-113 82 12-31,0 18-27 0,-3 10-5 0,-3 7 14 16,-7 6-17-16,-2 6 6 16,-9 0 4-16,-8 0 1 15,-12 0 12-15,-11 0-5 16,0 0 24 0,-11-1 3-1,-25-3-9-15,-7-6 12 16,-9-2-31-16,-4-11-16 15,0-4 0-15,4-9-2 16,15-8-33-16,10-6-45 16,14 0-158-16,13-22-408 0</inkml:trace>
  <inkml:trace contextRef="#ctx0" brushRef="#br0" timeOffset="881.06">9835 5735 1113 0,'0'0'7'16,"0"0"6"-16,0 0 156 15,0 0-105-15,0 0-61 16,0 0 11-16,-9 50-12 15,16 7 11-15,4 6 18 16,-2 2-18-16,0-6 0 16,-5-4-11-16,1-11 2 15,-5-12-3-15,0-12-1 16,0-10 0-16,0-8-2 16,0-2 7-16,0 0-3 0,0-20 0 15,-2-18-1-15,-5-14-2 16,7-10-16-16,0-5 6 15,0 3 0-15,16 3-6 16,6 11 17-16,7 8 0 16,-3 10 1-16,1 13-6 15,0 9 5-15,0 10 0 16,2 0 4-16,0 20 0 16,2 21 5-16,-4 12 7 15,-2 11-2-15,-4 5 10 16,0-2-19-16,-9 1 2 15,-2-6 2-15,-3-1-5 0,-7-11 0 16,0-6-4-16,0-8-2 16,0-8-4-16,0-6-26 15,-3-5-114-15,-8-9-27 16,-4-8-133-16,-8 0-110 16</inkml:trace>
  <inkml:trace contextRef="#ctx0" brushRef="#br0" timeOffset="1069.67">9908 6110 767 0,'0'0'4'15,"0"0"52"-15,0 0 55 16,0 0-81-16,0 0-7 16,139-41-20-16,-72 28 1 15,8 0-4-15,4 8-15 16,-6 1-16-16,-6 4-255 15,-8 0-267-15</inkml:trace>
  <inkml:trace contextRef="#ctx0" brushRef="#br0" timeOffset="1289.36">10673 5963 835 0,'0'0'19'0,"0"0"160"15,0 0-73 1,0 0 28-16,0 0-70 0,0 0-21 15,-29-29-23-15,29 42-16 16,0 21-1-16,0 8 7 16,7 7-5-16,-1-2 3 15,-1 1-5-15,-1-5-6 16,-1-3 3-16,-3-8-84 16,0-3-67-16,0-8-49 15,0-11-205-15</inkml:trace>
  <inkml:trace contextRef="#ctx0" brushRef="#br0" timeOffset="1490.72">10659 6010 597 0,'0'0'135'0,"0"0"-75"16,0 0 175-16,0 0-137 16,0 0-48-16,0 0-13 15,0 0 1-15,143-11-15 16,-91 47-1-16,1 11-12 15,-2 3-6-15,-5 4-4 16,0 0 0-16,-7-2-13 16,-3-10-8-16,-9-6-132 15,-3-14-6-15,-3-11-81 0,-10-11-252 16</inkml:trace>
  <inkml:trace contextRef="#ctx0" brushRef="#br0" timeOffset="1730.46">11189 5911 449 0,'0'0'3'0,"8"-119"69"16,3 80 38-16,-3 11-25 0,0 14 18 15,-6 10 10 1,0 4-23-16,-2 2-26 0,4 34-38 16,-1 16 102-16,-1 14-60 15,0 2-13 1,-2 0 6-16,2-1-46 0,-2-7-1 15,2-6-14-15,-2-6 8 16,0-4-15-16,0-5 7 16,0-6-70-16,4-5-98 15,1-8-207-15</inkml:trace>
  <inkml:trace contextRef="#ctx0" brushRef="#br0" timeOffset="2077.3">11966 5945 1004 0,'0'0'14'16,"0"0"152"-16,0 0-63 15,0 0 19-15,0 0-121 16,0 0 16-16,-121-40-17 0,88 66 4 15,0 10 2 1,1 7 8-16,8 8 3 16,8 2 19-16,7-1-20 0,7-4 11 15,2-6-12-15,0-6-6 16,13-8 15-16,16-4-22 16,6-9 4-16,8-10-5 15,8-5 1-15,7 0-4 16,4 0-56-16,8-4-58 15,5-8-34-15,4 0-63 0,-2-6-345 16</inkml:trace>
  <inkml:trace contextRef="#ctx0" brushRef="#br0" timeOffset="2406.27">12758 5913 603 0,'0'0'31'15,"0"0"107"-15,0 0 20 16,0 0-63-16,0 0-42 16,0 0 27-16,0-44-26 0,0 54 0 15,0 27-9-15,0 13 44 16,-2 7-6-16,2 8-32 15,-2-3-14-15,2-2-5 16,-3-4-26-16,3-8 7 16,-2-6-13-16,2-7 3 15,0-9-10 1,0-8-5-16,0-6-93 0,14-9-64 16,0-3-81-16,0-8-356 15</inkml:trace>
  <inkml:trace contextRef="#ctx0" brushRef="#br0" timeOffset="2641.46">12772 5886 850 0,'0'0'0'16,"0"0"107"-16,0 0-31 15,0 0-59-15,0 0 16 16,0 0-20-16,138-79-2 15,-107 79 18-15,0 0-25 16,-8 0 7-16,-3 0-11 16,-3 2 5-16,-3 6-10 15,-3 4 1-15,-5 1-12 0,-6 6-174 16,0 1-192-16</inkml:trace>
  <inkml:trace contextRef="#ctx0" brushRef="#br0" timeOffset="2862.9">12785 6196 93 0,'0'0'647'0,"0"0"-606"15,0 0 149-15,0 0-86 16,0 0-76-16,0 0 18 16,67 8 25-1,-31-8-50-15,2-1 4 16,-3-6-11-16,1 1-8 15,-1 0 2-15,1 0-6 16,-5 1-2-16,-2-1 0 16,-9 5-6-16,-7 1-12 15,-7 0-147-15,-6 1-174 16,-3 22-411-16</inkml:trace>
  <inkml:trace contextRef="#ctx0" brushRef="#br0" timeOffset="3083.23">12924 6463 746 0,'0'0'110'0,"0"0"-10"16,0 0 72-16,0 0-74 15,0 0-42-15,0 0 2 16,29 73-40-16,17-70 11 16,12-3-6-16,13 0-22 15,10-8 13-15,1-6-14 16,-2 0 1-16,-10 0-2 15,-13 2 1-15,-19 0-104 0,-25-3-163 16,-13 6-521 0</inkml:trace>
  <inkml:trace contextRef="#ctx0" brushRef="#br0" timeOffset="4168.31">8681 8021 1019 0,'0'0'18'0,"0"0"139"16,0 0 26-16,0 0-130 16,0 0-35-16,0 0 24 15,-31 164-18-15,31-92 11 16,0 0-14-16,0-1-15 0,4-5 6 16,2-10-12-1,2-12 0-15,-8-17-2 0,2-12 7 16,-2-6-5-16,0-6 0 15,0-3 0-15,0-12-1 16,-5-38 1-16,-6-20-15 16,5-18 14-16,1-6-12 15,5-1-4-15,0 9-3 16,9 16-1-16,14 14 21 16,1 15-2-16,5 10 2 0,5 7 4 15,1 7-1 1,3 13 5-16,2 4-3 0,0 25-5 15,7 25 19-15,-4 18-10 16,3 12 6-16,-11-2 9 16,-3 1-23-16,-6-8 3 15,-7-4-4-15,-4-10 0 16,-3-7-6-16,-6-8 2 16,1-15-37-16,-7-7-57 15,0-6-82-15,0-10-46 16,-5-4-242-16</inkml:trace>
  <inkml:trace contextRef="#ctx0" brushRef="#br0" timeOffset="4356.91">8777 8410 1025 0,'0'0'21'0,"0"0"12"15,0 0 123-15,0 0-114 16,0 0-40-16,0 0 11 15,158-70-12-15,-71 46 0 16,13 4-1-16,5-1-13 16,-3 6-165-16,-4 2-189 15</inkml:trace>
  <inkml:trace contextRef="#ctx0" brushRef="#br0" timeOffset="4577.89">9799 8057 1093 0,'0'0'13'16,"0"0"108"-16,0 0 75 15,0 0-116-15,0 0-48 16,0 0-20 0,-19 67 39-16,19-16-30 0,0 5 8 15,0-4-21-15,0 3-2 16,6-5-5-16,3-2-1 0,3-6-15 31,-2-6-70-31,-3-3-107 0,-3-14-45 0,-4-9-142 16</inkml:trace>
  <inkml:trace contextRef="#ctx0" brushRef="#br0" timeOffset="4850.46">9751 8099 963 0,'0'0'0'15,"0"0"19"-15,0 0 68 16,0 0-59-16,100-111-13 16,-44 111 4-16,6 0 6 31,0 17 1-31,-6 21 33 16,-12 10-11-16,-10 8-4 15,-18 2 15-15,-14 3-3 16,-2 1-6-16,-16 2-28 15,-24 1 4-15,-9-2-7 0,-4-3-18 16,1-9 0-16,3-11-1 16,5-11-36-16,8-11-158 15,7-14-83-15,11-4-418 16</inkml:trace>
  <inkml:trace contextRef="#ctx0" brushRef="#br0" timeOffset="5125.1">10474 8139 1247 0,'0'0'13'0,"0"0"16"15,0 0 181-15,0 0-133 16,0 0-75-16,0 0 8 15,-7 117-9-15,7-55 3 16,0 0-4-16,0 0 5 16,0-3-10-16,0-4-3 15,0-12-100-15,0-10-72 16,0-12-67-16,0-14-236 16</inkml:trace>
  <inkml:trace contextRef="#ctx0" brushRef="#br0" timeOffset="5335.09">10467 8278 821 0,'0'0'108'16,"0"0"-58"-16,0 0 100 15,0 0-27-15,0 0-111 16,0 0 15-16,101-9 13 0,-56 40-11 16,6 7-2-16,-2 2-18 15,3 6-3-15,0 0-8 16,2-2 2-16,-2-7-2 15,-8-4-4-15,-7-13-53 16,-5-11-124-16,-8-9-117 16,-3 0-182-16</inkml:trace>
  <inkml:trace contextRef="#ctx0" brushRef="#br0" timeOffset="5556.33">11065 8057 791 0,'0'0'11'15,"0"0"86"-15,0 0 87 0,0 0-36 16,0 0-69-16,0 0-28 16,-18-49 0-16,18 90-44 15,0 15 62-15,0 8-6 16,0 2-40-16,7-1 0 16,-1-2-23-16,6 0 5 15,-1-5-11-15,2-4-21 16,3-10-116-16,-3-12-56 15,5-11-180-15</inkml:trace>
  <inkml:trace contextRef="#ctx0" brushRef="#br0" timeOffset="6059.03">11900 8045 1010 0,'0'0'12'0,"0"0"-12"0,0 0 133 16,0 0-44 0,0 0-21-16,0 0-32 0,-17-34-10 15,17 31 5-15,-2 3 4 16,-3 0-19-16,3 0 3 15,0 0-7-15,2 0-1 16,-2-1 18-16,2 1-15 16,0 0 2-16,0 0 12 15,0 0-16-15,0 0 10 16,0-2-8-16,0 2-11 16,0 0 9-16,0 0-12 15,0 0 0-15,0 14 0 0,0 30 8 16,0 18 10-16,0 12 10 15,0 6-9-15,0 1 9 16,0-3-1-16,0-6-26 16,4-10 5-16,-2-12 1 15,1-8-7-15,-1-12 0 16,0-7-7-16,0-11-4 16,0-9-74-16,2-3-71 15,3-1-49-15,-2-34-83 16,-5-20-551-16</inkml:trace>
  <inkml:trace contextRef="#ctx0" brushRef="#br0" timeOffset="6252.92">11843 8076 968 0,'0'0'29'0,"0"0"-19"15,0 0 69-15,0 0 15 16,0 0-77-16,0 0-9 15,53-29-14-15,-10 27 6 16,-1 2 0-16,3 0-2 0,-5 0 0 16,-5 0-4-1,-6 0-29-15,-6 0-88 0,-13 0-84 16,-10 0-122-16</inkml:trace>
  <inkml:trace contextRef="#ctx0" brushRef="#br0" timeOffset="6468.44">11856 8537 87 0,'0'0'830'16,"0"0"-829"0,0 0 70-16,0 0 47 0,0 0-56 0,133-9-17 15,-94 1-21-15,3-2-23 16,5 1 7-16,2 2-8 15,0-1-4-15,-9 4 1 16,-7 2-69-16,-12 2-169 16,-21 0-326-16</inkml:trace>
  <inkml:trace contextRef="#ctx0" brushRef="#br0" timeOffset="6656.68">11952 8831 261 0,'0'0'664'0,"0"0"-580"15,0 0 61 1,0 0-12-16,0 0-83 0,0 0-11 0,18 101-8 16,22-98-25-16,7-3 5 15,4 0-11-15,9-17-5 16,9-6-1-16,9-1-149 16,7 0-151-16,-3 1-326 15</inkml:trace>
  <inkml:trace contextRef="#ctx0" brushRef="#br0" timeOffset="6970.4">13238 8179 1002 0,'0'0'2'31,"0"0"101"-31,0 0 41 0,0 0-64 0,-141-57-12 16,103 66-64-16,3 28 18 15,3 11-3-15,8 11 23 16,9 8 16-16,10 1-43 16,5-2 17-16,5-5-17 15,26-7-13 1,13-14 23-16,10-8-25 0,8-14 1 16,5-11-1-16,-1-7 5 0,-5 0-10 15,-6-21-17 1,-3-5-33-16,-4-2 11 0,-2-1-47 15,-9-1-5-15,-10-4-62 16,-16-4-223-16,-11-2-401 16</inkml:trace>
  <inkml:trace contextRef="#ctx0" brushRef="#br0" timeOffset="7598.85">10198 6702 931 0,'0'0'6'0,"0"0"27"15,0 0 164-15,0 0-82 16,0 0-108-16,0 0 4 16,-131 174-2-16,58-40 37 15,-13 15-17-15,-7 5 2 16,-7 0-26-16,-5-5-3 15,5-18 1-15,15-24-3 0,16-26-3 16,20-22-17-16,15-21-76 16,15-15-64-16,7-21-167 15,6-2-288-15</inkml:trace>
  <inkml:trace contextRef="#ctx0" brushRef="#br0" timeOffset="7865.98">8706 6878 833 0,'0'0'237'16,"0"0"-235"-16,0 0 99 0,0 0 10 16,0 0-108-16,0 0 1 15,149 60 0-15,-34 11 17 16,22 6 47-16,8 9-29 15,6 7-4-15,-4 5-20 16,-6 5-12-16,-10 0-2 16,-11 0-1-16,-6-5-14 15,-3-4-71-15,1-11-135 16,-6-22-54-16,-10-24-374 16</inkml:trace>
  <inkml:trace contextRef="#ctx0" brushRef="#br0" timeOffset="8227.66">11085 6767 599 0,'0'0'16'15,"0"0"77"-15,0 0 17 16,0-104 14-16,0 88-79 0,0 5 61 16,0 9-4-16,0 2-40 15,0 0 7-15,0 17-39 16,-2 43-27-16,-3 31 33 16,3 20 23-16,2 14-22 15,0 0 16-15,0 0-37 16,0 0-4-16,0-5-11 15,0-4 4-15,0-12-10 16,0-10-5-16,0-10-104 16,0-16-65-16,5-20-93 0,3-20-402 15</inkml:trace>
  <inkml:trace contextRef="#ctx0" brushRef="#br0" timeOffset="8779.17">13073 6753 824 0,'0'0'18'16,"0"0"0"-16,0 0 181 15,0 0-13-15,0 0-91 16,0 0 10-16,19-28-41 0,-69 106-18 15,-20 25 17 1,-12 7-32-16,-7 1-1 0,0-2-3 16,2 2-26-16,6-3 2 15,10-13-3-15,11-12-22 16,9-16-23-16,11-13-87 16,6-15-66-1,9-16-36-15,6-17-133 0,1-6-294 16</inkml:trace>
  <inkml:trace contextRef="#ctx0" brushRef="#br0" timeOffset="9014.61">11981 6963 1025 0,'0'0'14'16,"0"0"-14"-16,0 0 62 15,0 0 6-15,0 0-62 16,129 65 30-16,-28 16 26 15,12 17 7-15,11 6-5 16,6-2-22-16,-7-5-40 16,-14-15 0-1,-14-13-2-15,-12-8-12 0,-8-13-97 16,-3-15-109-16,-15-18-546 16</inkml:trace>
  <inkml:trace contextRef="#ctx0" brushRef="#br0" timeOffset="10082.94">15722 5398 857 0,'0'0'35'16,"-12"-106"-35"-16,12 66 93 0,0 11-19 15,0 12-39-15,0 9 9 16,0 5-8-16,0 3-19 16,0 14-13-16,0 38 18 15,3 27 7-15,4 29 9 16,2 28 5-16,-1 28-15 15,3 29 37-15,3 32-10 16,1 23-18-16,3 31 10 16,5 20-13-16,4 12-13 15,-1 8 9-15,3 0-7 16,0-3-3-16,4-11-5 16,-2-22-14-16,6-27 10 15,-4-33-11-15,0-30 0 0,-5-31-1 16,-5-31-1-16,-3-29-49 15,-6-28-43-15,-3-26-87 16,-5-28-37-16,5-20-333 16</inkml:trace>
  <inkml:trace contextRef="#ctx0" brushRef="#br0" timeOffset="10617.52">16863 5936 744 0,'0'0'23'16,"0"0"-22"-16,0-135 202 16,0 99-90-16,0 7-12 15,0 10 17-15,0 6 5 16,0 9-11-16,0 4-62 0,0 0-18 16,0 35-9-16,0 16-21 15,0 20 13-15,0 3 10 16,0 1-23-16,0-8 7 15,0-2-9-15,0 0 3 16,0-7-9-16,0-1-1 16,0-3-48-16,0-4-90 15,0-9-104-15,0-19-166 16</inkml:trace>
  <inkml:trace contextRef="#ctx0" brushRef="#br0" timeOffset="10916">16784 5970 970 0,'0'0'12'0,"0"0"-12"15,0 0 66-15,0 0-52 16,42-123-6-16,6 107 11 16,8 4-13-16,8 12 4 15,3 0 32-15,2 26-11 16,-9 20 21-16,-11 10-22 15,-13 11-16-15,-18 3 13 16,-14 0-21-16,-4-2 3 0,-18-6 0 16,-20-5-6-1,-9-9 0-15,-3-8-3 0,-2-10-1 16,6-8-3-16,1-6-29 16,9-10-16-16,11-6-65 15,15 0-96-15,10-18-435 16</inkml:trace>
  <inkml:trace contextRef="#ctx0" brushRef="#br0" timeOffset="11183.32">17589 5928 1028 0,'0'0'14'16,"0"0"64"-16,0 0 112 15,0 0-110-15,0 0-29 16,0 0-18-16,-18 13-33 16,27 45 33-16,4 12 13 15,1 1-16-15,-3-2-4 16,-3-10-26-16,2 0 0 16,-4-9-1-16,3-6 0 15,-3-8-30-15,6-8-95 0,-1-8-89 31,5-12-72-31,1-8-399 0</inkml:trace>
  <inkml:trace contextRef="#ctx0" brushRef="#br0" timeOffset="11591.29">18301 5952 863 0,'0'0'12'16,"0"0"123"-16,0 0 27 15,-50-103-71-15,17 99-28 0,-1 4-38 16,-4 0-12 0,2 18-12-16,3 10 3 0,4 6 9 15,6 2-13-15,10 2 1 16,9-2-6-16,4-2 7 16,6 1-2-16,26-5 0 15,7-4-14-15,4-2 11 16,4-2-16-16,0-4 0 15,-1 0 13-15,-3 1-10 16,-5 4 16-16,-9 4 0 16,-12 6 2-16,-10 0-2 15,-7-3 6-15,-2-1 5 0,-29 0 41 16,-12-5 0 0,-11-6-13-16,-3-6 12 0,-5-8-29 15,-3-4 13-15,2 0-17 16,10-20-6-16,8-11-12 15,14-2-16-15,18-3-91 16,13 0-79-16,5 3-197 16</inkml:trace>
  <inkml:trace contextRef="#ctx0" brushRef="#br0" timeOffset="11921.47">19209 5913 1085 0,'0'0'6'0,"0"0"140"16,0 0-61-16,0 0-22 15,0 0-29-15,-121-29-31 16,86 62 16-16,-3 16-4 15,0 13 3-15,9 7 33 0,7 4-20 16,10-5 2 0,12-3-11-16,0-12-14 0,12-9 10 15,19-8-16-15,7-7 4 16,8-9-5-16,8-11 2 16,6-6-6-16,0-3-53 15,5 0-96-15,2-5-71 16,-5-15-139-16</inkml:trace>
  <inkml:trace contextRef="#ctx0" brushRef="#br0" timeOffset="12315.78">19975 5943 892 0,'0'0'13'0,"0"0"152"15,0 0-6-15,0 0-111 16,0 0 10-16,0 0 6 15,-111-21-60-15,98 58 12 16,3 15 7-16,6 9-18 16,4 5 7-16,0 0-8 15,0 2-3-15,14-2-1 16,5-4 2-16,6-8-3 16,2-7 1-16,8-12 0 15,10-8-7-15,8-11 7 16,9-9 0-1,10-7-3-15,6 0 8 0,5-23-5 0,-6-11 2 32,-9-9 0-32,-20-7 13 0,-15-12 0 0,-19-12 29 15,-14-10 35-15,0-9-31 16,-29 4-5-16,-14 4-22 31,-5 15-15-31,-8 16 25 16,-2 20-31-16,-9 18-9 15,-8 16-14-15,-6 14-105 16,-12 32-110-16,-5 5-121 16</inkml:trace>
  <inkml:trace contextRef="#ctx0" brushRef="#br0" timeOffset="13038.82">18355 6963 995 0,'0'0'14'16,"0"0"108"-16,0 0 27 16,0 0-40-16,0 0-56 15,0 0-3-15,-75-17-41 16,75 74-4-16,0 20 37 15,0 11-6-15,0 5-9 16,0-1-9-16,0-6-9 0,0 0 6 16,0-11-12-16,0-5 0 15,0-6-3 1,-5-1-9-16,0-2-18 0,1 2-99 16,4 1-117-16,0-4-36 15,0-2-294-15</inkml:trace>
  <inkml:trace contextRef="#ctx0" brushRef="#br0" timeOffset="13432.65">18426 8490 872 0,'0'0'0'15,"0"0"121"-15,18-102 18 16,-18 76-63-16,0 10-20 15,0 3 1-15,-10 12-4 16,-11 1-5-16,-6 0-47 16,-4 22 1-16,-2 10-1 15,-3 4 4-15,3 2-5 16,11-1 0-16,11-6-15 0,11 3 14 16,0-3-17-16,24-4 3 15,21-3 12-15,13-1-14 16,8-5 15-16,3 4-1 15,-7 0 3-15,-10 2-3 16,-14 4 7-16,-16 2-2 16,-15 2 12-16,-7 4 10 15,-18 0 39-15,-29-2-21 16,-13-2-9 0,-9-7 5-16,-7-12-34 0,1-7 3 15,6-6-7-15,-1-13-6 0,3-25-46 16,1-17-83-1,2-15-70-15,7-24-181 0</inkml:trace>
  <inkml:trace contextRef="#ctx0" brushRef="#br0" timeOffset="13841.53">17489 7172 731 0,'0'0'21'0,"0"0"89"15,0 0 75-15,0 0-90 16,0 0-55-16,0 0 15 16,-54 97-3-16,10-30-36 0,-8 12 15 15,-6 1-17-15,0 3-9 16,3 0-5-16,4 5-3 15,6 4-47-15,5-1-113 16,4-2-201-16</inkml:trace>
  <inkml:trace contextRef="#ctx0" brushRef="#br0" timeOffset="14408.22">16695 8400 773 0,'0'0'10'0,"0"0"-10"0,0 0 69 16,0 0 51-16,0 0-47 15,0 0-39-15,-15-34 15 16,15 31 7-16,0 3-18 16,0 0 24-16,0 0-17 15,-2 0 4-15,2 0 9 16,0 0-22-16,0 0-7 15,0 0-2-15,0 0-25 16,0 0 5 0,0 0-6-16,0 0 4 0,0 0-6 0,0 0 1 15,0 0 0-15,0 0-2 16,0 0 7-16,0 0-5 16,0 0 0-16,0 0 0 15,0 0-2-15,0 0 2 16,0 0 0-1,0 0-1-15,0 0 3 0,0 0-2 16,0 0 0-16,0 0 2 16,0 0-6-16,0 0 4 15,0 0 0-15,0 0-2 16,0 0 11-16,0 0-9 16,-2 0 0-16,2 0 1 0,0 0-5 15,-2 5 4-15,-2 27 0 16,4 17-1-16,0 14 9 15,0 12-8-15,0 2 10 16,8 6-9-16,1 1 4 16,-1-3-5-16,2-4 0 15,-2-4-3-15,3-11-5 16,5-12-70 0,4-18-116-16,9-16-48 0,6-16-509 15</inkml:trace>
  <inkml:trace contextRef="#ctx0" brushRef="#br0" timeOffset="14690.32">17273 8490 1037 0,'0'0'3'15,"0"0"63"-15,0 0 134 16,0 0-86-16,0 0-34 15,0 0-36-15,0 0-31 0,-29-4 0 32,29 52 7-32,0 14 12 15,0 5 13-15,2-8-34 16,2-2 3-16,0-5-12 16,-2-7 2-16,4-2-6 15,-2-5 2-15,3-3-41 16,1-8-79-16,4-4-105 15,-1-15-25-15,-5-8-259 16</inkml:trace>
  <inkml:trace contextRef="#ctx0" brushRef="#br0" timeOffset="14973.41">17225 8600 924 0,'0'0'6'16,"0"0"-4"-16,12-106 25 15,21 74 1-15,7 10-24 16,10 8 11-16,6 14-5 16,1 0 15-16,3 28 4 15,-4 17 2-15,-11 7 14 16,-10 3-1-16,-12-4 6 16,-12-4 1-16,-11-4-17 0,0-2 1 15,-25 2 16 1,-21 0-32-16,-10 1-10 0,-7-3-9 15,-1 1 3-15,4-4-10 16,2-8-20-16,6-6-135 16,10-13-6-16,11-11-135 15</inkml:trace>
  <inkml:trace contextRef="#ctx0" brushRef="#br0" timeOffset="15349.51">16437 7307 805 0,'0'0'26'0,"0"0"101"15,0 0-63 1,0 0-15-16,0 0-25 0,0 0 62 16,140 110 5-16,-55-24-22 15,15 11 15 1,10 6-16-16,3-6-42 0,-2 0 1 15,-3-12-27-15,-8-4 4 16,-7-13-8-16,-6-8 2 16,-9-9-53-16,-4-14-142 15,-12-13-179-15</inkml:trace>
  <inkml:trace contextRef="#ctx0" brushRef="#br0" timeOffset="16010.25">20372 6936 945 0,'0'0'13'0,"0"0"47"0,0 0 146 15,0 0-55-15,0 0-101 16,0 0-34-16,-114 68-11 15,41 19 17-15,-18 21 21 16,-6 8-35-16,-9 5 12 16,-8 6-18-16,-5-2 1 15,2-3-6-15,5-4-56 16,8-5-121-16,10-13-44 16,12-8-177-16</inkml:trace>
  <inkml:trace contextRef="#ctx0" brushRef="#br0" timeOffset="16560.43">19331 8457 55 0,'0'0'797'0,"0"0"-769"15,0 0 133 1,0 0-53-16,0 0-52 0,0 0-5 15,-134 9-34-15,117 29 22 16,-1 14-2-16,7 10-17 16,7 1 9-16,4-1-28 15,0-6 2-15,5-4 5 16,19-4-7-16,5-8-1 16,4-8 0-16,7-8-5 0,2-13-2 15,5-10-2-15,-3-1-6 16,-3-8 12-16,-4-22-6 15,-1-8 9-15,-7-11 0 16,-6-4 4-16,-15-11 4 16,-8-7 18-16,0-6 7 15,-27 0 15-15,-6 11-6 16,-3 12-20-16,1 17 33 16,2 16-35-16,-1 10 5 15,1 10-25-15,-1 1-30 0,-4 10-93 16,7 26-82-16,0 4-206 15</inkml:trace>
  <inkml:trace contextRef="#ctx0" brushRef="#br0" timeOffset="16921.88">20247 8463 1066 0,'0'0'0'0,"0"0"5"15,0 0 132-15,0 0-48 16,0 0-79-16,0 0 22 16,-132-25-12-16,101 69-18 15,6 12 7 1,8 10 13-16,11 5 7 0,6-2 15 15,0 0-30-15,13-7 1 16,13-11 9-16,6-8-24 16,5-15 16-16,6-13-12 0,1-14-2 15,8-1 0 1,1-20 5 0,3-18-12-16,-1-5 5 0,-7-10-76 0,-11-11-64 15,-14-9-52-15,-17-6-143 16</inkml:trace>
  <inkml:trace contextRef="#ctx0" brushRef="#br0" timeOffset="17236.28">19053 7149 958 0,'0'0'1'0,"0"0"22"16,0 0 40-16,0 0 14 15,154 142-7-15,-54-70-12 16,18 12 22-16,11 2-7 15,2 5-25-15,-1-2-36 0,-13-2-7 16,-13-9-5 0,-23-3-9-1,-11-9-26-15,-19-10-173 0,-22-7-127 0</inkml:trace>
  <inkml:trace contextRef="#ctx0" brushRef="#br0" timeOffset="19949.06">12976 11087 302 0,'0'0'567'16,"0"0"-493"-16,0 0 83 15,0 0-27-15,0 0-78 16,0 0 14-16,0 0-43 16,-10 39-7-16,18 24 97 15,4 13-72-15,-1 6-6 16,-5 1 18-16,-4-5-39 16,4-2 8-1,0-10-22-15,-2-5 4 0,5-14-12 16,3-8 8-16,3-10-5 15,3-8-34-15,9-9-179 0,-5-12-46 16,-6-8-270-16</inkml:trace>
  <inkml:trace contextRef="#ctx0" brushRef="#br0" timeOffset="20279.12">12948 11197 1003 0,'0'0'12'16,"0"0"19"-16,0 0 22 16,0 0-15-16,0 0-30 15,0 0-6-15,109-33 0 0,-31 33 7 16,12 15-9-16,5 11 0 16,-1 6 0-16,-8 4-1 15,-14 5 5-15,-16 2-4 16,-19 8 5-16,-14 9 2 15,-14 6 9 1,-9 6-1-16,-17-2 3 0,-29 1 28 16,-16-7-26-16,-10-6-10 15,-1-8-6-15,6-16 3 16,7-12-7-16,10-14 0 16,13-8-8-16,10 0-6 15,10-28-141-15,9-16-248 16</inkml:trace>
  <inkml:trace contextRef="#ctx0" brushRef="#br0" timeOffset="20624.57">14033 11245 1250 0,'0'0'0'0,"0"0"0"15,0 0 51 1,0 0 39-16,0 0-35 0,0 0-33 16,-41-10-22-16,41 54 0 15,14 14 20-15,-3 6-16 16,1-1 16-16,-4-1-1 15,-1 1-18-15,-1-6 8 16,0-3-9-16,-4-7 0 16,0-7-3-16,-2-6-28 0,0-6-190 15,0-11-99-15,0-17-411 16</inkml:trace>
  <inkml:trace contextRef="#ctx0" brushRef="#br0" timeOffset="21049.47">13944 11318 131 0,'0'0'478'15,"0"0"-474"-15,114-87 22 0,-70 70 71 16,0 6-2 0,5 11 9-16,-1 0-24 0,-4 23-33 15,-9 16 0 1,-12 5-39-16,-12 4 0 0,-11 4-8 15,0-3 0-15,-31-1 0 16,-7-4-3-16,-2-10 4 16,-3-4-1-16,1-7 0 15,2-6 5-15,2-4-6 16,0-6 1-16,7-3 0 16,6-1-5-1,14-3 11-15,7 0-6 0,4 0 0 16,0 0-13-16,24 0 13 15,8 0 0-15,6 3 5 0,1 20 20 16,7 9-9-16,-2 10 31 16,5 5 13-16,2 1-34 15,-2 2-2 1,1-4-24-16,-2-3 2 0,1-5-4 16,2-4-3-16,3-6-34 15,-1-7-184-15,-1-16-170 16</inkml:trace>
  <inkml:trace contextRef="#ctx0" brushRef="#br0" timeOffset="21300.27">14764 11314 1078 0,'0'0'13'15,"0"0"50"-15,0 0 39 16,0 0-56-16,0 0-27 16,0 0 68-16,2 139-36 15,16-78-34-15,4 3 5 16,-1 1-14-16,-2-4-6 16,-1-7-1-16,-7-7-1 15,-2-9 0-15,-2-9-7 16,-5-6-100-16,-2-7-85 0,0-11-62 15,0-5-213-15</inkml:trace>
  <inkml:trace contextRef="#ctx0" brushRef="#br0" timeOffset="21521">14715 11386 919 0,'0'0'10'0,"0"0"54"16,0 0 10-1,0 0-22-15,0 0-19 0,120-99-28 16,-64 85 4-16,-1 3-6 16,-3 5 4-16,-10 6-11 15,-8 0 4-15,-10 9-23 16,-8 18-58-16,-14 4-152 16,-2 3-219-16</inkml:trace>
  <inkml:trace contextRef="#ctx0" brushRef="#br0" timeOffset="21693.45">14937 11580 732 0,'0'0'6'0,"0"0"50"15,0 0 101-15,0 0-39 0,0 0-37 16,0 0-33-16,12 91 4 16,26-91-16-16,6 0-25 15,7-7 20-15,5-13-30 16,0-2 4-16,-1 1-10 15,-5 4 3-15,-11 5-27 16,-12 4-174-16,-14 6-264 16</inkml:trace>
  <inkml:trace contextRef="#ctx0" brushRef="#br0" timeOffset="21897.24">15111 11903 891 0,'0'0'20'15,"0"0"59"-15,0 0 19 16,0 0-40-16,0 0 24 16,0 0-58-16,113 68-20 15,-49-73-4-15,-2-12 0 16,3-3-20-16,-1-4-115 16,-4 0-27-16,-9-6-164 15</inkml:trace>
  <inkml:trace contextRef="#ctx0" brushRef="#br0" timeOffset="22353.36">15760 11241 1038 0,'0'0'12'0,"0"0"34"16,0 0 48-16,0 0-18 15,0 0-42-15,0 0 36 16,-23 137-42-16,23-78 4 15,7 7 10-15,0 1-29 16,0-4 12-16,-5-12-25 16,-2-9 4-16,0-14-1 15,0-10-3-15,0-9 0 16,0-9-5-16,0 0 12 0,-12-9-7 16,-3-29 0-16,2-15 5 15,1-16-13-15,10-4 8 16,2-7-15-16,0 7-3 15,14 2-44-15,14 13 9 16,3 16 25-16,6 14 16 16,-6 16 12-16,0 12 0 15,2 0 0-15,3 22 15 0,2 18 1 16,1 10 15 0,2 9 10-16,-5 1-11 15,-3 0 16-15,-4 4-37 0,-9 0-7 16,-7 0 4-16,-6-1-2 15,-7-9-6-15,0-4 2 16,0-6-27-16,-7-4-81 16,-11-6-133-16,-1-11-111 15</inkml:trace>
  <inkml:trace contextRef="#ctx0" brushRef="#br0" timeOffset="22541.87">15822 11694 1132 0,'0'0'13'0,"0"0"-6"16,0 0 83-16,0 0-12 15,0 0-52-15,0 0-21 16,121-63-5-16,-68 44-30 16,2 1-78-16,5 0-68 15,7 0-164-15,-5 3-144 16</inkml:trace>
  <inkml:trace contextRef="#ctx0" brushRef="#br0" timeOffset="22761.35">16613 11219 881 0,'0'0'35'16,"0"0"95"-16,0 0 28 15,0 0-57-15,0 0-29 16,0 0 13-16,-58 137-13 15,58-75-42-15,11 0 1 16,7 2-24-16,-1 0 0 16,6-1-12-16,-2-13 5 0,0-6-10 15,0-12-34 1,-6-10-196-16,-1-10-38 0,-8-10-235 16</inkml:trace>
  <inkml:trace contextRef="#ctx0" brushRef="#br0" timeOffset="22965.57">16629 11351 884 0,'0'0'36'15,"0"0"87"-15,0 0 1 16,0 0-30-16,0 0-6 16,0 0-50-16,151 75 24 15,-95-37-41-15,0-1-13 0,-3 1-8 16,-6-5-2-16,-7-5 1 15,-5-6-27-15,-4-5-140 16,-2-10 6-16,-2-5-113 16,2-2-94-16</inkml:trace>
  <inkml:trace contextRef="#ctx0" brushRef="#br0" timeOffset="23185.94">17445 11273 428 0,'0'0'327'0,"0"0"-236"15,0 0 98-15,0 0-62 16,0 0-9-16,-126-91-68 16,82 123-8-16,2 7 0 15,8 14-29-15,12 5 9 0,5 1-22 16,9 7 7-16,6-4-13 16,2-3 6-16,0-9-11 15,0-14-25-15,0-10-105 16,2-8-18-16,0-10-127 15,-2-8-166-15</inkml:trace>
  <inkml:trace contextRef="#ctx0" brushRef="#br0" timeOffset="23406.32">17435 11226 1061 0,'0'0'59'0,"0"0"-37"0,0 0 89 0,0 0 5 16,38 127-40-16,-22-71-36 16,0 7-40-16,-3 5 10 15,-5 2-10-15,-8 3-5 16,0-3 3-16,-4-1-76 16,-27-4-195-16,-11-7-398 15</inkml:trace>
  <inkml:trace contextRef="#ctx0" brushRef="#br0" timeOffset="24020.37">15056 12936 755 0,'0'0'31'0,"-3"-147"-31"16,3 91 149-1,0 14-54-15,8 10 30 0,-3 12-20 16,-2 12-40 0,0 5-9-16,-3 3-21 0,0 44-21 15,2 33 2-15,6 27 3 16,8 17 48-16,2 1-20 15,0-4-21-15,-1-7 6 16,-1-14-27-16,-1-10 6 16,-4-14-11-16,1-9 7 15,1-2-14-15,3-2 7 16,-1-2-24-16,3 0-120 16,-7-3-139-16,-7-11-234 15</inkml:trace>
  <inkml:trace contextRef="#ctx0" brushRef="#br0" timeOffset="24366.34">15085 14536 1016 0,'0'0'5'16,"0"0"86"-16,0 0 1 15,0 0-8-15,0 0 25 16,0 0-92-16,-19-37-7 16,19 85 29-16,0 15 13 15,12 1-21-15,3 6-19 16,-1 1-7-16,-3-7 15 15,0-8-13-15,-4-6-3 16,0-14-4-16,-5-8 2 16,2-6-6-16,3-6-2 15,2-7-54-15,2-8-123 16,2-1-57-16,1-8-151 0</inkml:trace>
  <inkml:trace contextRef="#ctx0" brushRef="#br0" timeOffset="24636.71">15182 14397 1012 0,'0'0'4'16,"0"0"1"-16,0 0 59 0,0 0-13 15,0 0 12-15,0 0-29 16,77-56 2-16,-27 54-13 15,2 2 3-15,-8 0-23 16,-3 0 7-16,-10 0-10 16,-4 0-5-16,-6 0 1 15,-2 13-21-15,-13 3-119 16,-6 7-164-16,0 5-465 0</inkml:trace>
  <inkml:trace contextRef="#ctx0" brushRef="#br0" timeOffset="24827.29">15338 14727 646 0,'0'0'270'16,"0"0"-234"-16,0 0 57 15,0 0-10-15,0 0 35 16,0 0-64-16,42 3 6 0,3-17-1 16,0 0-39-16,4 2-5 15,-2-1-15-15,-5 4 0 16,-6-1 0-1,-8 8-21-15,-9 2-55 0,-8 0-139 16,-11 6-172-16,0 16-239 16</inkml:trace>
  <inkml:trace contextRef="#ctx0" brushRef="#br0" timeOffset="25031.59">15432 15027 733 0,'0'0'95'0,"0"0"48"0,-75 125-36 16,70-100-24-16,5-6-15 15,5-11-28-15,26-7 9 16,11-1 7-16,11 0-30 16,6-19-17-16,3-8-7 15,2-3 2-15,-3 3-4 32,-8 2 0-32,-11 6-105 0,-17 8-152 0,-18 3-247 15</inkml:trace>
  <inkml:trace contextRef="#ctx0" brushRef="#br0" timeOffset="26390.7">17426 12531 943 0,'0'0'32'16,"0"0"67"-16,0 0 24 16,0 0 27-16,0 0-61 15,0 0-60-15,-149 80-3 16,78 10-3-16,-8 12 20 15,0 7-34-15,-8 12-5 16,-6 0 1-16,3 3 0 16,5-3-6-16,5-12 1 0,16-3-14 15,12-8 4-15,15-4-144 16,10-9-91-16,2-12-196 16</inkml:trace>
  <inkml:trace contextRef="#ctx0" brushRef="#br0" timeOffset="26714.59">16539 14516 906 0,'0'0'209'16,"0"0"-143"-16,0 0 21 16,0 0-23-16,0 0 19 15,0 0-54-15,-77 118-5 16,77-50 20-16,0 1-33 16,0-10 0-16,6-1-11 15,3 3 7-15,-3-11-17 16,0-6 8-16,-4-4-52 0,0-4-166 15,-2-9-139 1,0-14-487-16</inkml:trace>
  <inkml:trace contextRef="#ctx0" brushRef="#br0" timeOffset="26918.89">16466 14499 964 0,'0'0'2'0,"0"0"128"15,0 0-29-15,0 0-7 16,0 0-6-16,0 0 25 16,109 75-62-16,-55-35-40 15,-1 0-11-15,-1 0 2 0,3-4-2 16,-6 0-8-16,-9-5-101 16,-2-4-118-16,-5-14-31 15,-4-9-211-15</inkml:trace>
  <inkml:trace contextRef="#ctx0" brushRef="#br0" timeOffset="27106.88">17197 14432 427 0,'0'0'329'0,"0"0"-173"16,17-113 30-16,-17 105-2 16,-12 8-28-16,-25 10-104 0,-9 30-44 15,-6 18-5-15,6 9 14 16,5 3-15-16,6 1 1 15,10 0-3-15,6 5-14 16,5-3-5-16,9-5-168 16,5-17-104-16,0-22-408 15</inkml:trace>
  <inkml:trace contextRef="#ctx0" brushRef="#br0" timeOffset="27295.35">17221 14403 1026 0,'0'0'50'0,"0"0"110"0,0 0-49 0,0 0-50 15,0 0-12-15,-42 113 6 16,33-49-28-16,4-3 1 16,5 6-28-16,0 4 3 15,0 2-13-15,3 8-10 16,8-3-227-16,-2-6-312 15</inkml:trace>
  <inkml:trace contextRef="#ctx0" brushRef="#br0" timeOffset="27830.81">17674 14440 1262 0,'0'0'13'0,"0"0"-6"15,0 0 77-15,0 0 2 16,0 0-22 0,0 0-64-16,-38 24 2 0,38 46 19 15,0 10-21-15,0-4 15 0,0 0-6 16,0-4 2-16,0-11-8 15,-4-11-3-15,-4-20 1 16,2-12-5-16,0-11 6 16,5-3-2-16,1-4 2 15,0-17 10-15,0-29-5 16,0-20-7-16,0-12-8 16,0-5 0-16,0 4-13 15,7-2-19-15,13 12 0 16,3 12-8-16,0 16 47 15,4 18 1-15,0 10 0 0,2 7-11 32,0 6 13-32,4 3-2 0,5 35 19 0,-1 15-16 15,7 12 22-15,-10 6-16 16,-2-4-8-16,-9-1 27 16,-12-4-26-16,-7-2 0 15,-4-3-2-15,0-9 9 16,-17-6-20-1,-10-11 11-15,-4 0-98 0,0-13-126 16,-3-8-176-16</inkml:trace>
  <inkml:trace contextRef="#ctx0" brushRef="#br0" timeOffset="28018.5">17651 14977 957 0,'0'0'15'0,"0"0"48"16,0 0 27-16,0 0-26 16,116-55 0-16,-43 26-52 15,10-3-4-15,6-5-16 16,-4-4 4-16,-7-3-169 16,-18-5-140-16,-17-7-327 15</inkml:trace>
  <inkml:trace contextRef="#ctx0" brushRef="#br0" timeOffset="28473.91">16223 12909 1054 0,'0'0'26'0,"0"0"22"0,0 0 24 16,0 0-36-16,163 82 90 16,-37-5-35-16,28 19-65 15,10 9 0-15,4 4-26 16,2 0 13-16,-7-5-19 15,-16-5 6-15,-22-11-11 16,-23-6 11-16,-31-9-195 16,-28-17-155-16</inkml:trace>
  <inkml:trace contextRef="#ctx0" brushRef="#br0" timeOffset="29355.01">14272 12974 708 0,'0'0'8'0,"0"0"13"15,0 0 70-15,0 0-29 16,0 0 21-16,0 0-21 16,0 0-49-16,-72-24 9 15,28 98-9-15,-12 43 65 16,-13 35 19-16,-12 26-54 16,-10 9 29-16,-7-4-45 15,2-3-24-15,4-12 7 16,8-16-10-16,11-21 0 15,6-23-1-15,9-24-9 0,11-18-3 16,12-13-116-16,5-18-112 16,4-20-191-16</inkml:trace>
  <inkml:trace contextRef="#ctx0" brushRef="#br0" timeOffset="29668.37">12676 12787 1137 0,'0'0'16'16,"0"0"-29"-16,0 0 30 15,0 0-16-15,136 100 17 16,-27 7-11-16,27 27 25 16,13 18-31-16,12 9 0 15,6 1 6 1,-2-3 4-16,-9-5-11 0,-12-9 0 16,-16-11-6-16,-20-13 1 15,-18-10-83-15,-18-18-268 0</inkml:trace>
  <inkml:trace contextRef="#ctx0" brushRef="#br0" timeOffset="30218.7">12734 15071 1181 0,'0'0'23'0,"0"0"-8"15,0 0 38 1,0 0-28-16,0 0 93 0,-36 161-41 16,36-77-57-16,0-9 29 15,18 0-48-15,7-3 11 0,0-9-12 16,-6-9 7-1,-1-8-18-15,-3-6 4 0,1-6-58 16,-1-11-166 0,-3-15-27-16,-7-8-286 0</inkml:trace>
  <inkml:trace contextRef="#ctx0" brushRef="#br0" timeOffset="30643.22">12587 15302 829 0,'0'0'7'0,"0"0"-1"15,17-134 2-15,26 93 12 16,11 10-16-16,5 8 10 16,-1 15 8-16,-2 8 0 15,-9 1 41-15,-6 35-15 16,-6 9-12-16,-14 4-2 16,-9-2-31-16,-12 0 4 15,0-3 2 1,-9-4 1-16,-17-4-4 0,-8-6-6 15,-3-6 1 1,1-4 3-16,0-6-2 0,4 0-2 16,11-5 0-1,-1-6 11-15,13 2-10 0,7-5-1 0,2 0 0 16,0 0 30 0,0 0-20-16,0 0 18 0,6 0-7 15,17 0-21-15,12 9 41 16,9 10-3-16,8 3-4 15,6-3 24-15,6 4-31 16,1-1-10-16,1-3-17 16,3 0 7-16,5-5-12 15,0-5 5 1,2-4-56 0,-3-5-132-16,-11 0-91 0,-6 0-229 15</inkml:trace>
  <inkml:trace contextRef="#ctx0" brushRef="#br0" timeOffset="30898.44">13779 15147 820 0,'0'0'26'16,"0"0"113"-16,0 0 8 15,-80-112-23-15,71 108-12 16,4 4-15-16,3 6-75 15,2 40-17-15,0 25 32 16,0 18 3-16,11 5-3 0,9-7-15 16,5-7-13-16,-1-4-7 15,1-11-2-15,0-6-11 16,-6-14 8-16,2-15-88 16,-1-10-161-16,-5-15-15 15,-4-5-350-15</inkml:trace>
  <inkml:trace contextRef="#ctx0" brushRef="#br0" timeOffset="31161.17">13670 15169 1021 0,'0'0'7'16,"0"0"66"-16,0 0-14 15,0 0-27-15,0 0-13 16,0 0-18-16,160-98 23 15,-84 98-16-15,2 20 13 16,2 22 40-16,-9 15-28 16,-13 11 21-16,-16 4-20 15,-19 2-34-15,-23 2 18 16,-9-4-16-16,-47 9-2 16,-19 2 0-16,-16-1-6 15,-8-11-41-15,5-4-151 0,1-17-112 16,6-18-498-1</inkml:trace>
  <inkml:trace contextRef="#ctx0" brushRef="#br0" timeOffset="39175.75">2589 8731 437 0,'0'0'284'0,"81"-117"-253"16,-52 75 83-16,-10 13 23 15,-7 10-76-15,-8 13-7 0,-4 4-9 16,0 2 6 0,0 0 18-16,-4 10-10 0,-29 36-33 15,-19 31-10-15,-19 27-14 16,-18 25 36-16,-14 24 17 15,-10 16-13-15,-14 15-4 16,-12 9 21-16,-6-5-17 16,8-6-10-16,18-23-23 15,30-26 5-15,27-35-7 16,26-30-1-16,19-22-12 16,14-16 6-16,3-12-28 0,9-8-44 15,23-10-63 1,3 0-56-16,3-24 8 0,-6-16-193 15</inkml:trace>
</inkml:ink>
</file>

<file path=ppt/ink/ink2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5.68611" units="1/deg"/>
          <inkml:channelProperty channel="T" name="resolution" value="1" units="1/dev"/>
        </inkml:channelProperties>
      </inkml:inkSource>
      <inkml:timestamp xml:id="ts0" timeString="2023-09-17T05:31:57.459"/>
    </inkml:context>
    <inkml:brush xml:id="br0">
      <inkml:brushProperty name="width" value="0.05292" units="cm"/>
      <inkml:brushProperty name="height" value="0.05292" units="cm"/>
      <inkml:brushProperty name="color" value="#FF0000"/>
    </inkml:brush>
  </inkml:definitions>
  <inkml:trace contextRef="#ctx0" brushRef="#br0">6676 6244 933 0,'0'0'76'0,"0"0"-56"16,0 0 103-16,0 0-17 15,0 0-7-15,0 0-57 16,0 0-6-16,-52-58-18 16,52 78-9-16,0 22 7 15,2 20-13-15,8 13 23 16,-1 1-4-16,2-1-19 16,-2-2 13-16,2-3-16 15,0-4 0-15,5-5-2 16,1-4-14-16,6-9-70 15,-1-11-102-15,1-13-29 0,-4-18-183 16</inkml:trace>
  <inkml:trace contextRef="#ctx0" brushRef="#br0" timeOffset="266.89">6975 6198 943 0,'0'0'58'16,"0"0"76"-16,0 0-2 16,0 0-52-16,0 0-63 15,0 0 1-15,-2 32 4 0,8 32 14 16,7 12 3-16,-1 4-23 16,1-1-13-16,-2-7 3 15,2-6-6-15,3-2 0 16,-3 1 0-16,3-2-23 15,-2-9-98-15,-8-6-92 16,-6-9-165-16</inkml:trace>
  <inkml:trace contextRef="#ctx0" brushRef="#br0" timeOffset="455.68">6718 6719 936 0,'0'0'10'16,"0"0"50"-16,0 0 1 16,0 0-27-16,0 0-28 15,0 0 1-15,120-74-14 16,-57 63 5-16,-1 5-83 16,0 0-186-16,-6 3-347 15</inkml:trace>
  <inkml:trace contextRef="#ctx0" brushRef="#br0" timeOffset="691.33">7509 6404 1047 0,'0'0'4'0,"0"0"87"15,0 0 66-15,0 0-81 16,0 0-15-16,0 0-35 15,-25-26-22-15,25 51 16 16,0 11-20-16,14 11 29 16,-3 2-24-16,2-3 6 0,5-4-12 15,1-2 1 1,2 0-12-16,6 0-60 0,2-1-153 16,-4-8-167-16</inkml:trace>
  <inkml:trace contextRef="#ctx0" brushRef="#br0" timeOffset="958.8">8035 6348 1165 0,'0'0'3'0,"0"0"4"15,0 0 167-15,0 0-47 16,0 0-97-16,0 0-16 15,-25-16-14-15,25 54 0 16,0 13 4-16,7 3 3 16,0-1-7-16,2-3 0 15,2-3-12-15,-2 1-60 16,-7 1-154-16,-2-10-105 16,0-7-353-1</inkml:trace>
  <inkml:trace contextRef="#ctx0" brushRef="#br0" timeOffset="1162.92">8017 6479 159 0,'0'0'707'15,"0"0"-684"-15,0 0 140 16,0 0-29-16,0 0-79 16,0 0-30-16,93-82 13 15,-46 116 7-15,7 12-28 16,-5 6-8-16,0 4-9 15,-5-2-17-15,-1-4-39 16,-5-4-93-16,-3-6 20 16,-6-8-132-16,-6-14-179 0</inkml:trace>
  <inkml:trace contextRef="#ctx0" brushRef="#br0" timeOffset="1398.31">8454 6398 378 0,'0'0'167'0,"0"-107"-147"0,0 69 139 16,0 13-14-16,0 14-24 15,0 10-13-15,0 1 9 16,0 0-27-16,0 12-51 16,0 26-21-16,2 10 18 15,7 15-1-15,0 2-8 0,5-2-18 16,-2 1-5-16,5-2-3 15,0-2 0-15,1 2-2 16,7 1-140-16,-4-10-160 16,0-9-340-16</inkml:trace>
  <inkml:trace contextRef="#ctx0" brushRef="#br0" timeOffset="1665.64">8910 6342 1048 0,'0'0'87'0,"0"0"-80"15,0 0 128-15,0 0-52 16,0 0-32-16,0 0-38 16,-50-24-13-16,50 59 14 15,4 10 3-15,11 7 7 16,-3 3 1-16,-2-3-23 15,-1-2 5-15,1-2-7 16,-3-1-6-16,3-4-1 16,2-4-165-16,-8-6-68 15,-2-10-191-15</inkml:trace>
  <inkml:trace contextRef="#ctx0" brushRef="#br0" timeOffset="1995.65">8855 6338 901 0,'0'0'20'0,"0"0"-20"0,0 0 104 15,0 0-46 1,0 0-57-16,65-104 1 0,-9 104 5 16,6 0-7-16,3 25 6 15,-7 14 10-15,-12 11-16 16,-9 5 14-16,-8 1-6 15,-8-2-7-15,-12-4 16 16,-5 0 11-16,-4-2-6 16,-2 0 33-16,-25 4-22 15,-11 3-6-15,-6-4 39 16,-5-2-53-16,-5-9 9 16,1-8-21-1,8-11 3-15,7-8-4 0,14-7-22 0,13-6-102 16,9 0-147-16,2-24-603 15</inkml:trace>
  <inkml:trace contextRef="#ctx0" brushRef="#br0" timeOffset="2293.87">9902 6300 1014 0,'0'0'250'15,"0"0"-240"-15,0 0 100 16,0 0-13-16,0 0-74 16,0 0-23-16,-16 10 0 15,23 44 24-15,5 9-14 16,-4 1 5-16,-1-4-5 15,-3-4-7-15,-2-4 4 16,1-2-7-16,2-2-6 16,-1-5 5-16,0-7-97 15,-2-6-117-15,-2-10-28 16,0-12-286-16</inkml:trace>
  <inkml:trace contextRef="#ctx0" brushRef="#br0" timeOffset="2529.42">9855 6350 785 0,'0'0'1'16,"0"0"139"-16,0 0 18 16,0 0-112-16,0 0-4 15,0 0-16-15,85-86 6 16,-52 81-24-16,3 2-4 0,-1 3-7 15,-3 0 3-15,-3 0-30 16,-9 18-74-16,-9 5-75 16,-9 4-138-16,-2 8-101 15</inkml:trace>
  <inkml:trace contextRef="#ctx0" brushRef="#br0" timeOffset="2737.36">9891 6667 608 0,'0'0'13'16,"0"0"29"-16,0 0 152 0,0 0-64 16,0 0-101-1,0 0 26-15,74 6 23 0,-37-16-38 16,1-2-16-16,0 2 1 16,0 0-22-16,2 2 1 15,0 2-4-15,-2 6-50 16,-4 0-79-16,-6 0-176 15,-10 2-173-15</inkml:trace>
  <inkml:trace contextRef="#ctx0" brushRef="#br0" timeOffset="2923.52">10060 6954 45 0,'0'0'800'0,"0"0"-784"15,0 0 138-15,0 0-48 16,0 0-47-16,0 0-35 15,-47 57-6-15,90-57-15 16,8 0-6-16,7-11-10 16,6-9-68-16,6-1-30 15,-1-2-22-15,-2-2-105 16,-7-2-241-16</inkml:trace>
  <inkml:trace contextRef="#ctx0" brushRef="#br0" timeOffset="3175.52">10704 6332 929 0,'0'0'7'0,"0"0"125"15,0 0 26-15,0 0-107 16,0 0 38-16,0 0-26 16,-47-66-14-16,47 66-28 15,0 6-2-15,0 26-18 16,0 14 25-16,0 11 25 0,2-1-40 15,3 0 1 1,2 0-9-16,-3-2 3 0,3 2-10 16,-3-6 4-1,-2 3-18-15,3-7-95 0,-3-11-111 16,0-8-52-16,-2-17-268 16</inkml:trace>
  <inkml:trace contextRef="#ctx0" brushRef="#br0" timeOffset="3678.36">10662 6372 825 0,'0'0'6'16,"0"0"-6"-16,40-112 40 16,4 80-21-16,6 10-19 15,0 10 1-15,0 8 19 16,-6 4-4-16,-3 6 13 15,-6 20 33-15,-6 12-23 16,-9 5 17-16,-9 2-20 16,-11-1-22-16,0-4 0 15,0 0-10-15,-26-1 0 16,-8-2-1-16,-6-4 3 16,-5-3-5-16,-1-5-1 15,5-4-11-15,6-6 9 0,4-6-53 16,8-4 43-16,8-2 9 15,6-1 3-15,6-2 2 16,3 0-2-16,0 0 0 16,0 0 12-16,0 0-10 15,3 0 9-15,10 0 31 16,10 2-24-16,8 7 35 16,11 6-23-16,5 6 1 15,8 4 42-15,3 8-21 16,-2 0-18-16,0 4 7 0,-7-7-28 15,-4-4 13-15,-6-4-26 16,-5-3 1-16,-5-2-8 16,-9-3-18-1,-13 2-100-15,-7-2-104 0,0-4-229 16</inkml:trace>
  <inkml:trace contextRef="#ctx0" brushRef="#br0" timeOffset="4902.52">6689 7730 1047 0,'0'0'19'16,"0"0"10"-16,0 0 91 15,-131-114-35-15,95 105 6 16,1 6-52-16,-6 3-21 16,1 7-16-16,-2 24 4 15,2 5-6-15,13 4 0 0,7-1-2 16,14 3 3-16,6-3-1 15,4 0 0 1,29-3-3-16,13-5 2 0,10 0-2 31,7-5-5-31,1-1 5 0,-6 2 3 0,-4 2 0 16,-9 4-2-16,-7-1 11 16,-9 2-7-16,-14-2-2 15,-9-2 3-15,-6 2 6 16,-4-1-7-16,-29 3 4 15,-9-2 3-15,-5-8-5 16,2-7 1-16,2-10-5 16,4-7 4-16,3 0 5 0,3-24-9 15,4-15 0-15,6-8-1 16,12-7-4-16,7-9-4 16,4 1-5-16,9 5-33 15,24 0 37-15,14 7-30 31,6 8-17-31,1 10 14 16,-3 13-72-16,-2 15-64 16,-6 4-226-16</inkml:trace>
  <inkml:trace contextRef="#ctx0" brushRef="#br0" timeOffset="5248.36">7010 8189 604 0,'0'0'9'0,"0"0"85"16,0 0 83-16,0 0-71 15,0 0-30-15,0 0-56 0,-9 0 13 16,16-3-2-16,13 0-8 16,11-1 17-16,10 0-14 15,9 1 1-15,10-4-4 16,3 1-14-16,1 2 13 16,-4 0-17-16,-8 2-2 15,-8 2-6-15,-3 0-10 16,-12 0-34-16,-8 0-34 15,-7 0-61-15,-11 0-133 16,-3 0-79-16</inkml:trace>
  <inkml:trace contextRef="#ctx0" brushRef="#br0" timeOffset="5484.04">7326 7921 524 0,'0'0'18'16,"0"0"122"-16,0 0 17 15,0 0-55-15,0 0 14 16,0 0-42-16,-66-44 3 16,66 44-42-16,0 17-27 15,0 27 6-15,6 12 43 16,7 11-21-16,5-2-15 16,1 2-20-16,-2-3 3 0,3 3-4 15,-5 1-14 1,1 0-95-16,-5-4-86 0,-4-10-150 15</inkml:trace>
  <inkml:trace contextRef="#ctx0" brushRef="#br0" timeOffset="7173.35">7979 7722 834 0,'0'0'28'0,"0"0"136"16,0 0 19-16,0 0-106 15,0 0-23-15,0 0 2 16,-4 82 32-16,4-23-32 0,6 0-27 15,4 0-20-15,3-5 6 16,0-3-15-16,5-1 0 16,0-3-4-16,-1-4-5 15,2-1-94-15,-2-3-90 16,-1-8-49-16,-3-13-151 16</inkml:trace>
  <inkml:trace contextRef="#ctx0" brushRef="#br0" timeOffset="7755.26">8242 7843 798 0,'0'0'5'0,"0"0"78"16,0 0 128-16,0 0-75 16,0 0-88-16,0 0-25 15,0-49-21-15,0 77 1 16,0 14 10-16,0 8-9 15,0 4 7-15,0-7-11 16,0-3 4-16,0-8-4 16,0-9 0-16,0-8 0 15,0-9 0-15,0-6 5 16,0-2-11-16,7 0 6 0,13 2 0 16,11-2-6-16,7 1 6 15,2-2 0-15,5 2 0 16,-3-1-3-16,-2-2-3 15,-7 1-15-15,-4-1-21 16,-6 0 22-16,-5 0-14 16,-12-10 16-16,-3-10 16 15,-3-3 4-15,0-6 3 16,-3-3 22-16,-13 0-12 16,-1 2 7-16,3 2-12 0,0 7 2 15,4 6 10 1,3 5-9-16,5 6 11 0,2 1-1 15,0 3-9-15,0 0 5 16,0 0-18-16,0 7 3 16,0 21 11-16,0 12 11 15,9 8 24-15,0 4-18 16,0-2-14-16,-1 0 13 16,2-1-22-16,-1-6-9 15,-1-3 0-15,-1-8 7 16,2-1-10-16,2-6 3 15,3 0-88-15,1-3-81 16,3-6-65-16,-3-8-276 0</inkml:trace>
  <inkml:trace contextRef="#ctx0" brushRef="#br0" timeOffset="8045.79">8997 8135 994 0,'0'0'28'16,"0"0"-25"-16,0 0 122 0,0 0-40 15,0 0-39 1,0 0-5-16,-25-6-24 0,52 6-13 16,12 0 9-16,3-3-11 15,7 1 6-15,-2-3-4 16,-5-1-3-16,-6 4 2 15,-7 0-3-15,-5 2-5 16,-6 0-2-16,-5 0-104 16,-1 0-33-16,-6 0-64 15,-4 0-91-15,-2 0-194 16</inkml:trace>
  <inkml:trace contextRef="#ctx0" brushRef="#br0" timeOffset="8288.91">9138 7938 773 0,'0'0'29'0,"0"0"120"16,0 0 20-16,0 0-69 15,0 0-27-15,0 0-23 16,-6-10 0-16,6 10-8 16,0 0-37-16,0 26 9 15,0 13 7-15,8 13 6 16,7 4 3-16,-1 2-22 15,1 1-5-15,1-2-1 16,-3 0 1 0,1-6-6-16,-1-2-26 0,-4-7-103 0,0-9-14 15,-4-3-117-15,-5-13-356 16</inkml:trace>
  <inkml:trace contextRef="#ctx0" brushRef="#br0" timeOffset="10176.31">10907 1562 1115 0,'0'0'10'0,"0"0"68"16,0 0 100-16,0 0-90 16,0 0-56-16,0 0 9 15,-65 24-17-15,59 34-2 16,1 11 7-16,3 2-16 15,2-3-9-15,0-3 3 16,0-5-2-16,0-6-5 0,-2-6 0 16,-2-8 4-16,-4-14-10 15,6-9 6-15,0-12-14 16,2-5-3-16,-2 0-12 16,-5-37 17-16,-1-22-21 15,-4-17-7 1,5-8 32-16,3 1-11 0,4 6 4 15,0 8 12-15,0 14-6 16,14 11 9-16,12 13 0 16,-1 6 5-16,2 8 2 15,2 6 11-15,0 11-6 16,0 0 18-16,6 20-24 0,3 30 33 16,2 19-15-16,0 14-16 15,-4 12 9-15,-1 2-14 16,-3 1 0-16,-3-4-2 15,-1-5-1-15,-2-16 0 16,-3-16 0-16,0-17-5 16,-10-14 5-16,-4-12-99 15,-7-8-63-15,-2-6-40 16,-18-10-73-16,-24-27-348 0</inkml:trace>
  <inkml:trace contextRef="#ctx0" brushRef="#br0" timeOffset="10350.35">10851 1946 846 0,'0'0'9'0,"0"0"103"0,0 0 19 15,0 0-66-15,0 0-9 16,0 0-27-16,-2-32-29 16,82 19-11-16,25-5-83 15,17-1-95-15,10 4-80 16,-9 0-99-16</inkml:trace>
  <inkml:trace contextRef="#ctx0" brushRef="#br0" timeOffset="10616.16">12092 1569 1004 0,'0'0'30'16,"0"0"175"-16,0 0-75 0,0 0-55 15,0 0-10-15,0 0-57 16,-18 41 17-16,18 18 12 0,2 2-25 16,10 1 15-16,-1-2-26 15,2-4 0-15,-3 1-1 16,-4-7 4 0,3-4-8-16,-6-2-15 0,8-8-133 15,-5-6-57-15,-2-12-101 16,-4-18-273-16</inkml:trace>
  <inkml:trace contextRef="#ctx0" brushRef="#br0" timeOffset="10804.75">12088 1554 892 0,'0'0'56'15,"0"0"68"-15,0 0-48 16,0 0-48-16,0 0 2 15,113-60-3-15,-72 55-23 16,-3 5-2 0,-7 0-4-16,-4 10-11 0,-6 17-116 15,-3 5 2-15,-9 4-109 16,-7 0-145-16</inkml:trace>
  <inkml:trace contextRef="#ctx0" brushRef="#br0" timeOffset="11010.54">12197 1883 638 0,'0'0'27'16,"0"0"56"-16,0 0 69 16,0 0-15-16,0 0-56 15,0 0-2-15,-71 52-32 16,100-52-32-16,13 0-2 16,7 0 11-16,7-8-17 15,-1-6-3 1,-1 0-4-16,-7 6-5 0,-11 4-13 0,-12 4-114 15,-17 0-68-15,-7 20-210 16</inkml:trace>
  <inkml:trace contextRef="#ctx0" brushRef="#br0" timeOffset="11199.19">12348 2320 117 0,'0'0'873'15,"0"0"-872"-15,0 0 103 16,0 0-59-16,0 0-9 0,0 0 25 16,161-44-55-1,-81 24-6 1,7-4-57-16,5-1-59 16,-1-5-207-16,-9-6-421 15</inkml:trace>
  <inkml:trace contextRef="#ctx0" brushRef="#br0" timeOffset="11467.05">13344 1474 1020 0,'0'0'4'15,"0"0"105"-15,0 0 46 0,0 0-99 16,0 0 2-16,0 0-26 15,-22 24-11-15,31 26 51 16,6 6-38-16,3 0-3 16,1-2-16-16,0-2-11 15,1-4-3-15,-1-7-1 16,-2-2-9-16,3-6-29 16,-3-2-172-16,4-6-64 15,-3-12-231-15</inkml:trace>
  <inkml:trace contextRef="#ctx0" brushRef="#br0" timeOffset="11875.79">14053 1482 1062 0,'0'0'23'15,"0"0"-22"-15,0 0 142 16,0 0-111-16,-130-49 2 15,118 49 28-15,0 19-51 0,7 15 3 16,5 10 8 0,0 9-18-16,0 8 6 0,12-1-10 15,5 2 0 1,2-5 0-16,3-7 0 0,0-6 0 16,3-9-3-16,-1-4-1 15,3-13 1-15,0-8-8 16,4-10-16-16,5 0 13 15,-1 0-21-15,1-22 35 16,-1-9-1-16,-4-8 2 16,-7-7 15-16,-7-8 22 15,-15-10-5-15,-2-7 17 16,-9 3-34-16,-20 8-4 0,-5 10 32 16,3 14-43-1,-2 10 5-15,4 12-5 0,2 11-1 16,-2 3-19-16,-2 11-127 15,-3 18-105-15,5 3-283 16</inkml:trace>
  <inkml:trace contextRef="#ctx0" brushRef="#br0" timeOffset="12354.16">14902 1395 1186 0,'0'0'8'15,"0"0"41"-15,0 0 98 16,0 0-96-16,0 0-4 16,0 0-18-16,-26-34-27 15,26 34 2-15,0 2-8 16,0 23-4-16,3 10 8 15,9 12 1-15,-3 2 2 16,-1 2-3-16,4 0 0 0,-1 4 4 16,4-1-6-1,1-4 2-15,2-3 0 16,2-5-3-16,2-6 6 0,3-6-3 16,2-8 0-16,4-8-3 15,2-10 0-15,7-4 6 16,2-2-1-16,8-26 13 15,-6-10-8-15,1-12 29 16,-5-13 4-16,-9-12-6 16,-7-8 14-16,-17-5-27 15,-7 3 5-15,0 13-6 16,-23 13-18-16,-2 15 1 0,-8 13-3 16,-2 13-19-16,-8 17-64 15,-6 1-153-15,-3 8-128 16,-4 11-702-16</inkml:trace>
  <inkml:trace contextRef="#ctx0" brushRef="#br0" timeOffset="16127.04">6397 6056 724 0,'0'0'28'0,"-216"17"-28"16,116 7 95-16,13 11-26 15,11 11 22-15,18 12-30 16,15 16-35-16,19 10 22 15,18 13-22-15,6 9 14 16,16 6-2-16,19 4-33 0,9 1 11 16,12-5-11-16,5-3-2 15,7-7 1-15,7-12-4 16,0-14 0-16,3-15 3 16,2-21 6-16,3-15-9 15,-4-13 0-15,-2-12 4 16,-9 0 1-16,-1-22-4 15,-5-19-1-15,-6-22 5 16,-4-13 5-16,-10-14-10 16,-9-15 6-16,-15-8-2 0,-18-16 9 15,0-4-11-15,-35-3-1 16,-23 3 4-16,-21-1 2 16,-12 1-7-16,-11 10 0 15,-6 17 1-15,4 23-12 16,6 31-6-16,11 36-43 15,12 16-63-15,17 42-162 16,17 14-218-16</inkml:trace>
  <inkml:trace contextRef="#ctx0" brushRef="#br0" timeOffset="16993.64">8022 6078 787 0,'0'0'13'0,"0"0"-5"15,-152 14 82-15,103 10-7 16,7 13-27-16,9 10 8 16,12 14-25-16,10 19 12 15,11 4-11-15,0 6-27 16,32 8 3-16,7 5-3 15,13 3-8-15,-1 2 3 16,0-10-8-16,3-12 0 16,-1-8 0-1,0-12 9-15,3-11-9 0,2-15 0 16,-2-18 4-16,1-12 7 0,-1-10-10 16,0-7 1-16,-2-30 17 15,-6-12-15-15,-3-12 3 16,-11-13 2-16,-10-17-6 15,-15-16 19-15,-9-16-13 16,-2-6-9-16,-34-3 7 16,-17 4-2-16,-10 9-5 15,-12 15 0-15,-3 22 6 16,0 19-13-16,2 22 7 16,7 20-13-16,7 18-12 0,6 3-45 15,6 40-58 1,8 16-27-1,5 10-207-15</inkml:trace>
  <inkml:trace contextRef="#ctx0" brushRef="#br0" timeOffset="18601.5">10131 5703 783 0,'0'0'6'16,"0"0"40"-16,0 0 126 16,0 0-72-16,0 0-63 15,0 0 7-15,-24-17-38 16,24 34 2-16,12 2 22 15,0 1-23-15,2-5 10 0,-1-5-11 16,-4-6-6-16,3-2 25 16,1-2-17-16,7-8 8 15,13-23-4-15,12-22-4 0,13-15-5 16,8-15-3-16,13-15-20 16,8-17-20-16,8-9-150 15,3 0-178-15</inkml:trace>
  <inkml:trace contextRef="#ctx0" brushRef="#br0" timeOffset="19363.18">7405 5761 757 0,'0'0'16'16,"0"0"42"-16,0 0 51 16,0 0-23-16,0 0-21 0,0 0-50 15,-21-54-3-15,26 76-12 16,19 10 7-16,2 2 1 15,2-6-8-15,-6-9 0 16,-4-8 12-16,-5-7-10 16,-1-4 16-16,-2-2 19 15,1-24-22-15,3-14 1 16,-1-14-16-16,1-13 0 16,5-10-1-16,15-11 0 15,20-9-13-15,28-13-74 16,25-7-124-16,18 3-186 0</inkml:trace>
  <inkml:trace contextRef="#ctx0" brushRef="#br0" timeOffset="20621.7">9871 7870 859 0,'0'0'27'16,"0"0"-8"-16,0 0 141 0,-18-106-22 16,16 92-36-16,2 8-23 15,-2 2 1-15,2 4-19 32,0 0-54-32,0 9 10 0,0 28-17 0,-2 18 0 15,-3 7 14-15,-2 0-11 16,0-3-2-16,-1-8-1 15,1-11 8-15,3-12-13 16,-1-10 5-16,2-7 0 16,1-8-1-1,2-2 5-15,0-1-4 16,0 0 0-16,0 0 3 0,0 0-10 0,12 0 7 16,10 0 0-16,11 0-5 15,3 0 4-15,6 9 1 16,6 3 0-16,-4 0 2 15,-2-3-9-15,-4-5 7 16,-6-4-6-16,-11 0 0 16,-7 0-8-16,-5-9 14 15,-7-9 0-15,-2-9 9 32,0-6-10-32,-7-1 1 0,-11-2 0 0,1 0-1 15,-1 6 10-15,7 6-9 0,4 10 0 31,2 7 7-31,3 3 1 16,2 4-8-16,0 0 2 16,0 0 1-16,0 18 5 15,0 25-8-15,0 15 16 16,0 2-15-16,0 2 33 16,0-4-34-16,0-7 1 15,7 0-2-15,2-2 7 16,4-3-6-16,3-8 0 15,3-8-62-15,8-4-65 0,7-10-112 16,0-8-91-16,-3-8-306 16</inkml:trace>
  <inkml:trace contextRef="#ctx0" brushRef="#br0" timeOffset="20889.18">10578 8218 995 0,'0'0'8'0,"0"0"-8"15,0 0 125-15,0 0-47 16,0 0-14-16,0 0-48 0,-12-13-8 16,63 13 1-16,14 0-8 15,4-4-1-15,3 0 1 16,-2 0 10-16,-9 0-16 15,-13-2 5-15,-9 2-13 16,-13 0-19-16,-8-2-118 16,-11 0-96-16,-7-4-129 15</inkml:trace>
  <inkml:trace contextRef="#ctx0" brushRef="#br0" timeOffset="21124.81">10780 7941 776 0,'0'0'12'0,"0"0"135"16,0 0 24-16,0 0-37 16,0 0-63-16,0 0-57 15,-11 40 32-15,11 17 67 16,15 10-78-16,5 2 26 16,5 0-51-16,4 1-5 15,2 3-5-15,3-2-7 16,1-2-2-16,-1-11-128 15,1-7-97-15,1-18-136 16,-1-16-370-16</inkml:trace>
  <inkml:trace contextRef="#ctx0" brushRef="#br0" timeOffset="21360.38">11469 7797 741 0,'0'0'280'16,"0"0"-266"-16,0 0 140 16,0 0-13-16,0 0-52 0,0 0-73 15,-34-19-7-15,34 69 15 16,0 13 10-16,13 7-28 16,3 0-2-16,0-4 1 15,-1-2-10-15,-1-3 4 16,1-9-136-16,1-10-74 15,-5-12-198-15</inkml:trace>
  <inkml:trace contextRef="#ctx0" brushRef="#br0" timeOffset="21785.28">11987 7810 971 0,'0'0'14'0,"0"-103"5"15,-13 72 111-15,-11 12-31 16,-8 14-58-16,-3 5-24 16,-3 4-15-16,-3 22 1 15,6 10 5-15,10 3-5 16,12 4-3-16,13 1 0 16,0 3 10-16,25-2-10 15,19 4 0-15,14-2 2 16,2 0-5-16,-4-2 4 0,-9-6-1 15,-9-3 0-15,-16-2 8 16,-8-4-6-16,-14 3-2 16,0-5 3-16,-12-1 9 15,-19-4-1-15,-3-9 13 16,3-3 17 0,-1-11-36-16,9 0 31 0,1-25 0 15,6-17-28-15,7-12 10 16,9-8-18-16,0-7 0 15,18-2-5-15,13 3-15 16,9 7-31-16,2 11-72 16,5 9-52-16,-2 9-151 15</inkml:trace>
  <inkml:trace contextRef="#ctx0" brushRef="#br0" timeOffset="22071.49">12847 8126 1027 0,'0'0'2'0,"0"0"-1"0,0 0 109 15,0 0-58-15,0 0 4 16,0 0 23-1,150 21-55-15,-97-21 22 0,1 0-37 16,-3-11-2-16,-6 1-10 16,-10 2 3-16,-12 1-27 15,-10 5-76-15,-13 2-103 16,0 0-131-16,-13 10-230 16</inkml:trace>
  <inkml:trace contextRef="#ctx0" brushRef="#br0" timeOffset="22224.93">12945 8363 731 0,'0'0'54'0,"0"0"38"16,0 0 85-16,0 0-70 15,0 0-44-15,0 0-10 16,166 5-36 0,-108-22-9-16,2-5-9 0,-5 3 1 15,-10 1-47-15,-16 1-153 16,-16-1-313-16</inkml:trace>
  <inkml:trace contextRef="#ctx0" brushRef="#br0" timeOffset="23388.67">9186 7292 853 0,'0'0'15'0,"0"0"-15"16,0 0 81-16,0 0-8 15,0 0-42-15,-126 7-19 16,73 55 19-16,-15 32-5 16,-9 29 1-16,-15 27-1 15,-13 21-17-15,-12 11-12 16,-11 9 3-16,3-9 0 15,17-22-10-15,22-19-25 16,34-28-40-16,27-30-105 16,21-22-186-16</inkml:trace>
  <inkml:trace contextRef="#ctx0" brushRef="#br0" timeOffset="23687.49">10312 7429 345 0,'0'0'708'0,"0"0"-692"15,0 0-1-15,0 0 57 16,-156 63-43-16,83 33 13 16,-10 34-31-16,-15 29-5 15,-11 17 7-15,-5 14-12 16,5 3-2-16,11-9 1 16,16-1-162-16,11-20-161 15</inkml:trace>
  <inkml:trace contextRef="#ctx0" brushRef="#br0" timeOffset="25326.67">11430 7191 483 0,'0'0'313'0,"0"0"-296"15,0 0 78-15,0 0 53 16,0 0-89-16,0 0-46 15,-93 194 36-15,22-54 19 16,-12 25-35-16,-13 23 33 16,-10 15-34-16,-2 9-30 15,6-4 5-15,19-10-7 16,23-16-5-16,18-17-19 0,15-15-149 16,5-24-104-16,2-23-377 15</inkml:trace>
  <inkml:trace contextRef="#ctx0" brushRef="#br0" timeOffset="26663.46">7282 7550 1048 0,'0'0'13'0,"0"0"5"15,-151-12 47-15,77 62-14 16,-16 38 16-16,-10 42-23 0,-16 36-22 15,-17 41 6-15,-12 30-26 16,-7 23-4-16,4 11-8 16,11-11-114-16,25-23-83 15,31-49-269-15</inkml:trace>
  <inkml:trace contextRef="#ctx0" brushRef="#br0" timeOffset="33751.25">14329 7780 958 0,'0'0'20'0,"0"0"66"16,0 0 71-16,0 0-26 15,0 0-64-15,0 0 12 16,0 0-34-16,-29-94-27 16,24 94 11-16,-7 21-26 15,-2 22-3-15,-4 13 0 16,0 8 9-16,3 1-9 16,3-1 0-16,-3-2 5 15,4-5-11-15,0-12 6 16,2-9 0-16,3-11-2 15,3-11 7-15,3-9-8 0,0-3 3 16,0-2-23-16,0 0 20 16,0 0-26-16,9 0 20 15,11-10-2-15,4 1 6 16,5 8 2-16,2 1 2 16,3 0-1-16,2 0-5 15,2 1 7-15,2 6 0 16,-3-1-2-16,2-6-4 15,-11 0 6-15,1 0-9 16,-4-8-5-16,-5-10 7 16,-5-4 3-16,-3-6 4 0,-6-3-5 15,-3-4 11-15,-3 1-6 16,0 3 0-16,0 10 2 16,0 4-1-16,-3 9 4 15,1 4-1-15,0 4 28 16,0-1-26-16,2 1 18 15,-2 0-18-15,2 1 1 16,-2 30 5-16,-1 11-2 16,0 10 22-16,1-2 1 15,2-2-24-15,0 0 25 0,0-1-33 16,0-4 7-16,0-3-8 16,0-1 0-16,0-7 0 15,0-4-3-15,0-6-13 16,12-6-63-16,6-6-61 15,6-10-158-15,-2 0-91 16</inkml:trace>
  <inkml:trace contextRef="#ctx0" brushRef="#br0" timeOffset="34426.47">15029 7850 28 0,'0'0'856'0,"0"0"-824"15,0 0 145-15,2-107-53 16,-2 98-23-16,0 5 4 16,0 4-61-16,0 0-9 15,-2 4-30-15,-7 26 4 16,-2 16-10-16,2 11 2 16,-4 4-1-16,-3 5 1 15,-6-3 6-15,0-1-7 16,-1-7 0-16,3-11 3 15,5-13-11-15,6-11 8 0,4-11-1 16,2-8-2-16,3-1-21 16,0 0 2-16,0 0-23 15,19 0 17-15,5-5 18 16,9-3 7-16,-1-1-1 16,1 5-2-16,-2 0 5 15,1 4 1-15,-3-2 0 16,0-2-1-16,-5 3-5 15,-4-2 6-15,-2-3 0 16,-7 2-3-16,-5-3 10 16,-5-2-7-16,4-3 0 15,-5-4 6-15,0 0-1 16,0-2-4-16,0-1-1 0,0 5 3 16,0-1 4-16,0 3-4 15,0 2 3-15,0 3-4 16,-5 0 19-16,5 3-21 15,0 0 6-15,0 2 14 16,0 2-19-16,0 0 17 16,0 0-9-16,0 0-7 15,0 6 10-15,0 19-11 16,0 13 7-16,0 8 21 16,0-2-21-16,0 3 27 0,0 2 2 15,0-1-22 1,0-2 12-16,0-6-25 0,0-2-2 15,0-8 3-15,0-6 2 16,0-2-5-16,0-8 0 16,0-1-21-16,0-6-61 15,7-5-90-15,6-2-84 16,3 0-89-16,3-20-420 16</inkml:trace>
  <inkml:trace contextRef="#ctx0" brushRef="#br0" timeOffset="36019.78">15764 8242 755 0,'0'0'202'0,"0"0"-176"15,0 0 161-15,0 0-57 16,0 0-52-16,0 0-4 16,-42 0-55-16,71-3 8 15,28-3-11-15,28-2-12 16,11-4 34-16,5 0-34 16,-3-3 11-16,-11 4-11 15,-14 1 6-15,-15 4-13 16,-18 2 3-16,-16 4-16 15,-11 0 15-15,-10 0-82 16,-3 0-69-16,0 0 3 0,-24 0-66 16,-9 2-130-1,-8 2-202-15</inkml:trace>
  <inkml:trace contextRef="#ctx0" brushRef="#br0" timeOffset="37370.25">18330 1401 1021 0,'0'0'44'16,"0"0"107"-16,-19-126-42 0,-1 89-15 0,-9 0-30 15,-5 13 1 1,-1 5-22-16,-8 16-37 0,-3 3 16 16,-4 0-22-16,4 24 0 15,8 4-3-15,5 9 2 16,15 2-1-1,11 3-1-15,7 0-20 0,15-4 16 16,28-7-39-16,10-11-11 16,5-10 15-16,-2-9-30 15,-4-1 40-15,-15 0-28 16,-8-8 55-16,-9-10 4 16,-9-7 2-1,-4-3 2-15,-7-5 21 0,0 1-10 0,0 4 35 16,0 8-1-16,0 8-6 15,0 6 41 1,0 6-44 0,0 0-8-16,0 0-13 0,0 12-10 0,-4 24-6 15,1 12 8-15,-1 4-10 16,2 2 22 0,2-3-22-16,0 1 1 0,0-4-1 15,0 2 2-15,9-2-6 16,6-4 4-16,3-4-123 0,7-1-100 15,12-10-57-15,11-11-335 16</inkml:trace>
  <inkml:trace contextRef="#ctx0" brushRef="#br0" timeOffset="37638.03">18935 1548 847 0,'0'0'203'0,"0"0"-160"0,0 0 83 16,0 0-88-16,0 0 14 15,0 0 10-15,-36-18-61 16,80 18 17-16,14 0-12 16,11 0-5-16,5 0 6 15,-3 0-2-15,-4 0-5 16,-13 0 0-16,-17 0 3 15,-10-3-8-15,-11 2-20 16,-7-4-130-16,-9-2-54 16,0-9-188-16</inkml:trace>
  <inkml:trace contextRef="#ctx0" brushRef="#br0" timeOffset="37874.57">19236 1323 860 0,'0'0'56'15,"0"0"100"-15,0 0-71 16,0 0 4-16,0 0-17 16,0 0-9-16,-25 93-9 15,25-46-21-15,0 4 23 16,0-3-33-16,2 0-17 16,9 0 2-16,1 2-3 15,1 0-5-15,1-1 0 0,1-4-36 16,3-3-160-16,-1-9-36 15,7-14-128-15,2-13-160 16</inkml:trace>
  <inkml:trace contextRef="#ctx0" brushRef="#br0" timeOffset="38266.9">19687 1403 100 0,'0'0'821'15,"0"0"-750"-15,0 0 81 0,0 0-71 16,0 0-54-16,0 0-7 16,-66-62-15-16,61 66 1 15,3 18-6-15,2 9 0 16,0 3 2-16,0-3 2 16,21 0-4-16,5-4 0 15,6 0 3-15,5-5-5 16,3-4 2-16,0-2 0 15,-1-1-4-15,-4 0 7 16,-6 1-3-16,-4 0 7 16,-6 2-6-16,-7 0 20 15,-8-1-2-15,-4 0 19 0,0-1 20 16,-18 1-16-16,-17-2 10 16,-11 2-15-16,-4-5-36 15,0-2 12 1,6-6-13-16,11-4-9 0,8 0 2 15,8-22-120-15,14-20-49 16,3-11-145-16,0-13-354 16</inkml:trace>
  <inkml:trace contextRef="#ctx0" brushRef="#br0" timeOffset="38345.55">19687 1403 873 0</inkml:trace>
  <inkml:trace contextRef="#ctx0" brushRef="#br0" timeOffset="38424.37">19687 1403 873 0,'-42'-98'36'0,"32"98"85"0,7 0-53 0,3 0-28 0,7 0-24 0,33 0 7 16,22 0-15-16,17 0-4 15,7 0-8-15,-4 0-164 16,-7 0-110-16,-9 0-341 16</inkml:trace>
  <inkml:trace contextRef="#ctx0" brushRef="#br0" timeOffset="38675.94">20697 1600 359 0,'0'0'673'16,"0"0"-639"-16,0 0 47 15,0 0-59-15,0 0 5 16,0 0 5-16,-5 21 1 15,41-12-1-15,7-7-21 16,1 0 6-16,0-2-17 16,1 0 4-16,2 0-11 0,-4 0-22 15,-8 0-193-15,-15-4-149 16</inkml:trace>
  <inkml:trace contextRef="#ctx0" brushRef="#br0" timeOffset="38864.61">20755 1796 850 0,'0'0'13'16,"0"0"159"-16,0 0-89 15,0 0-41-15,0 0 25 0,0 0-27 16,60 27-5 0,11-27-30-16,10-10 2 0,-4-9-14 15,-5-1-4-15,-16 3-146 16,-18-4-162-16</inkml:trace>
  <inkml:trace contextRef="#ctx0" brushRef="#br0" timeOffset="40075.04">17214 7927 161 0,'0'0'736'15,"0"0"-721"-15,0 0 173 16,0 0-37-16,0 0-5 16,-41-105-30-16,41 105-46 0,0 0-13 15,0 0-24 1,0 10-31-16,0 35 15 0,-3 13 0 15,3 8 10-15,0-4-8 16,0-6-11-16,0-6-7 16,9 0-1-16,0-1 1 15,0 1-7-15,0-5-19 16,4-2-81-16,5-7-60 16,1-12-88-16,4-8-89 15,2-16-377-15</inkml:trace>
  <inkml:trace contextRef="#ctx0" brushRef="#br0" timeOffset="40940.08">17634 7908 749 0,'0'0'0'0,"0"0"6"16,0 0 37-16,0 0 25 16,0 0-9-16,0 0 1 15,-16-22-24-15,16 22 0 16,0 0 8-16,0 0-24 0,0 0 27 16,0 0-7-16,0 0-11 15,0 0 13-15,0 0-19 16,0 0-4-16,0-1 16 15,0 1-27-15,-2 0 12 16,2 0 4-16,0 0-20 16,0 0 18-16,0 0-8 15,0 0-6-15,0 0 15 16,0 0-19-16,0 0 6 16,0 0-10-16,0 0 10 0,0 0-15 15,-5 8 5-15,-3 21 0 16,-4 17-3-16,-3 10 12 15,-1-4-9-15,3 1 0 16,2-6 9-16,1-5-6 16,4-9-3-16,4-6 0 15,2-5 3-15,0-6 3 16,0-7-6-16,18 2 0 16,10-7 7-16,11-4-4 15,5 0-3-15,1 0 0 16,3 0-1-16,-3-4 5 15,-3-4-4-15,-6-1 0 16,-9 2 5-16,-9 2-11 0,-12 5 6 16,-3-1 0-16,-3 1-6 15,0 0 9-15,0 0-6 16,0 0 1-16,0-9-27 16,-7 0 26-16,-5-7-7 15,2 0 3-15,-1-2-3 16,-1-1 13-16,3 5-3 15,3 2 0-15,2 0 7 16,-2 6-6-16,4 0 0 16,2 0 9-16,-2 4 19 15,2-2-27-15,-2 4 18 16,2 0 0-16,0 0-14 0,0 0 21 16,0 0-21-16,0 15-5 15,0 18 21-15,0 9-22 16,0 7 24-16,0-3-19 15,0 0 7-15,4 4-13 16,4 0 1-16,-6-4 0 16,0-2-8-16,0-2 5 15,0-2-12-15,3-1-68 16,3-6-127-16,8-10-17 16,9-15-311-16</inkml:trace>
  <inkml:trace contextRef="#ctx0" brushRef="#br0" timeOffset="41268.9">18532 8149 992 0,'0'0'4'0,"0"0"48"0,0 0 84 16,0 0-63-16,0 0-30 15,0 0-26-15,41 2 28 16,15-8-17-16,5-8-26 16,-3 2 4-16,-14 2-6 15,-11 4-1-15,-13 2 0 16,-13 4-65-16,-7 0-13 15,0 0-96-15,-19 10-63 16,-15 10-35-16</inkml:trace>
  <inkml:trace contextRef="#ctx0" brushRef="#br0" timeOffset="41426.75">18563 8260 495 0,'0'0'118'16,"0"0"5"-16,0 0-8 15,0 0 20-15,0 0-46 16,0 0-3-16,85 64-26 15,-39-64-37-15,5-14 2 16,3-7-23-16,-5 1-2 16,-6 2 0-16,-15 2-9 15,-12 0-89 1,-14-2-107-16,-2-7-404 0</inkml:trace>
  <inkml:trace contextRef="#ctx0" brushRef="#br0" timeOffset="43093.71">19055 7874 1048 0,'0'0'8'0,"0"0"-4"0,0 0 88 15,-12-106-16-15,45 81-56 16,8 2 2-16,11 7-15 16,1 4-1-16,-2 10 10 15,-9 2-16-15,-8 0 19 16,-12 13-5-16,-13 16-10 16,-9 11 22-16,0 8-20 15,-11 4-2-15,-22 1 9 16,-5-3-6-16,-3-8-3 15,10-8-4-15,7-10 6 16,10-4-8-16,12-6 2 16,2 1 0-16,0-3-4 15,14 3 9-15,12-3-5 0,7 0 0 16,2 2 6-16,2 2-12 16,-1 5 6-16,-5 9 0 15,-4 2 1-15,-10-1 7 16,-7 1-8-16,-8-3 6 15,-2-8 7-15,0 0 42 16,-14-9-15-16,-10-2 1 16,-5-3 20-16,-7-2-47 15,-2-5 6-15,5 0-13 16,2 0-1-16,6-20-2 0,8-9-4 16,7-4-19-16,10-9-57 15,0-2-106-15,25-1-104 16,12 3-270-16</inkml:trace>
  <inkml:trace contextRef="#ctx0" brushRef="#br0" timeOffset="43486.61">19868 7841 951 0,'0'0'2'0,"0"0"109"0,0 0 56 16,0 0-123-16,0 0 29 15,0 0-45-15,-116 9 1 16,94 35 8-16,3 9-34 16,11 5 13-16,6 2-13 15,2-1 10-15,0-4-9 16,0-3-4-16,18-4 0 16,8-2 2-16,10-5 4 15,5-7-6-15,5-6 6 16,10-14-2-16,2-12 16 15,4-2 0-15,3-20 0 16,-7-16 35-16,-7-12-27 0,-11-4 10 16,-11-7-8-16,-16-9-15 15,-13-5 27-15,-4-2-27 16,-32 0-9-16,-6 14 2 16,-5 12 2-16,-4 21-10 15,-6 16 0-15,-13 12-23 16,-12 9-54-16,-9 30-110 15,-5 7-206-15,2 4-629 16</inkml:trace>
  <inkml:trace contextRef="#ctx0" brushRef="#br0" timeOffset="45535.64">6444 10034 1081 0,'0'0'24'0,"0"0"137"15,0 0 35-15,0 0-105 16,0 0-43-16,0 0-18 16,0 0-25-16,-11 115 9 15,13-32 20-15,9 4-33 16,3-7 8-16,-1-4-9 15,-2 5 0-15,-2-1-3 16,-2-3-16-16,-5 0-104 16,-2-7-139-16,0-13-99 15,-5-25-455-15</inkml:trace>
  <inkml:trace contextRef="#ctx0" brushRef="#br0" timeOffset="45974.03">6404 10349 942 0,'0'0'14'0,"22"-153"24"16,25 71 32-16,4 11 1 15,3 16-6-15,-6 24-45 16,-5 28-13-16,-3 5 1 16,-3 43-6-16,-5 22 2 15,-9 14 3-15,-13 2-7 16,-10-2 0-16,0-9 0 15,-21-4 0-15,-16-8 10 16,-5-8-10-16,-2-4 2 0,-3-11 4 16,7-7-2-16,5-11-4 15,8-9 0-15,9-3 2 16,9-7 7-16,5 0-9 16,4 0 12-1,0 0-9-15,0 0 29 0,0 0-17 16,0 0 1-16,0 0 15 15,0 0-30-15,13 0 12 16,16 2-3-16,14 14 23 16,5 6 24-16,1 9-37 15,-2 2-14-15,0 3 5 16,-5-2-3-16,0-2-8 0,-1-1 0 16,-4-8-3-16,3-2-4 15,-1-7-87-15,-2-10-141 16,-1-4-24-16,-9-7-283 15</inkml:trace>
  <inkml:trace contextRef="#ctx0" brushRef="#br0" timeOffset="46351.82">7193 10415 817 0,'0'0'5'0,"0"0"108"15,0 0 39-15,0 0-37 0,0 0-42 16,0 0-46-16,-54-6-3 15,50 46 4 1,2 17-27-16,2 8 13 0,0 1-14 16,15 0 0-16,9-7-1 15,8-9 9-15,5-12-8 16,6-10 0-16,-1-12 4 16,3-10-10-16,-5-6 6 15,-2-1 0-15,-9-24 4 16,-2-12 3-16,-5-10-2 15,-9-9 13-15,-8-10-13 16,-5-6 53-16,-7-5-36 0,-26 3-9 16,-7 8 22-16,-7 16-34 15,3 15 12-15,1 20 0 16,5 15-4-16,5 0-18 16,4 34 0-1,10 16-89-15,15 11-95 0,4 0-255 16</inkml:trace>
  <inkml:trace contextRef="#ctx0" brushRef="#br0" timeOffset="46612.99">7935 10393 1111 0,'0'0'89'15,"0"0"-31"-15,0 0 97 16,0 0-39-16,0 0-53 16,0 0-61-1,4 2 4-15,1 48-3 0,-1 12 8 16,-2 2-14-16,0 5 3 0,-2-2-11 16,0 0-1-1,0-9-167-15,-2-12-42 0,-11-14-92 16,-3-16-178-16</inkml:trace>
  <inkml:trace contextRef="#ctx0" brushRef="#br0" timeOffset="47013.77">7850 10582 631 0,'0'0'92'16,"0"0"18"-16,0-108 79 16,0 96-30-16,0 9-58 15,9 3-41-15,17 10-41 16,17 27 15-16,18 10 4 15,5 6-38-15,3-3 4 0,-2-5-8 16,-5 3 5-16,-8-7-1 16,-10-3 0-16,-11-8-63 15,-8-6-43-15,-7-7-30 16,-7-12-36 0,-2-5 98-16,-2-8-189 15,-2-26 158-15,-5-18-172 16,0-9 46-1,0-10 231-15,-5-6 119 16,-9 7 86-16,1 8-35 16,-1 12 21-16,4 12-27 0,1 14-6 15,-1 10-38-15,6 8-9 16,2 3-28-16,0 3-24 16,2 0-17-16,0 19-39 15,0 21-3-15,0 16 4 16,0 8 8-16,0 5-15 15,4 0 3-15,6 4-44 16,-6-4-132-16,2-13-197 16</inkml:trace>
  <inkml:trace contextRef="#ctx0" brushRef="#br0" timeOffset="47500.17">8775 10421 1217 0,'0'0'11'16,"0"0"1"-16,0 0 70 15,0 0 26-15,0 0-76 16,0 0-25-16,-44 74 16 16,56-4-23-16,1 7 0 15,1-3 1-15,-5-6 10 16,-5-3-12-16,-4-14 1 15,0-12 0-15,0-16-5 0,0-13 5 16,0-7 0-16,-2-3 2 16,-2-17 9-16,-1-33-5 15,5-19-6-15,0-21-17 16,0-13 17-16,7-1-49 16,15 7-26-16,5 20 61 15,0 20-9-15,0 20 23 16,-3 12 0-16,-4 13 0 15,-2 9 0-15,4 3 3 16,3 20 8-16,4 29 43 16,2 16-47-16,-2 10 26 15,-2 6-19-15,-2-5-7 0,-8-8-5 16,-2-6-1-16,-1-8-1 16,-8-8 0-16,2-6 1 15,-6-10-5-15,-2-4-6 16,0-6-156-16,0-4 25 15,0-6-23-15,-10-10-563 16</inkml:trace>
  <inkml:trace contextRef="#ctx0" brushRef="#br0" timeOffset="47657.14">8812 10854 890 0,'0'0'27'15,"0"0"100"-15,0 0-27 16,0 0-18-16,0 0-78 15,0 0-2-15,167-90-2 16,-93 72-10-16,-1 0-103 16,4-1-64-16,-7 0 13 15,-5-2-49-15,-5-6-283 16</inkml:trace>
  <inkml:trace contextRef="#ctx0" brushRef="#br0" timeOffset="48002.25">9633 10326 872 0,'0'0'44'0,"0"0"72"16,0 0 30-16,0 0-38 16,0 0-14-16,0 0-20 15,-25-39-59-15,25 39-9 16,0 0-6-16,0 12 7 16,0 20-7-16,2 6 0 15,0 8 4-15,-2 1 2 16,0 0-4-16,0 1 0 15,0-4 11-15,0-3-7 16,0-5 5-16,0-8-10 0,0-8 3 16,2-2 6-16,21-6-9 15,6-2-1-15,11-6 2 16,7-4 8-16,4 0-10 16,7 0 0-16,6 0 1 15,6-6-12-15,5-5-6 16,2 2-56-16,-6-5-93 15,-3-9-106-15,-10-4-448 16</inkml:trace>
  <inkml:trace contextRef="#ctx0" brushRef="#br0" timeOffset="48253.47">10474 10215 428 0,'0'0'668'16,"0"0"-651"-16,0 0 80 15,0 0 55-15,0 0-18 16,0 0-86-16,-68-55-24 16,68 88-19-16,6 17 3 15,10 12 48-15,-1 2-48 16,-1 4 28-16,1-4-35 16,-1 0 7-16,-3-3-12 15,0-9 4-15,-2-6-8 0,-4-10-16 16,1-6-168-1,-4-10-65-15,-2-14-51 0,0-6-318 16</inkml:trace>
  <inkml:trace contextRef="#ctx0" brushRef="#br0" timeOffset="48517.48">10422 10237 855 0,'0'0'28'16,"0"0"-1"-16,0 0-27 15,88-109 42-15,-20 85-27 0,6 10 24 16,2 14 5 0,-2 3 21-16,-9 38 16 0,-14 19-26 15,-11 13 9-15,-15 5-9 16,-14 1-2-16,-11-6 24 16,0-1-41-16,-24-4-21 15,-21-2 13-15,-15-3-25 16,-17-3 1-16,-9-4-4 15,-5-6-127-15,-8-10-144 16,-3-13-275-16</inkml:trace>
  <inkml:trace contextRef="#ctx0" brushRef="#br0" timeOffset="49199.78">5791 11926 1153 0,'0'0'12'16,"0"0"108"0,0 0 22-16,0 0-51 0,0 0-55 15,0 0-31-15,-35 77 31 16,35 6-20-16,2 0-12 15,9 4 5-15,-2-4-3 16,-2-8-6 0,3-3 0-16,4-11-6 15,4-11 4-15,8-10-128 16,8-16-117-16,3-14-79 16,4-10-532-16</inkml:trace>
  <inkml:trace contextRef="#ctx0" brushRef="#br0" timeOffset="49595.61">6418 12230 1007 0,'0'0'32'15,"0"0"75"1,4-134 15-16,-20 107-44 0,-9 14-32 16,2 6-14-16,-6 7-15 15,0 0-10-15,0 13-14 16,0 11 7-16,8 2-1 15,8-2-7-15,6-2 6 16,7 2 2-16,0 0-1 16,20 2-3-16,18 2 0 15,11 2 4-15,7 0 0 0,2 4-3 16,-9 2 8 0,-6 5-5-16,-12-4 0 0,-15 2 8 15,-9-7-10-15,-7-5 2 16,0-4 0-16,-8-5 27 15,-17-4-13-15,-4-4 11 16,-2-8 10-16,-5-2-12 16,1 0 22-16,2-26-22 15,4-9-3-15,8-9 2 16,13-9-22-16,8-6 0 16,0-3-1-16,33 4-80 0,7 12-33 15,7 14-117-15,0 16-97 16,-7 11-366-16</inkml:trace>
  <inkml:trace contextRef="#ctx0" brushRef="#br0" timeOffset="49832.07">6901 12468 856 0,'0'0'35'15,"0"0"26"-15,0 0 42 0,0 0-9 16,0 0-39-1,0 0 14-15,78 39 30 0,-20-39-44 16,15-6-10-16,12-12 0 16,4-3-42-16,-5 2 5 15,-13 3-8-15,-20 5-5 16,-17 7-17-16,-18 2-153 16,-16 2-78-16,0 0-181 15</inkml:trace>
  <inkml:trace contextRef="#ctx0" brushRef="#br0" timeOffset="50052.16">7063 12178 942 0,'0'0'12'0,"0"0"132"16,0 0 11 0,0 0-28-16,0 0-58 0,0 0-56 15,18 86 85-15,11-11-49 16,5 2-21-16,1 0-14 15,3-4-5-15,-1 2-9 16,0-2 0-16,-4-6-23 16,0-2-85-16,-1-14-143 15,-1-14-47-15,-2-25-260 0</inkml:trace>
  <inkml:trace contextRef="#ctx0" brushRef="#br0" timeOffset="50272.3">7634 12119 1072 0,'0'0'12'15,"0"0"82"-15,0 0 53 16,0 0-6-16,0 0-90 16,0 0-47-16,0 49 24 15,29 15-5-15,4 8-10 16,-4 1-9-16,0-4 4 15,-6 1-14-15,-4-3 6 0,-6-9-57 16,-1-12-115-16,-3-14-100 16,-2-18-184-16</inkml:trace>
  <inkml:trace contextRef="#ctx0" brushRef="#br0" timeOffset="50743.28">7954 12059 233 0,'0'0'651'0,"0"0"-540"16,0 0-26 0,0 0 42-16,0 0-38 0,0 0-48 15,0-50-17-15,0 82-17 32,0 16 1-32,0 13 15 0,0-2-21 0,10-2-2 15,9-5 0-15,6-10 8 16,4-11-8-16,2-10 0 15,0-9 0-15,1-9-11 16,-1-3 10-16,0 0 1 16,-2-9-10-16,-4-6 14 15,-5-10-4-15,-9-1 0 16,-5-8 3-16,-6-4-5 0,0-3 2 16,0-2 0-1,0 6 3-15,-8 10 5 0,1 13 15 16,5 10 7-16,-1 2 11 15,3 2 17-15,0 0-43 16,0 6-8-16,0 32 5 16,0 12-9-16,0 12 27 15,10 0-4-15,3-2-24 16,5-2 10-16,-3 1-12 16,3-7 0-16,1-4-2 15,2-4-1-15,6-4-6 16,2-9-155-1,2-6-136-15,2-14-143 0</inkml:trace>
  <inkml:trace contextRef="#ctx0" brushRef="#br0" timeOffset="50998.16">8708 12389 1022 0,'0'0'22'0,"0"0"-7"15,0 0 59-15,0 0 6 16,0 0-39-16,0 0-36 0,109-17 22 16,-58 7-24-1,3 0 2-15,0-2-2 0,-6-2-3 32,-1 0 0-32,-7 2-3 0,-7 1 5 0,-6 2-5 15,-8 5-22-15,-9-2-184 31,-10 2-71-31,0-2-146 16</inkml:trace>
  <inkml:trace contextRef="#ctx0" brushRef="#br0" timeOffset="51201.43">8910 12062 208 0,'0'0'758'15,"0"0"-735"-15,0 0 79 16,0 0 0-16,0 0 1 15,0 0-32-15,3 102 3 16,19-34-1-16,5 4-42 16,-5 2 7-16,1 2-32 0,-6 4 5 15,-11 2-22-15,-6 3-15 16,0-5-215-16,-10-8-149 16</inkml:trace>
  <inkml:trace contextRef="#ctx0" brushRef="#br0" timeOffset="51814.98">9820 11964 925 0,'0'0'128'16,"0"0"-102"-16,0 0 133 15,0 0-32-15,0 0-58 16,0 0-15-16,-38 95-10 15,38-7 2-15,0 5-6 16,0-5-37-16,15-10 20 16,-1-3-23-16,3-9 0 15,4-12-2-15,1-8-2 16,7-12-71-16,-3-12-186 16,-1-11-198-16</inkml:trace>
  <inkml:trace contextRef="#ctx0" brushRef="#br0" timeOffset="52224.38">10158 12184 978 0,'0'0'13'0,"0"0"4"16,54-105 69-16,-23 84-25 15,5 6 15-15,1 13-23 0,3 2-28 16,-1 18 19-16,-10 26-20 15,-8 11-22-15,-9 7 21 16,-8 1-18-16,-4-6-5 16,0-3 24-16,-22-5-18 15,-9-9 22-15,0-7-1 16,-3-6-22-16,3-9 30 16,6-7-22-16,6-2-6 15,5-6 19-15,8-3-26 16,3 3 12-16,3-3-12 15,0 0 9-15,0 0-8 16,0 0-1-16,0 0 0 16,0 0 8-16,15 0-1 0,15 0-5 15,10 0-2-15,4 0 9 16,12 0-17-16,5-6 8 16,1 3-10-16,5 0-83 15,-3-1-29-15,-2-1-152 16,-4-4-109-16</inkml:trace>
  <inkml:trace contextRef="#ctx0" brushRef="#br0" timeOffset="52523.13">10907 12444 739 0,'0'0'177'0,"0"0"-135"15,0 0 48-15,0 0-10 16,0 0 12-16,0 0-57 16,18-4-22-16,24 4-4 15,7 0-1-15,0 0 1 16,0 0-7 0,3-4 6-16,-4 1 20 0,-1-6-27 0,-5 1 12 15,-1-2-12 1,3-2 8-16,-8 2-13 0,-5 0 4 15,-8 4-27-15,-15 4-33 16,-8 0-127-16,0 2-87 16,-13 0-167-16</inkml:trace>
  <inkml:trace contextRef="#ctx0" brushRef="#br0" timeOffset="52727.56">11195 12156 866 0,'0'0'39'15,"0"0"103"-15,0 0 24 0,0 0-60 32,0 0-8-32,0 0-51 0,-19 44-15 0,24 9 39 15,15 6-37-15,5-3-20 16,-1 0 1-16,0 1-14 16,-3-1-1-16,-4-2 0 15,-5-2-55-15,-4 0-106 16,-8-6-85-1,0-8-177-15</inkml:trace>
  <inkml:trace contextRef="#ctx0" brushRef="#br0" timeOffset="53938.13">11856 12031 872 0,'0'0'65'0,"0"0"43"16,0 0 39-16,11-115-26 16,-2 102-15-16,-4 9-15 15,-1 4-57-15,-2 12-22 16,-2 30 9-16,0 19-3 16,0 7 10-16,-4 2-28 15,-14-2 6-15,0-8-3 0,2-12-3 16,5-12 0-1,5-11 0-15,4-14 6 0,2-1-6 16,0-6 0-16,0 3-5 16,19-1-7-16,12 0 10 15,7 0 2-15,5 1-5 16,-1 1-2-16,-1 2 4 16,-4-2 3-16,-3-3-8 15,-7-4 1-15,-8-1-3 16,-1 0 10-16,-7-6-7 15,1-13 12-15,-8-7-5 16,-2-5 0-16,-2-5 6 16,0-4 2-16,0-2-7 0,-10 0 1 15,-2 9 12-15,3 12-11 16,7 8 16-16,-2 10-4 16,4 3-10-16,0 0 7 15,0 0-12-15,0 20 0 16,0 28 6-16,-2 18 0 15,2 12 12-15,0 1 0 16,0-5-12-16,0-4 15 16,0-6-21-16,4-4 0 15,0-6-4-15,3-1 1 0,1-6-12 16,4-4-150-16,-1-15-207 16,3-16-504-16</inkml:trace>
  <inkml:trace contextRef="#ctx0" brushRef="#br0" timeOffset="54237.12">13066 12374 1175 0,'0'0'124'0,"0"0"-103"16,0 0-2-16,0 0 15 16,0 0 74-16,153 0-80 15,-90 0-9-15,-1 0-19 16,-4-6 8-16,-2-4-12 16,-9 2 4-16,-11-1-11 15,-12 2-27-15,-13 6-102 16,-9 1-35-16,-2 0-138 15,-13 4-244-15</inkml:trace>
  <inkml:trace contextRef="#ctx0" brushRef="#br0" timeOffset="54425.93">13227 12571 788 0,'0'0'93'16,"0"0"65"-16,0 0-14 15,0 0-55 1,0 0-11-16,0 0-9 0,55 72-12 15,-2-72 8-15,8 0-65 16,-1-4 2-16,-4-13-7 16,-8 2 1-16,-5-3-6 15,-10 0-98-15,-8 0-71 16,-18-1-92-16,-7 1-552 0</inkml:trace>
  <inkml:trace contextRef="#ctx0" brushRef="#br0" timeOffset="55367.39">8741 11478 637 0,'0'0'20'15,"0"0"56"-15,0 0 57 16,0 0 15-16,0 0-57 0,0 0 10 15,2-86-54-15,-33 141-47 16,-11 38 39-16,-16 38 24 16,-11 31-17-16,-18 20 11 15,-14 15-34-15,-9-1 2 16,-7-5-20-16,6-12 4 16,13-17-16-16,16-6 7 15,24-16-21 1,19-11-77-16,22-17-83 0,17-28-146 15</inkml:trace>
  <inkml:trace contextRef="#ctx0" brushRef="#br0" timeOffset="55980.36">12562 11039 1103 0,'0'0'24'15,"0"0"44"-15,0 0-21 32,0 0 3-32,-85 175 26 0,19-11 7 0,-14 34-27 0,-7 29-25 15,-4 11 6-15,-3 4-37 16,9-13 8 0,11-16-16-1,7-10-12-15,9-19-138 16,3-13-36-16,0-23-300 15</inkml:trace>
  <inkml:trace contextRef="#ctx0" brushRef="#br0" timeOffset="57315.75">6794 11604 715 0,'0'0'19'0,"0"0"55"16,63-110 16-1,-57 100-11-15,-6 8-41 0,0 2-28 16,0 14 9-16,-11 33-18 15,-20 24 19 1,-21 33 8-16,-24 33-8 0,-24 31 12 16,-25 31-29-16,-12 22-1 15,-6 11-2-15,12 9-11 16,23-7-60-16,29-29-206 16,26-41-361-16</inkml:trace>
  <inkml:trace contextRef="#ctx0" brushRef="#br0" timeOffset="60454.49">10686 11193 1146 0,'0'0'41'16,"0"0"-41"-16,0 0 49 15,0 0 21-15,0 0 22 16,-87 179-37-16,23 3 27 16,-14 51-19-16,-21 26-46 15,-5 3 0-15,-2 1-17 0,5-13-7 16,9-5-2 0,13-13-160-16,4-15-120 15,4-29-304-15</inkml:trace>
  <inkml:trace contextRef="#ctx0" brushRef="#br0" timeOffset="68006.66">14314 12212 1147 0,'0'0'29'0,"0"0"-16"15,0 0 103-15,0 0 44 16,0 0-25-16,0 0-99 0,0 0-29 16,-69-36 0-16,69 99 4 15,0 14 0-15,27 7-11 16,10-9 5-16,8-13-12 15,6-10 7-15,1-13-1 16,-4-9-6 0,-8-11-35-16,-4-9 14 0,-10-6-13 15,-3-4-14-15,-7 0 38 16,-3-22-4-16,-2-16 5 16,-4-10 16-16,-5-7-7 15,-2-1 7-15,0 5 0 16,0 8 1-16,0 12 11 0,0 17 12 15,0 5 5-15,0 7 27 16,0 2-34-16,0 0 9 16,0 28-30-16,0 16 6 15,2 15 29-15,7-1-24 16,5-4-8-16,-1-4 2 16,0-1 1-16,0-2-7 15,1 1 0 1,-2-4-12-16,3-4 9 0,-4-5-126 15,7-10-55-15,-2-10-68 16,-3-11-173-16</inkml:trace>
  <inkml:trace contextRef="#ctx0" brushRef="#br0" timeOffset="68446.13">15116 12314 946 0,'0'0'13'0,"0"0"83"15,0 0 13-15,-55-112-26 16,27 104-5-16,-3 8 8 16,2 0-68-16,5 20 5 0,3 13-17 31,15 9 1-31,6-1 1 0,0 3 1 0,24-2-9 16,19-1 0-16,5-5 0 15,4-4-8-15,0 2 8 16,-11-4 0-16,-7 0-3 15,-12-2 10-15,-9-3-7 16,-11 6 0 0,-2 1 3-16,-10 2-1 0,-21 3-2 15,-5-7 0-15,3-10 3 16,6-8 4-16,6-11-5 16,6-1-2-16,1-13 5 15,4-28-6-15,3-8 1 0,7-6-14 16,0-7 8-1,0 2-31-15,9-1 14 0,7 5 14 16,-3 11 7-16,0 7-1 16,-2 9 3-16,0 9 0 15,-2 6-3-15,3 6-78 16,-4 6-98-16,1 2-252 16</inkml:trace>
  <inkml:trace contextRef="#ctx0" brushRef="#br0" timeOffset="68778.98">15592 12643 637 0,'0'0'435'0,"0"0"-391"16,0 0 4-16,0 0 78 15,0 0-17-15,0 0-59 16,-33 2-20-16,42 0-26 16,23 0 0-16,10-2 16 15,7 0-17 1,8 0 5-16,0 0-3 0,0-8 1 0,-6-2 10 16,-4 4-15-16,-6-3 0 15,-10 4 2-15,-4 1-1 16,-14 2-2-16,-5 2 0 15,-8 0-50-15,0 0-168 16,-4 0-58 0,-26 2-474-16</inkml:trace>
  <inkml:trace contextRef="#ctx0" brushRef="#br0" timeOffset="70521.36">7498 9344 135 0,'0'0'1019'16,"0"0"-1000"-16,0 0 2 15,-120-20 14-15,39 81 16 16,-10 36-42-16,-7 36 37 16,-2 30-25-16,-5 31-19 15,-2 22 10-15,-4 20-12 16,-8 6 0-16,4-8 0 0,8-9-9 15,17-29 8-15,27-27-47 16,31-26-64-16,23-33-47 16,9-34-224-16</inkml:trace>
  <inkml:trace contextRef="#ctx0" brushRef="#br0" timeOffset="70930.38">8656 9287 959 0,'0'0'0'0,"0"0"0"16,0 0 7-16,0 0 40 15,-122 144-10-15,66-8-2 16,-2 44 16-16,3 39 1 31,-5 15-32-31,0 9 0 0,4-10-20 0,6-19 0 16,8-11-1-16,9-21-32 15,10-21-104-15,8-21-147 16,9-29-282-16</inkml:trace>
  <inkml:trace contextRef="#ctx0" brushRef="#br0" timeOffset="72508.42">10025 9471 834 0,'0'0'12'0,"0"0"6"16,0 0 55-16,0 0 62 16,0 0-68-16,0 0-37 15,-5-57 17-15,5 57-31 16,0 0 5-16,-2 0 0 15,2 0-21 1,0 0 22-16,-5 0-8 0,-3 8-9 16,-15 38 21-16,-12 43-4 15,-12 43 5-15,-9 47 41 16,-2 29-15-16,-2 25 0 16,0 1-46-16,6-13-1 15,12-18-10-15,15-25 4 16,14-27-63-16,13-24-78 0,0-17-61 15,13-29-125-15,10-24-401 16</inkml:trace>
  <inkml:trace contextRef="#ctx0" brushRef="#br0" timeOffset="72886.77">11106 9555 864 0,'0'0'0'16,"0"0"0"-16,0 0 38 15,0 0 44-15,0 0-36 16,0 0 4-16,-10-90-12 16,1 90 8-16,-8 46 0 0,-22 48-26 15,-23 54 41 1,-18 48 5-16,-13 22-40 0,1 6-9 16,8-8-17-16,7-23-3 15,11-18-2-15,8-22-141 16,16-17-19-16,8-22-105 31,12-26-254-31</inkml:trace>
  <inkml:trace contextRef="#ctx0" brushRef="#br0" timeOffset="75834.63">16641 12350 997 0,'0'0'19'16,"0"0"52"-16,0 0 38 16,0 0 5-16,0 0-15 15,0 0-9-15,-37-82-48 16,37 82 2-16,-3 0 1 0,3 2-37 16,0 40 12-1,0 24 10-15,0 17 48 0,0 7-39 16,3-4-24-16,6-15 21 15,-2-4-15-15,2-6-13 16,3-7-5-16,0-3-3 16,1-8 4-1,-1-7-16-15,-3-9 5 0,1-6-41 16,4-5-42-16,-1-9-96 16,5-7-107-16,-2 0-126 15</inkml:trace>
  <inkml:trace contextRef="#ctx0" brushRef="#br0" timeOffset="76290.92">17134 12250 997 0,'0'0'1'15,"0"0"55"-15,0 0 19 16,0 0 30-16,-123-3-39 15,102 39-26-15,0 11 16 16,6 17-12-16,3 10-17 16,6 2 15-16,4 1-26 15,2-7-7-15,0-8 9 0,4-7-15 16,17-11 3-16,5-10-6 16,3-11 1-1,3-6-1-15,3-9 0 0,-2-8 0 16,3 0-5-16,-5 0 12 15,0-18-7-15,-4-7 0 16,-4-2 4-16,-10-4-9 16,-5 1 5-16,-8 0 0 15,0 2 1-15,-8 5 10 16,-17 6-11-16,-6 7 8 16,-5 10-6-16,-3 0 19 0,-7 16-14 15,7 12-2 1,3 4 2-16,9 3-2 0,11-4-6 15,10 1 1-15,6-1-49 16,1-8-74-16,33-10-150 31,7-13-189-31</inkml:trace>
  <inkml:trace contextRef="#ctx0" brushRef="#br0" timeOffset="76527">17977 12653 1084 0,'0'0'33'16,"0"0"-32"-16,0 0 35 16,0 0 35-16,0 0-49 15,0 0 0-15,69 11-21 16,-14-26 7-16,1-3-8 15,-7 2-17-15,-11 2-20 0,-10 6-65 32,-11 6-51-32,-17 2-87 0,0 0-202 0</inkml:trace>
  <inkml:trace contextRef="#ctx0" brushRef="#br0" timeOffset="76700.06">18075 12887 569 0,'0'0'267'0,"0"0"-135"16,0 0-22-16,0 0 22 16,0 0-46-16,0 0-26 15,58 25-35-15,-7-50-20 16,6-3-5-16,13-2-83 0,12-2-99 16,1-6-21-16</inkml:trace>
  <inkml:trace contextRef="#ctx0" brushRef="#br0" timeOffset="77249.89">18964 12448 1137 0,'0'0'23'0,"0"0"52"16,0 0 44-16,0 0-38 15,0 0-33-15,0 0-48 16,0-98 2-16,44 74-5 16,1 6 7-16,-5 4-4 15,-5 6 0-15,-6 5 3 16,-6 3-5-16,-8 0 2 16,-5 0 0-16,-2 6-2 15,-4 13 9-15,-1 12-3 16,-3 2 13-16,0 3-13 15,0 0 20-15,-9-2-2 16,-2-1-17-16,2-1 25 0,0-3-24 16,3 2 9-16,3-3-11 15,3-4 6-15,0-4-7 16,0 0-3-16,5-1 3 16,14-2-3-16,4-1 2 15,6-2-2-15,2 0 0 16,-2-2 7-16,-2 0-9 15,-7 0 2-15,-7 2 0 16,-11 0 5-16,-2 3 0 16,-2 0 20-16,-27 1 22 15,-6-3-23-15,-11-2 18 16,0-2-21-16,2-1-10 0,-1-6 22 16,7-4-27-16,7 0 1 15,6-8-7-15,7-25-7 16,10-12-25-16,8-20-88 15,6-6-159-15,31 0-334 16</inkml:trace>
  <inkml:trace contextRef="#ctx0" brushRef="#br0" timeOffset="77737.73">19799 12464 1203 0,'0'0'4'16,"0"0"16"-16,0 0 92 16,0 0 10-16,0 0-45 15,0 0-38-15,-51 2-11 16,51-10 16-16,0-14-34 16,0-8-6-16,0-4-4 15,7 1-5-15,19 0 4 16,3 7-6-16,5 8 2 15,2 6-6-15,-5 6 11 0,-4 6 0 16,-1 0-6 0,-4 8 11-16,1 26-5 0,-4 14 0 15,-5 8 0-15,-5 7 7 16,-9-1-3-16,0-2 6 16,0 0 25-16,-13-2-21 15,-10-6 33-15,-1-1-27 16,-3-10-19-16,3-5 47 15,-1-7-45-15,3-8 9 16,9-7 13-16,3-5-23 16,8-5 8-16,2-2-10 15,0-1 2-15,25-1-4 0,24 0 2 16,20-13 0-16,20-21-2 16,20-14-12-16,11-8-9 15,9-9-20-15,3-7-56 16,-7-2 9-16,-15-2-207 15,-22 4-251-15</inkml:trace>
  <inkml:trace contextRef="#ctx0" brushRef="#br0" timeOffset="80198.83">5841 14690 874 0,'0'0'26'15,"0"0"126"-15,0 0-71 16,0 0 43-16,-32-104-14 16,32 104-82-1,0 0 7-15,0 32-13 0,11 18 5 16,12 12 42-16,-1 1-53 15,2 5 2-15,1 0-5 16,2-2-5-16,2-3-8 16,0-6 0-16,2-7-13 15,2-7-27-15,-2-8-187 16,-8-15-29 0,-15-11-208-16</inkml:trace>
  <inkml:trace contextRef="#ctx0" brushRef="#br0" timeOffset="80591.42">5856 14843 462 0,'0'0'340'0,"-18"-127"-326"15,18 63 39-15,34-4 2 16,14 0-30-16,10 7 13 16,-6 15 17-16,-10 24-13 15,-9 22-19-15,-10 4-15 16,-3 41-7-16,-5 16 14 15,-8 12-13-15,-7 3 2 16,0 0 25-16,-9-1-8 16,-18-4 7-16,-6-8-18 0,-1-9-7 15,3-10 23-15,0-12-24 16,6-10 3-16,2-3 4 16,4-12-5-16,5-1 1 15,6-2 4-15,6-4-2 16,2 0 23-16,0 0-15 15,0 0 5-15,0 0 5 16,24 10-17-16,20 15 18 16,17 8 12-16,6 6-30 15,2 3 3-15,0-2-11 16,2-7 0-16,-1 0-4 0,-1-11-36 16,-5-12-137-16,-6-8-17 15,-9-2-151-15,-13-18-261 16</inkml:trace>
  <inkml:trace contextRef="#ctx0" brushRef="#br0" timeOffset="81015.89">6618 14727 757 0,'0'0'125'0,"0"0"41"16,0 0-21-16,0 0-47 0,0 0-45 15,0 0-23 1,-25-11-27-16,29 67 43 0,13 10-12 15,0 7-32-15,-1 1 6 16,-5-10-8-16,-4-4 4 16,-7-15-4-16,0-13 0 15,0-14 0-15,0-10 2 16,0-8 5-16,-14 0-5 16,-3-25 2-16,-8-25 0 15,5-21-8-15,-1-6-1 16,11-7-12-16,8 8-2 15,2 13-27-15,0 11 27 16,22 17 18-16,5 8 1 16,6 11 12-16,7 13 0 0,6 3 12 15,8 0 18-15,0 19-18 16,-3 15 10-16,-6 10-17 16,-6 9-13-16,-7 11 0 15,-6 11-4-15,-10 0 0 16,-7-1 0-16,-9-4-10 15,0-12-56-15,0-9-81 16,-18-7-36-16,-13-12-71 16,-5-16-129-16</inkml:trace>
  <inkml:trace contextRef="#ctx0" brushRef="#br0" timeOffset="81752.86">6607 15182 835 0,'0'0'20'0,"0"0"40"15,0 0-8-15,0 0-36 16,156-103-6-16,-87 67-10 16,4-8 0-16,-3 4 0 15,-13 8-2-15,-6 2-68 16,-15 5-51-16,-11 4 79 16,-9-6 42-16,-10 1 0 15,-6 2 44-15,0 4 75 0,0 5-31 16,0 3 9-1,0 6 21-15,0 1-45 0,0 5 24 16,0 0-73-16,0 6-22 16,13 26 5-16,10 16 1 15,-3 11 11-15,2 7-10 16,-6-2-9-16,-8-1 3 16,-1-12-3-16,-5-15 0 15,-2-12 1-15,0-13 4 16,0-5-5-16,0-6 0 15,0 0 3-15,-4-23 0 16,-18-25-3-16,2-14-1 16,4-2-3-16,9-5-24 0,5 12 9 15,2 9 15-15,0 14-16 16,11 9 18-16,9 7-1 16,3 11 3-16,4 7-5 15,2 0 8-15,6 16-3 16,5 20 0-16,-2 9 4 15,0 3-8-15,-7 7 4 16,-5-5 0-16,-1 0-2 16,-9-6 6-16,-3-10-4 15,-7-10 0-15,-3-12 3 16,0-7-6-16,-3-5 3 16,0-10 0-16,0-24 3 0,0-19 0 15,0-11-3 1,-6-8 0-16,4 6-40 0,2 3-22 15,0 18 28-15,14 8 22 16,9 14 5-16,-2 6 14 16,8 9-6-16,5 8 11 15,1 0 0-15,6 26 26 16,-6 16-14-16,-1 8-4 16,-3 2 8-16,-4 11-27 15,-2 5 9-15,-6 2-10 0,-1 2 2 16,-3-4-6-16,-1-7-104 15,-3-11-132-15,-2-22-293 16</inkml:trace>
  <inkml:trace contextRef="#ctx0" brushRef="#br0" timeOffset="82223.37">8124 14716 979 0,'0'0'13'0,"0"0"101"16,0 0 21-16,0 0-69 0,0 0-11 15,0 0-46 1,21 28 27-16,12 39 38 0,2 10-51 16,-3 7-3-16,-6 2-8 15,-4-3-6-15,-6-15 0 16,-7-1-6-16,-5-10 0 15,-2-16 2-15,0-15 0 16,-2-12-2-16,0-10 0 16,0-4 7-16,0-4-7 15,-19-31 0-15,-12-20-27 16,-10-21 15-16,3-13-25 16,3-9-24-16,10-5-9 0,16 10 16 15,9 17 38 1,3 14-22-16,26 14 3 0,8 9 25 15,6 9 1-15,4 6 9 16,-5 12 0-16,3 12 5 16,-8 0 8-16,-6 17 17 15,-10 25-8-15,-17 4 2 16,-4 8-19-16,-11 3 12 16,-27 14-9-16,-4 3-8 15,2 2-1-15,-1-10-169 16,6-16-376-16</inkml:trace>
  <inkml:trace contextRef="#ctx0" brushRef="#br0" timeOffset="82726.45">9076 14556 1143 0,'0'0'9'16,"0"0"19"-16,0 0 6 0,0 0 8 15,0 0 0-15,-50 148 8 16,75-91-20-16,-3 0-29 16,-2-1 16-16,-2-3-17 15,-9-14 2-15,-3-8-2 16,-3-12 3-16,-3-6-3 15,0-9 4-15,0-4 1 16,-5-2 0-16,-14-30-5 16,-10-18 3-16,4-18-10 15,4-6 3-15,9-3-8 16,9 1-20-16,3 13-24 16,7 12 31-16,22 17 21 15,2 14 4-15,-4 11 10 16,11 9-2-16,1 12 28 0,7 27 22 15,2 16-22-15,-3 8 16 16,-5 5-27-16,-5-2-12 16,-1 5 1-16,-10 0-13 15,-5-4-1-15,-9-4 0 16,-5-10-11-16,-5-12-62 16,0-5-93-16,-20-14-18 15,-11-8-142-15,-10-14-314 16</inkml:trace>
  <inkml:trace contextRef="#ctx0" brushRef="#br0" timeOffset="82836.6">9078 15009 939 0,'0'0'19'0,"0"0"55"0,0 0-49 0,114-87-25 16,-41 58-5-16,10 1-39 15,-6-3-207-15,-3 8-238 16</inkml:trace>
  <inkml:trace contextRef="#ctx0" brushRef="#br0" timeOffset="83402.83">9918 14536 610 0,'0'0'211'0,"0"0"-117"16,0 0 41-16,0 0-82 15,0 0 9-15,0 0-15 16,-121-54-46-16,90 92 21 15,0 12-1-15,6 7-10 16,10 2 23-16,11 3-21 16,4 1 1-16,2-6 6 15,27 2-18-15,4-7 9 16,7-10-11-16,0-11 5 16,5-17-8-16,-3-5 3 0,1-9 0 31,1 0 10-31,-4-23-8 0,-2-14 12 0,-2-3-10 15,-10-4-1-15,-10 4 10 16,-12 6-13-16,-4 6 6 31,0 1 6-31,-20 9-6 0,-6 5-6 0,-5 8 0 16,-5 5-2-16,0 0-4 16,0 0 7-16,5 13-1 15,9-3 0-15,11-10 6 16,9 1-7-16,2-1 1 15,2 0-25-15,27 0 23 0,8 0-2 16,6 0-3-16,-1-1-8 16,-2-5 14-16,-2 6 1 31,-4 0 3-31,-1 6 10 0,-4 21 27 0,0 14 6 16,-4 11-19-16,-5 5 30 15,-2 2-48-15,-1 3 2 16,-1-3-11-16,-1-1 0 15,6-10-4-15,3-2-72 16,1-11-121 0,1-12-74-16,1-17-311 15</inkml:trace>
  <inkml:trace contextRef="#ctx0" brushRef="#br0" timeOffset="83652.81">10593 14596 1028 0,'0'0'5'0,"0"0"37"15,0 0 129-15,0 0-54 16,0 0-34-16,0 0-39 0,-29-36-43 16,33 86 48-1,14 14 31-15,-1 10-62 0,2-4 5 16,-1 7-15-16,-1-6-5 15,-1-6-1-15,-5-7-2 16,-2-11-5-16,0-7 1 16,-4-8-150-16,-3-13-87 15,-2-6-66-15,0-13-367 16</inkml:trace>
  <inkml:trace contextRef="#ctx0" brushRef="#br0" timeOffset="83856.95">10584 14614 1071 0,'0'0'10'16,"0"0"131"-16,0 0-79 15,0 0-15-15,67-102 15 16,-18 79-43-16,4 6-11 16,1 0 7-16,-5 11-13 15,-9 6-4-15,-11 0-3 16,-10 0-78-16,-9 23-38 15,-10 7-57-15,0 4-200 16</inkml:trace>
  <inkml:trace contextRef="#ctx0" brushRef="#br0" timeOffset="84080.95">10744 14899 869 0,'0'0'81'16,"0"0"48"-16,0 0-37 15,0 0 21-15,0 0-7 16,0 0-66-16,141-18-6 16,-86 2-27-16,-8-2-2 15,-3 0-10-15,-8 4 3 16,-11 6-51-16,-11 8-88 16,-14 0-70-16,0 4-207 15</inkml:trace>
  <inkml:trace contextRef="#ctx0" brushRef="#br0" timeOffset="84266.07">10720 15276 818 0,'0'0'88'15,"0"0"45"-15,0 0-90 16,0 0 9-16,0 0 38 16,136 65-24-16,-56-86-15 15,5-12-34-15,-5-5 5 16,2 1-19-16,-8 1 1 15,-7 6-4-15,-11 7-2 0,-14 2-64 16,-20 2-178 0,-20-3-315-16</inkml:trace>
  <inkml:trace contextRef="#ctx0" brushRef="#br0" timeOffset="84816.59">9470 13749 1046 0,'0'0'21'0,"0"0"14"0,0 0 11 16,-74 178 27-16,39-36-5 15,-3 24-40-15,-2 18 23 16,-3 21-14-16,-5 14-29 16,-6-1-5-16,0 1-3 15,0-16-52-15,3-18-99 16,-2-16-112-16,-3-20-479 16</inkml:trace>
  <inkml:trace contextRef="#ctx0" brushRef="#br0" timeOffset="85808.15">7104 14022 803 0,'0'0'81'31,"0"0"31"-31,0 0-6 0,0 0-30 0,0 0-49 16,-85 105 22-16,45 26-9 15,-4 33 9-15,-5 28 4 16,-9 23-51-16,-5 11 6 16,-1 5-8-16,1-5-6 15,5-20-42 1,11-9-119-16,11-32-119 0,10-27-415 16</inkml:trace>
  <inkml:trace contextRef="#ctx0" brushRef="#br0" timeOffset="87113.56">11174 14008 659 0,'0'0'70'0,"27"-102"78"15,-20 56-7-15,-4 12-45 0,-3 14 21 16,0 5-34-16,0 10-12 15,0 5-12-15,-22 38-29 16,-13 38-8-16,-13 45 30 16,-6 22-9-16,0 16 5 15,-4 11-4-15,-2-1-43 16,3 6 10-16,3-1-11 16,5 1-10-16,2-13 8 15,2-8-54-15,-1-5-107 16,-8-17-140-16,-13-16-177 15</inkml:trace>
  <inkml:trace contextRef="#ctx0" brushRef="#br0" timeOffset="88798.43">4927 16210 1019 0,'0'0'8'16,"0"0"31"-16,0 0 133 15,0 0-82-15,0 0-14 0,-9 138-6 16,20-59-38-16,9 6-12 15,-3 4-9-15,4 6-6 16,-3-5-4-16,-2-6-1 16,4-8-15-16,-1-14-155 15,4-14-102-15,-5-20-156 16</inkml:trace>
  <inkml:trace contextRef="#ctx0" brushRef="#br0" timeOffset="89176.27">5464 16579 856 0,'0'0'37'16,"2"-117"108"-1,-7 78 6-15,-17 17-66 0,-2 9-34 16,-3 13-50-16,-2 0 11 16,-2 21-12-16,0 15 2 15,4 14-2-15,9 3 0 16,14-3 0-16,4-2 2 15,11-2 5-15,27-11-7 16,15 1 0-16,10-1 3 16,1 1-2-16,-1-4-1 15,-16-6 0-15,-16 0 0 0,-18 2 5 16,-13-1 3-16,0 0 8 16,-23 3 9-16,-12-8 16 15,-7-7-16-15,-1-12 4 16,2-3 13-1,7-8-2-15,5-24 0 0,10-18-37 16,13-10-3-16,6-12-3 16,25-4-84-16,30 3-122 15,12 16-29-15,7 13-143 16</inkml:trace>
  <inkml:trace contextRef="#ctx0" brushRef="#br0" timeOffset="89410.99">6096 16942 1022 0,'0'0'4'0,"0"0"91"16,0 0 8-16,0 0-68 16,0 0 25-16,0 0-1 15,177-13-16-15,-98-6 6 16,2 5-40-16,0-1 4 15,-6 8-12-15,-6 3 2 16,-11 4-6-16,-13 0-13 16,-18 0-161-16,-17 9-70 15,-10-4-279-15</inkml:trace>
  <inkml:trace contextRef="#ctx0" brushRef="#br0" timeOffset="89615.43">6384 16606 1044 0,'0'0'9'16,"0"0"112"-16,0 0 25 16,0 0-84-16,0 0-38 15,0 0 112-15,22 166-73 0,5-96-40 16,0 6 0-16,2 4-23 16,0 1 2-16,-2 1-10 15,2-8-9-15,-3-10-143 16,0-15-113-1,-1-18-124-15</inkml:trace>
  <inkml:trace contextRef="#ctx0" brushRef="#br0" timeOffset="89850.79">7019 16593 1061 0,'0'0'67'0,"0"0"91"0,0 0 13 15,0 0-77-15,0 0-46 16,0 0-30-16,-33-22-12 16,34 88 26-16,13 6 10 15,0 5-39-15,-1-3 6 16,0-5-9 0,3 2 0-16,2-1-3 0,-1-2-41 15,1-5-161-15,-3-15-172 16,-3-20-565-16</inkml:trace>
  <inkml:trace contextRef="#ctx0" brushRef="#br0" timeOffset="90294.16">7402 16749 1122 0,'0'0'5'0,"0"0"13"16,-86-116 105-16,83 76-69 15,3 1-27-15,26 2-2 16,13 5-25-16,7 6 0 16,-8 14 0-16,-2 10 3 0,-10 2-6 15,-5 22-4 1,-7 23 7-16,-10 8 10 0,-4 5-8 16,0 2 2-16,-14-7 6 15,-3-9-6-15,1-8 0 16,5-15-4-1,7-6 0-15,4-5-4 0,0-2 3 16,17 1-3-16,11-1 2 16,8 1-1-16,1 5 1 15,-2 5 2-15,-6-2 0 16,-7 5 4-16,-8 0-1 16,-8-4 7-16,-6 0 36 15,0 4 21-15,-27-3 16 0,-10 2-28 16,-8-3-24-16,-4-6 21 15,2-6-42-15,9-6 3 16,7 0-13-16,13-22 0 16,18-18-71-16,0-18-274 15,9-4-368-15</inkml:trace>
  <inkml:trace contextRef="#ctx0" brushRef="#br0" timeOffset="90558.23">7998 16884 959 0,'0'0'1'0,"0"0"150"16,120-10-43-16,-62-4-29 15,4-4 6-15,3 2-45 16,-1-2-9-16,1 0-17 15,-7 8-5-15,-8 2-9 16,-7 4-3-16,-14-1-5 16,-9 5-105-16,-13 0-78 0,-7-1-125 15,-2-7-430-15</inkml:trace>
  <inkml:trace contextRef="#ctx0" brushRef="#br0" timeOffset="90746.8">8309 16527 964 0,'0'0'25'0,"0"0"115"32,0 0 37-32,0 0-64 15,0 0-64-15,0 0-16 16,-31 48 1-16,48 23 44 16,1 5-35-16,3 4-41 15,-4-1 8-15,3 8-10 16,1-3-8-16,0-7-11 0,6-9-172 15,2-20-96-15,2-18-221 16</inkml:trace>
  <inkml:trace contextRef="#ctx0" brushRef="#br0" timeOffset="90982.48">8864 16441 993 0,'0'0'45'0,"0"0"54"15,0 0 94-15,0 0-75 16,0 0-39-16,0 0-41 16,-31-32-38-16,31 90 57 15,8 14-13-15,6 8-31 16,-1 0-13-16,-2 1 6 16,1-9-10-16,-2-6 4 15,2-8-78-15,-1-8-87 16,2-18-116-16,3-11-130 15</inkml:trace>
  <inkml:trace contextRef="#ctx0" brushRef="#br0" timeOffset="91359.93">9321 16409 710 0,'0'0'119'0,"0"0"33"15,0 0 5-15,0 0-97 16,0 0-21-16,0 0 7 15,-41-79-39-15,26 92 6 16,4 18 6-16,-1 18-5 16,6 9 22-16,4 10-14 15,2 6-5-15,0-1-1 16,2-7-10-16,18-6-2 16,2-8-4-16,7-12 5 0,2-8-11 15,2-14 5-15,0-6 1 16,0-12 6-16,-5 0-5 15,-1 0 11-15,0-3-2 16,-3-16-3-16,-3-6 51 16,-8-4-16-16,-11-9 12 15,-2 6 4-15,-9 0-56 16,-23 10 12-16,-5 9-8 16,-8 13-2-16,1 0-7 15,1 17 3-15,8 15-5 16,10-1 3-16,10 10-94 0,11 4-142 15,4-10-153 1</inkml:trace>
  <inkml:trace contextRef="#ctx0" brushRef="#br0" timeOffset="91673.88">10015 16834 94 0,'0'0'994'0,"0"0"-968"16,0 0 123-16,0 0-20 16,0 0-96-16,0 0-14 15,114-48 14-15,-60 38-20 16,4 2 17-16,4-2 1 15,1-2-25-15,-1 2 10 16,-9-3-16-16,-8-1 0 16,-7 4 0-16,-11 3-24 15,-9 1-108-15,-12 6-80 16,-6 0-138-16,0 0-64 0</inkml:trace>
  <inkml:trace contextRef="#ctx0" brushRef="#br0" timeOffset="91878.82">10348 16437 879 0,'0'0'135'16,"0"0"16"-16,0 0-35 15,0 0 3-15,0 0-56 16,0 0-26-16,-52 62 14 16,52 18 5-16,5 4-5 15,17 7-41-15,0-8-1 16,3 0-6-16,-2 5-1 0,-4-8-4 15,-3 0-60-15,1-13-162 16,-3-9-129-16</inkml:trace>
  <inkml:trace contextRef="#ctx0" brushRef="#br0" timeOffset="92298.4">10904 16401 1190 0,'0'0'0'0,"0"0"75"15,0 0 25-15,0 0-84 16,0 0 0-16,0 0-14 15,125-77 0-15,-76 70 10 0,5 7-8 16,-1 0 8-16,-3 17 8 16,-6 20-12-16,-6 10 19 15,-12 12-1 1,-8 12-2-16,-9 10 26 0,-9 8-13 16,0-9-3-16,0 3 3 15,-13-10-26-15,4-4 10 16,2-12-19-16,5-8 1 15,0-13-2-15,2-10-1 16,0-5-1-16,0-6-8 16,0-7-114-16,0-8-100 15,0 0-76-15,0-17-167 16</inkml:trace>
  <inkml:trace contextRef="#ctx0" brushRef="#br0" timeOffset="92463.07">11052 16976 1065 0,'0'0'19'0,"0"0"131"16,0 0 9-16,0 0-92 16,0 0 1-16,0 0-18 15,33-56-37-15,36 38-13 0,9-3-7 16,12 0-100 0,-3 3-140-16,-6-12-144 0</inkml:trace>
  <inkml:trace contextRef="#ctx0" brushRef="#br0" timeOffset="92714.56">12618 16740 1151 0,'0'0'30'16,"0"0"178"-16,0 0-105 15,0 0-51-15,0 0 22 0,0 0-64 16,173-67 6-16,-112 57-15 16,-6-2 3-16,-3-2-8 15,-8 2-3-15,-5 2-25 16,-12 0-29-16,-8 6-115 16,-8 4 12-16,-8 0-106 31,-3 0-211-31</inkml:trace>
  <inkml:trace contextRef="#ctx0" brushRef="#br0" timeOffset="92871.69">12747 16946 968 0,'0'0'108'0,"0"0"62"16,0 0-36-16,136-32-49 15,-58-1-40-15,7 0-35 16,2-3-4-16,-7 0-6 15,-6 9-34-15,-19 1-100 16,-17 7-91-16,-22 2-84 16</inkml:trace>
  <inkml:trace contextRef="#ctx0" brushRef="#br0" timeOffset="94561.43">7794 16160 1044 0,'0'0'4'15,"0"0"-1"-15,-109 169 68 16,51-36-9-16,-6 32 6 15,-15 24 9-15,-14 3-42 16,-5-5-18-16,2-17 4 16,11-13-20-16,23-19 3 15,20-14-4-15,17-20-10 16,23-15-29-16,2-23-142 16,34-24-184-16</inkml:trace>
  <inkml:trace contextRef="#ctx0" brushRef="#br0" timeOffset="94954.25">11546 15516 957 0,'0'0'128'0,"-158"85"-87"16,59 13 92-16,-3 28-20 16,0 17-26-16,-2 20-44 15,1 17-5-15,7 13-37 16,9-1 3-16,16 4-8 0,11-14 4 16,6-11-20-16,1-15-128 15,2-14-93-15,-10-25-130 16</inkml:trace>
  <inkml:trace contextRef="#ctx0" brushRef="#br0" timeOffset="96352.99">5943 16280 433 0,'0'0'73'16,"0"0"45"-16,0 0-12 16,0 0-23-16,22-116 13 0,-22 102-20 15,0 6-43 1,0 3 36-16,0 5 11 0,0 0-38 15,-20 44 21-15,-26 33-6 16,-31 39 12-16,-23 31-4 16,-22 15-36-16,-14 17-10 15,2-7-12-15,3-11-1 16,15-13-10-16,16-19 4 16,15-21-19-16,27-18-96 15,26-20-33-15,24-22-101 16,8-24-262-16</inkml:trace>
  <inkml:trace contextRef="#ctx0" brushRef="#br0" timeOffset="97453.2">9587 15579 762 0,'0'0'17'0,"0"0"41"15,0 0 59-15,0 0-44 16,0 0 15-16,0 0-23 15,-91 14-21-15,34 105 42 16,-5 52 34-16,-6 38-49 0,-5 32-8 16,-6 5-35-1,4 1-26-15,11-21-3 0,14-24 1 16,15-25-10-16,8-15-20 16,5-15-146-16,0-13-21 15,-5-17-148-15,0-23-427 16</inkml:trace>
  <inkml:trace contextRef="#ctx0" brushRef="#br0" timeOffset="99341.96">1852 12132 1113 0,'0'0'4'0,"0"0"-1"16,0 0 91-16,0 0-38 16,-20-126-11-16,62 79 20 15,12 2-44-15,-3 9 8 0,-4 13-11 16,-14 11-12 0,-8 12 10-16,-6 0-14 0,-5 12 6 15,-7 22 3-15,-7 14-7 16,0 6 3-16,-5 7-6 15,-15-5 7-15,1-8-11 16,5-10 3-16,5-8 0 16,9-7-1-16,0-2 2 15,9 0-1-15,24 0 0 16,8 2 0-16,5-2-3 16,-1 2 3-1,-5 0 0-15,-11-2 0 0,-12-3 8 0,-9-3 2 16,-8 6 6-16,-2 2-9 15,-33 12 15 1,-9 4-19-16,-10 3-2 0,2-9-1 16,4-9 3-16,11-10-3 15,10-10 0-15,9-4-33 16,13-25-28-16,5-23-115 16,3-15-8-16,32-7 144 15,12-5-48-15,5 1-3 16,1 0 42-16,-2 1 49 15,1 0 0-15,-6 0 44 0,-8 8 60 16,-11 8-4-16,-11 7-38 31,-16 12-9-31,0 8 0 0,0 7-17 0,-14 12 37 16,-8 9-43-16,-7 2-26 16,0 7-4-16,0 22 3 15,7 7-3-15,11 2 0 16,11 2-8-16,0 0 5 15,29-2-9 1,11-2-1 0,6-6 10-16,1-2-10 0,-3-1 13 15,-7-4-3-15,-11-1 4 16,-6 1-1-16,-9-2 1 16,-8 2 0-16,-3 1 13 15,0 0-13-15,-12 2 8 16,-13-2-3-16,0-2-5 15,-4-6 9-15,-3-8-7 16,8-8-3-16,-3 0 20 16,9-20-18-16,9-24 18 15,9-16-20-15,0-14-2 0,13-1-3 16,18 3-66-16,8 11 4 16,-4 16 6-16,-4 23-32 15,-10 22-62-15,-15 11-281 16</inkml:trace>
  <inkml:trace contextRef="#ctx0" brushRef="#br0" timeOffset="99593.21">1779 13705 979 0,'0'0'95'0,"0"0"-82"15,0 0 55-15,0 0 44 16,0 0-46-16,0 0 9 16,66-76-7-16,13 22-48 15,-4 2-4-15,-8 8-16 16,-14 8-8-16,-17 12 5 16,-13 10-123-16,-13 8-47 15,-10 0-175-15,0-2-238 16</inkml:trace>
  <inkml:trace contextRef="#ctx0" brushRef="#br0" timeOffset="99782.14">1930 13208 1064 0,'0'0'17'16,"0"0"49"-16,0 0 28 16,0 0 51-16,5 103-25 15,15-57-46-15,6 5-14 16,5 2-54-16,8 7 0 15,5-2-11-15,7-1 5 16,3-6-111-16,1-2-126 16,-3-15-49-16,-5-13-303 0</inkml:trace>
  <inkml:trace contextRef="#ctx0" brushRef="#br0" timeOffset="99986.86">2514 12950 1210 0,'0'0'2'0,"0"0"89"16,0 0 66-16,0 0-71 15,0 0-61-15,0 0 3 16,-25 36-16-16,46 17 31 0,5-1-29 16,3 3-8-16,-3-3-6 15,4 4 0-15,1-1-48 16,-4-7-102-16,-3-8-91 15,-3-16-138-15,-6-20-328 16</inkml:trace>
  <inkml:trace contextRef="#ctx0" brushRef="#br0" timeOffset="100349.26">2828 12693 1016 0,'0'0'24'16,"0"0"59"-16,0 0 60 0,0 0-63 15,0 0-13-15,0 0-43 16,-87 10-10-16,83 53-2 16,4 18-11-16,0 6 9 15,15-5-9-15,14-7-1 16,7-8 0-16,2-17 4 16,0-10-4-16,1-17 0 15,-2-14 1-15,-4-9 0 16,-7 0-1-1,-6-11 4-15,-1-15 17 0,-11-3-20 16,-3-1 31-16,-5 2 3 0,0 5-7 16,-11 2 10-16,-16 6-33 15,-4 8-1-15,-5 7-4 16,-5 0-17-16,3 16-38 16,1 24-71-16,0 14-115 15,-6 11-122-15,-4 3-423 16</inkml:trace>
  <inkml:trace contextRef="#ctx0" brushRef="#br0" timeOffset="100584.34">1966 14271 959 0,'0'0'28'15,"0"0"42"-15,0 0 17 16,0 0-9-16,0 0-32 15,0 0 26-15,205-106-12 16,-53 13-55-16,19-15-1 16,16-4-4-1,12 0 0-15,-4 1-1 0,-5 5 5 16,-16 5-8-16,-21 13-10 16,-28 16-92-16,-31 14-61 0,-38 14-252 15</inkml:trace>
  <inkml:trace contextRef="#ctx0" brushRef="#br0" timeOffset="108783.84">14191 16633 610 0,'0'0'385'0,"0"0"-361"16,0 0 99-16,0 0-25 15,-37-106 36-15,34 104-52 16,3 2-31-16,-2 0-5 16,-3 6-33-16,1 28-6 15,-1 12 11-15,5 2-15 16,0-8 13-16,7-3-16 16,17-5 2-16,8-2 5 0,3-6-3 15,15-3-3-15,5-2 1 16,6 0 8-16,3 2-7 15,-8 1-3-15,-8 4 0 16,-8-3 1-16,-9-2 5 16,-10-3 8-16,-7-4 7 15,-10-6-10-15,-4 2 17 16,0 2 3-16,-16 6-4 16,-19 6 2-16,-15 2-26 15,-5 1 3-15,-1-5-4 16,5-12 6-16,9-2-9 15,8-8 1-15,8 0-11 0,7-8-24 16,11-28-118-16,8-19-141 16,0-11-71-16,0-14-391 15</inkml:trace>
  <inkml:trace contextRef="#ctx0" brushRef="#br0" timeOffset="109003.57">14247 16625 236 0,'0'0'770'0,"0"0"-741"16,0 0 76-16,0 0 3 16,0 0-30-16,0 0-11 0,-56-2 8 15,114-2-9-15,24-14-9 16,17-4-7-16,1-8-29 16,-9-7-9-16,-15 6 12 15,-18 9-18-15,-18 4 0 16,-16 14-6-16,-10 4-20 15,-8 0-60-15,-6 25-148 16,0 8-64-16,-2-11-445 16</inkml:trace>
  <inkml:trace contextRef="#ctx0" brushRef="#br0" timeOffset="111555.4">15328 16477 732 0,'0'0'156'0,"0"0"-77"16,-27-130 91-16,25 107-46 16,2 11 0-16,-3 6-8 15,3 6-46-15,0 0-19 0,0 0-23 16,-2 11-23-16,0 28 0 15,0 23-4-15,0 9-1 16,-1 1 7-16,3-4-2 16,0-5-5-16,-3-12 0 15,1-4 4-15,-2-11-7 16,0-10 3-16,4-12 0 16,0 1 0-16,0-4-1 15,0 7 1-15,13-4 0 16,14 2 3-16,13 2-9 15,11 0 6 1,9-4 0-16,2-4-3 0,3-6-2 0,-5-4 3 16,-6 0-5-16,-12 0-8 15,-13-14 11-15,-9 0 4 16,-11-8 0-16,-9-1 7 16,0-2-5-16,0-2 3 15,-11-4-1-15,-7-5 6 16,-4 0-10-16,2 3 0 15,4 3 0-15,3 4 12 16,4 12-11-16,5 6 10 16,2 6-6-16,2 2 0 0,0 0 0 15,0 0-5 1,0 33 0-16,0 20 3 0,0 14 11 16,0 9 7-16,8-4-5 15,1-2-15-15,0-2 15 16,0-5-16-16,-2-10 0 15,1 0-4-15,1-7 4 16,3-7-2-16,-1-3-37 16,9-9-120-16,5-9-144 15,2-13-175 1</inkml:trace>
  <inkml:trace contextRef="#ctx0" brushRef="#br0" timeOffset="111854.5">16201 17026 1167 0,'0'0'4'16,"0"0"42"-16,0 0 52 15,0 0-44-15,0 0 11 16,0 0-20-16,-34-3-13 0,86 3 4 31,17 0 4-31,7 0-18 0,10-6-20 0,-7-13 10 16,-2 1-9-16,-5-2 0 15,-10 6-6-15,-13 4 1 16,-16 5-3-16,-17 5-83 16,-16 0-173-16,0 0 20 15,-35 15-244 1</inkml:trace>
  <inkml:trace contextRef="#ctx0" brushRef="#br0" timeOffset="114107.23">17335 16611 1097 0,'0'0'9'0,"0"0"70"16,0 0-17-16,0 0-38 0,0 0 5 15,-62-116-18-15,83 89 7 16,13 0-13-16,8 9 0 16,1 4 10-16,-1 10-13 15,0 4 16-15,-1 22 12 16,-1 38 2-16,-2 20 20 15,-3 16-19-15,-8-1-6 16,-5-10 4-16,-4-4-19 16,-4-15 6-16,-4-12-1 15,0-10-13-15,-4-8 10 16,1-5-14-16,-3-3 0 16,-2 1-2-16,-2-4-1 15,0 0-6-15,0 2-124 16,0-12-89-16,-15-8-38 15,-12-7-370-15</inkml:trace>
  <inkml:trace contextRef="#ctx0" brushRef="#br0" timeOffset="114296.03">17324 17155 879 0,'0'0'24'15,"0"0"90"-15,0 0-49 16,0 0-9-16,0 0 17 15,0 0-11-15,80-40-19 16,-16 22-25-16,15-9-9 0,8-3-9 16,6-2-12-16,5 0-52 15,4-2-127-15,-2-2-151 16</inkml:trace>
  <inkml:trace contextRef="#ctx0" brushRef="#br0" timeOffset="114578.85">18463 16924 1030 0,'0'0'9'0,"0"0"10"0,0 0 88 16,0 0-65-16,0 0 12 15,0 0 14-15,21 0-6 16,31 0-3-16,10-14-42 16,5-4 8-16,-6 5-24 15,-5-6 5-15,-8 7-12 16,-10 1 0-16,-11 8-60 16,-12 3-125-16,-13 0-134 15,-2 0-287-15</inkml:trace>
  <inkml:trace contextRef="#ctx0" brushRef="#br0" timeOffset="114766.83">18523 17151 932 0,'0'0'9'16,"0"0"90"-16,0 0 31 16,0 0-58-16,0 0 14 15,0 0 33-15,57-31-86 16,11 8-18-16,3-4-15 15,6 1-6-15,2 8-71 16,-9-4-196-16,-9-2-225 16</inkml:trace>
  <inkml:trace contextRef="#ctx0" brushRef="#br0" timeOffset="115521.74">19323 16462 918 0,'0'0'29'0,"0"0"63"0,0 0 3 16,0 0 11-16,0 0-37 15,0 0 23-15,-6-97-55 16,6 106-24-16,0 35 4 16,0 15 16-16,0 13-3 15,0-2-6-15,0-3-23 16,0-10 14-16,0-7-14 16,0-9 3-16,0-13-3 15,3-9-1-15,11-4 0 16,8-5 0-16,9 2 4 15,11-6-4-15,6-6 0 16,-2 5-10-16,1-5 2 0,-5 0-28 16,-4 0 9-16,-7 0 13 15,-6-15-21-15,-5-3 16 16,-5-8 14-16,-6-7 5 16,-4-11-5-16,-5 0 5 15,0-6 0-15,-16 2 2 16,-4 8 5-16,2 12-5 15,2 6 3-15,3 10 3 16,7 6 23-16,4 6-12 16,2 0-4-16,-3 6-3 0,0 32-9 15,3 17 44 1,0 2-5-16,0 12-12 0,14-3 11 16,1-4-11-1,4 0-12-15,-4-8-1 0,3-4-14 16,-2-10 2-16,1-4-5 15,4-6-6-15,-2-3 5 16,8-5-45-16,4-8-135 16,8-14-109-16,0 0-164 15</inkml:trace>
  <inkml:trace contextRef="#ctx0" brushRef="#br0" timeOffset="115867.38">20078 16512 1019 0,'0'0'16'15,"0"0"38"-15,0 0-16 16,0 0-5-16,0 0-1 16,26-107-24-16,21 95 7 15,4 7-10-15,-1 5 14 16,-8 9 5-16,0 23 6 15,-11 20 35-15,-4 10 0 16,-5 6 0-16,-9 2 10 0,-3-5-30 16,-6-7 1-16,-4-2-18 15,0-6-26-15,0-6 12 16,0-4-13 0,0-4-1-16,0-10 0 0,0 2-6 15,0-6-2-15,0 1-126 16,0-10-127-16,-6-8-7 15,-13-5-382-15</inkml:trace>
  <inkml:trace contextRef="#ctx0" brushRef="#br0" timeOffset="116056.08">20096 16954 1007 0,'0'0'1'15,"0"0"53"-15,0 0 15 0,0 0-57 16,138-94 29-16,-54 60-16 15,10-8-13-15,8-2 15 16,-4-4-9-16,-7 7 10 16,-10 1-17-16,-19 8-6 15,-20 9-10-15,-19 10-11 16,-21 5-192-16,-2 4-377 0</inkml:trace>
  <inkml:trace contextRef="#ctx0" brushRef="#br0" timeOffset="117422.97">2870 6806 952 0,'0'0'49'16,"0"0"14"-16,0 0 19 15,0 0 3-15,-123 22-54 16,61 30 19-16,-13 21 13 16,-17 21-44-16,-13 18 19 15,-12 12-6-15,-10 10-8 16,-5 2 11-16,1-7-27 15,17-14 8-15,20-18-14 16,32-20 1-16,26-22-6 0,23-16 2 16,13-13-13-1,0-10-18-15,20-4-144 0,11-6-15 16,4-5-55-16,-2-1-247 16</inkml:trace>
</inkml:ink>
</file>

<file path=ppt/ink/ink2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5.68611" units="1/deg"/>
          <inkml:channelProperty channel="T" name="resolution" value="1" units="1/dev"/>
        </inkml:channelProperties>
      </inkml:inkSource>
      <inkml:timestamp xml:id="ts0" timeString="2023-09-17T05:38:10.330"/>
    </inkml:context>
    <inkml:brush xml:id="br0">
      <inkml:brushProperty name="width" value="0.05292" units="cm"/>
      <inkml:brushProperty name="height" value="0.05292" units="cm"/>
      <inkml:brushProperty name="color" value="#FF0000"/>
    </inkml:brush>
  </inkml:definitions>
  <inkml:trace contextRef="#ctx0" brushRef="#br0">8240 6111 928 0,'0'0'22'0,"0"0"-22"15,0 0 131-15,0 0-34 16,0 0-8-16,0 0-37 16,0 0-30-16,0 0-1 15,-31-11-17 1,48 65 59-16,2 9-19 0,-7 2-17 16,0 1 15-16,-5-4-28 15,-3-5-9-15,-4-9 4 0,0-12-2 16,0-9-4-16,0-13-3 15,0-5 6-15,0-7-13 16,0-2 11-16,0 0-4 16,0-8 12-16,0-26-11 15,-6-12 0-15,-15-10-1 16,-1-6-11-16,-2-5 5 16,4 5-31-16,1 5 13 15,8 12 14-15,7 2-5 16,4 10 14-16,0 3 1 15,13 4-3 1,12 8-5-16,4 8 8 16,4 10 0-16,3 0-2 0,-1 17-2 0,2 26 4 15,-2 10 0-15,-2 8 0 16,-1 3-1-16,-5 2 1 16,-8-4 0-16,-3-2 3 15,-5-6 2 1,-2-5-7-16,-4-11 2 0,-1-10 0 15,-3-12-4-15,-1-10 4 16,0-4-14-16,0-2 6 16,0-14-2-16,0-28-19 15,-10-16-11-15,-6-12 13 0,3-11-12 16,4 1-6-16,9 4 10 16,0 12 18-16,0 14 8 15,16 16 7-15,6 12 2 16,4 5 0-16,5 7 13 15,6 9 2-15,-6 1 6 16,0 11 19-16,-5 29-17 16,-1 19 25-16,-7 9-7 15,-5 7-12 1,-1-4 5-16,-4 2-21 0,-1-8-7 16,2-2-6-16,2-8 10 0,4-2-16 15,6-6 6 1,4 2-41-16,6-11-165 0,2-14-156 15</inkml:trace>
  <inkml:trace contextRef="#ctx0" brushRef="#br0" timeOffset="534.81">9323 6167 650 0,'0'0'311'0,"0"0"-304"16,0 0 49-16,0 0 33 15,0 0-14-15,0 0-3 16,-54-92-47-16,54 101-9 16,0 30-6-16,0 22-4 15,11 11 25-15,1 2 14 16,-1 0-14-16,-3-6 0 15,4-6-30-15,-3-10 1 16,-5-9 2-16,-2-6 1 16,0-12-5-16,-2-7 0 15,0-8 2-15,0-6-8 0,0-4 10 16,0-7-4 0,-8-30 0-16,-13-17-23 0,2-14 1 15,5-5-11-15,7-4-22 16,7 4 42-16,0 9 3 15,5 5 10-15,19 14 0 16,10 5-4-16,1 7 4 16,6 7 0-16,3 9 2 15,-2 6 5-15,5 11-7 16,0 8 13-16,0 29 23 16,-5 13-5-16,-6 6-3 15,-7 4-20-15,-9 1-6 0,-6 2 8 16,-6-2-8-16,-3-4-2 15,-5-2 0-15,0-7 3 16,0-2-8-16,0-6-29 16,0 2-140-16,0-5-33 15,-11-13-309-15</inkml:trace>
  <inkml:trace contextRef="#ctx0" brushRef="#br0" timeOffset="723.38">9367 6578 1010 0,'0'0'10'0,"0"0"2"15,0 0 88-15,0 0-78 16,0 0-16-16,185-94-3 16,-91 71-3-16,-1 3-10 15,1 8-88-15,-5 4-189 16,-6 5 43-16</inkml:trace>
  <inkml:trace contextRef="#ctx0" brushRef="#br0" timeOffset="974.53">10279 6116 883 0,'0'0'10'0,"0"0"104"0,0 0 57 16,0 0-95-16,0 0-11 15,0 0-31-15,-27-20-30 16,35 66 15-16,9 12 75 16,-4 8-70-16,0-2-10 15,-2 0-8-15,2 1 3 16,-3-3-13-16,1-2 4 16,-5-5-13-16,-4 0-113 0,-2-8-88 15,0-18-63 1,0-14-208-16</inkml:trace>
  <inkml:trace contextRef="#ctx0" brushRef="#br0" timeOffset="1241.44">10258 6230 680 0,'0'0'12'16,"0"0"-12"-16,65-133 37 15,-9 97-20-15,4 10-6 16,4 16-3-16,-3 10 20 15,-8 13 50-15,-4 28 5 0,-8 14-5 16,-20 7-54-16,-5 1 9 16,-16-2 0-16,0 0-10 15,-8-6 20-15,-24-5-15 16,-10-2-15-16,-3-7 2 16,-2-5-11-16,-1-6-4 15,0-5 0-15,2-12-53 16,1-8-183-16,3-5-515 15</inkml:trace>
  <inkml:trace contextRef="#ctx0" brushRef="#br0" timeOffset="1995.48">11031 6109 1238 0,'0'0'0'15,"0"0"0"-15,0 0 93 16,0 0-30-16,0 0-54 16,0 0 0-16,23 108 19 0,-5-34-20 15,-1-5 9-15,2-2-17 16,-6-5 1-16,-7-10-3 15,-3-8 9-15,-3-7-7 16,0-14 0-16,0-7 8 16,0-10-13-1,-3-6 5-15,-8 0 0 0,-4-28 0 16,-3-19-6-16,5-16-14 16,8-12-18-16,5-5-25 15,0-2 36-15,20 10-10 16,7 11 21-16,4 13 7 15,2 16 9-15,2 9 0 16,1 10 0-16,3 8 5 0,-1 5 2 16,2 4 3-16,-5 27 8 15,1 15 16-15,-5 11-26 16,-7 5 14-16,-3 0-11 16,-10 1-8-16,-5-1 11 15,-6-6-13-15,0-6 0 16,-4-10 2-16,-13-8 1 15,-6-6-4-15,-4-4 0 16,-4-7-85-16,-9-8-18 16,-7-7-25-16,-6 0-16 0,2 0-39 15,5-7 49-15,11-6 105 16,16 1 29-16,11-1 10 16,8-4 37-1,0-2-27-15,10 0 44 0,14 1-12 16,2 2-1-16,3 0 14 15,0 4-4-15,-2 6-16 16,2 4 2-16,2 2-7 16,5 6-7-16,-1 21 14 15,6 10-26-15,1 7 0 16,0 2-5-16,5 0-10 16,-3 2 10-16,2-2-16 15,-4-7 0-15,-2-9 0 0,-2-6-9 16,-3-10-86-16,-1-7-64 15,-5-7-227-15</inkml:trace>
  <inkml:trace contextRef="#ctx0" brushRef="#br0" timeOffset="2890.31">12070 6184 916 0,'0'0'23'0,"0"0"32"16,0 0 138-16,0 0-84 16,0 0-54-1,0 0-42-15,-2 8 8 0,0 56 14 16,2 12 14-16,0 5-18 16,0-8-22-16,0 0 11 15,0-10-20-15,0-13 6 16,0-11-6-16,0-12 0 15,0-13 0-15,0-6-1 16,0-8 9-16,0 0-7 0,0-25 0 16,-3-24-1-16,-1-20-10 15,4-17-18-15,0-9-17 16,0-3 24-16,17 7-38 16,4 14 22-16,1 21 26 15,2 17 11-15,-1 20-3 31,-3 10 4-31,3 9-1 0,0 0 13 0,4 26 8 16,4 18 10-16,-2 12 12 0,0 9-29 16,-4 7 17-16,-4 0-20 15,-6-1-5-15,-5-5-3 16,-4-6 3-16,-4-4-5 16,-2-6-1-1,0-6-13-15,0-6-8 0,0-8-141 16,-16-5-47-16,-7-13-132 15,-3-12-402-15</inkml:trace>
  <inkml:trace contextRef="#ctx0" brushRef="#br0" timeOffset="3047.58">12108 6517 945 0,'0'0'14'0,"0"0"-4"0,0 0 73 15,0 0-35-15,0 0-33 16,0 0-13-16,118-40-4 31,-64 24-162-31,6-3-249 16</inkml:trace>
  <inkml:trace contextRef="#ctx0" brushRef="#br0" timeOffset="3424.95">13356 6100 996 0,'0'0'11'16,"0"0"37"-16,0 0 47 16,-116-36-75-16,85 36-15 15,4 0 9-15,2 14-13 16,6 5 0-16,7 7 0 15,7 4 3-15,5-1-7 16,5 0 3-16,22 2-1 16,12 1-6-16,11 0 7 15,4 0 0-15,-4 2-3 0,0-2 10 16,-13 0-7-16,-6-3 0 16,-8-3 2-16,-12-8 14 15,-6 1 3-15,-5-6 14 16,0-1 41-16,-29 0-1 15,-12-2-21-15,-12-1-38 16,-9-8-9-16,-8-1-10 16,-3 0-25-16,-5 0-109 15,-1-14-73-15,-3-12-316 16</inkml:trace>
  <inkml:trace contextRef="#ctx0" brushRef="#br0" timeOffset="4148.72">11031 6382 663 0,'0'0'1'15,"0"0"42"-15,0 0 142 16,0 0-99-16,0 0-30 16,0 0 11-16,-37-40 2 15,37 40-32-15,0 0-10 16,0 26-26-16,0 28 9 16,18 22 48-16,1 12-28 15,4 10 4-15,1 0-28 0,-1-2 2 16,-3 0-9-16,0-10 1 15,-7-10-4-15,1-5-54 16,-3-11-103-16,-5-12-63 16,-6-14-269-16</inkml:trace>
  <inkml:trace contextRef="#ctx0" brushRef="#br0" timeOffset="5942.76">7952 8147 216 0,'0'0'0'16,"0"0"-68"-16</inkml:trace>
  <inkml:trace contextRef="#ctx0" brushRef="#br0" timeOffset="6288.62">7801 7927 143 0,'0'0'613'0,"0"0"-578"16,0 0 98-16,0 0-14 15,-53-105-58-15,51 101 51 16,0 2-72-16,-2 2-8 16,4 0-7-16,0 11-23 15,0 25 8-15,19 18 23 0,1 11 10 16,2 8 1-16,-2-6-14 16,-2-6-5-16,-3-6 7 15,-6-10-28-15,-4-3 16 16,-3-1-19-16,-2-7 7 15,3-2-15-15,3-4 7 16,5-4-16-16,3-7-105 16,-2-6-87-16,3-9-53 15,-7-2-147-15</inkml:trace>
  <inkml:trace contextRef="#ctx0" brushRef="#br0" timeOffset="7074.8">8193 8126 116 0,'0'0'333'16,"0"0"-277"-16,0 0 62 16,0 0-11-16,0 0-37 15,0 0 2-15,-71-44-42 16,67 27 14-16,4-3-28 15,0-1-5-15,0-2 19 16,15 1-28 0,9 0 34-16,10-3-16 0,6 6-12 0,0 5 36 15,-2 8-31-15,-5 6 4 16,-4 0-7-16,-4 17-9 16,-3 16 14-16,-6 5-9 15,-10 5-1-15,-6 2 9 16,0-1-13-16,-4-2-1 15,-19-6 11-15,2-5-7 16,-3-6 0-16,3-4 7 16,6-7-10-16,1-4 5 15,5-6-6-15,7 0 0 16,2-4 4-16,0 0 0 16,0 0 1-16,0 0-5 0,0-4 3 15,15-10-9-15,8 1 6 16,-1 1 0-16,3 4 0 15,1 4 5-15,1 4-8 16,-1 0 3-16,6 12-1 16,-3 14-3-16,-2 7 4 15,-5 1 0-15,-9 2 0 16,-7-4 6 0,-6-1-4-16,-2-2 12 0,-27-1-12 15,-8 0 35-15,-7-6-10 0,-8-6 10 16,-2-8 15-16,1-8-29 15,2 0 8-15,6-10-13 16,5-17-17-16,11-6 0 16,12-1-1-16,15-4-65 15,2 4-109-15,19 6-142 16,16 6-369-16</inkml:trace>
  <inkml:trace contextRef="#ctx0" brushRef="#br0" timeOffset="7388.92">8853 8416 1066 0,'0'0'13'0,"0"0"-10"0,0 0 24 16,0 0 42-16,0 0-50 16,0 0 11-16,69 8 6 15,8-8-26-15,8 0 12 0,2 0-13 16,-11-4-7 0,-12-4 11-16,-8 2-13 0,-15 1-6 15,-10 3 2-15,-9 2-81 16,-11 0-92-16,-11 0-87 15,-4 0-41-15</inkml:trace>
  <inkml:trace contextRef="#ctx0" brushRef="#br0" timeOffset="7593.24">9109 8181 709 0,'0'0'7'15,"0"0"86"-15,0 0 112 16,0 0-57-16,0 0-73 0,0 0-57 15,-14 16 27 1,34 26 58-16,5 12-45 0,2 7-23 16,0 5-26-16,2 2 4 15,0 6-13-15,-1-1 0 16,-1-4-11-16,-5-2-81 16,1-13-143-16,-6-11-140 15</inkml:trace>
  <inkml:trace contextRef="#ctx0" brushRef="#br0" timeOffset="7844.91">9699 8135 1117 0,'0'0'1'0,"0"0"67"16,0 0 79-1,0 0-39 1,0 0-91-16,0 0-12 16,18 72 48-16,-7-5-39 15,0 2-1-15,1 4-13 16,3-3 5-16,1-5-12 16,-1-2 7-16,3-10-47 0,0-7-159 15,-2-10-102-15,-6-14-304 16</inkml:trace>
  <inkml:trace contextRef="#ctx0" brushRef="#br0" timeOffset="8080.77">10198 8470 1045 0,'0'0'0'0,"0"0"0"0,0 0 67 15,0 0-33-15,0 0 7 16,0 0-4-16,103-21-17 16,-38 12 2-16,4-1-14 15,-5-2-4-15,3 1 0 16,-5 3-4-16,-2-1-2 16,-4 5-13-16,-8 0-166 15,-20 4-112-15,-17 0-413 16</inkml:trace>
  <inkml:trace contextRef="#ctx0" brushRef="#br0" timeOffset="8300.93">10414 8239 26 0,'0'0'906'16,"0"0"-902"-16,0 0 130 15,0 0-6-15,0 0-82 16,0 0 1-16,5 80 28 15,19-16-3-15,-1 7-11 16,2 3-42-16,-4 2-3 16,-1-2-16-16,-3 3 3 15,-9 5-11-15,-3 2-103 0,-5-4-141 16,0-10-233 0</inkml:trace>
  <inkml:trace contextRef="#ctx0" brushRef="#br0" timeOffset="10521.59">11488 8129 997 0,'0'0'17'0,"0"0"2"15,0 0 145-15,-17-108-40 16,12 90-29-16,3 8-22 16,2 5-38-16,0 3-9 15,0 2-9-15,0 2-17 16,0 35 0-16,0 19-1 15,0 10 7-15,0 5-4 16,0-1-2-16,0-4 0 16,0-2-1-16,-5-4 5 0,-3-10-4 15,-3-12 0-15,1-10 5 16,6-8-10-16,4-6 5 16,0-1-7-16,0 0 5 15,9 4-24-15,17-1 18 16,10 1 6-16,9 1-16 15,3-5 16-15,4-4-26 16,-3-6-31-16,-7-3 14 16,-8 0-4-16,-5-6 27 15,-11-13 2-15,-5-3 11 16,-9-3 7-16,-4-7 4 16,0-3-2-16,0-1 27 15,-9 1-18-15,-3-2 14 0,-2 7 6 16,3 4-16-16,1 8 15 15,6 8 0-15,4 6-13 16,0 2 14-16,0 2-22 16,0 0 6-16,0 8-12 15,0 31 8-15,0 22 4 16,8 12 2-16,2 3 2 16,-1-5 13-16,1 0-24 15,-2-4 8-15,1 0-14 16,-1-4 6-16,2-7-18 0,3-6 12 15,-2-6-74 1,7-14-146-16,0-12-100 0,-1-16-453 16</inkml:trace>
  <inkml:trace contextRef="#ctx0" brushRef="#br0" timeOffset="10772.93">12263 8682 1130 0,'0'0'6'0,"0"0"1"15,0 0 97-15,0 0-63 0,0 0-17 16,0 0 11-16,125-14-21 16,-55 9 0-16,3-4-13 15,-4-1 7-15,-9 4-16 16,-8 3 4-16,-15 3-46 15,-9 0-42 1,-4 0-170-16,-15 11 82 0,-9 0-547 16</inkml:trace>
  <inkml:trace contextRef="#ctx0" brushRef="#br0" timeOffset="10992.1">12433 8436 930 0,'0'0'7'0,"0"0"39"15,0 0 75-15,0 0 13 16,0 0-68-16,0 0-47 16,13 90 110-16,12-25-63 15,0 1-24-15,-1-2-3 16,-2-4-28-16,1 2 0 16,-1 0-11-16,1-1-7 15,-2-2 6-15,0-2-168 16,-3-13-128-16,-5-19-139 15</inkml:trace>
  <inkml:trace contextRef="#ctx0" brushRef="#br0" timeOffset="11236.83">12986 8436 18 0,'0'0'1064'16,"0"0"-1039"-16,0 0 118 15,0-111 42-15,0 104-90 16,0 7-58-16,0 4-19 16,0 34-16-16,0 20 13 15,13 12 23-15,3 6-36 16,1-2 8-16,4-4-10 16,1-3 7-16,-7-10-16 0,3-7 6 15,-2-7-79-15,0-9-144 16,-1-14-116-16,-3-16-543 15</inkml:trace>
  <inkml:trace contextRef="#ctx0" brushRef="#br0" timeOffset="11637.97">13549 8466 112 0,'0'0'944'16,"0"0"-935"-16,-24-112 132 0,4 90-40 15,-2 6-50-15,-1 7-6 16,8 9-45-16,-3 0 0 16,3 0-3-16,3 22 5 15,5 9-2-15,7 5 0 16,0 6-6-16,19 6 1 16,18 4-4-16,7 3 7 15,2 2 1-15,-2 0-14 16,-11 1 15-16,-8 1 0 15,-12-4 2-15,-10 1-2 16,-3-8 5-16,0-10-3 16,-21-9 14-16,-3-13 5 0,1-11 20 15,2-5-4 1,-4-3 5-16,3-33 22 0,4-13-52 16,6-10-9-16,10-2 3 15,2-3-5-15,11 2-2 16,25 1-10-16,11 5-101 15,9 10-89-15,2 10-74 16,-5 16-319-16</inkml:trace>
  <inkml:trace contextRef="#ctx0" brushRef="#br0" timeOffset="11886.78">14151 8749 483 0,'0'0'614'16,"0"0"-613"-16,0 0 40 0,0 0 51 16,0 0-36-16,0 0-21 15,88 0 0-15,-27 0 16 16,4-5-35-16,6-1 1 16,2-1-7-16,2-2-4 15,-2 4-4-15,-9-1-2 16,-10-1-30-16,-12 6-117 0,-20-6-103 15,-22 4-223-15</inkml:trace>
  <inkml:trace contextRef="#ctx0" brushRef="#br0" timeOffset="12091.04">14365 8450 994 0,'0'0'0'0,"0"0"9"16,0 0 95-16,0 0 14 15,0 0-92-15,0 0 98 16,24 124-57-16,-6-66-11 16,5-2-19-16,1 0-28 15,0 3-1-15,-1-3-8 16,-1-2-5-16,0-1-53 0,-4-6-159 16,3-13-48-16,-2-13-384 15</inkml:trace>
  <inkml:trace contextRef="#ctx0" brushRef="#br0" timeOffset="12342.54">14980 8285 1062 0,'0'0'12'0,"0"0"166"0,0 0-26 16,0 0-96-16,0 0-36 15,0 0-19 1,0 105 59-16,0-29-37 0,0 2-22 16,0-5 3-16,0-8-4 15,2 0 0-15,3-9-1 16,1-2-122-16,3-8-106 16,3-14-260-16</inkml:trace>
  <inkml:trace contextRef="#ctx0" brushRef="#br0" timeOffset="12609.74">15548 8624 1186 0,'0'0'0'0,"0"0"0"16,0 0 108-16,0 0-66 0,0 0-5 15,0 0-24 1,89-24-6-16,-20 24 3 0,0-1-10 16,1-2 0-16,-4-5-1 15,-3-2-7 1,-1-4-27 0,-6 1-93-16,-5 9-37 15,-8-3-51-15,-17 4-53 16,-19-4-6-16</inkml:trace>
  <inkml:trace contextRef="#ctx0" brushRef="#br0" timeOffset="12814.65">15808 8351 997 0,'0'0'18'0,"0"0"-3"15,0 0 144-15,0 0-62 16,0 0-27-16,0 0-43 15,-21 123 53-15,21-41-28 16,0 3-36-16,15-8 9 16,5-2-25-16,3-3 0 15,-2-5-2-15,0-6-21 16,-1-8-174-16,-5-17-81 16,2-14-350-16</inkml:trace>
  <inkml:trace contextRef="#ctx0" brushRef="#br0" timeOffset="13050.34">16495 8325 1131 0,'0'0'6'16,"0"0"-6"-16,0 0 92 15,0 0 37-15,0 0-40 16,0 0-82-16,-2-3 13 15,2 67 35-15,0 12-42 16,0 0 9-16,2-4-21 16,11-7-1-16,3-5 0 15,-1-10-16-15,4-6-153 0,2-16-141 16,4-11-532-16</inkml:trace>
  <inkml:trace contextRef="#ctx0" brushRef="#br0" timeOffset="13440.61">17275 8451 1212 0,'0'0'15'15,"8"-162"-1"-15,-8 102 87 16,-2 17 9-16,-19 18-94 16,-8 11-12-16,-10 14 4 15,-7 0-4-15,-8 18-4 16,2 18 0-16,10 8 0 15,13 3-3-15,16-1 3 16,13-4-10-16,0-4 10 16,27-10-48-16,13-14-13 15,9-12 6-15,6-2 5 16,1-6 34-16,-8-16 1 16,-9 0 15-16,-7 4 9 15,-15 7-7-15,-8 10 31 0,-4 1 9 16,-1 19-7-16,3 31 42 15,0 21-31-15,-1 8-13 16,-1-4 22-16,-1-8-51 16,3-7 7-16,2-6-11 15,-2-2-11-15,-7-6-2 16,0-9-234-16,0-11-202 16</inkml:trace>
  <inkml:trace contextRef="#ctx0" brushRef="#br0" timeOffset="14088.56">18249 8350 1117 0,'0'0'5'0,"0"0"21"16,0 0 129-16,0 0-98 15,0 0-18-15,0 0-6 16,44 6 1-16,32-11 12 16,6-10-43-16,3-2-1 15,-10 4-2-15,-15 4-13 16,-12 8-86-16,-15 1-71 16,-17 4-109-16,-16 21-286 15</inkml:trace>
  <inkml:trace contextRef="#ctx0" brushRef="#br0" timeOffset="14261.57">18369 8637 787 0,'0'0'27'0,"0"0"74"0,0 0 45 16,0 0-77-16,0 0-39 16,0 0 69-16,107-13-61 15,-36-12-13-15,5-10-14 16,1 1-7-16,-5 1-8 15,-10-1-16-15,-9 11-131 16,-18 1-131-16,-22 0-493 16</inkml:trace>
  <inkml:trace contextRef="#ctx0" brushRef="#br0" timeOffset="14708.67">18030 7178 842 0,'0'0'0'0,"0"0"0"16,0 0 61-16,-138 16-16 16,86 48 2-16,-5 39 9 0,-10 31 28 15,-11 31-7-15,-11 16-22 16,-13 4-22-16,-17 14-5 15,-15-2-25-15,-8-11 2 16,-7-3-5-16,6-21-35 31,7-15-21-31,12-21-44 16,7-20-16-16,9-21-7 16,9-23-81-16,13-17-94 15</inkml:trace>
  <inkml:trace contextRef="#ctx0" brushRef="#br0" timeOffset="15042.23">15920 7644 1136 0,'0'0'0'15,"0"0"-5"-15,0 0 5 16,0 0 33-16,-63 178 8 16,8-46 1-16,-18 27-37 15,-17 21 8-15,-10 9-13 16,-11 4 2-16,-3-9-8 15,5-14-3-15,4-15-57 16,9-15-25-16,12-20-78 0,10-21-73 16,3-21-425-16</inkml:trace>
  <inkml:trace contextRef="#ctx0" brushRef="#br0" timeOffset="16364.2">5034 10882 547 0,'0'0'388'0,"0"0"-385"16,-128 28 2-16,97-26 50 16,7-2-21-16,9 0 7 0,8 0 3 15,3-6-33-15,1-10-4 16,3-4 3-16,0-6-4 16,0-4-6-1,11-2 0-15,12 0 3 0,-1 4-5 16,0 6 2-16,-2 8 0 15,-3 8 3-15,2 6 0 16,-1 0 13-16,3 4-7 16,4 21 3-16,4 10 12 15,-2 5-14-15,0 2-5 32,-4 0 13-32,-6 0-13 0,-1-2 9 15,-8-1 0-15,-5 0-13 16,-3 2 26-16,-3 1-15 15,-21 0-9-15,-5-4 5 16,-2-3-2-16,-3-4 0 16,1-5-4-16,0-9 5 15,1-8 0-15,3-9-4 16,5 0-3-16,4-6 17 16,4-19-12-16,10-2 8 15,4-2-13-15,2 6 3 0,0 0 2 16,0 6-3-16,15 1 10 15,1 1 18-15,3 8-26 16,2 5 10-16,3 2-5 16,3 0-5-16,4 12 10 15,5 6-13-15,-3 2 0 16,0-2 2-16,3-2-1 16,-1-1-2-16,6-4 0 15,6-7-33-15,2-2-111 16,5-2-56-16,-4 0-164 0,-12-17-150 15</inkml:trace>
  <inkml:trace contextRef="#ctx0" brushRef="#br0" timeOffset="16757.8">5392 10793 764 0,'0'0'47'15,"0"0"-25"-15,0 0 126 16,0 0-44-16,0 0 18 0,0 0-77 15,-42-50-30 1,42 69-15-16,0 19 3 0,5 8 18 16,15 4-18-16,2-2-3 15,4 1 2-15,3-3 4 16,-2-4-6-16,4-5 0 16,3-8 0-16,-3-7-5 15,0-10 5-15,-2-8 0 16,0-4-5-16,-6 0 10 15,1-14-5-15,-2-14 6 16,-4-10-4-16,-5-6 9 16,-5-5-9-16,-8-2 10 15,0-6 18-15,-14-1-12 0,-20-1 7 16,-1 4-19-16,-5 13-1 16,1 9-1-16,0 22-4 15,-1 11-8-15,-5 7 7 16,1 36-71-16,1 17-40 15,3 4-68-15,7 3-282 16</inkml:trace>
  <inkml:trace contextRef="#ctx0" brushRef="#br0" timeOffset="17990.08">12315 7638 937 0,'0'0'53'0,"0"0"-49"16,0 0 127-16,0 0-16 15,0 0-46-15,0 0-53 16,-64 50 3-16,16 61 12 16,-2 26-3-16,-4 20 18 0,0 13-22 15,-4 5 2-15,-6 1-6 16,-3 5-13-16,-4-7-4 16,-1-3-3-16,3-11-17 15,9-17-50-15,12-19-84 16,12-22-31-16,14-24-122 15,10-28-247-15</inkml:trace>
  <inkml:trace contextRef="#ctx0" brushRef="#br0" timeOffset="18305.72">14027 7732 1173 0,'0'0'0'16,"0"0"-3"-16,0 0 3 15,0 0 54-15,-152 115-12 16,82-12-12-16,-3 28 20 15,-10 30 7-15,-1 9-48 16,0 5-1-16,-1 1-8 16,-1-10-8-16,-3-2-66 15,-6-3-99-15,-3-9-166 16,-9-7-412-16</inkml:trace>
  <inkml:trace contextRef="#ctx0" brushRef="#br0" timeOffset="19424.4">5377 12103 1082 0,'0'0'19'0,"0"0"-19"15,0 0 41-15,0 0 13 16,-51-108-12-16,55 77-25 16,23 0 1-1,13 1-18-15,7 10 0 0,1 9 6 32,2 11-4-32,-3 0 5 0,-5 27-7 0,-7 9 3 15,-6 4 3 1,-10 4-2-1,-17 5-2-15,-2-2 18 0,0 2-12 16,-16-5 13-16,-2-8-4 16,-2-8-9-16,0-6 18 15,2-4-15-15,2-6 10 16,8-3 13-16,1-8-6 16,5-1 11-16,2 0-11 15,0 0-13-15,0 0 21 16,0-1-23-16,9-20 2 15,15-2-15-15,12-8-2 16,8-1-6-16,12 0-51 16,11-4-124-16,11-3-9 0,-3-2-174 15,-5-2-331-15</inkml:trace>
  <inkml:trace contextRef="#ctx0" brushRef="#br0" timeOffset="19788.39">6105 11841 916 0,'0'0'117'16,"0"0"-112"-16,0 0 43 16,-60-115 5-16,60 76-7 15,27-4-22-15,11 9-7 0,0 11-15 16,-5 14 1 0,-4 9-3-16,-4 5 0 0,-6 24 2 15,0 12 1-15,-6 6-3 16,-9 6 0-16,-4 1 7 15,0 0 3-15,-6-7 2 16,-12-4-6-16,-2-7 25 16,4-8-7-16,1-8-16 15,6-8 7-15,2-6-10 16,7-6 9-16,0 0-3 16,0 0 8-16,0 0 10 0,0-1-20 15,22-20 8-15,11-9 4 16,13-12-20-16,4-6 10 15,2-4-11-15,2 4 1 16,-4 8-8-16,-5 16-67 16,-3 17-91-16,-15 7-157 15,-23 31-258-15</inkml:trace>
  <inkml:trace contextRef="#ctx0" brushRef="#br0" timeOffset="20071.99">5916 12685 1128 0,'0'0'3'0,"0"0"104"16,0 0 29-16,0 0-27 15,0 0-47-15,0 0-42 16,-20 23-5-16,48 12-14 15,11 13 5-15,3 8 13 0,-4-1-18 16,-3-5-1-16,4-2 0 16,-2-7-2-16,0-6 1 15,4-9-114-15,0-12-139 16,-4-14-144 0</inkml:trace>
  <inkml:trace contextRef="#ctx0" brushRef="#br0" timeOffset="20528.12">6413 12521 1213 0,'0'0'1'0,"0"0"-1"0,0 0 102 16,0 0-16-16,0 0-31 16,0 0-23-16,-98-46-28 15,98 60-8-15,2 22 2 16,14 10 2-16,-1-1-3 15,1 0 5-15,1-7-2 16,-1-4 0 0,2-9 5-16,4-8-10 0,5-9 5 15,4-8 0-15,7 0-7 16,5-5 7-16,1-21-18 16,-2-4-10-16,-3 1-48 0,-10 1 21 15,-14 8-2-15,-11 0 29 16,-4 4 28-1,0 2 3-15,-15-3 13 0,-12 1 14 16,2 2-24-16,1 3 33 16,6 1-11-16,4 5 24 15,6 2 2-15,4 3-21 16,4 0 14-16,0 0-20 16,0 0-23-16,0 25-5 15,17 20 1-15,10 7 0 0,6 4 4 16,4 0-1-16,0 2-3 15,3 7 0 1,0 3-35-16,1 4-135 0,-6 2-18 16,-10-4-227-16</inkml:trace>
  <inkml:trace contextRef="#ctx0" brushRef="#br0" timeOffset="20858.98">5787 14302 1088 0,'0'0'23'16,"-116"106"-8"-16,85-74 72 15,20-14-41-15,11-12-17 16,11-6 20-16,44-11-17 15,35-34-9-15,28-31 14 16,29-34-12 0,20-29-15-16,16-22 18 0,20-25 1 15,15-17 13-15,18 4-6 0,-2 6-30 16,-9 28 6-16,-27 26-12 16,-35 21-44-16,-32 24-95 15,-35 13-105-15,-36 12-133 16</inkml:trace>
  <inkml:trace contextRef="#ctx0" brushRef="#br0" timeOffset="26334.62">7785 12991 419 0,'0'0'784'16,"0"0"-770"-16,0 0 29 16,0 0 46-16,0 0-27 15,0 0-43-15,-118 39 0 16,107 11 8-16,5 14-25 15,6 8 15-15,0 6-3 0,9 0-11 16,17-1 11 0,8-10-14-16,6-8 0 0,5-12-7 15,5-14 7 1,2-11-3-16,2-12 1 0,-4-10-22 16,-7 0 21-16,-7-7-10 15,-9-14 6-15,-15 2 3 16,-5 1 8-16,-7 1 4 15,0-1 17-15,-2 4 6 16,-21 0 3-16,-3 7-15 16,-5 4 3-16,-7 3-6 15,0 3-11-15,0 18-8 0,1 11 3 16,5 9-54-16,6 3-78 16,1 6-96-16,4-4-164 15</inkml:trace>
  <inkml:trace contextRef="#ctx0" brushRef="#br0" timeOffset="26823.54">7152 13898 993 0,'0'0'270'16,"0"0"-221"-16,0 0 52 15,0 0-8-15,0 0-30 0,0 0-54 16,-64-18-4-16,64 24-10 15,0 26-5-15,0 12 10 16,0-2-9-16,14-3 6 16,15-13-1-16,10-4-11 15,13 1-7 1,5-2 10-16,1 3 12 0,-2-6 0 16,-10 4-5-16,-9 0 10 15,-12 2-5-15,-13 0 8 16,-9 4-5-16,-3-4 40 15,-7 10-29-15,-22 1 3 0,-4 1-11 16,-1-3-2 0,3-6-8-16,6-16-3 0,3-9-105 15,0-2-90-15,-2-19-84 16,-11-21-246-16</inkml:trace>
  <inkml:trace contextRef="#ctx0" brushRef="#br0" timeOffset="26981.39">7108 14011 747 0,'0'0'69'0,"0"0"23"0,0 0-5 16,25-107 0-16,14 67-27 15,9-4-41-15,0 7-11 16,-3 7-8-16,-3 9-19 16,-4 5-53-16,-2 9-131 15,-7 7-173 1</inkml:trace>
  <inkml:trace contextRef="#ctx0" brushRef="#br0" timeOffset="27259.22">6876 15291 1154 0,'0'0'35'16,"-75"109"-19"-16,64-91 37 15,11-18-48-15,33-4 36 16,40-42-34-16,46-24-7 16,32-38 2-16,32-30-2 15,29-17-26 1,17-8 21-16,9 3 10 16,5 12-3-16,-14 7 13 0,-19 15-14 15,-25 18 0-15,-42 19-1 0,-41 13-149 16,-46 20-135-16,-43 12-288 15</inkml:trace>
  <inkml:trace contextRef="#ctx0" brushRef="#br0" timeOffset="28195.79">19793 8081 1230 0,'0'0'9'0,"0"0"24"16,0 0 86-16,0 0-45 0,0 0-68 15,-145 24 15-15,124 7-17 16,13 5-3-16,8-1 4 16,18-3 2-16,26 3-6 15,16-3-1-15,11-2 4 16,8 0-6-16,1 3 2 16,-7-2 0-16,-8 5-3 15,-11 4 12-15,-19-2-9 16,-12 0 9-16,-23-2-7 15,0-4 35-15,-29 5-12 0,-23-2 2 16,-13 1-9-16,-6-3-11 16,2-11-5-16,6-11-2 15,11-10-19 1,4-1-60-16,11-14-95 0,1-22-64 16,7-17-60-16,9-11-102 15</inkml:trace>
  <inkml:trace contextRef="#ctx0" brushRef="#br0" timeOffset="28369.34">19699 8275 621 0,'0'0'118'16,"0"0"76"-16,0 0-47 0,0 0-40 15,144-89-6-15,-103 82-47 16,3 2-12-16,8 3-17 16,6 2-21-16,6 0-8 15,5 0-29-15,7 0-128 16,-2 0-84-16,-8 0-264 15</inkml:trace>
  <inkml:trace contextRef="#ctx0" brushRef="#br0" timeOffset="28725.42">20728 7958 1016 0,'0'0'0'16,"0"0"113"-16,0 0 5 0,0 0-78 15,0 0 24-15,-125 36-28 16,112 13 2-16,6 9-12 16,5 6-21-16,2 6 15 15,0 5-20-15,5 3 0 16,19 0 0-16,6-4 7 16,12-10-9-16,2-14 2 15,-2-13 0-15,1-17-7 16,-6-10 7-16,-3-10 0 0,-7 0 10 15,-7-10-9-15,-5-14 21 16,-6-9 1-16,-9-1 4 16,0-4 23-16,-15 0-26 15,-16 8-11 1,-9 9-5-16,-3 10-5 16,-4 11-6-16,-4 0-3 15,1 28-105-15,4 9-136 0,4 4-219 0</inkml:trace>
  <inkml:trace contextRef="#ctx0" brushRef="#br0" timeOffset="44173.84">7507 8587 1076 0,'0'0'20'0,"-150"57"-20"31,115-37 15-31,17-9 27 16,18-5-37-16,43-2 24 15,55-4 5-15,68 0-31 16,73-35 14-16,66-21-17 15,76-14 0-15,67-12 22 16,67-6-21-16,71-3 4 16,60-3-5-16,47 1 9 15,38 5-13-15,21 7 4 0,-12 10 0 16,-31 5 5 0,-49 9 1-16,-61 7-4 0,-53 3 41 15,-54 3-25-15,-44 0 17 16,-42-1-24-16,-38 5-8 15,-39 0-2-15,-39-2 0 16,-45 0-1-16,-45 2 0 16,-42 2-45-16,-38 6-13 15,-39 0-85-15,-32-1-82 16,-29-1-210-16</inkml:trace>
  <inkml:trace contextRef="#ctx0" brushRef="#br0" timeOffset="45667.9">8405 9876 1006 0,'0'0'2'16,"0"0"19"-16,0 0 83 15,-73-131 27 1,61 105-56-16,1 8 36 0,5 10-49 0,1 2-37 16,2 6 33-16,1 0-32 15,2 0-21-15,0 6-3 16,0 26 11-16,0 17-13 16,0 10 0-16,7 2 9 15,2-1-4-15,-2 0-5 16,-3-2 0-16,0 1-4 15,4-2 6-15,5-2-4 16,3-4 2-16,5 0-128 16,4-11-130-16,-3-12-87 0,-4-15-372 15</inkml:trace>
  <inkml:trace contextRef="#ctx0" brushRef="#br0" timeOffset="46219.08">8583 9806 1046 0,'0'0'37'16,"0"0"79"-16,0 0 31 15,0 0-15 1,0 0-58-16,0 0-29 0,-6-75-45 0,0 118 9 16,0 12-4-16,2 17-5 15,2 3 0-15,2-7-4 16,0-11 10-16,0-12-6 15,0-16 0-15,8-11 2 16,4-4-12-16,3-4 10 16,3-2 0-16,9-7-11 15,6 4 16-15,9-5-5 16,6 0 0-16,0 0 0 16,2 0-11-16,-9 0 6 15,-5 0-8-15,-9 0 8 16,-9-10-31-16,-5-4 28 0,-11-6 6 31,-2-7-3-31,0-5-1 0,-11-6 6 0,-13-1 0 16,-5 4-7-16,4 7 13 15,6 6-6-15,5 12 6 16,5 4-3-16,5 5 25 16,2 1-21-16,2 0-1 15,0 0-4 1,0 2 2-16,0 35-4 0,0 13 2 15,4 11 4-15,7 0 13 16,-2-3-19-16,2-2 8 16,-2-4 1-16,0-2 0 0,2 3-9 15,2-3 0-15,5-1-16 16,6-2 5-16,6 0-176 16,-1-12-111-16,0-8-197 31</inkml:trace>
  <inkml:trace contextRef="#ctx0" brushRef="#br0" timeOffset="46501.66">9408 10365 1054 0,'0'0'2'0,"0"0"13"15,0 0 42-15,0 0 75 16,0 0-64-16,0 0-11 16,-92-18-28-16,110 16-24 15,23-5 9-15,11-2-12 16,13-1 9-16,1-6-8 16,6 0-3-16,-3-4 0 15,-6 2-4-15,-12 1 3 0,-13 6-2 16,-13 5-137-16,-13 2-93 15,-12 0-231-15</inkml:trace>
  <inkml:trace contextRef="#ctx0" brushRef="#br0" timeOffset="46736.92">9538 10112 765 0,'0'0'126'15,"0"0"-114"-15,0 0 146 16,0 0-3-16,0 0-39 15,0 0-10-15,-26-28-72 16,26 28-7-16,0 30 15 16,4 14 1-16,10 9 34 15,1 5-63-15,-2-1-10 16,1 14 4-16,1 8-8 0,2 4 0 16,-2 7-7-16,7-11-22 15,3-13-99-15,0-16-116 16,-4-24-94-16,-7-15-354 15</inkml:trace>
  <inkml:trace contextRef="#ctx0" brushRef="#br0" timeOffset="47238.68">10060 10288 526 0,'0'0'563'16,"0"0"-548"-16,0 0-12 15,0 0 79-15,-113-120-12 16,102 96-34-16,6 4 4 16,5 2-28-16,0 5-3 15,11 0-12-15,16 7 3 16,6 6 0-16,5 0-4 16,2 32 9-16,1 12-5 15,-4 10 0-15,-3 7 7 16,-10-1-3-16,-14-3-4 15,-7 0 0-15,-3-3 6 16,-6 3 3-16,-25-4-7 0,-9 1-2 16,-5-8 8-1,-2-6-12-15,0-13 4 0,3-8 0 16,1-14 4-16,10-5 3 16,6-1-6-16,8-24-1 15,10-9 6-15,9-4-13 16,0-1 7-16,13 6 0 15,12 6-8-15,-1 9 16 16,-2 8-8-16,0 9 0 16,5 1 8-16,4 0 14 0,3 11 9 15,1 10-12 1,-1 1 17-16,-1 0-35 0,0 2 15 16,-2 0-16-16,1 2-4 15,-6 2-2-15,-1-2-119 16,-4-4-140-16,-2-6-207 15</inkml:trace>
  <inkml:trace contextRef="#ctx0" brushRef="#br0" timeOffset="47945.65">10574 10226 809 0,'0'0'51'0,"0"0"-42"15,0 0 31-15,-19-125 64 16,17 112-35-16,-2 5 2 16,4 2-36-16,-4 6 2 15,4 0 6-15,0 0-27 16,-2 0 12-16,2 0-19 16,-2 0-1-16,2 0 1 15,0 0-9-15,0 0 0 16,0 0-4-16,-2 0 13 0,2 0-9 15,0 0 0 1,0 0 8-16,0 0 4 0,-2 0-8 16,0 0 1-16,-1 0 6 15,1 0-3-15,0 0-8 16,2 0 0-16,0 0 4 16,0 0-5-16,0 0 1 15,0 0 0-15,0 0-5 16,-2 0 13-16,0 6-8 15,-5 10 0-15,2 5 5 16,1-1-9-16,2 1 4 16,-3 3 0-16,5 1 1 15,0 2 5-15,-2 6-6 0,2 5 0 16,0 4 9-16,0 2-2 16,0-3-1-1,0 1-3-15,4-9 9 0,8 2-5 16,3-6-2-16,4-4-5 15,4-6 8-15,5-6-10 16,10-5 2-16,2-8 0 16,2 0 1-16,-3 0 4 15,0-12-5-15,-10-5 0 16,-5 2 7-16,-10-2-11 16,-8 1 4-16,-6-1 0 15,0-4 11-15,-8-1-5 0,-21-1 3 16,-13 9-7-16,-4 5 8 15,-3 9-1-15,1 0-9 16,6 12 0-16,3 10-2 16,12 6 5-16,10 0-3 15,10 0 0-15,7 4-34 16,0 1-101-16,18-10-153 16,6-6-413-16</inkml:trace>
  <inkml:trace contextRef="#ctx0" brushRef="#br0" timeOffset="48260.46">11255 10469 1088 0,'0'0'16'15,"0"0"-15"-15,0 0 106 16,0 0-9-16,0 0-55 0,0 0 8 16,84-4 6-16,-20 2-43 15,4-4 14-15,-3 0-23 16,-1 0-4-16,-4-4 8 16,-2 4 0-1,-3-2-9-15,-3 0 0 0,-10 7-7 16,-11-4 4-16,-15 5-91 15,-16 0-142-15,0 0-30 16,-18 0-403-16</inkml:trace>
  <inkml:trace contextRef="#ctx0" brushRef="#br0" timeOffset="48464.68">11522 10181 963 0,'0'0'11'0,"0"0"17"16,0 0 119-16,0 0-32 15,0 0-20-15,0 0-83 16,-22 44 20-16,41 24 46 16,4 4-69-16,4 8 16 15,0 3-25-15,-8-2 0 16,-3 10-4-16,-7 2-36 16,-9-5-232-16,0-11-203 15</inkml:trace>
  <inkml:trace contextRef="#ctx0" brushRef="#br0" timeOffset="51154.71">12355 10429 822 0,'0'0'2'0,"0"0"45"16,0 0 98-16,0 0-61 15,-125 0 13-15,110 0-33 16,3 0-15-16,1-10 2 15,5-4-30-15,2-4-4 16,2-1 9-16,2-4-24 16,0 4 4-16,0 4-6 15,2 5 5-15,11 3-10 16,5 7 5-16,3 0 0 16,8 7-9-16,5 18 14 15,4 14-5-15,-2 3 0 16,-3 4 8-16,-8 0-14 0,-6-2 6 15,-8-4 0 1,-6-5-1-16,-5-3 10 0,0-2-9 16,-13-1 0-16,-9-2 10 15,-7-3-13-15,-2-2 3 16,2-3 0-16,-5 0-4 16,8-5 12-16,-1-4-8 15,6-4 0-15,6-2 7 16,7-2-11-16,2-2 4 15,4 0 0-15,2 0 5 16,0 0 3-16,0 0-8 16,0-6 0-16,0 2 10 15,0 1-15-15,0 0 5 0,-2 0 0 16,2 0-3-16,0 3 10 16,0-2-7-16,0 0 0 15,0 2 3-15,0-2-9 16,0 2 6-16,0 0 0 15,0 0-7-15,0 0 11 16,0 0-4-16,0 0 0 16,0 0 4-16,0 0-12 15,0 0 8-15,0 0 0 16,0 0-5-16,0 0 11 16,0 0-6-16,0 0 0 15,0 0 5-15,0 0-11 0,0 0 6 16,0 0 0-16,0 0-4 15,0 0 8-15,0 0-4 16,0 0 0-16,0 0 2 16,0 0-10-16,0 0 8 15,0 0 0-15,0 0-7 16,0 0 10-16,0 0-3 16,0 0 0-16,0 0 5 15,0 0-9-15,0 0 4 16,0 0 0-16,0 0-4 15,0 0 10-15,0 0-6 0,0 0 0 16,0 0 6-16,0 0-13 16,0 0 7-16,0 0 0 15,0 0-5-15,0 0 11 16,0 0-6-16,-2 0 0 16,2 0 3-16,0 0-8 15,0 0 5-15,0 0 0 16,0 0-3-16,0 0 8 15,0 0-5-15,0 0 0 16,0 0 7-16,0 0-13 0,0 0 6 16,0 0 0-1,0 0-6-15,0 0 14 0,0 0-8 16,0 0 0-16,0 0 4 16,0 0-9-16,0 0 5 15,0 0 0-15,0 0-5 16,0 0 12-16,0 0-7 15,0 0 0-15,0 0 5 16,0 0-12-16,0 0 7 16,0 0 0-16,0 0-5 15,0 0 11-15,0 0-6 0,0 0 0 16,0 0 6-16,0 0-15 16,0 0 9-16,-2 0 0 15,2 0-4-15,0 0 11 16,0 0-7-16,0 0 0 15,0 0 5-15,0 0-12 16,0 0 7-16,0 0 0 16,0 0-5-16,0 0 12 15,0 0-7-15,0 0 0 16,0 0 4-16,0 0-12 16,0 0 8-16,0 0 0 15,0 0-4-15,0 0 10 0,0 0-6 16,0 0 0-16,0 0 5 15,0 0-12-15,0 0 7 16,0 0 0-16,0 0-5 16,0 0 13-16,0 0-8 15,0 0 0-15,0 0 5 16,0 0-14-16,0 0 9 16,0 0 0-16,0 0-3 15,0 0 10-15,0 0-7 16,0 0 0-16,-5 0 4 15,1 0-11-15,0 0 7 16,-4 0 0-16,2 0-3 16,1 0 13-1,3 0-10-15,0 0 0 0,0 0 8 0,0-4-7 16,0-4-1-16,2-1 0 16,0 1 0-16,0-1 8 15,0-1-8-15,0 2 0 16,6 0 5-16,7 0-11 15,3 2 6-15,-1 0 0 16,6 6 2-16,-3 0 8 16,1 0-4-16,2 22 11 15,1 11-17-15,2 7 26 0,-1 3-22 16,1 0 1-16,-3-4 10 16,-4-4-6-16,1-8-5 15,-5-2-4-15,1-11 10 31,-1-4-16-31,10-9 6 0,10-1-15 0,11-5-45 16,8-32-223-16,-5-10-128 16</inkml:trace>
  <inkml:trace contextRef="#ctx0" brushRef="#br0" timeOffset="51707.1">12720 10465 846 0,'0'0'35'16,"0"0"106"-16,0 0-1 15,0 0-70-15,0 0-23 16,0 0-8-16,-42-102-37 16,71 77 10-16,5 4-12 15,-1 7 7-15,3 5-9 16,-5 9 7-16,-2 0-5 15,0 23 26 1,-7 13-16-16,-7 6 11 0,-3 2-10 0,-10 0-8 31,-2-3 16-31,0-2-16 16,-14-1-2-16,-3-3 8 16,-5-8 2-16,3-2-10 15,2-10-1-15,3-5 8 16,6-5-16-16,3-3 8 15,5-2 0-15,0 0 2 16,0 0 2-16,7-4-4 16,15-11 0-16,10 0 4 15,3 1-10-15,1 5 6 0,3 8 0 16,2 1-4-16,-3 7 11 16,-5 18-7-16,-8 7 0 15,-10 2 11-15,-13 2-4 16,-2 2-5-16,-11 0 4 15,-24-2 30-15,-10-5-11 16,-8-8-3-16,-3-3 1 16,0-9-2-16,0-11 18 15,6 0-39-15,4-4 2 16,15-27-5-16,16-6-25 0,15-14-103 16,5-3-134-16,28 6-260 15</inkml:trace>
  <inkml:trace contextRef="#ctx0" brushRef="#br0" timeOffset="52318.99">13560 10636 233 0,'0'0'485'0,"0"0"-470"16,0 0 121-16,0 0 23 15,0 0-89-15,0 0 15 16,-39 17-31-16,47-17-27 16,17 0 19-16,12 0-2 0,11-11-9 15,5-5 7-15,10 3-15 16,-4 3 16-16,4 0 0 15,-5 4-23-15,-9-2 16 16,-4 3-28-16,-10-1-6 16,-4 1-2-16,-8 1 0 15,-9 2 0-15,-2 2-85 16,-7 0-180-16,-5 0 9 16,0 0-135-16</inkml:trace>
  <inkml:trace contextRef="#ctx0" brushRef="#br0" timeOffset="52555.28">13826 10353 800 0,'0'0'54'0,"0"0"69"16,0 0 44-16,0 0-52 16,0 0-23-16,0 0-39 15,-34 73 4-15,34-2 31 16,21 11-30-16,8 7-29 15,2-6 20-15,0-2-49 16,0-9 1-16,-2-8-6 16,-5-4 3-16,-6-4-12 0,-7-8-150 15,-9-11-216-15,-2-13-523 16</inkml:trace>
  <inkml:trace contextRef="#ctx0" brushRef="#br0" timeOffset="54099.27">14795 10699 489 0,'0'0'53'0,"0"0"48"0,0 0 73 15,20-120-1 1,-20 87-88-16,0 2 6 0,-9 5 5 15,-13 6-22 1,-5 6 19-16,-2 4-51 0,-2 10-20 16,-3 0 8-16,-3 2-28 15,1 20 13-15,1 2-15 16,3 2 7-16,8-2-11 16,5-4 4-16,6-1 0 15,5-8-5-15,6-3 10 16,2 4-5-1,0 1 0-15,0 1 5 0,0 2-12 0,0 0 7 16,0-2 0-16,2-1-6 16,6-6 9-16,3-1-3 15,5-2 0-15,-1-4 7 16,6 0-13-16,4 0 6 16,-2 0 0-1,2 0-9 1,0-4 16-16,-5-5-7 15,0-2 0-15,-4-3 6 16,-3-2-18-16,0 0 12 16,-2-2 0-16,-2-1-4 15,0 2 12-15,-2 4-8 16,-5 5 0-16,0 2 6 16,-2 6-3-16,0 0-3 0,0 0 2 15,0 0 11-15,0 0-7 16,0 0 0-16,0 0-6 15,0 0 10-15,0 0-9 16,0 0-1-16,0 0 0 16,0 0 6-16,0 0 3 15,0 0-5-15,0 0 0 16,0 0 2-16,0 0 6 16,0 0-10-16,0 0-2 15,0 0 6-15,0 0 4 0,0 0-10 16,0 0 0-1,0 0 5-15,0 0-4 0,0 14-1 16,0 25 0-16,0 12 25 16,0 12-18-16,0 6 19 15,0 0-16-15,9 0 2 16,3-4-10-16,-4 0-2 16,1-3 0-16,3-6-9 15,1-2-30-15,3-8-100 16,-1-10-209-16,-1-9-464 15</inkml:trace>
  <inkml:trace contextRef="#ctx0" brushRef="#br0" timeOffset="54472.54">15263 10796 1148 0,'0'0'1'0,"0"0"25"16,0 0 115-16,0 0-31 0,0 0-6 15,0 0-51-15,0 0-48 16,44-7 26-16,23-12-19 15,7 0-5-15,1 2 10 16,-1 1-11-16,-3-1 3 16,-8 4-9-16,-9 3 7 15,-15 0-14-15,-10 4 7 16,-6 1 0-16,-10 5-9 16,-7 0-57-16,-1 0-98 15,-5-4-89-15,0-5-99 16,-7-7-318-16</inkml:trace>
  <inkml:trace contextRef="#ctx0" brushRef="#br0" timeOffset="54676.86">15586 10487 942 0,'0'0'26'16,"0"0"75"-16,0 0 46 16,0 0-11-16,0 0-15 15,0 0-60-15,-32-19-12 16,37 50-31-16,15 13 43 15,5 13-25-15,2 5-29 0,0 2-4 16,-4 0-3 0,0 2-11-16,-5 0 7 0,-9-1-119 15,-5-1-115-15,-4-8-47 16,-2-12-425-16</inkml:trace>
  <inkml:trace contextRef="#ctx0" brushRef="#br0" timeOffset="55856.82">16377 10622 667 0,'0'0'73'0,"0"0"85"16,0 0-5-16,0 0-44 15,-94-107-23-15,94 81-7 16,0 2-47 0,26 2-24-16,4 4 16 0,4 11-3 15,-1 7-13-15,0 0 34 16,1 13-21-16,-3 24 8 16,-4 10 8-16,-9 12-35 15,-5 4 11-15,-13 3-13 16,0-1 10-16,-4-5-5 15,-21-10-5-15,-4-6 0 0,-5-9-1 16,1-10 8-16,0-6-7 16,-1-9 0-16,-1-10 8 15,4 0-10-15,-4-4 2 16,6-19 0-16,6 0 4 16,7 1 2-16,9 5-6 15,5 7 10-15,2 4-3 16,0 4 0-16,17 1-7 15,18 1 0-15,0 0 23 16,7 5-22-16,1 18 21 0,3-1-22 16,-4 0 15-16,-1 0-22 15,1-2 7-15,2-6-12 16,3-2-19 0,3-11-132-16,-4-1-83 0,-4 0-91 15,-3-20-314-15</inkml:trace>
  <inkml:trace contextRef="#ctx0" brushRef="#br0" timeOffset="56234.23">16934 10453 721 0,'0'0'8'0,"0"0"18"0,0 0 99 16,0 0 3-16,-21-106-11 15,9 106-11-15,-2 0-59 16,-6 22-25-16,4 18 28 15,3 13-19-15,7 6 7 16,6 6-9 0,0 5-27-16,10-2 18 0,15-2-20 15,2-5 0-15,2-8 2 16,2-11 2-16,0-12-4 16,3-12 0-16,-3-9 8 15,0-9-11-15,-4 0 3 16,-5-2 0-16,-6-17 4 15,-6-5 6-15,-10-3-10 0,0-1 6 16,-6-1 1-16,-23 5 12 16,-9 8-11-16,-5 10 3 15,-3 6 9-15,4 0-14 16,6 2-6-16,14 8 0 16,12 0-14-16,10 0-45 31,3-2-220-31,26-6-242 0</inkml:trace>
  <inkml:trace contextRef="#ctx0" brushRef="#br0" timeOffset="56503.91">17427 10772 1119 0,'0'0'1'0,"0"0"25"16,0 0 57-16,0 0 18 16,0 0-2-16,135-63-45 15,-68 55-34-15,0 1 26 16,4 3-37-16,2 2 5 0,-3 2-14 16,-5-2 8-16,-13-2-19 15,-11 4 3-15,-12-2-72 16,-16 2-109-16,-13 0-100 15,-4 0-187-15</inkml:trace>
  <inkml:trace contextRef="#ctx0" brushRef="#br0" timeOffset="56689.99">17705 10499 744 0,'0'0'72'16,"0"0"76"-16,0 0 30 15,0 0-61-15,0 0 4 0,0 0-21 16,-60-70-73-16,60 106-11 15,0 23 2-15,4 17-9 16,11 6 11-16,3 4-20 16,0 0-4-16,-2 3-1 15,-5-6-100-15,-6-4-135 16,-5-12-159-16</inkml:trace>
  <inkml:trace contextRef="#ctx0" brushRef="#br0" timeOffset="85971.34">18745 10413 1136 0,'0'0'4'0,"0"0"30"0,0 0 73 16,0 0-39-16,-51-116-26 16,30 101-25-16,0 4-16 15,-6 2 19-15,-5 5-12 16,-3 4 1-16,-5 0 15 16,-2 21-23-16,0 9 15 15,6-1-4-15,14 2-11 16,10-3 10-16,12-1-9 15,0-2-2-15,7 1 0 16,27 0 14-16,14 2-14 0,14 5 0 16,10 1 3-16,-5 6-6 15,-2 4 3-15,-12 4 0 16,-11-2 0-16,-15 0 7 16,-16-4-7-16,-11-4 0 15,0-1 2-15,-22-6 4 16,-16 0-2-16,-2-9-2 15,-2-6 1-15,3-12 5 16,4-4 0-16,4 0 0 16,4-24-7-16,7-12 10 15,9-13-9-15,8-13-2 16,3-12 0-16,5-13-19 0,29-4-72 16,19-3-82-16,23-5-81 15,16 3-416-15</inkml:trace>
  <inkml:trace contextRef="#ctx0" brushRef="#br0" timeOffset="86253.93">19658 10686 1214 0,'0'0'14'0,"0"0"-12"16,0 0 39-16,0 0 62 15,0 0-42-15,0 0-40 16,114-10 26-16,-45-7-24 16,12-2-20-16,-1 1-2 15,-1-3-1-15,-2 3-5 16,-8 4-86-16,-15 4-170 0,-17 4-35 15,-24 6-364 1</inkml:trace>
  <inkml:trace contextRef="#ctx0" brushRef="#br0" timeOffset="86417.29">19752 10997 574 0,'0'0'171'0,"0"0"-129"16,0 0 91-16,0 0 4 15,0 0-47-15,0 0-21 16,139-21-11-16,-57-12-55 16,10-6-3-16,1-3 0 15,-1 4-106-15,-20 3-158 0</inkml:trace>
  <inkml:trace contextRef="#ctx0" brushRef="#br0" timeOffset="98527.47">8079 9056 665 0,'0'0'156'15,"0"0"-134"-15,0 0 78 16,0 0-53-1,0 0 30-15,-131-87-31 0,85 87-6 16,-6 26 12-16,-4 22-26 16,-4 27 0-16,-7 37 21 15,1 40-8-15,5 37 22 16,14 55 2-16,23 19-13 16,20 4-2-16,4-11-38 0,33-51-1 15,28-29-6-15,32-21 9 16,34-30-17-16,29-25 5 15,25-30-42-15,12-34-29 16,5-28-125-16,16-8-61 16,0-44-243-16</inkml:trace>
  <inkml:trace contextRef="#ctx0" brushRef="#br0" timeOffset="99470.9">18500 9428 1065 0,'0'0'20'0,"0"0"-20"16,0 0 40-16,0 0 46 15,0 0-44-15,125 40-21 16,-9 13 42-16,9 31-51 15,-3 26 51-15,-11 31 9 16,-19 25-40-16,-20 5 12 16,-26 1-21-16,-26-6-18 15,-20-15 24-15,0-9-28 16,-41-9-1-16,-13-12 1 0,-16 0-1 16,-8-5-1-16,-4-8-57 15,-3-5-103-15,0-9-50 16,1-14-198-16</inkml:trace>
  <inkml:trace contextRef="#ctx0" brushRef="#br0" timeOffset="100932.57">10942 9435 901 0,'0'0'28'16,"0"0"103"-16,0 0-11 16,0 0 0-16,0 0-16 15,0 0-100-15,-98 168 12 16,9 29-9-16,-24 57 31 15,-21 45 10-15,-10 14-47 16,1-11 1-16,7-13-2 0,18-24-29 16,22-29-121-16,24-23-75 15,17-32-122-15,17-36-308 16</inkml:trace>
  <inkml:trace contextRef="#ctx0" brushRef="#br0" timeOffset="101357.16">9514 9475 311 0,'0'0'646'0,"0"0"-635"15,0 0 50-15,0 0 50 16,0 0-6 0,0 0-77-16,-118 63-18 0,16 75-19 15,-28 76 16-15,-23 58-7 16,-10 49 0-16,-2 28-2 16,14-2-4-16,24-8-47 15,25-26-137-15,25-36-20 16,19-45-247-16</inkml:trace>
  <inkml:trace contextRef="#ctx0" brushRef="#br0" timeOffset="103514.7">4505 4914 919 0,'0'0'16'0,"0"0"-14"0,0 0 92 15,0 0 5-15,0 0-35 16,0 0-14-16,-31-28-39 15,31 45 6-15,-2 21-2 16,-2 13 2-16,1 5 28 16,-3 5-30-16,0 3-2 31,-2 2 3-31,6-3-10 0,2-5-3 0,0-8-3 16,0-10 4-16,22-6-7 15,10-12 3-15,7-8 0 16,7-6 4-16,0-8 0 15,-5 0-4-15,-7 0 0 16,-6-14-3-16,-9-8-1 16,-7-9 4-16,-8-2 0 0,-4-9 7 15,0-6-2-15,0-2-1 16,-11 5-2-16,-2 9 3 16,0 10 6-16,3 11-9 15,2 6 4-15,3 3 23 16,5 4-25-16,-3 2 21 15,3 0-20-15,0 0 1 16,0 30-4-16,0 13 0 16,0 11-1-16,0 2 22 0,10-2-22 15,4 0 18-15,-1-4-13 16,2-2 0-16,-1-4-6 16,1-3 0-16,3-5 0 15,0-4-7 1,4-5-9-16,5-6-103 0,-1-7-117 15,-1-14-128-15,-10 0-351 16</inkml:trace>
  <inkml:trace contextRef="#ctx0" brushRef="#br0" timeOffset="103860.53">4941 5086 974 0,'0'0'10'0,"0"0"10"15,0 0 120-15,0 0-87 16,0 0-30-16,0 0-7 16,-75 23-11-16,75 35-2 31,0 10 0-31,21 3 5 0,1-5-8 0,6-8 0 31,4-10 0-31,2-15 0 0,-1-8 5 0,3-13-5 16,-3-10 0-16,-2-2 8 0,-2-3-4 15,-4-26-4-15,-10-5 3 32,-3-12 12-32,-12-10-3 15,0-6 33-15,-18-9 1 16,-18 1-24-16,-9 8 8 16,-1 12-30-16,1 17 0 15,3 12-7-15,6 19-31 16,7 2-107-16,4 24-91 15,1 20-348-15</inkml:trace>
  <inkml:trace contextRef="#ctx0" brushRef="#br0" timeOffset="111714.77">4831 6266 800 0,'0'0'8'0,"0"0"14"15,0 0 30-15,-116 50-22 16,91-38-22-16,6-4 19 0,-2-3 9 16,8-5-22-16,2 0 19 15,2 0-7-15,0-11-20 16,3-8 16-16,1-1-16 15,5-5 6-15,0 1-5 16,0 4 0-16,2 2-6 16,14 2 4-16,9 6-4 15,4 4 22-15,5 6-11 16,7 1 12-16,-1 32-3 16,1 15-20-16,-10 14 7 15,-9 14-5-15,-15 4 1 0,-7 5 4 16,-7-6-7-1,-22-4-1-15,-2-13 2 0,0-12 5 16,2-13-5-16,6-15 3 16,3-14 1-16,0-8 23 15,0 0-10-15,0-27 9 16,-2-7-5-16,4-7-17 16,2-2 20-16,7 3-26 15,5 10 2-15,4 4 4 16,0 5-5-16,4 6-1 0,14 5 13 15,4 10-12 1,5 0 9-16,4 2 18 0,8 16-14 16,-2 2-2-16,3 3-12 15,0-4 0-15,3-1-2 16,1-2 3 0,5-6-2-16,7-4-68 0,5-6-104 15,-4 0-45-15,-10-13-184 16</inkml:trace>
  <inkml:trace contextRef="#ctx0" brushRef="#br0" timeOffset="112123.06">5126 6280 658 0,'0'0'19'15,"0"0"37"-15,0 0 113 16,0 0-79-16,0 0-73 15,-32-113 3-15,50 94 3 16,2 1-2-16,-3 5 15 16,-1 12-26-16,-3 1-6 15,-1 0-4-15,-1 20 7 16,-6 14-7-16,-2 12 0 0,-3 4 4 16,0 0-5-1,0-6 1-15,0-13 0 0,0-12-4 16,0-7 10-1,5-3-6-15,22-5 0 0,13-3 5 16,7 2 2-16,4-1-7 16,-9 1 0-16,-8 0 4 15,-16 0 2-15,-14 1 5 16,-4 5 21-16,-8 7-20 16,-28 6 4-16,-13 8-16 15,-3 4 0-15,-1 0-8 16,8 3-87-16,10 5-87 15,-1-3-130-15</inkml:trace>
  <inkml:trace contextRef="#ctx0" brushRef="#br0" timeOffset="112474.3">4183 7602 16 0,'0'0'641'16,"-125"74"-608"-16,85-46 66 0,13-12 23 16,13-6-79-1,12-6-16-15,2-4-4 0,16 0-23 16,35-14 34-16,29-22-13 16,25-16-2-16,27-19 3 15,14-11-4-15,20-6 26 16,12-2-6-16,14 0-5 15,10 3 1-15,5 3-16 16,-1 0 1-16,-17 10 32 16,-29 11-19-16,-40 17-15 15,-39 18-17-15,-37 14 3 16,-30 11-10-16,-14 3-26 16,-32 15-61-16,-33 31-28 15,-30 19-152-15,-16 7-241 16</inkml:trace>
  <inkml:trace contextRef="#ctx0" brushRef="#br0" timeOffset="113191.11">4976 7597 921 0,'0'0'22'0,"0"0"7"0,0 0 141 16,0 0-100-1,0 0 2-15,0 0-15 0,-39-58-57 16,33 93 0-16,4 17-6 15,2 12 6-15,0 3-1 16,25-6 4-16,14-7-3 16,6-9 0-16,6-12-1 15,-2-7-4-15,-4-11 5 16,-2-9-3-16,-12-6-4 16,-4 0 7-16,-10 0 0 15,-11-12 9-15,-3-5-3 16,-3 2 8-16,-3-3 2 15,-18 1 2-15,-6 7 48 0,-2 1-50 16,-2 4-9-16,6 5-7 16,0 0 5-16,8 0-10 15,3 3-9-15,10 10-104 16,4 5-91-16,0-8-174 16</inkml:trace>
  <inkml:trace contextRef="#ctx0" brushRef="#br0" timeOffset="113599.32">5361 7453 1002 0,'0'0'23'0,"0"0"-23"15,14-129 54-15,24 84 16 16,4 13-22-16,-5 12-46 16,0 11 12-16,-8 9-14 15,-7 11 2-15,2 21-3 16,-10 6 2-16,-8 4-1 16,-1-5 0-16,-5-6 5 15,3-5-5-15,7-6 0 16,6-1 0-16,6-5-1 0,12-3 1 15,3 0 0-15,5-2 3 16,-4 1 4-16,-11 0-7 16,-12-2 0-16,-10-2 1 15,-5 4 9-15,-2 9-5 16,-29 6 4-16,-11 10-9 16,-8 3 6-16,3-5-14 15,3 3-64-15,2-3-115 16,1-7-139-16</inkml:trace>
  <inkml:trace contextRef="#ctx0" brushRef="#br0" timeOffset="114022.93">4993 8678 672 0,'0'0'209'0,"0"0"-190"0,0 0 68 15,0 0 7-15,0 0-41 16,0 0-25-16,72-114 18 16,-9 56-21-16,8 1-5 0,0 2 7 15,-7 12-22 1,-8 11 0-16,-18 10-5 0,-14 13-7 15,-17 9-60-15,-7 0-109 16,-26 0-189-16</inkml:trace>
  <inkml:trace contextRef="#ctx0" brushRef="#br0" timeOffset="114212">5080 8362 702 0,'0'0'82'0,"0"0"64"15,0 0 15-15,0 0-80 16,0 0-21-16,0 0 58 0,61 1-54 16,-22 30-16-16,4 13-28 15,2 11-15-15,1 8-10 16,3 5-31 0,-2 2-133-16,-2-3-14 0,-12-13-140 15,-6-14-329-15</inkml:trace>
  <inkml:trace contextRef="#ctx0" brushRef="#br0" timeOffset="114621.4">6019 8038 666 0,'0'0'428'16,"0"0"-408"-16,-101-102 51 15,55 87 6-15,1 7-22 16,7 8-45 0,2 0-9-16,7 25-2 0,5 8-7 15,6 3 7-15,9-5-2 16,9-2-14-16,0-8-13 16,2-6-52-16,21-9 21 0,6-6 38 15,2 0-8-15,0-12 31 16,0-10 0-1,-4-2 4-15,-2 2 3 0,-6 4 12 16,-3 6 27-16,-5 4 20 16,3 8-21-16,1 0 9 15,5 14-14-15,3 16 9 16,1 6-16-16,3 2-33 16,-3-2 0-16,1 0-1 15,-5 1-13-15,-7 1-120 16,-11 2-66-16,-2 2-186 0</inkml:trace>
  <inkml:trace contextRef="#ctx0" brushRef="#br0" timeOffset="114951.99">4802 9310 831 0,'0'0'28'0,"-136"90"-6"16,98-62 119-1,16-12-72-15,15-7-34 0,7-9-22 16,29 0-7-16,35-16 46 16,33-27-32-16,26-19-5 15,23-19-8-15,26-13-4 16,11-10 26-16,12-4-6 15,6 0-11-15,-3 3 8 16,-4 4 16 0,-14 13-31-16,-24 8-5 0,-26 21-3 0,-32 17 2 15,-35 13-103-15,-32 15-121 16,-27 8-93-16</inkml:trace>
  <inkml:trace contextRef="#ctx0" brushRef="#br0" timeOffset="115534.3">5579 8442 1005 0,'0'0'55'0,"0"0"104"0,0 0 0 16,0 0-68-16,0 0-63 15,0 0 15-15,-8 8-41 16,16 30 0-16,19 12 3 15,4 5-4-15,3-2-2 16,-1 4-66-16,6-5-136 16,-6-2-63-16,-9-10-284 15</inkml:trace>
  <inkml:trace contextRef="#ctx0" brushRef="#br0" timeOffset="115942.76">6381 9001 910 0,'0'0'12'0,"0"0"62"15,0 0 32 1,-124-38-43-16,115 7-9 0,9-4-34 15,0-1-20-15,16 0 4 16,17 4-9-16,7 4 5 16,-2 14 0-16,-3 6-1 15,-3 8 4-15,-8 4-3 16,-3 28 0-16,-8 14 5 16,-9 11-4-16,-4 10-1 15,0-3 1-15,-17-2 0 16,-8-5 7-16,-2-11-8 15,7-8 15-15,0-11-7 0,11-14 20 16,7-9-12 0,2-4-16-16,5 0 17 0,34-24-14 15,20-20 3-15,18-20-6 16,12-13-95-16,7-11-47 16,-5-7-100-16,-1-2-146 15</inkml:trace>
  <inkml:trace contextRef="#ctx0" brushRef="#br0" timeOffset="117621.58">5604 9367 345 0,'0'0'602'16,"0"0"-597"-16,0 0 76 16,0 0 64-16,0 0-66 15,0 0-66-15,27-116 16 16,13 66-7-16,-3 11 20 16,-2 7 19-16,-13 12-31 15,-5 14 1-15,-6 6-26 0,3 0 14 16,1 28 24-16,8 12-21 15,-3 8 6-15,0 2-12 16,0-4-15-16,-1-4 18 16,2-4-16-16,-3-3-3 15,-3-5 0-15,-3-3-1 16,-1-3 0-16,-3-1-30 16,-1-5-79-16,0-2-45 0,-5 0-19 15,-2-6-11 1,0-2-127-1,-9-4-210-15</inkml:trace>
  <inkml:trace contextRef="#ctx0" brushRef="#br0" timeOffset="117809.95">5729 9632 223 0,'0'0'268'16,"0"0"-199"-16,0 0 57 16,0 0 1-16,0 0-14 15,0 0-70-15,18-101-5 16,40 45-23-16,15-11 1 15,12-9-16-15,9-5 2 16,-1 2-7-16,-4 8 4 0,-13 16-9 16,-18 19-68-16,-21 19-302 31</inkml:trace>
  <inkml:trace contextRef="#ctx0" brushRef="#br0" timeOffset="118063.2">5778 10093 1007 0,'0'0'2'0,"0"0"-2"16,0 0 38-16,0 0 22 16,0 0 26-16,142-89-18 15,-15-3-64-15,17-17 8 16,13-7 4-16,3-4 18 15,-1 2 9-15,2 3 16 16,-3 9 9-16,-9 6-52 16,-20 18-12-16,-25 12-8 15,-36 23-110-15,-37 13-118 32,-31 15-198-32</inkml:trace>
  <inkml:trace contextRef="#ctx0" brushRef="#br0" timeOffset="119116.38">1997 11225 1173 0,'0'0'18'16,"0"0"-6"-16,0 0 75 16,0 0 30-16,0 0-17 15,0 0-68-15,-62-143-32 16,93 100 2-16,0 8-2 16,-2 15 0-16,2 8 2 15,-2 11-9-15,0 1 7 16,2 7 0-16,1 23-2 15,-3 15 6-15,-3 9 2 16,-2 10 0-16,-6 4-2 16,-5 5 17-16,-1-6-7 15,-1-4 6-15,1-8 0 16,-2-8-15-16,3-11-1 0,8-6-4 16,3-7-11-16,8-12 8 15,5-9-98-15,5-2-158 16,-1-12-51-16,-12-21-395 15</inkml:trace>
  <inkml:trace contextRef="#ctx0" brushRef="#br0" timeOffset="119461.62">2526 11153 964 0,'0'0'23'15,"0"0"70"-15,-28-106 4 16,28 49-55-16,33-2 7 15,8 2-12-15,-1 20-21 16,-2 18-5-16,-5 19-11 16,0 14 0-16,-2 35 10 15,-6 14-9-15,-8 12 9 16,-11 5-1-16,-6-3-7 16,0-2 8-16,-19-5-1 15,-2-9-3-15,0-13 20 16,5-14-2-16,8-14 13 15,3-14-1-15,5-6-30 16,0 0 26-16,11-14-24 0,25-25 1 16,13-12-6-16,9-10 5 15,2 1-9-15,-2 9 1 16,-7 8-28-16,-4 11-54 16,-7 12-49-16,-4 10-34 15,-10 8-66-15,-12 2-133 16</inkml:trace>
  <inkml:trace contextRef="#ctx0" brushRef="#br0" timeOffset="120488.32">2142 12378 1007 0,'0'0'10'0,"0"0"19"0,0 0 44 16,-42-104-47-16,42 52-17 15,11-1 19-15,13 6-16 16,7 4-9-16,3 16 15 15,-1 8-18-15,1 17 7 16,3 2-1-16,3 27-1 16,1 17 3-16,-3 7-8 15,-9 8 3 1,-12 1-2-16,-7 1 2 0,-10-3-3 16,0 5 7-16,0-5-4 15,-21-1 9-15,-1-5-1 16,-1-8 0-16,3-10 30 0,2-8-13 15,8-8 0-15,3-9 10 16,5-5-24-16,0-4 16 16,2 0-8-16,0-3-13 15,21-21 8-15,20-14-16 16,8-10-1-16,4-2 0 16,-1-2-2-16,1 4-87 15,-2 1-58-15,-1-3-22 16,-6 1-218-16</inkml:trace>
  <inkml:trace contextRef="#ctx0" brushRef="#br0" timeOffset="120845.73">2866 11789 945 0,'0'0'9'15,"0"0"32"-15,0 0 57 16,0 0-43-16,0 0-35 16,-121 98 32-16,119-48-27 15,2 10-18-15,0 1 8 16,14-4-13-16,10-3 1 0,5-7 0 16,4-11 4-16,1-10-5 15,2-10-2-15,-3-10 1 16,3-6-1-16,-7 0 3 15,0-14-3-15,-10-8 10 16,-5-1-10-16,-6 6 30 16,-8 1 12-16,0 2-13 15,-1 2 32-15,-24 2-47 16,-4 4-1-16,-4 6-13 16,-3 0-4-16,-2 7-22 15,3 23-84-15,-1 11-62 16,0 9-91-16,0 2-374 0</inkml:trace>
  <inkml:trace contextRef="#ctx0" brushRef="#br0" timeOffset="121159.62">1953 13439 985 0,'0'0'8'0,"0"0"6"16,0 0 97-16,-119 94-71 0,112-88 26 16,7-6 22-16,37 0-70 15,38-34 27-15,31-22 24 16,33-24-47-16,23-20 6 16,18-16-6-16,20-13-3 15,8-9 17-15,12-9-29 16,2 5-2-16,-12 13 1 15,-33 21-6-15,-38 31-13 16,-50 26-65-16,-40 25-11 16,-33 20-17-16,-16 6-40 15,-21 16-55-15,-25 20-165 16</inkml:trace>
  <inkml:trace contextRef="#ctx0" brushRef="#br0" timeOffset="121914.16">3483 12858 957 0,'0'0'15'16,"0"0"57"-16,0 0 29 16,0 0-8-16,-135-55-59 15,112 63 43-15,0 18-51 0,6 6-22 16,7 5 0-16,8 1-4 16,2-2 0-1,0-4 0-15,23-5 6 0,14-6-6 16,15-3 0-16,10-2 1 15,7 0 4-15,-4 2-5 16,-14 0 0-16,-13 7 6 16,-16-2-4-16,-15 5 13 15,-7 4 12-15,0-2-13 16,-25-2 17-16,-1-9-15 16,-8-11 14-16,1-8 13 15,-3-6-23-15,-2-33 10 0,9-16-30 16,6-20 5-16,15-11-12 15,8-8-21-15,0 1-30 16,5 11-53-16,9 18-106 16,-8 22-57-16,-6 26-389 15</inkml:trace>
  <inkml:trace contextRef="#ctx0" brushRef="#br0" timeOffset="123029.78">2832 13366 811 0,'0'0'24'0,"0"0"146"0,0 0-20 16,0 0-48-16,0 0 0 15,-129-95-14-15,96 93-47 16,0 2 7-16,-1 11-25 16,1 28-4-16,4 13-2 15,6 12-11-15,9 3-2 16,14-8-4-16,0-9 1 0,29-9-6 16,16-17-2-16,14-13-5 15,3-11 12-15,2-1-32 16,-5-26 8-16,-11-9-13 15,-9-4 9-15,-14 0 13 16,-11 0 4-16,-11 6 11 31,-3 2 0-31,0 4 2 0,-3 8 9 0,-7 8 9 16,0 7 6-16,6 5 30 16,2 0-13-16,2 11-16 15,0 39-7-15,22 25-15 16,22 19-5-16,12 0 0 0,4-7-12 15,1-6 11 1,-3-6-81-16,-6-3-55 0,-5-3-51 16,-11-4-134-16,-11-11-581 15</inkml:trace>
  <inkml:trace contextRef="#ctx0" brushRef="#br0" timeOffset="124022.4">2874 14740 1044 0,'0'0'8'16,"0"0"35"-16,0 0 109 15,0 0-62-15,0 0-52 0,0 0 6 16,0 0 10-16,139-56-20 16,-58-1-13-16,-6-4-19 15,-9 7 13-15,-12 8-15 16,-14 12-34-16,-11 7-47 15,-11 9-44-15,-11 8-51 16,-7 1-137-16,-5 2-122 16</inkml:trace>
  <inkml:trace contextRef="#ctx0" brushRef="#br0" timeOffset="124195.86">3013 14281 757 0,'0'0'46'0,"0"0"119"16,0 0 2-16,0 0-54 15,0 0-26-15,0 0-20 16,15 83-24-16,41-11 6 16,11 4-35-16,2-4-13 15,5-4-1-15,-1-12-6 16,-1-10-82-16,-1-10-86 16,-7-14-109-16,-10-10-324 15</inkml:trace>
  <inkml:trace contextRef="#ctx0" brushRef="#br0" timeOffset="124604.93">3824 13974 1250 0,'0'0'6'0,"-121"-58"32"15,63 46 44-15,10 12 14 16,6 0-78-1,7 8-4-15,12 21-14 0,7 7-6 16,9-1 6-16,7-3-9 0,0-4-8 16,21-5 14-1,16-7-24-15,17-8 14 0,5-3 9 16,7 2-3-16,-4 3 4 16,-10 8 3-16,-6 6 0 15,-15 9 0-15,-12 9 3 16,-7 3 1-16,-12 7 12 15,0-2-16-15,0-8 15 16,-16-12 2-16,1-11 2 16,-3-18 20-16,1-1-30 15,-6-39 5-15,0-23-13 16,6-26-1-16,3-11-26 16,12 1-74-16,2 8-33 0,0 10 23 15,0 28-121-15,0 19-246 16</inkml:trace>
  <inkml:trace contextRef="#ctx0" brushRef="#br0" timeOffset="124919.29">3006 15783 1122 0,'-66'104'0'0,"16"-19"39"15,28-27 106-15,20-22-48 16,2-23-75-16,49-13 81 16,33-53-42-16,36-37-29 15,34-44-9-15,33-31-15 16,22-28 1-16,13-11-11 15,11-7 2-15,-11 11-33 16,-18 21 15-16,-21 31-41 16,-36 28-75-16,-41 31-132 15,-37 31-276-15</inkml:trace>
  <inkml:trace contextRef="#ctx0" brushRef="#br0" timeOffset="125390.36">3434 14779 1070 0,'0'0'44'15,"0"0"67"-15,0 0 70 16,0 0-40-16,0 0-87 16,0 0 1-16,-34 11-37 15,61 29-16-15,4 2 7 16,6 4-9-16,-2 2-1 16,5-2-12-16,2 3-76 15,3-8-34-15,-1-10-119 16,-1-5-153-1</inkml:trace>
  <inkml:trace contextRef="#ctx0" brushRef="#br0" timeOffset="125736.31">4553 14899 1278 0,'0'0'6'16,"0"0"66"-16,0 0 60 15,0 0-96-15,-103 159-25 0,103-81 6 16,36 8-17 0,12-6 0-16,6-12 0 0,0-14-5 15,-1-10-6-15,-2-14-19 16,-2-7 0-16,-8-14 10 15,-2-5-13-15,-8-4 22 16,-10 0 9-16,-7-18 4 16,-10 4 8-16,-4 0 14 15,0 3 6-15,-20 0 11 16,-14 7-18-16,-3 4-10 16,-2 0-3-16,1 0-10 15,5 11 0-15,4 10-60 0,9 9-77 16,0 8-67-16,0 5-222 15</inkml:trace>
  <inkml:trace contextRef="#ctx0" brushRef="#br0" timeOffset="126003.65">3882 15637 1207 0,'0'0'37'0,"0"0"119"16,0 0-5 0,0 0-75-16,0 0-37 0,0 0 5 15,64 86-28-15,-6-30-8 16,0-2-8-16,0-6 6 16,-2-6-14-16,-7-10-18 15,-9-10-81-15,-6-9-46 16,-7-13-98-16,-14 0-117 15,-7-22-453-15</inkml:trace>
  <inkml:trace contextRef="#ctx0" brushRef="#br0" timeOffset="126302.75">4214 15477 855 0,'0'0'52'0,"0"0"86"15,0 0 17-15,0 0-69 16,0 0-2-16,0 0-25 15,-71 107-37-15,104-58 3 16,13-5-13-16,6-9-12 16,4-10 6-16,-3-8-6 15,-4-12 0-15,-2-5-1 16,-9 0-7-16,-5-16 8 16,-10-11 0-16,-10-6 2 0,-13-7 14 15,0-2 11-15,-18-2 3 16,-22 8 5-16,-9 3-16 15,-7 13 4-15,-2 14-21 16,5 6 2-16,9 0-8 16,8 18-20-16,14 14-67 15,8 3-101-15,7 2-154 16</inkml:trace>
  <inkml:trace contextRef="#ctx0" brushRef="#br0" timeOffset="126554.22">4199 16816 850 0,'0'0'406'0,"-41"160"-341"16,34-113 43-16,7-22-53 15,13-21-24-15,43-4 17 16,29-58-26-16,31-49-3 15,24-44-17-15,24-37 3 16,13-27-10-16,10-4-43 16,8 3-14-16,-8 13-70 15,-21 16-62-15,-34 27-138 0</inkml:trace>
  <inkml:trace contextRef="#ctx0" brushRef="#br0" timeOffset="130185.2">20819 10361 926 0,'0'0'42'15,"0"0"101"-15,0 0-24 16,0 0 29-16,0 0-21 16,0 0-74-16,0 0-26 15,-37-32 13-15,45 88-21 16,9 18 34-16,0 10-43 15,-3 5-1-15,-1-1-8 16,1-1-1-16,-6-5-6 0,3-10 5 16,1-9-61-16,-4-16-98 15,-1-13-91-15,-3-18-49 16,-2-16-374-16</inkml:trace>
  <inkml:trace contextRef="#ctx0" brushRef="#br0" timeOffset="130562.7">21120 10375 1020 0,'0'0'55'15,"0"0"17"-15,0 0 69 16,0 0-70 0,0 0-32-16,0 0-1 0,-104 80-33 15,97-26 26-15,7 11-17 16,0 1-12-16,9 1 8 15,15 0-10-15,3-7 0 16,4-7-7-16,7-18 3 16,0-11 1-16,4-13-14 15,3-11-31-15,-3-4 25 16,-6-27 7-16,-5-9 16 0,-8-8 5 16,-15-6 3-16,-8-6 1 15,0 2 10-15,-24-1-4 16,-12 6 30-16,-6 9-21 15,-5 9-12-15,1 13 28 16,3 10-37 0,1 12 9-16,6 0-12 0,5 0-16 15,6 22 16-15,10 6-118 16,8 6-100-16,7-2-194 16</inkml:trace>
  <inkml:trace contextRef="#ctx0" brushRef="#br0" timeOffset="131005.21">21877 10334 1177 0,'0'0'7'16,"0"0"23"-16,0 0 99 15,0 0-71-15,-119-59-42 16,90 66 25-16,-2 28-40 0,0 13 22 16,6 11-15-16,4 6-4 15,9 8 6-15,12-2-10 16,0 2 0-16,8-5-3 16,23-5 9-16,7-11-6 15,5-15 0-15,-1-13-2 16,0-12-9-16,-1-12 11 15,-1 0 0-15,-9-12-5 16,-2-10 13-16,-9-3-8 16,-11-6 2-16,-5 2 9 15,-4 0 0-15,-9 2 3 0,-20 6 26 16,-8 5-14 0,-6 10-7-16,1 6-1 0,-3 0-18 15,5 16-11-15,7 8 10 16,10 6-30-16,17 0-131 15,6-4-116-15,0-3-339 16</inkml:trace>
  <inkml:trace contextRef="#ctx0" brushRef="#br0" timeOffset="131284.03">22324 10780 1184 0,'0'0'19'0,"0"0"20"15,0 0 8-15,0 0 14 16,0 0-44-16,122-56 41 16,-55 35-3-16,2 4-42 15,-5-1 24-15,-8 1-25 16,-9 3-10-16,-11 5 2 15,-14 3-4-15,-12 3-1 16,-10 3-51-16,0 0-169 16,-3 0-1-16,-22 0-224 0,-6 0-142 15</inkml:trace>
  <inkml:trace contextRef="#ctx0" brushRef="#br0" timeOffset="131488.34">22508 10503 556 0,'0'0'115'16,"0"0"39"-16,0 0-11 15,0 0-40-15,0 0 11 16,0 0-47-16,-49-38-2 16,49 49-27-16,10 34 14 15,7 20 64-15,1 12-92 0,3 9-3 16,-4-7 20 0,-1-4-33-16,5-7-8 15,2-8 0-15,2-7-20 0,-3-9-62 16,-2-8-213-16,-5-19-181 15</inkml:trace>
  <inkml:trace contextRef="#ctx0" brushRef="#br0" timeOffset="131880.91">23306 10143 760 0,'0'0'284'0,"0"0"-283"0,0 0 68 16,-60-103 26-16,29 103-54 16,-5 3 14-16,1 26-38 15,-2 21 21-15,8 15-5 16,8 15-33-16,5 8 28 16,9 2-12-16,7 0-11 15,0-6 14-15,7-9-15 16,22-9-4-16,4-16 0 15,6-11 8-15,-2-16-13 16,-1-8 5-16,-3-9 0 16,1-6-2-16,-1-3 13 15,-6-19-11-15,-5-9 3 0,-7-6 7 16,-12 1 5-16,-3 0 7 16,-9 8-7-16,-22 8 19 15,-11 12-31-15,-8 8 1 16,-9 10-4-16,-2 30-59 15,-6 18-86-15,1 8-175 16,-11 5-557-16</inkml:trace>
  <inkml:trace contextRef="#ctx0" brushRef="#br0" timeOffset="132321.24">20078 13002 1306 0,'0'0'1'16,"0"0"77"-16,0 0 31 15,0 0-58-15,0 0 20 16,0 0-62-16,122-79 4 16,-43 43-13-16,0 2-11 0,2 4-72 15,-8 6-136-15,-11 12-24 16,-17 12-143-16,-19 0-297 16</inkml:trace>
  <inkml:trace contextRef="#ctx0" brushRef="#br0" timeOffset="132463.56">20512 13036 650 0,'0'0'90'16,"0"0"80"-16,0 0-43 16,-85 112-53-16,85-104-5 15,2-8-15-15,29 0-22 16,16-8 4-16,10-20-36 0,7-3-7 16,3-6-118-16,-1-1-145 15,-5 2-571-15</inkml:trace>
  <inkml:trace contextRef="#ctx0" brushRef="#br0" timeOffset="132699.34">21243 12350 1233 0,'0'0'11'0,"0"0"87"0,0 0 15 16,0 0-1-16,0 0-72 15,0 0-22-15,-58 122 19 16,67-46-28-16,13-3 8 16,-1-3-17-16,5-3 2 15,0-11-13-15,5-6-40 16,4-12-116-16,-6-14-106 16,-1-16-284-16</inkml:trace>
  <inkml:trace contextRef="#ctx0" brushRef="#br0" timeOffset="132951.04">21657 12302 1010 0,'0'0'42'0,"0"0"95"15,0 0 2-15,0 0 0 16,0 0-85-16,0 0 2 15,-36 102 37-15,36-40-61 16,0 0 3-16,0-3-35 0,7-7 4 16,9-10-16-1,7-7 9 1,4-8-73-16,6-11-95 0,-2-10-120 0,-7-6-193 16</inkml:trace>
  <inkml:trace contextRef="#ctx0" brushRef="#br0" timeOffset="133296.97">21956 12330 655 0,'0'0'61'16,"0"0"71"-16,0 0 4 0,0 0-13 15,0 0-44-15,139-102-26 16,-105 102 7-16,-4 16-30 15,-6 20 14-15,-8 12-15 16,-12 5-13-16,-4 2 29 16,0 2-23-1,-20-6 11-15,-4 0 10 0,-1-9-26 16,3-7 21-16,-1-6-17 16,10-9-18-16,3-8 20 15,7-10-20 1,3-2-1-16,0 0-2 0,15-2 14 0,23-23-10 15,18-17-4-15,15-8 3 16,10-5-16-16,12-8 13 16,1-2-56-16,-5-6-62 15,-18 0-130-15,-28 2-393 16</inkml:trace>
  <inkml:trace contextRef="#ctx0" brushRef="#br0" timeOffset="134634.96">16608 3529 1050 0,'0'0'20'0,"-177"30"14"15,107-18 100-15,18-1-89 16,24-5-29-16,20-6 47 15,8 0-33-15,36 0-29 16,41 0 14-16,45 0-12 16,34-3-3-16,31-19 2 15,14-7 9-15,7-9-13 16,-8-1 2-16,-13-5 0 16,-11 0-4-16,-27 3 9 15,-28 9-10-15,-39 6 2 16,-42 13-147-16,-37 4 45 0,-22 9 34 15,-61 0-250 1,-35 18-113-16</inkml:trace>
  <inkml:trace contextRef="#ctx0" brushRef="#br0" timeOffset="134838.69">16361 3779 830 0,'-125'42'72'15,"48"-17"-42"-15,41-15 105 16,36-10-51-16,63 0-57 15,39-22-7-15,41-19 24 16,32-17-43-16,22-8 2 0,7-2-2 16,6 1 10-16,-17 6-11 15,-14 6 0 1,-30 10 0-16,-28 13-11 0,-41 5-51 16,-47 7-376-1</inkml:trace>
  <inkml:trace contextRef="#ctx0" brushRef="#br0" timeOffset="137519.4">8775 14205 1074 0,'0'0'0'0,"-150"0"4"16,92 0 38-16,14-4 13 15,17-2 28-15,14 2-55 16,5 2-16-16,8-6 60 16,25-7-68-16,36-4 2 15,37-9 3-15,49-13-1 16,42 0-5-16,56-10-1 16,63-7 2-16,52-14-7 15,82-10 3-15,77-8 0 16,65-8 0-16,66 1 7 15,48-3-7-15,30-5 0 0,38-5 9 16,17-4-18-16,13-2 10 16,0 0-1-16,-9 3 3 15,-21 5 4-15,-39 8-7 16,-50 5 0-16,-73 7 4 16,-82 4-9-16,-74 3 5 15,-88 13 0-15,-79 8-1 16,-78 12 0-16,-82 18 0 15,-68 10-35-15,-53 12-66 16,-33 8-21-16,-52 0-266 16</inkml:trace>
  <inkml:trace contextRef="#ctx0" brushRef="#br0" timeOffset="180897.1">19298 3324 733 0,'0'0'44'0,"0"0"119"0,0 0-19 16,0 0-58-16,0 0-29 16,0 0 15-16,0 0-28 15,-74 24-21-15,74-24-4 16,7 3-10-16,21 0 4 16,13 0 1-16,8-3-14 15,7 0 15-15,-1-3-15 16,1-10 0-16,-2-4-3 15,-8 2-36-15,-7-2-35 16,-4 3-20-16,-14 2-73 16,-8 6-92-16,-13 3-100 0</inkml:trace>
  <inkml:trace contextRef="#ctx0" brushRef="#br0" timeOffset="181085.83">19367 3373 558 0,'0'0'91'15,"0"0"23"-15,0 0 36 0,0 0-72 16,0 0-31-16,0 0-10 16,-38 58-6-16,89-58 3 15,13-10 9-15,17-15-43 0,8-7-5 16,3-4-40-16,-7 2-26 16,-15 0-62-16,-20 4-178 15</inkml:trace>
  <inkml:trace contextRef="#ctx0" brushRef="#br0" timeOffset="187454.4">9091 14893 155 0,'0'0'793'0,"0"0"-748"15,-61-122 95 1,49 95-22-16,3 13 2 0,5 11-34 16,4 3-33-16,-4 0 19 31,4 0-56-31,0 16-2 0,12 30 6 0,17 17-9 31,2 22 36-31,-1 5-17 16,-7-4-21-16,-7-6 28 0,-3-7-35 0,-4-9 5 31,-2-8-1-31,0-6 6 0,-3-6-12 16,4-8 0-1,2-5-4-15,1-7-4 0,12-7-33 16,6-7-117-16,8-10-120 16,5-19-192-16</inkml:trace>
  <inkml:trace contextRef="#ctx0" brushRef="#br0" timeOffset="187831.69">9521 15087 1140 0,'0'0'5'0,"0"0"-5"0,0 0 97 16,0 0-57-16,0 0 19 15,0 0 23-15,-109-102-43 16,109 62-33-16,9-6-6 16,20 15 2-16,3 4-6 15,7 10 6-15,2 14-2 16,3 3 8-16,5 17-1 16,4 28 13-16,3 11 2 15,-5 13-11-15,-7-4 14 16,-5 3-24-16,-13-5 8 15,-6-5 15-15,-7-10-23 0,-5-2 24 16,-4-12-15-16,-4 0-7 16,0-8 5-16,0 1-8 15,0-14 0-15,0-3-1 16,0-3-97-16,0-7-93 16,0 0-58-16,0 0-182 15</inkml:trace>
  <inkml:trace contextRef="#ctx0" brushRef="#br0" timeOffset="188036.68">9717 15350 962 0,'0'0'11'0,"0"0"30"16,0 0 118-16,0 0-69 16,0 0-51-16,0 0 7 15,-40 2-16-15,64-13-22 16,14-10 0-16,11-8-3 15,5 1-3-15,2 1-2 16,1 0-106-16,6 5-38 16,2 4-47-16,1 8-169 15</inkml:trace>
  <inkml:trace contextRef="#ctx0" brushRef="#br0" timeOffset="188287.93">10368 15280 1043 0,'0'0'16'0,"0"0"16"16,0 0 65-16,0 0-39 15,0 0-39-15,0 0 6 16,-16 6-4-16,47-6-15 16,14-10 54-16,8-4-29 15,3-5-1-15,4 2-3 0,-2 0-26 16,-2 4 12-16,-2-1-13 15,-8 4-11-15,-3 1 8 16,-12 5-84-16,-5 4-179 16,-12-5-49-16,-14 3-201 15</inkml:trace>
  <inkml:trace contextRef="#ctx0" brushRef="#br0" timeOffset="188523.5">10515 14949 1097 0,'0'0'23'0,"0"0"81"16,0 0-37-16,0 0-22 15,0 0-13-15,0 0 12 16,9 162 53-16,12-91-53 16,4-4-11-16,0 4-8 15,0-5-19-15,-1 2 0 16,3-10-6-16,-1-4-16 15,8-9-31-15,2-11-167 16,-3-17-98-16,1-14-521 0</inkml:trace>
  <inkml:trace contextRef="#ctx0" brushRef="#br0" timeOffset="189009.8">11110 15097 99 0,'0'0'1114'0,"0"0"-1105"15,0 0 7-15,0 0 58 16,0 0-35-16,-108-106 6 16,108 77-29-16,6 0-13 15,22 5 3-15,8 2-6 16,4 7 1-16,0 15 0 0,7 0 5 15,-3 27-5-15,1 23 20 16,-7 13-20-16,-11 16 23 16,-16 6-20-16,-11 1-3 15,0-7 14 1,-21-6-15-16,-10-10 0 0,-2-11 4 16,-1-15 3-16,3-10-1 15,4-14-6-15,6-8 3 16,-2-5 7-16,5-14-7 15,-1-12-3-15,2-11 0 16,9 5 8-16,5 7-8 16,3 2 0-16,0 10 0 15,0 12-6-15,11 1 10 0,16 0-4 16,9 8 25-16,13 21-13 16,2-8 11-16,3 4-23 15,-1-4 6-15,-3-3-14 16,-4 0 8-16,-1-1-21 15,-5-8-100 1,0 0-205-16,-7-9-154 0</inkml:trace>
  <inkml:trace contextRef="#ctx0" brushRef="#br0" timeOffset="189434.64">11900 14874 942 0,'0'0'110'15,"0"0"-87"-15,0 0 101 16,0 0-33-16,0 0-14 16,-131-67-15-16,102 72-53 15,0 30-5-15,5 11 10 16,6 16-11-16,14 10 10 16,4-2-4-16,0 5-2 15,20-13 8-15,8-6-14 0,6-9-1 16,2-5 0-16,-1-15 4 15,5-3-4-15,-4-10 0 16,4-10 0-16,2-4-2 16,-2 0 5-16,-1-12-3 15,-11-10 5 1,-8 4 5-16,-13 5-3 0,-7-8 29 16,0 5 0-16,-11-4 30 15,-20 2-53-15,-9 1 15 16,-5 10-10-16,-1 7-9 15,3 0 2-15,5 3-11 16,9 16 1-16,6 1-13 16,8 0 3-16,11 2-51 0,4 6-90 15,2-6-116-15,21-7-246 16</inkml:trace>
  <inkml:trace contextRef="#ctx0" brushRef="#br0" timeOffset="189732.34">12355 15230 1190 0,'0'0'5'0,"0"0"-5"15,0 0 31 1,0 0-14-16,0 0 13 0,0 0 15 15,130-31-14-15,-68 9 16 16,5 0-41-16,-5 3 8 16,-6-2-7-16,-5 2 6 15,-8 0-12-15,-10 7-1 16,-8-4-16-16,-6 10-15 16,-10 6-70-16,-9 0-54 15,0 0 25-15,-9 0-202 0</inkml:trace>
  <inkml:trace contextRef="#ctx0" brushRef="#br0" timeOffset="189920.87">12531 14901 953 0,'0'0'91'0,"0"0"-9"16,0 0 26-16,0 0-61 15,-4 115 41-15,33-26 21 16,6-1-53-16,3-1-28 15,5-7 16-15,-5 0-42 16,-5-4 0-16,-2-4-2 16,-2-1-60-16,-4-14-181 0,-8-17-271 15</inkml:trace>
  <inkml:trace contextRef="#ctx0" brushRef="#br0" timeOffset="190518.81">13150 14851 1012 0,'0'0'15'0,"0"0"139"16,0 0 11-16,0 0-44 15,0 0 30-15,0 0-98 16,-39-54-19-16,39 100 7 16,6 22-29-16,17 14 34 15,-2 8-46-15,4-10 5 16,2-7-11-16,2-5 5 15,0-10-15-15,0-10-70 16,0-12-127-16,4-24-81 16,1-12-134-16</inkml:trace>
  <inkml:trace contextRef="#ctx0" brushRef="#br0" timeOffset="190911.39">13443 14958 1045 0,'0'0'88'16,"0"0"37"-16,0 0 48 15,0 0-54-15,0 0-70 16,0 0-17-16,-47-7-32 16,47 45 0-16,0 10-11 15,20 6 15-15,11-4-4 16,5-5 0-16,1-5-8 16,-3-14 3-16,-5-6-23 15,-7-8-10-15,-5-9 14 0,0-3-29 16,-2-3 26-16,5-27 24 15,-2-15-2-15,-5-1 3 16,-6-2 2-16,-7 10 0 16,0 8 29-16,0 10 11 15,0 5 12-15,-2 11 4 16,-2 4-24-16,4 0 22 16,0 0-44-16,0 13-10 15,0 32 11-15,0 21-10 16,13 7 27-16,7 2-16 0,0-9-5 15,0-4-5-15,4-2-2 16,-1-7-10-16,4-12-8 16,6-10-95-16,0-19-129 15,5-12-163-15</inkml:trace>
  <inkml:trace contextRef="#ctx0" brushRef="#br0" timeOffset="191132.04">14058 15243 86 0,'0'0'1171'0,"0"0"-1157"15,0 0 27-15,0 0-40 0,0 0 62 16,131-39-47-16,-60 31-13 16,0 3 0-16,1 4 1 15,-10-2-4-15,-8 2 0 16,-18-3-3-16,-10-1-1 15,-15-3-85-15,-9-2-121 16,-2-3-190-16</inkml:trace>
  <inkml:trace contextRef="#ctx0" brushRef="#br0" timeOffset="191320.63">14317 14971 1122 0,'0'0'28'0,"0"0"103"0,0 0-19 16,0 0-10-16,0 0-41 15,0 0-18-15,-43 148 20 16,43-91-41-16,19-1 4 16,10-1-26-16,5-1 10 15,3 1-23-15,0-5-29 16,-2-6-118-16,-6-13-115 16,0-18-236-16</inkml:trace>
  <inkml:trace contextRef="#ctx0" brushRef="#br0" timeOffset="191588.48">14617 14841 1361 0,'0'0'25'0,"0"0"73"16,0 0 20-16,0 0-25 15,0 0-71-15,0 0-5 16,-41 56-12-16,62 13 22 15,3 8 8-15,3-5-32 16,2-5 7-16,-2-6-10 16,-3-6 9-16,-2-12-23 0,-1-5 7 15,0-13-68-15,-3-6-51 16,5-18-160-16,-6-1-61 16,-5-20-313-16</inkml:trace>
  <inkml:trace contextRef="#ctx0" brushRef="#br0" timeOffset="191949.2">14788 14837 802 0,'0'0'299'0,"0"0"-232"15,0 0 36-15,0 0 4 0,0 0-33 16,0 0-60 0,-24 79-11-1,35-10 2-15,18-2-2 0,9-10-3 0,4-11-6 16,2-10 5-16,-1-15-46 15,-6-11 8-15,-5-10 5 16,-6 0-15-16,-5-31 34 16,-5-6-11-16,-10-12 22 15,-6-9-8-15,0-4 24 16,0 6-9-16,-16 8 9 16,3 19 14-16,2 11 37 15,2 14 8-15,5 4 3 0,4 0-13 16,0 38-54-16,0 23 18 15,13 18 29-15,11 4-45 16,5-2 29-16,7-4-31 16,-3-2 2-16,4-3-7 15,-2-6 6-15,-6-4-16 16,-2-7-44-16,-5-13-98 16,-2-16-140-16,-5-14-655 15</inkml:trace>
  <inkml:trace contextRef="#ctx0" brushRef="#br0" timeOffset="192289.84">15487 15218 804 0,'0'0'228'0,"0"0"-93"16,0 0 49-16,0 0-88 15,0 0 0-15,0 0-43 0,-20 4-48 16,63 0 25-16,15 0-19 31,13-2-5-31,3-2-3 0,-2 0 9 0,-10-6-12 16,-7-15 0-16,-10 2-9 15,-5-4 7-15,-7-3-72 16,-10 2-58-16,-13 2-53 16,-10 2-84-16,0 7-314 15</inkml:trace>
  <inkml:trace contextRef="#ctx0" brushRef="#br0" timeOffset="192490.1">15710 14852 1149 0,'0'0'57'16,"0"0"63"-16,0 0-51 16,0 0 29-16,0 173 12 15,32-79-82-15,3-8 6 16,2 2-34-16,-2 2 2 16,-6-7-6-1,-5-1-53-15,-10-3-67 0,-10-11-110 0,-4-14-164 31</inkml:trace>
  <inkml:trace contextRef="#ctx0" brushRef="#br0" timeOffset="197698.81">16769 14789 666 0,'0'0'231'15,"0"0"-111"-15,0 0 43 16,0 0-39-16,0 0 2 16,0 0-58-16,0 0-19 15,-120-37 7-15,87 68-43 16,1 16 11-16,6 16-9 16,3 10-5-16,12 8 22 15,9-1-17-15,2-3 3 0,4-9-1 16,19-10-13-1,12-5 2-15,3-13-6 0,2-15 1 16,7-11-7-16,2-14 6 16,2 0 0-16,-1-12-7 15,-4-15-9-15,-6-5 16 16,-10 1-12-16,-9-5 5 16,-10 3-4-16,-9 4 14 15,-2-6-3-15,-6 7 0 16,-30 1 6-16,-8 9-6 0,-7 16 0 15,-10 2 2-15,1 21 2 16,2 19 2-16,6 9-5 16,15-7 9-16,12 0-1 15,19-5-8-15,6-12-1 16,14-3-50-16,32-8-106 16,16-14-182-16,3-3-574 15</inkml:trace>
  <inkml:trace contextRef="#ctx0" brushRef="#br0" timeOffset="198038.81">17767 15105 1266 0,'0'0'15'15,"0"0"-1"-15,0 0 17 16,0 0 33-16,0 0 9 0,114 0-42 16,-56-3-7-16,-1-12-24 15,-5-6 18-15,-7 7-18 16,-12-3 2-16,-6-3-10 15,-9 4 8-15,0-2-12 16,-10 3-60-16,-8 8-109 16,0 7-44-16,-16 0-319 15</inkml:trace>
  <inkml:trace contextRef="#ctx0" brushRef="#br0" timeOffset="198212.13">17904 15308 886 0,'0'0'149'0,"0"0"-62"16,0 0 18-16,0 0-22 16,142-6-19-16,-82-16-57 15,2-4-1-15,-2-2-6 16,-6-5-38-16,-8 5-60 16,-10-1-89-16,-14 2-240 15</inkml:trace>
  <inkml:trace contextRef="#ctx0" brushRef="#br0" timeOffset="198825.9">15314 14377 519 0,'0'0'488'0,"0"0"-479"16,5-119 21-16,-5 102 56 15,-5 15 9-15,-19 2-13 16,-9 36-47-16,-12 44-35 15,-2 54 33-15,4 49 21 0,6 40-19 16,5 23 10-16,8 0-33 16,3-15-11-16,8-30-1 15,9-30-9-15,4-32-4 16,4-37-91 0,23-22-38-16,9-39-53 0,-1-28-299 15</inkml:trace>
  <inkml:trace contextRef="#ctx0" brushRef="#br0" timeOffset="199124.8">17137 13886 1099 0,'0'0'13'32,"0"0"-7"-32,0 0 56 0,0 0-20 0,-105 111-35 15,51 13 11-15,1 38 15 0,-4 27 3 16,5 13 17 0,-2 11-50-16,1-13 2 0,4-11-5 15,7-21-61-15,-1-15-44 16,3-11-113-1,-4-12-283-15</inkml:trace>
  <inkml:trace contextRef="#ctx0" brushRef="#br0" timeOffset="200680.84">11960 14271 957 0,'0'0'1'0,"0"0"79"16,0 0-42-16,0 0 9 15,0 0-28-15,-135 170 10 16,99-51 50-16,-1 23-41 15,-4 27-8-15,-1 15 8 16,-8 23-38-16,2 8 9 16,-4-7-9-16,4-1-24 15,3-20 1-15,7-18-122 16,7-20-76-16,0-25-166 16</inkml:trace>
  <inkml:trace contextRef="#ctx0" brushRef="#br0" timeOffset="203222.49">13761 14359 1068 0,'0'0'20'16,"0"0"59"-16,0 0 1 0,0 0-52 15,-118 149-15-15,66-17 52 16,-8 44-1-16,3 33-20 16,-3 18 7-16,2 7-33 15,2-11 11-15,6-9-27 16,6-31 6-16,13-22-16 16,15-27-50-16,16-26-125 15,0-19-56-15,16-24-486 16</inkml:trace>
  <inkml:trace contextRef="#ctx0" brushRef="#br0" timeOffset="206303.15">910 485 864 0,'0'0'10'0,"0"0"87"16,0 0 58-16,0 0-10 15,0 0-37-15,0 0-32 16,-14-90-21-16,14 122-45 16,2 18 4-16,16 12 13 15,7 2-17-15,4-4 15 0,2-7-20 16,5-5-3-16,1-12-1 16,1-10 3-16,-2-6-4 15,-3-10 0-15,1-10 3 16,-3 0-3-16,-7-2 0 15,-8-25 1 1,-9-4-6-16,-7-9 7 0,0-8-2 16,-13-1 1-16,-8 3 6 15,6 12-8-15,1 10 1 16,7 14 0-16,6 9 10 16,1 1-7-16,0 0-2 15,0 25-1-15,1 14 4 0,17 4-4 16,5 1 0-16,4-6 0 15,-1-1-5-15,6-7 7 16,-1-3-2-16,0 0 0 16,4-4-26-16,7-4-167 15,1-11-132-15,-5-8-333 16</inkml:trace>
  <inkml:trace contextRef="#ctx0" brushRef="#br0" timeOffset="206633.65">1556 337 701 0,'0'0'138'0,"0"0"-76"0,0 0 94 15,0 0-83-15,0 0-21 16,0 0-42-16,-72 58 9 16,72 2 6-16,4 6-15 15,19-1 24-15,7-6-26 16,7-2-7-16,1-11 9 15,2-12-7-15,0-12-3 16,-2-6 0-16,-2-12 9 16,-7-4-6-16,-7 0 0 15,-2 0 0-15,-11-12 32 0,-7-11 1 16,-2 3 34-16,0-7-15 16,-20 1-31-16,-9 4 14 15,-2 5-35-15,0 10 0 16,0 7-6-16,-5 1-20 15,4 38-111 1,-6 11-135-16,-3 20-317 0</inkml:trace>
  <inkml:trace contextRef="#ctx0" brushRef="#br0" timeOffset="206884.66">1115 2025 1076 0,'0'0'2'16,"0"0"32"-16,0 0 90 15,0 0-117-15,0 0 18 16,105-117 22-16,-43 61-47 16,2 2 13-16,-3-2-13 15,-5 6 0-15,-10 0-5 16,-11 8 4-16,-19 4-99 15,-16 3-179-15,-8 7-394 0</inkml:trace>
  <inkml:trace contextRef="#ctx0" brushRef="#br0" timeOffset="207043.72">1246 1459 331 0,'0'0'495'0,"0"0"-479"15,0 0 176-15,-11 111-97 16,31-73 3-16,9 0-46 15,4-4-16-15,9-1 8 16,7-4-44-16,3-5 1 16,5-3-4-16,1-6-72 0,-4-7-113 15,-9-8-143-15</inkml:trace>
  <inkml:trace contextRef="#ctx0" brushRef="#br0" timeOffset="207262.37">1600 1231 439 0,'0'0'603'16,"0"0"-559"-16,0 0 115 15,0 0-101-15,0 0-58 0,0 0 89 16,21 107-24 0,12-68-41-16,9-3 5 0,3-4-26 15,1-1 2 1,1-8-5-16,-2-6-6 0,-8-6-64 15,0-11-146-15,-11 0-82 16,-8-19-386-16</inkml:trace>
  <inkml:trace contextRef="#ctx0" brushRef="#br0" timeOffset="207639.7">1897 1034 1089 0,'0'0'12'16,"0"0"2"-16,0 0 162 0,0 0-126 15,0 0-44-15,0 0-6 16,-23 32 5-16,55-2-5 16,3 1 0-16,8-3-1 15,-1-4-7 1,-7-4 5-16,-3-8-42 0,-8-6 4 16,-9-6-32-16,-1 0 56 15,-8-9 13-15,-3-14 8 16,-3-5 5-16,0-5-2 15,-3 1 2-15,-11 6 44 16,4 6-9-16,1 11-8 16,7 5 38-16,2 4-10 0,0 0-24 15,0 5-40-15,18 20 4 16,13 7 2-16,5 1-2 16,0-3-4-16,1 3 0 15,-1-3-8-15,-3 0 8 16,-8 4-98-16,-14 6-74 15,-11 8 32 1,0 6-193-16</inkml:trace>
  <inkml:trace contextRef="#ctx0" brushRef="#br0" timeOffset="207922.97">1378 2492 817 0,'0'0'8'0,"-172"140"103"15,114-87 37-15,20-23-71 16,21-16-23-16,14-14-25 16,3 0 17-16,49-34-42 15,38-37 0-15,40-23 7 16,45-26-6-16,28-24-4 16,28-15-1-1,16-7 3-15,-1-5-4 16,-9 11 1-16,-15 12-2 15,-31 15 0-15,-25 19-26 16,-29 23-44-16,-34 28-18 16,-35 25-56-16,-38 23-95 15,-27 15-232-15</inkml:trace>
  <inkml:trace contextRef="#ctx0" brushRef="#br0" timeOffset="208818.43">1885 1841 761 0,'0'0'20'0,"0"0"123"16,0 0 56-16,0 0-68 15,0 0-42-15,0 0 30 16,-33-31-63-16,33 31-45 15,0 13 3-15,4 15-11 16,25 12-3-16,10 6 5 16,3-4 1-16,4-2-12 15,3-2 0-15,1-4-159 16,-2-6-50-16,-7-8-157 16</inkml:trace>
  <inkml:trace contextRef="#ctx0" brushRef="#br0" timeOffset="209194.62">3024 1798 1051 0,'0'0'23'15,"0"0"3"-15,0 0 128 16,0 0-92-16,0 0-17 0,0 0-33 15,-92-18-8 1,90 48-8-16,2 11 1 0,0 3 3 16,21 0 0-1,10 0-3-15,6-6-6 0,1-8 9 16,1-12 0-16,-6-8-7 16,-2-10 5-16,-2 0 2 15,-5-14 6-15,-4-18-4 16,-4-10 17-16,-7-5-6 15,-9-8 12-15,0-1 24 16,-6 3-15-16,-26 7 6 16,-3 8-12-16,-8 13-22 15,-3 18-2-15,-10 7-4 16,-7 13-51-16,-5 31-135 0,-7 8-189 16</inkml:trace>
  <inkml:trace contextRef="#ctx0" brushRef="#br0" timeOffset="211448.09">2467 1965 977 0,'0'0'32'16,"0"0"-32"-16,0 0 127 16,0 0-30-16,0 0-14 0,0 0-28 15,0 0-37-15,-71 50-5 16,62 26-10-1,9 6 15-15,0-3-11 0,13-11-7 16,20-8 22-16,13-13-21 16,1-10-1-16,8-15 0 15,-2-10 8-15,-2-9-10 16,-8-3 2-16,-10 0 0 16,-10-13 18-16,-8-4-18 15,-9 0 17-15,-6-5 31 0,0 0-21 16,-2 0 17-1,-20 4-7-15,-7 4-31 0,-2 4 23 16,-1 4-27-16,1 6 0 16,0 0-2-16,2 0-28 15,5 10-27-15,2 14-67 16,6 6-78-16,5 10-46 16,2 2-137-16</inkml:trace>
  <inkml:trace contextRef="#ctx0" brushRef="#br0" timeOffset="211652.49">2431 2913 730 0,'0'0'16'0,"0"0"48"0,0 0 73 16,121-104-28-16,-19 10-78 16,28-19-9-16,10-9 4 15,7-2-23-15,-7 0 13 16,-4-3-16-16,-5 10 0 15,-2 6-6-15,-10 18-4 16,-14 19-97-16,-32 18-157 16</inkml:trace>
  <inkml:trace contextRef="#ctx0" brushRef="#br0" timeOffset="-211133.69">18405 14779 972 0,'0'0'12'15,"0"0"94"-15,0 0-2 16,0 0-61-16,0 0 21 16,0 0-52-16,0 0-10 15,64-129 17-15,-26 106-18 16,4 6 11-16,1 4 9 16,-1 13-11-16,1 0 25 15,-1 13-25-15,-5 13 9 16,1 15 1-16,-7 9-14 15,-2 13 21-15,-6 15-7 16,-5 3 1-16,-7-3 37 16,-3 0-47-16,-3-14 11 0,0-3-8 15,-1-7-10-15,-2-14 4 16,3-4-8-16,1-13-1 16,3-10-3-16,3-7-14 15,7-6-68-15,10 0-74 16,8-23-89-16,-2-27-123 15</inkml:trace>
  <inkml:trace contextRef="#ctx0" brushRef="#br0" timeOffset="-210786.58">19043 14789 1048 0,'0'0'20'0,"0"0"34"15,0 0 6-15,0 0-38 16,0 0-15-16,0 0-3 16,74-121-3-16,-32 97 5 15,1 9 4-15,2 2 3 16,-8 11 0-16,-1 2 20 16,-2 0-19-16,-6 20 30 15,-1 14 9-15,-5 14-37 16,-5 13 14-16,-7 9-7 0,-3 1 6 15,-5 4 6-15,-2-7-25 16,0-6 14-16,0-9-13 16,0-7-7-16,3-10-1 15,6-8-3-15,1-6-4 16,1-6 0-16,3-6-46 16,6-7-73-16,4-3-77 15,1 0-110-15,2-31-307 16</inkml:trace>
  <inkml:trace contextRef="#ctx0" brushRef="#br0" timeOffset="-210487.84">19801 15004 1182 0,'0'0'2'0,"0"0"40"16,0 0 10-16,0 0-13 16,0 0 8-16,0 0-47 0,56 5 20 15,0-17 20-15,0-4-28 16,3-6-1-16,-6 2-11 16,-3-1 6-16,-3 0-9 15,-11 3 3-15,-3 0 0 16,-9 4 0-16,-8 1-34 15,-5 3-78-15,-5-3-29 16,-2-5-83-16,-4 4-340 16</inkml:trace>
  <inkml:trace contextRef="#ctx0" brushRef="#br0" timeOffset="-210251.8">20004 14629 397 0,'0'0'686'0,"0"0"-639"16,0 0 51 0,0 0-47-16,0 0 4 0,0 0-12 15,-20 73 3-15,36-21 19 16,4 6-37-16,4 1-16 16,1 1 18-16,-2-2-30 15,-4-4 4-15,-5 0-3 16,-3-2-1-16,-5 7-2 0,-6 9-127 15,0-3-194-15</inkml:trace>
  <inkml:trace contextRef="#ctx0" brushRef="#br0" timeOffset="-209514.14">20458 14679 868 0,'0'0'13'0,"0"0"9"16,0 0 61-16,0 0 16 16,0 0 43-16,0 0-77 15,-8-57-40-15,-1 57 6 16,0 2-18-16,0 14 3 15,2 4-16-15,7 4 2 0,0 0 8 16,0 7-10-16,23-4 12 16,8 1-12-16,11-1-10 15,3-5 2-15,4 0 9 16,-2 0-1-16,-8 0 3 16,-5 4 2-16,-7 1 3 15,-9 4 1 1,-5-3-7-16,-7-2 39 0,-6 0-17 15,0 3 11-15,-10-4 12 16,-15 3-30-16,-4-6 5 0,4-8 3 16,0-1-14-16,4-12 9 15,3-1-18-15,-2 0 2 16,-2-9-4 0,1-18-20-16,4-10-73 0,5-8-90 15,8-11-59-15,4-3-79 16</inkml:trace>
  <inkml:trace contextRef="#ctx0" brushRef="#br0" timeOffset="-209294.25">20539 14658 986 0,'0'0'36'0,"0"0"28"15,0 0 16-15,0 0-22 16,0 0-10-16,0 0-24 15,18 0-20-15,18 0 10 16,10-4-12 0,10-11 7-16,4-8-18 0,2-2 9 15,1 0-127-15,-10 2-197 16,-11 8-324-16</inkml:trace>
  <inkml:trace contextRef="#ctx0" brushRef="#br0" timeOffset="-209058.55">21245 14816 1051 0,'0'0'14'0,"0"0"-12"16,0 0 6-16,0 0 28 15,0 0 21 1,0 0-10-16,38 8 6 0,-5-8-30 15,6 0 1-15,5 0-18 16,-2-12 0-16,1-6-7 16,-5-2 1-16,-7 4-57 0,-9 1-84 15,-11 5-74 1,-9 7-66-16</inkml:trace>
  <inkml:trace contextRef="#ctx0" brushRef="#br0" timeOffset="-208886.01">21363 15047 515 0,'0'0'397'15,"0"0"-307"-15,0 0 15 16,0 0 5-16,0 0-32 0,0 0-51 16,51 24-15-1,-8-37 7-15,1-8-19 0,3-1 0 16,-5 0-56-16,-4 0-90 15,-5 5-115-15,-8-2-424 16</inkml:trace>
  <inkml:trace contextRef="#ctx0" brushRef="#br0" timeOffset="-208021.5">22123 14493 829 0,'0'0'68'0,"0"0"65"16,0 0-34-16,0 0 8 15,0 0-32-15,0 0-23 16,-87-106-15-16,69 105-27 16,3 1 6-16,-1 0-11 15,1 0-2-15,-3 4 1 16,-3 15-4-16,6 8 0 15,3-4-4-15,10 4 4 0,2-1 0 16,2 2 0-16,23 2 0 16,11-7-7-16,13 4 5 15,8 3 2-15,6-6-5 16,-2 4 4-16,-8 0 1 16,-13 3-1-16,-9 1 3 15,-10 4-2-15,-15 3 0 16,-6 2 5-16,-8 1-4 15,-27-4 3-15,-4-6-4 16,-1-10 2-16,-3-10 4 16,3-12 0-16,0 0-4 0,5-20-1 15,6-22 14 1,10-16-10-16,13-12 2 0,6-15-7 16,0-5-13-16,27-3-6 15,13-1-84-15,13 5-55 16,10 4-76-16,-3 20-428 15</inkml:trace>
  <inkml:trace contextRef="#ctx0" brushRef="#br0" timeOffset="-207628.36">22589 14496 1177 0,'0'0'9'15,"0"0"60"-15,0 0 22 16,0 0-55-16,0 0-36 16,0 0-4-16,-36-117-2 15,67 90 8-15,3 7-2 16,-1 7 0-16,-4 10 0 16,1 3 0-16,-7 17 1 15,4 23 5-15,-7 13 23 16,-7 5-27-16,-10 10 11 0,-3 4 0 15,-3 4-7-15,-21 1 18 16,0-7 3-16,1-24 15 16,11-12 5-16,2-24-18 15,10-8-12-15,0-2 3 16,45-26-16-16,26-28 13 16,29-21-17-16,23-13-5 15,17-2-59-15,4-4-35 16,4-13-38-16,-10-13-227 15</inkml:trace>
  <inkml:trace contextRef="#ctx0" brushRef="#br0" timeOffset="-201866.65">7623 983 875 0,'0'0'186'0,"0"0"-92"16,0 0 41-16,0 0-72 16,0 0-53-16,0 0 27 15,-49 138 23-15,49-80-15 16,10-4 20-16,0-4-37 16,1-8-12-16,0-2 7 15,-3-6-15-15,6 3-8 16,0 3 0-16,6-4-14 0,4-2-160 15,-1-16-244-15</inkml:trace>
  <inkml:trace contextRef="#ctx0" brushRef="#br0" timeOffset="-201613.96">7873 1074 1329 0,'0'0'15'16,"0"0"159"-16,0 0-83 0,0 0-74 16,0 0 6-16,0 0-18 15,19 18-3-15,12 18 5 16,0 11-4-16,-4 7 9 16,-6 6-7-16,-11 4-1 15,0-1-4-15,-4-2-1 16,1-5 1-1,4-6-76-15,7-6-127 0,9-11-104 16,2-22-286-16</inkml:trace>
  <inkml:trace contextRef="#ctx0" brushRef="#br0" timeOffset="-201362.72">8289 1470 1018 0,'0'0'14'0,"0"0"82"16,0 0 104-16,0 0-120 16,0 0-31-16,0 0 8 15,-25-25-42-15,66 18-14 16,21-5 18-16,20-6-15 0,5-2 9 16,-4 1-6-1,-12 3-3-15,-15 7-5 0,-14 4 1 16,-6 4-15-16,-15 1-27 15,-6 0-210-15,-13 0-33 16,-2 0-243-16</inkml:trace>
  <inkml:trace contextRef="#ctx0" brushRef="#br0" timeOffset="-201126.25">8505 1158 820 0,'0'0'57'0,"0"0"142"0,0 0-25 15,0 0-105-15,0 0 1 16,0 0-48-16,-17 43 5 16,34 7 64-16,3 4-51 15,1 0-1-15,2 4-34 16,0 1 3-16,-1 3-8 16,-2-2 0-16,-2 0-8 15,0-5-60-15,-5-4-167 16,-2-8-32-1,-6-16-373-15</inkml:trace>
  <inkml:trace contextRef="#ctx0" brushRef="#br0" timeOffset="-198738.66">9437 1061 672 0,'0'0'10'16,"0"0"211"-16,0 0-59 16,0 0-74-16,0 0 17 15,0 0 1-15,0 0-22 16,-37-67-36-16,29 67-25 15,-3 0 11-15,-5 11-34 16,-4 22 1-16,-2 16 2 16,4 13 5-16,3 4-1 15,10 4-7-15,5-2 5 0,0-1 0 16,0-11 1 0,18-8-6-16,8-12 0 0,3-10 2 15,5-6-3-15,1-10 1 16,6-10 0-16,-1 0 5 15,-3-3-5-15,-3-16 0 16,-9-5 3-16,-14-2 8 16,-4-2-9-16,-7 0 7 15,0-1-2-15,-23 3 32 16,-14 5-38-16,-6 7 13 16,1 7-14-16,2 7 9 15,7 0-10-15,6 14 1 0,6 7-6 16,10 2 1-16,11 8-52 15,0 3-87-15,13-4-124 16,19-5-266-16</inkml:trace>
  <inkml:trace contextRef="#ctx0" brushRef="#br0" timeOffset="-198487.59">9898 1506 989 0,'0'0'8'0,"0"0"35"15,0 0 22-15,0 0 10 16,162-4 28-16,-101 0-59 16,-1 0 11-16,-2-2-12 15,-5 1-29-15,-8-1-3 16,-8 0-9-16,-5 2-2 15,-10 0 0-15,-9 3-137 16,-13-2-90-16,0-3-246 16</inkml:trace>
  <inkml:trace contextRef="#ctx0" brushRef="#br0" timeOffset="-198283.38">10127 1285 618 0,'0'0'282'16,"0"0"-176"-16,0 0 120 15,0 0-154-15,0 0-17 16,0 0-16-16,-27 61 7 16,27-8-3-16,9 1-4 15,7 7-13-15,4 1-22 16,-5 4 2-16,4 5-12 16,-6-4-1-16,-3-1-187 15,-2-11-129-15</inkml:trace>
  <inkml:trace contextRef="#ctx0" brushRef="#br0" timeOffset="-197764.38">10731 1173 628 0,'0'0'53'0,"0"0"152"16,0 0-44-16,0 0-76 0,0 0 4 15,0 0 24-15,-58-99-32 16,51 95-11-16,5 4-1 15,0 0-31-15,-1 0 1 16,3 8-34-16,0 27 3 16,0 13-4-16,0 8 0 15,14 9 12-15,1-6-15 16,1-1 0-16,0-4 2 16,0-5-2-16,3-7-2 15,4-10-24-15,8-10-265 0,-4-18-197 16</inkml:trace>
  <inkml:trace contextRef="#ctx0" brushRef="#br0" timeOffset="-197292.69">10969 1261 1111 0,'0'0'2'0,"0"0"25"16,0 0 131-1,0 0-117-15,0 0-10 0,0 0 10 0,89-106-14 16,-49 103-9-16,-1 3-17 16,-8 0 14-16,-6 12-14 31,-10 13 0-31,-12 1 19 0,-3 5-17 0,0 6 9 16,-10-5-2-16,-15-1-3 15,1-8-2-15,2-4-5 16,8-9 0-16,6-5 3 15,6-5 0-15,2 0-6 16,0 0-3-16,0 0-31 0,19 0 31 16,8 0 0-1,4-2 6-15,0 0-3 0,5 2 7 32,-2 0-4-32,1 0 0 15,-10 10 3-15,-3 11 1 16,-10 2-4-16,-12 4 10 15,0 1 14-15,-21 2-3 16,-19 1 18-16,-11-4 13 16,-7-3-37-16,-3-4 22 15,8-8-28-15,4-7-2 16,6-5-1-16,14-7-6 16,12-23-58-16,15-13-153 0,2-7-232 15</inkml:trace>
  <inkml:trace contextRef="#ctx0" brushRef="#br0" timeOffset="-197007.89">11711 1358 1106 0,'0'0'5'0,"0"0"84"15,0 0 59-15,0 0-87 16,0 0-22-16,0 0-19 0,109 5 17 16,-35-7-15-16,0-10 4 15,-3-1-11-15,-5 0-11 16,-10 1 0-16,-12 2-4 16,-9 5-5-16,-16 3 3 15,-7 2-36-15,-9 0-187 16,-3 0 19-16,0 0-146 15,0-11-396-15</inkml:trace>
  <inkml:trace contextRef="#ctx0" brushRef="#br0" timeOffset="-196821.54">12061 1052 317 0,'0'0'575'0,"0"0"-464"16,0 0 137-16,0 0-133 15,0 0-55-15,0 0-4 16,-31 32-53-16,31 29 29 15,9 9-4-15,9 3-20 16,1-2 3-16,2 2-11 16,-8 1-2-16,-4-3 0 15,-9 0-144-15,0-3-85 16,-20-10-180-16</inkml:trace>
  <inkml:trace contextRef="#ctx0" brushRef="#br0" timeOffset="-190864.68">12627 1024 844 0,'0'0'65'16,"0"0"133"-16,0 0-91 15,0 0-25 1,0 0 8-16,0 0-27 0,0 0-30 15,-15 10-29-15,17 29 6 16,11 15 6-16,3 8-8 16,-3 1 28-16,1 0-5 15,-3-2-6-15,-3-7 6 16,-1-7-31-16,-2-4 11 16,-1-5-11-16,1-6 8 15,1-2-20-15,3-4 11 16,5-6-14-16,3-2-71 15,4-10-148-15,7-8-6 0,-3-10-205 16</inkml:trace>
  <inkml:trace contextRef="#ctx0" brushRef="#br0" timeOffset="-190425.54">12968 1263 741 0,'0'0'26'15,"0"0"64"-15,0 0 128 16,0 0-148-16,0 0-7 16,0 0 30-16,-71-14-42 15,73-10-36-15,16-5-15 16,6 0 3-16,7 7-3 15,0 1 0 1,3 8 1-16,2 4-2 0,2 8 5 16,-3 1-3-16,1 0 9 15,-1 23-4-15,1 11 6 16,-2 13 18-16,-6 7-27 16,-3 2 19-16,-7 0-13 15,-9 3-3-15,-3-3 15 0,-6-4-20 16,0-4 16-16,0-7-14 15,0-8 2-15,0-7-6 16,0-4 1-16,0-9-4 16,0-1 3-16,0-9-130 15,0-3-35-15,0 0-54 16,0 0-167-16</inkml:trace>
  <inkml:trace contextRef="#ctx0" brushRef="#br0" timeOffset="-190189.97">13140 1539 669 0,'0'0'10'16,"0"0"103"-16,0 0 17 0,0 0-57 16,0 0 11-16,0 0-17 15,-77 0-36-15,87 0-3 16,23-1-16-16,11-10 1 15,8-4 15-15,4-3-19 16,1 0 1-16,1-6-4 16,4-1 0-16,-4 3-10 15,3 0 4-15,-8 4-187 0,-3 2-358 16</inkml:trace>
  <inkml:trace contextRef="#ctx0" brushRef="#br0" timeOffset="-189766.03">13890 1477 595 0,'0'0'54'0,"0"0"15"16,0 0 73-16,0 0-81 15,0 0-4-15,0 0-10 16,-4 0-21-16,12 0-11 16,6-1-15-16,6-5 25 15,-1-1 7-15,7 2 10 16,3-1 20-16,0-1-24 15,2 0-1-15,7-4 8 16,4 1-22-16,3-2 30 0,1 1-17 16,4-3-29-1,-8-1 13-15,-2 5-20 16,-4 0 0-16,-9 3-1 0,-10 2-2 16,-3 4-21-16,-12 1-174 15,-2 0-65-15,0 0-236 16</inkml:trace>
  <inkml:trace contextRef="#ctx0" brushRef="#br0" timeOffset="-189529.51">14142 1177 729 0,'0'0'21'16,"0"0"148"-16,0 0-30 15,0 0-64-15,0 0-8 16,0 0-27-16,-11 14-18 15,11 24 13 1,9 12 64-16,7 4-54 0,1 4 1 16,1 3-15-1,-3-3-26-15,-1 1-5 0,-3-2 0 16,1-3-7-16,-1-4-13 16,-5-7-182-16,-2-9-89 0,-4-13-382 31</inkml:trace>
  <inkml:trace contextRef="#ctx0" brushRef="#br0" timeOffset="-188460.89">15037 1163 1113 0,'0'0'10'0,"0"0"58"16,0 0 34-16,0 0-51 15,0 0 17-15,0 0-63 16,-23-97 1-16,54 79-6 15,2 7 0-15,0 8 1 16,3 3 4-16,-1 12-5 16,-1 26 9-16,-5 15-8 0,-7 9 17 15,-9 2-18-15,-13 0 0 16,0-2 17-16,-23-3-17 16,-12-8 10-16,0-11 3 15,-1-9-9-15,3-13 1 16,-3-8 1-16,5-6-5 15,2-4 23-15,2 0-21 16,7-12 25-16,5-12-6 16,4 2-19-16,6-1 2 15,5 8-3-15,0 5 3 16,0 2-3-16,5 2 5 0,17 4-4 16,5 2 17-16,4 0-15 15,6 3 14-15,4 16-14 16,3 3-4-16,-1 2 2 15,8-2 1-15,-2-2-5 16,-2 0 1-16,0-4-83 16,-5-8-128-16,-2-4-94 15,-6-4-286-15</inkml:trace>
  <inkml:trace contextRef="#ctx0" brushRef="#br0" timeOffset="-188052.44">15831 1011 792 0,'0'0'10'16,"0"0"137"-16,0 0-2 15,0 0-28-15,0 0-40 16,0 0-3-16,-123-90-31 16,101 111-29-16,2 17 13 15,2 16-24-15,5 8 0 16,3 6 7-16,10 3-6 15,0-5 3-15,0-4-7 16,14-5 4-16,15-11-5 0,5-9 1 16,1-8 0-16,3-13 1 15,-3-8 7-15,-2-8-8 16,-8 0 4-16,0 0 0 16,-7-18 4-16,-7-4-7 15,-7-2-1-15,-4-1 12 16,0-3-10-16,-10 5 11 15,-15 5 17-15,-4 3-28 16,0 9 49-16,-2 6-39 16,-3 0-12-16,5 3 0 15,7 11-7-15,11 0 7 16,9 4-37-16,2 1-154 0,4-1-96 16,19-4-472-16</inkml:trace>
  <inkml:trace contextRef="#ctx0" brushRef="#br0" timeOffset="-187769.65">16429 1319 1129 0,'0'0'75'0,"0"0"92"0,0 0-69 16,0 0-61-16,0 0-18 15,0 0-1-15,54-20-10 16,-4 17 0-16,4 3 19 16,-4-1-27-16,6-3 15 15,-2 1-15-15,0-6 4 16,-6 1-5-16,-3-4 1 16,-7-1-3-16,-7 5-14 15,-6-1-146-15,-12 1-43 16,-13 2-41-16,0-2-363 15</inkml:trace>
  <inkml:trace contextRef="#ctx0" brushRef="#br0" timeOffset="-187564.52">16664 1045 748 0,'0'0'50'0,"0"0"196"16,0 0-65-16,0 0-109 15,0 0 10-15,0 0-40 16,-35 83-1-16,35-17 6 15,18 1-24-15,1-1-9 16,4 1-14-16,-1 1 5 16,-7 2-10-16,-7 4-27 0,-8-3-261 15,0-8-379-15</inkml:trace>
  <inkml:trace contextRef="#ctx0" brushRef="#br0" timeOffset="-182463.48">17653 1169 1027 0,'0'0'16'0,"0"0"23"16,0 0 5-16,0 0-42 16,0 0 35-16,0 0-12 15,0 0 11-15,-82 36 18 16,66-36-38-16,3 0 10 15,1 0-7-15,6 0-6 16,0 0 15-16,1-11-13 0,3-4-6 16,2 3 6-1,0 2-11-15,0-1-2 0,2 0-2 32,15-1-4-32,8 2-3 15,6 2 7-15,7 8 0 16,1 0-1-16,-2 16 7 15,1 18-1-15,-9 13 4 16,-8 12-8-16,-12 3 10 16,-9 4-11-16,0 1 2 15,-23-7-2-15,-13-6 7 16,-2-10-7-16,2-10 0 0,4-11 2 16,0-10-4-16,6-13 4 15,1 0-2-15,2-2 14 16,4-23-11-16,3-8 3 15,4-1-6-15,6 0 0 16,3 5 0-16,3 10 0 16,0 5 0-16,8 3-4 15,11 4 10-15,10 1-6 16,9 2 4-16,5 4 0 16,3 0 12-16,4 0-8 15,-4 0 3-15,-1 4-6 16,-7 6 3-16,-5-1-9 0,-4 1 1 15,-6 3-15-15,1 1-19 16,0-2-207-16,3-8-74 16,-2-4-465-16</inkml:trace>
  <inkml:trace contextRef="#ctx0" brushRef="#br0" timeOffset="-182117.69">18179 1078 1058 0,'0'0'4'0,"0"0"91"0,0 0 16 16,0 0-96-16,0 0 42 15,0 0-32-15,-119-23-20 16,115 45-1-16,4 3-2 16,0 8-2-16,8-1 0 15,18 0-1-15,8 0-1 16,6-4 2-16,2-2 0 15,1-4-6-15,-1 3 9 16,-5-4-3-16,-3 2 2 16,-7-1 6-16,-8-4-7 15,-7-4 10-15,-8-3-1 16,-4-3 45-16,0 2-17 0,-4 7 18 16,-21 5 6-16,-4 1-47 15,-9 2 7-15,3-5-22 16,-1-4 8-16,2-8-19 15,6-8-7-15,1 0-113 16,5-21-102 0,2-24-160-16</inkml:trace>
  <inkml:trace contextRef="#ctx0" brushRef="#br0" timeOffset="-181897.45">18137 1102 900 0,'0'0'18'16,"0"0"133"-16,0 0-33 16,0 0-73-16,0 0 0 15,0 0 16-15,-9-21-53 16,51 9-6-16,14-5 3 16,9-1 1-16,4 0-10 15,-3 4 4-15,0 4-193 16,-9 2-147-16</inkml:trace>
  <inkml:trace contextRef="#ctx0" brushRef="#br0" timeOffset="-181598.27">19202 1338 960 0,'0'0'1'0,"0"0"107"15,0 0-60-15,0 0-30 0,0 0 25 16,0 0 27-16,100 0 1 16,-65 0-13-16,-1 0-1 15,-3-6-28-15,-6-1-28 16,-2 3-1-16,-6 0 0 15,-1 0-8-15,-7 2-87 16,-3 2-86 0,-6 0-140-16,0 0-155 0</inkml:trace>
  <inkml:trace contextRef="#ctx0" brushRef="#br0" timeOffset="-181409.76">19234 1552 469 0,'0'0'176'16,"0"0"-72"-16,0 0 31 15,0 0-21-15,0 0-57 16,0 0-7-16,129 42 19 16,-73-62-44-16,2-6-19 15,-6-2-1-15,4 0 2 16,-2-1-11-16,-10 7 4 16,-8 1-83-16,-18 6-250 15</inkml:trace>
  <inkml:trace contextRef="#ctx0" brushRef="#br0" timeOffset="-163161.08">21856 10 742 0,'0'0'199'16,"0"0"-87"-16,0 0-14 16,0 0-39-16,0 0-28 15,0 0-15-15,0 0 48 16,-121 0-29-16,111 0-28 0,4 0 20 16,2 0-24-16,2 0 4 15,2 0 16 1,0 0-22-16,0 0 33 0,0 0-14 15,0 0-16-15,0 0 13 16,0 0-16-16,0 0-1 16,0 0 0-16,0 0 4 15,0 0-11-15,0 0 6 16,6 0-39-16,8 0-23 16,4 0-143-16,0 0-9 0,-3 0-426 15</inkml:trace>
  <inkml:trace contextRef="#ctx0" brushRef="#br0" timeOffset="-108563.23">11711 617 1024 0,'0'0'3'0,"0"0"-3"15,0 0 57-15,0 0-4 16,-144 38-41-16,52 95 17 16,-26 49 26-16,-21 43-15 15,-25 29 19 1,-12 25-38-16,-2 2 2 0,6-7-23 15,25-16 7-15,29-36-16 16,26-37 9-16,37-39-22 16,31-38-30-16,24-36-99 15,13-33-92-15,30-39-475 16</inkml:trace>
  <inkml:trace contextRef="#ctx0" brushRef="#br0" timeOffset="-108281.59">13647 525 1066 0,'0'0'43'0,"0"0"-37"15,0 0 48-15,-154 13 4 16,79 82-38 0,-30 52-17-16,-20 43 14 0,-21 39-16 15,-22 30 11-15,-12 19-24 16,2-1 12-16,8-7-71 16,19-23-145-16,22-42-274 15</inkml:trace>
  <inkml:trace contextRef="#ctx0" brushRef="#br0" timeOffset="-106850.04">4918 961 1002 0,'0'0'3'16,"0"0"57"-16,0 0 6 15,0 0-52-15,40-131 3 16,-7 107-11-16,-3 7 4 15,0 10-10-15,-8 7 12 16,-1 0-11-16,-6 6-1 16,-6 14 1-16,-5 10-3 15,-4 8 6-15,0 7-4 0,-10 5 11 16,-11 2-6-16,3-11 0 16,3-6-5-16,8-10 5 15,7-4-10-15,0-8 5 16,19 2 0-16,12-3-4 15,4-2 8-15,9 2-4 16,-1 0 0-16,-5 0 5 16,-11 2-6-16,-14 0 6 15,-7-4-5-15,-6 4 19 16,0 2-9-16,-28 6 60 16,-19 6-15-16,-9 3-41 0,0-6 27 15,6-3-36 1,9-5 1-16,17-9-3 0,10-8 3 15,12 0-12-15,2-7-46 16,6-25-149-16,24-12-271 16</inkml:trace>
  <inkml:trace contextRef="#ctx0" brushRef="#br0" timeOffset="-106503.53">5444 886 882 0,'0'0'34'16,"0"0"65"-16,0 0 26 0,0 0-97 16,0 0-20-16,0 0 2 15,-92 66-4-15,92-13-4 16,0 8-2-16,13 6 4 16,8-5-9-16,6-11 5 15,10-8-4-15,3-17 1 16,7-12-16-16,0-11 19 15,0-3 0-15,-3-5 0 16,-1-27-4-16,-10-4 8 16,-2-12-2-16,-8-5 21 0,-11 0-3 15,-9-4 11-15,-3-1 18 16,-13 2-28-16,-22 10 30 16,-15 8-43-1,-6 18 5-15,-10 17-13 0,-1 3-22 16,-5 29-13-16,3 22-85 15,7 6-78-15,6 7-258 16</inkml:trace>
  <inkml:trace contextRef="#ctx0" brushRef="#br0" timeOffset="-105168.75">16301 395 972 0,'0'0'3'15,"0"0"55"-15,0 0 93 0,0 0-88 16,0 0 33-16,0 0-14 15,-89 76-58 1,-22 41 11-16,-45 44-23 0,-36 36 0 16,-22 20 16-16,-20 15-24 15,1-6-6-15,9-9 2 16,22-10-35-16,26-17-127 16,20-15-212-16</inkml:trace>
  <inkml:trace contextRef="#ctx0" brushRef="#br0" timeOffset="-104555.25">10208 651 922 0,'0'0'15'0,"0"0"19"15,0 0 112-15,0 0-39 16,0 0-107-16,-181 135 13 0,80-7-9 16,-12 24-4-16,-9 21 0 15,-13 15 3-15,-9 19-10 16,-12 26-6-16,-11 3-252 16,-2-6-482-16</inkml:trace>
  <inkml:trace contextRef="#ctx0" brushRef="#br0" timeOffset="-102999.35">5091 1973 959 0,'0'0'12'0,"0"0"77"0,0 0-9 16,0 0-59-16,58-132 0 16,-27 96 4-16,-5 11 7 0,-6 11-27 15,-10 11-2-15,-8 3-3 16,1 0 5-16,-1 7-5 15,-2 21 2 1,0 11-1-16,0 5 12 0,0 0-11 16,0-6-2-16,0-10 0 15,0-8 5-15,0-6-9 16,5-6 4-16,9-2 0 16,5 0-3-16,1-2 4 15,2 2-1-15,-1 4 0 0,-4 0 11 16,-1 3-10-1,-9-2-1-15,-7 1 3 0,0 0 11 16,-3 6 3-16,-23 4 36 16,-8 3 23-16,-6 0-68 15,0-6 15-15,5-5-3 16,9-7-16-16,11-4 15 16,7-3-19-1,5 0 5-15,3-4-5 0,0-22-17 16,3-11-95-16,18-7-78 15,10 4-150-15,5 6-225 16</inkml:trace>
  <inkml:trace contextRef="#ctx0" brushRef="#br0" timeOffset="-102700.46">5508 1841 662 0,'0'0'63'15,"0"0"92"-15,0 0-4 16,83-134-91-16,-52 107 20 15,-9 11-14-15,-6 12-50 16,-5 4-13-16,0 10 16 16,2 20-14-1,-2 6 25-15,-1 2-19 0,-10 1-11 0,0-1 20 16,0 0-13-16,-12-4-3 16,-3 0 14-16,-1-6-17 15,7-11 20-15,3-4-20 16,6-11 7-16,0-2-2 15,11 0-3 1,40-36-1-16,38-20 15 0,38-23-11 16,25-16-12-16,10-6-52 15,-8-1-141-15,-27 3-62 16</inkml:trace>
  <inkml:trace contextRef="#ctx0" brushRef="#br0" timeOffset="-99265.54">18765 347 951 0,'0'0'5'0,"0"0"30"0,83-113 110 16,-73 105-92-16,-4 8-9 15,-6 0 98-15,0 52-103 16,-34 53-16-16,-31 47 17 16,-29 39-27-1,-23 13 5-15,-13 7-18 0,-5 7 4 16,-4-6-9-16,10 1 5 16,8-14-11-16,15-19-38 15,6-10-176-15,-8-23-45 16,-10-19-386-16</inkml:trace>
  <inkml:trace contextRef="#ctx0" brushRef="#br0" timeOffset="-98385.68">8416 631 962 0,'0'0'0'0,"0"0"40"16,0 0 89-16,0 0-35 16,0 0-80-16,-74 145 25 15,6-31-22-15,-24 16 13 16,-11 8-23-16,-8 9-5 16,2 1-4-16,11-3-4 15,11-9-31-15,9-3-42 16,6-6-137-16,1-10-74 15,-11-15-62-15</inkml:trace>
  <inkml:trace contextRef="#ctx0" brushRef="#br0" timeOffset="-97003.02">5769 2400 990 0,'0'0'31'16,"0"0"-13"-16,0 0 148 15,0 0-81-15,0 0-76 16,0 0-9-16,62-126 2 16,-26 94 9-16,-10 11-11 15,-10 12 0-15,-7 6 2 16,-9 3-4-16,0 0 2 15,0 8 0-15,0 17-7 16,0 10 15-16,0 8-5 16,0-5-2-16,0-4 8 15,0-5-17-15,0-2 8 0,0-4 0 16,10 0-3-16,7-7 4 16,5-2-4-16,5-6 1 15,2 1-4-15,0-4-1 16,-3 0 7-16,-5 1 0 15,-10-3-2-15,-6 1 11 16,-5 5-9-16,0 0 0 16,-2 8 2-16,-23 3 13 15,-9 3-12-15,-1-1-3 16,-4-1 4-16,8-5 3 0,4-6-6 16,10-4-1-16,8-4 4 15,4-2-16-15,5 0-20 16,0-15-125-16,0-14-238 15</inkml:trace>
  <inkml:trace contextRef="#ctx0" brushRef="#br0" timeOffset="-96594.45">6235 1946 897 0,'0'0'21'0,"0"0"45"15,0 0 68-15,0 0-72 16,0 0-44-16,0 0 6 16,-49 6-24-16,40 38 2 15,2 12 5-15,4 3-1 16,3-1-4-16,0 0-2 16,12-6 6-16,8-4-5 15,4-5-1-15,7-11 0 16,1-10-1-16,1-8 6 15,2-4-5-15,-3-8 0 16,-3-2 7 0,-7 0-7-16,-3 0 0 0,-9-6 0 0,-5-8 16 15,-5-3-1-15,0-2 41 16,0-1 1-16,-25 4-3 16,-3 4-9-16,-9 4-37 15,0 8-6-15,3 0 1 16,1 4-1-16,8 17-4 15,5 2-3-15,7 10-36 16,7 8-132-16,-1 6-69 16,5-8-347-16</inkml:trace>
  <inkml:trace contextRef="#ctx0" brushRef="#br0" timeOffset="-96142.23">5317 3541 951 0,'0'0'2'16,"0"0"13"-16,0 0 122 16,0 0-124-16,0 0 2 15,152-156-11-15,-32 59 2 16,22-15 1-16,18-14 31 16,16-8-7-16,3-3 10 15,-5 4-14-15,-12 10 17 16,-14 8-2-16,-15 13-28 15,-19 9 20-15,-14 15-10 0,-19 16 0 32,-27 22 9-32,-22 20-27 0,-23 14 5 0,-9 6-1 15,0 0-7-15,-20 10-3 16,-16 22-9-16,-3 10-77 16,-4 11-104-16,3-2-77 15,0-2-187-15</inkml:trace>
  <inkml:trace contextRef="#ctx0" brushRef="#br0" timeOffset="-95194.14">7041 2516 703 0,'0'0'8'15,"0"0"150"-15,0 0 16 16,9-116-83-16,-18 102-20 16,-13 2-22-16,-7 8 8 15,-4 4-40-15,-5 0-7 16,-1 16 4-16,4 14-8 0,4 0-6 16,9-2 0-16,10-1 6 15,12-4-9-15,0-1 3 16,21 2 0-16,18-2-4 15,13-1 12-15,2-3-8 16,1 2 0-16,-4-2 6 16,-3 4-9-16,-13-2 3 15,-10-2 0-15,-10 4 1 16,-13-4 5-16,-2 4-6 16,-2 0 0-16,-27 3 6 15,-5-6 0-15,-1-3-6 0,2-7 0 16,4-9 8-16,4 0-3 15,4-21 0-15,13-21-5 16,8-16-21-16,0-16-6 16,12-9-74-16,14 3-79 15,-6 13-185-15</inkml:trace>
  <inkml:trace contextRef="#ctx0" brushRef="#br0" timeOffset="-94137.39">6509 2945 120 0,'0'0'568'15,"0"0"-485"-15,0 0 112 16,0 0-60-16,-118-104-67 15,87 101-40-15,-5 3 27 0,9 0-51 16,3 17 6 0,5 7-10-16,8 4 8 15,11-2-9 1,0-2 1-16,3-2 0 0,22-5-5 0,1-7 2 16,6-6-3-16,-3-4 5 31,-3 0 1-31,0-3-3 0,-3-15 3 0,0-1 0 15,-4-2 6-15,-3 5-1 16,-3 4-5-16,-1 7 20 16,-2 5-3-16,3 0 14 15,6 10 13-15,3 17-7 16,3 12 4-16,1 1-41 0,1 4 6 16,-3 3-6-16,-1 4-13 15,-6 1-13-15,-7-2-145 16,-8-6-46-16,-2-12-190 15</inkml:trace>
  <inkml:trace contextRef="#ctx0" brushRef="#br0" timeOffset="-93935.29">6391 3575 567 0,'0'0'37'0,"0"0"90"15,0 0 36 1,0 0-83-16,0 0-41 0,146-91 35 0,-47 21-56 15,11-12-12-15,11-6 2 16,8-4-4-16,6 4 3 16,-2 7-7-16,-8 10 1 15,-21 4-11-15,-30 10-72 16,-28 7-697-16</inkml:trace>
  <inkml:trace contextRef="#ctx0" brushRef="#br0" timeOffset="-92410.34">20643 1155 958 0,'0'0'15'0,"0"0"58"15,-117-92-29-15,72 71-2 16,-1 9-16-16,0 12 3 16,0 0-1-16,-1 4-28 15,3 20 16-15,5 6-16 16,11 5 2-16,12 3-5 16,12-3 5-16,4-2-2 0,4-5 0 15,21-8 8-15,10-6-9 16,3-9 1-16,3-2 0 15,1-3-3 1,-3 0 3-16,-1-17 0 0,-5-4 11 16,-4-1-7-16,-4 0 8 15,-7 4 5-15,-3 4-5 16,-5 4 23-16,-8 8-10 16,0 2-1-16,-2 0 22 15,0 0-24-15,0 4-6 0,5 21-12 16,5 14-1-16,2 3 20 15,-1 4-17-15,0 1-2 16,-2-3 1-16,-2-2-1 16,-1-2-4-16,1-4 0 15,-1-5-10-15,2-4 8 16,0-3-151-16,3-4-35 16,3-10-84-16,1-8-319 15</inkml:trace>
  <inkml:trace contextRef="#ctx0" brushRef="#br0" timeOffset="-92049.96">20982 1244 452 0,'0'0'255'15,"14"-116"-103"1,-14 71 9-16,0 10-90 0,-9 10 21 16,-11 7-48-16,-5 7 18 15,0 7-14-15,-2 4-34 16,4 0-8-16,2 17-6 15,8 6 0-15,10-1-6 16,3 9 9-16,3-1-7 16,26 1 2-16,9 0 2 15,4 1-5-15,5 5 5 0,0 1 0 16,-10-1 0 0,-10 3 8-16,-9-1-8 0,-16-1 0 15,-2 0 4-15,-4-2 2 16,-23-4-4-16,-6-4-1 15,0-10 18 1,4-8-17-16,4-10 25 0,9 0 12 16,7-18-5-16,7-24-10 15,2-19-24-15,16-13-12 16,26-6-48-16,10 8-105 16,0 15-118-16,-2 20-545 15</inkml:trace>
  <inkml:trace contextRef="#ctx0" brushRef="#br0" timeOffset="-91798.1">21426 1363 1136 0,'0'0'9'0,"0"0"65"15,0 0 72-15,0 0-127 16,0 0 6-16,0 0 23 15,143-34-29-15,-74 20 4 0,-7 0-21 16,-14 2 7 0,-7 5-18-16,-12 2 9 0,-12 3-23 15,-6 2-77 1,-11 0-124-16,0 0-33 0,-21-2-289 16</inkml:trace>
  <inkml:trace contextRef="#ctx0" brushRef="#br0" timeOffset="-91594.35">21551 1113 842 0,'0'0'32'16,"0"0"146"-16,0 0-72 15,0 0-49-15,0 0-28 16,0 0 8-16,8 68 64 0,15-22-42 16,-3 6-3-16,4 1-46 15,-2 4-8-15,5 3-4 16,-2 3-1-16,-6-5-43 15,4-8-176 1,-5-16-96-16,-1-14-459 0</inkml:trace>
  <inkml:trace contextRef="#ctx0" brushRef="#br0" timeOffset="-91217.38">22241 910 372 0,'0'0'524'16,"0"0"-482"-16,0 0 99 16,0 0-45-16,0 0-86 15,-136-33 8-15,104 77-8 16,6 19-6-16,10 10 16 16,12 5-10-1,4-6-1-15,0-4 3 0,20-10-8 16,5-8 1-16,4-12-5 15,4-10 2-15,3-10 0 16,-1-5-2-16,1-10 0 16,-5-3 4-16,-2 0 2 0,-9 0-4 15,-7-7 8 1,-7-6 5-16,-6-2 38 0,0-6-19 16,-8 2 2-16,-19-3-4 15,-6 5-29-15,-5 7 16 16,1 6-12-16,-3 4-2 15,3 0-10-15,4 6 0 16,0 21-4-16,6 6-35 16,7 4-201-16,13-7-194 15</inkml:trace>
  <inkml:trace contextRef="#ctx0" brushRef="#br0" timeOffset="-90933.07">22798 1363 1171 0,'0'0'1'0,"0"0"102"16,0 0 22-16,0 0-122 0,0 0 18 15,0 0-4 1,49-25-6-16,-7 19 26 0,1-3-31 15,-5 3-4-15,-7 0-4 16,-6 4-1-16,-6-2-2 16,-7 4-98-16,-11 0-100 15,-1 0 24-15,-1 18-160 16,-22 4-175-16</inkml:trace>
  <inkml:trace contextRef="#ctx0" brushRef="#br0" timeOffset="-90792.42">22865 1516 579 0,'0'0'77'0,"0"0"60"16,0 0 1-16,0 0-41 15,0 0-18-15,0 0-36 16,147-42-43-16,-116 21 0 16,-6 4-120-16,-11-2-310 15</inkml:trace>
  <inkml:trace contextRef="#ctx0" brushRef="#br0" timeOffset="-85904.53">2550 6016 731 0,'0'0'13'16,"0"0"26"-16,0 0 179 15,0 0-101-15,0 0-26 16,0 0-17-16,0 0-10 16,-90 0 8-16,23 59-70 15,-26 46 34-15,-29 37-1 16,-32 37-9-1,-16 37 28-15,-10 20-21 0,8 14-19 16,16-8-6-16,20-31 4 16,25-35-12-16,28-41 0 0,30-37 2 15,27-28-12-15,19-24 3 16,7-14-20-16,15-12-77 16,17-8-124-1,-8-12-71-15,-11 0-491 0</inkml:trace>
</inkml:ink>
</file>

<file path=ppt/ink/ink2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5.68611" units="1/deg"/>
          <inkml:channelProperty channel="T" name="resolution" value="1" units="1/dev"/>
        </inkml:channelProperties>
      </inkml:inkSource>
      <inkml:timestamp xml:id="ts0" timeString="2023-09-17T05:48:32.877"/>
    </inkml:context>
    <inkml:brush xml:id="br0">
      <inkml:brushProperty name="width" value="0.05292" units="cm"/>
      <inkml:brushProperty name="height" value="0.05292" units="cm"/>
      <inkml:brushProperty name="color" value="#FF0000"/>
    </inkml:brush>
  </inkml:definitions>
  <inkml:trace contextRef="#ctx0" brushRef="#br0">9470 5771 615 0,'0'0'21'0,"0"0"170"0,-27-130-44 15,21 93-34-15,1 10-13 16,2 6-30-16,1 9 25 15,0 9-45-15,2 3 37 16,-4 0-17-16,4 6-61 16,-2 28 25-16,2 16-14 15,0 23-6-15,0 9 21 0,10 5-7 16,11-3-10-16,-1-3 7 16,0-10-23-16,0-10 13 15,0-3-15-15,0-4 3 16,-4-2-12-16,-3-4 5 15,-2-5-53 1,-6-9-62 0,-3-12-181-16,-2-18-17 15,0-4-305-15</inkml:trace>
  <inkml:trace contextRef="#ctx0" brushRef="#br0" timeOffset="251.09">9387 5757 723 0,'0'0'6'16,"-2"-112"-6"-16,27 59 58 15,21 5-47-15,10 13 37 16,7 18 7-16,-3 17 15 16,-7 19 5-16,-11 36-17 15,-13 15-6-15,-13 12-5 16,-16 3-31-16,0-3 10 15,-34-4-15-15,-14-7-4 16,-4-12-2-16,-2-14-1 0,10-13-8 16,11-14-8-16,10-14-133 15,11-4-229-15</inkml:trace>
  <inkml:trace contextRef="#ctx0" brushRef="#br0" timeOffset="596.34">10368 5865 781 0,'0'0'12'0,"0"0"136"16,0 0-1-16,0 0-43 16,0 0-11-16,0 0-5 15,-31-67-44-15,31 90-19 16,0 19 25-16,11 12 42 16,1 10-36-16,0 2-26 15,-3 3-21-15,-3-5 10 0,0 0-19 16,-2-8 0-1,2-9-1-15,1-9-19 0,2-10-66 16,2-10-81-16,-4-10-148 16,-7-8-162-16</inkml:trace>
  <inkml:trace contextRef="#ctx0" brushRef="#br0" timeOffset="816.39">10377 5821 520 0,'0'0'382'0,"0"0"-382"16,0 0 150-16,42-126-82 0,-16 110-25 15,3 5-4-15,-2 11-35 16,0 0 4-16,-4 7-8 16,-2 18-7-16,0 10-31 15,-7 5-67-15,-8 4-148 16,-6-2-171-16</inkml:trace>
  <inkml:trace contextRef="#ctx0" brushRef="#br0" timeOffset="990.04">10437 6128 583 0,'0'0'123'0,"0"0"-98"0,0 0 155 15,0 0-121-15,0 0-2 16,0 0-11-16,22 14-2 15,14-14 7-15,1-2-38 16,3-10 2-16,3-2-15 16,-1-3-6-16,1 6-61 15,-7 3-160-15,-13 5-107 16</inkml:trace>
  <inkml:trace contextRef="#ctx0" brushRef="#br0" timeOffset="1178.82">10499 6450 679 0,'0'0'25'16,"0"0"143"-16,0 0-55 15,0 0-43-15,0 0-8 16,0 0-39-16,172-28-12 16,-86-3-11-16,13-1-28 15,3-3-135-15,0 2-319 16</inkml:trace>
  <inkml:trace contextRef="#ctx0" brushRef="#br0" timeOffset="1667.29">11718 5729 1068 0,'0'0'13'16,"0"0"113"-16,0 0 27 15,0 0-48-15,0 0-64 16,0 0-34-16,-31 5 6 16,44 47-8-16,1 19 40 15,1 7-10-15,-4 3-18 0,1-4-1 16,-6-4-16-16,-4-13 0 16,0-14 0-16,-2-18 4 15,0-14-4-15,0-8 0 16,0-6-5-16,0 0-2 15,-2-22 4-15,-14-28-47 16,1-22 25-16,6-14-6 16,9-7-1-16,0 1 32 15,0 8-19-15,18 11 18 0,4 16-6 16,7 16 7-16,0 14-1 16,0 10 8-16,5 14-7 15,1 3 13-15,4 10-7 16,5 30 26-16,-4 14-6 15,-3 10-9-15,-5 10 21 16,-10 0-30-16,-4-1 7 16,-9-5-10-16,-7-11 2 15,-2-7-12-15,0-7 5 16,0-11-15-16,0-6-53 16,-8-6-98-16,-11-5-75 15,-5-14-172-15</inkml:trace>
  <inkml:trace contextRef="#ctx0" brushRef="#br0" timeOffset="1846.8">11767 6217 912 0,'0'0'5'16,"0"0"11"-16,0 0 77 15,0 0-84-15,122-87 3 16,-61 59-12-16,10-5-5 15,9 6-65-15,9 1-303 0,9 5 4 16</inkml:trace>
  <inkml:trace contextRef="#ctx0" brushRef="#br0" timeOffset="2107.82">13240 5560 1084 0,'0'0'5'0,"0"0"84"0,0 0 98 0,0 0-116 15,0 0-45-15,0 0-22 16,-5 71 43-16,18-5 42 16,-1 6-54-16,-1 0 15 15,-5 0-29-15,-4-6-15 31,-2-3-3-31,0-9 0 0,0-10-6 0,0-11-19 16,0-8-103-16,0-17-119 16,0-8-131-16</inkml:trace>
  <inkml:trace contextRef="#ctx0" brushRef="#br0" timeOffset="2468.98">13322 5430 721 0,'0'0'3'0,"0"0"57"16,136-78 75-16,-99 78-29 15,-3 2-34-15,-7 30-33 16,-7 12 14-16,-11 8-18 31,-9 2-14-31,0 1-9 0,-20-4-9 0,-14-2 6 31,-2-4-7-31,-3-2-2 0,-1-5 0 0,1-4 2 0,8-6-4 16,7-2 2-16,6-3 0 31,10-4-1-31,8 1 3 16,0-2-2-16,22-1 6 16,22 1-3-16,14-3 20 15,5 2-11-15,3-2-2 16,-5 4 8-16,-6-3-18 15,-10 1 0-15,-12 4-1 16,-15 0-72-16,-18 0-267 16</inkml:trace>
  <inkml:trace contextRef="#ctx0" brushRef="#br0" timeOffset="3208.61">9100 7582 1054 0,'0'0'3'15,"0"0"22"-15,0 0 182 16,0 0-132-16,0 0 20 16,0 0-76-16,-31-25-6 0,80-3-7 15,4 2 1-15,5 6-9 16,-4 6 2-16,-5 8 0 16,0 4-4-16,-9 2 4 15,-9 0 0-15,-8 0 0 16,-13 0 4-16,-3 8-7 15,-3 6 3-15,1 6 0 16,0 9 15-16,1 6-13 16,1 9 16-16,1 13 11 15,6 5-5-15,1 7 18 0,1 0-11 16,-1-2-15-16,-5-9 11 16,-3-4-25-16,-3-13 5 15,0-5-7-15,-1-13 5 16,8-7-11-16,4-5-30 15,8-11-136-15,8 0-143 16,4-17-195-16</inkml:trace>
  <inkml:trace contextRef="#ctx0" brushRef="#br0" timeOffset="3651.65">10522 7431 1156 0,'0'0'0'16,"0"0"73"-16,0 0 132 16,0 0-157-16,0 0-30 15,0 0-13-15,-56 101-5 16,56-54 22-16,0 0-17 16,0-3 5-16,1-7-4 15,6-1 1-15,-4-9-11 16,1-9 4-16,-1-7 0 15,-1-7-9-15,3-4 3 0,-3 0 6 16,4 0-2-16,7 0-4 16,5-15 6-16,7-1 0 15,2 1 0-15,6 11-2 16,7 4 4-16,9 0-2 16,4 11 3-16,3 15 5 15,-9 4-2-15,-7 3 6 16,-13-1-11-16,-14-4 34 15,-11 0-2-15,-2 3 15 16,-15 4-2-16,-19-1-40 16,-13 0 11-16,1-6-17 15,-3-7 2-15,5-14-11 16,8-7-48-16,7-18-118 0,7-32-179 16,9-22-678-16</inkml:trace>
  <inkml:trace contextRef="#ctx0" brushRef="#br0" timeOffset="3868.68">10586 7417 1071 0,'0'0'0'16,"0"0"3"-16,0 0 80 0,0 0-50 15,0 0 29-15,121 7-15 16,-57-14-29-16,2-9-4 15,1-3-10-15,-1 6-4 16,7 9-18-16,-2 4-148 16,0 0-288-16</inkml:trace>
  <inkml:trace contextRef="#ctx0" brushRef="#br0" timeOffset="4183.5">12335 7459 1299 0,'0'0'3'16,"0"0"20"-16,0 0 153 16,0 0-104-16,0 0-47 15,0 0-7-15,-20-37-14 16,22 64 1-16,16 12 23 15,4 12-3-15,1 6-1 16,-5-1-4-16,-5-4-14 0,-5-3 16 16,2-8-21-16,-6-7 0 15,-2-4 3-15,1-7 3 16,-3-7-9-16,0-6 2 16,0-4-56-16,4-6-120 15,5 0-176-15,4 0-305 16</inkml:trace>
  <inkml:trace contextRef="#ctx0" brushRef="#br0" timeOffset="4685.88">13331 7363 763 0,'0'0'308'0,"0"0"-296"16,0-130 156-16,-6 88-37 15,-13 5-67-15,4 10-38 16,-5 9 12-16,-5 9-16 16,-2 9-14-16,-10 3-8 15,-5 26-4-15,1 11 3 16,8 5 1-16,13 1-7 16,14 4 0-16,6-6 7 15,0-2-6-15,19-8 2 16,12-10-18-16,3-9 3 0,-1-12-24 15,0-3 13-15,4 0 28 16,-4-22-13-16,0-3 15 16,-4-6-2-16,-2 3 10 15,-7 4-8-15,-6 7 6 16,-9 8-4-16,-2 7 34 16,-3 2-4-16,0 0 3 15,2 15-3-15,5 28-29 16,5 11 42-1,1 9-14-15,0 1-13 0,-2-9 18 16,2 0-26-16,-3-10-3 0,-1-6-1 16,-3-7-1-16,0-6-5 15,-4-7 0-15,-2-3-17 16,0-5-64-16,0-1-165 16,-6-6-138-16</inkml:trace>
  <inkml:trace contextRef="#ctx0" brushRef="#br0" timeOffset="5534.28">8899 4566 93 0,'0'0'949'0,"0"0"-941"16,0 0 157-16,0 0-13 16,0 0-74-16,0 0-23 15,-44-16 2-15,44 60-34 16,0 16 51-16,9 12-48 0,2 3 0 15,3 1 19-15,-2-6-40 16,2-6 9-16,-3-8-8 16,2-10 2-16,-1-8-10 15,1-10 2-15,2-4-11 16,5-7-49-16,7-8-111 16,2-9-137-16,2-1-167 15</inkml:trace>
  <inkml:trace contextRef="#ctx0" brushRef="#br0" timeOffset="5943.13">9350 4620 922 0,'0'0'10'16,"0"0"93"-16,0 0 39 15,0 0-51-15,0 0-50 16,0 0-28-16,-106 12 14 15,98 23-22-15,4 12 21 16,4 3-3-16,0 6-21 16,0 2 20-16,20-1-22 15,1-6 2-15,9-3-1 16,1-11 4-16,0-11-5 0,0-6 0 16,2-11-4-16,-1-7 0 15,-1-2 2-15,-2 0 2 16,-2-11-1-16,-7-7 6 15,-7-2-2-15,-4-2 5 16,-9 1-6-16,0 4 11 16,0 3 2-16,-11 4 9 15,-14 6 8-15,-2 2-24 16,-6 2 10-16,4 0-11 16,1 0-3-16,5 8-3 15,5 0-1-15,3 0-5 16,3-4 4-16,-1 4-113 15,-1-4-101-15,1-4-213 0</inkml:trace>
  <inkml:trace contextRef="#ctx0" brushRef="#br0" timeOffset="6540.02">8989 4211 455 0,'0'0'503'15,"0"0"-499"-15,-156-10 69 16,106 10-11-16,4 14-15 16,-6 17-17-16,4 12 1 15,-1 9 14-15,1 12-16 16,8 9 47-16,7 6-30 15,11 8-11-15,11 1 5 16,11 7-16-16,0 3-5 16,2 5 16-16,23 0-14 15,8 0-5-15,9-1 5 0,10-6-19 16,6-10 8 0,8-13-10-16,13-14 1 0,7-17-6 15,3-12 11-15,0-11-6 16,-4-13 0-16,-7-6-19 15,-6-8 9-15,-1-24-17 16,0-11 18-16,1-11 5 16,-1-12 1-16,-7-11 3 15,-6-4 0-15,-11-5 7 16,-11 3-4-16,-15 5-2 16,-7 2-1-16,-14 2 21 15,0-2-11-15,-2-9 15 0,-27-1-6 16,-8-3-18-16,-11 0 17 15,-5 9-16-15,-3 12-2 16,-1 17 16 0,-1 18-14-16,-5 14 17 0,-7 11-10 15,-3 8-2-15,-4 0-14 16,-3 10 4-16,8 17-56 16,11 10-81-16,17 5-74 15,15 3-49-15,12-4-237 16</inkml:trace>
  <inkml:trace contextRef="#ctx0" brushRef="#br0" timeOffset="6792.34">9036 5019 791 0,'0'0'14'0,"0"0"175"15,0 0-114-15,0 0-29 16,0 0 25-16,131-48-17 0,-80 24-10 16,0 0-18-1,-4 2 3-15,-7 2-29 0,-11 10-1 16,-11 3-2 0,-11 7-98-16,-7 0-116 0,-2 0-205 15</inkml:trace>
  <inkml:trace contextRef="#ctx0" brushRef="#br0" timeOffset="6980.83">9103 4792 854 0,'0'0'23'0,"0"0"68"16,0 0-1-16,0 0-23 0,31 105 28 15,-1-54-32-15,2-1 1 16,4 3-40-16,-3-1-12 15,-2 2-12-15,0 0-1 16,-8 7-27 0,-8-5-191-16,-3-8-267 0</inkml:trace>
  <inkml:trace contextRef="#ctx0" brushRef="#br0" timeOffset="8316.16">10609 4623 1012 0,'0'0'25'0,"0"0"123"0,0 0-11 15,0 0-116-15,0 0-15 16,0 0 28-16,-81 117-30 16,81-87 1-16,0-2 9 15,2-2-11-15,11-5 1 16,3-6-4-16,3-2 2 16,0-4-5-16,4-2 6 15,6 1-3-15,6-1 0 16,7 6 10-16,5 5-10 15,-3 4 0-15,-5 2 1 16,-10 0 0-16,-10-6 3 16,-10-2 9-16,-9 0 30 0,0 2 2 15,-15 4 5 1,-23 5-28-16,-11 0-19 0,-3-4 2 16,6-9-5-16,6-5-3 15,11-9-11-15,9 0-126 16,7-29-64-16,2-18-188 15</inkml:trace>
  <inkml:trace contextRef="#ctx0" brushRef="#br0" timeOffset="8457.25">10651 4680 984 0,'0'0'12'0,"0"0"68"15,0 0 36-15,0 0-100 16,0 0-16-16,149-52-3 15,-76 38-19-15,8 0-225 16,6 2-635-16</inkml:trace>
  <inkml:trace contextRef="#ctx0" brushRef="#br0" timeOffset="8739.7">12261 4818 1157 0,'0'0'10'0,"0"0"137"15,0 0-5-15,0 0-101 16,0 0-31-16,0 0-9 16,2 30 14-16,17 8 20 15,-2 3 4-15,-1-3-4 16,-3-5-26-16,1 0 6 15,-5-5-12-15,-5-3-2 16,-2-4-1-16,-2 0-32 16,0 0-136-16,0-7-154 0,0-9-383 15</inkml:trace>
  <inkml:trace contextRef="#ctx0" brushRef="#br0" timeOffset="9635.2">13723 3986 932 0,'0'0'9'16,"0"0"70"-16,-153-2 23 16,86 25-67-16,-7 12 28 15,-6 15-1-15,-2 12-2 16,1 18 0-16,10 5-21 15,15 12 21-15,12 1-3 16,17 4-18-16,9-1 0 16,14 0-21-16,4-2-7 15,18-5 6 1,32-4-13-16,22-5 3 0,18-5-7 0,16-18 0 16,12-18-5-16,7-18 5 15,6-21-5-15,4-5-1 16,-4-23-39-16,4-25 19 15,0-12 0-15,-13-9 11 16,-9-3 10-16,-19-6 2 16,-22-10 3-16,-22-10 4 15,-22-12 3-15,-18-11-4 16,-10-8 17-16,-36-2-10 16,-30 3 21-16,-28 19-22 15,-18 21 1-15,-7 23 6 16,-9 25-12-16,-3 24-4 15,-2 16 0-15,4 8-16 0,5 34 5 16,20 10-95-16,17 14-48 16,18 9-50-16,13 3-31 15,10 0-176-15</inkml:trace>
  <inkml:trace contextRef="#ctx0" brushRef="#br0" timeOffset="9918.43">13443 4606 917 0,'0'0'22'0,"0"0"140"16,0 0 10-16,0 0-18 15,0 0-64-15,0 0-35 16,-10-24-20-16,10 68-27 15,10 10 47-15,7 8-35 16,6-1-11-16,-1-1 1 16,2-5-7-16,-2-4-6 0,0-5 2 31,2-10-85-31,-1-8-88 0,2-10-121 0,-2-16-131 16</inkml:trace>
  <inkml:trace contextRef="#ctx0" brushRef="#br0" timeOffset="10296.24">14151 4407 1055 0,'0'0'18'0,"0"0"-16"15,0 0 104-15,-147-22-80 0,109 28-20 16,0 19 13-16,7 4-18 15,11-1 2-15,11 2-4 16,9 1 5-16,5-4-4 16,30 6 0-16,12-4 1 15,6 4-1-15,3 1 0 16,-2-2 0-16,-10 5-3 16,-8-4 7-16,-14-1-4 15,-15-2 1 1,-7-2 7-16,0-6 2 0,-21-3 5 15,-2-7 20-15,-9-11 9 0,6-1-25 16,-1-5 16 0,2-28 4-16,10-11-37 0,3-7 6 15,8-5-8-15,4-5-16 16,0 3 7-16,16 2-53 16,1 6-42-16,1 10-31 15,-11 14-184-15</inkml:trace>
  <inkml:trace contextRef="#ctx0" brushRef="#br0" timeOffset="10531.3">13734 4945 946 0,'0'0'3'0,"0"0"77"0,0 0 10 31,0 0-53-31,0 0 32 0,145-67-20 16,-98 36-33-1,-4 2 13-15,-6 3-29 16,-12 6 0-16,-12 7-31 16,-13 1-167-16,0 3-270 15</inkml:trace>
  <inkml:trace contextRef="#ctx0" brushRef="#br0" timeOffset="10673.07">13774 4709 776 0,'0'0'67'15,"0"0"86"-15,0 0-66 16,0 0 60-16,29 125-82 16,-4-77-12-16,0 2-25 15,1 9-28-15,-3 9 0 16,-8 12-87-16,-11 10-305 0</inkml:trace>
  <inkml:trace contextRef="#ctx0" brushRef="#br0" timeOffset="12593.76">17937 5173 1216 0,'0'0'14'16,"0"0"10"-16,0 0 171 15,0 0-81 1,0 0-75-16,0 0-9 0,0 0-14 16,-23 99 33-16,36-12 19 0,-3 2-52 15,-8-5 5-15,0-6-20 16,0-9 7-16,5-14-6 16,-1-11-2-16,3-11-1 15,3-5-7-15,1-10-14 16,3-8-87-16,-3-10-115 15,-2 0-142 1,-11-26-222 0</inkml:trace>
  <inkml:trace contextRef="#ctx0" brushRef="#br0" timeOffset="12986.33">17875 5417 889 0,'0'0'1'0,"2"-125"36"16,35 59 38-16,14 9-55 15,7 16-3-15,4 14-8 16,-6 17 13-16,-4 10-2 16,-12 4 8-16,-7 35 1 15,-13 12-28-15,-13 13 6 16,-7 10 10-16,-2 3-16 16,-32-5 11-16,-5-8-11 15,-11-8 2-15,1-13 5 16,2-10-3-16,10-10-1 0,6-14-4 15,15-5 7 1,7-4-6-16,9 0 0 0,0 0 11 16,0 0 4-16,0 0-13 15,2 0 2-15,23 0 2 16,12 13-3-16,8 6 56 16,6 8-32-16,-1 2 9 15,-4 4 21-15,1-3-23 16,1-1-10-16,2-6-12 15,2-5-7-15,0-4-12 16,2-6 4-16,-2-8-60 16,-2 0-139-16,0-11-113 15,-3-18-431-15</inkml:trace>
  <inkml:trace contextRef="#ctx0" brushRef="#br0" timeOffset="13348.18">18950 5326 945 0,'0'0'12'0,"0"0"95"16,0 0 40-16,0 0-43 16,0 0-32-16,0 0-18 15,-69-62-38-15,65 100-7 16,2 16-9-16,2 10 0 0,0 2 1 16,20 1-3-16,4-6 2 15,7-4 0-15,3-10-1 16,1-6 4-16,3-11-6 15,-2-12 3-15,-1-10 0 16,-1-8-3-16,-5 0 6 16,-3-20-3-16,-3-10 5 15,-10-10 0-15,-7-10 4 16,-6-7-3-16,0-7-6 16,-15-4 24-16,-16 4-19 15,-4 8 7-15,-3 13 16 16,-3 13-16-16,-3 16 12 15,1 11-24-15,-2 3-7 0,4 0 5 16,-2 26-64-16,10 12-134 16,10 0-138-16</inkml:trace>
  <inkml:trace contextRef="#ctx0" brushRef="#br0" timeOffset="13818.61">19757 5270 1138 0,'0'0'12'15,"0"0"4"-15,0 0 112 16,0 0-75-16,0 0-17 16,0 0-14-16,-114-21-8 15,101 51-11-15,8 14 6 16,5 6-9-16,0 7 3 15,12 1 1-15,9-2-4 16,8-8 0-16,3-5 0 16,1-7 7-16,1-7-8 15,2-4 1-15,-5-9 0 16,2-9 0-16,3-7 5 16,-3 0-5-16,3-7 11 15,-3-17-11-15,0-2 14 0,-4-2-6 16,-6-3-3-16,-9-1 54 15,-10-4-17-15,-4-10 9 16,-12-8-3-16,-23-4-37 16,-9 4 9-16,-6 6-13 15,-1 10-4-15,4 14 12 16,2 8-15-16,8 7 0 16,5 5-1-16,10 4-14 15,13 0-20-15,9 4-183 16,5 17-170-16,28 2-446 15</inkml:trace>
  <inkml:trace contextRef="#ctx0" brushRef="#br0" timeOffset="14054.1">20882 5249 1158 0,'0'0'5'16,"0"0"57"-16,0 0 97 15,0 0-94-15,0 0-16 16,0 0 5-16,0 121-3 16,4-74 13-16,6-3-54 15,1-1 3-15,-1-3-13 0,2-6 0 16,-3-3 0-16,-1-4-14 16,-3-6-60-16,2-10-158 15,-7-8-70-15,0-3-164 16</inkml:trace>
  <inkml:trace contextRef="#ctx0" brushRef="#br0" timeOffset="14227">20846 5234 979 0,'0'0'11'0,"0"0"130"16,0 0-41 0,0 0-65-16,0 0 15 0,125-8 2 15,-73 35-2-15,-4 4-37 16,-1-1-10-16,0-4-3 15,-4-5-3-15,0-2-9 16,-3-9-153-16,-5-8-217 16</inkml:trace>
  <inkml:trace contextRef="#ctx0" brushRef="#br0" timeOffset="14431.29">21671 5051 1088 0,'0'0'18'15,"0"0"83"-15,0 0 91 16,0 0-150-16,-137-9 9 16,95 45-39-16,-2 12-3 15,-1 12 1-15,10 11-5 16,4 6-7-16,8-2 2 16,12-14-20-16,9-15-82 15,2-15-71-15,0-19-26 16,17-12-155-16</inkml:trace>
  <inkml:trace contextRef="#ctx0" brushRef="#br0" timeOffset="14652.22">21534 5185 574 0,'0'0'133'16,"0"0"-82"-16,56-110 129 16,-47 96-72-16,-4 10-16 15,-3 4 2-15,-2 0-25 16,5 29-47-16,1 20 29 15,1 19 4-15,2 7-24 16,0 1-2-16,4 2-27 16,1-7-2-16,1-10 0 15,-3-5-14-15,-6-5-38 16,-6-5-229-16,0-8-212 0</inkml:trace>
  <inkml:trace contextRef="#ctx0" brushRef="#br0" timeOffset="15940.94">17360 4560 946 0,'0'0'2'0,"0"0"24"0,0 0 137 15,0 0-69-15,0 0-10 16,0 0 33-16,-56-84-46 15,56 84-48-15,0 0-2 16,0 30-5-16,0 12-11 16,0 12 37-16,2 0-20 15,4-1-17-15,4-5 4 16,-1-4-1-16,-1-4-8 16,4-7 0-16,1 2-10 15,7-8 9-15,4-4-33 16,7-9-185-16,6-12-85 0,-2-2-353 15</inkml:trace>
  <inkml:trace contextRef="#ctx0" brushRef="#br0" timeOffset="16396.88">17774 4488 525 0,'0'0'450'0,"0"0"-415"16,-25-127 111-16,12 105-44 15,-5 11-43-15,0 4 18 16,0 7-47-16,-3 2-19 16,0 26-11-16,5 7 0 0,4 7-10 15,11 0 12-15,1-5-2 16,0-2 0-16,21-1-3 16,10-4-1-16,9 0 4 15,6 0 0-15,5-2 0 16,-1 2 0-16,-10-1 0 15,-7-4 0-15,-15-2 5 16,-16-4-10-16,-2 2 5 16,-9-2 0-16,-27-1-7 15,-6-4 4-15,-5-8 3 16,5-6-2-16,7 0 5 0,8-13-8 16,9-19 5-1,11-11-35-15,7-6 10 0,0-5-1 16,4-5 23-16,8 1 2 15,-5 3 1-15,-7 12 0 16,0 7 0-16,0 9 10 16,-7 7 7-16,-9 4-17 15,3 8-1-15,1 2-9 16,6 0-185-16,2 2-396 16</inkml:trace>
  <inkml:trace contextRef="#ctx0" brushRef="#br0" timeOffset="16871.32">17345 4034 1001 0,'0'0'13'15,"0"0"39"-15,-160-6 75 16,109 20-75-16,0 17-27 15,4 13 7-15,3 12-7 16,8 16-10-16,7 12 12 0,9 15-6 16,9 7 5-16,11 6-6 15,0 3-19-15,20-2 12 16,25-3-9-16,15-13-4 16,15-9 14-16,10-12-14 15,9-14 4-15,6-15-4 16,1-21 7-16,-1-18-8 15,0-8 1-15,7-27 0 16,2-24 5-16,3-21-5 16,-8-9 0-16,-11-13 4 15,-16-12 1-15,-20-9 2 16,-26-13 5-16,-28-7-10 0,-16-5 32 16,-52 4-24-1,-29 15-4-15,-22 21 10 0,-13 28-14 16,-2 28 9-16,8 20-11 15,11 22-5-15,15 2 2 16,12 23-10-16,16 17-42 16,15 14-108-16,14 10-72 15,7 6-137-15</inkml:trace>
  <inkml:trace contextRef="#ctx0" brushRef="#br0" timeOffset="17434.36">17391 4923 916 0,'0'0'10'16,"0"0"56"-16,0 0 54 16,0 0-58-16,0 0-32 15,0 0 13-15,71-56-23 16,-28 27-9-16,-3 7-11 0,-9 7 0 16,-14 6-4-1,-7 9-31-15,-10 0-269 0,0 0-417 16</inkml:trace>
  <inkml:trace contextRef="#ctx0" brushRef="#br0" timeOffset="17591.93">17391 4923 816 0,'19'-107'32'16,"-19"122"0"-16,0 8 62 15,0 12-13-15,0 7-7 16,16 0-29-16,11 6-20 0,2 6-21 15,2 7-4 1,-4 10-4-16,-7 4-225 0</inkml:trace>
  <inkml:trace contextRef="#ctx0" brushRef="#br0" timeOffset="18346.14">18541 7024 718 0,'0'0'7'16,"-7"-107"149"-16,-24 53 35 15,-15 4-51-15,-4 10-37 16,-10 10-14-16,2 12 4 15,2 15-61-15,-2 3-4 0,2 12-11 16,3 26-16-16,6 13 3 16,13 12-4-16,14 1 0 15,18-4-3-15,2-9-2 16,27-8 2-16,24-15-7 16,12-16-3-16,4-12-9 15,3 0-4-15,-2-26 2 16,-13-12 24-16,-8-4-1 15,-9-4 1-15,-14 4 5 0,-11 2-4 16,-3 14 16 0,-8 9-7-16,0 10 25 0,-2 6 37 15,3 1-36-15,3 8-13 16,8 38-15-16,4 19-7 16,10 16 29-16,1 1-20 15,-2-2-5-15,0-2-2 16,-6-2-1-16,2-4-4 15,0-3-1-15,-3-13-35 16,2-15-134-16,-4-14-171 16,-5-21-318-16</inkml:trace>
  <inkml:trace contextRef="#ctx0" brushRef="#br0" timeOffset="18959.49">18752 4499 910 0,'0'0'11'0,"0"0"118"16,0 0 8-16,0 0-98 16,0 0 5-16,0 0-7 0,16 27-14 15,1 13 72 1,2 8-19-16,-2 4-46 16,1 4 2-16,-3-4-29 0,1 1 4 15,-1-7-7-15,-1-6-12 16,1-5 12-16,8-4-70 15,2-12-227-15,4-14-157 16</inkml:trace>
  <inkml:trace contextRef="#ctx0" brushRef="#br0" timeOffset="19275.78">19107 4579 1050 0,'0'0'8'16,"0"0"27"-16,0 0 89 15,0 0-80-15,0 0-42 16,0 0 2-16,-58 0-4 16,58 17-4-16,10 3 4 15,19-4 0-15,11-2 0 16,10-1 1-16,6-6 2 16,2 3-3-16,-1 2 0 15,-6 4 2-15,-7 6-2 16,-3 3 0-16,-10 2 2 15,-8-1 2-15,-8-3 0 16,-11-5 2-16,-4-4 16 0,0 0 33 16,-24-1 42-16,-5-1-67 15,-9 0-29-15,5-4-2 16,1-5-7-16,1-3-110 16,2 0-84-16,-4-29-190 15</inkml:trace>
  <inkml:trace contextRef="#ctx0" brushRef="#br0" timeOffset="19460.75">19095 4567 493 0,'0'0'335'0,"0"0"-230"16,0 0 45-16,0 0-76 16,47-104-25-16,-1 70-10 0,10-4-3 15,7-2-24-15,-3 4-12 16,-6 10 1-16,-15 16-1 15,-14 10-21-15,-23 26-202 16,-2 26-461-16</inkml:trace>
  <inkml:trace contextRef="#ctx0" brushRef="#br0" timeOffset="19664.28">19006 4925 776 0,'0'0'5'15,"0"0"30"-15,0 0 127 0,0 0-125 16,0 0 32-16,0 0 43 16,122-61-63-16,-68 25-19 15,-5 5-27-15,-7 0-1 16,-13 9-2-16,-14 6-16 16,-15 4-129-16,0 5-186 15</inkml:trace>
  <inkml:trace contextRef="#ctx0" brushRef="#br0" timeOffset="19822.91">19088 4696 662 0,'0'0'55'0,"0"0"39"15,0 0 61 1,0 102-45-16,19-62-35 0,0-1-6 16,7-3-41-16,6-4-25 15,-1 0 6-15,3-4-9 16,-5-4-3-16,-2-5-11 15,-9-4-376-15</inkml:trace>
  <inkml:trace contextRef="#ctx0" brushRef="#br0" timeOffset="20247.84">19047 4028 903 0,'0'0'2'15,"-137"-64"32"-15,68 57 53 16,-9 7-39-16,0 13 13 16,-2 33-34-16,2 16 1 15,8 21 12-15,20 17-13 16,14 12 21-16,18 7-24 16,18 5-14-16,3 0 16 0,41-8-25 15,21-11 7 1,17-18-7-16,13-13 3 0,13-17-3 15,6-20-1-15,-6-19 1 16,0-18-1-16,-6-8 0 16,-4-37 0-16,-5-14-2 15,-1-21 1-15,-3-15 1 16,-8-16 0-16,-17-16 4 16,-28-16 14-16,-36-14-18 15,-16-4 12-15,-60 11-7 16,-26 23-2-1,-18 42-3-15,-16 35 0 0,2 35 7 0,-2 15-14 32,4 43 4-32,10 25-108 15,6 14-148-15</inkml:trace>
  <inkml:trace contextRef="#ctx0" brushRef="#br0" timeOffset="21080.89">19645 6823 820 0,'0'0'8'16,"0"0"96"-16,0 0 23 15,0 0-42-15,0 0-17 16,0 0 2-16,-116-89-31 15,97 89 1-15,-8 23-31 16,0 22 10-16,2 14 8 16,5 16-23-16,7 5 17 15,8 3-8-15,5-4-12 0,0 1 12 16,14 0-12-16,13-5-1 16,8-9 1-16,10-17 6 15,4-16-8-15,7-12 1 16,2-13-1-16,2-8-4 15,0-7 5-15,-6-23 0 16,-12-7-2-16,-13-4 7 16,-13-1-5-16,-16 2 7 15,0 6-4-15,-21 10 24 16,-16 8-26-16,-13 14 31 16,-6 2-9-16,-7 8-22 0,4 18 12 15,10 4-13-15,9 4-10 16,11 3 8-16,11 0-22 15,7 3-172-15,8-9-159 16</inkml:trace>
  <inkml:trace contextRef="#ctx0" brushRef="#br0" timeOffset="21599.04">20209 4325 220 0,'0'0'0'16,"0"0"-14"-16</inkml:trace>
  <inkml:trace contextRef="#ctx0" brushRef="#br0" timeOffset="21896.41">20117 4482 250 0,'0'0'333'0,"0"0"-238"0,0 0 116 15,0 0-70-15,0 0-55 16,0 0 39-16,-52 0-56 16,52-4 8-16,0 2-7 15,0-4-27-15,0-5 15 16,0 1-23-16,2 4-29 16,2 2 6-16,-2 4-12 15,3 13-4-15,3 28 4 16,6 18 8-16,-3 12 5 15,1 2-11-15,1-5 4 16,0-8-3-16,3-7-3 16,-1-12 0-16,3-6-3 0,5-13-6 15,3-6 5 1,10-10-120-16,3-6-215 0,2-2-173 16</inkml:trace>
  <inkml:trace contextRef="#ctx0" brushRef="#br0" timeOffset="22101.12">20437 4678 970 0,'0'0'9'16,"0"0"63"-16,0 0 48 0,0 0-84 16,0 0-6-1,0 0 0-15,135-102-20 0,-90 82 3 16,-7 2-13-16,-5 3-4 15,-8 6 2-15,-10 2-144 16,-13 6-182 0</inkml:trace>
  <inkml:trace contextRef="#ctx0" brushRef="#br0" timeOffset="22305.12">20501 4482 829 0,'0'0'30'0,"0"0"105"15,0 0-64 1,0 0 10-16,11 122 10 0,12-80 1 16,1 0-19-16,3-2-23 15,1 0-39-15,3 1-3 16,-2-5-8-16,-2 1-7 16,-2-5 5-16,-3-4-153 15,3-9-109 1,-8-13-209-16</inkml:trace>
  <inkml:trace contextRef="#ctx0" brushRef="#br0" timeOffset="22618.87">20925 4365 919 0,'0'0'20'15,"0"0"150"-15,0 0-39 16,0 0-87-16,0 0-36 15,0 0-5-15,-10-2-6 16,10 24 5-16,16 2-2 16,12 3 3-16,9 4 2 15,0 0 0-15,-4 0-5 16,-8 0 0-16,-12-3 8 0,-10-5-7 16,-3 0 12-1,-3-3 18-15,-22-2-12 0,-7 0-18 16,1-5-1-16,-1-7-107 15,10-6-149-15,4-13-165 16</inkml:trace>
  <inkml:trace contextRef="#ctx0" brushRef="#br0" timeOffset="23058.91">20869 4419 632 0,'0'0'98'16,"0"0"126"-16,0 0-121 15,0 0-62-15,27-102 15 16,10 63-23-16,5-4-17 15,3-3 14-15,-9 5-25 16,-11 3 7-16,-15 2 3 16,-10 0 3-16,0-1-3 0,-25-7-8 15,-21-4-6-15,-16-7 13 16,-12 3-11-16,-3 3-3 16,-6 13 8-16,-2 21-6 15,-4 15 19 1,-9 10-5-16,-11 38-15 0,0 21 12 15,0 18-13-15,17 17 7 16,18 11 0-16,28 5-2 16,21 3-1-16,23-5 3 15,2-3-6-15,42-2 13 0,21-9-12 16,19-11 0 0,14-16-2-16,10-12-4 0,8-19-1 15,-2-16 3-15,-1-16-2 16,-6-14 0-16,-3-17-2 15,-6-30 6-15,-7-19-1 16,-10-16 9-16,-15-18-2 16,-17-19 0-16,-25-13 1 15,-22-15 32-15,-20-7-14 16,-47-3-8-16,-29 19-17 16,-18 34-10-16,-19 42-24 0,-10 50-80 15,-3 17-82 1,-1 41-224-16</inkml:trace>
  <inkml:trace contextRef="#ctx0" brushRef="#br0" timeOffset="23922.74">20853 6731 1006 0,'0'0'1'0,"0"0"120"16,0 0 46-16,0 0-94 16,0 0 0-16,0 0-26 15,-118-64-34-15,78 99 1 16,4 15-11-16,7 15 7 15,7 12-1-15,13 1-9 16,9-1 11-16,0-6-11 0,20-6 0 16,18-9 0-16,6-6 4 15,8-12-4-15,6-10 0 16,0-13 5-16,-2-15-5 16,-1 0 0-16,-6-13 0 31,-9-15 4-31,-7-4 1 15,-15 0 0-15,-9 0-5 16,-9 0 3-16,0 4 7 16,-27 3-4-16,-15 11-3 15,-5 13 7-15,-4 1-7 0,2 9-3 16,5 19 0-16,8 4-4 16,5 0-1-16,9 3-10 15,6 3-24-15,7-5-205 16,2-1-176-16</inkml:trace>
  <inkml:trace contextRef="#ctx0" brushRef="#br0" timeOffset="24960.85">21842 4373 818 0,'0'0'35'15,"0"0"174"-15,0 0-111 0,0 0 14 16,0 0 14-16,0 0-47 16,0 0-15-16,-31-48-53 15,31 80-5-15,0 12 38 16,0 4 4-16,12 1-6 16,-4-5-31-16,1-2-4 15,-3 0-6-15,0-2-1 16,0-2-4-16,5-2 2 15,7-2-28-15,5-7-126 16,10-14-131-16,2-13-204 16</inkml:trace>
  <inkml:trace contextRef="#ctx0" brushRef="#br0" timeOffset="25401.83">22136 4393 936 0,'0'0'2'15,"0"0"82"-15,0 0 23 16,44-124-81-16,-12 100 12 16,4 4-11-16,0 10-7 15,-1 10-6-15,-1 0-14 16,-8 20 0-16,-8 16 0 16,-11 4 4-16,-7 6 2 15,0-4-6-15,-22-6 0 16,-3-5 5-16,0-12 1 0,6-5-6 15,5-6 0-15,5-1 7 16,5-7-7-16,4 0 0 16,0 0 0-16,6 0-1 15,21 0 2-15,11-8-1 16,4 0 0-16,3 3 5 16,-5 5-6-16,-3 0 2 15,-2 5 0-15,-9 8 16 16,-8 4-1-16,-16-2 20 15,-2 3-11-15,-18 3 16 16,-22 3-1-16,-12 0-30 0,-2-1-7 16,0-6-6-1,7-5-14-15,5-4-138 0,4-8-99 16,0 0-269-16</inkml:trace>
  <inkml:trace contextRef="#ctx0" brushRef="#br0" timeOffset="25777.5">21967 4640 912 0,'0'0'5'0,"0"0"63"0,0 0 52 16,0 0-71-16,0 0 16 15,0 0-44-15,60-61 9 16,-27 39-20-16,-4 7-6 15,-6-1-8-15,-7 4-6 16,-8 4-107-16,-5 1-55 16,-3 4-84-16,-5-4-165 15,-19 2 214-15,-1-6 207 16,3 1 151-16,4 0 10 16,4 0-58-16,6 3 49 15,3 6-40-15,3 0 42 0,2 1-31 16,0 0-61-1,0 18-33-15,0 15 0 0,15 8 36 16,8 0-9-16,4 1-36 16,4-5-13-16,6-1-5 15,2-7 2-15,-6-2-8 16,1-6-9-16,-10-12-211 16,-4-5-143-16</inkml:trace>
  <inkml:trace contextRef="#ctx0" brushRef="#br0" timeOffset="26249.74">22066 3776 938 0,'0'0'7'0,"0"0"27"15,-154-53 70-15,104 53-84 16,-3 20 21-16,-1 25-17 15,-1 19-5-15,3 14 21 16,8 16-21-16,9 13-3 16,10 3 4-16,9 4-12 15,16-6 3 1,0-5-6-16,20-5-4 0,24-8 14 16,17-3-14-16,13-11 2 0,5-8 2 15,13-11 0-15,1-10-5 16,3-13 0-16,3-14-2 15,-1-16-2-15,0-4 6 16,-1-13-2 0,-3-29 3-16,-7-11 2 0,-9-17 2 15,-9-18-3-15,-8-19-1 16,-17-13 21-16,-22-18-19 0,-22-13 20 16,-16-10 36-1,-55 1-54-15,-31 10 8 0,-28 27-14 16,-16 36 3-16,-10 44-7 15,-8 43 3-15,9 36-13 16,5 51-62-16,15 27-93 31,8 18-22-31,7 6-417 0</inkml:trace>
  <inkml:trace contextRef="#ctx0" brushRef="#br0" timeOffset="27385.26">22114 6486 1058 0,'0'0'6'15,"0"0"124"-15,0 0 29 16,0 0-66-16,0 0-34 16,0 0-29-16,-29-5-28 15,17 52 6-15,5 10-6 16,-5 3-2-16,5-3 2 15,1-2 5-15,1-5-7 16,3-7 0-16,-1-13 2 16,3-6-7-16,0-11 5 0,0 0-2 15,14-1 0-15,19-1 4 16,12-4 0-16,6-4-2 16,7-3 2-1,-2 0-10-15,0 0 8 16,-9-9-13-16,-8-9 10 15,-8-5-21-15,-10-2 12 16,-13-2 9-16,-2-2 3 0,-6-3-1 16,0-7 3-16,-23 3-2 0,0 2 13 15,1 9-12 1,5 6 10-16,5 7 5 0,4 11 6 16,7 1 18-16,-1 0-28 15,2 11-10-15,0 33 5 16,0 20-5-16,0 19 12 15,7 3 5-15,11-2-15 16,2-2 11-16,-3-2-15 0,0 1-10 31,-11 5 6-31,-6 1-135 0,0-7-227 16,-16-10-482 0</inkml:trace>
  <inkml:trace contextRef="#ctx0" brushRef="#br0" timeOffset="29271.95">13164 9886 963 0,'0'0'193'0,"0"0"-172"16,0 0 83-16,-62-112 61 16,59 106-45-16,3 6-67 15,0 0-26-15,0 17-25 16,9 27 1-16,11 14 21 0,5 9-13 15,-5 5 11 1,3 2-22-16,-4 2 4 0,1 1-11 16,3-9 7-16,1-8-3 15,3-10-3-15,4-12-116 16,-4-12-124-16,-9-12-42 16,-15-11-240-16</inkml:trace>
  <inkml:trace contextRef="#ctx0" brushRef="#br0" timeOffset="29570.26">13079 9976 916 0,'0'0'17'15,"0"0"12"-15,0-107 48 16,32 70-26-16,12 1-35 16,16 3 9-1,16 12-4-15,8 10 12 0,10 11 14 16,5 16-24-16,-6 24-1 15,-6 16-8-15,-18 8-10 16,-15 7 12-16,-23 7-15 16,-22-2 5-16,-9 3 16 15,-19-3-14-15,-27-4 9 16,-12-7 0-16,-7-8-12 0,-4-10 11 16,0-12-16-16,5-8 1 15,12-16-1-15,12-11-8 16,15 0-69-16,19-19-168 15,6-17-387-15</inkml:trace>
  <inkml:trace contextRef="#ctx0" brushRef="#br0" timeOffset="29994.64">14218 9906 997 0,'0'0'13'0,"0"0"83"16,0 0 15-16,0 0-42 15,0 0-21-15,0 0-44 16,-98 74 9-16,98-20-12 16,0 5-1-16,15 1 5 15,12-1-1-15,4-4 0 16,5-9-4-16,0-8 2 15,8-8-5-15,1-10 3 16,0-12 0-16,-1-8-1 0,-2 0 8 16,-1-18-6-1,-4-16 1-15,-6-8-1 0,-6-11 9 16,-10-13-9-16,-11-4 8 16,-4-5 7-1,-8 0-6-15,-30 5 25 0,-4 11-11 16,-3 13-17-16,-3 14 41 15,-4 16-18-15,-2 12-27 16,1 4-3-16,9 2-11 16,8 26 2-16,11 6-101 15,9 7-108-15,5-1-223 16</inkml:trace>
  <inkml:trace contextRef="#ctx0" brushRef="#br0" timeOffset="30324.62">15149 9900 1057 0,'0'0'4'0,"0"0"13"16,-22-108 78-16,-2 87 10 15,-7 15-31-15,-4 6-22 0,0 3-26 16,-3 29-20-1,2 15 12-15,10 15 27 16,13 11-16-16,13 2 0 0,9 0-6 16,30-8-15-16,15-15 10 15,8-10-18-15,5-11 1 16,2-12-1-16,1-13-1 16,-4-6-4-16,-1 0-19 15,-1-11-147-15,1-10-25 16,-3-12 82-16,-1-7-276 15,-12-11-260-15</inkml:trace>
  <inkml:trace contextRef="#ctx0" brushRef="#br0" timeOffset="30528.96">15814 9800 814 0,'0'0'51'16,"0"0"135"-16,0 0 2 16,0 0-15-1,0 0-57-15,0 0-68 0,-6-63-42 16,6 94-5-16,14 8 21 15,7 10 9-15,-2 4-9 16,-1 4-19-16,-3 5 7 16,1 4-16-16,-7-4 6 15,-3-6-12-15,-3-6 10 16,-1-11-140-16,-2-9-86 16,0-12-68-16,-11-16-257 0</inkml:trace>
  <inkml:trace contextRef="#ctx0" brushRef="#br0" timeOffset="30701.93">15479 9857 1043 0,'0'0'29'0,"0"0"-7"16,0 0 44-16,105-101-40 16,-37 70-22-16,9 5-6 15,-2 2 2-15,-5 8-13 0,-5 8-84 16,-6 8-223-16,2 0-235 15</inkml:trace>
  <inkml:trace contextRef="#ctx0" brushRef="#br0" timeOffset="31046.92">16377 9689 859 0,'0'0'32'0,"0"0"118"15,0 0-46-15,0 0-39 16,0 0-28-16,-91 139-6 15,91-81-5-15,0 10-14 16,10 6 14-16,19-2-18 16,10-8-8-16,5-7 7 0,0-20 1 15,4-8-8-15,-2-15 0 16,3-12 3-16,3-2 8 16,-4-12-8-1,-3-21-3-15,-7-8 18 0,-11-12-16 16,-12-11 16-16,-13-4 44 15,-2-7-16-15,-19 1 14 16,-24 4-32-16,-10 10-17 16,-3 14 15-16,-2 18-22 15,4 14 4-15,1 14-8 16,2 0-19 0,4 22-46-1,5 12-158-15,13 1-120 0</inkml:trace>
  <inkml:trace contextRef="#ctx0" brushRef="#br0" timeOffset="31298.29">16961 9659 1228 0,'0'0'2'0,"0"0"19"15,0 0 89-15,0 0-46 0,0 0 38 16,73 110-25-16,-48-51-34 16,-3 0 2-16,-2 0-40 15,-2-4 12-15,-3 0-16 16,-3-3 1-16,-4-7-4 16,1-8-6-16,-2-6-72 15,0-12-197-15,-7-6-133 16</inkml:trace>
  <inkml:trace contextRef="#ctx0" brushRef="#br0" timeOffset="31643.04">16907 9709 1096 0,'0'0'0'16,"0"0"0"-16,68-140 1 15,-11 97 2-15,5 7-3 16,0 14 3-16,-1 17 3 15,-8 5 4-15,-8 19 10 16,-5 24 8-16,-13 11 26 16,-14 6-40-16,-13 4 4 15,0 1 4-15,-16-4-17 16,-18 0 12-16,-3-5-7 16,-3-3-5-16,0-9 18 0,6-11-21 15,10-9 2 1,6-10-4-16,14-4 6 0,4 0-12 15,0 5 5-15,20 0 1 16,24 9 14-16,17-1-6 16,11-3 13-16,10-2-3 15,0-6-12-15,-11-4-10 16,-9-1 4-16,-20-4-97 16,-15-3-433-16</inkml:trace>
  <inkml:trace contextRef="#ctx0" brushRef="#br0" timeOffset="32727.86">12926 11357 1094 0,'0'0'6'0,"0"0"24"16,0 0 59-16,0 0-1 16,0 0-67-16,0 0-21 15,-14 80 12-15,16-24-11 16,8 1 4-16,-4 5-3 16,-4 0 3-16,-2-2 0 15,0-5-5-15,0-13 1 16,0-12-2-16,-2-13 1 15,-2-10 0-15,2-3 1 0,2-4 3 16,0 0-4 0,0 0 0-16,0 0-1 0,0 0-3 15,0 4-1-15,24 2 5 16,16 3-4-16,18-2 11 16,9-7-7-16,4 0 0 15,0-6 2-15,-8-16 6 16,-10 0-7-16,-12 2-1 15,-18 0 5-15,-7-2-2 16,-7 0 8-16,-7-2-6 16,-2-5-4-16,0 1 8 15,0 0-8-15,-2 0-1 16,-13 2 5-16,1 5 0 16,1 7-2-16,7 3 8 15,-2 5 15-15,6 4 19 0,0 2-23 16,2-2-4-16,0 2 2 15,0 0-20-15,0 0 11 16,0 0-11-16,0 0 3 16,0 6-4-16,0 30 2 15,10 24-1-15,7 19 17 16,5 11-5-16,1 2 18 16,-4-3 12-16,4-7-33 15,-3-10 6-15,0-10-15 16,-2-8 0-16,-1-10 0 0,-1-10 0 15,-3-7-1 1,1-8-10-16,1 0-92 0,-1-12-159 16,-5-7-239-16</inkml:trace>
  <inkml:trace contextRef="#ctx0" brushRef="#br0" timeOffset="33827.5">13953 8869 686 0,'0'0'11'0,"0"0"24"15,0 0 135-15,0 0-32 0,0 0-35 16,0 0-26-16,0 0-26 15,0-60-9-15,13 100-19 16,5 18 99-16,-3 4-52 16,3 1-47-16,0-7 3 15,-3-6-14-15,-1-6-12 16,-3-6 1-16,1-2-1 16,1-4 0-16,2-4-4 15,7-7-32-15,1-9-176 16,4-7-27-1,-10-5-106-15,-5-10-385 0</inkml:trace>
  <inkml:trace contextRef="#ctx0" brushRef="#br0" timeOffset="34111.43">14220 8871 813 0,'0'0'38'15,"0"0"95"1,0 0 6-16,0 0-76 15,0 0-60-15,0 0 17 16,-25 74-19-16,25-48 3 16,23-4-1-16,4 1 4 15,6-7-4-15,9-2-3 16,3-3 2-16,4 1-5 0,-4 1 6 16,1 2-3-16,-6 4 1 15,-11-2 6-15,-6 1-4 16,-15-3-1-16,-8-1 3 15,0 2 37-15,-8 6 5 16,-22 4-29-16,-3 0-18 16,0 0-7-16,4-4-77 15,2-6-182-15,0-10-367 16</inkml:trace>
  <inkml:trace contextRef="#ctx0" brushRef="#br0" timeOffset="34301.56">14177 8912 733 0,'0'0'77'0,"0"0"-76"15,0 0 72-15,139-107 39 16,-101 83-92-16,-5 6-19 16,-11 10-1-16,-11 8-59 15,-11 0-340-15</inkml:trace>
  <inkml:trace contextRef="#ctx0" brushRef="#br0" timeOffset="34472.54">14122 9346 669 0,'0'0'18'16,"0"0"40"-16,0 0 83 15,0 0-46-15,0 0-39 16,0 0-3-16,123-124-38 15,-92 94-5-15,-12 12-10 16,-16 10-10-16,-3 4-11 16,-18 4-403-16</inkml:trace>
  <inkml:trace contextRef="#ctx0" brushRef="#br0" timeOffset="34645.4">14087 9132 447 0,'0'0'252'16,"0"0"-198"-16,0 0 47 15,0 0 9-15,0 0-1 16,26 102-49-16,-4-64 7 16,9-3-29-16,1 2-1 15,3 0-29-15,1 0-6 16,0 2-2-16,-3-3-13 0,-4-10-209 16,-5-14-636-16</inkml:trace>
  <inkml:trace contextRef="#ctx0" brushRef="#br0" timeOffset="35069.96">13826 8446 1006 0,'0'0'4'16,"-125"34"8"-16,71 8 31 15,8 12-36-15,8 19 12 0,14 19 7 16,12 22 15-16,12 16 26 16,2 7-42-16,32-5 2 15,17-8 2-15,13-15-20 16,15-15 7-16,14-18-14 16,12-24-1-16,9-19 11 15,8-22-10-15,-1-11 2 16,-9-22 7-16,-2-27-6 15,-18-18 0-15,-10-16 4 16,-9-14 2-16,-10-16 40 0,-16-15 17 16,-18-15-7-16,-29-11-1 15,-12-18-46-15,-59-6 14 16,-38 11-28 0,-33 29 3-16,-26 47-9 0,-5 59 6 15,-3 39-12-15,15 76 8 16,18 50-37-16,23 35-98 15,24 16-91-15,25 4-77 16</inkml:trace>
  <inkml:trace contextRef="#ctx0" brushRef="#br0" timeOffset="35981.65">14405 11392 827 0,'0'0'54'0,"0"0"78"0,0 0 15 15,0 0-74-15,0 0-22 16,-133-42-1-16,108 60-26 15,0 14-4-15,5 10 33 32,5 10-26-32,3 10 1 0,10 8-4 0,2 2-5 15,0-3-3-15,18-5-16 16,16-12 0-16,6-10 2 16,11-12 3-16,0-13-5 0,0-8 0 15,-4-9-3 1,-5 0 3-16,-4-5 0 15,-9-13 0-15,-4-7-1 0,-9-5 7 16,-5-2-6-16,-7-5 0 16,-4 1 8-16,0 5-7 15,-7 4 1-15,-15 9 2 16,-7 10 6-16,-5 8-6 16,-5 0-4-16,-1 25 0 15,-1 12 2-15,3 8-7 16,9 0 5-16,12 0-9 15,10-5 4-15,7-2-93 0,14-8-188 16,17-14-233-16</inkml:trace>
  <inkml:trace contextRef="#ctx0" brushRef="#br0" timeOffset="37365.03">15361 11530 1142 0,'0'0'21'0,"0"0"-14"16,0 0 81-16,0 0-40 16,0 0-45-16,-2-112 0 15,35 84-2-15,-2 6 7 16,0 7-7-16,-4 13 6 16,-2 2 0-16,-1 8 18 15,-4 20-21-15,-4 8 8 16,-7 7 5-16,-9 1-14 15,0 4 9-15,-2 0-6 16,-17-4-5-16,0-4 19 16,1-5-19-16,0-7 4 0,5-9 5 15,4-4-6-15,5-8-2 16,4-4-2-16,0-3 3 16,0 0-8-16,0 0 7 15,13 0-2-15,11 0 1 16,5-10 6-16,3 1-7 15,3 7 0-15,1 2 0 16,1 2-2-16,-1 21 4 16,-7 2-2-16,-7 8 7 15,-11 3-1-15,-11 4 4 0,0 1 7 16,-15-1 7-16,-23 2 22 16,-9-7-23-16,-10-5 4 15,-2-7 22-15,-1-11-27 16,-3-12-1-16,5 0-10 15,6-22-10-15,2-21-1 16,10-13-13-16,5-19-135 16,4-26-229-16,4-21-795 15</inkml:trace>
  <inkml:trace contextRef="#ctx0" brushRef="#br0" timeOffset="38072.41">15367 8889 901 0,'0'0'1'0,"0"0"8"0,0 0 97 16,0 0-76-16,9-107-13 15,30 74-12-15,0 5 0 16,-1 11 15-16,0 13-11 15,-2 4 16-15,-5 15 8 16,-5 23-10-16,-3 16 21 16,-7 8-20-16,-6 1-16 15,-7 2 12-15,-3-9-9 16,0-3 15-16,-21-10 0 16,2-8-2-16,-3-6 14 0,-3-6-23 15,8-5-10 1,0-8 16-16,7-6-17 0,3-2 8 15,7-2 15-15,0 0-12 16,0 0 17-16,0 0-15 16,0 0-11-16,0 0-4 15,15 0 0-15,12-8-2 16,11-4 0-16,5 2 0 16,7-4 0-16,2-2 0 15,4-2-11-15,-3 0 5 16,0 1-219-16,-8 0-39 15,-7-5-500-15</inkml:trace>
  <inkml:trace contextRef="#ctx0" brushRef="#br0" timeOffset="38276.93">15911 8968 17 0,'0'0'884'15,"0"0"-866"-15,0 0 120 16,0 0-27-16,0 0-64 15,0 0-45-15,40-67 7 16,2 45-9-16,10-4 4 16,-1-1-1-16,3 4-3 0,-12 2-1 15,-11 10-1-15,-16 5-14 16,-15 2-110-16,0 4-149 16,-13 0-320-16</inkml:trace>
  <inkml:trace contextRef="#ctx0" brushRef="#br0" timeOffset="38464.87">15985 8731 529 0,'0'0'105'16,"0"0"-28"-16,0 0 68 15,0 0-17-15,0 0-9 16,0 0-11-16,-5 128-45 16,18-88-14-16,1 4 15 15,9 1-39 1,-2-1-12-16,6-1-12 0,2 0-1 0,0 1-3 15,0-2-61-15,0-10-241 16,-2-12-386-16</inkml:trace>
  <inkml:trace contextRef="#ctx0" brushRef="#br0" timeOffset="38830.07">16228 8643 1040 0,'0'0'18'0,"0"0"74"16,0 0 3-16,0 0-80 0,0 0-14 16,-74 106 7-16,83-58-4 15,26-4-2-15,3-4-2 16,7-8 5-16,-1-8-11 16,-1-12 6-16,-5-12 0 15,-9 0 15-15,-10-24-13 16,-5-19 26-16,-7-8 34 15,-7-6-4-15,-2-10 14 16,-30-2-37 0,-17-1-1-16,-6 14 13 0,-7 16-27 15,-6 19-1-15,1 21-9 0,3 6-7 16,4 34-6 0,11 10-10-16,13 3-5 0,12 0-29 15,10-10-136-15,14-7 2 16,0-15-32-16,20-16-220 15</inkml:trace>
  <inkml:trace contextRef="#ctx0" brushRef="#br0" timeOffset="39209.03">16020 8386 722 0,'0'0'5'16,"-91"-151"92"-16,33 92 19 0,-11 18 4 16,-4 15-5-16,-4 20-50 31,0 6 6-31,1 16-18 0,7 28-16 0,11 22-3 15,11 27-20-15,18 25 4 16,15 16 4-16,14 10-21 16,10 7 8-16,34-2-7 15,14-7 4-15,18-9-4 16,13-18-2 0,10-18 0-1,5-20 1-15,8-20 4 16,4-21-5-16,3-24 0 15,2-12-15-15,-7-30 15 16,-12-32-9-16,-2-21 9 0,-11-23-9 16,-6-18 17-16,-17-20-8 15,-28-15 8-15,-30-13-5 16,-20-9 12-16,-59 6-13 16,-35 13 1-16,-23 32 10 15,-20 42-10-15,-7 38 4 16,-2 40-7-16,2 20-16 15,14 50 16-15,10 34-27 16,7 28-191-16,19 19-292 16</inkml:trace>
  <inkml:trace contextRef="#ctx0" brushRef="#br0" timeOffset="40197.9">16477 11378 768 0,'0'0'5'0,"0"0"68"16,-125 84 75-16,85-68-55 16,5-5-20-16,8-7-24 15,5-4 24-15,6 0-28 16,2-7-9-16,8-13 10 15,4-4-37-15,2 0-7 16,0 0 0-16,0 3 3 16,13 4-8-16,5 4 3 15,7 7 0-15,6 6-9 16,7 0 11-16,6 5-2 0,5 17 0 16,1 10 8-1,-2 0-7-15,-1 6 3 0,-7 6-3 16,-11 12 15-16,-12 9-12 15,-15 11 10-15,-2 6 10 16,-15-2-19-16,-18-4 15 16,-2-13-17-16,-3-13-3 15,4-15 25-15,0-13-18 16,3-11 3-16,2-11-2 16,0 0-2-16,5-18 1 15,4-17-7-15,10-5 2 0,9-2-11 16,1 2 10-1,0 3-1-15,15 8 0 0,6 8 1 16,-1 6-2-16,10 11 1 16,9 4 0-16,5 0 18 15,14 10-1 1,2 10-3-16,2-4 9 0,1 1-20 16,-7-9 4-16,-2-3-7 15,-8-5-11-15,-2-5 10 16,-3-22-128-16,-4-13-179 15,-8-11-183-15</inkml:trace>
  <inkml:trace contextRef="#ctx0" brushRef="#br0" timeOffset="40744.01">16791 8871 894 0,'0'0'44'16,"0"0"-30"-16,0 0 134 0,25 118-28 16,-11-56-31-16,-2-1 7 15,1-5-38-15,0-8-14 16,3-7-36-16,1-4 11 15,-5-7-19-15,5-4 1 16,-7-2-8-16,6-5-3 16,0-4-84-16,4-6-193 0,-5-9-180 15</inkml:trace>
  <inkml:trace contextRef="#ctx0" brushRef="#br0" timeOffset="40980.25">17048 9162 983 0,'0'0'13'0,"0"0"57"15,0 0 84-15,0 0-72 0,0 0-46 16,0 0-8-16,91-88-3 16,-40 57-4-16,0-2 0 15,-1-2-20 1,-8 5 6-16,-11 9-7 0,-13 9-10 15,-9 7-3-15,-9 3-194 16,-7 2-115-16</inkml:trace>
  <inkml:trace contextRef="#ctx0" brushRef="#br0" timeOffset="41184.58">17177 8849 850 0,'0'0'71'0,"0"0"66"15,0 0-1-15,0 0-91 16,0 0 18-16,-9 122 0 16,14-75 7-16,14-5-28 15,3-2-34 1,5-4 7-16,2-3-15 0,-2 4-4 16,-5-3-3-16,-2 0-167 15,-6-2-128-15,-12-8-316 16</inkml:trace>
  <inkml:trace contextRef="#ctx0" brushRef="#br0" timeOffset="41529.91">17486 8632 974 0,'0'0'31'15,"0"0"135"-15,0 0-58 16,0 0-90-16,0 0-3 16,0 0-15-16,-18 17 3 0,18 2 7 15,14 4-9 1,13-3 0-16,4 0 4 0,5 0 0 16,6 0-3-16,-3 2-2 15,0-2 4 1,-10-1-6-16,-7 0 3 0,-11-7-1 15,-8-6 14-15,-3-1-13 16,0-3 35-16,0 7 31 16,-21-1-55-16,-6 2-5 15,-2-4-7-15,0-2-32 16,-2 1-151-16,7-5-79 16,0 0-403-16</inkml:trace>
  <inkml:trace contextRef="#ctx0" brushRef="#br0" timeOffset="42033.09">17447 8704 792 0,'0'0'22'0,"0"0"-9"31,0 0 68-31,81-146-51 0,-40 95-29 0,1 0 13 16,-6 1 4-16,-3 4 9 15,-10 4 16-15,-10 2 0 16,-13 4-1-16,0 1-4 15,-13 2-7-15,-23-5-5 16,-5 5-11-16,-9 1-10 16,-8 8-4-1,-9 12-1-15,-11 12 0 16,-10 3 12-16,-9 35-11 16,-14 17 8-16,-5 17 11 15,6 14-10-15,10 15 19 16,23 13-11-16,23 8-3 15,21 7 4-15,23 1-15 16,10 3 10-16,14-1-7 16,28-10-5-16,16-12 6 15,15-17-8-15,14-24 1 0,11-22 2 16,9-27 2 0,5-20-2-16,3-14-3 0,-3-39 3 15,-10-16 1-15,-6-21-2 16,-13-17 1-16,-14-22 11 15,-18-19-10-15,-24-16 21 16,-25-13 9-16,-2 3-33 16,-49 12 7-16,-20 24-8 15,-18 47-11-15,-13 41 11 16,-12 41-24-16,-5 20-77 16,-9 45-163-16,1 17-288 15</inkml:trace>
  <inkml:trace contextRef="#ctx0" brushRef="#br0" timeOffset="42881.24">17638 11101 1144 0,'0'0'17'0,"0"0"29"16,0 0 87-16,-136-10-32 16,100 30-64-16,7 10-4 15,2 10-8-15,8 8-18 16,5 8 14-16,7 5-13 16,7 1 0-16,0-2 6 15,9-6-10-15,14-4-1 16,6-4-3-16,6-6 6 0,6-5-9 15,-1-7 3 1,2-10 0-16,1-10 4 0,-6-8 1 16,3-3-5-16,-2-24 0 15,-2-12 8-15,-5-5-7 16,-7-3-1-16,-10 0 0 16,-10 7 5-16,-4 6 0 15,0 8 1-15,-24 12 24 16,-11 10-22-16,-6 4-1 15,-4 14-7-15,1 22-3 16,3 8-3-16,4 4-18 16,8 4-57-16,9 3-81 15,6-4-118-15,6-4-298 0</inkml:trace>
  <inkml:trace contextRef="#ctx0" brushRef="#br0" timeOffset="43981.49">17981 9234 433 0,'0'0'646'0,"0"0"-638"0,0 0 60 16,0 0 77-16,0 0-105 0,0 0-14 15,1 78 4-15,27-22 62 16,0 11-28-16,0-3-41 16,-4-4-2-16,-2-6 5 15,-1-4-25-15,-4-8-1 16,-1-5 0-16,-3-10-12 15,5-7-15-15,3-8-193 16,-2-10-82-16,-1-2-272 16</inkml:trace>
  <inkml:trace contextRef="#ctx0" brushRef="#br0" timeOffset="44185.71">18235 9475 947 0,'0'0'19'15,"0"0"2"-15,0 0 106 16,0 0-54-16,131-58-25 16,-86 40 2-16,1-5 2 15,4 1-45 1,-3-4 4-16,-8 5-11 0,-7 4-3 16,-12 5 2-16,-16 4-78 15,-4 2-181-15,-15 4-494 0</inkml:trace>
  <inkml:trace contextRef="#ctx0" brushRef="#br0" timeOffset="44374.66">18351 9276 781 0,'0'0'30'0,"0"0"64"16,0 0 79-1,22 117-60-15,0-78-19 0,3 4-37 16,-1-3-3-1,3 0-33-15,-2-2-19 16,2 1 1-16,-9-3-3 0,4-3-8 0,-5-1-13 16,-4-8-241-16,1-10-130 31</inkml:trace>
  <inkml:trace contextRef="#ctx0" brushRef="#br0" timeOffset="45098.35">18841 9112 879 0,'0'0'66'0,"0"0"35"0,0 0 20 16,0 0-112-16,-131 6-1 15,111 26-1-15,13 2-5 16,7 0 5-16,9-3-1 15,28-4-6-15,15-2 6 16,1 2-4-16,0-1-2 16,-5 2 0-16,-11 0 6 15,-12 2-6-15,-12 1 0 16,-13 3 2-16,0-1 7 0,-15 3-6 16,-18-9 3-1,-1-4 7-15,3-10-11 0,11-9 5 16,9-4 2-16,7-4-7 15,4-26 9-15,0-14-11 16,0-11 0-16,15-13-2 16,1-8-10-16,-5-10-4 15,-5-4-19-15,-6-6-10 16,0 3 41-16,0 9-1 16,-27 7 5-16,-8 15 15 15,-12 8-13-15,-15 13 14 16,-12 13-1-16,-13 18-3 0,-11 10 9 15,-6 10-7-15,-10 30-5 16,-7 16 14-16,-3 20-11 16,3 23 19-16,15 19 7 15,23 18-9-15,29 12-2 16,33 5-10-16,21-6-7 16,44-8 8-16,45-10-15 15,34-22 4-15,16-14-7 16,13-27 4-16,7-27-9 15,-5-27 4-15,-4-12-2 16,0-40-3-16,-14-31-5 16,-13-19 3-16,-15-20 1 15,-12-19 7-15,-22-13-1 0,-21-20 3 16,-30-18-1-16,-23-10 10 16,-42 5-7-16,-48 16 4 15,-28 39-7-15,-25 51 3 16,-13 55 2-16,-15 32-6 15,-3 58-11-15,1 31-17 16,5 23-151-16,15 8-130 16</inkml:trace>
  <inkml:trace contextRef="#ctx0" brushRef="#br0" timeOffset="45884">19066 11114 1109 0,'0'0'26'16,"0"0"133"-16,0 0-5 15,-111-106-48-15,70 101-72 16,-1 5 2-16,-3 9-21 16,5 23-8-16,9 6 0 0,16 1-7 15,13-1 3-15,2-6-4 16,6-4 1-16,19-8 0 15,4-10-1-15,-3-8-6 16,3-2 5-16,-2 0-3 16,0-20 5-1,2-8-11-15,-2-3 11 0,0 0 0 16,-6 4 0-16,-3 8 8 16,-5 8-11-16,-3 11 3 15,1 5 0-15,3 34 13 0,1 22-5 16,1 18 17-16,-1 0 2 15,-1 2-25-15,-1-3 2 16,-5-6-4-16,-3 3-12 16,-5-6 5-16,0-2-146 15,-13-9-132-15,-21-10-301 16</inkml:trace>
  <inkml:trace contextRef="#ctx0" brushRef="#br0" timeOffset="46324.03">13144 13906 162 0,'-185'72'1091'15,"17"2"-1091"-15,31 2 3 0,30-3 5 16,27-9 21-16,38-10 48 16,42-12-20-16,26-13-17 15,92-17 16-15,69-12 14 16,81-29-51-16,70-47-8 15,63-36-11-15,69-30 1 16,56-23-9-16,36-14-6 16,12-6-10-1,-17-2 20-15,-42 4 8 0,-56 15-2 16,-60 17 3-16,-60 25 9 16,-59 20-14-16,-45 17-11 15,-46 21-6-15,-33 15-10 16,-36 10-52-16,-38 9-31 0,-37 4-55 15,-38 0-214 1</inkml:trace>
  <inkml:trace contextRef="#ctx0" brushRef="#br0" timeOffset="47915.04">952 7927 1114 0,'-116'22'5'0,"29"1"-5"16,24-2 25-16,26-9 28 16,17-6-19-16,20 0 6 15,15 1-17-15,56-2-21 0,50-5 25 16,53 0 4-16,53-18-14 16,56-21 9-16,44-8-18 15,43-6 6-15,29-3-3 16,9-4-4-16,2-2 3 15,-13-2-5-15,-30 1-4 16,-39 6 1-16,-50 2-2 16,-55 7 0-16,-44 8 6 15,-35 5-6-15,-42 10-5 16,-37 6 3-16,-36 10-70 16,-29 7-29-16,-17 2 1 15,-48 2-199-15</inkml:trace>
  <inkml:trace contextRef="#ctx0" brushRef="#br0" timeOffset="48683.06">2242 8430 704 0,'-145'50'0'0,"14"8"56"15,6 3 105-15,13-2-60 0,25-4-11 16,23-10-26-16,22-8-21 16,21-15-17-16,21-7-12 15,16-4 20-15,62-5-12 16,52-6-1-16,49 0 7 16,58-11-26-16,46-16 11 15,38-10-1-15,39-8-11 16,20-8 13-16,5-9-14 15,-13-2 5-15,-26 0-7 0,-42 6 11 16,-38 8-5-16,-46 5 8 16,-41 9-11-16,-44 7 1 15,-48 8-2-15,-35 7 0 16,-27 6-2-16,-19 5 3 16,-6 3-2-16,-6 0-83 15,-33 0-114-15,-10 0-210 16</inkml:trace>
  <inkml:trace contextRef="#ctx0" brushRef="#br0" timeOffset="50763.56">1750 10044 721 0,'0'0'19'0,"-154"55"41"16,87-23 64-16,7-1-42 15,8 0-8-15,15-7-26 16,12-10-26-16,16-7 1 0,9-5-5 16,61-2-7-16,52 0 20 15,73 0-25-15,58-22 2 16,57-8-8 0,42-5 10-16,22-10-8 0,21-6 16 15,6-7 1-15,-11-17-2 16,-25-3-15-16,-46-11-2 15,-43-3 1-15,-42 1 3 16,-42-1-8-16,-42 10-13 16,-43 12-39-16,-40 10-31 15,-42 8-77-15,-16 8-80 0,-64 0-293 16</inkml:trace>
  <inkml:trace contextRef="#ctx0" brushRef="#br0" timeOffset="51456.02">2539 5248 1069 0,'0'0'61'15,"0"0"-61"-15,0 0 87 16,0 0-31-16,-150 140-1 16,84-22-3-16,-6 26-9 15,-4 19 17-15,-4 13-24 16,-5 8 22-16,-3-1-27 16,-7-3-20-16,9-7-1 15,10-15-10-15,22-16 0 0,28-24-2 16,21-27-19-16,5-17-93 15,20-15-108-15,5-11-30 16,-10-14-383-16</inkml:trace>
</inkml:ink>
</file>

<file path=ppt/ink/ink2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5.68611" units="1/deg"/>
          <inkml:channelProperty channel="T" name="resolution" value="1" units="1/dev"/>
        </inkml:channelProperties>
      </inkml:inkSource>
      <inkml:timestamp xml:id="ts0" timeString="2023-09-17T05:59:08.237"/>
    </inkml:context>
    <inkml:brush xml:id="br0">
      <inkml:brushProperty name="width" value="0.05292" units="cm"/>
      <inkml:brushProperty name="height" value="0.05292" units="cm"/>
      <inkml:brushProperty name="color" value="#FF0000"/>
    </inkml:brush>
  </inkml:definitions>
  <inkml:trace contextRef="#ctx0" brushRef="#br0">11341 3138 99 0,'0'0'0'15,"0"0"-17"-15,0 0 13 16,0 0 0-16,0 0-42 16</inkml:trace>
  <inkml:trace contextRef="#ctx0" brushRef="#br0" timeOffset="918.28">10555 3138 524 0,'0'0'8'0,"0"0"53"0,-152 0 90 15,126 0-83-15,9 0 33 16,13 0-28-16,4 0-18 16,4 0-26-16,29 0-6 15,11 0-14-15,16-8 22 16,15-1-25-16,15 1 18 16,17-5-3-16,6 1-18 15,-3 0 18 1,-4 6-13-16,-9 5-7 0,-11 1 12 15,-12 0-9-15,-18 0-4 16,-16 2 1-16,-16 6 8 16,-15-1-9-16,-7-1 0 0,-2-2 0 15,0-2-5-15,0 0 5 16,4 0-1 0,6-2-99-16,7 0-101 0,8-4-244 15</inkml:trace>
  <inkml:trace contextRef="#ctx0" brushRef="#br0" timeOffset="1421.32">11955 3140 455 0,'0'0'10'0,"0"0"63"15,0 0 78-15,0 0-94 16,0 0-12-16,0 0-25 16,-10 4 9-16,37-4-1 15,11 0 31-15,9 0 5 16,6 0-24-16,7 0 8 16,2 0-20-16,1 0 2 15,-1-4 15 1,-4-2-31-16,-6-1 12 0,-9 3-1 15,-9 1-24-15,-7 2 11 16,-9-2-12-16,-5 3 0 0,-1-2-7 16,-6 2 8-1,-1 0-1-15,-3 0 0 0,-2 0-17 16,0 0-11 0,0 0-101-1,0 0-76-15,-17 0-126 16</inkml:trace>
  <inkml:trace contextRef="#ctx0" brushRef="#br0" timeOffset="2949.53">12556 1344 295 0,'0'0'613'0,"0"0"-601"15,0 0 95-15,0 0 8 16,0 0-32-16,-121-71-33 0,90 71-19 16,4 0 36-16,-2 9-39 15,3 18-28-15,1 15 13 16,1 12-5-16,2 17-6 15,1 9 7-15,6 4-6 16,5-3 9-16,8-6-10 16,2-11 1-16,6-7 1 15,19-11 1-15,12-8-5 16,7-12 7-16,10-12 1 16,8-6-1-16,3-8-6 15,-1-4 2-15,-6-20 10 16,-11-6-9-16,-14 0-3 0,-17 0 6 15,-14-2 1-15,-2 0 18 16,-20-1-14-16,-20 7-9 16,-12 10 13-16,0 7-14 15,-4 9-2-15,4 0 0 16,8 24-11-16,1 14 9 16,8 12-13-16,10 10-41 15,10 10-155-15,7-4-197 16</inkml:trace>
  <inkml:trace contextRef="#ctx0" brushRef="#br0" timeOffset="5196.57">1400 1173 879 0,'0'0'17'0,"0"0"34"16,0 0 138-16,0 0-153 15,0 0-8-15,-58-112 5 16,60 81-32-16,18 3 20 15,2 4-5-15,0 7-1 16,1 6 17-16,-1 11-30 16,-2 0 6-16,5 14-8 15,0 18 9-15,1 10-7 16,-2 4 0-16,-3 1 3 16,-8-5 1-16,-6-2-6 15,-7-7 0-15,0 0 8 0,0-10 0 16,-14-2-6-16,1-8-2 15,-1-5 0-15,1-7 3 16,2-1 1-16,0 0-3 16,2-20 1-16,5-14 9 15,-1-11-12-15,5-6 1 16,0-3-3-16,9-3-5 16,16 6 8-16,6 2 0 0,5 7-1 15,1 7 5 1,1 8-4-16,-5 11 0 0,-2 10 3 15,-2 6 5-15,-2 16-3 16,2 27-4-16,0 9 19 16,-6 7-15-16,-8 0 9 15,-3-5-14-15,-8-4 2 16,3-8-2-16,-1 0 0 16,3-8-2-16,2-2 1 15,2-6-30-15,8-7-168 16,1-16-229-16</inkml:trace>
  <inkml:trace contextRef="#ctx0" brushRef="#br0" timeOffset="5511.36">2173 1042 898 0,'0'0'0'0,"0"0"62"16,0 0 54-16,0 0-80 15,0 0-31-15,0 0 13 16,86-85 4-16,-51 106-18 16,-6 21 11-16,-1 12 7 0,-8 5-13 15,-4-1 15 1,-12-10-22-16,-4-10 4 0,0-13 15 31,0-8-17-31,-2-9 34 0,-7-6 18 0,-2-2-22 16,0 0 42-16,-1-12-20 15,3-22-27-15,5-10-9 16,4-16-20-16,23-11-1 16,28 4-107-16,21 6-137 15,1 19-85-15</inkml:trace>
  <inkml:trace contextRef="#ctx0" brushRef="#br0" timeOffset="6439.41">3104 1069 898 0,'0'0'0'16,"0"0"100"-16,0 0 77 16,0 0-102-16,0 0-52 15,0 0-15-15,-62-12-7 16,55 39-1-16,1 10 0 15,5-1-2 1,1 1 4-16,0-2-2 0,5-5 0 16,10-6-1-1,4-8-8-15,-2-6 8 16,1-8 1-16,-1-2 13 0,4 0-9 0,-3-10 3 16,-1-14-7-16,-7-7 4 15,-6-4 3-15,-4-5-3 16,0-3-4-16,-24 3 0 15,-6 9 6-15,-3 7-7 16,-2 11 1-16,1 7 0 16,7 5-2-16,7-4 2 15,11 5 0-15,9-3-4 0,0-4-16 16,27-3-2-16,13-7 17 31,12-4-24-31,6-8 4 0,-6 0-7 0,0-3 16 16,-10-2 14-16,-13-4-2 15,-10-4 4-15,-7-6 0 16,-7-5 2-16,-5 2 0 16,0-1 0-16,0 4-2 15,0 10 14-15,-7 5-12 32,-3 11 16-32,3 4-2 0,-1 6 4 15,4 8 15-15,2 1-17 16,0 3-2-16,2 5-16 15,-3 28-1-15,3 26 1 16,0 15 0-16,0 14 4 16,0 9 5-16,3 4-3 15,3 16 5-15,2 6 15 16,0 1-8-16,-1-2 10 16,-1-6-7-16,4-12-4 15,-2-4 20-15,3-8-25 16,3-9 2-16,1-8 2 0,-1-11-12 15,1-11 4-15,-2-14-8 16,5-9 5-16,-1-10-10 16,-2-7 5-16,1-8 0 15,1-5 5-15,3-6 3 16,-2-30-3-16,-2-16-5 16,-8-16 6-16,-8-13-15 15,0-1 5-15,-4 2-22 16,-21 10 17-16,-4 10 1 15,-4 14 6-15,-3 12 2 16,-1 7 0-16,3 13-5 16,1 8 4-16,4 6 0 15,9 0-4-15,7 0 0 16,7 0-1-16,6 0-1 0,0 2-21 16,14 2 23-16,18-1-40 15,5-3-10-15,8 0-24 16,-1-12-87-16,-4-7-142 15</inkml:trace>
  <inkml:trace contextRef="#ctx0" brushRef="#br0" timeOffset="8712.94">4312 551 842 0,'0'0'5'0,"0"0"41"16,0 0 114-16,-44-106-47 15,39 105 11-15,2 1-58 16,1 0 12-16,0 12-67 15,2 37-9-15,0 21 10 16,0 13-12-16,-5-2 27 16,1-4-2-16,0-7-10 15,0-8 10-15,-1-5-24 16,5-10-1-16,0-7 0 16,0-1 1-16,2-7-4 15,16-4 1-15,4-6-29 0,7-4-59 16,5-8-89-16,1-10-79 15,-4 0-188-15</inkml:trace>
  <inkml:trace contextRef="#ctx0" brushRef="#br0" timeOffset="9527.67">4534 1199 730 0,'0'0'17'15,"0"0"120"-15,0 0 3 16,0 0-120-1,0 0-18-15,0 0 5 0,70-116-1 0,-63 94-1 16,-5 2 3-16,-2 2 2 16,0-3 26-16,0 5-6 15,-9 1-7-15,-7 5 1 16,1 6 10-16,-3 4-8 16,-1 0-26-16,1 4 0 15,1 18-7-15,4 3 7 16,4 8 0-16,4 0-3 15,5 0 4-15,0-1-1 16,20-2 0-16,12-3 1 16,3-4-4-16,3-7 3 15,0-6 0-15,-2-10 0 0,-3 0 7 16,3-7-7-16,-5-20 3 16,0-9 1-16,-6-8-2 15,-5-10-2-15,-9-12 0 16,-7-11 2-16,-4-5 3 15,0 0-5-15,0 4 0 16,-4 9 2-16,-5 13-3 16,0 18 3-1,2 15-2-15,3 16 15 0,0 7-5 16,2 0 7-16,-1 3-17 0,3 30-8 16,0 18 5-16,0 14 3 15,0 8 0-15,0 5-3 16,0 6 10-16,0 0-7 15,0 3 0-15,9-11 4 16,6-15-10-16,3-20 6 16,5-15 0-16,6-14-4 15,0-8 8-15,0-4-4 16,4-4 0-16,-2-24-10 16,-4-10 7-16,-3-12-5 15,-8-15 8-15,-5-7-4 16,-9-4-11-1,-2 2 14-15,0 8-5 0,0 14 6 0,0 13-4 16,-4 18 5-16,-3 11-1 16,3 5 32-16,0 5-22 15,2 0 5-15,-1 33-15 16,0 13 0-16,3 14-4 16,0 4 9-16,0-2-5 15,3-2 18-15,10-7-15 16,0-9 6-16,5-8-9 15,-2-8 2-15,0-10-9 16,2-8 7-16,-1-6-1 16,4-4 0-16,1 0-131 0,-5-28-99 15,-10-8-426-15</inkml:trace>
  <inkml:trace contextRef="#ctx0" brushRef="#br0" timeOffset="9714.98">4916 902 145 0,'0'0'592'0,"0"0"-589"0,0 0 137 16,0 0-69 0,0 0-59-16,0 0 0 0,53-25-9 15,-13 8-6-15,-8-1-162 16,-8 3-223-16</inkml:trace>
  <inkml:trace contextRef="#ctx0" brushRef="#br0" timeOffset="9875.4">4613 1099 772 0,'0'0'7'15,"0"0"14"-15,0 0 151 16,0 0-153-16,0 0-13 16,116-48-6-16,-35 8-14 15,9-7-236-15</inkml:trace>
  <inkml:trace contextRef="#ctx0" brushRef="#br0" timeOffset="10472.24">5394 1194 800 0,'0'0'2'0,"0"0"65"16,0 0 3-16,0 0-59 15,43-103 9-15,-30 76-20 16,-6 0 7-16,-7 4-4 15,0 1 0-15,-13 1-3 16,-12 7 1-16,-4 3 11 16,2 9 6-16,0 2-13 0,5 2-2 15,2 21 6-15,7 4-9 16,6 10 0-16,7 4 3 16,0 2 6-16,12 1-5 15,15-9-4-15,6-4 5 16,2-12-15-16,5-8 14 15,-4-9-4-15,-3-2 0 16,-2-2 10-16,-2-17-10 16,-6-11 0-16,-5-1 3 15,-5-5-1-15,-4-3-2 16,2 3 0-16,2 7 1 0,1 5 6 16,4 5-7-1,-3 8 0-15,5 4 1 0,0 7 1 16,1 0-2-16,-1 8 0 15,0 21 10-15,-2 0-4 16,-5 2 6-16,-7-5 1 16,-1-6 1-16,-5-8 30 15,0-6-19-15,0-4 20 16,0 0 29-16,0-2-11 16,0 0-2-16,-10 0-11 15,0-17-29-15,1-15 12 16,4-14-33-16,5-8-17 0,0 2-173 15,19 8-149-15,7 19-478 16</inkml:trace>
  <inkml:trace contextRef="#ctx0" brushRef="#br0" timeOffset="10786.55">6190 880 834 0,'0'0'25'15,"0"0"151"-15,0 0-84 16,0 0-56-16,0 0-18 0,-118-11-9 16,100 28-9-16,5 7 0 15,6 2-2-15,7 2-4 16,0 0 2-16,11 0 2 16,14 0 2-16,4 1-6 15,-3-1 6-15,-3 0 0 16,-10-3 3-16,-9 2 4 15,-4-4 0-15,0 2-3 16,-13-6 0-16,-11 0 8 16,-5-8-10-16,0-10 3 15,-3-1 6-15,6 0-6 16,4-8 2-16,4-23-7 0,11-12-97 16,7-6-239-16</inkml:trace>
  <inkml:trace contextRef="#ctx0" brushRef="#br0" timeOffset="11100.64">6878 998 916 0,'0'0'170'0,"0"0"-145"0,0 0 175 15,0 0-122-15,0 0-27 16,0 0-41-16,-38-12-8 16,38 45 13-16,0 9-1 15,3-1 18-15,1 3-7 16,-1-3-19 0,-1-5 3-16,-2-8-9 0,2-10 0 15,3-10-6-15,-1-6-13 16,2-2-133-16,1-6-103 15,-7-29-82-15,0-20-359 16</inkml:trace>
  <inkml:trace contextRef="#ctx0" brushRef="#br0" timeOffset="11336.5">6707 752 787 0,'0'0'10'0,"0"0"-10"16,0 0 45-16,0 0 6 15,0 0 1-15,0 0-10 16,56 64 22-16,-39-64 10 16,-3-4-11-16,-6-8 4 15,-3-5-9-15,-5 3-24 16,0-6 1-16,0 4-34 16,-13 7 8-16,-9 1-9 0,1 5-11 15,2 3 2-15,5 0-95 16,5 20-155-1,3 5-482-15</inkml:trace>
  <inkml:trace contextRef="#ctx0" brushRef="#br0" timeOffset="11745.26">7094 1064 969 0,'0'0'3'15,"0"0"-3"-15,0 0 42 16,0 0-22-16,6 105 11 16,0-80-22-16,-4-4-7 15,2-7 11-15,-1-4-11 16,-3-4-2 0,0-5 5-16,0-1 2 0,0 0 6 15,-3-7 1-15,-12-19-8 16,4-10 8-16,6-10-14 15,5-1 0-15,0 0 3 16,23 4 4-16,10 12-7 16,0 6 0-16,1 11 3 15,-3 10-1-15,0 4 0 0,0 0 15 16,-2 24 26-16,2 10-12 16,-4 8 28-1,-4 7 14-15,-8 1-40 0,-6 8 12 16,-9 4-38-16,0 6-6 15,0-4-2-15,-5-8-10 16,1-12-121 0,4-16-110-16,0-15-275 0</inkml:trace>
  <inkml:trace contextRef="#ctx0" brushRef="#br0" timeOffset="12028.33">7919 746 1071 0,'0'0'18'0,"0"0"44"15,0 0 69-15,0 0-70 16,0 0-46-16,0 0-9 16,-15 24 5-16,32 33 10 0,1 12 34 15,-3 5-14-15,-3 1-3 16,-3 1-21-16,-3-12-10 15,-2-5-7-15,-4-12 0 16,0-15 4-16,0-9-14 16,0-6 2-16,0-9-52 15,-17-8-135-15,-10 0-59 16,-8-26-276 0</inkml:trace>
  <inkml:trace contextRef="#ctx0" brushRef="#br0" timeOffset="12750.76">7736 1037 690 0,'0'0'42'0,"0"0"-36"16,0 0 116-1,156-59-46-15,-98 35-11 0,4-6 4 16,1-4-22-16,-5 0-12 16,-8-2-4-16,-5-1-30 15,-16 0-1-15,-8 4 6 16,-15 2 2-16,-6 2-1 15,0 3 33-15,-2 7-22 16,-13 3 12 0,1 5-20-16,1 7 9 0,1 4-1 0,4 0-10 15,-1 2-8 1,3 28 0-16,-2 19-6 0,6 10 1 16,2 13 5-16,0 8 0 15,0 1 3-15,0 2 8 16,0-8-11-1,2-10 0-15,8-17 5 0,-1-17-14 16,-1-12 9-16,3-8 0 16,-4-10-6-16,6-1 13 15,1 0-3-15,6-10-4 16,2-19 10-16,1-10-20 16,0 1-7-16,-4 8-12 0,-5 12 26 15,-6 7-9-15,-6 10 12 16,1 1 0-16,3 0-3 15,3 0-4-15,7 0 3 16,4 17 4-16,1 3-3 16,7-3 12-16,-4-1-8 15,5-2 1-15,0-4 5 16,3-4 1 0,-3-5-7-16,-3-1 1 15,1 0 12 1,-3 0-13-16,-1-14 8 15,-1-13-5-15,-7-9 2 16,-5-7-2-16,-10 0-4 16,0 5 0-16,0 14 5 0,-14 11 2 15,-3 13 2-15,-4 0-9 16,-3 24 5-16,4 12-10 16,4 4 5-16,12-2 0 15,4-5-6-15,0-5 15 16,8-10-9-16,13-4 0 15,1-8 6-15,4-6-13 16,8 0 7-16,2-6-30 16,6-16-64-16,0-5-93 15,5-1-259-15</inkml:trace>
  <inkml:trace contextRef="#ctx0" brushRef="#br0" timeOffset="13662.31">4902 1971 1107 0,'0'0'6'0,"0"0"141"16,0 0-41-16,0 0-104 0,0 0-2 15,0 0-5 1,-7 84 5-16,16-44 6 0,3-9 1 16,-3-8-7-16,1-3 0 15,0-9 1-15,-6-6-7 16,1-5 6-16,-5 0 0 15,0 0 15-15,0 0-10 16,2 0 11-16,0-22 14 16,0-8-27-16,2 2 2 15,4 5-5-15,-4 12 0 16,3 5-1-16,-1 2 1 16,0 4 0-16,6 0-3 0,6 2-5 15,6 23-3 1,3 4 9-16,4 7 2 0,0-1-2 15,3-3 8-15,-3-8-6 16,0-8 0-16,-3-6 5 16,2-6-11-16,-3-4 6 15,0 0 0-15,-2-3 8 16,-2-19-2-16,0-10-3 16,-5-8 2-16,-7-10 4 15,-7-2 7-15,-4 0-9 16,-3 0 6-16,-21 8 16 0,-7 8-25 15,0 8 7 1,0 10 10-16,0 7-15 0,2 8-5 16,7 3-1-16,0 0-17 15,2 3-1-15,8 21-129 16,6 9-95-16,-2 5-144 16</inkml:trace>
  <inkml:trace contextRef="#ctx0" brushRef="#br0" timeOffset="14038.99">5646 1995 901 0,'0'0'8'0,"0"0"100"16,0 0 61-16,0 0-110 15,0 0-23-15,0 0-16 16,-38-26-20-16,36 53 0 15,2 15-1-15,0 5 10 16,0 3-15-16,0-2 6 16,4-5 0-16,10-7-7 15,2-9 10-15,2-9-3 16,4-6 0-16,2-7 10 16,-4-5-9-16,-1 0 0 15,-4 0-1-15,-1-12 25 16,-6-11-10-16,-3-2 44 0,-5-7 0 15,0-11-32-15,0-2 23 16,-23-3-45-16,-2 7-3 16,-4 9 10-16,3 8-4 15,2 8-8-15,8 10 0 16,5 6-60-16,4 0-105 16,5 6-126-16,2 18-334 15</inkml:trace>
  <inkml:trace contextRef="#ctx0" brushRef="#br0" timeOffset="14399.52">5841 2166 687 0,'0'0'283'16,"0"0"-209"-16,0 0 76 16,0 0-110-16,52-121-7 15,-13 103-27-15,5 10 15 16,5 8 3-16,2 0-23 15,1 33 26-15,-7 10-19 16,-8 6 5-16,-12-5 18 16,-12-11-29-16,-9-2 5 15,-4-9 11-15,0-4-16 0,-4-6 27 16,-9-9 10-16,-3-3-19 16,1 0 54-16,-3-5-39 15,-3-21 4-15,4-6-20 16,1-17-8-16,12-5-22 15,4-5 10-15,2 0-77 16,31 17-58-16,8 16-88 16,9 15-50-16,6 11-228 15,2 0 243-15</inkml:trace>
  <inkml:trace contextRef="#ctx0" brushRef="#br0" timeOffset="14777.06">6680 1955 515 0,'0'0'243'0,"0"0"67"0,0 0-139 15,0 0-105-15,0 0 13 16,0 0-36-16,-77-88-1 16,54 79 3-16,1 9-36 15,-5 0 9-15,-2 27-18 16,0 15-1-16,2 10-11 16,7 8 14-16,12-3-2 15,8 0 0-15,0-11-5 16,0-12-4-16,15-11 7 15,8-13 2-15,1-10-12 16,2 0 13-16,3-18-1 0,-3-21 0 16,0-15 1-16,-8-12-6 31,-9-14 5-31,-5-12 0 0,-4-6-6 0,0-5 9 16,-7 11-3-16,-11 14 0 15,1 26 8-15,1 25-8 16,5 18 22-16,1 9-9 15,6 24 6-15,2 48-14 16,2 31-5-16,0 27 9 16,18 8-2-16,7 2-9 15,4 4 2-15,-8 1-20 0,-13-3-122 16,-8-6-270-16</inkml:trace>
  <inkml:trace contextRef="#ctx0" brushRef="#br0" timeOffset="17588.54">12691 3274 644 0,'0'0'15'0,"0"0"5"16,0 0 104 0,0 0 2-16,0 0-30 0,0 0-34 15,0 0 9-15,-81 0-1 16,81 0-38-16,0 0 0 15,6 0-13 1,21-4-19-16,11 0 37 0,20 2-25 16,8 2 8-16,12 0-5 15,15 0-11-15,13 5 15 16,2 6-19-16,8 1 6 16,-6-2 3-16,-6-5-8 15,-8-3-1-15,-11-2 0 0,-10 0 13 16,-15-2-13-16,-12-9 2 15,-21 3 3-15,-12 4 33 16,-11 2-16-16,-1 2 6 16,-3 0 13-16,0 0-36 15,0 0 25-15,0 0-29 16,0 0 9-16,0 0-12 16,0 0 2-1,0 0 0-15,0 0-6 0,0 0-14 16,0-2-26-1,7-5-118-15,3-9-125 0,4-7-64 0</inkml:trace>
  <inkml:trace contextRef="#ctx0" brushRef="#br0" timeOffset="18548.03">13995 3269 442 0,'0'0'1'0,"0"0"137"15,0 0-17 1,0 0-54-16,0 0-1 0,0 0-10 16,-105 0-25-16,94 0 3 15,3 0-21-15,0 0 32 16,4 0-28-16,4 0 11 15,0-3 3-15,0 1-21 0,0 2 20 16,0 0-15 15,0 0-14-31,4-1 15 0,21-2-14 16,10 0 1-16,8-6 21 16,6 3-20-16,7-4 20 15,5-2-10-15,11 2-12 16,9-2 22-16,1-2-22 15,-6 0 2-15,-10 4-1 16,-14 2 10-16,-16 4-13 16,-14 2 0-16,-11 0 1 15,-9 2 4-15,-2 0-3 16,0 0 16-16,0 0 37 0,0 0-26 16,0 0 11-16,0 0-12 15,0 0-28-15,0 0 25 16,0 0-24-16,0 0-1 15,0 0 5-15,0 0 3 16,0 0-8-16,0 0 0 16,0 0-4-16,0 0-5 15,0 0-21-15,0 0-107 16,0 0 1-16,0 0-111 16,0 4-234-16</inkml:trace>
  <inkml:trace contextRef="#ctx0" brushRef="#br0" timeOffset="20594.18">15147 1710 850 0,'0'0'27'15,"0"0"-27"-15,0 0 106 16,0 0-47-16,-145-108-5 15,105 100-17-15,0 6-25 16,-6 2 32-16,5 0-9 16,1 18-13-1,0 10 12-15,8 3-30 0,6 4 9 16,10 1-8-16,10 0 6 0,6-2-10 16,0-2-1-1,22-1 0-15,13-8 0 0,12-2 9 16,7-11-6-16,6-6-3 15,-2-4 11 1,-5 0-15-16,-4-12 4 0,-9-8 0 16,-6-2-4-16,-5-4 11 15,-9-2-7-15,-3-4 0 16,-3-2 11-16,-7-2-10 16,-3 9-1-16,0 4 0 15,-4 12 16-15,0 8 2 31,0 0 49-31,0 3-15 16,0 0-46-16,0 6 3 0,0 32-9 16,2 15 0-1,8 10 25-15,1 6-21 0,1-3 10 16,1 0-7-16,-5-2 3 16,2-2-9-16,-2-1-1 15,-2-10 0-15,4 2-11 16,-1-5 3-16,2 0-22 15,2-2-172-15,-1-6-63 16,-2-8-264-16</inkml:trace>
  <inkml:trace contextRef="#ctx0" brushRef="#br0" timeOffset="21395.39">16468 1845 762 0,'0'0'51'0,"0"0"-36"15,-133 0 197-15,107-8-114 16,11-9-63-16,7 2 22 15,5-6-25-15,3 0-5 16,0-4-10-16,0 3-8 16,0 2-8-16,11 4-1 15,4 0 11-15,4 6-13 0,-1 4 2 16,0 2 0-16,6 4-9 16,-2 0 13-16,3 14-4 15,2 16 0-15,-6 8-2 16,0 5-3-16,-8 1 5 15,-8 3 0-15,-5 4 4 16,-2 1 1-16,-25 4-5 16,-6-2 5-16,-6-4 5 15,4-6-8-15,-1-9-1 16,5-10 0-16,4-8 27 0,10-9-27 16,9-4 10-16,6-3-6 15,2-1 10-15,0 0-13 16,0 0-2-16,16 0 0 15,15 0 6-15,16-9-2 16,13-13-4-16,10-9 0 16,7-1-1-16,6 1-3 15,1 2-50-15,-6 5-146 16,-9 6-168-16</inkml:trace>
  <inkml:trace contextRef="#ctx0" brushRef="#br0" timeOffset="22102.55">17553 1894 452 0,'0'0'333'0,"0"0"-316"16,0 0 144-1,0 0-92-15,0 0 6 0,0 0-27 16,-69-87-15-16,76 68-5 16,11 1-17-16,-1 3-6 15,4 2-5-15,-4 4 4 16,1 0-3-16,0 6-1 15,-2 2 0-15,0 1 2 16,-1 0 6-16,-1 0-8 16,-1 13 0-16,0 0 0 15,-4 4-3-15,0-6 5 16,-5 6-2-16,-4-6 5 16,0 6 6-16,0 1-3 0,-4 3-8 15,-17 4 5-15,-2-1-1 16,0 1-4-16,3-6 0 15,2-1 0-15,7-4 9 16,4-6-11-16,1 2 2 16,1-2 0-16,3-4-8 15,0 0 8-15,2-4 0 16,0 0 0-16,0 0 12 16,0 0-12-16,0 0 5 15,0 0-5-15,0 0 42 16,0 0-32-1,0 0-2-15,0 0-5 0,0 0 6 0,0 0-11 16,0 0 2-16,0 0 0 16,0 0-6-16,0 0 6 15,0 0 0-15,0 0 0 16,0 0 6-16,0 0-6 16,0 0 0-16,0 0 0 15,0 0-9-15,0 0 9 16,0 0-18-16,0 0-43 15,0 0-107-15,0 0-111 16,0-2-258-16</inkml:trace>
  <inkml:trace contextRef="#ctx0" brushRef="#br0" timeOffset="22479.26">17571 1684 690 0,'0'0'12'0,"0"0"100"16,0 0 41-16,0 0-62 16,0 0-67-16,0 0 16 15,0 0-11-15,-49 10-22 16,26 32-7-16,0 10 0 16,0 1 4-16,7-3 9 0,3-2-8 15,7-8 2 1,4-6 14-16,2-6-16 0,0-6 17 15,2-3-16-15,17-2-2 16,12-3 25-16,6-8-23 16,5-6 0-16,2 0 11 15,1 0-13-15,-1-10 6 16,1-5-10-16,-7-4 4 16,-4 5-7-16,-4-2 3 15,-9 6-23-15,-10 0-66 16,-11-2-60-1,0 0-35-15,-13-4-130 0,-14-4-29 16</inkml:trace>
  <inkml:trace contextRef="#ctx0" brushRef="#br0" timeOffset="22714.82">17653 1774 218 0,'0'0'84'16,"0"0"112"-16,0 0 14 16,0 0-89-16,0 0 7 15,0 0-15-15,-31-60-48 16,29 60 10-16,2 5-42 15,0 24-29-15,0 15 21 16,2 13 5-16,12 8 17 16,1 6 14-16,1 5-45 0,-1 2 10 15,-1-4-26-15,-3-10 5 16,-2-5-14-16,0-11 9 16,-2-8-8-16,1-4-5 15,4-2-181-15,-3-9-47 16,-3-10-309-16</inkml:trace>
  <inkml:trace contextRef="#ctx0" brushRef="#br0" timeOffset="23311.74">18297 2027 826 0,'0'0'8'16,"0"0"88"-16,0 0 47 15,0 0-55-15,-62-114-60 16,71 95-9-16,11 2-6 16,2 3-5-1,1 8 4-15,-2 4-2 0,2 2-9 16,-3 2 16-16,5 24-13 15,-3 14-2-15,0 8 21 16,-7 4-22-16,-5 2 15 16,-6-5-16-16,-4-6 6 15,0-3 12-15,0-7-14 0,-16-8 15 16,-1-6 18-16,3-5-30 16,3-2 22-16,0-4-20 15,7-2-4-15,-1-5 14 16,3-1-17-16,2 0 4 15,0 0 17-15,0 0-20 16,0 0 20-16,2 0-17 16,27 0 7-1,20-8-15-15,21-15 2 0,23-11-6 16,12-7-37-16,8-11-116 0,-3-12-55 16,-13-2-305-16</inkml:trace>
  <inkml:trace contextRef="#ctx0" brushRef="#br0" timeOffset="24474.69">19648 1724 243 0,'0'0'707'0,"0"0"-635"16,0 0 99-16,0 0-49 15,0 0-91-15,0 0 5 16,-94-53-28-16,81 53-5 16,1 0 2-16,4 17 0 15,1 5-5-15,3 4 0 16,2 2 2-16,2 0-7 0,0 0 5 16,4-3 0-16,15 1 1 15,4-1 6-15,4 2-7 16,4 2 0-16,2 4 12 15,1 1-11-15,-3-1 0 16,-2 3 3-16,-7-9 34 16,-6-3-22-16,-7-10 22 15,-9-5 6-15,0-2-20 16,0 6 27-16,-18 3-31 16,-15 3-16-16,-9 2 3 15,-6-3-6-15,1-4-2 0,5-8-10 16,5-6-106-1,3 0-66-15,7-23-80 0,7-31-223 16</inkml:trace>
  <inkml:trace contextRef="#ctx0" brushRef="#br0" timeOffset="24663.4">19548 1638 907 0,'0'0'45'0,"0"0"133"15,0 0-79-15,0 0-68 16,160-122 24-16,-67 77-14 0,21-3 7 16,9-2-48-16,-1 4 2 15,-7 4-7-15,-20 2-97 16,-33 2-166 0</inkml:trace>
  <inkml:trace contextRef="#ctx0" brushRef="#br0" timeOffset="29077.22">7106 4661 549 0,'0'0'2'16,"0"0"49"0,0 0 65-16,0 0-26 0,0 0 2 15,98-111-15-15,-73 95-12 16,-1 5 5-16,0 10-28 16,1 1 29-16,4 16-16 0,0 19-6 15,2 12 23-15,-4 6-41 16,-3 2 4-1,-1-1 3-15,-8-2-35 0,-2-4 15 16,-5-1-18-16,-4-11 8 16,-2-3-4-16,0-8-2 15,0-3-2-15,0-6 0 16,3-2-10-16,-1-3-41 16,6 0-105-16,-2-5-29 15,-2-6-35 1,-6 0-176-16</inkml:trace>
  <inkml:trace contextRef="#ctx0" brushRef="#br0" timeOffset="29312.74">7253 4953 674 0,'0'0'8'0,"0"0"-3"16,0 0 77-16,0 0 32 15,125-62-50-15,-61 30 6 0,14-7-32 16,13-7-36-16,15-2 7 16,9 0-9-16,3 0-24 15,-8-3-233-15</inkml:trace>
  <inkml:trace contextRef="#ctx0" brushRef="#br0" timeOffset="30585.78">8540 4407 733 0,'0'0'3'0,"0"0"10"16,0 0 167-16,0 0-90 15,0 0-58-15,0 0 11 16,-4-36-37-16,21 30 1 16,11 2 14-16,3 2-18 15,9 2 19-15,12 0-5 16,10 0-17-16,11 0 19 15,8 4-17-15,6 4 4 16,-1-3 25-16,-3-2-29 16,-10-3 20-16,-11 0-10 0,-8 0-12 15,-7 0 19 1,-9 0-19-16,-7 0 0 0,-6 0 3 16,-8 0 6-16,-7 0-9 15,-6 0 5-15,0 0-5 16,-4 0 23-16,2 0-14 15,-2 0 7-15,0 0 9 16,2 0-22-16,-2 0 16 16,0 0-9-16,0 0-6 15,0 0 5-15,0 0-7 16,3 0-2-16,-1 0 9 16,-2 0 2-16,2 0-7 15,2 0-4-15,2 0 4 0,-2 0-1 16,-2 0-2-16,0 0-1 15,0 0 2-15,1 0 8 16,-3 0-10-16,0 0 0 16,0 0 1-16,0 0-5 15,0 0 4-15,0 0 0 16,0 0 1-16,0 0 4 16,0 0-5-16,0 0 0 15,2 0-25-15,6 0-55 16,13 0-60-16,6 0-103 0,4-1-365 15</inkml:trace>
  <inkml:trace contextRef="#ctx0" brushRef="#br0" timeOffset="31328.3">9691 4441 450 0,'0'0'6'0,"0"0"135"15,0 0-2-15,0 0-61 16,0 0 7-16,0 0-22 16,-63-13-10-16,63 13-2 15,0 0-42-15,2 0 5 16,14 0-3-16,4 0-8 16,2 1 17-16,0 4-18 15,7 0-1-15,0 1 3 16,4-2 5-16,6 3-9 15,3-2 0-15,5-3 1 0,2 1-4 16,2-3 3-16,0 0 0 16,-2 0 7-16,-1 0 0 15,-9-5-2-15,-5 0 9 16,-5-2-12-16,-7 6 20 16,-4-4-12-16,-7 5-5 15,-2-2 3-15,-3 2 0 16,-3 0-5-16,-1 0 2 15,-2 0-2-15,0 0 7 16,0 0-10-16,0 0 0 16,0 0 5-16,0 0 3 15,0 0-8 1,0 0 0-16,0 0 8 0,0 0-13 0,0 0 5 16,0 0 0-16,2 0-5 15,2 0-97-15,6-6-140 16,1-6-265-16</inkml:trace>
  <inkml:trace contextRef="#ctx0" brushRef="#br0" timeOffset="32016.06">10584 4421 481 0,'0'0'106'16,"0"0"-105"-16,0 0 179 15,0 0-39-15,0 0-92 16,0 0 3-16,-2 0-31 15,2 0-20-15,0 0 20 16,0 0-20-16,0 0 10 16,0 0-11-16,0 0 8 0,-2 0 1 31,2 0-6-31,0 0 1 0,0 0 9 0,0 0-9 16,0 0 3-16,0 0-5 15,2 0 8-15,19 2-6 16,8 3-3-16,8 1 1 15,11 1 15-15,4 1-16 16,8-1 11 0,4-2-2-1,-3-3-6-15,1-2 20 16,-4 0-2-16,-2 0-8 0,-3-7 21 16,-6-8-20-16,-5 3 15 15,-11 2 6-15,-8 0-18 16,-10 4 19-16,-8 2-25 15,2 3-11-15,-7 1 18 16,0 0-18-16,0 0-2 16,-7 0-43-16,-15 1-112 15,-14 17-12-15,-11 4-157 16</inkml:trace>
  <inkml:trace contextRef="#ctx0" brushRef="#br0" timeOffset="32613.18">10327 4936 562 0,'0'0'60'16,"0"0"-12"-16,0 0 180 0,0 0-122 16,39-118-30-16,-39 94-20 15,0 2-10-15,0 1-1 16,-23 0-30-16,-6 7 10 16,-4 5-18-16,-3 5 3 15,-1 4-6-15,-2 0-4 16,1 11 1-16,5 11-1 15,6 3 6-15,10 6-6 16,4 0 0-16,13-3 9 16,0-1-8-16,11-7-1 15,17-1 0-15,6-11 12 16,4-6-7-16,2-2-2 16,-3 0-2-16,-3-2 11 0,-7-10-12 15,-7-3 0-15,-5 3 0 16,-1-1 14-16,-1-4-13 15,-1 3 11-15,-4 3 16 16,-1 3-16-16,-5 3 27 16,-2 5-10-16,0 0-8 15,2 0 22-15,2 24-38 16,6 23 12-16,3 12 16 16,1 8-25-16,1-3-5 15,-1 2-3-15,0 5 0 16,0-2-11-16,-7 6-7 0,2-5-109 15,-5 3-57-15,1-15-141 16,-5-15-510-16</inkml:trace>
  <inkml:trace contextRef="#ctx0" brushRef="#br0" timeOffset="33935.65">11779 4778 993 0,'0'0'10'0,"0"0"-10"16,0 0 86-16,0 0-18 15,0 0-36-15,-54-132-23 16,85 102 0-16,9 2-2 16,0 6 11-16,0 8 6 15,-2 12-10-15,-7 2 19 16,-4 17-29-16,-2 25 7 16,-8 9 12-1,-5 6-17-15,-6 2 4 0,-6-3-9 16,0-3 6-16,-2-6 1 0,-21-6-6 15,-1-9-2-15,1-6 2 16,0-9 10-16,0-2-10 16,3-7-2-16,2-4 0 15,2-4 0-15,1 0 4 16,1 0-4-16,5-10 7 16,3-4 2-16,4 4-9 15,2 3 0-15,0 1 3 16,0 1-1-16,2 5 3 15,15 0-5-15,8 0 23 0,8 11-22 16,1 10 23-16,1 3-24 16,4 0 7-16,1-1-11 15,0-2 4-15,5-2-3 16,3-9-19-16,4-8-116 16,4-2 1-16,-1-2-88 15,0-19-161-15</inkml:trace>
  <inkml:trace contextRef="#ctx0" brushRef="#br0" timeOffset="34799.1">12222 4371 247 0,'0'0'465'16,"0"0"-447"-16,0 0 122 15,-119 0 12-15,108 0-84 16,11 0-32-16,0 0 18 16,5 0-28-16,32 0-11 15,24 0 6-15,24 0-20 16,25 0 15-16,23 0 3 16,9-4-7-16,7 0 17 15,-1 0-4-15,-6-2 0 16,-4-1 7-16,-13 2-30 0,-16-1 20 15,-15-1 5-15,-19 0-25 16,-19 1 11-16,-18 4-13 16,-16 0 0-16,-13 0-3 15,-9 2 5-15,0 0-9 16,0 0-22-16,-7 0-92 16,-17 0-21-16,-10 2-197 15</inkml:trace>
  <inkml:trace contextRef="#ctx0" brushRef="#br0" timeOffset="35286.33">13333 4561 871 0,'0'0'8'0,"0"0"71"16,0 0 33-16,0 0-44 15,0 0-34 1,0 0-18-16,-122-1 5 0,101 25-11 16,4 8 13-16,3 5 25 15,8 4-18-15,3 5 8 16,3-2-7-16,0-1-30 15,14-6 15-15,8-4-16 16,3-5 2-16,6-6 4 16,2-4 0-16,2-10-6 15,6-4 3-15,1-4 8 16,0 0-7-16,-3 0-3 16,-8-14-1-16,-11-2 11 0,-4-2-4 15,-10-1 0-15,-6 0 9 16,0-1-9-16,0 3 21 15,-6 4-18-15,-15 4 6 16,-4 5-10-16,-6 4-1 16,-4 0-7-16,-3 14 2 15,1 15-23-15,1 4-31 16,5 5-93-16,6 4-57 16,3-5-122-16</inkml:trace>
  <inkml:trace contextRef="#ctx0" brushRef="#br0" timeOffset="38086.37">5205 6214 531 0,'0'0'111'0,"0"0"-87"15,0 0 114-15,0 0-24 0,0 0-35 16,0 0-20 0,0 0-14-16,-44-32 20 0,40 32-29 15,-2 0-12-15,0 22-6 16,-1 10-12 0,3 8 17-16,2 2 9 0,2-1-12 15,0-2 13-15,0-2-33 16,2-4 6-16,5-4-1 15,1-9 5-15,-3-6-10 16,-2-6 0-16,-1-5 2 16,0 0-6-16,-2-3 5 15,2 0-1-15,-2 0 7 16,0 0 3-16,0-11 3 0,0-18-12 16,0-5 8-1,0-8-13-15,-9-1 4 0,0 5 0 16,2 6-2-16,1 7 10 15,3 6-8-15,0 8 0 16,3 6 1-16,-4 3-7 16,4 2 6-16,0 0 0 15,0 0-5-15,0 10 6 16,0 17-1-16,12 6 0 16,1 7 1-16,1 6-9 15,-3 9 8-15,-5 8-45 16,-1 4-71-16,-5 1-131 15,0-12-270-15</inkml:trace>
  <inkml:trace contextRef="#ctx0" brushRef="#br0" timeOffset="38780">1986 6846 539 0,'0'0'16'0,"0"0"116"0,0 0-31 16,0 0-33-1,0 0-11-15,0 0-57 0,-27-8 3 16,71 8 13-16,27 0 16 16,28 0 28-16,24 0 21 15,25 0-24-15,24-13 18 16,15-9-33-16,10 1 6 16,1 5-3-16,-15 10-34 15,-25 6 16-15,-31 0-26 16,-32 18 7-16,-18-3-11 0,-17 2 3 15,-10-10 0-15,-2 1-1 16,-15-4 2-16,-8 1-6 16,-15 4-23-16,-10 11-123 15,-6 13 19-15,-34 11-116 16,-25 4-226 0</inkml:trace>
  <inkml:trace contextRef="#ctx0" brushRef="#br0" timeOffset="39234.86">1914 8157 786 0,'0'0'49'0,"0"0"-49"16,0 0 91-16,0 0-9 15,0 0-70-15,0 0-7 16,18 0 10-16,40 0 5 15,32-6 20-15,30-13 33 16,31-2-20-16,29-8 9 16,19-6-13-16,15-5-27 15,13-6 18-15,18-7-18 16,5 1 4-16,3 2-1 16,-10 12-24-16,-27 10 9 15,-26 14-10-15,-33 6 5 0,-38 6-13 16,-26-3 8-1,-21 1 0-15,-14-3-5 0,-7-7-26 16,-2-4-80-16,-2-10-19 16,-4-8-112-16,-8-8-232 15</inkml:trace>
  <inkml:trace contextRef="#ctx0" brushRef="#br0" timeOffset="41226.15">6054 6069 544 0,'0'0'308'0,"0"0"-281"16,0 0 179-16,0 0-94 16,0 0-36-16,0 0-38 15,-13-44-29-15,13 69 18 16,0 15-22-16,0 12 13 16,4 2-16-16,-4-2 9 15,0-3-13-15,0-5 2 16,0-8 0-16,-7-10 1 15,-1-11 6-15,3-4-7 0,5-9 0 16,0-2-7 0,0 0 7-16,11 0-31 0,23 0 31 15,15 0 3-15,9 0 2 16,4-2-5-16,1-6 0 16,-11-3 6-16,-6-1-11 15,-15 0 5-15,-11-2 0 16,-9-4 1-16,-7-2 3 15,-4-4 1-15,0-6-2 16,-6-2 8-16,-10 0-10 0,-4 4-1 16,2 6 0-16,3 9 7 15,5 4-5-15,5 9 14 16,4 0 18-16,1 0-31 16,0 16 4-16,0 27-7 15,0 13 0-15,11 9 6 16,3 8-2-16,-1 9-4 15,-4 14 0-15,-9 20-110 16,0 15-194-16</inkml:trace>
  <inkml:trace contextRef="#ctx0" brushRef="#br0" timeOffset="42976.54">1899 9508 590 0,'0'0'25'0,"0"0"87"16,0 0 59-16,0 0-96 15,0 0-56-15,-123 24 20 16,112-24 33-16,6 0-46 16,5 0 25-16,0 0-21 15,12-20-23-15,30-21 0 16,23-26-5-16,22-17 17 15,17-12 41-15,19-10-15 16,13-6 16-16,-3-3-19 16,-12 9-5-16,-28 9 27 15,-26 23-35-15,-22 22 8 0,-18 18-21 16,-14 16-5 0,-4 9-11-16,-7 7 0 0,-2 2 0 15,0 0-14-15,0 0-3 16,0 8-80-16,0 22-29 15,0 11-60-15,0 9 18 16,-13-3-174-16</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3C262AC-FD22-4229-AE46-2D419734CD53}" type="datetimeFigureOut">
              <a:rPr lang="en-IN" smtClean="0"/>
              <a:t>12-12-2023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A754E32-64FD-49B8-B575-CE77AB0331C8}" type="slidenum">
              <a:rPr lang="en-IN" smtClean="0"/>
              <a:t>‹#›</a:t>
            </a:fld>
            <a:endParaRPr lang="en-IN"/>
          </a:p>
        </p:txBody>
      </p:sp>
    </p:spTree>
    <p:extLst>
      <p:ext uri="{BB962C8B-B14F-4D97-AF65-F5344CB8AC3E}">
        <p14:creationId xmlns:p14="http://schemas.microsoft.com/office/powerpoint/2010/main" val="33062841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3C262AC-FD22-4229-AE46-2D419734CD53}" type="datetimeFigureOut">
              <a:rPr lang="en-IN" smtClean="0"/>
              <a:t>12-12-2023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A754E32-64FD-49B8-B575-CE77AB0331C8}" type="slidenum">
              <a:rPr lang="en-IN" smtClean="0"/>
              <a:t>‹#›</a:t>
            </a:fld>
            <a:endParaRPr lang="en-IN"/>
          </a:p>
        </p:txBody>
      </p:sp>
    </p:spTree>
    <p:extLst>
      <p:ext uri="{BB962C8B-B14F-4D97-AF65-F5344CB8AC3E}">
        <p14:creationId xmlns:p14="http://schemas.microsoft.com/office/powerpoint/2010/main" val="16029139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3C262AC-FD22-4229-AE46-2D419734CD53}" type="datetimeFigureOut">
              <a:rPr lang="en-IN" smtClean="0"/>
              <a:t>12-12-2023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A754E32-64FD-49B8-B575-CE77AB0331C8}" type="slidenum">
              <a:rPr lang="en-IN" smtClean="0"/>
              <a:t>‹#›</a:t>
            </a:fld>
            <a:endParaRPr lang="en-IN"/>
          </a:p>
        </p:txBody>
      </p:sp>
    </p:spTree>
    <p:extLst>
      <p:ext uri="{BB962C8B-B14F-4D97-AF65-F5344CB8AC3E}">
        <p14:creationId xmlns:p14="http://schemas.microsoft.com/office/powerpoint/2010/main" val="5994948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3C262AC-FD22-4229-AE46-2D419734CD53}" type="datetimeFigureOut">
              <a:rPr lang="en-IN" smtClean="0"/>
              <a:t>12-12-2023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A754E32-64FD-49B8-B575-CE77AB0331C8}" type="slidenum">
              <a:rPr lang="en-IN" smtClean="0"/>
              <a:t>‹#›</a:t>
            </a:fld>
            <a:endParaRPr lang="en-IN"/>
          </a:p>
        </p:txBody>
      </p:sp>
    </p:spTree>
    <p:extLst>
      <p:ext uri="{BB962C8B-B14F-4D97-AF65-F5344CB8AC3E}">
        <p14:creationId xmlns:p14="http://schemas.microsoft.com/office/powerpoint/2010/main" val="18367745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3C262AC-FD22-4229-AE46-2D419734CD53}" type="datetimeFigureOut">
              <a:rPr lang="en-IN" smtClean="0"/>
              <a:t>12-12-2023</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6A754E32-64FD-49B8-B575-CE77AB0331C8}" type="slidenum">
              <a:rPr lang="en-IN" smtClean="0"/>
              <a:t>‹#›</a:t>
            </a:fld>
            <a:endParaRPr lang="en-IN"/>
          </a:p>
        </p:txBody>
      </p:sp>
    </p:spTree>
    <p:extLst>
      <p:ext uri="{BB962C8B-B14F-4D97-AF65-F5344CB8AC3E}">
        <p14:creationId xmlns:p14="http://schemas.microsoft.com/office/powerpoint/2010/main" val="42625872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3C262AC-FD22-4229-AE46-2D419734CD53}" type="datetimeFigureOut">
              <a:rPr lang="en-IN" smtClean="0"/>
              <a:t>12-12-2023</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6A754E32-64FD-49B8-B575-CE77AB0331C8}" type="slidenum">
              <a:rPr lang="en-IN" smtClean="0"/>
              <a:t>‹#›</a:t>
            </a:fld>
            <a:endParaRPr lang="en-IN"/>
          </a:p>
        </p:txBody>
      </p:sp>
    </p:spTree>
    <p:extLst>
      <p:ext uri="{BB962C8B-B14F-4D97-AF65-F5344CB8AC3E}">
        <p14:creationId xmlns:p14="http://schemas.microsoft.com/office/powerpoint/2010/main" val="25356003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3C262AC-FD22-4229-AE46-2D419734CD53}" type="datetimeFigureOut">
              <a:rPr lang="en-IN" smtClean="0"/>
              <a:t>12-12-2023</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6A754E32-64FD-49B8-B575-CE77AB0331C8}" type="slidenum">
              <a:rPr lang="en-IN" smtClean="0"/>
              <a:t>‹#›</a:t>
            </a:fld>
            <a:endParaRPr lang="en-IN"/>
          </a:p>
        </p:txBody>
      </p:sp>
    </p:spTree>
    <p:extLst>
      <p:ext uri="{BB962C8B-B14F-4D97-AF65-F5344CB8AC3E}">
        <p14:creationId xmlns:p14="http://schemas.microsoft.com/office/powerpoint/2010/main" val="3742925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3C262AC-FD22-4229-AE46-2D419734CD53}" type="datetimeFigureOut">
              <a:rPr lang="en-IN" smtClean="0"/>
              <a:t>12-12-2023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A754E32-64FD-49B8-B575-CE77AB0331C8}" type="slidenum">
              <a:rPr lang="en-IN" smtClean="0"/>
              <a:t>‹#›</a:t>
            </a:fld>
            <a:endParaRPr lang="en-IN"/>
          </a:p>
        </p:txBody>
      </p:sp>
    </p:spTree>
    <p:extLst>
      <p:ext uri="{BB962C8B-B14F-4D97-AF65-F5344CB8AC3E}">
        <p14:creationId xmlns:p14="http://schemas.microsoft.com/office/powerpoint/2010/main" val="16946289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3C262AC-FD22-4229-AE46-2D419734CD53}" type="datetimeFigureOut">
              <a:rPr lang="en-IN" smtClean="0"/>
              <a:t>12-12-2023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A754E32-64FD-49B8-B575-CE77AB0331C8}" type="slidenum">
              <a:rPr lang="en-IN" smtClean="0"/>
              <a:t>‹#›</a:t>
            </a:fld>
            <a:endParaRPr lang="en-IN"/>
          </a:p>
        </p:txBody>
      </p:sp>
    </p:spTree>
    <p:extLst>
      <p:ext uri="{BB962C8B-B14F-4D97-AF65-F5344CB8AC3E}">
        <p14:creationId xmlns:p14="http://schemas.microsoft.com/office/powerpoint/2010/main" val="39673421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3C262AC-FD22-4229-AE46-2D419734CD53}" type="datetimeFigureOut">
              <a:rPr lang="en-IN" smtClean="0"/>
              <a:t>12-12-2023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A754E32-64FD-49B8-B575-CE77AB0331C8}" type="slidenum">
              <a:rPr lang="en-IN" smtClean="0"/>
              <a:t>‹#›</a:t>
            </a:fld>
            <a:endParaRPr lang="en-IN"/>
          </a:p>
        </p:txBody>
      </p:sp>
    </p:spTree>
    <p:extLst>
      <p:ext uri="{BB962C8B-B14F-4D97-AF65-F5344CB8AC3E}">
        <p14:creationId xmlns:p14="http://schemas.microsoft.com/office/powerpoint/2010/main" val="11994174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3C262AC-FD22-4229-AE46-2D419734CD53}" type="datetimeFigureOut">
              <a:rPr lang="en-IN" smtClean="0"/>
              <a:t>12-12-2023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A754E32-64FD-49B8-B575-CE77AB0331C8}" type="slidenum">
              <a:rPr lang="en-IN" smtClean="0"/>
              <a:t>‹#›</a:t>
            </a:fld>
            <a:endParaRPr lang="en-IN"/>
          </a:p>
        </p:txBody>
      </p:sp>
    </p:spTree>
    <p:extLst>
      <p:ext uri="{BB962C8B-B14F-4D97-AF65-F5344CB8AC3E}">
        <p14:creationId xmlns:p14="http://schemas.microsoft.com/office/powerpoint/2010/main" val="16065917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3C262AC-FD22-4229-AE46-2D419734CD53}" type="datetimeFigureOut">
              <a:rPr lang="en-IN" smtClean="0"/>
              <a:t>12-12-2023</a:t>
            </a:fld>
            <a:endParaRPr lang="en-IN"/>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A754E32-64FD-49B8-B575-CE77AB0331C8}" type="slidenum">
              <a:rPr lang="en-IN" smtClean="0"/>
              <a:t>‹#›</a:t>
            </a:fld>
            <a:endParaRPr lang="en-IN"/>
          </a:p>
        </p:txBody>
      </p:sp>
    </p:spTree>
    <p:extLst>
      <p:ext uri="{BB962C8B-B14F-4D97-AF65-F5344CB8AC3E}">
        <p14:creationId xmlns:p14="http://schemas.microsoft.com/office/powerpoint/2010/main" val="130436363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customXml" Target="../ink/ink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customXml" Target="../ink/ink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customXml" Target="../ink/ink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customXml" Target="../ink/ink4.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customXml" Target="../ink/ink5.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customXml" Target="../ink/ink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customXml" Target="../ink/ink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customXml" Target="../ink/ink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customXml" Target="../ink/ink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customXml" Target="../ink/ink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customXml" Target="../ink/ink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customXml" Target="../ink/ink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customXml" Target="../ink/ink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customXml" Target="../ink/ink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customXml" Target="../ink/ink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customXml" Target="../ink/ink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customXml" Target="../ink/ink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customXml" Target="../ink/ink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customXml" Target="../ink/ink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customXml" Target="../ink/ink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customXml" Target="../ink/ink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customXml" Target="../ink/ink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customXml" Target="../ink/ink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customXml" Target="../ink/ink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0F333B-8C0C-4E86-911A-C21B9F165BAF}"/>
              </a:ext>
            </a:extLst>
          </p:cNvPr>
          <p:cNvSpPr>
            <a:spLocks noGrp="1"/>
          </p:cNvSpPr>
          <p:nvPr>
            <p:ph type="ctrTitle"/>
          </p:nvPr>
        </p:nvSpPr>
        <p:spPr>
          <a:xfrm>
            <a:off x="517124" y="868362"/>
            <a:ext cx="7772400" cy="2387600"/>
          </a:xfrm>
        </p:spPr>
        <p:txBody>
          <a:bodyPr>
            <a:normAutofit/>
          </a:bodyPr>
          <a:lstStyle/>
          <a:p>
            <a:r>
              <a:rPr lang="en-US" sz="4800" b="1" dirty="0">
                <a:solidFill>
                  <a:schemeClr val="accent1">
                    <a:lumMod val="75000"/>
                  </a:schemeClr>
                </a:solidFill>
                <a:latin typeface="Calisto MT" panose="02040603050505030304" pitchFamily="18" charset="0"/>
              </a:rPr>
              <a:t>Coding and Decoding</a:t>
            </a:r>
            <a:endParaRPr lang="en-IN" sz="4800" b="1" dirty="0">
              <a:solidFill>
                <a:schemeClr val="accent1">
                  <a:lumMod val="75000"/>
                </a:schemeClr>
              </a:solidFill>
              <a:latin typeface="Calisto MT" panose="02040603050505030304" pitchFamily="18" charset="0"/>
            </a:endParaRPr>
          </a:p>
        </p:txBody>
      </p:sp>
      <p:sp>
        <p:nvSpPr>
          <p:cNvPr id="3" name="TextBox 2">
            <a:extLst>
              <a:ext uri="{FF2B5EF4-FFF2-40B4-BE49-F238E27FC236}">
                <a16:creationId xmlns:a16="http://schemas.microsoft.com/office/drawing/2014/main" id="{5696C785-D309-9FBD-8541-4AA85DB722A8}"/>
              </a:ext>
            </a:extLst>
          </p:cNvPr>
          <p:cNvSpPr txBox="1"/>
          <p:nvPr/>
        </p:nvSpPr>
        <p:spPr>
          <a:xfrm>
            <a:off x="243572" y="403303"/>
            <a:ext cx="8656856" cy="6186309"/>
          </a:xfrm>
          <a:prstGeom prst="rect">
            <a:avLst/>
          </a:prstGeom>
          <a:noFill/>
          <a:ln w="22225"/>
          <a:effectLst/>
        </p:spPr>
        <p:style>
          <a:lnRef idx="2">
            <a:schemeClr val="accent4"/>
          </a:lnRef>
          <a:fillRef idx="1">
            <a:schemeClr val="lt1"/>
          </a:fillRef>
          <a:effectRef idx="0">
            <a:schemeClr val="accent4"/>
          </a:effectRef>
          <a:fontRef idx="minor">
            <a:schemeClr val="dk1"/>
          </a:fontRef>
        </p:style>
        <p:txBody>
          <a:bodyPr wrap="square">
            <a:spAutoFit/>
          </a:bodyPr>
          <a:lstStyle/>
          <a:p>
            <a:r>
              <a:rPr lang="en-IN" dirty="0"/>
              <a:t> </a:t>
            </a:r>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r>
              <a:rPr lang="en-IN" dirty="0"/>
              <a:t> </a:t>
            </a:r>
          </a:p>
        </p:txBody>
      </p:sp>
    </p:spTree>
    <p:extLst>
      <p:ext uri="{BB962C8B-B14F-4D97-AF65-F5344CB8AC3E}">
        <p14:creationId xmlns:p14="http://schemas.microsoft.com/office/powerpoint/2010/main" val="42807369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17DC59-CF08-713C-27DF-D3A78745D425}"/>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62C61B5F-4E33-DCC9-6E47-77EB11F6C8AC}"/>
              </a:ext>
            </a:extLst>
          </p:cNvPr>
          <p:cNvSpPr>
            <a:spLocks noGrp="1"/>
          </p:cNvSpPr>
          <p:nvPr>
            <p:ph idx="1"/>
          </p:nvPr>
        </p:nvSpPr>
        <p:spPr/>
        <p:txBody>
          <a:bodyPr/>
          <a:lstStyle/>
          <a:p>
            <a:endParaRPr lang="en-IN"/>
          </a:p>
        </p:txBody>
      </p:sp>
      <p:sp>
        <p:nvSpPr>
          <p:cNvPr id="4" name="TextBox 3">
            <a:extLst>
              <a:ext uri="{FF2B5EF4-FFF2-40B4-BE49-F238E27FC236}">
                <a16:creationId xmlns:a16="http://schemas.microsoft.com/office/drawing/2014/main" id="{19DBF7EA-4FA5-8C88-2DE5-DE7F8C01E7F3}"/>
              </a:ext>
            </a:extLst>
          </p:cNvPr>
          <p:cNvSpPr txBox="1"/>
          <p:nvPr/>
        </p:nvSpPr>
        <p:spPr>
          <a:xfrm>
            <a:off x="415977" y="578869"/>
            <a:ext cx="8312046" cy="5909310"/>
          </a:xfrm>
          <a:prstGeom prst="rect">
            <a:avLst/>
          </a:prstGeom>
          <a:noFill/>
          <a:ln w="22225"/>
          <a:effectLst/>
        </p:spPr>
        <p:style>
          <a:lnRef idx="2">
            <a:schemeClr val="accent4"/>
          </a:lnRef>
          <a:fillRef idx="1">
            <a:schemeClr val="lt1"/>
          </a:fillRef>
          <a:effectRef idx="0">
            <a:schemeClr val="accent4"/>
          </a:effectRef>
          <a:fontRef idx="minor">
            <a:schemeClr val="dk1"/>
          </a:fontRef>
        </p:style>
        <p:txBody>
          <a:bodyPr wrap="square">
            <a:spAutoFit/>
          </a:bodyPr>
          <a:lstStyle/>
          <a:p>
            <a:r>
              <a:rPr lang="en-IN" dirty="0"/>
              <a:t> </a:t>
            </a:r>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r>
              <a:rPr lang="en-IN" dirty="0"/>
              <a:t> </a:t>
            </a:r>
          </a:p>
        </p:txBody>
      </p:sp>
    </p:spTree>
    <p:extLst>
      <p:ext uri="{BB962C8B-B14F-4D97-AF65-F5344CB8AC3E}">
        <p14:creationId xmlns:p14="http://schemas.microsoft.com/office/powerpoint/2010/main" val="13171517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5B9262-8A82-4C26-8EFD-613583988434}"/>
              </a:ext>
            </a:extLst>
          </p:cNvPr>
          <p:cNvSpPr>
            <a:spLocks noGrp="1"/>
          </p:cNvSpPr>
          <p:nvPr>
            <p:ph type="title"/>
          </p:nvPr>
        </p:nvSpPr>
        <p:spPr>
          <a:xfrm>
            <a:off x="628650" y="1427536"/>
            <a:ext cx="7886700" cy="1325563"/>
          </a:xfrm>
        </p:spPr>
        <p:txBody>
          <a:bodyPr>
            <a:noAutofit/>
          </a:bodyPr>
          <a:lstStyle/>
          <a:p>
            <a:pPr marR="0" indent="0">
              <a:lnSpc>
                <a:spcPct val="150000"/>
              </a:lnSpc>
              <a:spcBef>
                <a:spcPts val="500"/>
              </a:spcBef>
              <a:spcAft>
                <a:spcPts val="500"/>
              </a:spcAft>
              <a:buNone/>
              <a:tabLst>
                <a:tab pos="463550" algn="l"/>
              </a:tabLst>
            </a:pPr>
            <a:r>
              <a:rPr lang="en-US" sz="2000" dirty="0">
                <a:latin typeface="+mn-lt"/>
              </a:rPr>
              <a:t>1.In certain code language “RESTED” is coded as SDTSFC and POINTS is coded as QNJMUR. How is BANNED written in that code language?</a:t>
            </a:r>
            <a:br>
              <a:rPr lang="en-US" sz="2000" dirty="0">
                <a:latin typeface="+mn-lt"/>
              </a:rPr>
            </a:br>
            <a:r>
              <a:rPr lang="en-US" sz="2000" dirty="0">
                <a:latin typeface="+mn-lt"/>
              </a:rPr>
              <a:t>A. CZOMFC</a:t>
            </a:r>
            <a:br>
              <a:rPr lang="en-US" sz="2000" dirty="0">
                <a:latin typeface="+mn-lt"/>
              </a:rPr>
            </a:br>
            <a:r>
              <a:rPr lang="en-US" sz="2000" dirty="0">
                <a:latin typeface="+mn-lt"/>
              </a:rPr>
              <a:t>B. ABMODE</a:t>
            </a:r>
            <a:br>
              <a:rPr lang="en-US" sz="2000" dirty="0">
                <a:latin typeface="+mn-lt"/>
              </a:rPr>
            </a:br>
            <a:r>
              <a:rPr lang="en-US" sz="2000" dirty="0">
                <a:latin typeface="+mn-lt"/>
              </a:rPr>
              <a:t>C. CZOODE</a:t>
            </a:r>
            <a:br>
              <a:rPr lang="en-US" sz="2000" dirty="0">
                <a:latin typeface="+mn-lt"/>
              </a:rPr>
            </a:br>
            <a:r>
              <a:rPr lang="en-US" sz="2000" dirty="0">
                <a:latin typeface="+mn-lt"/>
              </a:rPr>
              <a:t>D. ABMMFC </a:t>
            </a:r>
            <a:endParaRPr lang="en-IN" sz="2000" dirty="0">
              <a:latin typeface="+mn-lt"/>
            </a:endParaRPr>
          </a:p>
        </p:txBody>
      </p:sp>
      <p:sp>
        <p:nvSpPr>
          <p:cNvPr id="3" name="TextBox 2">
            <a:extLst>
              <a:ext uri="{FF2B5EF4-FFF2-40B4-BE49-F238E27FC236}">
                <a16:creationId xmlns:a16="http://schemas.microsoft.com/office/drawing/2014/main" id="{9D50C481-059F-24E7-76F4-0146552514AB}"/>
              </a:ext>
            </a:extLst>
          </p:cNvPr>
          <p:cNvSpPr txBox="1"/>
          <p:nvPr/>
        </p:nvSpPr>
        <p:spPr>
          <a:xfrm>
            <a:off x="415977" y="578869"/>
            <a:ext cx="8312046" cy="5909310"/>
          </a:xfrm>
          <a:prstGeom prst="rect">
            <a:avLst/>
          </a:prstGeom>
          <a:noFill/>
          <a:ln w="22225"/>
          <a:effectLst/>
        </p:spPr>
        <p:style>
          <a:lnRef idx="2">
            <a:schemeClr val="accent4"/>
          </a:lnRef>
          <a:fillRef idx="1">
            <a:schemeClr val="lt1"/>
          </a:fillRef>
          <a:effectRef idx="0">
            <a:schemeClr val="accent4"/>
          </a:effectRef>
          <a:fontRef idx="minor">
            <a:schemeClr val="dk1"/>
          </a:fontRef>
        </p:style>
        <p:txBody>
          <a:bodyPr wrap="square">
            <a:spAutoFit/>
          </a:bodyPr>
          <a:lstStyle/>
          <a:p>
            <a:r>
              <a:rPr lang="en-IN" dirty="0"/>
              <a:t> </a:t>
            </a:r>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r>
              <a:rPr lang="en-IN" dirty="0"/>
              <a:t> </a:t>
            </a:r>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00A53565-EA59-9A1F-DA62-C2AFB590F68D}"/>
                  </a:ext>
                </a:extLst>
              </p14:cNvPr>
              <p14:cNvContentPartPr/>
              <p14:nvPr/>
            </p14:nvContentPartPr>
            <p14:xfrm>
              <a:off x="471240" y="1684080"/>
              <a:ext cx="8134200" cy="3872160"/>
            </p14:xfrm>
          </p:contentPart>
        </mc:Choice>
        <mc:Fallback xmlns="">
          <p:pic>
            <p:nvPicPr>
              <p:cNvPr id="4" name="Ink 3">
                <a:extLst>
                  <a:ext uri="{FF2B5EF4-FFF2-40B4-BE49-F238E27FC236}">
                    <a16:creationId xmlns:a16="http://schemas.microsoft.com/office/drawing/2014/main" id="{00A53565-EA59-9A1F-DA62-C2AFB590F68D}"/>
                  </a:ext>
                </a:extLst>
              </p:cNvPr>
              <p:cNvPicPr/>
              <p:nvPr/>
            </p:nvPicPr>
            <p:blipFill>
              <a:blip r:embed="rId3"/>
              <a:stretch>
                <a:fillRect/>
              </a:stretch>
            </p:blipFill>
            <p:spPr>
              <a:xfrm>
                <a:off x="461880" y="1674720"/>
                <a:ext cx="8152920" cy="3890880"/>
              </a:xfrm>
              <a:prstGeom prst="rect">
                <a:avLst/>
              </a:prstGeom>
            </p:spPr>
          </p:pic>
        </mc:Fallback>
      </mc:AlternateContent>
    </p:spTree>
    <p:extLst>
      <p:ext uri="{BB962C8B-B14F-4D97-AF65-F5344CB8AC3E}">
        <p14:creationId xmlns:p14="http://schemas.microsoft.com/office/powerpoint/2010/main" val="10546019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5B9262-8A82-4C26-8EFD-613583988434}"/>
              </a:ext>
            </a:extLst>
          </p:cNvPr>
          <p:cNvSpPr>
            <a:spLocks noGrp="1"/>
          </p:cNvSpPr>
          <p:nvPr>
            <p:ph type="title"/>
          </p:nvPr>
        </p:nvSpPr>
        <p:spPr>
          <a:xfrm>
            <a:off x="576184" y="1295182"/>
            <a:ext cx="7886700" cy="1325563"/>
          </a:xfrm>
        </p:spPr>
        <p:txBody>
          <a:bodyPr>
            <a:noAutofit/>
          </a:bodyPr>
          <a:lstStyle/>
          <a:p>
            <a:pPr marR="0" indent="0">
              <a:lnSpc>
                <a:spcPct val="150000"/>
              </a:lnSpc>
              <a:spcBef>
                <a:spcPts val="500"/>
              </a:spcBef>
              <a:spcAft>
                <a:spcPts val="500"/>
              </a:spcAft>
              <a:buNone/>
              <a:tabLst>
                <a:tab pos="463550" algn="l"/>
              </a:tabLst>
            </a:pPr>
            <a:r>
              <a:rPr lang="en-US" sz="2000" dirty="0">
                <a:latin typeface="+mn-lt"/>
              </a:rPr>
              <a:t>2. In a certain code language “PLATE” is written as “32876” and “BLEND” is written as “ 52694”. How is “DENTED” written in that code language?</a:t>
            </a:r>
            <a:br>
              <a:rPr lang="en-US" sz="2000" dirty="0">
                <a:latin typeface="+mn-lt"/>
              </a:rPr>
            </a:br>
            <a:r>
              <a:rPr lang="en-US" sz="2000" dirty="0">
                <a:latin typeface="+mn-lt"/>
              </a:rPr>
              <a:t>A. 869768</a:t>
            </a:r>
            <a:br>
              <a:rPr lang="en-US" sz="2000" dirty="0">
                <a:latin typeface="+mn-lt"/>
              </a:rPr>
            </a:br>
            <a:r>
              <a:rPr lang="en-US" sz="2000" dirty="0">
                <a:latin typeface="+mn-lt"/>
              </a:rPr>
              <a:t>B. 295329</a:t>
            </a:r>
            <a:br>
              <a:rPr lang="en-US" sz="2000" dirty="0">
                <a:latin typeface="+mn-lt"/>
              </a:rPr>
            </a:br>
            <a:r>
              <a:rPr lang="en-US" sz="2000" dirty="0">
                <a:latin typeface="+mn-lt"/>
              </a:rPr>
              <a:t>C. 469764</a:t>
            </a:r>
            <a:br>
              <a:rPr lang="en-US" sz="2000" dirty="0">
                <a:latin typeface="+mn-lt"/>
              </a:rPr>
            </a:br>
            <a:r>
              <a:rPr lang="en-US" sz="2000" dirty="0">
                <a:latin typeface="+mn-lt"/>
              </a:rPr>
              <a:t>D. 538635</a:t>
            </a:r>
            <a:endParaRPr lang="en-IN" sz="2000" dirty="0">
              <a:latin typeface="+mn-lt"/>
            </a:endParaRPr>
          </a:p>
        </p:txBody>
      </p:sp>
      <p:sp>
        <p:nvSpPr>
          <p:cNvPr id="3" name="TextBox 2">
            <a:extLst>
              <a:ext uri="{FF2B5EF4-FFF2-40B4-BE49-F238E27FC236}">
                <a16:creationId xmlns:a16="http://schemas.microsoft.com/office/drawing/2014/main" id="{9D50C481-059F-24E7-76F4-0146552514AB}"/>
              </a:ext>
            </a:extLst>
          </p:cNvPr>
          <p:cNvSpPr txBox="1"/>
          <p:nvPr/>
        </p:nvSpPr>
        <p:spPr>
          <a:xfrm>
            <a:off x="363511" y="474345"/>
            <a:ext cx="8312046" cy="5909310"/>
          </a:xfrm>
          <a:prstGeom prst="rect">
            <a:avLst/>
          </a:prstGeom>
          <a:noFill/>
          <a:ln w="22225"/>
          <a:effectLst/>
        </p:spPr>
        <p:style>
          <a:lnRef idx="2">
            <a:schemeClr val="accent4"/>
          </a:lnRef>
          <a:fillRef idx="1">
            <a:schemeClr val="lt1"/>
          </a:fillRef>
          <a:effectRef idx="0">
            <a:schemeClr val="accent4"/>
          </a:effectRef>
          <a:fontRef idx="minor">
            <a:schemeClr val="dk1"/>
          </a:fontRef>
        </p:style>
        <p:txBody>
          <a:bodyPr wrap="square">
            <a:spAutoFit/>
          </a:bodyPr>
          <a:lstStyle/>
          <a:p>
            <a:r>
              <a:rPr lang="en-IN" dirty="0"/>
              <a:t> </a:t>
            </a:r>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r>
              <a:rPr lang="en-IN" dirty="0"/>
              <a:t> </a:t>
            </a:r>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B82AAA9C-93E0-653D-B021-A0E19B0C7804}"/>
                  </a:ext>
                </a:extLst>
              </p14:cNvPr>
              <p14:cNvContentPartPr/>
              <p14:nvPr/>
            </p14:nvContentPartPr>
            <p14:xfrm>
              <a:off x="288000" y="1653840"/>
              <a:ext cx="8044200" cy="3263400"/>
            </p14:xfrm>
          </p:contentPart>
        </mc:Choice>
        <mc:Fallback xmlns="">
          <p:pic>
            <p:nvPicPr>
              <p:cNvPr id="4" name="Ink 3">
                <a:extLst>
                  <a:ext uri="{FF2B5EF4-FFF2-40B4-BE49-F238E27FC236}">
                    <a16:creationId xmlns:a16="http://schemas.microsoft.com/office/drawing/2014/main" id="{B82AAA9C-93E0-653D-B021-A0E19B0C7804}"/>
                  </a:ext>
                </a:extLst>
              </p:cNvPr>
              <p:cNvPicPr/>
              <p:nvPr/>
            </p:nvPicPr>
            <p:blipFill>
              <a:blip r:embed="rId3"/>
              <a:stretch>
                <a:fillRect/>
              </a:stretch>
            </p:blipFill>
            <p:spPr>
              <a:xfrm>
                <a:off x="278640" y="1644480"/>
                <a:ext cx="8062920" cy="3282120"/>
              </a:xfrm>
              <a:prstGeom prst="rect">
                <a:avLst/>
              </a:prstGeom>
            </p:spPr>
          </p:pic>
        </mc:Fallback>
      </mc:AlternateContent>
    </p:spTree>
    <p:extLst>
      <p:ext uri="{BB962C8B-B14F-4D97-AF65-F5344CB8AC3E}">
        <p14:creationId xmlns:p14="http://schemas.microsoft.com/office/powerpoint/2010/main" val="10576913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5B9262-8A82-4C26-8EFD-613583988434}"/>
              </a:ext>
            </a:extLst>
          </p:cNvPr>
          <p:cNvSpPr>
            <a:spLocks noGrp="1"/>
          </p:cNvSpPr>
          <p:nvPr>
            <p:ph type="title"/>
          </p:nvPr>
        </p:nvSpPr>
        <p:spPr>
          <a:xfrm>
            <a:off x="628650" y="1652388"/>
            <a:ext cx="7886700" cy="1325563"/>
          </a:xfrm>
        </p:spPr>
        <p:txBody>
          <a:bodyPr>
            <a:noAutofit/>
          </a:bodyPr>
          <a:lstStyle/>
          <a:p>
            <a:pPr marR="0" indent="0">
              <a:lnSpc>
                <a:spcPct val="150000"/>
              </a:lnSpc>
              <a:spcBef>
                <a:spcPts val="500"/>
              </a:spcBef>
              <a:spcAft>
                <a:spcPts val="500"/>
              </a:spcAft>
              <a:buNone/>
              <a:tabLst>
                <a:tab pos="463550" algn="l"/>
              </a:tabLst>
            </a:pPr>
            <a:r>
              <a:rPr lang="en-US" sz="2000" dirty="0">
                <a:latin typeface="+mn-lt"/>
              </a:rPr>
              <a:t>3. In a certain code language ‘COLOUR’ is written as ‘FQOQXT’ and ‘VIOLET’ is written as ‘YKRNHV’. How will ‘PURPLE’ be written in that language?</a:t>
            </a:r>
            <a:br>
              <a:rPr lang="en-US" sz="2000" dirty="0">
                <a:latin typeface="+mn-lt"/>
              </a:rPr>
            </a:br>
            <a:r>
              <a:rPr lang="en-US" sz="2000" dirty="0">
                <a:latin typeface="+mn-lt"/>
              </a:rPr>
              <a:t>A. SXUSOG</a:t>
            </a:r>
            <a:br>
              <a:rPr lang="en-US" sz="2000" dirty="0">
                <a:latin typeface="+mn-lt"/>
              </a:rPr>
            </a:br>
            <a:r>
              <a:rPr lang="en-US" sz="2000" dirty="0">
                <a:latin typeface="+mn-lt"/>
              </a:rPr>
              <a:t>B. RWUSPH</a:t>
            </a:r>
            <a:br>
              <a:rPr lang="en-US" sz="2000" dirty="0">
                <a:latin typeface="+mn-lt"/>
              </a:rPr>
            </a:br>
            <a:r>
              <a:rPr lang="en-US" sz="2000" dirty="0">
                <a:latin typeface="+mn-lt"/>
              </a:rPr>
              <a:t>C. SWUROG</a:t>
            </a:r>
            <a:br>
              <a:rPr lang="en-US" sz="2000" dirty="0">
                <a:latin typeface="+mn-lt"/>
              </a:rPr>
            </a:br>
            <a:r>
              <a:rPr lang="en-US" sz="2000" dirty="0">
                <a:latin typeface="+mn-lt"/>
              </a:rPr>
              <a:t>D. RXWSOH</a:t>
            </a:r>
            <a:br>
              <a:rPr lang="en-US" sz="2000" dirty="0">
                <a:latin typeface="+mn-lt"/>
              </a:rPr>
            </a:br>
            <a:r>
              <a:rPr lang="en-US" sz="2000" dirty="0">
                <a:latin typeface="+mn-lt"/>
              </a:rPr>
              <a:t> </a:t>
            </a:r>
            <a:endParaRPr lang="en-IN" sz="2000" dirty="0">
              <a:latin typeface="+mn-lt"/>
            </a:endParaRPr>
          </a:p>
        </p:txBody>
      </p:sp>
      <p:sp>
        <p:nvSpPr>
          <p:cNvPr id="3" name="TextBox 2">
            <a:extLst>
              <a:ext uri="{FF2B5EF4-FFF2-40B4-BE49-F238E27FC236}">
                <a16:creationId xmlns:a16="http://schemas.microsoft.com/office/drawing/2014/main" id="{9D50C481-059F-24E7-76F4-0146552514AB}"/>
              </a:ext>
            </a:extLst>
          </p:cNvPr>
          <p:cNvSpPr txBox="1"/>
          <p:nvPr/>
        </p:nvSpPr>
        <p:spPr>
          <a:xfrm>
            <a:off x="341027" y="474345"/>
            <a:ext cx="8312046" cy="5909310"/>
          </a:xfrm>
          <a:prstGeom prst="rect">
            <a:avLst/>
          </a:prstGeom>
          <a:noFill/>
          <a:ln w="22225"/>
          <a:effectLst/>
        </p:spPr>
        <p:style>
          <a:lnRef idx="2">
            <a:schemeClr val="accent4"/>
          </a:lnRef>
          <a:fillRef idx="1">
            <a:schemeClr val="lt1"/>
          </a:fillRef>
          <a:effectRef idx="0">
            <a:schemeClr val="accent4"/>
          </a:effectRef>
          <a:fontRef idx="minor">
            <a:schemeClr val="dk1"/>
          </a:fontRef>
        </p:style>
        <p:txBody>
          <a:bodyPr wrap="square">
            <a:spAutoFit/>
          </a:bodyPr>
          <a:lstStyle/>
          <a:p>
            <a:r>
              <a:rPr lang="en-IN" dirty="0"/>
              <a:t> </a:t>
            </a:r>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r>
              <a:rPr lang="en-IN" dirty="0"/>
              <a:t> </a:t>
            </a:r>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6FB2A592-EBA6-B5CB-2E50-D5F906F898D6}"/>
                  </a:ext>
                </a:extLst>
              </p14:cNvPr>
              <p14:cNvContentPartPr/>
              <p14:nvPr/>
            </p14:nvContentPartPr>
            <p14:xfrm>
              <a:off x="456480" y="1395360"/>
              <a:ext cx="7363800" cy="3839040"/>
            </p14:xfrm>
          </p:contentPart>
        </mc:Choice>
        <mc:Fallback xmlns="">
          <p:pic>
            <p:nvPicPr>
              <p:cNvPr id="4" name="Ink 3">
                <a:extLst>
                  <a:ext uri="{FF2B5EF4-FFF2-40B4-BE49-F238E27FC236}">
                    <a16:creationId xmlns:a16="http://schemas.microsoft.com/office/drawing/2014/main" id="{6FB2A592-EBA6-B5CB-2E50-D5F906F898D6}"/>
                  </a:ext>
                </a:extLst>
              </p:cNvPr>
              <p:cNvPicPr/>
              <p:nvPr/>
            </p:nvPicPr>
            <p:blipFill>
              <a:blip r:embed="rId3"/>
              <a:stretch>
                <a:fillRect/>
              </a:stretch>
            </p:blipFill>
            <p:spPr>
              <a:xfrm>
                <a:off x="447120" y="1386000"/>
                <a:ext cx="7382520" cy="3857760"/>
              </a:xfrm>
              <a:prstGeom prst="rect">
                <a:avLst/>
              </a:prstGeom>
            </p:spPr>
          </p:pic>
        </mc:Fallback>
      </mc:AlternateContent>
    </p:spTree>
    <p:extLst>
      <p:ext uri="{BB962C8B-B14F-4D97-AF65-F5344CB8AC3E}">
        <p14:creationId xmlns:p14="http://schemas.microsoft.com/office/powerpoint/2010/main" val="42735153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5B9262-8A82-4C26-8EFD-613583988434}"/>
              </a:ext>
            </a:extLst>
          </p:cNvPr>
          <p:cNvSpPr>
            <a:spLocks noGrp="1"/>
          </p:cNvSpPr>
          <p:nvPr>
            <p:ph type="title"/>
          </p:nvPr>
        </p:nvSpPr>
        <p:spPr>
          <a:xfrm>
            <a:off x="628650" y="1652388"/>
            <a:ext cx="7886700" cy="1325563"/>
          </a:xfrm>
        </p:spPr>
        <p:txBody>
          <a:bodyPr>
            <a:noAutofit/>
          </a:bodyPr>
          <a:lstStyle/>
          <a:p>
            <a:pPr marR="0" indent="0">
              <a:lnSpc>
                <a:spcPct val="150000"/>
              </a:lnSpc>
              <a:spcBef>
                <a:spcPts val="500"/>
              </a:spcBef>
              <a:spcAft>
                <a:spcPts val="500"/>
              </a:spcAft>
              <a:buNone/>
              <a:tabLst>
                <a:tab pos="463550" algn="l"/>
              </a:tabLst>
            </a:pPr>
            <a:r>
              <a:rPr lang="en-US" sz="2000" dirty="0">
                <a:latin typeface="+mn-lt"/>
              </a:rPr>
              <a:t>4. In a certain code language ‘KITCHEN’ is written as NJUDIFK and ‘RESPECT’ is </a:t>
            </a:r>
            <a:r>
              <a:rPr lang="en-US" sz="2000" dirty="0" err="1">
                <a:latin typeface="+mn-lt"/>
              </a:rPr>
              <a:t>weitten</a:t>
            </a:r>
            <a:r>
              <a:rPr lang="en-US" sz="2000" dirty="0">
                <a:latin typeface="+mn-lt"/>
              </a:rPr>
              <a:t> as TFTQFDR. How </a:t>
            </a:r>
            <a:r>
              <a:rPr lang="en-US" sz="2000" dirty="0" err="1">
                <a:latin typeface="+mn-lt"/>
              </a:rPr>
              <a:t>iwill</a:t>
            </a:r>
            <a:r>
              <a:rPr lang="en-US" sz="2000" dirty="0">
                <a:latin typeface="+mn-lt"/>
              </a:rPr>
              <a:t> WELCOME be written In that language?</a:t>
            </a:r>
            <a:br>
              <a:rPr lang="en-US" sz="2000" dirty="0">
                <a:latin typeface="+mn-lt"/>
              </a:rPr>
            </a:br>
            <a:r>
              <a:rPr lang="en-US" sz="2000" dirty="0">
                <a:latin typeface="+mn-lt"/>
              </a:rPr>
              <a:t>A. EFMDQNE</a:t>
            </a:r>
            <a:br>
              <a:rPr lang="en-US" sz="2000" dirty="0">
                <a:latin typeface="+mn-lt"/>
              </a:rPr>
            </a:br>
            <a:r>
              <a:rPr lang="en-US" sz="2000" dirty="0">
                <a:latin typeface="+mn-lt"/>
              </a:rPr>
              <a:t>B. EFMDPNW</a:t>
            </a:r>
            <a:br>
              <a:rPr lang="en-US" sz="2000" dirty="0">
                <a:latin typeface="+mn-lt"/>
              </a:rPr>
            </a:br>
            <a:r>
              <a:rPr lang="en-US" sz="2000" dirty="0">
                <a:latin typeface="+mn-lt"/>
              </a:rPr>
              <a:t>C. ZLEOCEW</a:t>
            </a:r>
            <a:br>
              <a:rPr lang="en-US" sz="2000" dirty="0">
                <a:latin typeface="+mn-lt"/>
              </a:rPr>
            </a:br>
            <a:r>
              <a:rPr lang="en-US" sz="2000" dirty="0">
                <a:latin typeface="+mn-lt"/>
              </a:rPr>
              <a:t>D. ZDMBONW </a:t>
            </a:r>
            <a:endParaRPr lang="en-IN" sz="2000" dirty="0">
              <a:latin typeface="+mn-lt"/>
            </a:endParaRPr>
          </a:p>
        </p:txBody>
      </p:sp>
      <p:sp>
        <p:nvSpPr>
          <p:cNvPr id="3" name="TextBox 2">
            <a:extLst>
              <a:ext uri="{FF2B5EF4-FFF2-40B4-BE49-F238E27FC236}">
                <a16:creationId xmlns:a16="http://schemas.microsoft.com/office/drawing/2014/main" id="{9D50C481-059F-24E7-76F4-0146552514AB}"/>
              </a:ext>
            </a:extLst>
          </p:cNvPr>
          <p:cNvSpPr txBox="1"/>
          <p:nvPr/>
        </p:nvSpPr>
        <p:spPr>
          <a:xfrm>
            <a:off x="415977" y="474345"/>
            <a:ext cx="8312046" cy="5909310"/>
          </a:xfrm>
          <a:prstGeom prst="rect">
            <a:avLst/>
          </a:prstGeom>
          <a:noFill/>
          <a:ln w="22225"/>
          <a:effectLst/>
        </p:spPr>
        <p:style>
          <a:lnRef idx="2">
            <a:schemeClr val="accent4"/>
          </a:lnRef>
          <a:fillRef idx="1">
            <a:schemeClr val="lt1"/>
          </a:fillRef>
          <a:effectRef idx="0">
            <a:schemeClr val="accent4"/>
          </a:effectRef>
          <a:fontRef idx="minor">
            <a:schemeClr val="dk1"/>
          </a:fontRef>
        </p:style>
        <p:txBody>
          <a:bodyPr wrap="square">
            <a:spAutoFit/>
          </a:bodyPr>
          <a:lstStyle/>
          <a:p>
            <a:r>
              <a:rPr lang="en-IN" dirty="0"/>
              <a:t> </a:t>
            </a:r>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r>
              <a:rPr lang="en-IN" dirty="0"/>
              <a:t> </a:t>
            </a:r>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3C8524BA-6AC5-8517-E9D9-83EB46709924}"/>
                  </a:ext>
                </a:extLst>
              </p14:cNvPr>
              <p14:cNvContentPartPr/>
              <p14:nvPr/>
            </p14:nvContentPartPr>
            <p14:xfrm>
              <a:off x="2866320" y="1882440"/>
              <a:ext cx="4901040" cy="2127960"/>
            </p14:xfrm>
          </p:contentPart>
        </mc:Choice>
        <mc:Fallback xmlns="">
          <p:pic>
            <p:nvPicPr>
              <p:cNvPr id="4" name="Ink 3">
                <a:extLst>
                  <a:ext uri="{FF2B5EF4-FFF2-40B4-BE49-F238E27FC236}">
                    <a16:creationId xmlns:a16="http://schemas.microsoft.com/office/drawing/2014/main" id="{3C8524BA-6AC5-8517-E9D9-83EB46709924}"/>
                  </a:ext>
                </a:extLst>
              </p:cNvPr>
              <p:cNvPicPr/>
              <p:nvPr/>
            </p:nvPicPr>
            <p:blipFill>
              <a:blip r:embed="rId3"/>
              <a:stretch>
                <a:fillRect/>
              </a:stretch>
            </p:blipFill>
            <p:spPr>
              <a:xfrm>
                <a:off x="2856960" y="1873080"/>
                <a:ext cx="4919760" cy="214668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5" name="Ink 4">
                <a:extLst>
                  <a:ext uri="{FF2B5EF4-FFF2-40B4-BE49-F238E27FC236}">
                    <a16:creationId xmlns:a16="http://schemas.microsoft.com/office/drawing/2014/main" id="{F1CBC3A3-3957-24FD-2E96-A800B10E8D6A}"/>
                  </a:ext>
                </a:extLst>
              </p14:cNvPr>
              <p14:cNvContentPartPr/>
              <p14:nvPr/>
            </p14:nvContentPartPr>
            <p14:xfrm>
              <a:off x="415800" y="1876680"/>
              <a:ext cx="7867080" cy="3487320"/>
            </p14:xfrm>
          </p:contentPart>
        </mc:Choice>
        <mc:Fallback xmlns="">
          <p:pic>
            <p:nvPicPr>
              <p:cNvPr id="5" name="Ink 4">
                <a:extLst>
                  <a:ext uri="{FF2B5EF4-FFF2-40B4-BE49-F238E27FC236}">
                    <a16:creationId xmlns:a16="http://schemas.microsoft.com/office/drawing/2014/main" id="{F1CBC3A3-3957-24FD-2E96-A800B10E8D6A}"/>
                  </a:ext>
                </a:extLst>
              </p:cNvPr>
              <p:cNvPicPr/>
              <p:nvPr/>
            </p:nvPicPr>
            <p:blipFill>
              <a:blip r:embed="rId5"/>
              <a:stretch>
                <a:fillRect/>
              </a:stretch>
            </p:blipFill>
            <p:spPr>
              <a:xfrm>
                <a:off x="406440" y="1867320"/>
                <a:ext cx="7885800" cy="3506040"/>
              </a:xfrm>
              <a:prstGeom prst="rect">
                <a:avLst/>
              </a:prstGeom>
            </p:spPr>
          </p:pic>
        </mc:Fallback>
      </mc:AlternateContent>
    </p:spTree>
    <p:extLst>
      <p:ext uri="{BB962C8B-B14F-4D97-AF65-F5344CB8AC3E}">
        <p14:creationId xmlns:p14="http://schemas.microsoft.com/office/powerpoint/2010/main" val="2059886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5B9262-8A82-4C26-8EFD-613583988434}"/>
              </a:ext>
            </a:extLst>
          </p:cNvPr>
          <p:cNvSpPr>
            <a:spLocks noGrp="1"/>
          </p:cNvSpPr>
          <p:nvPr>
            <p:ph type="title"/>
          </p:nvPr>
        </p:nvSpPr>
        <p:spPr>
          <a:xfrm>
            <a:off x="628650" y="1652388"/>
            <a:ext cx="7886700" cy="1325563"/>
          </a:xfrm>
        </p:spPr>
        <p:txBody>
          <a:bodyPr>
            <a:noAutofit/>
          </a:bodyPr>
          <a:lstStyle/>
          <a:p>
            <a:pPr marR="0" indent="0">
              <a:lnSpc>
                <a:spcPct val="150000"/>
              </a:lnSpc>
              <a:spcBef>
                <a:spcPts val="500"/>
              </a:spcBef>
              <a:spcAft>
                <a:spcPts val="500"/>
              </a:spcAft>
              <a:buNone/>
              <a:tabLst>
                <a:tab pos="463550" algn="l"/>
              </a:tabLst>
            </a:pPr>
            <a:r>
              <a:rPr lang="en-US" sz="2000" dirty="0">
                <a:latin typeface="+mn-lt"/>
              </a:rPr>
              <a:t>5. In a certain code language ‘DOCTOR’ is written as ‘SQWGTJ’ and ‘SINGER’ is written as ‘SGJRNY’. How will ‘TAILOR’ be written in that language?</a:t>
            </a:r>
            <a:br>
              <a:rPr lang="en-US" sz="2000" dirty="0">
                <a:latin typeface="+mn-lt"/>
              </a:rPr>
            </a:br>
            <a:r>
              <a:rPr lang="en-US" sz="2000" dirty="0">
                <a:latin typeface="+mn-lt"/>
              </a:rPr>
              <a:t>A. TOOMFZ</a:t>
            </a:r>
            <a:br>
              <a:rPr lang="en-US" sz="2000" dirty="0">
                <a:latin typeface="+mn-lt"/>
              </a:rPr>
            </a:br>
            <a:r>
              <a:rPr lang="en-US" sz="2000" dirty="0">
                <a:latin typeface="+mn-lt"/>
              </a:rPr>
              <a:t>B. TQQNEZ</a:t>
            </a:r>
            <a:br>
              <a:rPr lang="en-US" sz="2000" dirty="0">
                <a:latin typeface="+mn-lt"/>
              </a:rPr>
            </a:br>
            <a:r>
              <a:rPr lang="en-US" sz="2000" dirty="0">
                <a:latin typeface="+mn-lt"/>
              </a:rPr>
              <a:t>C. SQOMFX</a:t>
            </a:r>
            <a:br>
              <a:rPr lang="en-US" sz="2000" dirty="0">
                <a:latin typeface="+mn-lt"/>
              </a:rPr>
            </a:br>
            <a:r>
              <a:rPr lang="en-US" sz="2000" dirty="0">
                <a:latin typeface="+mn-lt"/>
              </a:rPr>
              <a:t>D. SQOMFZ </a:t>
            </a:r>
            <a:endParaRPr lang="en-IN" sz="2000" dirty="0">
              <a:latin typeface="+mn-lt"/>
            </a:endParaRPr>
          </a:p>
        </p:txBody>
      </p:sp>
      <p:sp>
        <p:nvSpPr>
          <p:cNvPr id="3" name="TextBox 2">
            <a:extLst>
              <a:ext uri="{FF2B5EF4-FFF2-40B4-BE49-F238E27FC236}">
                <a16:creationId xmlns:a16="http://schemas.microsoft.com/office/drawing/2014/main" id="{9D50C481-059F-24E7-76F4-0146552514AB}"/>
              </a:ext>
            </a:extLst>
          </p:cNvPr>
          <p:cNvSpPr txBox="1"/>
          <p:nvPr/>
        </p:nvSpPr>
        <p:spPr>
          <a:xfrm>
            <a:off x="415977" y="474345"/>
            <a:ext cx="8312046" cy="5909310"/>
          </a:xfrm>
          <a:prstGeom prst="rect">
            <a:avLst/>
          </a:prstGeom>
          <a:noFill/>
          <a:ln w="22225"/>
          <a:effectLst/>
        </p:spPr>
        <p:style>
          <a:lnRef idx="2">
            <a:schemeClr val="accent4"/>
          </a:lnRef>
          <a:fillRef idx="1">
            <a:schemeClr val="lt1"/>
          </a:fillRef>
          <a:effectRef idx="0">
            <a:schemeClr val="accent4"/>
          </a:effectRef>
          <a:fontRef idx="minor">
            <a:schemeClr val="dk1"/>
          </a:fontRef>
        </p:style>
        <p:txBody>
          <a:bodyPr wrap="square">
            <a:spAutoFit/>
          </a:bodyPr>
          <a:lstStyle/>
          <a:p>
            <a:r>
              <a:rPr lang="en-IN" dirty="0"/>
              <a:t> </a:t>
            </a:r>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r>
              <a:rPr lang="en-IN" dirty="0"/>
              <a:t> </a:t>
            </a:r>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3ECE21A7-A79D-7E70-19AA-FA8A5A661CAF}"/>
                  </a:ext>
                </a:extLst>
              </p14:cNvPr>
              <p14:cNvContentPartPr/>
              <p14:nvPr/>
            </p14:nvContentPartPr>
            <p14:xfrm>
              <a:off x="354600" y="1832760"/>
              <a:ext cx="7930080" cy="2842560"/>
            </p14:xfrm>
          </p:contentPart>
        </mc:Choice>
        <mc:Fallback xmlns="">
          <p:pic>
            <p:nvPicPr>
              <p:cNvPr id="4" name="Ink 3">
                <a:extLst>
                  <a:ext uri="{FF2B5EF4-FFF2-40B4-BE49-F238E27FC236}">
                    <a16:creationId xmlns:a16="http://schemas.microsoft.com/office/drawing/2014/main" id="{3ECE21A7-A79D-7E70-19AA-FA8A5A661CAF}"/>
                  </a:ext>
                </a:extLst>
              </p:cNvPr>
              <p:cNvPicPr/>
              <p:nvPr/>
            </p:nvPicPr>
            <p:blipFill>
              <a:blip r:embed="rId3"/>
              <a:stretch>
                <a:fillRect/>
              </a:stretch>
            </p:blipFill>
            <p:spPr>
              <a:xfrm>
                <a:off x="345240" y="1823400"/>
                <a:ext cx="7948800" cy="2861280"/>
              </a:xfrm>
              <a:prstGeom prst="rect">
                <a:avLst/>
              </a:prstGeom>
            </p:spPr>
          </p:pic>
        </mc:Fallback>
      </mc:AlternateContent>
    </p:spTree>
    <p:extLst>
      <p:ext uri="{BB962C8B-B14F-4D97-AF65-F5344CB8AC3E}">
        <p14:creationId xmlns:p14="http://schemas.microsoft.com/office/powerpoint/2010/main" val="30955870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5B9262-8A82-4C26-8EFD-613583988434}"/>
              </a:ext>
            </a:extLst>
          </p:cNvPr>
          <p:cNvSpPr>
            <a:spLocks noGrp="1"/>
          </p:cNvSpPr>
          <p:nvPr>
            <p:ph type="title"/>
          </p:nvPr>
        </p:nvSpPr>
        <p:spPr>
          <a:xfrm>
            <a:off x="628650" y="1652388"/>
            <a:ext cx="7886700" cy="1325563"/>
          </a:xfrm>
        </p:spPr>
        <p:txBody>
          <a:bodyPr>
            <a:noAutofit/>
          </a:bodyPr>
          <a:lstStyle/>
          <a:p>
            <a:pPr marR="0" indent="0">
              <a:lnSpc>
                <a:spcPct val="150000"/>
              </a:lnSpc>
              <a:spcBef>
                <a:spcPts val="500"/>
              </a:spcBef>
              <a:spcAft>
                <a:spcPts val="500"/>
              </a:spcAft>
              <a:buNone/>
              <a:tabLst>
                <a:tab pos="463550" algn="l"/>
              </a:tabLst>
            </a:pPr>
            <a:r>
              <a:rPr lang="en-US" sz="2000" dirty="0">
                <a:latin typeface="+mn-lt"/>
              </a:rPr>
              <a:t>6.  In a certain code language ‘FELLOW’ is written as ‘NGHYQN’ and ‘PURPLE’ is written as ‘TWRGNR’. how will ‘SUPRISED’ be written in that language?</a:t>
            </a:r>
            <a:br>
              <a:rPr lang="en-US" sz="2000" dirty="0">
                <a:latin typeface="+mn-lt"/>
              </a:rPr>
            </a:br>
            <a:r>
              <a:rPr lang="en-US" sz="2000" dirty="0">
                <a:latin typeface="+mn-lt"/>
              </a:rPr>
              <a:t>A. KUGFUWRT</a:t>
            </a:r>
            <a:br>
              <a:rPr lang="en-US" sz="2000" dirty="0">
                <a:latin typeface="+mn-lt"/>
              </a:rPr>
            </a:br>
            <a:r>
              <a:rPr lang="en-US" sz="2000" dirty="0">
                <a:latin typeface="+mn-lt"/>
              </a:rPr>
              <a:t>B. TRWUFGUK</a:t>
            </a:r>
            <a:br>
              <a:rPr lang="en-US" sz="2000" dirty="0">
                <a:latin typeface="+mn-lt"/>
              </a:rPr>
            </a:br>
            <a:r>
              <a:rPr lang="en-US" sz="2000" dirty="0">
                <a:latin typeface="+mn-lt"/>
              </a:rPr>
              <a:t>C. TRUWFGUK</a:t>
            </a:r>
            <a:br>
              <a:rPr lang="en-US" sz="2000" dirty="0">
                <a:latin typeface="+mn-lt"/>
              </a:rPr>
            </a:br>
            <a:r>
              <a:rPr lang="en-US" sz="2000" dirty="0">
                <a:latin typeface="+mn-lt"/>
              </a:rPr>
              <a:t>D. UWRTKUGF</a:t>
            </a:r>
            <a:endParaRPr lang="en-IN" sz="2000" dirty="0">
              <a:latin typeface="+mn-lt"/>
            </a:endParaRPr>
          </a:p>
        </p:txBody>
      </p:sp>
      <p:sp>
        <p:nvSpPr>
          <p:cNvPr id="3" name="TextBox 2">
            <a:extLst>
              <a:ext uri="{FF2B5EF4-FFF2-40B4-BE49-F238E27FC236}">
                <a16:creationId xmlns:a16="http://schemas.microsoft.com/office/drawing/2014/main" id="{9D50C481-059F-24E7-76F4-0146552514AB}"/>
              </a:ext>
            </a:extLst>
          </p:cNvPr>
          <p:cNvSpPr txBox="1"/>
          <p:nvPr/>
        </p:nvSpPr>
        <p:spPr>
          <a:xfrm>
            <a:off x="415977" y="655542"/>
            <a:ext cx="8312046" cy="5909310"/>
          </a:xfrm>
          <a:prstGeom prst="rect">
            <a:avLst/>
          </a:prstGeom>
          <a:noFill/>
          <a:ln w="22225"/>
          <a:effectLst/>
        </p:spPr>
        <p:style>
          <a:lnRef idx="2">
            <a:schemeClr val="accent4"/>
          </a:lnRef>
          <a:fillRef idx="1">
            <a:schemeClr val="lt1"/>
          </a:fillRef>
          <a:effectRef idx="0">
            <a:schemeClr val="accent4"/>
          </a:effectRef>
          <a:fontRef idx="minor">
            <a:schemeClr val="dk1"/>
          </a:fontRef>
        </p:style>
        <p:txBody>
          <a:bodyPr wrap="square">
            <a:spAutoFit/>
          </a:bodyPr>
          <a:lstStyle/>
          <a:p>
            <a:r>
              <a:rPr lang="en-IN" dirty="0"/>
              <a:t> </a:t>
            </a:r>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r>
              <a:rPr lang="en-IN" dirty="0"/>
              <a:t> </a:t>
            </a:r>
          </a:p>
        </p:txBody>
      </p:sp>
      <mc:AlternateContent xmlns:mc="http://schemas.openxmlformats.org/markup-compatibility/2006" xmlns:p14="http://schemas.microsoft.com/office/powerpoint/2010/main">
        <mc:Choice Requires="p14">
          <p:contentPart p14:bwMode="auto" r:id="rId2">
            <p14:nvContentPartPr>
              <p14:cNvPr id="5" name="Ink 4">
                <a:extLst>
                  <a:ext uri="{FF2B5EF4-FFF2-40B4-BE49-F238E27FC236}">
                    <a16:creationId xmlns:a16="http://schemas.microsoft.com/office/drawing/2014/main" id="{1A4B2F71-8C20-6DD6-F005-4C2755EA9269}"/>
                  </a:ext>
                </a:extLst>
              </p14:cNvPr>
              <p14:cNvContentPartPr/>
              <p14:nvPr/>
            </p14:nvContentPartPr>
            <p14:xfrm>
              <a:off x="281880" y="1628280"/>
              <a:ext cx="7617960" cy="3197880"/>
            </p14:xfrm>
          </p:contentPart>
        </mc:Choice>
        <mc:Fallback xmlns="">
          <p:pic>
            <p:nvPicPr>
              <p:cNvPr id="5" name="Ink 4">
                <a:extLst>
                  <a:ext uri="{FF2B5EF4-FFF2-40B4-BE49-F238E27FC236}">
                    <a16:creationId xmlns:a16="http://schemas.microsoft.com/office/drawing/2014/main" id="{1A4B2F71-8C20-6DD6-F005-4C2755EA9269}"/>
                  </a:ext>
                </a:extLst>
              </p:cNvPr>
              <p:cNvPicPr/>
              <p:nvPr/>
            </p:nvPicPr>
            <p:blipFill>
              <a:blip r:embed="rId3"/>
              <a:stretch>
                <a:fillRect/>
              </a:stretch>
            </p:blipFill>
            <p:spPr>
              <a:xfrm>
                <a:off x="272520" y="1618920"/>
                <a:ext cx="7636680" cy="3216600"/>
              </a:xfrm>
              <a:prstGeom prst="rect">
                <a:avLst/>
              </a:prstGeom>
            </p:spPr>
          </p:pic>
        </mc:Fallback>
      </mc:AlternateContent>
    </p:spTree>
    <p:extLst>
      <p:ext uri="{BB962C8B-B14F-4D97-AF65-F5344CB8AC3E}">
        <p14:creationId xmlns:p14="http://schemas.microsoft.com/office/powerpoint/2010/main" val="45094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5B9262-8A82-4C26-8EFD-613583988434}"/>
              </a:ext>
            </a:extLst>
          </p:cNvPr>
          <p:cNvSpPr>
            <a:spLocks noGrp="1"/>
          </p:cNvSpPr>
          <p:nvPr>
            <p:ph type="title"/>
          </p:nvPr>
        </p:nvSpPr>
        <p:spPr>
          <a:xfrm>
            <a:off x="628650" y="1652388"/>
            <a:ext cx="7886700" cy="1325563"/>
          </a:xfrm>
        </p:spPr>
        <p:txBody>
          <a:bodyPr>
            <a:noAutofit/>
          </a:bodyPr>
          <a:lstStyle/>
          <a:p>
            <a:pPr marR="0" indent="0">
              <a:lnSpc>
                <a:spcPct val="150000"/>
              </a:lnSpc>
              <a:spcBef>
                <a:spcPts val="500"/>
              </a:spcBef>
              <a:spcAft>
                <a:spcPts val="500"/>
              </a:spcAft>
              <a:buNone/>
              <a:tabLst>
                <a:tab pos="463550" algn="l"/>
              </a:tabLst>
            </a:pPr>
            <a:r>
              <a:rPr lang="en-US" sz="2000" dirty="0">
                <a:latin typeface="+mn-lt"/>
              </a:rPr>
              <a:t>7. In a certain code language ‘take this vaccine’ is written as ‘892’ ‘vaccine protect us’ is coded as ‘263’, and ‘ take us safe’ is written as ‘593’. How will ‘safe vaccine’ be written in that language?</a:t>
            </a:r>
            <a:br>
              <a:rPr lang="en-US" sz="2000" dirty="0">
                <a:latin typeface="+mn-lt"/>
              </a:rPr>
            </a:br>
            <a:r>
              <a:rPr lang="en-US" sz="2000" dirty="0">
                <a:latin typeface="+mn-lt"/>
              </a:rPr>
              <a:t>A. 85</a:t>
            </a:r>
            <a:br>
              <a:rPr lang="en-US" sz="2000" dirty="0">
                <a:latin typeface="+mn-lt"/>
              </a:rPr>
            </a:br>
            <a:r>
              <a:rPr lang="en-US" sz="2000" dirty="0">
                <a:latin typeface="+mn-lt"/>
              </a:rPr>
              <a:t>B. 25</a:t>
            </a:r>
            <a:br>
              <a:rPr lang="en-US" sz="2000" dirty="0">
                <a:latin typeface="+mn-lt"/>
              </a:rPr>
            </a:br>
            <a:r>
              <a:rPr lang="en-US" sz="2000" dirty="0">
                <a:latin typeface="+mn-lt"/>
              </a:rPr>
              <a:t>C. 23</a:t>
            </a:r>
            <a:br>
              <a:rPr lang="en-US" sz="2000" dirty="0">
                <a:latin typeface="+mn-lt"/>
              </a:rPr>
            </a:br>
            <a:r>
              <a:rPr lang="en-US" sz="2000" dirty="0">
                <a:latin typeface="+mn-lt"/>
              </a:rPr>
              <a:t>D. 26 </a:t>
            </a:r>
            <a:endParaRPr lang="en-IN" sz="2000" dirty="0">
              <a:latin typeface="+mn-lt"/>
            </a:endParaRPr>
          </a:p>
        </p:txBody>
      </p:sp>
      <p:sp>
        <p:nvSpPr>
          <p:cNvPr id="3" name="TextBox 2">
            <a:extLst>
              <a:ext uri="{FF2B5EF4-FFF2-40B4-BE49-F238E27FC236}">
                <a16:creationId xmlns:a16="http://schemas.microsoft.com/office/drawing/2014/main" id="{9D50C481-059F-24E7-76F4-0146552514AB}"/>
              </a:ext>
            </a:extLst>
          </p:cNvPr>
          <p:cNvSpPr txBox="1"/>
          <p:nvPr/>
        </p:nvSpPr>
        <p:spPr>
          <a:xfrm>
            <a:off x="333532" y="474345"/>
            <a:ext cx="8312046" cy="5909310"/>
          </a:xfrm>
          <a:prstGeom prst="rect">
            <a:avLst/>
          </a:prstGeom>
          <a:noFill/>
          <a:ln w="22225"/>
          <a:effectLst/>
        </p:spPr>
        <p:style>
          <a:lnRef idx="2">
            <a:schemeClr val="accent4"/>
          </a:lnRef>
          <a:fillRef idx="1">
            <a:schemeClr val="lt1"/>
          </a:fillRef>
          <a:effectRef idx="0">
            <a:schemeClr val="accent4"/>
          </a:effectRef>
          <a:fontRef idx="minor">
            <a:schemeClr val="dk1"/>
          </a:fontRef>
        </p:style>
        <p:txBody>
          <a:bodyPr wrap="square">
            <a:spAutoFit/>
          </a:bodyPr>
          <a:lstStyle/>
          <a:p>
            <a:r>
              <a:rPr lang="en-IN" dirty="0"/>
              <a:t> </a:t>
            </a:r>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r>
              <a:rPr lang="en-IN" dirty="0"/>
              <a:t> </a:t>
            </a:r>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792DD1FE-3B8A-5168-D69B-2EC38B3531AF}"/>
                  </a:ext>
                </a:extLst>
              </p14:cNvPr>
              <p14:cNvContentPartPr/>
              <p14:nvPr/>
            </p14:nvContentPartPr>
            <p14:xfrm>
              <a:off x="146160" y="1576080"/>
              <a:ext cx="8463600" cy="3804480"/>
            </p14:xfrm>
          </p:contentPart>
        </mc:Choice>
        <mc:Fallback xmlns="">
          <p:pic>
            <p:nvPicPr>
              <p:cNvPr id="4" name="Ink 3">
                <a:extLst>
                  <a:ext uri="{FF2B5EF4-FFF2-40B4-BE49-F238E27FC236}">
                    <a16:creationId xmlns:a16="http://schemas.microsoft.com/office/drawing/2014/main" id="{792DD1FE-3B8A-5168-D69B-2EC38B3531AF}"/>
                  </a:ext>
                </a:extLst>
              </p:cNvPr>
              <p:cNvPicPr/>
              <p:nvPr/>
            </p:nvPicPr>
            <p:blipFill>
              <a:blip r:embed="rId3"/>
              <a:stretch>
                <a:fillRect/>
              </a:stretch>
            </p:blipFill>
            <p:spPr>
              <a:xfrm>
                <a:off x="136800" y="1566720"/>
                <a:ext cx="8482320" cy="3823200"/>
              </a:xfrm>
              <a:prstGeom prst="rect">
                <a:avLst/>
              </a:prstGeom>
            </p:spPr>
          </p:pic>
        </mc:Fallback>
      </mc:AlternateContent>
    </p:spTree>
    <p:extLst>
      <p:ext uri="{BB962C8B-B14F-4D97-AF65-F5344CB8AC3E}">
        <p14:creationId xmlns:p14="http://schemas.microsoft.com/office/powerpoint/2010/main" val="38059715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5B9262-8A82-4C26-8EFD-613583988434}"/>
              </a:ext>
            </a:extLst>
          </p:cNvPr>
          <p:cNvSpPr>
            <a:spLocks noGrp="1"/>
          </p:cNvSpPr>
          <p:nvPr>
            <p:ph type="title"/>
          </p:nvPr>
        </p:nvSpPr>
        <p:spPr>
          <a:xfrm>
            <a:off x="628650" y="1307615"/>
            <a:ext cx="7886700" cy="1325563"/>
          </a:xfrm>
        </p:spPr>
        <p:txBody>
          <a:bodyPr>
            <a:noAutofit/>
          </a:bodyPr>
          <a:lstStyle/>
          <a:p>
            <a:pPr marR="0" indent="0">
              <a:lnSpc>
                <a:spcPct val="150000"/>
              </a:lnSpc>
              <a:spcBef>
                <a:spcPts val="500"/>
              </a:spcBef>
              <a:spcAft>
                <a:spcPts val="500"/>
              </a:spcAft>
              <a:buNone/>
              <a:tabLst>
                <a:tab pos="463550" algn="l"/>
              </a:tabLst>
            </a:pPr>
            <a:r>
              <a:rPr lang="en-US" sz="2000" dirty="0">
                <a:latin typeface="+mn-lt"/>
              </a:rPr>
              <a:t>8. In a certain code language, ‘LEMON’ is coded as ‘ELMNO’ and ‘MANGO’ is coded as ‘AGMNO’. How will ‘CLUSTER’ be written in that language?</a:t>
            </a:r>
            <a:br>
              <a:rPr lang="en-US" sz="2000" dirty="0">
                <a:latin typeface="+mn-lt"/>
              </a:rPr>
            </a:br>
            <a:r>
              <a:rPr lang="en-US" sz="2000" dirty="0">
                <a:latin typeface="+mn-lt"/>
              </a:rPr>
              <a:t>A. CELRSTU</a:t>
            </a:r>
            <a:br>
              <a:rPr lang="en-US" sz="2000" dirty="0">
                <a:latin typeface="+mn-lt"/>
              </a:rPr>
            </a:br>
            <a:r>
              <a:rPr lang="en-US" sz="2000" dirty="0">
                <a:latin typeface="+mn-lt"/>
              </a:rPr>
              <a:t>B. CLESRUT</a:t>
            </a:r>
            <a:br>
              <a:rPr lang="en-US" sz="2000" dirty="0">
                <a:latin typeface="+mn-lt"/>
              </a:rPr>
            </a:br>
            <a:r>
              <a:rPr lang="en-US" sz="2000" dirty="0">
                <a:latin typeface="+mn-lt"/>
              </a:rPr>
              <a:t>C. LUCETRS</a:t>
            </a:r>
            <a:br>
              <a:rPr lang="en-US" sz="2000" dirty="0">
                <a:latin typeface="+mn-lt"/>
              </a:rPr>
            </a:br>
            <a:r>
              <a:rPr lang="en-US" sz="2000" dirty="0">
                <a:latin typeface="+mn-lt"/>
              </a:rPr>
              <a:t>D. LCUTESR</a:t>
            </a:r>
            <a:endParaRPr lang="en-IN" sz="2000" dirty="0">
              <a:latin typeface="+mn-lt"/>
            </a:endParaRPr>
          </a:p>
        </p:txBody>
      </p:sp>
      <p:sp>
        <p:nvSpPr>
          <p:cNvPr id="3" name="TextBox 2">
            <a:extLst>
              <a:ext uri="{FF2B5EF4-FFF2-40B4-BE49-F238E27FC236}">
                <a16:creationId xmlns:a16="http://schemas.microsoft.com/office/drawing/2014/main" id="{9D50C481-059F-24E7-76F4-0146552514AB}"/>
              </a:ext>
            </a:extLst>
          </p:cNvPr>
          <p:cNvSpPr txBox="1"/>
          <p:nvPr/>
        </p:nvSpPr>
        <p:spPr>
          <a:xfrm>
            <a:off x="415977" y="474345"/>
            <a:ext cx="8312046" cy="5909310"/>
          </a:xfrm>
          <a:prstGeom prst="rect">
            <a:avLst/>
          </a:prstGeom>
          <a:noFill/>
          <a:ln w="22225"/>
          <a:effectLst/>
        </p:spPr>
        <p:style>
          <a:lnRef idx="2">
            <a:schemeClr val="accent4"/>
          </a:lnRef>
          <a:fillRef idx="1">
            <a:schemeClr val="lt1"/>
          </a:fillRef>
          <a:effectRef idx="0">
            <a:schemeClr val="accent4"/>
          </a:effectRef>
          <a:fontRef idx="minor">
            <a:schemeClr val="dk1"/>
          </a:fontRef>
        </p:style>
        <p:txBody>
          <a:bodyPr wrap="square">
            <a:spAutoFit/>
          </a:bodyPr>
          <a:lstStyle/>
          <a:p>
            <a:r>
              <a:rPr lang="en-IN" dirty="0"/>
              <a:t> </a:t>
            </a:r>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r>
              <a:rPr lang="en-IN" dirty="0"/>
              <a:t> </a:t>
            </a:r>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889CBA06-3D9C-5D25-F7ED-B1B66509CCE7}"/>
                  </a:ext>
                </a:extLst>
              </p14:cNvPr>
              <p14:cNvContentPartPr/>
              <p14:nvPr/>
            </p14:nvContentPartPr>
            <p14:xfrm>
              <a:off x="378720" y="1524960"/>
              <a:ext cx="6882480" cy="2633760"/>
            </p14:xfrm>
          </p:contentPart>
        </mc:Choice>
        <mc:Fallback xmlns="">
          <p:pic>
            <p:nvPicPr>
              <p:cNvPr id="4" name="Ink 3">
                <a:extLst>
                  <a:ext uri="{FF2B5EF4-FFF2-40B4-BE49-F238E27FC236}">
                    <a16:creationId xmlns:a16="http://schemas.microsoft.com/office/drawing/2014/main" id="{889CBA06-3D9C-5D25-F7ED-B1B66509CCE7}"/>
                  </a:ext>
                </a:extLst>
              </p:cNvPr>
              <p:cNvPicPr/>
              <p:nvPr/>
            </p:nvPicPr>
            <p:blipFill>
              <a:blip r:embed="rId3"/>
              <a:stretch>
                <a:fillRect/>
              </a:stretch>
            </p:blipFill>
            <p:spPr>
              <a:xfrm>
                <a:off x="369360" y="1515600"/>
                <a:ext cx="6901200" cy="2652480"/>
              </a:xfrm>
              <a:prstGeom prst="rect">
                <a:avLst/>
              </a:prstGeom>
            </p:spPr>
          </p:pic>
        </mc:Fallback>
      </mc:AlternateContent>
    </p:spTree>
    <p:extLst>
      <p:ext uri="{BB962C8B-B14F-4D97-AF65-F5344CB8AC3E}">
        <p14:creationId xmlns:p14="http://schemas.microsoft.com/office/powerpoint/2010/main" val="19399912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5B9262-8A82-4C26-8EFD-613583988434}"/>
              </a:ext>
            </a:extLst>
          </p:cNvPr>
          <p:cNvSpPr>
            <a:spLocks noGrp="1"/>
          </p:cNvSpPr>
          <p:nvPr>
            <p:ph type="title"/>
          </p:nvPr>
        </p:nvSpPr>
        <p:spPr>
          <a:xfrm>
            <a:off x="628650" y="1652388"/>
            <a:ext cx="7886700" cy="1325563"/>
          </a:xfrm>
        </p:spPr>
        <p:txBody>
          <a:bodyPr>
            <a:noAutofit/>
          </a:bodyPr>
          <a:lstStyle/>
          <a:p>
            <a:pPr marR="0" indent="0">
              <a:lnSpc>
                <a:spcPct val="150000"/>
              </a:lnSpc>
              <a:spcBef>
                <a:spcPts val="500"/>
              </a:spcBef>
              <a:spcAft>
                <a:spcPts val="500"/>
              </a:spcAft>
              <a:buNone/>
              <a:tabLst>
                <a:tab pos="463550" algn="l"/>
              </a:tabLst>
            </a:pPr>
            <a:r>
              <a:rPr lang="en-US" sz="2000" dirty="0">
                <a:latin typeface="+mn-lt"/>
              </a:rPr>
              <a:t>9. In a certain code language ‘I know you’ is written as ‘Ha Hi He’. I Like French’ is coded as ‘Ho Hu Ha’ and ‘You like me’ is coded as ‘He Ho </a:t>
            </a:r>
            <a:r>
              <a:rPr lang="en-US" sz="2000" dirty="0" err="1">
                <a:latin typeface="+mn-lt"/>
              </a:rPr>
              <a:t>Haa</a:t>
            </a:r>
            <a:r>
              <a:rPr lang="en-US" sz="2000" dirty="0">
                <a:latin typeface="+mn-lt"/>
              </a:rPr>
              <a:t>’. How will ‘me’ be written in that language?</a:t>
            </a:r>
            <a:br>
              <a:rPr lang="en-US" sz="2000" dirty="0">
                <a:latin typeface="+mn-lt"/>
              </a:rPr>
            </a:br>
            <a:r>
              <a:rPr lang="en-US" sz="2000" dirty="0">
                <a:latin typeface="+mn-lt"/>
              </a:rPr>
              <a:t>A. </a:t>
            </a:r>
            <a:r>
              <a:rPr lang="en-US" sz="2000" dirty="0" err="1">
                <a:latin typeface="+mn-lt"/>
              </a:rPr>
              <a:t>Haa</a:t>
            </a:r>
            <a:br>
              <a:rPr lang="en-US" sz="2000" dirty="0">
                <a:latin typeface="+mn-lt"/>
              </a:rPr>
            </a:br>
            <a:r>
              <a:rPr lang="en-US" sz="2000" dirty="0">
                <a:latin typeface="+mn-lt"/>
              </a:rPr>
              <a:t>B. Hu</a:t>
            </a:r>
            <a:br>
              <a:rPr lang="en-US" sz="2000" dirty="0">
                <a:latin typeface="+mn-lt"/>
              </a:rPr>
            </a:br>
            <a:r>
              <a:rPr lang="en-US" sz="2000" dirty="0">
                <a:latin typeface="+mn-lt"/>
              </a:rPr>
              <a:t>C. Ha</a:t>
            </a:r>
            <a:br>
              <a:rPr lang="en-US" sz="2000" dirty="0">
                <a:latin typeface="+mn-lt"/>
              </a:rPr>
            </a:br>
            <a:r>
              <a:rPr lang="en-US" sz="2000" dirty="0">
                <a:latin typeface="+mn-lt"/>
              </a:rPr>
              <a:t>D. Hi </a:t>
            </a:r>
            <a:endParaRPr lang="en-IN" sz="2000" dirty="0">
              <a:latin typeface="+mn-lt"/>
            </a:endParaRPr>
          </a:p>
        </p:txBody>
      </p:sp>
      <p:sp>
        <p:nvSpPr>
          <p:cNvPr id="3" name="TextBox 2">
            <a:extLst>
              <a:ext uri="{FF2B5EF4-FFF2-40B4-BE49-F238E27FC236}">
                <a16:creationId xmlns:a16="http://schemas.microsoft.com/office/drawing/2014/main" id="{9D50C481-059F-24E7-76F4-0146552514AB}"/>
              </a:ext>
            </a:extLst>
          </p:cNvPr>
          <p:cNvSpPr txBox="1"/>
          <p:nvPr/>
        </p:nvSpPr>
        <p:spPr>
          <a:xfrm>
            <a:off x="415977" y="616344"/>
            <a:ext cx="8312046" cy="5909310"/>
          </a:xfrm>
          <a:prstGeom prst="rect">
            <a:avLst/>
          </a:prstGeom>
          <a:noFill/>
          <a:ln w="22225"/>
          <a:effectLst/>
        </p:spPr>
        <p:style>
          <a:lnRef idx="2">
            <a:schemeClr val="accent4"/>
          </a:lnRef>
          <a:fillRef idx="1">
            <a:schemeClr val="lt1"/>
          </a:fillRef>
          <a:effectRef idx="0">
            <a:schemeClr val="accent4"/>
          </a:effectRef>
          <a:fontRef idx="minor">
            <a:schemeClr val="dk1"/>
          </a:fontRef>
        </p:style>
        <p:txBody>
          <a:bodyPr wrap="square">
            <a:spAutoFit/>
          </a:bodyPr>
          <a:lstStyle/>
          <a:p>
            <a:r>
              <a:rPr lang="en-IN" dirty="0"/>
              <a:t> </a:t>
            </a:r>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r>
              <a:rPr lang="en-IN" dirty="0"/>
              <a:t> </a:t>
            </a:r>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F5C3178D-619D-0D4F-034E-E8261183327F}"/>
                  </a:ext>
                </a:extLst>
              </p14:cNvPr>
              <p14:cNvContentPartPr/>
              <p14:nvPr/>
            </p14:nvContentPartPr>
            <p14:xfrm>
              <a:off x="254520" y="2042280"/>
              <a:ext cx="7124040" cy="3246480"/>
            </p14:xfrm>
          </p:contentPart>
        </mc:Choice>
        <mc:Fallback xmlns="">
          <p:pic>
            <p:nvPicPr>
              <p:cNvPr id="4" name="Ink 3">
                <a:extLst>
                  <a:ext uri="{FF2B5EF4-FFF2-40B4-BE49-F238E27FC236}">
                    <a16:creationId xmlns:a16="http://schemas.microsoft.com/office/drawing/2014/main" id="{F5C3178D-619D-0D4F-034E-E8261183327F}"/>
                  </a:ext>
                </a:extLst>
              </p:cNvPr>
              <p:cNvPicPr/>
              <p:nvPr/>
            </p:nvPicPr>
            <p:blipFill>
              <a:blip r:embed="rId3"/>
              <a:stretch>
                <a:fillRect/>
              </a:stretch>
            </p:blipFill>
            <p:spPr>
              <a:xfrm>
                <a:off x="245160" y="2032920"/>
                <a:ext cx="7142760" cy="3265200"/>
              </a:xfrm>
              <a:prstGeom prst="rect">
                <a:avLst/>
              </a:prstGeom>
            </p:spPr>
          </p:pic>
        </mc:Fallback>
      </mc:AlternateContent>
    </p:spTree>
    <p:extLst>
      <p:ext uri="{BB962C8B-B14F-4D97-AF65-F5344CB8AC3E}">
        <p14:creationId xmlns:p14="http://schemas.microsoft.com/office/powerpoint/2010/main" val="20168446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5B9262-8A82-4C26-8EFD-613583988434}"/>
              </a:ext>
            </a:extLst>
          </p:cNvPr>
          <p:cNvSpPr>
            <a:spLocks noGrp="1"/>
          </p:cNvSpPr>
          <p:nvPr>
            <p:ph type="title"/>
          </p:nvPr>
        </p:nvSpPr>
        <p:spPr>
          <a:xfrm>
            <a:off x="628650" y="1652388"/>
            <a:ext cx="7886700" cy="1325563"/>
          </a:xfrm>
        </p:spPr>
        <p:txBody>
          <a:bodyPr>
            <a:noAutofit/>
          </a:bodyPr>
          <a:lstStyle/>
          <a:p>
            <a:pPr marR="0" indent="0">
              <a:lnSpc>
                <a:spcPct val="150000"/>
              </a:lnSpc>
              <a:spcBef>
                <a:spcPts val="500"/>
              </a:spcBef>
              <a:spcAft>
                <a:spcPts val="500"/>
              </a:spcAft>
              <a:buNone/>
              <a:tabLst>
                <a:tab pos="463550" algn="l"/>
              </a:tabLst>
            </a:pPr>
            <a:r>
              <a:rPr lang="en-US" sz="2000" dirty="0">
                <a:latin typeface="+mn-lt"/>
              </a:rPr>
              <a:t>10. If sky is called ‘cloud’, cloud is called ‘thunder’, thunder is called ‘water’, water is called ‘pot’, pot is called ‘desert’ and desert is called ‘sky’, then where do fish live?</a:t>
            </a:r>
            <a:br>
              <a:rPr lang="en-US" sz="2000" dirty="0">
                <a:latin typeface="+mn-lt"/>
              </a:rPr>
            </a:br>
            <a:r>
              <a:rPr lang="en-US" sz="2000" dirty="0">
                <a:latin typeface="+mn-lt"/>
              </a:rPr>
              <a:t>A. cloud</a:t>
            </a:r>
            <a:br>
              <a:rPr lang="en-US" sz="2000" dirty="0">
                <a:latin typeface="+mn-lt"/>
              </a:rPr>
            </a:br>
            <a:r>
              <a:rPr lang="en-US" sz="2000" dirty="0">
                <a:latin typeface="+mn-lt"/>
              </a:rPr>
              <a:t>B. pot</a:t>
            </a:r>
            <a:br>
              <a:rPr lang="en-US" sz="2000" dirty="0">
                <a:latin typeface="+mn-lt"/>
              </a:rPr>
            </a:br>
            <a:r>
              <a:rPr lang="en-US" sz="2000" dirty="0">
                <a:latin typeface="+mn-lt"/>
              </a:rPr>
              <a:t>C. water</a:t>
            </a:r>
            <a:br>
              <a:rPr lang="en-US" sz="2000" dirty="0">
                <a:latin typeface="+mn-lt"/>
              </a:rPr>
            </a:br>
            <a:r>
              <a:rPr lang="en-US" sz="2000" dirty="0">
                <a:latin typeface="+mn-lt"/>
              </a:rPr>
              <a:t>D. desert </a:t>
            </a:r>
            <a:endParaRPr lang="en-IN" sz="2000" dirty="0">
              <a:latin typeface="+mn-lt"/>
            </a:endParaRPr>
          </a:p>
        </p:txBody>
      </p:sp>
      <p:sp>
        <p:nvSpPr>
          <p:cNvPr id="3" name="TextBox 2">
            <a:extLst>
              <a:ext uri="{FF2B5EF4-FFF2-40B4-BE49-F238E27FC236}">
                <a16:creationId xmlns:a16="http://schemas.microsoft.com/office/drawing/2014/main" id="{9D50C481-059F-24E7-76F4-0146552514AB}"/>
              </a:ext>
            </a:extLst>
          </p:cNvPr>
          <p:cNvSpPr txBox="1"/>
          <p:nvPr/>
        </p:nvSpPr>
        <p:spPr>
          <a:xfrm>
            <a:off x="415977" y="593859"/>
            <a:ext cx="8312046" cy="5909310"/>
          </a:xfrm>
          <a:prstGeom prst="rect">
            <a:avLst/>
          </a:prstGeom>
          <a:noFill/>
          <a:ln w="22225"/>
          <a:effectLst/>
        </p:spPr>
        <p:style>
          <a:lnRef idx="2">
            <a:schemeClr val="accent4"/>
          </a:lnRef>
          <a:fillRef idx="1">
            <a:schemeClr val="lt1"/>
          </a:fillRef>
          <a:effectRef idx="0">
            <a:schemeClr val="accent4"/>
          </a:effectRef>
          <a:fontRef idx="minor">
            <a:schemeClr val="dk1"/>
          </a:fontRef>
        </p:style>
        <p:txBody>
          <a:bodyPr wrap="square">
            <a:spAutoFit/>
          </a:bodyPr>
          <a:lstStyle/>
          <a:p>
            <a:r>
              <a:rPr lang="en-IN" dirty="0"/>
              <a:t> </a:t>
            </a:r>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r>
              <a:rPr lang="en-IN" dirty="0"/>
              <a:t> </a:t>
            </a:r>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7E621D32-C178-2BB0-0B9C-C08DF2D1CD35}"/>
                  </a:ext>
                </a:extLst>
              </p14:cNvPr>
              <p14:cNvContentPartPr/>
              <p14:nvPr/>
            </p14:nvContentPartPr>
            <p14:xfrm>
              <a:off x="84600" y="2068200"/>
              <a:ext cx="7052400" cy="1329480"/>
            </p14:xfrm>
          </p:contentPart>
        </mc:Choice>
        <mc:Fallback xmlns="">
          <p:pic>
            <p:nvPicPr>
              <p:cNvPr id="4" name="Ink 3">
                <a:extLst>
                  <a:ext uri="{FF2B5EF4-FFF2-40B4-BE49-F238E27FC236}">
                    <a16:creationId xmlns:a16="http://schemas.microsoft.com/office/drawing/2014/main" id="{7E621D32-C178-2BB0-0B9C-C08DF2D1CD35}"/>
                  </a:ext>
                </a:extLst>
              </p:cNvPr>
              <p:cNvPicPr/>
              <p:nvPr/>
            </p:nvPicPr>
            <p:blipFill>
              <a:blip r:embed="rId3"/>
              <a:stretch>
                <a:fillRect/>
              </a:stretch>
            </p:blipFill>
            <p:spPr>
              <a:xfrm>
                <a:off x="75240" y="2058840"/>
                <a:ext cx="7071120" cy="1348200"/>
              </a:xfrm>
              <a:prstGeom prst="rect">
                <a:avLst/>
              </a:prstGeom>
            </p:spPr>
          </p:pic>
        </mc:Fallback>
      </mc:AlternateContent>
    </p:spTree>
    <p:extLst>
      <p:ext uri="{BB962C8B-B14F-4D97-AF65-F5344CB8AC3E}">
        <p14:creationId xmlns:p14="http://schemas.microsoft.com/office/powerpoint/2010/main" val="16630174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5B9262-8A82-4C26-8EFD-613583988434}"/>
              </a:ext>
            </a:extLst>
          </p:cNvPr>
          <p:cNvSpPr>
            <a:spLocks noGrp="1"/>
          </p:cNvSpPr>
          <p:nvPr>
            <p:ph type="title"/>
          </p:nvPr>
        </p:nvSpPr>
        <p:spPr>
          <a:xfrm>
            <a:off x="628650" y="1652388"/>
            <a:ext cx="7886700" cy="1325563"/>
          </a:xfrm>
        </p:spPr>
        <p:txBody>
          <a:bodyPr>
            <a:noAutofit/>
          </a:bodyPr>
          <a:lstStyle/>
          <a:p>
            <a:pPr marR="0" indent="0">
              <a:lnSpc>
                <a:spcPct val="150000"/>
              </a:lnSpc>
              <a:spcBef>
                <a:spcPts val="500"/>
              </a:spcBef>
              <a:spcAft>
                <a:spcPts val="500"/>
              </a:spcAft>
              <a:buNone/>
              <a:tabLst>
                <a:tab pos="463550" algn="l"/>
              </a:tabLst>
            </a:pPr>
            <a:r>
              <a:rPr lang="en-US" sz="2000" dirty="0">
                <a:latin typeface="+mn-lt"/>
              </a:rPr>
              <a:t>11. In a certain code language ‘MARKET’ is written as ‘GVPIZN’ and ‘PROFIT’ is written as ‘GRULIK’. How will  RETAIL be written in that language?</a:t>
            </a:r>
            <a:br>
              <a:rPr lang="en-US" sz="2000" dirty="0">
                <a:latin typeface="+mn-lt"/>
              </a:rPr>
            </a:br>
            <a:r>
              <a:rPr lang="en-US" sz="2000" dirty="0">
                <a:latin typeface="+mn-lt"/>
              </a:rPr>
              <a:t>A. ORZGUI</a:t>
            </a:r>
            <a:br>
              <a:rPr lang="en-US" sz="2000" dirty="0">
                <a:latin typeface="+mn-lt"/>
              </a:rPr>
            </a:br>
            <a:r>
              <a:rPr lang="en-US" sz="2000" dirty="0">
                <a:latin typeface="+mn-lt"/>
              </a:rPr>
              <a:t>B. ORZGVI</a:t>
            </a:r>
            <a:br>
              <a:rPr lang="en-US" sz="2000" dirty="0">
                <a:latin typeface="+mn-lt"/>
              </a:rPr>
            </a:br>
            <a:r>
              <a:rPr lang="en-US" sz="2000" dirty="0">
                <a:latin typeface="+mn-lt"/>
              </a:rPr>
              <a:t>C. ORBGVI</a:t>
            </a:r>
            <a:br>
              <a:rPr lang="en-US" sz="2000" dirty="0">
                <a:latin typeface="+mn-lt"/>
              </a:rPr>
            </a:br>
            <a:r>
              <a:rPr lang="en-US" sz="2000" dirty="0">
                <a:latin typeface="+mn-lt"/>
              </a:rPr>
              <a:t>D. ORBGUI </a:t>
            </a:r>
            <a:endParaRPr lang="en-IN" sz="2000" dirty="0">
              <a:latin typeface="+mn-lt"/>
            </a:endParaRPr>
          </a:p>
        </p:txBody>
      </p:sp>
      <p:sp>
        <p:nvSpPr>
          <p:cNvPr id="3" name="TextBox 2">
            <a:extLst>
              <a:ext uri="{FF2B5EF4-FFF2-40B4-BE49-F238E27FC236}">
                <a16:creationId xmlns:a16="http://schemas.microsoft.com/office/drawing/2014/main" id="{9D50C481-059F-24E7-76F4-0146552514AB}"/>
              </a:ext>
            </a:extLst>
          </p:cNvPr>
          <p:cNvSpPr txBox="1"/>
          <p:nvPr/>
        </p:nvSpPr>
        <p:spPr>
          <a:xfrm>
            <a:off x="415977" y="616344"/>
            <a:ext cx="8312046" cy="5909310"/>
          </a:xfrm>
          <a:prstGeom prst="rect">
            <a:avLst/>
          </a:prstGeom>
          <a:noFill/>
          <a:ln w="22225"/>
          <a:effectLst/>
        </p:spPr>
        <p:style>
          <a:lnRef idx="2">
            <a:schemeClr val="accent4"/>
          </a:lnRef>
          <a:fillRef idx="1">
            <a:schemeClr val="lt1"/>
          </a:fillRef>
          <a:effectRef idx="0">
            <a:schemeClr val="accent4"/>
          </a:effectRef>
          <a:fontRef idx="minor">
            <a:schemeClr val="dk1"/>
          </a:fontRef>
        </p:style>
        <p:txBody>
          <a:bodyPr wrap="square">
            <a:spAutoFit/>
          </a:bodyPr>
          <a:lstStyle/>
          <a:p>
            <a:r>
              <a:rPr lang="en-IN" dirty="0"/>
              <a:t> </a:t>
            </a:r>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r>
              <a:rPr lang="en-IN" dirty="0"/>
              <a:t> </a:t>
            </a:r>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7D6A070C-2657-BFEC-D72B-0211BFED4BF7}"/>
                  </a:ext>
                </a:extLst>
              </p14:cNvPr>
              <p14:cNvContentPartPr/>
              <p14:nvPr/>
            </p14:nvContentPartPr>
            <p14:xfrm>
              <a:off x="427680" y="329040"/>
              <a:ext cx="8051040" cy="5490360"/>
            </p14:xfrm>
          </p:contentPart>
        </mc:Choice>
        <mc:Fallback xmlns="">
          <p:pic>
            <p:nvPicPr>
              <p:cNvPr id="4" name="Ink 3">
                <a:extLst>
                  <a:ext uri="{FF2B5EF4-FFF2-40B4-BE49-F238E27FC236}">
                    <a16:creationId xmlns:a16="http://schemas.microsoft.com/office/drawing/2014/main" id="{7D6A070C-2657-BFEC-D72B-0211BFED4BF7}"/>
                  </a:ext>
                </a:extLst>
              </p:cNvPr>
              <p:cNvPicPr/>
              <p:nvPr/>
            </p:nvPicPr>
            <p:blipFill>
              <a:blip r:embed="rId3"/>
              <a:stretch>
                <a:fillRect/>
              </a:stretch>
            </p:blipFill>
            <p:spPr>
              <a:xfrm>
                <a:off x="418320" y="319680"/>
                <a:ext cx="8069760" cy="5509080"/>
              </a:xfrm>
              <a:prstGeom prst="rect">
                <a:avLst/>
              </a:prstGeom>
            </p:spPr>
          </p:pic>
        </mc:Fallback>
      </mc:AlternateContent>
    </p:spTree>
    <p:extLst>
      <p:ext uri="{BB962C8B-B14F-4D97-AF65-F5344CB8AC3E}">
        <p14:creationId xmlns:p14="http://schemas.microsoft.com/office/powerpoint/2010/main" val="6279044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5B9262-8A82-4C26-8EFD-613583988434}"/>
              </a:ext>
            </a:extLst>
          </p:cNvPr>
          <p:cNvSpPr>
            <a:spLocks noGrp="1"/>
          </p:cNvSpPr>
          <p:nvPr>
            <p:ph type="title"/>
          </p:nvPr>
        </p:nvSpPr>
        <p:spPr>
          <a:xfrm>
            <a:off x="628650" y="1652388"/>
            <a:ext cx="7886700" cy="1325563"/>
          </a:xfrm>
        </p:spPr>
        <p:txBody>
          <a:bodyPr>
            <a:noAutofit/>
          </a:bodyPr>
          <a:lstStyle/>
          <a:p>
            <a:pPr marR="0" indent="0">
              <a:lnSpc>
                <a:spcPct val="150000"/>
              </a:lnSpc>
              <a:spcBef>
                <a:spcPts val="500"/>
              </a:spcBef>
              <a:spcAft>
                <a:spcPts val="500"/>
              </a:spcAft>
              <a:buNone/>
              <a:tabLst>
                <a:tab pos="463550" algn="l"/>
              </a:tabLst>
            </a:pPr>
            <a:r>
              <a:rPr lang="en-US" sz="2000" dirty="0">
                <a:latin typeface="+mn-lt"/>
              </a:rPr>
              <a:t>13. In a certain code language ‘HARVEST’ is coded as 22-21-7-24-20-3-10 and ‘PLANTS’ is coded as 21-22-16-3-14-18. how will ‘FARMER’ be coded in that language?</a:t>
            </a:r>
            <a:br>
              <a:rPr lang="en-US" sz="2000" dirty="0">
                <a:latin typeface="+mn-lt"/>
              </a:rPr>
            </a:br>
            <a:r>
              <a:rPr lang="en-US" sz="2000" dirty="0">
                <a:latin typeface="+mn-lt"/>
              </a:rPr>
              <a:t>A. 19-7-15-19-3-8</a:t>
            </a:r>
            <a:br>
              <a:rPr lang="en-US" sz="2000" dirty="0">
                <a:latin typeface="+mn-lt"/>
              </a:rPr>
            </a:br>
            <a:r>
              <a:rPr lang="en-US" sz="2000" dirty="0">
                <a:latin typeface="+mn-lt"/>
              </a:rPr>
              <a:t>B. 19-7-15-20-3-7</a:t>
            </a:r>
            <a:br>
              <a:rPr lang="en-US" sz="2000" dirty="0">
                <a:latin typeface="+mn-lt"/>
              </a:rPr>
            </a:br>
            <a:r>
              <a:rPr lang="en-US" sz="2000" dirty="0">
                <a:latin typeface="+mn-lt"/>
              </a:rPr>
              <a:t>C. 20-7-15-20-3-8</a:t>
            </a:r>
            <a:br>
              <a:rPr lang="en-US" sz="2000" dirty="0">
                <a:latin typeface="+mn-lt"/>
              </a:rPr>
            </a:br>
            <a:r>
              <a:rPr lang="en-US" sz="2000" dirty="0">
                <a:latin typeface="+mn-lt"/>
              </a:rPr>
              <a:t>D. 20-7-14-21-3-8</a:t>
            </a:r>
            <a:endParaRPr lang="en-IN" sz="2000" dirty="0">
              <a:latin typeface="+mn-lt"/>
            </a:endParaRPr>
          </a:p>
        </p:txBody>
      </p:sp>
      <p:sp>
        <p:nvSpPr>
          <p:cNvPr id="3" name="TextBox 2">
            <a:extLst>
              <a:ext uri="{FF2B5EF4-FFF2-40B4-BE49-F238E27FC236}">
                <a16:creationId xmlns:a16="http://schemas.microsoft.com/office/drawing/2014/main" id="{9D50C481-059F-24E7-76F4-0146552514AB}"/>
              </a:ext>
            </a:extLst>
          </p:cNvPr>
          <p:cNvSpPr txBox="1"/>
          <p:nvPr/>
        </p:nvSpPr>
        <p:spPr>
          <a:xfrm>
            <a:off x="415977" y="676305"/>
            <a:ext cx="8312046" cy="5909310"/>
          </a:xfrm>
          <a:prstGeom prst="rect">
            <a:avLst/>
          </a:prstGeom>
          <a:noFill/>
          <a:ln w="22225"/>
          <a:effectLst/>
        </p:spPr>
        <p:style>
          <a:lnRef idx="2">
            <a:schemeClr val="accent4"/>
          </a:lnRef>
          <a:fillRef idx="1">
            <a:schemeClr val="lt1"/>
          </a:fillRef>
          <a:effectRef idx="0">
            <a:schemeClr val="accent4"/>
          </a:effectRef>
          <a:fontRef idx="minor">
            <a:schemeClr val="dk1"/>
          </a:fontRef>
        </p:style>
        <p:txBody>
          <a:bodyPr wrap="square">
            <a:spAutoFit/>
          </a:bodyPr>
          <a:lstStyle/>
          <a:p>
            <a:r>
              <a:rPr lang="en-IN" dirty="0"/>
              <a:t> </a:t>
            </a:r>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r>
              <a:rPr lang="en-IN" dirty="0"/>
              <a:t> </a:t>
            </a:r>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83878EFD-A42C-791F-4E75-F760D5F42211}"/>
                  </a:ext>
                </a:extLst>
              </p14:cNvPr>
              <p14:cNvContentPartPr/>
              <p14:nvPr/>
            </p14:nvContentPartPr>
            <p14:xfrm>
              <a:off x="344160" y="1922400"/>
              <a:ext cx="6332040" cy="3636360"/>
            </p14:xfrm>
          </p:contentPart>
        </mc:Choice>
        <mc:Fallback xmlns="">
          <p:pic>
            <p:nvPicPr>
              <p:cNvPr id="4" name="Ink 3">
                <a:extLst>
                  <a:ext uri="{FF2B5EF4-FFF2-40B4-BE49-F238E27FC236}">
                    <a16:creationId xmlns:a16="http://schemas.microsoft.com/office/drawing/2014/main" id="{83878EFD-A42C-791F-4E75-F760D5F42211}"/>
                  </a:ext>
                </a:extLst>
              </p:cNvPr>
              <p:cNvPicPr/>
              <p:nvPr/>
            </p:nvPicPr>
            <p:blipFill>
              <a:blip r:embed="rId3"/>
              <a:stretch>
                <a:fillRect/>
              </a:stretch>
            </p:blipFill>
            <p:spPr>
              <a:xfrm>
                <a:off x="334800" y="1913040"/>
                <a:ext cx="6350760" cy="3655080"/>
              </a:xfrm>
              <a:prstGeom prst="rect">
                <a:avLst/>
              </a:prstGeom>
            </p:spPr>
          </p:pic>
        </mc:Fallback>
      </mc:AlternateContent>
    </p:spTree>
    <p:extLst>
      <p:ext uri="{BB962C8B-B14F-4D97-AF65-F5344CB8AC3E}">
        <p14:creationId xmlns:p14="http://schemas.microsoft.com/office/powerpoint/2010/main" val="12204875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5B9262-8A82-4C26-8EFD-613583988434}"/>
              </a:ext>
            </a:extLst>
          </p:cNvPr>
          <p:cNvSpPr>
            <a:spLocks noGrp="1"/>
          </p:cNvSpPr>
          <p:nvPr>
            <p:ph type="title"/>
          </p:nvPr>
        </p:nvSpPr>
        <p:spPr>
          <a:xfrm>
            <a:off x="628650" y="1652388"/>
            <a:ext cx="7886700" cy="1325563"/>
          </a:xfrm>
        </p:spPr>
        <p:txBody>
          <a:bodyPr>
            <a:noAutofit/>
          </a:bodyPr>
          <a:lstStyle/>
          <a:p>
            <a:pPr marR="0" indent="0">
              <a:lnSpc>
                <a:spcPct val="150000"/>
              </a:lnSpc>
              <a:spcBef>
                <a:spcPts val="500"/>
              </a:spcBef>
              <a:spcAft>
                <a:spcPts val="500"/>
              </a:spcAft>
              <a:buNone/>
              <a:tabLst>
                <a:tab pos="463550" algn="l"/>
              </a:tabLst>
            </a:pPr>
            <a:r>
              <a:rPr lang="en-US" sz="2000" dirty="0">
                <a:latin typeface="+mn-lt"/>
              </a:rPr>
              <a:t>14. In a certain code language ‘587’ is codded as ‘see good pictures’, ‘539’ is coded as ‘good and beautiful’ and ‘967’ is written as ‘pictures are beautiful’. What is the code for the word ‘see’ in that language?</a:t>
            </a:r>
            <a:br>
              <a:rPr lang="en-US" sz="2000" dirty="0">
                <a:latin typeface="+mn-lt"/>
              </a:rPr>
            </a:br>
            <a:r>
              <a:rPr lang="en-US" sz="2000" dirty="0">
                <a:latin typeface="+mn-lt"/>
              </a:rPr>
              <a:t>A. 8</a:t>
            </a:r>
            <a:br>
              <a:rPr lang="en-US" sz="2000" dirty="0">
                <a:latin typeface="+mn-lt"/>
              </a:rPr>
            </a:br>
            <a:r>
              <a:rPr lang="en-US" sz="2000" dirty="0">
                <a:latin typeface="+mn-lt"/>
              </a:rPr>
              <a:t>B. 7</a:t>
            </a:r>
            <a:br>
              <a:rPr lang="en-US" sz="2000" dirty="0">
                <a:latin typeface="+mn-lt"/>
              </a:rPr>
            </a:br>
            <a:r>
              <a:rPr lang="en-US" sz="2000" dirty="0">
                <a:latin typeface="+mn-lt"/>
              </a:rPr>
              <a:t>C. 6</a:t>
            </a:r>
            <a:br>
              <a:rPr lang="en-US" sz="2000" dirty="0">
                <a:latin typeface="+mn-lt"/>
              </a:rPr>
            </a:br>
            <a:r>
              <a:rPr lang="en-US" sz="2000" dirty="0">
                <a:latin typeface="+mn-lt"/>
              </a:rPr>
              <a:t>D. 5 </a:t>
            </a:r>
            <a:endParaRPr lang="en-IN" sz="2000" dirty="0">
              <a:latin typeface="+mn-lt"/>
            </a:endParaRPr>
          </a:p>
        </p:txBody>
      </p:sp>
      <p:sp>
        <p:nvSpPr>
          <p:cNvPr id="3" name="TextBox 2">
            <a:extLst>
              <a:ext uri="{FF2B5EF4-FFF2-40B4-BE49-F238E27FC236}">
                <a16:creationId xmlns:a16="http://schemas.microsoft.com/office/drawing/2014/main" id="{9D50C481-059F-24E7-76F4-0146552514AB}"/>
              </a:ext>
            </a:extLst>
          </p:cNvPr>
          <p:cNvSpPr txBox="1"/>
          <p:nvPr/>
        </p:nvSpPr>
        <p:spPr>
          <a:xfrm>
            <a:off x="415977" y="578869"/>
            <a:ext cx="8312046" cy="5909310"/>
          </a:xfrm>
          <a:prstGeom prst="rect">
            <a:avLst/>
          </a:prstGeom>
          <a:noFill/>
          <a:ln w="22225"/>
          <a:effectLst/>
        </p:spPr>
        <p:style>
          <a:lnRef idx="2">
            <a:schemeClr val="accent4"/>
          </a:lnRef>
          <a:fillRef idx="1">
            <a:schemeClr val="lt1"/>
          </a:fillRef>
          <a:effectRef idx="0">
            <a:schemeClr val="accent4"/>
          </a:effectRef>
          <a:fontRef idx="minor">
            <a:schemeClr val="dk1"/>
          </a:fontRef>
        </p:style>
        <p:txBody>
          <a:bodyPr wrap="square">
            <a:spAutoFit/>
          </a:bodyPr>
          <a:lstStyle/>
          <a:p>
            <a:r>
              <a:rPr lang="en-IN" dirty="0"/>
              <a:t> </a:t>
            </a:r>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r>
              <a:rPr lang="en-IN" dirty="0"/>
              <a:t> </a:t>
            </a:r>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7A8B2058-F2EF-1DC0-BB86-82B9F84CEAC1}"/>
                  </a:ext>
                </a:extLst>
              </p14:cNvPr>
              <p14:cNvContentPartPr/>
              <p14:nvPr/>
            </p14:nvContentPartPr>
            <p14:xfrm>
              <a:off x="554760" y="2056680"/>
              <a:ext cx="6229080" cy="4131000"/>
            </p14:xfrm>
          </p:contentPart>
        </mc:Choice>
        <mc:Fallback xmlns="">
          <p:pic>
            <p:nvPicPr>
              <p:cNvPr id="4" name="Ink 3">
                <a:extLst>
                  <a:ext uri="{FF2B5EF4-FFF2-40B4-BE49-F238E27FC236}">
                    <a16:creationId xmlns:a16="http://schemas.microsoft.com/office/drawing/2014/main" id="{7A8B2058-F2EF-1DC0-BB86-82B9F84CEAC1}"/>
                  </a:ext>
                </a:extLst>
              </p:cNvPr>
              <p:cNvPicPr/>
              <p:nvPr/>
            </p:nvPicPr>
            <p:blipFill>
              <a:blip r:embed="rId3"/>
              <a:stretch>
                <a:fillRect/>
              </a:stretch>
            </p:blipFill>
            <p:spPr>
              <a:xfrm>
                <a:off x="545400" y="2047320"/>
                <a:ext cx="6247800" cy="4149720"/>
              </a:xfrm>
              <a:prstGeom prst="rect">
                <a:avLst/>
              </a:prstGeom>
            </p:spPr>
          </p:pic>
        </mc:Fallback>
      </mc:AlternateContent>
    </p:spTree>
    <p:extLst>
      <p:ext uri="{BB962C8B-B14F-4D97-AF65-F5344CB8AC3E}">
        <p14:creationId xmlns:p14="http://schemas.microsoft.com/office/powerpoint/2010/main" val="7136302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5B9262-8A82-4C26-8EFD-613583988434}"/>
              </a:ext>
            </a:extLst>
          </p:cNvPr>
          <p:cNvSpPr>
            <a:spLocks noGrp="1"/>
          </p:cNvSpPr>
          <p:nvPr>
            <p:ph type="title"/>
          </p:nvPr>
        </p:nvSpPr>
        <p:spPr>
          <a:xfrm>
            <a:off x="628650" y="1652388"/>
            <a:ext cx="7886700" cy="1325563"/>
          </a:xfrm>
        </p:spPr>
        <p:txBody>
          <a:bodyPr>
            <a:noAutofit/>
          </a:bodyPr>
          <a:lstStyle/>
          <a:p>
            <a:pPr marR="0" indent="0">
              <a:lnSpc>
                <a:spcPct val="150000"/>
              </a:lnSpc>
              <a:spcBef>
                <a:spcPts val="500"/>
              </a:spcBef>
              <a:spcAft>
                <a:spcPts val="500"/>
              </a:spcAft>
              <a:buNone/>
              <a:tabLst>
                <a:tab pos="463550" algn="l"/>
              </a:tabLst>
            </a:pPr>
            <a:r>
              <a:rPr lang="en-US" sz="2000" dirty="0">
                <a:latin typeface="+mn-lt"/>
              </a:rPr>
              <a:t>15. In a certain code language, HUT is coded as 55 and MAT  is coded as 40. how will BUT be coded in that language?</a:t>
            </a:r>
            <a:br>
              <a:rPr lang="en-US" sz="2000" dirty="0">
                <a:latin typeface="+mn-lt"/>
              </a:rPr>
            </a:br>
            <a:r>
              <a:rPr lang="en-US" sz="2000" dirty="0">
                <a:latin typeface="+mn-lt"/>
              </a:rPr>
              <a:t>A. 19</a:t>
            </a:r>
            <a:br>
              <a:rPr lang="en-US" sz="2000" dirty="0">
                <a:latin typeface="+mn-lt"/>
              </a:rPr>
            </a:br>
            <a:r>
              <a:rPr lang="en-US" sz="2000" dirty="0">
                <a:latin typeface="+mn-lt"/>
              </a:rPr>
              <a:t>B. 20</a:t>
            </a:r>
            <a:br>
              <a:rPr lang="en-US" sz="2000" dirty="0">
                <a:latin typeface="+mn-lt"/>
              </a:rPr>
            </a:br>
            <a:r>
              <a:rPr lang="en-US" sz="2000" dirty="0">
                <a:latin typeface="+mn-lt"/>
              </a:rPr>
              <a:t>C. 21</a:t>
            </a:r>
            <a:br>
              <a:rPr lang="en-US" sz="2000" dirty="0">
                <a:latin typeface="+mn-lt"/>
              </a:rPr>
            </a:br>
            <a:r>
              <a:rPr lang="en-US" sz="2000" dirty="0">
                <a:latin typeface="+mn-lt"/>
              </a:rPr>
              <a:t>D. 18</a:t>
            </a:r>
            <a:br>
              <a:rPr lang="en-US" sz="2000" dirty="0">
                <a:latin typeface="+mn-lt"/>
              </a:rPr>
            </a:br>
            <a:r>
              <a:rPr lang="en-US" sz="2000" dirty="0">
                <a:latin typeface="+mn-lt"/>
              </a:rPr>
              <a:t>E. none </a:t>
            </a:r>
            <a:endParaRPr lang="en-IN" sz="2000" dirty="0">
              <a:latin typeface="+mn-lt"/>
            </a:endParaRPr>
          </a:p>
        </p:txBody>
      </p:sp>
      <p:sp>
        <p:nvSpPr>
          <p:cNvPr id="3" name="TextBox 2">
            <a:extLst>
              <a:ext uri="{FF2B5EF4-FFF2-40B4-BE49-F238E27FC236}">
                <a16:creationId xmlns:a16="http://schemas.microsoft.com/office/drawing/2014/main" id="{9D50C481-059F-24E7-76F4-0146552514AB}"/>
              </a:ext>
            </a:extLst>
          </p:cNvPr>
          <p:cNvSpPr txBox="1"/>
          <p:nvPr/>
        </p:nvSpPr>
        <p:spPr>
          <a:xfrm>
            <a:off x="415977" y="556383"/>
            <a:ext cx="8312046" cy="5909310"/>
          </a:xfrm>
          <a:prstGeom prst="rect">
            <a:avLst/>
          </a:prstGeom>
          <a:noFill/>
          <a:ln w="22225"/>
          <a:effectLst/>
        </p:spPr>
        <p:style>
          <a:lnRef idx="2">
            <a:schemeClr val="accent4"/>
          </a:lnRef>
          <a:fillRef idx="1">
            <a:schemeClr val="lt1"/>
          </a:fillRef>
          <a:effectRef idx="0">
            <a:schemeClr val="accent4"/>
          </a:effectRef>
          <a:fontRef idx="minor">
            <a:schemeClr val="dk1"/>
          </a:fontRef>
        </p:style>
        <p:txBody>
          <a:bodyPr wrap="square">
            <a:spAutoFit/>
          </a:bodyPr>
          <a:lstStyle/>
          <a:p>
            <a:r>
              <a:rPr lang="en-IN" dirty="0"/>
              <a:t> </a:t>
            </a:r>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r>
              <a:rPr lang="en-IN" dirty="0"/>
              <a:t> </a:t>
            </a:r>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2F626AAD-6B8E-B699-4A57-7631D3C03471}"/>
                  </a:ext>
                </a:extLst>
              </p14:cNvPr>
              <p14:cNvContentPartPr/>
              <p14:nvPr/>
            </p14:nvContentPartPr>
            <p14:xfrm>
              <a:off x="462960" y="2003040"/>
              <a:ext cx="8298720" cy="4456080"/>
            </p14:xfrm>
          </p:contentPart>
        </mc:Choice>
        <mc:Fallback xmlns="">
          <p:pic>
            <p:nvPicPr>
              <p:cNvPr id="4" name="Ink 3">
                <a:extLst>
                  <a:ext uri="{FF2B5EF4-FFF2-40B4-BE49-F238E27FC236}">
                    <a16:creationId xmlns:a16="http://schemas.microsoft.com/office/drawing/2014/main" id="{2F626AAD-6B8E-B699-4A57-7631D3C03471}"/>
                  </a:ext>
                </a:extLst>
              </p:cNvPr>
              <p:cNvPicPr/>
              <p:nvPr/>
            </p:nvPicPr>
            <p:blipFill>
              <a:blip r:embed="rId3"/>
              <a:stretch>
                <a:fillRect/>
              </a:stretch>
            </p:blipFill>
            <p:spPr>
              <a:xfrm>
                <a:off x="453600" y="1993680"/>
                <a:ext cx="8317440" cy="4474800"/>
              </a:xfrm>
              <a:prstGeom prst="rect">
                <a:avLst/>
              </a:prstGeom>
            </p:spPr>
          </p:pic>
        </mc:Fallback>
      </mc:AlternateContent>
    </p:spTree>
    <p:extLst>
      <p:ext uri="{BB962C8B-B14F-4D97-AF65-F5344CB8AC3E}">
        <p14:creationId xmlns:p14="http://schemas.microsoft.com/office/powerpoint/2010/main" val="14801565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5B9262-8A82-4C26-8EFD-613583988434}"/>
              </a:ext>
            </a:extLst>
          </p:cNvPr>
          <p:cNvSpPr>
            <a:spLocks noGrp="1"/>
          </p:cNvSpPr>
          <p:nvPr>
            <p:ph type="title"/>
          </p:nvPr>
        </p:nvSpPr>
        <p:spPr>
          <a:xfrm>
            <a:off x="628650" y="1652388"/>
            <a:ext cx="7886700" cy="1325563"/>
          </a:xfrm>
        </p:spPr>
        <p:txBody>
          <a:bodyPr>
            <a:noAutofit/>
          </a:bodyPr>
          <a:lstStyle/>
          <a:p>
            <a:pPr marR="0" indent="0">
              <a:lnSpc>
                <a:spcPct val="150000"/>
              </a:lnSpc>
              <a:spcBef>
                <a:spcPts val="500"/>
              </a:spcBef>
              <a:spcAft>
                <a:spcPts val="500"/>
              </a:spcAft>
              <a:buNone/>
              <a:tabLst>
                <a:tab pos="463550" algn="l"/>
              </a:tabLst>
            </a:pPr>
            <a:r>
              <a:rPr lang="en-US" sz="2000" dirty="0">
                <a:latin typeface="+mn-lt"/>
              </a:rPr>
              <a:t>16. In a certain code language ‘AMIT’ is coded as 86 and ‘VIJAY’ is coded as 134. How will GARIMA be coded in the same language?</a:t>
            </a:r>
            <a:br>
              <a:rPr lang="en-US" sz="2000" dirty="0">
                <a:latin typeface="+mn-lt"/>
              </a:rPr>
            </a:br>
            <a:r>
              <a:rPr lang="en-US" sz="2000" dirty="0">
                <a:latin typeface="+mn-lt"/>
              </a:rPr>
              <a:t>A. 98</a:t>
            </a:r>
            <a:br>
              <a:rPr lang="en-US" sz="2000" dirty="0">
                <a:latin typeface="+mn-lt"/>
              </a:rPr>
            </a:br>
            <a:r>
              <a:rPr lang="en-US" sz="2000" dirty="0">
                <a:latin typeface="+mn-lt"/>
              </a:rPr>
              <a:t>B. 49</a:t>
            </a:r>
            <a:br>
              <a:rPr lang="en-US" sz="2000" dirty="0">
                <a:latin typeface="+mn-lt"/>
              </a:rPr>
            </a:br>
            <a:r>
              <a:rPr lang="en-US" sz="2000" dirty="0">
                <a:latin typeface="+mn-lt"/>
              </a:rPr>
              <a:t>C. 78</a:t>
            </a:r>
            <a:br>
              <a:rPr lang="en-US" sz="2000" dirty="0">
                <a:latin typeface="+mn-lt"/>
              </a:rPr>
            </a:br>
            <a:r>
              <a:rPr lang="en-US" sz="2000" dirty="0">
                <a:latin typeface="+mn-lt"/>
              </a:rPr>
              <a:t>D. 67 </a:t>
            </a:r>
            <a:endParaRPr lang="en-IN" sz="2000" dirty="0">
              <a:latin typeface="+mn-lt"/>
            </a:endParaRPr>
          </a:p>
        </p:txBody>
      </p:sp>
      <p:sp>
        <p:nvSpPr>
          <p:cNvPr id="3" name="TextBox 2">
            <a:extLst>
              <a:ext uri="{FF2B5EF4-FFF2-40B4-BE49-F238E27FC236}">
                <a16:creationId xmlns:a16="http://schemas.microsoft.com/office/drawing/2014/main" id="{9D50C481-059F-24E7-76F4-0146552514AB}"/>
              </a:ext>
            </a:extLst>
          </p:cNvPr>
          <p:cNvSpPr txBox="1"/>
          <p:nvPr/>
        </p:nvSpPr>
        <p:spPr>
          <a:xfrm>
            <a:off x="415977" y="646325"/>
            <a:ext cx="8312046" cy="5909310"/>
          </a:xfrm>
          <a:prstGeom prst="rect">
            <a:avLst/>
          </a:prstGeom>
          <a:noFill/>
          <a:ln w="22225"/>
          <a:effectLst/>
        </p:spPr>
        <p:style>
          <a:lnRef idx="2">
            <a:schemeClr val="accent4"/>
          </a:lnRef>
          <a:fillRef idx="1">
            <a:schemeClr val="lt1"/>
          </a:fillRef>
          <a:effectRef idx="0">
            <a:schemeClr val="accent4"/>
          </a:effectRef>
          <a:fontRef idx="minor">
            <a:schemeClr val="dk1"/>
          </a:fontRef>
        </p:style>
        <p:txBody>
          <a:bodyPr wrap="square">
            <a:spAutoFit/>
          </a:bodyPr>
          <a:lstStyle/>
          <a:p>
            <a:r>
              <a:rPr lang="en-IN" dirty="0"/>
              <a:t> </a:t>
            </a:r>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r>
              <a:rPr lang="en-IN" dirty="0"/>
              <a:t> </a:t>
            </a:r>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449ADD85-5122-11D2-CAEC-089CE4E21C6F}"/>
                  </a:ext>
                </a:extLst>
              </p14:cNvPr>
              <p14:cNvContentPartPr/>
              <p14:nvPr/>
            </p14:nvContentPartPr>
            <p14:xfrm>
              <a:off x="322560" y="1717920"/>
              <a:ext cx="8361000" cy="4815720"/>
            </p14:xfrm>
          </p:contentPart>
        </mc:Choice>
        <mc:Fallback xmlns="">
          <p:pic>
            <p:nvPicPr>
              <p:cNvPr id="4" name="Ink 3">
                <a:extLst>
                  <a:ext uri="{FF2B5EF4-FFF2-40B4-BE49-F238E27FC236}">
                    <a16:creationId xmlns:a16="http://schemas.microsoft.com/office/drawing/2014/main" id="{449ADD85-5122-11D2-CAEC-089CE4E21C6F}"/>
                  </a:ext>
                </a:extLst>
              </p:cNvPr>
              <p:cNvPicPr/>
              <p:nvPr/>
            </p:nvPicPr>
            <p:blipFill>
              <a:blip r:embed="rId3"/>
              <a:stretch>
                <a:fillRect/>
              </a:stretch>
            </p:blipFill>
            <p:spPr>
              <a:xfrm>
                <a:off x="313200" y="1708560"/>
                <a:ext cx="8379720" cy="4834440"/>
              </a:xfrm>
              <a:prstGeom prst="rect">
                <a:avLst/>
              </a:prstGeom>
            </p:spPr>
          </p:pic>
        </mc:Fallback>
      </mc:AlternateContent>
    </p:spTree>
    <p:extLst>
      <p:ext uri="{BB962C8B-B14F-4D97-AF65-F5344CB8AC3E}">
        <p14:creationId xmlns:p14="http://schemas.microsoft.com/office/powerpoint/2010/main" val="239263727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5B9262-8A82-4C26-8EFD-613583988434}"/>
              </a:ext>
            </a:extLst>
          </p:cNvPr>
          <p:cNvSpPr>
            <a:spLocks noGrp="1"/>
          </p:cNvSpPr>
          <p:nvPr>
            <p:ph type="title"/>
          </p:nvPr>
        </p:nvSpPr>
        <p:spPr>
          <a:xfrm>
            <a:off x="628650" y="1397555"/>
            <a:ext cx="7886700" cy="1325563"/>
          </a:xfrm>
        </p:spPr>
        <p:txBody>
          <a:bodyPr>
            <a:noAutofit/>
          </a:bodyPr>
          <a:lstStyle/>
          <a:p>
            <a:pPr marR="0" indent="0">
              <a:lnSpc>
                <a:spcPct val="150000"/>
              </a:lnSpc>
              <a:spcBef>
                <a:spcPts val="500"/>
              </a:spcBef>
              <a:spcAft>
                <a:spcPts val="500"/>
              </a:spcAft>
              <a:buNone/>
              <a:tabLst>
                <a:tab pos="463550" algn="l"/>
              </a:tabLst>
            </a:pPr>
            <a:r>
              <a:rPr lang="en-US" sz="2000" dirty="0">
                <a:latin typeface="+mn-lt"/>
              </a:rPr>
              <a:t>17. In a certain code language, ‘RANGE’ is written as ‘FIQEW’ and ‘ARANGE’ is coded as ‘FIDVF’. How will ‘PRANK’ written in that code ?</a:t>
            </a:r>
            <a:br>
              <a:rPr lang="en-US" sz="2000" dirty="0">
                <a:latin typeface="+mn-lt"/>
              </a:rPr>
            </a:br>
            <a:r>
              <a:rPr lang="en-US" sz="2000" dirty="0">
                <a:latin typeface="+mn-lt"/>
              </a:rPr>
              <a:t>A. MQEWV</a:t>
            </a:r>
            <a:br>
              <a:rPr lang="en-US" sz="2000" dirty="0">
                <a:latin typeface="+mn-lt"/>
              </a:rPr>
            </a:br>
            <a:r>
              <a:rPr lang="en-US" sz="2000" dirty="0">
                <a:latin typeface="+mn-lt"/>
              </a:rPr>
              <a:t>B. LPDVU</a:t>
            </a:r>
            <a:br>
              <a:rPr lang="en-US" sz="2000" dirty="0">
                <a:latin typeface="+mn-lt"/>
              </a:rPr>
            </a:br>
            <a:r>
              <a:rPr lang="en-US" sz="2000" dirty="0">
                <a:latin typeface="+mn-lt"/>
              </a:rPr>
              <a:t>C. UVDPL</a:t>
            </a:r>
            <a:br>
              <a:rPr lang="en-US" sz="2000" dirty="0">
                <a:latin typeface="+mn-lt"/>
              </a:rPr>
            </a:br>
            <a:r>
              <a:rPr lang="en-US" sz="2000" dirty="0">
                <a:latin typeface="+mn-lt"/>
              </a:rPr>
              <a:t>D. VWEQM</a:t>
            </a:r>
            <a:endParaRPr lang="en-IN" sz="2000" dirty="0">
              <a:latin typeface="+mn-lt"/>
            </a:endParaRPr>
          </a:p>
        </p:txBody>
      </p:sp>
      <p:sp>
        <p:nvSpPr>
          <p:cNvPr id="3" name="TextBox 2">
            <a:extLst>
              <a:ext uri="{FF2B5EF4-FFF2-40B4-BE49-F238E27FC236}">
                <a16:creationId xmlns:a16="http://schemas.microsoft.com/office/drawing/2014/main" id="{9D50C481-059F-24E7-76F4-0146552514AB}"/>
              </a:ext>
            </a:extLst>
          </p:cNvPr>
          <p:cNvSpPr txBox="1"/>
          <p:nvPr/>
        </p:nvSpPr>
        <p:spPr>
          <a:xfrm>
            <a:off x="415977" y="563879"/>
            <a:ext cx="8312046" cy="5909310"/>
          </a:xfrm>
          <a:prstGeom prst="rect">
            <a:avLst/>
          </a:prstGeom>
          <a:noFill/>
          <a:ln w="22225"/>
          <a:effectLst/>
        </p:spPr>
        <p:style>
          <a:lnRef idx="2">
            <a:schemeClr val="accent4"/>
          </a:lnRef>
          <a:fillRef idx="1">
            <a:schemeClr val="lt1"/>
          </a:fillRef>
          <a:effectRef idx="0">
            <a:schemeClr val="accent4"/>
          </a:effectRef>
          <a:fontRef idx="minor">
            <a:schemeClr val="dk1"/>
          </a:fontRef>
        </p:style>
        <p:txBody>
          <a:bodyPr wrap="square">
            <a:spAutoFit/>
          </a:bodyPr>
          <a:lstStyle/>
          <a:p>
            <a:r>
              <a:rPr lang="en-IN" dirty="0"/>
              <a:t> </a:t>
            </a:r>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r>
              <a:rPr lang="en-IN" dirty="0"/>
              <a:t> </a:t>
            </a:r>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7D66879C-33BA-EC48-C2C3-0A0F46E46D09}"/>
                  </a:ext>
                </a:extLst>
              </p14:cNvPr>
              <p14:cNvContentPartPr/>
              <p14:nvPr/>
            </p14:nvContentPartPr>
            <p14:xfrm>
              <a:off x="162360" y="1585080"/>
              <a:ext cx="7722000" cy="3217320"/>
            </p14:xfrm>
          </p:contentPart>
        </mc:Choice>
        <mc:Fallback xmlns="">
          <p:pic>
            <p:nvPicPr>
              <p:cNvPr id="4" name="Ink 3">
                <a:extLst>
                  <a:ext uri="{FF2B5EF4-FFF2-40B4-BE49-F238E27FC236}">
                    <a16:creationId xmlns:a16="http://schemas.microsoft.com/office/drawing/2014/main" id="{7D66879C-33BA-EC48-C2C3-0A0F46E46D09}"/>
                  </a:ext>
                </a:extLst>
              </p:cNvPr>
              <p:cNvPicPr/>
              <p:nvPr/>
            </p:nvPicPr>
            <p:blipFill>
              <a:blip r:embed="rId3"/>
              <a:stretch>
                <a:fillRect/>
              </a:stretch>
            </p:blipFill>
            <p:spPr>
              <a:xfrm>
                <a:off x="153000" y="1575720"/>
                <a:ext cx="7740720" cy="3236040"/>
              </a:xfrm>
              <a:prstGeom prst="rect">
                <a:avLst/>
              </a:prstGeom>
            </p:spPr>
          </p:pic>
        </mc:Fallback>
      </mc:AlternateContent>
    </p:spTree>
    <p:extLst>
      <p:ext uri="{BB962C8B-B14F-4D97-AF65-F5344CB8AC3E}">
        <p14:creationId xmlns:p14="http://schemas.microsoft.com/office/powerpoint/2010/main" val="4938022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5B9262-8A82-4C26-8EFD-613583988434}"/>
              </a:ext>
            </a:extLst>
          </p:cNvPr>
          <p:cNvSpPr>
            <a:spLocks noGrp="1"/>
          </p:cNvSpPr>
          <p:nvPr>
            <p:ph type="title"/>
          </p:nvPr>
        </p:nvSpPr>
        <p:spPr>
          <a:xfrm>
            <a:off x="628650" y="1652388"/>
            <a:ext cx="7886700" cy="1325563"/>
          </a:xfrm>
        </p:spPr>
        <p:txBody>
          <a:bodyPr>
            <a:noAutofit/>
          </a:bodyPr>
          <a:lstStyle/>
          <a:p>
            <a:pPr marR="0" indent="0">
              <a:lnSpc>
                <a:spcPct val="150000"/>
              </a:lnSpc>
              <a:spcBef>
                <a:spcPts val="500"/>
              </a:spcBef>
              <a:spcAft>
                <a:spcPts val="500"/>
              </a:spcAft>
              <a:buNone/>
              <a:tabLst>
                <a:tab pos="463550" algn="l"/>
              </a:tabLst>
            </a:pPr>
            <a:r>
              <a:rPr lang="en-US" sz="2000" dirty="0">
                <a:latin typeface="+mn-lt"/>
              </a:rPr>
              <a:t>18. In a certain code language ‘POTATO’ is coded as 32-30-40-2-40-30 and ‘TURNIP’ is coded as 40-42-36-28-18-32. How will ‘RADISH’ be coded in that language ?</a:t>
            </a:r>
            <a:br>
              <a:rPr lang="en-US" sz="2000" dirty="0">
                <a:latin typeface="+mn-lt"/>
              </a:rPr>
            </a:br>
            <a:r>
              <a:rPr lang="en-US" sz="2000" dirty="0">
                <a:latin typeface="+mn-lt"/>
              </a:rPr>
              <a:t>A. 36-1-4-19-16-8</a:t>
            </a:r>
            <a:br>
              <a:rPr lang="en-US" sz="2000" dirty="0">
                <a:latin typeface="+mn-lt"/>
              </a:rPr>
            </a:br>
            <a:r>
              <a:rPr lang="en-US" sz="2000" dirty="0">
                <a:latin typeface="+mn-lt"/>
              </a:rPr>
              <a:t>B. 18-2-4-19-18-20</a:t>
            </a:r>
            <a:br>
              <a:rPr lang="en-US" sz="2000" dirty="0">
                <a:latin typeface="+mn-lt"/>
              </a:rPr>
            </a:br>
            <a:r>
              <a:rPr lang="en-US" sz="2000" dirty="0">
                <a:latin typeface="+mn-lt"/>
              </a:rPr>
              <a:t>C. 18-1-8-38-18-20</a:t>
            </a:r>
            <a:br>
              <a:rPr lang="en-US" sz="2000" dirty="0">
                <a:latin typeface="+mn-lt"/>
              </a:rPr>
            </a:br>
            <a:r>
              <a:rPr lang="en-US" sz="2000" dirty="0">
                <a:latin typeface="+mn-lt"/>
              </a:rPr>
              <a:t>D. 36-2-8-18-38-16</a:t>
            </a:r>
            <a:endParaRPr lang="en-IN" sz="2000" dirty="0">
              <a:latin typeface="+mn-lt"/>
            </a:endParaRPr>
          </a:p>
        </p:txBody>
      </p:sp>
      <p:sp>
        <p:nvSpPr>
          <p:cNvPr id="3" name="TextBox 2">
            <a:extLst>
              <a:ext uri="{FF2B5EF4-FFF2-40B4-BE49-F238E27FC236}">
                <a16:creationId xmlns:a16="http://schemas.microsoft.com/office/drawing/2014/main" id="{9D50C481-059F-24E7-76F4-0146552514AB}"/>
              </a:ext>
            </a:extLst>
          </p:cNvPr>
          <p:cNvSpPr txBox="1"/>
          <p:nvPr/>
        </p:nvSpPr>
        <p:spPr>
          <a:xfrm>
            <a:off x="326037" y="616344"/>
            <a:ext cx="8312046" cy="5909310"/>
          </a:xfrm>
          <a:prstGeom prst="rect">
            <a:avLst/>
          </a:prstGeom>
          <a:noFill/>
          <a:ln w="22225"/>
          <a:effectLst/>
        </p:spPr>
        <p:style>
          <a:lnRef idx="2">
            <a:schemeClr val="accent4"/>
          </a:lnRef>
          <a:fillRef idx="1">
            <a:schemeClr val="lt1"/>
          </a:fillRef>
          <a:effectRef idx="0">
            <a:schemeClr val="accent4"/>
          </a:effectRef>
          <a:fontRef idx="minor">
            <a:schemeClr val="dk1"/>
          </a:fontRef>
        </p:style>
        <p:txBody>
          <a:bodyPr wrap="square">
            <a:spAutoFit/>
          </a:bodyPr>
          <a:lstStyle/>
          <a:p>
            <a:r>
              <a:rPr lang="en-IN" dirty="0"/>
              <a:t> </a:t>
            </a:r>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r>
              <a:rPr lang="en-IN" dirty="0"/>
              <a:t> </a:t>
            </a:r>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450D2032-DD9E-5F66-6090-52F167A97FBA}"/>
                  </a:ext>
                </a:extLst>
              </p14:cNvPr>
              <p14:cNvContentPartPr/>
              <p14:nvPr/>
            </p14:nvContentPartPr>
            <p14:xfrm>
              <a:off x="498240" y="1969200"/>
              <a:ext cx="5980680" cy="4080600"/>
            </p14:xfrm>
          </p:contentPart>
        </mc:Choice>
        <mc:Fallback xmlns="">
          <p:pic>
            <p:nvPicPr>
              <p:cNvPr id="4" name="Ink 3">
                <a:extLst>
                  <a:ext uri="{FF2B5EF4-FFF2-40B4-BE49-F238E27FC236}">
                    <a16:creationId xmlns:a16="http://schemas.microsoft.com/office/drawing/2014/main" id="{450D2032-DD9E-5F66-6090-52F167A97FBA}"/>
                  </a:ext>
                </a:extLst>
              </p:cNvPr>
              <p:cNvPicPr/>
              <p:nvPr/>
            </p:nvPicPr>
            <p:blipFill>
              <a:blip r:embed="rId3"/>
              <a:stretch>
                <a:fillRect/>
              </a:stretch>
            </p:blipFill>
            <p:spPr>
              <a:xfrm>
                <a:off x="488880" y="1959840"/>
                <a:ext cx="5999400" cy="4099320"/>
              </a:xfrm>
              <a:prstGeom prst="rect">
                <a:avLst/>
              </a:prstGeom>
            </p:spPr>
          </p:pic>
        </mc:Fallback>
      </mc:AlternateContent>
    </p:spTree>
    <p:extLst>
      <p:ext uri="{BB962C8B-B14F-4D97-AF65-F5344CB8AC3E}">
        <p14:creationId xmlns:p14="http://schemas.microsoft.com/office/powerpoint/2010/main" val="294489345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5B9262-8A82-4C26-8EFD-613583988434}"/>
              </a:ext>
            </a:extLst>
          </p:cNvPr>
          <p:cNvSpPr>
            <a:spLocks noGrp="1"/>
          </p:cNvSpPr>
          <p:nvPr>
            <p:ph type="title"/>
          </p:nvPr>
        </p:nvSpPr>
        <p:spPr>
          <a:xfrm>
            <a:off x="628650" y="1652388"/>
            <a:ext cx="7886700" cy="1325563"/>
          </a:xfrm>
        </p:spPr>
        <p:txBody>
          <a:bodyPr>
            <a:noAutofit/>
          </a:bodyPr>
          <a:lstStyle/>
          <a:p>
            <a:pPr marR="0" indent="0">
              <a:lnSpc>
                <a:spcPct val="150000"/>
              </a:lnSpc>
              <a:spcBef>
                <a:spcPts val="500"/>
              </a:spcBef>
              <a:spcAft>
                <a:spcPts val="500"/>
              </a:spcAft>
              <a:buNone/>
              <a:tabLst>
                <a:tab pos="463550" algn="l"/>
              </a:tabLst>
            </a:pPr>
            <a:r>
              <a:rPr lang="en-US" sz="2000" dirty="0">
                <a:latin typeface="+mn-lt"/>
              </a:rPr>
              <a:t>19. In a certain code language ‘she needs some medicines’ is written as ‘1542’, ‘take some water’ is written as ‘489’, he needs rest’ is written as ‘713’ and ‘she has water’ is written as ‘296’. How will ‘ take medicines’ be written in that language?</a:t>
            </a:r>
            <a:br>
              <a:rPr lang="en-US" sz="2000" dirty="0">
                <a:latin typeface="+mn-lt"/>
              </a:rPr>
            </a:br>
            <a:r>
              <a:rPr lang="en-US" sz="2000" dirty="0">
                <a:latin typeface="+mn-lt"/>
              </a:rPr>
              <a:t>A. 45</a:t>
            </a:r>
            <a:br>
              <a:rPr lang="en-US" sz="2000" dirty="0">
                <a:latin typeface="+mn-lt"/>
              </a:rPr>
            </a:br>
            <a:r>
              <a:rPr lang="en-US" sz="2000" dirty="0">
                <a:latin typeface="+mn-lt"/>
              </a:rPr>
              <a:t>B. 92</a:t>
            </a:r>
            <a:br>
              <a:rPr lang="en-US" sz="2000" dirty="0">
                <a:latin typeface="+mn-lt"/>
              </a:rPr>
            </a:br>
            <a:r>
              <a:rPr lang="en-US" sz="2000" dirty="0">
                <a:latin typeface="+mn-lt"/>
              </a:rPr>
              <a:t>C. 85</a:t>
            </a:r>
            <a:br>
              <a:rPr lang="en-US" sz="2000" dirty="0">
                <a:latin typeface="+mn-lt"/>
              </a:rPr>
            </a:br>
            <a:r>
              <a:rPr lang="en-US" sz="2000" dirty="0">
                <a:latin typeface="+mn-lt"/>
              </a:rPr>
              <a:t>D. 81 </a:t>
            </a:r>
            <a:endParaRPr lang="en-IN" sz="2000" dirty="0">
              <a:latin typeface="+mn-lt"/>
            </a:endParaRPr>
          </a:p>
        </p:txBody>
      </p:sp>
      <p:sp>
        <p:nvSpPr>
          <p:cNvPr id="3" name="TextBox 2">
            <a:extLst>
              <a:ext uri="{FF2B5EF4-FFF2-40B4-BE49-F238E27FC236}">
                <a16:creationId xmlns:a16="http://schemas.microsoft.com/office/drawing/2014/main" id="{9D50C481-059F-24E7-76F4-0146552514AB}"/>
              </a:ext>
            </a:extLst>
          </p:cNvPr>
          <p:cNvSpPr txBox="1"/>
          <p:nvPr/>
        </p:nvSpPr>
        <p:spPr>
          <a:xfrm>
            <a:off x="348168" y="474345"/>
            <a:ext cx="8312046" cy="5909310"/>
          </a:xfrm>
          <a:prstGeom prst="rect">
            <a:avLst/>
          </a:prstGeom>
          <a:noFill/>
          <a:ln w="22225"/>
          <a:effectLst/>
        </p:spPr>
        <p:style>
          <a:lnRef idx="2">
            <a:schemeClr val="accent4"/>
          </a:lnRef>
          <a:fillRef idx="1">
            <a:schemeClr val="lt1"/>
          </a:fillRef>
          <a:effectRef idx="0">
            <a:schemeClr val="accent4"/>
          </a:effectRef>
          <a:fontRef idx="minor">
            <a:schemeClr val="dk1"/>
          </a:fontRef>
        </p:style>
        <p:txBody>
          <a:bodyPr wrap="square">
            <a:spAutoFit/>
          </a:bodyPr>
          <a:lstStyle/>
          <a:p>
            <a:r>
              <a:rPr lang="en-IN" dirty="0"/>
              <a:t> </a:t>
            </a:r>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r>
              <a:rPr lang="en-IN" dirty="0"/>
              <a:t> </a:t>
            </a:r>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2FA28FBE-16DD-BED9-D753-A5BC19F2A714}"/>
                  </a:ext>
                </a:extLst>
              </p14:cNvPr>
              <p14:cNvContentPartPr/>
              <p14:nvPr/>
            </p14:nvContentPartPr>
            <p14:xfrm>
              <a:off x="478800" y="1313640"/>
              <a:ext cx="7458480" cy="4504320"/>
            </p14:xfrm>
          </p:contentPart>
        </mc:Choice>
        <mc:Fallback xmlns="">
          <p:pic>
            <p:nvPicPr>
              <p:cNvPr id="4" name="Ink 3">
                <a:extLst>
                  <a:ext uri="{FF2B5EF4-FFF2-40B4-BE49-F238E27FC236}">
                    <a16:creationId xmlns:a16="http://schemas.microsoft.com/office/drawing/2014/main" id="{2FA28FBE-16DD-BED9-D753-A5BC19F2A714}"/>
                  </a:ext>
                </a:extLst>
              </p:cNvPr>
              <p:cNvPicPr/>
              <p:nvPr/>
            </p:nvPicPr>
            <p:blipFill>
              <a:blip r:embed="rId3"/>
              <a:stretch>
                <a:fillRect/>
              </a:stretch>
            </p:blipFill>
            <p:spPr>
              <a:xfrm>
                <a:off x="469440" y="1304280"/>
                <a:ext cx="7477200" cy="4523040"/>
              </a:xfrm>
              <a:prstGeom prst="rect">
                <a:avLst/>
              </a:prstGeom>
            </p:spPr>
          </p:pic>
        </mc:Fallback>
      </mc:AlternateContent>
    </p:spTree>
    <p:extLst>
      <p:ext uri="{BB962C8B-B14F-4D97-AF65-F5344CB8AC3E}">
        <p14:creationId xmlns:p14="http://schemas.microsoft.com/office/powerpoint/2010/main" val="103802748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5B9262-8A82-4C26-8EFD-613583988434}"/>
              </a:ext>
            </a:extLst>
          </p:cNvPr>
          <p:cNvSpPr>
            <a:spLocks noGrp="1"/>
          </p:cNvSpPr>
          <p:nvPr>
            <p:ph type="title"/>
          </p:nvPr>
        </p:nvSpPr>
        <p:spPr>
          <a:xfrm>
            <a:off x="628650" y="1450020"/>
            <a:ext cx="7886700" cy="1325563"/>
          </a:xfrm>
        </p:spPr>
        <p:txBody>
          <a:bodyPr>
            <a:noAutofit/>
          </a:bodyPr>
          <a:lstStyle/>
          <a:p>
            <a:pPr marR="0" indent="0">
              <a:lnSpc>
                <a:spcPct val="150000"/>
              </a:lnSpc>
              <a:spcBef>
                <a:spcPts val="500"/>
              </a:spcBef>
              <a:spcAft>
                <a:spcPts val="500"/>
              </a:spcAft>
              <a:buNone/>
              <a:tabLst>
                <a:tab pos="463550" algn="l"/>
              </a:tabLst>
            </a:pPr>
            <a:r>
              <a:rPr lang="en-US" sz="2000" dirty="0">
                <a:latin typeface="+mn-lt"/>
              </a:rPr>
              <a:t>20. In a certain code language ‘DANCE’ is coded as ‘ADNEC’ and ‘DISCO’ is written as ‘IDSOC’. How will ‘DREAM’ be written in that code?</a:t>
            </a:r>
            <a:br>
              <a:rPr lang="en-US" sz="2000" dirty="0">
                <a:latin typeface="+mn-lt"/>
              </a:rPr>
            </a:br>
            <a:r>
              <a:rPr lang="en-US" sz="2000" dirty="0">
                <a:latin typeface="+mn-lt"/>
              </a:rPr>
              <a:t>A. DREMA</a:t>
            </a:r>
            <a:br>
              <a:rPr lang="en-US" sz="2000" dirty="0">
                <a:latin typeface="+mn-lt"/>
              </a:rPr>
            </a:br>
            <a:r>
              <a:rPr lang="en-US" sz="2000" dirty="0">
                <a:latin typeface="+mn-lt"/>
              </a:rPr>
              <a:t>B. RAEMO</a:t>
            </a:r>
            <a:br>
              <a:rPr lang="en-US" sz="2000" dirty="0">
                <a:latin typeface="+mn-lt"/>
              </a:rPr>
            </a:br>
            <a:r>
              <a:rPr lang="en-US" sz="2000" dirty="0">
                <a:latin typeface="+mn-lt"/>
              </a:rPr>
              <a:t>C. RDEAM</a:t>
            </a:r>
            <a:br>
              <a:rPr lang="en-US" sz="2000" dirty="0">
                <a:latin typeface="+mn-lt"/>
              </a:rPr>
            </a:br>
            <a:r>
              <a:rPr lang="en-US" sz="2000" dirty="0">
                <a:latin typeface="+mn-lt"/>
              </a:rPr>
              <a:t>D. RDEMA </a:t>
            </a:r>
            <a:endParaRPr lang="en-IN" sz="2000" dirty="0">
              <a:latin typeface="+mn-lt"/>
            </a:endParaRPr>
          </a:p>
        </p:txBody>
      </p:sp>
      <p:sp>
        <p:nvSpPr>
          <p:cNvPr id="3" name="TextBox 2">
            <a:extLst>
              <a:ext uri="{FF2B5EF4-FFF2-40B4-BE49-F238E27FC236}">
                <a16:creationId xmlns:a16="http://schemas.microsoft.com/office/drawing/2014/main" id="{9D50C481-059F-24E7-76F4-0146552514AB}"/>
              </a:ext>
            </a:extLst>
          </p:cNvPr>
          <p:cNvSpPr txBox="1"/>
          <p:nvPr/>
        </p:nvSpPr>
        <p:spPr>
          <a:xfrm>
            <a:off x="415977" y="558136"/>
            <a:ext cx="8312046" cy="5909310"/>
          </a:xfrm>
          <a:prstGeom prst="rect">
            <a:avLst/>
          </a:prstGeom>
          <a:noFill/>
          <a:ln w="22225"/>
          <a:effectLst/>
        </p:spPr>
        <p:style>
          <a:lnRef idx="2">
            <a:schemeClr val="accent4"/>
          </a:lnRef>
          <a:fillRef idx="1">
            <a:schemeClr val="lt1"/>
          </a:fillRef>
          <a:effectRef idx="0">
            <a:schemeClr val="accent4"/>
          </a:effectRef>
          <a:fontRef idx="minor">
            <a:schemeClr val="dk1"/>
          </a:fontRef>
        </p:style>
        <p:txBody>
          <a:bodyPr wrap="square">
            <a:spAutoFit/>
          </a:bodyPr>
          <a:lstStyle/>
          <a:p>
            <a:r>
              <a:rPr lang="en-IN" dirty="0"/>
              <a:t> </a:t>
            </a:r>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r>
              <a:rPr lang="en-IN" dirty="0"/>
              <a:t> </a:t>
            </a:r>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89A7AB81-D604-EA33-6F84-888346FAACDE}"/>
                  </a:ext>
                </a:extLst>
              </p14:cNvPr>
              <p14:cNvContentPartPr/>
              <p14:nvPr/>
            </p14:nvContentPartPr>
            <p14:xfrm>
              <a:off x="502200" y="1870200"/>
              <a:ext cx="6910560" cy="3896640"/>
            </p14:xfrm>
          </p:contentPart>
        </mc:Choice>
        <mc:Fallback xmlns="">
          <p:pic>
            <p:nvPicPr>
              <p:cNvPr id="4" name="Ink 3">
                <a:extLst>
                  <a:ext uri="{FF2B5EF4-FFF2-40B4-BE49-F238E27FC236}">
                    <a16:creationId xmlns:a16="http://schemas.microsoft.com/office/drawing/2014/main" id="{89A7AB81-D604-EA33-6F84-888346FAACDE}"/>
                  </a:ext>
                </a:extLst>
              </p:cNvPr>
              <p:cNvPicPr/>
              <p:nvPr/>
            </p:nvPicPr>
            <p:blipFill>
              <a:blip r:embed="rId3"/>
              <a:stretch>
                <a:fillRect/>
              </a:stretch>
            </p:blipFill>
            <p:spPr>
              <a:xfrm>
                <a:off x="492840" y="1860840"/>
                <a:ext cx="6929280" cy="3915360"/>
              </a:xfrm>
              <a:prstGeom prst="rect">
                <a:avLst/>
              </a:prstGeom>
            </p:spPr>
          </p:pic>
        </mc:Fallback>
      </mc:AlternateContent>
    </p:spTree>
    <p:extLst>
      <p:ext uri="{BB962C8B-B14F-4D97-AF65-F5344CB8AC3E}">
        <p14:creationId xmlns:p14="http://schemas.microsoft.com/office/powerpoint/2010/main" val="230249649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5B9262-8A82-4C26-8EFD-613583988434}"/>
              </a:ext>
            </a:extLst>
          </p:cNvPr>
          <p:cNvSpPr>
            <a:spLocks noGrp="1"/>
          </p:cNvSpPr>
          <p:nvPr>
            <p:ph type="title"/>
          </p:nvPr>
        </p:nvSpPr>
        <p:spPr>
          <a:xfrm>
            <a:off x="628650" y="1652388"/>
            <a:ext cx="7886700" cy="1325563"/>
          </a:xfrm>
        </p:spPr>
        <p:txBody>
          <a:bodyPr>
            <a:noAutofit/>
          </a:bodyPr>
          <a:lstStyle/>
          <a:p>
            <a:pPr marR="0" indent="0">
              <a:lnSpc>
                <a:spcPct val="150000"/>
              </a:lnSpc>
              <a:spcBef>
                <a:spcPts val="500"/>
              </a:spcBef>
              <a:spcAft>
                <a:spcPts val="500"/>
              </a:spcAft>
              <a:buNone/>
              <a:tabLst>
                <a:tab pos="463550" algn="l"/>
              </a:tabLst>
            </a:pPr>
            <a:r>
              <a:rPr lang="en-US" sz="2000" dirty="0">
                <a:latin typeface="+mn-lt"/>
              </a:rPr>
              <a:t>21. In a certain code ‘HINDER’ is code as 30, ‘RONALD’ is coded as 32 then how will RAMPAGE be coded in that </a:t>
            </a:r>
            <a:r>
              <a:rPr lang="en-US" sz="2000" dirty="0" err="1">
                <a:latin typeface="+mn-lt"/>
              </a:rPr>
              <a:t>languge</a:t>
            </a:r>
            <a:r>
              <a:rPr lang="en-US" sz="2000" dirty="0">
                <a:latin typeface="+mn-lt"/>
              </a:rPr>
              <a:t>?</a:t>
            </a:r>
            <a:br>
              <a:rPr lang="en-US" sz="2000" dirty="0">
                <a:latin typeface="+mn-lt"/>
              </a:rPr>
            </a:br>
            <a:r>
              <a:rPr lang="en-US" sz="2000" dirty="0">
                <a:latin typeface="+mn-lt"/>
              </a:rPr>
              <a:t>A. 37</a:t>
            </a:r>
            <a:br>
              <a:rPr lang="en-US" sz="2000" dirty="0">
                <a:latin typeface="+mn-lt"/>
              </a:rPr>
            </a:br>
            <a:r>
              <a:rPr lang="en-US" sz="2000" dirty="0">
                <a:latin typeface="+mn-lt"/>
              </a:rPr>
              <a:t>B. 47</a:t>
            </a:r>
            <a:br>
              <a:rPr lang="en-US" sz="2000" dirty="0">
                <a:latin typeface="+mn-lt"/>
              </a:rPr>
            </a:br>
            <a:r>
              <a:rPr lang="en-US" sz="2000" dirty="0">
                <a:latin typeface="+mn-lt"/>
              </a:rPr>
              <a:t>C. 36</a:t>
            </a:r>
            <a:br>
              <a:rPr lang="en-US" sz="2000" dirty="0">
                <a:latin typeface="+mn-lt"/>
              </a:rPr>
            </a:br>
            <a:r>
              <a:rPr lang="en-US" sz="2000" dirty="0">
                <a:latin typeface="+mn-lt"/>
              </a:rPr>
              <a:t>D. 51 </a:t>
            </a:r>
            <a:endParaRPr lang="en-IN" sz="2000" dirty="0">
              <a:latin typeface="+mn-lt"/>
            </a:endParaRPr>
          </a:p>
        </p:txBody>
      </p:sp>
      <p:sp>
        <p:nvSpPr>
          <p:cNvPr id="3" name="TextBox 2">
            <a:extLst>
              <a:ext uri="{FF2B5EF4-FFF2-40B4-BE49-F238E27FC236}">
                <a16:creationId xmlns:a16="http://schemas.microsoft.com/office/drawing/2014/main" id="{9D50C481-059F-24E7-76F4-0146552514AB}"/>
              </a:ext>
            </a:extLst>
          </p:cNvPr>
          <p:cNvSpPr txBox="1"/>
          <p:nvPr/>
        </p:nvSpPr>
        <p:spPr>
          <a:xfrm>
            <a:off x="415977" y="706285"/>
            <a:ext cx="8312046" cy="5909310"/>
          </a:xfrm>
          <a:prstGeom prst="rect">
            <a:avLst/>
          </a:prstGeom>
          <a:noFill/>
          <a:ln w="22225"/>
          <a:effectLst/>
        </p:spPr>
        <p:style>
          <a:lnRef idx="2">
            <a:schemeClr val="accent4"/>
          </a:lnRef>
          <a:fillRef idx="1">
            <a:schemeClr val="lt1"/>
          </a:fillRef>
          <a:effectRef idx="0">
            <a:schemeClr val="accent4"/>
          </a:effectRef>
          <a:fontRef idx="minor">
            <a:schemeClr val="dk1"/>
          </a:fontRef>
        </p:style>
        <p:txBody>
          <a:bodyPr wrap="square">
            <a:spAutoFit/>
          </a:bodyPr>
          <a:lstStyle/>
          <a:p>
            <a:r>
              <a:rPr lang="en-IN" dirty="0"/>
              <a:t> </a:t>
            </a:r>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r>
              <a:rPr lang="en-IN" dirty="0"/>
              <a:t> </a:t>
            </a:r>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F302435B-9EBE-7AC7-207D-F450B0D213E9}"/>
                  </a:ext>
                </a:extLst>
              </p14:cNvPr>
              <p14:cNvContentPartPr/>
              <p14:nvPr/>
            </p14:nvContentPartPr>
            <p14:xfrm>
              <a:off x="571320" y="415800"/>
              <a:ext cx="7064640" cy="6095160"/>
            </p14:xfrm>
          </p:contentPart>
        </mc:Choice>
        <mc:Fallback xmlns="">
          <p:pic>
            <p:nvPicPr>
              <p:cNvPr id="4" name="Ink 3">
                <a:extLst>
                  <a:ext uri="{FF2B5EF4-FFF2-40B4-BE49-F238E27FC236}">
                    <a16:creationId xmlns:a16="http://schemas.microsoft.com/office/drawing/2014/main" id="{F302435B-9EBE-7AC7-207D-F450B0D213E9}"/>
                  </a:ext>
                </a:extLst>
              </p:cNvPr>
              <p:cNvPicPr/>
              <p:nvPr/>
            </p:nvPicPr>
            <p:blipFill>
              <a:blip r:embed="rId3"/>
              <a:stretch>
                <a:fillRect/>
              </a:stretch>
            </p:blipFill>
            <p:spPr>
              <a:xfrm>
                <a:off x="561960" y="406440"/>
                <a:ext cx="7083360" cy="6113880"/>
              </a:xfrm>
              <a:prstGeom prst="rect">
                <a:avLst/>
              </a:prstGeom>
            </p:spPr>
          </p:pic>
        </mc:Fallback>
      </mc:AlternateContent>
    </p:spTree>
    <p:extLst>
      <p:ext uri="{BB962C8B-B14F-4D97-AF65-F5344CB8AC3E}">
        <p14:creationId xmlns:p14="http://schemas.microsoft.com/office/powerpoint/2010/main" val="418079070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5B9262-8A82-4C26-8EFD-613583988434}"/>
              </a:ext>
            </a:extLst>
          </p:cNvPr>
          <p:cNvSpPr>
            <a:spLocks noGrp="1"/>
          </p:cNvSpPr>
          <p:nvPr>
            <p:ph type="title"/>
          </p:nvPr>
        </p:nvSpPr>
        <p:spPr>
          <a:xfrm>
            <a:off x="568689" y="1427535"/>
            <a:ext cx="7886700" cy="1325563"/>
          </a:xfrm>
        </p:spPr>
        <p:txBody>
          <a:bodyPr>
            <a:noAutofit/>
          </a:bodyPr>
          <a:lstStyle/>
          <a:p>
            <a:pPr marR="0" indent="0">
              <a:lnSpc>
                <a:spcPct val="150000"/>
              </a:lnSpc>
              <a:spcBef>
                <a:spcPts val="500"/>
              </a:spcBef>
              <a:spcAft>
                <a:spcPts val="500"/>
              </a:spcAft>
              <a:buNone/>
              <a:tabLst>
                <a:tab pos="463550" algn="l"/>
              </a:tabLst>
            </a:pPr>
            <a:r>
              <a:rPr lang="en-US" sz="2000" dirty="0">
                <a:latin typeface="+mn-lt"/>
              </a:rPr>
              <a:t>22. In a certain code language ‘MADRAS’ is coded as 112 and ‘JAMMU’ is coded as 82. how will ‘PUNJAB’ be written in that language?</a:t>
            </a:r>
            <a:br>
              <a:rPr lang="en-US" sz="2000" dirty="0">
                <a:latin typeface="+mn-lt"/>
              </a:rPr>
            </a:br>
            <a:r>
              <a:rPr lang="en-US" sz="2000" dirty="0">
                <a:latin typeface="+mn-lt"/>
              </a:rPr>
              <a:t>A. 109</a:t>
            </a:r>
            <a:br>
              <a:rPr lang="en-US" sz="2000" dirty="0">
                <a:latin typeface="+mn-lt"/>
              </a:rPr>
            </a:br>
            <a:r>
              <a:rPr lang="en-US" sz="2000" dirty="0">
                <a:latin typeface="+mn-lt"/>
              </a:rPr>
              <a:t>B. 104</a:t>
            </a:r>
            <a:br>
              <a:rPr lang="en-US" sz="2000" dirty="0">
                <a:latin typeface="+mn-lt"/>
              </a:rPr>
            </a:br>
            <a:r>
              <a:rPr lang="en-US" sz="2000" dirty="0">
                <a:latin typeface="+mn-lt"/>
              </a:rPr>
              <a:t>C. 112</a:t>
            </a:r>
            <a:br>
              <a:rPr lang="en-US" sz="2000" dirty="0">
                <a:latin typeface="+mn-lt"/>
              </a:rPr>
            </a:br>
            <a:r>
              <a:rPr lang="en-US" sz="2000" dirty="0">
                <a:latin typeface="+mn-lt"/>
              </a:rPr>
              <a:t>D. 115 </a:t>
            </a:r>
            <a:endParaRPr lang="en-IN" sz="2000" dirty="0">
              <a:latin typeface="+mn-lt"/>
            </a:endParaRPr>
          </a:p>
        </p:txBody>
      </p:sp>
      <p:sp>
        <p:nvSpPr>
          <p:cNvPr id="3" name="TextBox 2">
            <a:extLst>
              <a:ext uri="{FF2B5EF4-FFF2-40B4-BE49-F238E27FC236}">
                <a16:creationId xmlns:a16="http://schemas.microsoft.com/office/drawing/2014/main" id="{9D50C481-059F-24E7-76F4-0146552514AB}"/>
              </a:ext>
            </a:extLst>
          </p:cNvPr>
          <p:cNvSpPr txBox="1"/>
          <p:nvPr/>
        </p:nvSpPr>
        <p:spPr>
          <a:xfrm>
            <a:off x="415977" y="616343"/>
            <a:ext cx="8312046" cy="5909310"/>
          </a:xfrm>
          <a:prstGeom prst="rect">
            <a:avLst/>
          </a:prstGeom>
          <a:noFill/>
          <a:ln w="22225"/>
          <a:effectLst/>
        </p:spPr>
        <p:style>
          <a:lnRef idx="2">
            <a:schemeClr val="accent4"/>
          </a:lnRef>
          <a:fillRef idx="1">
            <a:schemeClr val="lt1"/>
          </a:fillRef>
          <a:effectRef idx="0">
            <a:schemeClr val="accent4"/>
          </a:effectRef>
          <a:fontRef idx="minor">
            <a:schemeClr val="dk1"/>
          </a:fontRef>
        </p:style>
        <p:txBody>
          <a:bodyPr wrap="square">
            <a:spAutoFit/>
          </a:bodyPr>
          <a:lstStyle/>
          <a:p>
            <a:r>
              <a:rPr lang="en-IN" dirty="0"/>
              <a:t> </a:t>
            </a:r>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r>
              <a:rPr lang="en-IN" dirty="0"/>
              <a:t> </a:t>
            </a:r>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96BCC849-0F31-EAB8-B642-9FE2E098255F}"/>
                  </a:ext>
                </a:extLst>
              </p14:cNvPr>
              <p14:cNvContentPartPr/>
              <p14:nvPr/>
            </p14:nvContentPartPr>
            <p14:xfrm>
              <a:off x="322560" y="3600"/>
              <a:ext cx="8177040" cy="6135480"/>
            </p14:xfrm>
          </p:contentPart>
        </mc:Choice>
        <mc:Fallback xmlns="">
          <p:pic>
            <p:nvPicPr>
              <p:cNvPr id="4" name="Ink 3">
                <a:extLst>
                  <a:ext uri="{FF2B5EF4-FFF2-40B4-BE49-F238E27FC236}">
                    <a16:creationId xmlns:a16="http://schemas.microsoft.com/office/drawing/2014/main" id="{96BCC849-0F31-EAB8-B642-9FE2E098255F}"/>
                  </a:ext>
                </a:extLst>
              </p:cNvPr>
              <p:cNvPicPr/>
              <p:nvPr/>
            </p:nvPicPr>
            <p:blipFill>
              <a:blip r:embed="rId3"/>
              <a:stretch>
                <a:fillRect/>
              </a:stretch>
            </p:blipFill>
            <p:spPr>
              <a:xfrm>
                <a:off x="313200" y="-5760"/>
                <a:ext cx="8195760" cy="6154200"/>
              </a:xfrm>
              <a:prstGeom prst="rect">
                <a:avLst/>
              </a:prstGeom>
            </p:spPr>
          </p:pic>
        </mc:Fallback>
      </mc:AlternateContent>
    </p:spTree>
    <p:extLst>
      <p:ext uri="{BB962C8B-B14F-4D97-AF65-F5344CB8AC3E}">
        <p14:creationId xmlns:p14="http://schemas.microsoft.com/office/powerpoint/2010/main" val="146556404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5B9262-8A82-4C26-8EFD-613583988434}"/>
              </a:ext>
            </a:extLst>
          </p:cNvPr>
          <p:cNvSpPr>
            <a:spLocks noGrp="1"/>
          </p:cNvSpPr>
          <p:nvPr>
            <p:ph type="title"/>
          </p:nvPr>
        </p:nvSpPr>
        <p:spPr>
          <a:xfrm>
            <a:off x="628650" y="1652388"/>
            <a:ext cx="7886700" cy="1325563"/>
          </a:xfrm>
        </p:spPr>
        <p:txBody>
          <a:bodyPr>
            <a:noAutofit/>
          </a:bodyPr>
          <a:lstStyle/>
          <a:p>
            <a:pPr marR="0" indent="0">
              <a:lnSpc>
                <a:spcPct val="150000"/>
              </a:lnSpc>
              <a:spcBef>
                <a:spcPts val="500"/>
              </a:spcBef>
              <a:spcAft>
                <a:spcPts val="500"/>
              </a:spcAft>
              <a:buNone/>
              <a:tabLst>
                <a:tab pos="463550" algn="l"/>
              </a:tabLst>
            </a:pPr>
            <a:r>
              <a:rPr lang="en-US" sz="2000" dirty="0">
                <a:latin typeface="+mn-lt"/>
              </a:rPr>
              <a:t>23. If PEAR is coded as 7519 and ROOM is coded as 9664 then how will DOCTOR be coded as</a:t>
            </a:r>
            <a:br>
              <a:rPr lang="en-US" sz="2000" dirty="0">
                <a:latin typeface="+mn-lt"/>
              </a:rPr>
            </a:br>
            <a:r>
              <a:rPr lang="en-US" sz="2000" dirty="0">
                <a:latin typeface="+mn-lt"/>
              </a:rPr>
              <a:t>A. 463269</a:t>
            </a:r>
            <a:br>
              <a:rPr lang="en-US" sz="2000" dirty="0">
                <a:latin typeface="+mn-lt"/>
              </a:rPr>
            </a:br>
            <a:r>
              <a:rPr lang="en-US" sz="2000" dirty="0">
                <a:latin typeface="+mn-lt"/>
              </a:rPr>
              <a:t>B. 463729</a:t>
            </a:r>
            <a:br>
              <a:rPr lang="en-US" sz="2000" dirty="0">
                <a:latin typeface="+mn-lt"/>
              </a:rPr>
            </a:br>
            <a:r>
              <a:rPr lang="en-US" sz="2000" dirty="0">
                <a:latin typeface="+mn-lt"/>
              </a:rPr>
              <a:t>C. 463296</a:t>
            </a:r>
            <a:br>
              <a:rPr lang="en-US" sz="2000" dirty="0">
                <a:latin typeface="+mn-lt"/>
              </a:rPr>
            </a:br>
            <a:r>
              <a:rPr lang="en-US" sz="2000" dirty="0">
                <a:latin typeface="+mn-lt"/>
              </a:rPr>
              <a:t>D. 463239 </a:t>
            </a:r>
            <a:endParaRPr lang="en-IN" sz="2000" dirty="0">
              <a:latin typeface="+mn-lt"/>
            </a:endParaRPr>
          </a:p>
        </p:txBody>
      </p:sp>
      <p:sp>
        <p:nvSpPr>
          <p:cNvPr id="3" name="TextBox 2">
            <a:extLst>
              <a:ext uri="{FF2B5EF4-FFF2-40B4-BE49-F238E27FC236}">
                <a16:creationId xmlns:a16="http://schemas.microsoft.com/office/drawing/2014/main" id="{9D50C481-059F-24E7-76F4-0146552514AB}"/>
              </a:ext>
            </a:extLst>
          </p:cNvPr>
          <p:cNvSpPr txBox="1"/>
          <p:nvPr/>
        </p:nvSpPr>
        <p:spPr>
          <a:xfrm>
            <a:off x="468443" y="796226"/>
            <a:ext cx="8312046" cy="5909310"/>
          </a:xfrm>
          <a:prstGeom prst="rect">
            <a:avLst/>
          </a:prstGeom>
          <a:noFill/>
          <a:ln w="22225"/>
          <a:effectLst/>
        </p:spPr>
        <p:style>
          <a:lnRef idx="2">
            <a:schemeClr val="accent4"/>
          </a:lnRef>
          <a:fillRef idx="1">
            <a:schemeClr val="lt1"/>
          </a:fillRef>
          <a:effectRef idx="0">
            <a:schemeClr val="accent4"/>
          </a:effectRef>
          <a:fontRef idx="minor">
            <a:schemeClr val="dk1"/>
          </a:fontRef>
        </p:style>
        <p:txBody>
          <a:bodyPr wrap="square">
            <a:spAutoFit/>
          </a:bodyPr>
          <a:lstStyle/>
          <a:p>
            <a:r>
              <a:rPr lang="en-IN" dirty="0"/>
              <a:t> </a:t>
            </a:r>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r>
              <a:rPr lang="en-IN" dirty="0"/>
              <a:t> </a:t>
            </a:r>
          </a:p>
        </p:txBody>
      </p:sp>
      <mc:AlternateContent xmlns:mc="http://schemas.openxmlformats.org/markup-compatibility/2006" xmlns:p14="http://schemas.microsoft.com/office/powerpoint/2010/main">
        <mc:Choice Requires="p14">
          <p:contentPart p14:bwMode="auto" r:id="rId2">
            <p14:nvContentPartPr>
              <p14:cNvPr id="5" name="Ink 4">
                <a:extLst>
                  <a:ext uri="{FF2B5EF4-FFF2-40B4-BE49-F238E27FC236}">
                    <a16:creationId xmlns:a16="http://schemas.microsoft.com/office/drawing/2014/main" id="{2C9B38C3-C4A2-E550-51DB-1C97E6E3490E}"/>
                  </a:ext>
                </a:extLst>
              </p14:cNvPr>
              <p14:cNvContentPartPr/>
              <p14:nvPr/>
            </p14:nvContentPartPr>
            <p14:xfrm>
              <a:off x="226440" y="1310760"/>
              <a:ext cx="8030160" cy="3874320"/>
            </p14:xfrm>
          </p:contentPart>
        </mc:Choice>
        <mc:Fallback xmlns="">
          <p:pic>
            <p:nvPicPr>
              <p:cNvPr id="5" name="Ink 4">
                <a:extLst>
                  <a:ext uri="{FF2B5EF4-FFF2-40B4-BE49-F238E27FC236}">
                    <a16:creationId xmlns:a16="http://schemas.microsoft.com/office/drawing/2014/main" id="{2C9B38C3-C4A2-E550-51DB-1C97E6E3490E}"/>
                  </a:ext>
                </a:extLst>
              </p:cNvPr>
              <p:cNvPicPr/>
              <p:nvPr/>
            </p:nvPicPr>
            <p:blipFill>
              <a:blip r:embed="rId3"/>
              <a:stretch>
                <a:fillRect/>
              </a:stretch>
            </p:blipFill>
            <p:spPr>
              <a:xfrm>
                <a:off x="217080" y="1301400"/>
                <a:ext cx="8048880" cy="3893040"/>
              </a:xfrm>
              <a:prstGeom prst="rect">
                <a:avLst/>
              </a:prstGeom>
            </p:spPr>
          </p:pic>
        </mc:Fallback>
      </mc:AlternateContent>
    </p:spTree>
    <p:extLst>
      <p:ext uri="{BB962C8B-B14F-4D97-AF65-F5344CB8AC3E}">
        <p14:creationId xmlns:p14="http://schemas.microsoft.com/office/powerpoint/2010/main" val="233432048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5B9262-8A82-4C26-8EFD-613583988434}"/>
              </a:ext>
            </a:extLst>
          </p:cNvPr>
          <p:cNvSpPr>
            <a:spLocks noGrp="1"/>
          </p:cNvSpPr>
          <p:nvPr>
            <p:ph type="title"/>
          </p:nvPr>
        </p:nvSpPr>
        <p:spPr>
          <a:xfrm>
            <a:off x="628650" y="1652388"/>
            <a:ext cx="7886700" cy="1325563"/>
          </a:xfrm>
        </p:spPr>
        <p:txBody>
          <a:bodyPr>
            <a:noAutofit/>
          </a:bodyPr>
          <a:lstStyle/>
          <a:p>
            <a:pPr marR="0" indent="0">
              <a:lnSpc>
                <a:spcPct val="150000"/>
              </a:lnSpc>
              <a:spcBef>
                <a:spcPts val="500"/>
              </a:spcBef>
              <a:spcAft>
                <a:spcPts val="500"/>
              </a:spcAft>
              <a:buNone/>
              <a:tabLst>
                <a:tab pos="463550" algn="l"/>
              </a:tabLst>
            </a:pPr>
            <a:r>
              <a:rPr lang="en-US" sz="2000" dirty="0">
                <a:latin typeface="+mn-lt"/>
              </a:rPr>
              <a:t>24. In a certain code language ‘school education is free in India’ is coded as 692425 and ‘college education is costly’ is coded as 7926. what is the code for ‘I want to become graduate’?</a:t>
            </a:r>
            <a:br>
              <a:rPr lang="en-US" sz="2000" dirty="0">
                <a:latin typeface="+mn-lt"/>
              </a:rPr>
            </a:br>
            <a:r>
              <a:rPr lang="en-US" sz="2000" dirty="0">
                <a:latin typeface="+mn-lt"/>
              </a:rPr>
              <a:t>A. 23586</a:t>
            </a:r>
            <a:br>
              <a:rPr lang="en-US" sz="2000" dirty="0">
                <a:latin typeface="+mn-lt"/>
              </a:rPr>
            </a:br>
            <a:r>
              <a:rPr lang="en-US" sz="2000" dirty="0">
                <a:latin typeface="+mn-lt"/>
              </a:rPr>
              <a:t>B. 54268</a:t>
            </a:r>
            <a:br>
              <a:rPr lang="en-US" sz="2000" dirty="0">
                <a:latin typeface="+mn-lt"/>
              </a:rPr>
            </a:br>
            <a:r>
              <a:rPr lang="en-US" sz="2000" dirty="0">
                <a:latin typeface="+mn-lt"/>
              </a:rPr>
              <a:t>C. 14268</a:t>
            </a:r>
            <a:br>
              <a:rPr lang="en-US" sz="2000" dirty="0">
                <a:latin typeface="+mn-lt"/>
              </a:rPr>
            </a:br>
            <a:r>
              <a:rPr lang="en-US" sz="2000" dirty="0">
                <a:latin typeface="+mn-lt"/>
              </a:rPr>
              <a:t>D. 15426 </a:t>
            </a:r>
            <a:endParaRPr lang="en-IN" sz="2000" dirty="0">
              <a:latin typeface="+mn-lt"/>
            </a:endParaRPr>
          </a:p>
        </p:txBody>
      </p:sp>
      <p:sp>
        <p:nvSpPr>
          <p:cNvPr id="3" name="TextBox 2">
            <a:extLst>
              <a:ext uri="{FF2B5EF4-FFF2-40B4-BE49-F238E27FC236}">
                <a16:creationId xmlns:a16="http://schemas.microsoft.com/office/drawing/2014/main" id="{9D50C481-059F-24E7-76F4-0146552514AB}"/>
              </a:ext>
            </a:extLst>
          </p:cNvPr>
          <p:cNvSpPr txBox="1"/>
          <p:nvPr/>
        </p:nvSpPr>
        <p:spPr>
          <a:xfrm>
            <a:off x="490927" y="610572"/>
            <a:ext cx="8312046" cy="5909310"/>
          </a:xfrm>
          <a:prstGeom prst="rect">
            <a:avLst/>
          </a:prstGeom>
          <a:noFill/>
          <a:ln w="22225"/>
          <a:effectLst/>
        </p:spPr>
        <p:style>
          <a:lnRef idx="2">
            <a:schemeClr val="accent4"/>
          </a:lnRef>
          <a:fillRef idx="1">
            <a:schemeClr val="lt1"/>
          </a:fillRef>
          <a:effectRef idx="0">
            <a:schemeClr val="accent4"/>
          </a:effectRef>
          <a:fontRef idx="minor">
            <a:schemeClr val="dk1"/>
          </a:fontRef>
        </p:style>
        <p:txBody>
          <a:bodyPr wrap="square">
            <a:spAutoFit/>
          </a:bodyPr>
          <a:lstStyle/>
          <a:p>
            <a:r>
              <a:rPr lang="en-IN" dirty="0"/>
              <a:t> </a:t>
            </a:r>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r>
              <a:rPr lang="en-IN" dirty="0"/>
              <a:t> </a:t>
            </a:r>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A48123A7-7237-0687-13F6-B8D6CFDC6FAC}"/>
                  </a:ext>
                </a:extLst>
              </p14:cNvPr>
              <p14:cNvContentPartPr/>
              <p14:nvPr/>
            </p14:nvContentPartPr>
            <p14:xfrm>
              <a:off x="483120" y="131040"/>
              <a:ext cx="6872760" cy="3300840"/>
            </p14:xfrm>
          </p:contentPart>
        </mc:Choice>
        <mc:Fallback xmlns="">
          <p:pic>
            <p:nvPicPr>
              <p:cNvPr id="4" name="Ink 3">
                <a:extLst>
                  <a:ext uri="{FF2B5EF4-FFF2-40B4-BE49-F238E27FC236}">
                    <a16:creationId xmlns:a16="http://schemas.microsoft.com/office/drawing/2014/main" id="{A48123A7-7237-0687-13F6-B8D6CFDC6FAC}"/>
                  </a:ext>
                </a:extLst>
              </p:cNvPr>
              <p:cNvPicPr/>
              <p:nvPr/>
            </p:nvPicPr>
            <p:blipFill>
              <a:blip r:embed="rId3"/>
              <a:stretch>
                <a:fillRect/>
              </a:stretch>
            </p:blipFill>
            <p:spPr>
              <a:xfrm>
                <a:off x="473760" y="121680"/>
                <a:ext cx="6891480" cy="3319560"/>
              </a:xfrm>
              <a:prstGeom prst="rect">
                <a:avLst/>
              </a:prstGeom>
            </p:spPr>
          </p:pic>
        </mc:Fallback>
      </mc:AlternateContent>
    </p:spTree>
    <p:extLst>
      <p:ext uri="{BB962C8B-B14F-4D97-AF65-F5344CB8AC3E}">
        <p14:creationId xmlns:p14="http://schemas.microsoft.com/office/powerpoint/2010/main" val="206772998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5B9262-8A82-4C26-8EFD-613583988434}"/>
              </a:ext>
            </a:extLst>
          </p:cNvPr>
          <p:cNvSpPr>
            <a:spLocks noGrp="1"/>
          </p:cNvSpPr>
          <p:nvPr>
            <p:ph type="title"/>
          </p:nvPr>
        </p:nvSpPr>
        <p:spPr>
          <a:xfrm>
            <a:off x="628650" y="1652388"/>
            <a:ext cx="7886700" cy="1325563"/>
          </a:xfrm>
        </p:spPr>
        <p:txBody>
          <a:bodyPr>
            <a:noAutofit/>
          </a:bodyPr>
          <a:lstStyle/>
          <a:p>
            <a:pPr marR="0" indent="0">
              <a:lnSpc>
                <a:spcPct val="150000"/>
              </a:lnSpc>
              <a:spcBef>
                <a:spcPts val="500"/>
              </a:spcBef>
              <a:spcAft>
                <a:spcPts val="500"/>
              </a:spcAft>
              <a:buNone/>
              <a:tabLst>
                <a:tab pos="463550" algn="l"/>
              </a:tabLst>
            </a:pPr>
            <a:r>
              <a:rPr lang="en-US" sz="2000" dirty="0">
                <a:latin typeface="+mn-lt"/>
              </a:rPr>
              <a:t>25. In a certain code language, if yellow is called blue, blue is called Red, red is called Green, Green is called White and white is called Orange, then in the same code what is the </a:t>
            </a:r>
            <a:r>
              <a:rPr lang="en-US" sz="2000" dirty="0" err="1">
                <a:latin typeface="+mn-lt"/>
              </a:rPr>
              <a:t>colour</a:t>
            </a:r>
            <a:r>
              <a:rPr lang="en-US" sz="2000" dirty="0">
                <a:latin typeface="+mn-lt"/>
              </a:rPr>
              <a:t> of Human blood?</a:t>
            </a:r>
            <a:br>
              <a:rPr lang="en-US" sz="2000" dirty="0">
                <a:latin typeface="+mn-lt"/>
              </a:rPr>
            </a:br>
            <a:r>
              <a:rPr lang="en-US" sz="2000" dirty="0">
                <a:latin typeface="+mn-lt"/>
              </a:rPr>
              <a:t>A. Orange</a:t>
            </a:r>
            <a:br>
              <a:rPr lang="en-US" sz="2000" dirty="0">
                <a:latin typeface="+mn-lt"/>
              </a:rPr>
            </a:br>
            <a:r>
              <a:rPr lang="en-US" sz="2000" dirty="0">
                <a:latin typeface="+mn-lt"/>
              </a:rPr>
              <a:t>B. White</a:t>
            </a:r>
            <a:br>
              <a:rPr lang="en-US" sz="2000" dirty="0">
                <a:latin typeface="+mn-lt"/>
              </a:rPr>
            </a:br>
            <a:r>
              <a:rPr lang="en-US" sz="2000" dirty="0">
                <a:latin typeface="+mn-lt"/>
              </a:rPr>
              <a:t>C. Red</a:t>
            </a:r>
            <a:br>
              <a:rPr lang="en-US" sz="2000" dirty="0">
                <a:latin typeface="+mn-lt"/>
              </a:rPr>
            </a:br>
            <a:r>
              <a:rPr lang="en-US" sz="2000" dirty="0">
                <a:latin typeface="+mn-lt"/>
              </a:rPr>
              <a:t>D. Green </a:t>
            </a:r>
            <a:endParaRPr lang="en-IN" sz="2000" dirty="0">
              <a:latin typeface="+mn-lt"/>
            </a:endParaRPr>
          </a:p>
        </p:txBody>
      </p:sp>
      <p:sp>
        <p:nvSpPr>
          <p:cNvPr id="3" name="TextBox 2">
            <a:extLst>
              <a:ext uri="{FF2B5EF4-FFF2-40B4-BE49-F238E27FC236}">
                <a16:creationId xmlns:a16="http://schemas.microsoft.com/office/drawing/2014/main" id="{9D50C481-059F-24E7-76F4-0146552514AB}"/>
              </a:ext>
            </a:extLst>
          </p:cNvPr>
          <p:cNvSpPr txBox="1"/>
          <p:nvPr/>
        </p:nvSpPr>
        <p:spPr>
          <a:xfrm>
            <a:off x="415977" y="623839"/>
            <a:ext cx="8312046" cy="5909310"/>
          </a:xfrm>
          <a:prstGeom prst="rect">
            <a:avLst/>
          </a:prstGeom>
          <a:noFill/>
          <a:ln w="22225"/>
          <a:effectLst/>
        </p:spPr>
        <p:style>
          <a:lnRef idx="2">
            <a:schemeClr val="accent4"/>
          </a:lnRef>
          <a:fillRef idx="1">
            <a:schemeClr val="lt1"/>
          </a:fillRef>
          <a:effectRef idx="0">
            <a:schemeClr val="accent4"/>
          </a:effectRef>
          <a:fontRef idx="minor">
            <a:schemeClr val="dk1"/>
          </a:fontRef>
        </p:style>
        <p:txBody>
          <a:bodyPr wrap="square">
            <a:spAutoFit/>
          </a:bodyPr>
          <a:lstStyle/>
          <a:p>
            <a:r>
              <a:rPr lang="en-IN" dirty="0"/>
              <a:t> </a:t>
            </a:r>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r>
              <a:rPr lang="en-IN" dirty="0"/>
              <a:t> </a:t>
            </a:r>
          </a:p>
        </p:txBody>
      </p:sp>
    </p:spTree>
    <p:extLst>
      <p:ext uri="{BB962C8B-B14F-4D97-AF65-F5344CB8AC3E}">
        <p14:creationId xmlns:p14="http://schemas.microsoft.com/office/powerpoint/2010/main" val="327652404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65CC1D-6296-4661-90B9-898CDAC3A788}"/>
              </a:ext>
            </a:extLst>
          </p:cNvPr>
          <p:cNvSpPr>
            <a:spLocks noGrp="1"/>
          </p:cNvSpPr>
          <p:nvPr>
            <p:ph type="title"/>
          </p:nvPr>
        </p:nvSpPr>
        <p:spPr/>
        <p:txBody>
          <a:bodyPr>
            <a:normAutofit/>
          </a:bodyPr>
          <a:lstStyle/>
          <a:p>
            <a:endParaRPr lang="en-IN" sz="2000">
              <a:latin typeface="+mn-lt"/>
            </a:endParaRPr>
          </a:p>
        </p:txBody>
      </p:sp>
      <p:pic>
        <p:nvPicPr>
          <p:cNvPr id="6" name="Content Placeholder 5">
            <a:extLst>
              <a:ext uri="{FF2B5EF4-FFF2-40B4-BE49-F238E27FC236}">
                <a16:creationId xmlns:a16="http://schemas.microsoft.com/office/drawing/2014/main" id="{5373AEAF-03EB-4D2E-BA75-974CAE5FFDC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20435" y="1321578"/>
            <a:ext cx="6477000" cy="4010025"/>
          </a:xfrm>
        </p:spPr>
      </p:pic>
    </p:spTree>
    <p:extLst>
      <p:ext uri="{BB962C8B-B14F-4D97-AF65-F5344CB8AC3E}">
        <p14:creationId xmlns:p14="http://schemas.microsoft.com/office/powerpoint/2010/main" val="1568357904"/>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 2013 - 2022</Template>
  <TotalTime>808</TotalTime>
  <Words>1382</Words>
  <Application>Microsoft Office PowerPoint</Application>
  <PresentationFormat>On-screen Show (4:3)</PresentationFormat>
  <Paragraphs>572</Paragraphs>
  <Slides>27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27</vt:i4>
      </vt:variant>
    </vt:vector>
  </HeadingPairs>
  <TitlesOfParts>
    <vt:vector size="32" baseType="lpstr">
      <vt:lpstr>Arial</vt:lpstr>
      <vt:lpstr>Calibri</vt:lpstr>
      <vt:lpstr>Calibri Light</vt:lpstr>
      <vt:lpstr>Calisto MT</vt:lpstr>
      <vt:lpstr>Office Theme</vt:lpstr>
      <vt:lpstr>Coding and Decoding</vt:lpstr>
      <vt:lpstr>PowerPoint Presentation</vt:lpstr>
      <vt:lpstr>1.In certain code language “RESTED” is coded as SDTSFC and POINTS is coded as QNJMUR. How is BANNED written in that code language? A. CZOMFC B. ABMODE C. CZOODE D. ABMMFC </vt:lpstr>
      <vt:lpstr>2. In a certain code language “PLATE” is written as “32876” and “BLEND” is written as “ 52694”. How is “DENTED” written in that code language? A. 869768 B. 295329 C. 469764 D. 538635</vt:lpstr>
      <vt:lpstr>3. In a certain code language ‘COLOUR’ is written as ‘FQOQXT’ and ‘VIOLET’ is written as ‘YKRNHV’. How will ‘PURPLE’ be written in that language? A. SXUSOG B. RWUSPH C. SWUROG D. RXWSOH  </vt:lpstr>
      <vt:lpstr>4. In a certain code language ‘KITCHEN’ is written as NJUDIFK and ‘RESPECT’ is weitten as TFTQFDR. How iwill WELCOME be written In that language? A. EFMDQNE B. EFMDPNW C. ZLEOCEW D. ZDMBONW </vt:lpstr>
      <vt:lpstr>5. In a certain code language ‘DOCTOR’ is written as ‘SQWGTJ’ and ‘SINGER’ is written as ‘SGJRNY’. How will ‘TAILOR’ be written in that language? A. TOOMFZ B. TQQNEZ C. SQOMFX D. SQOMFZ </vt:lpstr>
      <vt:lpstr>6.  In a certain code language ‘FELLOW’ is written as ‘NGHYQN’ and ‘PURPLE’ is written as ‘TWRGNR’. how will ‘SUPRISED’ be written in that language? A. KUGFUWRT B. TRWUFGUK C. TRUWFGUK D. UWRTKUGF</vt:lpstr>
      <vt:lpstr>7. In a certain code language ‘take this vaccine’ is written as ‘892’ ‘vaccine protect us’ is coded as ‘263’, and ‘ take us safe’ is written as ‘593’. How will ‘safe vaccine’ be written in that language? A. 85 B. 25 C. 23 D. 26 </vt:lpstr>
      <vt:lpstr>8. In a certain code language, ‘LEMON’ is coded as ‘ELMNO’ and ‘MANGO’ is coded as ‘AGMNO’. How will ‘CLUSTER’ be written in that language? A. CELRSTU B. CLESRUT C. LUCETRS D. LCUTESR</vt:lpstr>
      <vt:lpstr>9. In a certain code language ‘I know you’ is written as ‘Ha Hi He’. I Like French’ is coded as ‘Ho Hu Ha’ and ‘You like me’ is coded as ‘He Ho Haa’. How will ‘me’ be written in that language? A. Haa B. Hu C. Ha D. Hi </vt:lpstr>
      <vt:lpstr>10. If sky is called ‘cloud’, cloud is called ‘thunder’, thunder is called ‘water’, water is called ‘pot’, pot is called ‘desert’ and desert is called ‘sky’, then where do fish live? A. cloud B. pot C. water D. desert </vt:lpstr>
      <vt:lpstr>11. In a certain code language ‘MARKET’ is written as ‘GVPIZN’ and ‘PROFIT’ is written as ‘GRULIK’. How will  RETAIL be written in that language? A. ORZGUI B. ORZGVI C. ORBGVI D. ORBGUI </vt:lpstr>
      <vt:lpstr>13. In a certain code language ‘HARVEST’ is coded as 22-21-7-24-20-3-10 and ‘PLANTS’ is coded as 21-22-16-3-14-18. how will ‘FARMER’ be coded in that language? A. 19-7-15-19-3-8 B. 19-7-15-20-3-7 C. 20-7-15-20-3-8 D. 20-7-14-21-3-8</vt:lpstr>
      <vt:lpstr>14. In a certain code language ‘587’ is codded as ‘see good pictures’, ‘539’ is coded as ‘good and beautiful’ and ‘967’ is written as ‘pictures are beautiful’. What is the code for the word ‘see’ in that language? A. 8 B. 7 C. 6 D. 5 </vt:lpstr>
      <vt:lpstr>15. In a certain code language, HUT is coded as 55 and MAT  is coded as 40. how will BUT be coded in that language? A. 19 B. 20 C. 21 D. 18 E. none </vt:lpstr>
      <vt:lpstr>16. In a certain code language ‘AMIT’ is coded as 86 and ‘VIJAY’ is coded as 134. How will GARIMA be coded in the same language? A. 98 B. 49 C. 78 D. 67 </vt:lpstr>
      <vt:lpstr>17. In a certain code language, ‘RANGE’ is written as ‘FIQEW’ and ‘ARANGE’ is coded as ‘FIDVF’. How will ‘PRANK’ written in that code ? A. MQEWV B. LPDVU C. UVDPL D. VWEQM</vt:lpstr>
      <vt:lpstr>18. In a certain code language ‘POTATO’ is coded as 32-30-40-2-40-30 and ‘TURNIP’ is coded as 40-42-36-28-18-32. How will ‘RADISH’ be coded in that language ? A. 36-1-4-19-16-8 B. 18-2-4-19-18-20 C. 18-1-8-38-18-20 D. 36-2-8-18-38-16</vt:lpstr>
      <vt:lpstr>19. In a certain code language ‘she needs some medicines’ is written as ‘1542’, ‘take some water’ is written as ‘489’, he needs rest’ is written as ‘713’ and ‘she has water’ is written as ‘296’. How will ‘ take medicines’ be written in that language? A. 45 B. 92 C. 85 D. 81 </vt:lpstr>
      <vt:lpstr>20. In a certain code language ‘DANCE’ is coded as ‘ADNEC’ and ‘DISCO’ is written as ‘IDSOC’. How will ‘DREAM’ be written in that code? A. DREMA B. RAEMO C. RDEAM D. RDEMA </vt:lpstr>
      <vt:lpstr>21. In a certain code ‘HINDER’ is code as 30, ‘RONALD’ is coded as 32 then how will RAMPAGE be coded in that languge? A. 37 B. 47 C. 36 D. 51 </vt:lpstr>
      <vt:lpstr>22. In a certain code language ‘MADRAS’ is coded as 112 and ‘JAMMU’ is coded as 82. how will ‘PUNJAB’ be written in that language? A. 109 B. 104 C. 112 D. 115 </vt:lpstr>
      <vt:lpstr>23. If PEAR is coded as 7519 and ROOM is coded as 9664 then how will DOCTOR be coded as A. 463269 B. 463729 C. 463296 D. 463239 </vt:lpstr>
      <vt:lpstr>24. In a certain code language ‘school education is free in India’ is coded as 692425 and ‘college education is costly’ is coded as 7926. what is the code for ‘I want to become graduate’? A. 23586 B. 54268 C. 14268 D. 15426 </vt:lpstr>
      <vt:lpstr>25. In a certain code language, if yellow is called blue, blue is called Red, red is called Green, Green is called White and white is called Orange, then in the same code what is the colour of Human blood? A. Orange B. White C. Red D. Green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Coding and Decoding</dc:title>
  <dc:creator>medari anusha</dc:creator>
  <cp:lastModifiedBy>medari anusha</cp:lastModifiedBy>
  <cp:revision>2</cp:revision>
  <dcterms:created xsi:type="dcterms:W3CDTF">2023-09-16T13:03:31Z</dcterms:created>
  <dcterms:modified xsi:type="dcterms:W3CDTF">2023-12-12T03:43:42Z</dcterms:modified>
</cp:coreProperties>
</file>